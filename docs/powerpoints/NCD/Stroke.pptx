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kumar" userId="0bd65a8e908dad4b" providerId="LiveId" clId="{F480FE61-F915-4B66-8D5B-C8F39EA0EE4A}"/>
    <pc:docChg chg="undo custSel addSld modSld">
      <pc:chgData name="akash kumar" userId="0bd65a8e908dad4b" providerId="LiveId" clId="{F480FE61-F915-4B66-8D5B-C8F39EA0EE4A}" dt="2024-01-19T16:45:23.969" v="880" actId="207"/>
      <pc:docMkLst>
        <pc:docMk/>
      </pc:docMkLst>
      <pc:sldChg chg="modSp mod">
        <pc:chgData name="akash kumar" userId="0bd65a8e908dad4b" providerId="LiveId" clId="{F480FE61-F915-4B66-8D5B-C8F39EA0EE4A}" dt="2024-01-19T15:56:45.025" v="521" actId="255"/>
        <pc:sldMkLst>
          <pc:docMk/>
          <pc:sldMk cId="1935831123" sldId="257"/>
        </pc:sldMkLst>
        <pc:spChg chg="mod">
          <ac:chgData name="akash kumar" userId="0bd65a8e908dad4b" providerId="LiveId" clId="{F480FE61-F915-4B66-8D5B-C8F39EA0EE4A}" dt="2024-01-19T15:56:45.025" v="521" actId="255"/>
          <ac:spMkLst>
            <pc:docMk/>
            <pc:sldMk cId="1935831123" sldId="257"/>
            <ac:spMk id="3" creationId="{F205BCC4-9DCE-4C6E-B246-DCCCDDE243AC}"/>
          </ac:spMkLst>
        </pc:spChg>
      </pc:sldChg>
      <pc:sldChg chg="modSp mod">
        <pc:chgData name="akash kumar" userId="0bd65a8e908dad4b" providerId="LiveId" clId="{F480FE61-F915-4B66-8D5B-C8F39EA0EE4A}" dt="2024-01-19T16:40:01.529" v="784" actId="207"/>
        <pc:sldMkLst>
          <pc:docMk/>
          <pc:sldMk cId="190929845" sldId="258"/>
        </pc:sldMkLst>
        <pc:spChg chg="mod">
          <ac:chgData name="akash kumar" userId="0bd65a8e908dad4b" providerId="LiveId" clId="{F480FE61-F915-4B66-8D5B-C8F39EA0EE4A}" dt="2024-01-19T16:40:01.529" v="784" actId="207"/>
          <ac:spMkLst>
            <pc:docMk/>
            <pc:sldMk cId="190929845" sldId="258"/>
            <ac:spMk id="3" creationId="{5A5B1F1C-4B77-485E-9E62-7E8D36EB8C8A}"/>
          </ac:spMkLst>
        </pc:spChg>
      </pc:sldChg>
      <pc:sldChg chg="modSp new mod">
        <pc:chgData name="akash kumar" userId="0bd65a8e908dad4b" providerId="LiveId" clId="{F480FE61-F915-4B66-8D5B-C8F39EA0EE4A}" dt="2024-01-19T15:53:55.485" v="511" actId="113"/>
        <pc:sldMkLst>
          <pc:docMk/>
          <pc:sldMk cId="3743133778" sldId="259"/>
        </pc:sldMkLst>
        <pc:spChg chg="mod">
          <ac:chgData name="akash kumar" userId="0bd65a8e908dad4b" providerId="LiveId" clId="{F480FE61-F915-4B66-8D5B-C8F39EA0EE4A}" dt="2024-01-19T15:53:55.485" v="511" actId="113"/>
          <ac:spMkLst>
            <pc:docMk/>
            <pc:sldMk cId="3743133778" sldId="259"/>
            <ac:spMk id="2" creationId="{516DB608-6D4A-4C1C-87DF-01897D893A95}"/>
          </ac:spMkLst>
        </pc:spChg>
        <pc:spChg chg="mod">
          <ac:chgData name="akash kumar" userId="0bd65a8e908dad4b" providerId="LiveId" clId="{F480FE61-F915-4B66-8D5B-C8F39EA0EE4A}" dt="2024-01-19T15:52:24.861" v="508" actId="20577"/>
          <ac:spMkLst>
            <pc:docMk/>
            <pc:sldMk cId="3743133778" sldId="259"/>
            <ac:spMk id="3" creationId="{1F56531E-9684-4EF4-B8AF-8EA7E91E1520}"/>
          </ac:spMkLst>
        </pc:spChg>
      </pc:sldChg>
      <pc:sldChg chg="modSp new mod">
        <pc:chgData name="akash kumar" userId="0bd65a8e908dad4b" providerId="LiveId" clId="{F480FE61-F915-4B66-8D5B-C8F39EA0EE4A}" dt="2024-01-19T15:58:11.441" v="555" actId="20577"/>
        <pc:sldMkLst>
          <pc:docMk/>
          <pc:sldMk cId="2694250247" sldId="260"/>
        </pc:sldMkLst>
        <pc:spChg chg="mod">
          <ac:chgData name="akash kumar" userId="0bd65a8e908dad4b" providerId="LiveId" clId="{F480FE61-F915-4B66-8D5B-C8F39EA0EE4A}" dt="2024-01-19T15:54:44.736" v="516" actId="113"/>
          <ac:spMkLst>
            <pc:docMk/>
            <pc:sldMk cId="2694250247" sldId="260"/>
            <ac:spMk id="2" creationId="{70EBF221-99C2-4CC2-B446-B016C8227404}"/>
          </ac:spMkLst>
        </pc:spChg>
        <pc:spChg chg="mod">
          <ac:chgData name="akash kumar" userId="0bd65a8e908dad4b" providerId="LiveId" clId="{F480FE61-F915-4B66-8D5B-C8F39EA0EE4A}" dt="2024-01-19T15:58:11.441" v="555" actId="20577"/>
          <ac:spMkLst>
            <pc:docMk/>
            <pc:sldMk cId="2694250247" sldId="260"/>
            <ac:spMk id="3" creationId="{2C120CCF-91D8-423E-AC7E-0BEB26A385E1}"/>
          </ac:spMkLst>
        </pc:spChg>
      </pc:sldChg>
      <pc:sldChg chg="modSp new mod">
        <pc:chgData name="akash kumar" userId="0bd65a8e908dad4b" providerId="LiveId" clId="{F480FE61-F915-4B66-8D5B-C8F39EA0EE4A}" dt="2024-01-19T16:40:16.680" v="785" actId="207"/>
        <pc:sldMkLst>
          <pc:docMk/>
          <pc:sldMk cId="4007486744" sldId="261"/>
        </pc:sldMkLst>
        <pc:spChg chg="mod">
          <ac:chgData name="akash kumar" userId="0bd65a8e908dad4b" providerId="LiveId" clId="{F480FE61-F915-4B66-8D5B-C8F39EA0EE4A}" dt="2024-01-19T16:01:09.953" v="570" actId="20577"/>
          <ac:spMkLst>
            <pc:docMk/>
            <pc:sldMk cId="4007486744" sldId="261"/>
            <ac:spMk id="2" creationId="{BA950F8D-A532-41C9-BCD7-9CE608237537}"/>
          </ac:spMkLst>
        </pc:spChg>
        <pc:spChg chg="mod">
          <ac:chgData name="akash kumar" userId="0bd65a8e908dad4b" providerId="LiveId" clId="{F480FE61-F915-4B66-8D5B-C8F39EA0EE4A}" dt="2024-01-19T16:40:16.680" v="785" actId="207"/>
          <ac:spMkLst>
            <pc:docMk/>
            <pc:sldMk cId="4007486744" sldId="261"/>
            <ac:spMk id="3" creationId="{672E77C9-2CD6-438E-B0F0-D4BC24DEBFCB}"/>
          </ac:spMkLst>
        </pc:spChg>
      </pc:sldChg>
      <pc:sldChg chg="modSp new mod">
        <pc:chgData name="akash kumar" userId="0bd65a8e908dad4b" providerId="LiveId" clId="{F480FE61-F915-4B66-8D5B-C8F39EA0EE4A}" dt="2024-01-19T16:44:17.168" v="845" actId="20577"/>
        <pc:sldMkLst>
          <pc:docMk/>
          <pc:sldMk cId="2111871859" sldId="262"/>
        </pc:sldMkLst>
        <pc:spChg chg="mod">
          <ac:chgData name="akash kumar" userId="0bd65a8e908dad4b" providerId="LiveId" clId="{F480FE61-F915-4B66-8D5B-C8F39EA0EE4A}" dt="2024-01-19T16:44:17.168" v="845" actId="20577"/>
          <ac:spMkLst>
            <pc:docMk/>
            <pc:sldMk cId="2111871859" sldId="262"/>
            <ac:spMk id="2" creationId="{E98F8760-E33A-45CB-9FC7-F88ECDFA66A7}"/>
          </ac:spMkLst>
        </pc:spChg>
        <pc:spChg chg="mod">
          <ac:chgData name="akash kumar" userId="0bd65a8e908dad4b" providerId="LiveId" clId="{F480FE61-F915-4B66-8D5B-C8F39EA0EE4A}" dt="2024-01-19T16:25:08.371" v="660" actId="255"/>
          <ac:spMkLst>
            <pc:docMk/>
            <pc:sldMk cId="2111871859" sldId="262"/>
            <ac:spMk id="3" creationId="{02F3DFBF-45B2-45A8-AA57-B5C87ADB31B8}"/>
          </ac:spMkLst>
        </pc:spChg>
      </pc:sldChg>
      <pc:sldChg chg="modSp new mod">
        <pc:chgData name="akash kumar" userId="0bd65a8e908dad4b" providerId="LiveId" clId="{F480FE61-F915-4B66-8D5B-C8F39EA0EE4A}" dt="2024-01-19T16:45:23.969" v="880" actId="207"/>
        <pc:sldMkLst>
          <pc:docMk/>
          <pc:sldMk cId="1235975581" sldId="263"/>
        </pc:sldMkLst>
        <pc:spChg chg="mod">
          <ac:chgData name="akash kumar" userId="0bd65a8e908dad4b" providerId="LiveId" clId="{F480FE61-F915-4B66-8D5B-C8F39EA0EE4A}" dt="2024-01-19T16:45:06.756" v="879" actId="20577"/>
          <ac:spMkLst>
            <pc:docMk/>
            <pc:sldMk cId="1235975581" sldId="263"/>
            <ac:spMk id="2" creationId="{09645344-F5F7-4F9E-9A65-5BD85348F16A}"/>
          </ac:spMkLst>
        </pc:spChg>
        <pc:spChg chg="mod">
          <ac:chgData name="akash kumar" userId="0bd65a8e908dad4b" providerId="LiveId" clId="{F480FE61-F915-4B66-8D5B-C8F39EA0EE4A}" dt="2024-01-19T16:45:23.969" v="880" actId="207"/>
          <ac:spMkLst>
            <pc:docMk/>
            <pc:sldMk cId="1235975581" sldId="263"/>
            <ac:spMk id="3" creationId="{E8FC42D8-DA0E-4A7F-9FE3-F6AE88F9D3D6}"/>
          </ac:spMkLst>
        </pc:spChg>
      </pc:sldChg>
      <pc:sldChg chg="addSp delSp modSp new mod">
        <pc:chgData name="akash kumar" userId="0bd65a8e908dad4b" providerId="LiveId" clId="{F480FE61-F915-4B66-8D5B-C8F39EA0EE4A}" dt="2024-01-19T16:39:20.472" v="783" actId="20577"/>
        <pc:sldMkLst>
          <pc:docMk/>
          <pc:sldMk cId="2680212585" sldId="264"/>
        </pc:sldMkLst>
        <pc:spChg chg="mod">
          <ac:chgData name="akash kumar" userId="0bd65a8e908dad4b" providerId="LiveId" clId="{F480FE61-F915-4B66-8D5B-C8F39EA0EE4A}" dt="2024-01-19T16:37:02.404" v="760" actId="20577"/>
          <ac:spMkLst>
            <pc:docMk/>
            <pc:sldMk cId="2680212585" sldId="264"/>
            <ac:spMk id="2" creationId="{540BC117-E35F-40E0-99B9-0819D9DD1C45}"/>
          </ac:spMkLst>
        </pc:spChg>
        <pc:spChg chg="mod">
          <ac:chgData name="akash kumar" userId="0bd65a8e908dad4b" providerId="LiveId" clId="{F480FE61-F915-4B66-8D5B-C8F39EA0EE4A}" dt="2024-01-19T16:39:20.472" v="783" actId="20577"/>
          <ac:spMkLst>
            <pc:docMk/>
            <pc:sldMk cId="2680212585" sldId="264"/>
            <ac:spMk id="3" creationId="{F80DAD86-2DB7-4EA2-95DE-7241C063067E}"/>
          </ac:spMkLst>
        </pc:spChg>
        <pc:spChg chg="add del">
          <ac:chgData name="akash kumar" userId="0bd65a8e908dad4b" providerId="LiveId" clId="{F480FE61-F915-4B66-8D5B-C8F39EA0EE4A}" dt="2024-01-19T16:31:32.345" v="704" actId="22"/>
          <ac:spMkLst>
            <pc:docMk/>
            <pc:sldMk cId="2680212585" sldId="264"/>
            <ac:spMk id="5" creationId="{B3B11F74-EB3B-4142-8884-49335E488A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3842-3744-48CC-850A-D1F95B874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D9087-547D-4393-807A-248ADE4F6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0FF1E-5EDB-4CBA-944B-8F564210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EC9A6-2B71-4152-B104-8B6A569DF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D8B55-7134-4AA3-97BB-02086F52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71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BD68-BF94-429E-BC45-A2FE7B98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BC7A-B81F-44CD-A38D-F9342F4A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60C78-5DE2-4DAB-BD70-0E661AC3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85B1-F543-482E-A047-B3E2A9F6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14D67-C0CE-41B4-B981-A9AE2868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11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A87A-B467-4D66-AEB3-5836B5DE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CB027-D003-46D7-910A-E5D422581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2076-8E98-40CE-8458-55B08A79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FAB62-1D3C-4C47-83AF-55589957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4A35D-80AB-4882-AC2F-E6D50752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62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8FB8-375B-42A7-B610-1EC02019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BB4D2-EA64-4891-8F34-B99EE4E90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76E0B-AF47-4345-B7F7-96DC30775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EFFB2-A4D6-4BF8-8562-B63C2655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38668-1706-4E5F-BF8C-C6FD7282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54C65-E699-41D2-97D4-EDC12A32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26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FE59-F288-4CBB-A451-7948B553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6A609-8AF4-4E29-A859-9007801C4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10CCE-FCD7-4415-A4E9-349CF546D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3870C-EB8E-4BF8-BB78-1EB092B0C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60EB0-27E5-43E8-9CC4-C679FC321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BAE15-8A64-43D8-90E9-9DC0B511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995AD-5210-4221-A3BE-156B9D3E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468A0-A7D2-4589-BE25-87446BCD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83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62A6-007D-4396-98AF-55FD49F6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CA49E-746B-4D40-B1D6-A063FC9B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BF88B-35A5-4256-AC76-0A0D95E8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317DC-7570-4589-A973-AB20CD96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4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1D96E-7E19-4DAF-B5F9-73EF7AF9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BAB11-5720-4A5D-BBE8-FC4FB67C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FB579-5157-49E7-9452-BA77AD37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56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B13C-17CE-4B9A-BE40-F9A5B918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C3F80-2CB7-45A5-9BF7-A51077C0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6FB8E-1449-4FAE-BA34-AA19B5C96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E9955-716B-4853-830F-B3624467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0C5B3-7645-4719-948B-DAF96DF20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47B16-DFA0-4850-A49E-8523F3FF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95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112C-CB1E-433A-B01B-39539AFC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2D9E6-196F-4D1D-87CD-EB86C1FA0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AC05-B665-4B12-85AA-96AA50C07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F829F-9120-4ABC-A7EE-E0AEC838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0AAF-C7CF-4799-9E16-1B2E8E77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5EC65-5100-48BE-BF08-B7FDF9F3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90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CB96-082E-4D85-9893-6CF556B4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1F9A0-4626-4ECE-94E9-2BCC7E290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A907E-68CD-430B-A041-78DCE1C6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E638A-D9FD-4A8C-AAE8-1859CFFC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95252-650C-47D8-8460-B01DEC81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84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8FBC97-13E6-4AA6-9B63-3F985932F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B1AC9-39B5-4EC9-93DA-137706F40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7722-991A-4A6B-AE45-EB628D1B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A4EDC-F5EB-46AD-B9FC-9D09F120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39DE-3B8D-47EA-BA85-B6AB909F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2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06B204-F7B1-4DDF-B1D9-C25B1494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2E186-B2AB-4EDB-B7AA-8543DC8F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4E96-DAAE-4F8E-8F69-BF85F4904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57470-FA02-4A3B-881D-CBAC0C464882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0EECC-3638-41FC-8B3A-1A5F3781A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967F3-81EE-4E15-A819-E1B0DC499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01A76-6EA2-468F-BF46-58DB5EE925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8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AF28-EBE6-45CE-B4CC-8A1084581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Epidemiology and Prevention of Stroke</a:t>
            </a:r>
          </a:p>
        </p:txBody>
      </p:sp>
    </p:spTree>
    <p:extLst>
      <p:ext uri="{BB962C8B-B14F-4D97-AF65-F5344CB8AC3E}">
        <p14:creationId xmlns:p14="http://schemas.microsoft.com/office/powerpoint/2010/main" val="295180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8A63-F685-47CC-823D-5609B88E6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2184"/>
            <a:ext cx="9144000" cy="1187700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5BCC4-9DCE-4C6E-B246-DCCCDDE24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070" y="1756611"/>
            <a:ext cx="10243930" cy="350118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Stroke (cerebrovascular disease ) : Sudden loss of brain function due to vascular lesions.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leading to cause of death.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source of morbidity &amp; and disability and of high economic impact.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occur in children but different risk factors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11DD-62D5-4631-959F-3296260C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Descriptive epidemiology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1F1C-4B77-485E-9E62-7E8D36EB8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Incidence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 USA after age of 75 = 10-20/1000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risk groups: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Age:- Strongly related to increasing age</a:t>
            </a:r>
          </a:p>
          <a:p>
            <a:pPr marL="0" indent="0">
              <a:buNone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-After age of 55 incidence doubles in each successive decade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Mortality increases with age</a:t>
            </a:r>
          </a:p>
          <a:p>
            <a:pPr marL="0" indent="0">
              <a:buNone/>
            </a:pP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Sex: &gt; in males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Race:- Mortality more in blacks in USA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2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B608-6D4A-4C1C-87DF-01897D89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trends: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531E-9684-4EF4-B8AF-8EA7E91E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striking decreases in stroke mortality attributed mainly to: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-HTN control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-Secondary prevention of stroke among TIA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patients.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-dec smocking in some countries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-Improve treatment measures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3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F221-99C2-4CC2-B446-B016C8227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 RISK FACTORS Generally similar to CAD Major risk factors: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20CCF-91D8-423E-AC7E-0BEB26A38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1- hypertension (The major risk factor)</a:t>
            </a: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2- Smoking</a:t>
            </a: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3- </a:t>
            </a:r>
            <a:r>
              <a:rPr lang="en-IN" sz="3600" b="0" i="0" dirty="0" err="1">
                <a:effectLst/>
                <a:latin typeface="Open Sans" panose="020B0606030504020204" pitchFamily="34" charset="0"/>
              </a:rPr>
              <a:t>Hyperlipidemia</a:t>
            </a:r>
            <a:endParaRPr lang="en-IN" sz="3600" b="0" i="0" dirty="0">
              <a:effectLst/>
              <a:latin typeface="Open Sans" panose="020B0606030504020204" pitchFamily="34" charset="0"/>
            </a:endParaRP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4- DM</a:t>
            </a: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5- Heart disease</a:t>
            </a: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6- </a:t>
            </a:r>
            <a:r>
              <a:rPr lang="en-IN" sz="3600" b="0" i="0" dirty="0" err="1">
                <a:effectLst/>
                <a:latin typeface="Open Sans" panose="020B0606030504020204" pitchFamily="34" charset="0"/>
              </a:rPr>
              <a:t>Polycythemia</a:t>
            </a:r>
            <a:endParaRPr lang="en-IN" sz="3600" b="0" i="0" dirty="0">
              <a:effectLst/>
              <a:latin typeface="Open Sans" panose="020B0606030504020204" pitchFamily="34" charset="0"/>
            </a:endParaRPr>
          </a:p>
          <a:p>
            <a:r>
              <a:rPr lang="en-IN" sz="3600" b="0" i="0" dirty="0">
                <a:effectLst/>
                <a:latin typeface="Open Sans" panose="020B0606030504020204" pitchFamily="34" charset="0"/>
              </a:rPr>
              <a:t>7- Thrombocythemia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25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0F8D-A532-41C9-BCD7-9CE60823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RISK FACTORS Other risk factors: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E77C9-2CD6-438E-B0F0-D4BC24DE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537"/>
            <a:ext cx="10515600" cy="5145338"/>
          </a:xfrm>
        </p:spPr>
        <p:txBody>
          <a:bodyPr>
            <a:normAutofit fontScale="92500" lnSpcReduction="10000"/>
          </a:bodyPr>
          <a:lstStyle/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sz="5400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sz="3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family history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 Contraceptive pills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 Previous history of stroke or TIA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 Presence of carotid bruit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5- Obesity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6- Physical inactivity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7- High alcohol intake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8- drug abuse9- trauma</a:t>
            </a:r>
          </a:p>
          <a:p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10- Presence of CAD or peripheral vascular disease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8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8760-E33A-45CB-9FC7-F88ECDFA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1" y="198783"/>
            <a:ext cx="10982739" cy="1948069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PREVENTION: </a:t>
            </a:r>
            <a:r>
              <a:rPr lang="en-IN" sz="4000" b="1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prevention</a:t>
            </a:r>
            <a:br>
              <a:rPr lang="en-IN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</a:b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detecting(including screening) and controlling the risk  factors  especially: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DFBF-45B2-45A8-AA57-B5C87ADB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4125"/>
            <a:ext cx="10515600" cy="3842837"/>
          </a:xfrm>
        </p:spPr>
        <p:txBody>
          <a:bodyPr>
            <a:normAutofit/>
          </a:bodyPr>
          <a:lstStyle/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HTN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Smoking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Hypercholesterolaemia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DM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Heart disease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>
                <a:effectLst/>
                <a:latin typeface="Open Sans" panose="020B0606030504020204" pitchFamily="34" charset="0"/>
              </a:rPr>
              <a:t>TIA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3200" b="0" i="0" dirty="0" err="1">
                <a:effectLst/>
                <a:latin typeface="Open Sans" panose="020B0606030504020204" pitchFamily="34" charset="0"/>
              </a:rPr>
              <a:t>Polycythemia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87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5344-F5F7-4F9E-9A65-5BD85348F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PREVENTION: Secondary prevention</a:t>
            </a:r>
            <a:br>
              <a:rPr lang="en-US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</a:br>
            <a:r>
              <a:rPr lang="en-US" b="1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   -</a:t>
            </a:r>
            <a:r>
              <a:rPr lang="en-US" sz="1400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Aspirin use suggested but not yet proven important role of community health action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42D8-DA0E-4A7F-9FE3-F6AE88F9D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Screening and early detection</a:t>
            </a:r>
          </a:p>
          <a:p>
            <a:endParaRPr lang="en-US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definite test for early detection of stroke</a:t>
            </a:r>
          </a:p>
          <a:p>
            <a:pPr lvl="4">
              <a:buFont typeface="Wingdings" panose="05000000000000000000" pitchFamily="2" charset="2"/>
              <a:buChar char="Ø"/>
            </a:pP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Screening for carotid bruit (by auscultation or non-invasive testing) among persons with established stroke risk factors may be wise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7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C117-E35F-40E0-99B9-0819D9DD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681037"/>
            <a:ext cx="10872537" cy="1009651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PREVENTION </a:t>
            </a:r>
            <a:b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3- Treatment </a:t>
            </a:r>
            <a:b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A: For acute stroke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DAD86-2DB7-4EA2-95DE-7241C0630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747"/>
            <a:ext cx="10515600" cy="3987216"/>
          </a:xfrm>
        </p:spPr>
        <p:txBody>
          <a:bodyPr>
            <a:normAutofit lnSpcReduction="10000"/>
          </a:bodyPr>
          <a:lstStyle/>
          <a:p>
            <a:pPr lvl="2">
              <a:buFont typeface="Wingdings" panose="05000000000000000000" pitchFamily="2" charset="2"/>
              <a:buChar char="Ø"/>
            </a:pP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Anticoagulants ( for some cases )</a:t>
            </a:r>
          </a:p>
          <a:p>
            <a:pPr marL="0" indent="0">
              <a:buNone/>
            </a:pP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B: For preventing further stroke</a:t>
            </a:r>
          </a:p>
          <a:p>
            <a:pPr marL="0" indent="0">
              <a:buNone/>
            </a:pPr>
            <a:endParaRPr lang="en-US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Antiplatelet therapy(aspirin or other drugs)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Carotid endarterectomy(in some cases)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21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347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Times New Roman</vt:lpstr>
      <vt:lpstr>Wingdings</vt:lpstr>
      <vt:lpstr>Office Theme</vt:lpstr>
      <vt:lpstr>Epidemiology and Prevention of Stroke</vt:lpstr>
      <vt:lpstr>Introduction</vt:lpstr>
      <vt:lpstr>Descriptive epidemiology</vt:lpstr>
      <vt:lpstr>Time trends:</vt:lpstr>
      <vt:lpstr> RISK FACTORS Generally similar to CAD Major risk factors:</vt:lpstr>
      <vt:lpstr>RISK FACTORS Other risk factors: </vt:lpstr>
      <vt:lpstr>PREVENTION: Primary prevention By detecting(including screening) and controlling the risk  factors  especially:</vt:lpstr>
      <vt:lpstr>PREVENTION: Secondary prevention     - Aspirin use suggested but not yet proven important role of community health action</vt:lpstr>
      <vt:lpstr>PREVENTION    3- Treatment     A: For acute stroke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and Prevention of Stroke</dc:title>
  <dc:creator>akash kumar</dc:creator>
  <cp:lastModifiedBy>akash kumar</cp:lastModifiedBy>
  <cp:revision>5</cp:revision>
  <dcterms:created xsi:type="dcterms:W3CDTF">2024-01-19T15:20:43Z</dcterms:created>
  <dcterms:modified xsi:type="dcterms:W3CDTF">2024-01-19T16:45:29Z</dcterms:modified>
</cp:coreProperties>
</file>