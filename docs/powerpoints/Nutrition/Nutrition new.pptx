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317" r:id="rId16"/>
  </p:sldIdLst>
  <p:sldSz cx="6070600" cy="4552950"/>
  <p:notesSz cx="6070600" cy="45529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8" d="100"/>
          <a:sy n="158" d="100"/>
        </p:scale>
        <p:origin x="1062" y="1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5771" y="1411414"/>
            <a:ext cx="5165407" cy="95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1542" y="2549652"/>
            <a:ext cx="4253865" cy="1138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3847" y="1047178"/>
            <a:ext cx="2643473" cy="3004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29629" y="1047178"/>
            <a:ext cx="2643473" cy="3004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3847" y="182118"/>
            <a:ext cx="5469255" cy="7284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3847" y="1047178"/>
            <a:ext cx="5469255" cy="3004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66163" y="4234243"/>
            <a:ext cx="1944624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3847" y="4234243"/>
            <a:ext cx="1397698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75404" y="4234243"/>
            <a:ext cx="1397698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7060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" y="0"/>
            <a:ext cx="54102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381000"/>
            <a:ext cx="5514975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228600"/>
            <a:ext cx="5514975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76200"/>
            <a:ext cx="577215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95250"/>
            <a:ext cx="577215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"/>
            <a:ext cx="577215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76200"/>
            <a:ext cx="56388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0"/>
            <a:ext cx="549592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238125"/>
            <a:ext cx="58102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304800"/>
            <a:ext cx="57721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600"/>
            <a:ext cx="5772150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57200"/>
            <a:ext cx="54102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5" y="285750"/>
            <a:ext cx="5657850" cy="3448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70600" cy="4552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od on a table">
            <a:extLst>
              <a:ext uri="{FF2B5EF4-FFF2-40B4-BE49-F238E27FC236}">
                <a16:creationId xmlns:a16="http://schemas.microsoft.com/office/drawing/2014/main" id="{57AE7CAD-D12F-DFA8-D961-7B2BFC08A9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475" t="8263" r="-2" b="826"/>
          <a:stretch/>
        </p:blipFill>
        <p:spPr>
          <a:xfrm>
            <a:off x="20" y="10"/>
            <a:ext cx="4316176" cy="45529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848093" y="0"/>
            <a:ext cx="4222506" cy="455295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1879C2-3CDE-A2D2-C74E-A18FDAF91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7948" y="745124"/>
            <a:ext cx="2003298" cy="21271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2800" kern="1200">
                <a:solidFill>
                  <a:schemeClr val="tx1"/>
                </a:solidFill>
              </a:rPr>
              <a:t>Thanks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36190" y="288660"/>
            <a:ext cx="97130" cy="3505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09466" y="3018649"/>
            <a:ext cx="2003298" cy="12141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</Words>
  <Application>Microsoft Office PowerPoint</Application>
  <PresentationFormat>Custom</PresentationFormat>
  <Paragraphs>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Dr.Aishwarya</dc:creator>
  <cp:lastModifiedBy>mukul maheshwari</cp:lastModifiedBy>
  <cp:revision>2</cp:revision>
  <dcterms:created xsi:type="dcterms:W3CDTF">2023-09-19T13:35:59Z</dcterms:created>
  <dcterms:modified xsi:type="dcterms:W3CDTF">2023-09-20T04:25:36Z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2023-09-19T00:00:00Z</vt:filetime>
  </property>
  <property fmtid="{D5CDD505-2E9C-101B-9397-08002B2CF9AE}" pid="3" name="LastSaved">
    <vt:filetime>2023-09-19T00:00:00Z</vt:filetime>
  </property>
</Properties>
</file>