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95" r:id="rId13"/>
    <p:sldId id="296" r:id="rId14"/>
    <p:sldId id="298" r:id="rId15"/>
    <p:sldId id="299" r:id="rId16"/>
    <p:sldId id="300" r:id="rId17"/>
    <p:sldId id="301" r:id="rId18"/>
    <p:sldId id="302" r:id="rId19"/>
    <p:sldId id="303" r:id="rId20"/>
    <p:sldId id="304" r:id="rId21"/>
    <p:sldId id="306" r:id="rId22"/>
    <p:sldId id="305" r:id="rId23"/>
    <p:sldId id="307" r:id="rId24"/>
    <p:sldId id="309" r:id="rId25"/>
    <p:sldId id="310" r:id="rId26"/>
    <p:sldId id="311" r:id="rId27"/>
    <p:sldId id="312" r:id="rId28"/>
    <p:sldId id="308" r:id="rId29"/>
    <p:sldId id="31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3DCC5F-CAD2-4861-B9F3-9A5323EF9EB2}" v="20" dt="2024-01-13T00:48:27.0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210" y="9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873DCC5F-CAD2-4861-B9F3-9A5323EF9EB2}"/>
    <pc:docChg chg="undo custSel addSld delSld modSld addSection delSection">
      <pc:chgData name="mukul maheshwari" userId="12cb43e2ca5f0d2c" providerId="LiveId" clId="{873DCC5F-CAD2-4861-B9F3-9A5323EF9EB2}" dt="2024-01-13T01:16:25.253" v="2036" actId="26606"/>
      <pc:docMkLst>
        <pc:docMk/>
      </pc:docMkLst>
      <pc:sldChg chg="addSp modSp mod setBg addAnim">
        <pc:chgData name="mukul maheshwari" userId="12cb43e2ca5f0d2c" providerId="LiveId" clId="{873DCC5F-CAD2-4861-B9F3-9A5323EF9EB2}" dt="2024-01-13T00:05:03.396" v="30" actId="20577"/>
        <pc:sldMkLst>
          <pc:docMk/>
          <pc:sldMk cId="296928757" sldId="256"/>
        </pc:sldMkLst>
        <pc:spChg chg="mod">
          <ac:chgData name="mukul maheshwari" userId="12cb43e2ca5f0d2c" providerId="LiveId" clId="{873DCC5F-CAD2-4861-B9F3-9A5323EF9EB2}" dt="2024-01-13T00:05:03.396" v="30" actId="20577"/>
          <ac:spMkLst>
            <pc:docMk/>
            <pc:sldMk cId="296928757" sldId="256"/>
            <ac:spMk id="2" creationId="{BE067172-A3C5-BA1C-7548-B0C2C0FAD9EC}"/>
          </ac:spMkLst>
        </pc:spChg>
        <pc:spChg chg="mod">
          <ac:chgData name="mukul maheshwari" userId="12cb43e2ca5f0d2c" providerId="LiveId" clId="{873DCC5F-CAD2-4861-B9F3-9A5323EF9EB2}" dt="2024-01-13T00:04:55.112" v="15" actId="26606"/>
          <ac:spMkLst>
            <pc:docMk/>
            <pc:sldMk cId="296928757" sldId="256"/>
            <ac:spMk id="3" creationId="{FED711ED-68D7-996F-BE2B-5C315FB7DD46}"/>
          </ac:spMkLst>
        </pc:spChg>
        <pc:spChg chg="add">
          <ac:chgData name="mukul maheshwari" userId="12cb43e2ca5f0d2c" providerId="LiveId" clId="{873DCC5F-CAD2-4861-B9F3-9A5323EF9EB2}" dt="2024-01-13T00:04:55.112" v="15" actId="26606"/>
          <ac:spMkLst>
            <pc:docMk/>
            <pc:sldMk cId="296928757" sldId="256"/>
            <ac:spMk id="9" creationId="{F609FF9A-4FCE-468E-A86A-C9AB525EAE71}"/>
          </ac:spMkLst>
        </pc:spChg>
        <pc:spChg chg="add">
          <ac:chgData name="mukul maheshwari" userId="12cb43e2ca5f0d2c" providerId="LiveId" clId="{873DCC5F-CAD2-4861-B9F3-9A5323EF9EB2}" dt="2024-01-13T00:04:55.112" v="15" actId="26606"/>
          <ac:spMkLst>
            <pc:docMk/>
            <pc:sldMk cId="296928757" sldId="256"/>
            <ac:spMk id="11" creationId="{021E12D4-3A88-428D-8E5E-AF1AFD923D63}"/>
          </ac:spMkLst>
        </pc:spChg>
        <pc:picChg chg="add">
          <ac:chgData name="mukul maheshwari" userId="12cb43e2ca5f0d2c" providerId="LiveId" clId="{873DCC5F-CAD2-4861-B9F3-9A5323EF9EB2}" dt="2024-01-13T00:04:55.112" v="15" actId="26606"/>
          <ac:picMkLst>
            <pc:docMk/>
            <pc:sldMk cId="296928757" sldId="256"/>
            <ac:picMk id="5" creationId="{75A4C1A0-9EA5-3515-E832-93AD9E75CBB1}"/>
          </ac:picMkLst>
        </pc:picChg>
      </pc:sldChg>
      <pc:sldChg chg="addSp delSp modSp mod setBg modClrScheme chgLayout">
        <pc:chgData name="mukul maheshwari" userId="12cb43e2ca5f0d2c" providerId="LiveId" clId="{873DCC5F-CAD2-4861-B9F3-9A5323EF9EB2}" dt="2024-01-13T00:07:23.490" v="65" actId="20577"/>
        <pc:sldMkLst>
          <pc:docMk/>
          <pc:sldMk cId="344926667" sldId="258"/>
        </pc:sldMkLst>
        <pc:spChg chg="mod ord">
          <ac:chgData name="mukul maheshwari" userId="12cb43e2ca5f0d2c" providerId="LiveId" clId="{873DCC5F-CAD2-4861-B9F3-9A5323EF9EB2}" dt="2024-01-13T00:07:23.490" v="65" actId="20577"/>
          <ac:spMkLst>
            <pc:docMk/>
            <pc:sldMk cId="344926667" sldId="258"/>
            <ac:spMk id="2" creationId="{1778C8BC-0529-C004-78A8-2299EDB34FBB}"/>
          </ac:spMkLst>
        </pc:spChg>
        <pc:spChg chg="add del">
          <ac:chgData name="mukul maheshwari" userId="12cb43e2ca5f0d2c" providerId="LiveId" clId="{873DCC5F-CAD2-4861-B9F3-9A5323EF9EB2}" dt="2024-01-13T00:07:17.875" v="51" actId="26606"/>
          <ac:spMkLst>
            <pc:docMk/>
            <pc:sldMk cId="344926667" sldId="258"/>
            <ac:spMk id="3" creationId="{A7299D6F-3ADB-1914-88B1-EEA805A95078}"/>
          </ac:spMkLst>
        </pc:spChg>
        <pc:spChg chg="add">
          <ac:chgData name="mukul maheshwari" userId="12cb43e2ca5f0d2c" providerId="LiveId" clId="{873DCC5F-CAD2-4861-B9F3-9A5323EF9EB2}" dt="2024-01-13T00:07:17.875" v="51" actId="26606"/>
          <ac:spMkLst>
            <pc:docMk/>
            <pc:sldMk cId="344926667" sldId="258"/>
            <ac:spMk id="9" creationId="{F609FF9A-4FCE-468E-A86A-C9AB525EAE71}"/>
          </ac:spMkLst>
        </pc:spChg>
        <pc:spChg chg="add">
          <ac:chgData name="mukul maheshwari" userId="12cb43e2ca5f0d2c" providerId="LiveId" clId="{873DCC5F-CAD2-4861-B9F3-9A5323EF9EB2}" dt="2024-01-13T00:07:17.875" v="51" actId="26606"/>
          <ac:spMkLst>
            <pc:docMk/>
            <pc:sldMk cId="344926667" sldId="258"/>
            <ac:spMk id="11" creationId="{021E12D4-3A88-428D-8E5E-AF1AFD923D63}"/>
          </ac:spMkLst>
        </pc:spChg>
        <pc:picChg chg="add">
          <ac:chgData name="mukul maheshwari" userId="12cb43e2ca5f0d2c" providerId="LiveId" clId="{873DCC5F-CAD2-4861-B9F3-9A5323EF9EB2}" dt="2024-01-13T00:07:17.875" v="51" actId="26606"/>
          <ac:picMkLst>
            <pc:docMk/>
            <pc:sldMk cId="344926667" sldId="258"/>
            <ac:picMk id="5" creationId="{C2B519FF-1F0C-45F5-CC13-6A5CD3973EB3}"/>
          </ac:picMkLst>
        </pc:picChg>
      </pc:sldChg>
      <pc:sldChg chg="modSp mod">
        <pc:chgData name="mukul maheshwari" userId="12cb43e2ca5f0d2c" providerId="LiveId" clId="{873DCC5F-CAD2-4861-B9F3-9A5323EF9EB2}" dt="2024-01-13T00:08:00.253" v="66" actId="20577"/>
        <pc:sldMkLst>
          <pc:docMk/>
          <pc:sldMk cId="3991779010" sldId="265"/>
        </pc:sldMkLst>
        <pc:graphicFrameChg chg="modGraphic">
          <ac:chgData name="mukul maheshwari" userId="12cb43e2ca5f0d2c" providerId="LiveId" clId="{873DCC5F-CAD2-4861-B9F3-9A5323EF9EB2}" dt="2024-01-13T00:08:00.253" v="66" actId="20577"/>
          <ac:graphicFrameMkLst>
            <pc:docMk/>
            <pc:sldMk cId="3991779010" sldId="265"/>
            <ac:graphicFrameMk id="4" creationId="{49647C9A-01AA-3969-0B65-1D41BF2FB63C}"/>
          </ac:graphicFrameMkLst>
        </pc:graphicFrameChg>
      </pc:sldChg>
      <pc:sldChg chg="delSp modSp mod">
        <pc:chgData name="mukul maheshwari" userId="12cb43e2ca5f0d2c" providerId="LiveId" clId="{873DCC5F-CAD2-4861-B9F3-9A5323EF9EB2}" dt="2024-01-13T00:09:12.579" v="75" actId="20577"/>
        <pc:sldMkLst>
          <pc:docMk/>
          <pc:sldMk cId="0" sldId="295"/>
        </pc:sldMkLst>
        <pc:spChg chg="mod">
          <ac:chgData name="mukul maheshwari" userId="12cb43e2ca5f0d2c" providerId="LiveId" clId="{873DCC5F-CAD2-4861-B9F3-9A5323EF9EB2}" dt="2024-01-13T00:08:58.518" v="71" actId="1076"/>
          <ac:spMkLst>
            <pc:docMk/>
            <pc:sldMk cId="0" sldId="295"/>
            <ac:spMk id="3" creationId="{00000000-0000-0000-0000-000000000000}"/>
          </ac:spMkLst>
        </pc:spChg>
        <pc:spChg chg="mod">
          <ac:chgData name="mukul maheshwari" userId="12cb43e2ca5f0d2c" providerId="LiveId" clId="{873DCC5F-CAD2-4861-B9F3-9A5323EF9EB2}" dt="2024-01-13T00:09:12.579" v="75" actId="20577"/>
          <ac:spMkLst>
            <pc:docMk/>
            <pc:sldMk cId="0" sldId="295"/>
            <ac:spMk id="4" creationId="{00000000-0000-0000-0000-000000000000}"/>
          </ac:spMkLst>
        </pc:spChg>
        <pc:picChg chg="del">
          <ac:chgData name="mukul maheshwari" userId="12cb43e2ca5f0d2c" providerId="LiveId" clId="{873DCC5F-CAD2-4861-B9F3-9A5323EF9EB2}" dt="2024-01-13T00:08:30.999" v="70" actId="478"/>
          <ac:picMkLst>
            <pc:docMk/>
            <pc:sldMk cId="0" sldId="295"/>
            <ac:picMk id="5" creationId="{00000000-0000-0000-0000-000000000000}"/>
          </ac:picMkLst>
        </pc:picChg>
      </pc:sldChg>
      <pc:sldChg chg="addSp delSp modSp mod setBg">
        <pc:chgData name="mukul maheshwari" userId="12cb43e2ca5f0d2c" providerId="LiveId" clId="{873DCC5F-CAD2-4861-B9F3-9A5323EF9EB2}" dt="2024-01-13T00:13:36.615" v="123" actId="403"/>
        <pc:sldMkLst>
          <pc:docMk/>
          <pc:sldMk cId="0" sldId="296"/>
        </pc:sldMkLst>
        <pc:spChg chg="mod">
          <ac:chgData name="mukul maheshwari" userId="12cb43e2ca5f0d2c" providerId="LiveId" clId="{873DCC5F-CAD2-4861-B9F3-9A5323EF9EB2}" dt="2024-01-13T00:11:11.735" v="96" actId="1076"/>
          <ac:spMkLst>
            <pc:docMk/>
            <pc:sldMk cId="0" sldId="296"/>
            <ac:spMk id="2" creationId="{00000000-0000-0000-0000-000000000000}"/>
          </ac:spMkLst>
        </pc:spChg>
        <pc:spChg chg="mod">
          <ac:chgData name="mukul maheshwari" userId="12cb43e2ca5f0d2c" providerId="LiveId" clId="{873DCC5F-CAD2-4861-B9F3-9A5323EF9EB2}" dt="2024-01-13T00:13:36.615" v="123" actId="403"/>
          <ac:spMkLst>
            <pc:docMk/>
            <pc:sldMk cId="0" sldId="296"/>
            <ac:spMk id="3" creationId="{00000000-0000-0000-0000-000000000000}"/>
          </ac:spMkLst>
        </pc:spChg>
        <pc:spChg chg="add del">
          <ac:chgData name="mukul maheshwari" userId="12cb43e2ca5f0d2c" providerId="LiveId" clId="{873DCC5F-CAD2-4861-B9F3-9A5323EF9EB2}" dt="2024-01-13T00:09:53.182" v="78" actId="26606"/>
          <ac:spMkLst>
            <pc:docMk/>
            <pc:sldMk cId="0" sldId="296"/>
            <ac:spMk id="9" creationId="{907EF6B7-1338-4443-8C46-6A318D952DFD}"/>
          </ac:spMkLst>
        </pc:spChg>
        <pc:spChg chg="add del">
          <ac:chgData name="mukul maheshwari" userId="12cb43e2ca5f0d2c" providerId="LiveId" clId="{873DCC5F-CAD2-4861-B9F3-9A5323EF9EB2}" dt="2024-01-13T00:09:53.182" v="78" actId="26606"/>
          <ac:spMkLst>
            <pc:docMk/>
            <pc:sldMk cId="0" sldId="296"/>
            <ac:spMk id="11" creationId="{DAAE4CDD-124C-4DCF-9584-B6033B545DD5}"/>
          </ac:spMkLst>
        </pc:spChg>
        <pc:spChg chg="add del">
          <ac:chgData name="mukul maheshwari" userId="12cb43e2ca5f0d2c" providerId="LiveId" clId="{873DCC5F-CAD2-4861-B9F3-9A5323EF9EB2}" dt="2024-01-13T00:09:53.182" v="78" actId="26606"/>
          <ac:spMkLst>
            <pc:docMk/>
            <pc:sldMk cId="0" sldId="296"/>
            <ac:spMk id="13" creationId="{081E4A58-353D-44AE-B2FC-2A74E2E400F7}"/>
          </ac:spMkLst>
        </pc:spChg>
        <pc:picChg chg="del">
          <ac:chgData name="mukul maheshwari" userId="12cb43e2ca5f0d2c" providerId="LiveId" clId="{873DCC5F-CAD2-4861-B9F3-9A5323EF9EB2}" dt="2024-01-13T00:13:11.641" v="115" actId="478"/>
          <ac:picMkLst>
            <pc:docMk/>
            <pc:sldMk cId="0" sldId="296"/>
            <ac:picMk id="4" creationId="{00000000-0000-0000-0000-000000000000}"/>
          </ac:picMkLst>
        </pc:picChg>
      </pc:sldChg>
      <pc:sldChg chg="del">
        <pc:chgData name="mukul maheshwari" userId="12cb43e2ca5f0d2c" providerId="LiveId" clId="{873DCC5F-CAD2-4861-B9F3-9A5323EF9EB2}" dt="2024-01-13T00:13:44.932" v="124" actId="47"/>
        <pc:sldMkLst>
          <pc:docMk/>
          <pc:sldMk cId="0" sldId="297"/>
        </pc:sldMkLst>
      </pc:sldChg>
      <pc:sldChg chg="modSp mod">
        <pc:chgData name="mukul maheshwari" userId="12cb43e2ca5f0d2c" providerId="LiveId" clId="{873DCC5F-CAD2-4861-B9F3-9A5323EF9EB2}" dt="2024-01-13T00:13:58.516" v="125" actId="14100"/>
        <pc:sldMkLst>
          <pc:docMk/>
          <pc:sldMk cId="0" sldId="298"/>
        </pc:sldMkLst>
        <pc:spChg chg="mod">
          <ac:chgData name="mukul maheshwari" userId="12cb43e2ca5f0d2c" providerId="LiveId" clId="{873DCC5F-CAD2-4861-B9F3-9A5323EF9EB2}" dt="2024-01-13T00:13:58.516" v="125" actId="14100"/>
          <ac:spMkLst>
            <pc:docMk/>
            <pc:sldMk cId="0" sldId="298"/>
            <ac:spMk id="2" creationId="{00000000-0000-0000-0000-000000000000}"/>
          </ac:spMkLst>
        </pc:spChg>
      </pc:sldChg>
      <pc:sldChg chg="addSp delSp modSp mod setBg">
        <pc:chgData name="mukul maheshwari" userId="12cb43e2ca5f0d2c" providerId="LiveId" clId="{873DCC5F-CAD2-4861-B9F3-9A5323EF9EB2}" dt="2024-01-13T00:17:10.998" v="183" actId="20577"/>
        <pc:sldMkLst>
          <pc:docMk/>
          <pc:sldMk cId="0" sldId="299"/>
        </pc:sldMkLst>
        <pc:spChg chg="mod">
          <ac:chgData name="mukul maheshwari" userId="12cb43e2ca5f0d2c" providerId="LiveId" clId="{873DCC5F-CAD2-4861-B9F3-9A5323EF9EB2}" dt="2024-01-13T00:15:59.833" v="141" actId="26606"/>
          <ac:spMkLst>
            <pc:docMk/>
            <pc:sldMk cId="0" sldId="299"/>
            <ac:spMk id="2" creationId="{00000000-0000-0000-0000-000000000000}"/>
          </ac:spMkLst>
        </pc:spChg>
        <pc:spChg chg="add del mod">
          <ac:chgData name="mukul maheshwari" userId="12cb43e2ca5f0d2c" providerId="LiveId" clId="{873DCC5F-CAD2-4861-B9F3-9A5323EF9EB2}" dt="2024-01-13T00:17:10.998" v="183" actId="20577"/>
          <ac:spMkLst>
            <pc:docMk/>
            <pc:sldMk cId="0" sldId="299"/>
            <ac:spMk id="3" creationId="{00000000-0000-0000-0000-000000000000}"/>
          </ac:spMkLst>
        </pc:spChg>
        <pc:spChg chg="add del">
          <ac:chgData name="mukul maheshwari" userId="12cb43e2ca5f0d2c" providerId="LiveId" clId="{873DCC5F-CAD2-4861-B9F3-9A5323EF9EB2}" dt="2024-01-13T00:15:53.487" v="139" actId="26606"/>
          <ac:spMkLst>
            <pc:docMk/>
            <pc:sldMk cId="0" sldId="299"/>
            <ac:spMk id="10" creationId="{E8A8EAB8-D2FF-444D-B34B-7D32F106AD0E}"/>
          </ac:spMkLst>
        </pc:spChg>
        <pc:spChg chg="add del">
          <ac:chgData name="mukul maheshwari" userId="12cb43e2ca5f0d2c" providerId="LiveId" clId="{873DCC5F-CAD2-4861-B9F3-9A5323EF9EB2}" dt="2024-01-13T00:15:59.833" v="141" actId="26606"/>
          <ac:spMkLst>
            <pc:docMk/>
            <pc:sldMk cId="0" sldId="299"/>
            <ac:spMk id="16" creationId="{3150CB11-0C61-439E-910F-5787759E72A0}"/>
          </ac:spMkLst>
        </pc:spChg>
        <pc:spChg chg="add del">
          <ac:chgData name="mukul maheshwari" userId="12cb43e2ca5f0d2c" providerId="LiveId" clId="{873DCC5F-CAD2-4861-B9F3-9A5323EF9EB2}" dt="2024-01-13T00:15:59.833" v="141" actId="26606"/>
          <ac:spMkLst>
            <pc:docMk/>
            <pc:sldMk cId="0" sldId="299"/>
            <ac:spMk id="17" creationId="{BACC6370-2D7E-4714-9D71-7542949D7D5D}"/>
          </ac:spMkLst>
        </pc:spChg>
        <pc:spChg chg="add del">
          <ac:chgData name="mukul maheshwari" userId="12cb43e2ca5f0d2c" providerId="LiveId" clId="{873DCC5F-CAD2-4861-B9F3-9A5323EF9EB2}" dt="2024-01-13T00:15:59.833" v="141" actId="26606"/>
          <ac:spMkLst>
            <pc:docMk/>
            <pc:sldMk cId="0" sldId="299"/>
            <ac:spMk id="18" creationId="{43F8A58B-5155-44CE-A5FF-7647B47D0A7A}"/>
          </ac:spMkLst>
        </pc:spChg>
        <pc:spChg chg="add del">
          <ac:chgData name="mukul maheshwari" userId="12cb43e2ca5f0d2c" providerId="LiveId" clId="{873DCC5F-CAD2-4861-B9F3-9A5323EF9EB2}" dt="2024-01-13T00:15:59.833" v="141" actId="26606"/>
          <ac:spMkLst>
            <pc:docMk/>
            <pc:sldMk cId="0" sldId="299"/>
            <ac:spMk id="19" creationId="{256B2C21-A230-48C0-8DF1-C46611373C44}"/>
          </ac:spMkLst>
        </pc:spChg>
        <pc:spChg chg="add del">
          <ac:chgData name="mukul maheshwari" userId="12cb43e2ca5f0d2c" providerId="LiveId" clId="{873DCC5F-CAD2-4861-B9F3-9A5323EF9EB2}" dt="2024-01-13T00:15:59.833" v="141" actId="26606"/>
          <ac:spMkLst>
            <pc:docMk/>
            <pc:sldMk cId="0" sldId="299"/>
            <ac:spMk id="20" creationId="{443F2ACA-E6D6-4028-82DD-F03C262D5DE6}"/>
          </ac:spMkLst>
        </pc:spChg>
        <pc:spChg chg="add del">
          <ac:chgData name="mukul maheshwari" userId="12cb43e2ca5f0d2c" providerId="LiveId" clId="{873DCC5F-CAD2-4861-B9F3-9A5323EF9EB2}" dt="2024-01-13T00:15:59.833" v="141" actId="26606"/>
          <ac:spMkLst>
            <pc:docMk/>
            <pc:sldMk cId="0" sldId="299"/>
            <ac:spMk id="21" creationId="{3847E18C-932D-4C95-AABA-FEC7C9499AD7}"/>
          </ac:spMkLst>
        </pc:spChg>
        <pc:graphicFrameChg chg="add del">
          <ac:chgData name="mukul maheshwari" userId="12cb43e2ca5f0d2c" providerId="LiveId" clId="{873DCC5F-CAD2-4861-B9F3-9A5323EF9EB2}" dt="2024-01-13T00:15:53.487" v="139" actId="26606"/>
          <ac:graphicFrameMkLst>
            <pc:docMk/>
            <pc:sldMk cId="0" sldId="299"/>
            <ac:graphicFrameMk id="6" creationId="{4FD9CFB6-CA50-D5D5-CD21-C3B674879905}"/>
          </ac:graphicFrameMkLst>
        </pc:graphicFrameChg>
        <pc:graphicFrameChg chg="add del">
          <ac:chgData name="mukul maheshwari" userId="12cb43e2ca5f0d2c" providerId="LiveId" clId="{873DCC5F-CAD2-4861-B9F3-9A5323EF9EB2}" dt="2024-01-13T00:15:59.833" v="141" actId="26606"/>
          <ac:graphicFrameMkLst>
            <pc:docMk/>
            <pc:sldMk cId="0" sldId="299"/>
            <ac:graphicFrameMk id="22" creationId="{E0079156-ECEC-62F6-0C45-4A4957137A7C}"/>
          </ac:graphicFrameMkLst>
        </pc:graphicFrameChg>
        <pc:cxnChg chg="add del">
          <ac:chgData name="mukul maheshwari" userId="12cb43e2ca5f0d2c" providerId="LiveId" clId="{873DCC5F-CAD2-4861-B9F3-9A5323EF9EB2}" dt="2024-01-13T00:15:53.487" v="139" actId="26606"/>
          <ac:cxnSpMkLst>
            <pc:docMk/>
            <pc:sldMk cId="0" sldId="299"/>
            <ac:cxnSpMk id="12" creationId="{067633D1-6EE6-4118-B9F0-B363477BEE7A}"/>
          </ac:cxnSpMkLst>
        </pc:cxnChg>
        <pc:cxnChg chg="add del">
          <ac:chgData name="mukul maheshwari" userId="12cb43e2ca5f0d2c" providerId="LiveId" clId="{873DCC5F-CAD2-4861-B9F3-9A5323EF9EB2}" dt="2024-01-13T00:15:53.487" v="139" actId="26606"/>
          <ac:cxnSpMkLst>
            <pc:docMk/>
            <pc:sldMk cId="0" sldId="299"/>
            <ac:cxnSpMk id="14" creationId="{4AD7FFC6-42A9-49CB-B5E9-B3F6B038331B}"/>
          </ac:cxnSpMkLst>
        </pc:cxnChg>
      </pc:sldChg>
      <pc:sldChg chg="modSp mod">
        <pc:chgData name="mukul maheshwari" userId="12cb43e2ca5f0d2c" providerId="LiveId" clId="{873DCC5F-CAD2-4861-B9F3-9A5323EF9EB2}" dt="2024-01-13T00:18:11.230" v="207" actId="15"/>
        <pc:sldMkLst>
          <pc:docMk/>
          <pc:sldMk cId="0" sldId="300"/>
        </pc:sldMkLst>
        <pc:spChg chg="mod">
          <ac:chgData name="mukul maheshwari" userId="12cb43e2ca5f0d2c" providerId="LiveId" clId="{873DCC5F-CAD2-4861-B9F3-9A5323EF9EB2}" dt="2024-01-13T00:15:24.914" v="135" actId="1076"/>
          <ac:spMkLst>
            <pc:docMk/>
            <pc:sldMk cId="0" sldId="300"/>
            <ac:spMk id="2" creationId="{00000000-0000-0000-0000-000000000000}"/>
          </ac:spMkLst>
        </pc:spChg>
        <pc:spChg chg="mod">
          <ac:chgData name="mukul maheshwari" userId="12cb43e2ca5f0d2c" providerId="LiveId" clId="{873DCC5F-CAD2-4861-B9F3-9A5323EF9EB2}" dt="2024-01-13T00:18:11.230" v="207" actId="15"/>
          <ac:spMkLst>
            <pc:docMk/>
            <pc:sldMk cId="0" sldId="300"/>
            <ac:spMk id="3" creationId="{00000000-0000-0000-0000-000000000000}"/>
          </ac:spMkLst>
        </pc:spChg>
      </pc:sldChg>
      <pc:sldChg chg="modSp new mod">
        <pc:chgData name="mukul maheshwari" userId="12cb43e2ca5f0d2c" providerId="LiveId" clId="{873DCC5F-CAD2-4861-B9F3-9A5323EF9EB2}" dt="2024-01-13T00:32:09.848" v="278" actId="20577"/>
        <pc:sldMkLst>
          <pc:docMk/>
          <pc:sldMk cId="3916093200" sldId="301"/>
        </pc:sldMkLst>
        <pc:spChg chg="mod">
          <ac:chgData name="mukul maheshwari" userId="12cb43e2ca5f0d2c" providerId="LiveId" clId="{873DCC5F-CAD2-4861-B9F3-9A5323EF9EB2}" dt="2024-01-13T00:29:27.102" v="212" actId="20577"/>
          <ac:spMkLst>
            <pc:docMk/>
            <pc:sldMk cId="3916093200" sldId="301"/>
            <ac:spMk id="2" creationId="{9BBB9A67-4E5A-92CC-BFA1-55277971ACBA}"/>
          </ac:spMkLst>
        </pc:spChg>
        <pc:spChg chg="mod">
          <ac:chgData name="mukul maheshwari" userId="12cb43e2ca5f0d2c" providerId="LiveId" clId="{873DCC5F-CAD2-4861-B9F3-9A5323EF9EB2}" dt="2024-01-13T00:32:09.848" v="278" actId="20577"/>
          <ac:spMkLst>
            <pc:docMk/>
            <pc:sldMk cId="3916093200" sldId="301"/>
            <ac:spMk id="3" creationId="{D124FB0C-7D65-BF27-3B82-7212B52D8C2D}"/>
          </ac:spMkLst>
        </pc:spChg>
      </pc:sldChg>
      <pc:sldChg chg="modSp new mod">
        <pc:chgData name="mukul maheshwari" userId="12cb43e2ca5f0d2c" providerId="LiveId" clId="{873DCC5F-CAD2-4861-B9F3-9A5323EF9EB2}" dt="2024-01-13T00:35:51.155" v="362" actId="20577"/>
        <pc:sldMkLst>
          <pc:docMk/>
          <pc:sldMk cId="507070701" sldId="302"/>
        </pc:sldMkLst>
        <pc:spChg chg="mod">
          <ac:chgData name="mukul maheshwari" userId="12cb43e2ca5f0d2c" providerId="LiveId" clId="{873DCC5F-CAD2-4861-B9F3-9A5323EF9EB2}" dt="2024-01-13T00:32:33.547" v="289" actId="20577"/>
          <ac:spMkLst>
            <pc:docMk/>
            <pc:sldMk cId="507070701" sldId="302"/>
            <ac:spMk id="2" creationId="{66FF15BC-D128-F41F-6391-C81B0E5B8C7A}"/>
          </ac:spMkLst>
        </pc:spChg>
        <pc:spChg chg="mod">
          <ac:chgData name="mukul maheshwari" userId="12cb43e2ca5f0d2c" providerId="LiveId" clId="{873DCC5F-CAD2-4861-B9F3-9A5323EF9EB2}" dt="2024-01-13T00:35:51.155" v="362" actId="20577"/>
          <ac:spMkLst>
            <pc:docMk/>
            <pc:sldMk cId="507070701" sldId="302"/>
            <ac:spMk id="3" creationId="{2902AA56-7C27-6692-B98F-28EE41585F41}"/>
          </ac:spMkLst>
        </pc:spChg>
      </pc:sldChg>
      <pc:sldChg chg="addSp delSp modSp new mod setBg">
        <pc:chgData name="mukul maheshwari" userId="12cb43e2ca5f0d2c" providerId="LiveId" clId="{873DCC5F-CAD2-4861-B9F3-9A5323EF9EB2}" dt="2024-01-13T00:42:12.317" v="792" actId="403"/>
        <pc:sldMkLst>
          <pc:docMk/>
          <pc:sldMk cId="4061329688" sldId="303"/>
        </pc:sldMkLst>
        <pc:spChg chg="mod">
          <ac:chgData name="mukul maheshwari" userId="12cb43e2ca5f0d2c" providerId="LiveId" clId="{873DCC5F-CAD2-4861-B9F3-9A5323EF9EB2}" dt="2024-01-13T00:42:05.258" v="789" actId="26606"/>
          <ac:spMkLst>
            <pc:docMk/>
            <pc:sldMk cId="4061329688" sldId="303"/>
            <ac:spMk id="2" creationId="{4F699891-AA9D-7FF4-8152-E92AD0B859C4}"/>
          </ac:spMkLst>
        </pc:spChg>
        <pc:spChg chg="mod">
          <ac:chgData name="mukul maheshwari" userId="12cb43e2ca5f0d2c" providerId="LiveId" clId="{873DCC5F-CAD2-4861-B9F3-9A5323EF9EB2}" dt="2024-01-13T00:42:12.317" v="792" actId="403"/>
          <ac:spMkLst>
            <pc:docMk/>
            <pc:sldMk cId="4061329688" sldId="303"/>
            <ac:spMk id="3" creationId="{CB6448ED-DB20-AD07-7184-1003072E3819}"/>
          </ac:spMkLst>
        </pc:spChg>
        <pc:spChg chg="add del">
          <ac:chgData name="mukul maheshwari" userId="12cb43e2ca5f0d2c" providerId="LiveId" clId="{873DCC5F-CAD2-4861-B9F3-9A5323EF9EB2}" dt="2024-01-13T00:42:05.258" v="789" actId="26606"/>
          <ac:spMkLst>
            <pc:docMk/>
            <pc:sldMk cId="4061329688" sldId="303"/>
            <ac:spMk id="10" creationId="{2B97F24A-32CE-4C1C-A50D-3016B394DCFB}"/>
          </ac:spMkLst>
        </pc:spChg>
        <pc:spChg chg="add del">
          <ac:chgData name="mukul maheshwari" userId="12cb43e2ca5f0d2c" providerId="LiveId" clId="{873DCC5F-CAD2-4861-B9F3-9A5323EF9EB2}" dt="2024-01-13T00:42:05.258" v="789" actId="26606"/>
          <ac:spMkLst>
            <pc:docMk/>
            <pc:sldMk cId="4061329688" sldId="303"/>
            <ac:spMk id="12" creationId="{CD8B4F24-440B-49E9-B85D-733523DC064B}"/>
          </ac:spMkLst>
        </pc:spChg>
        <pc:spChg chg="add">
          <ac:chgData name="mukul maheshwari" userId="12cb43e2ca5f0d2c" providerId="LiveId" clId="{873DCC5F-CAD2-4861-B9F3-9A5323EF9EB2}" dt="2024-01-13T00:42:05.258" v="789" actId="26606"/>
          <ac:spMkLst>
            <pc:docMk/>
            <pc:sldMk cId="4061329688" sldId="303"/>
            <ac:spMk id="17" creationId="{0B9EE3F3-89B7-43C3-8651-C4C96830993D}"/>
          </ac:spMkLst>
        </pc:spChg>
        <pc:spChg chg="add">
          <ac:chgData name="mukul maheshwari" userId="12cb43e2ca5f0d2c" providerId="LiveId" clId="{873DCC5F-CAD2-4861-B9F3-9A5323EF9EB2}" dt="2024-01-13T00:42:05.258" v="789" actId="26606"/>
          <ac:spMkLst>
            <pc:docMk/>
            <pc:sldMk cId="4061329688" sldId="303"/>
            <ac:spMk id="19" creationId="{33AE4636-AEEC-45D6-84D4-7AC2DA48ECF8}"/>
          </ac:spMkLst>
        </pc:spChg>
        <pc:spChg chg="add">
          <ac:chgData name="mukul maheshwari" userId="12cb43e2ca5f0d2c" providerId="LiveId" clId="{873DCC5F-CAD2-4861-B9F3-9A5323EF9EB2}" dt="2024-01-13T00:42:05.258" v="789" actId="26606"/>
          <ac:spMkLst>
            <pc:docMk/>
            <pc:sldMk cId="4061329688" sldId="303"/>
            <ac:spMk id="21" creationId="{8D9CE0F4-2EB2-4F1F-8AAC-DB3571D9FE10}"/>
          </ac:spMkLst>
        </pc:spChg>
        <pc:picChg chg="add mod">
          <ac:chgData name="mukul maheshwari" userId="12cb43e2ca5f0d2c" providerId="LiveId" clId="{873DCC5F-CAD2-4861-B9F3-9A5323EF9EB2}" dt="2024-01-13T00:42:05.258" v="789" actId="26606"/>
          <ac:picMkLst>
            <pc:docMk/>
            <pc:sldMk cId="4061329688" sldId="303"/>
            <ac:picMk id="5" creationId="{D0A974E1-1E54-1FEB-C9C0-1947939422B0}"/>
          </ac:picMkLst>
        </pc:picChg>
      </pc:sldChg>
      <pc:sldChg chg="addSp modSp new mod setBg">
        <pc:chgData name="mukul maheshwari" userId="12cb43e2ca5f0d2c" providerId="LiveId" clId="{873DCC5F-CAD2-4861-B9F3-9A5323EF9EB2}" dt="2024-01-13T00:43:25.736" v="816" actId="26606"/>
        <pc:sldMkLst>
          <pc:docMk/>
          <pc:sldMk cId="623820839" sldId="304"/>
        </pc:sldMkLst>
        <pc:spChg chg="mod">
          <ac:chgData name="mukul maheshwari" userId="12cb43e2ca5f0d2c" providerId="LiveId" clId="{873DCC5F-CAD2-4861-B9F3-9A5323EF9EB2}" dt="2024-01-13T00:43:25.736" v="816" actId="26606"/>
          <ac:spMkLst>
            <pc:docMk/>
            <pc:sldMk cId="623820839" sldId="304"/>
            <ac:spMk id="2" creationId="{B0BBC51A-BC74-BBCF-E2DE-CAB1DA3B3E88}"/>
          </ac:spMkLst>
        </pc:spChg>
        <pc:spChg chg="mod">
          <ac:chgData name="mukul maheshwari" userId="12cb43e2ca5f0d2c" providerId="LiveId" clId="{873DCC5F-CAD2-4861-B9F3-9A5323EF9EB2}" dt="2024-01-13T00:43:25.736" v="816" actId="26606"/>
          <ac:spMkLst>
            <pc:docMk/>
            <pc:sldMk cId="623820839" sldId="304"/>
            <ac:spMk id="3" creationId="{085093E8-EF11-0A03-9926-C2B65C6DD913}"/>
          </ac:spMkLst>
        </pc:spChg>
        <pc:spChg chg="add">
          <ac:chgData name="mukul maheshwari" userId="12cb43e2ca5f0d2c" providerId="LiveId" clId="{873DCC5F-CAD2-4861-B9F3-9A5323EF9EB2}" dt="2024-01-13T00:43:25.736" v="816" actId="26606"/>
          <ac:spMkLst>
            <pc:docMk/>
            <pc:sldMk cId="623820839" sldId="304"/>
            <ac:spMk id="10" creationId="{0B9EE3F3-89B7-43C3-8651-C4C96830993D}"/>
          </ac:spMkLst>
        </pc:spChg>
        <pc:spChg chg="add">
          <ac:chgData name="mukul maheshwari" userId="12cb43e2ca5f0d2c" providerId="LiveId" clId="{873DCC5F-CAD2-4861-B9F3-9A5323EF9EB2}" dt="2024-01-13T00:43:25.736" v="816" actId="26606"/>
          <ac:spMkLst>
            <pc:docMk/>
            <pc:sldMk cId="623820839" sldId="304"/>
            <ac:spMk id="12" creationId="{33AE4636-AEEC-45D6-84D4-7AC2DA48ECF8}"/>
          </ac:spMkLst>
        </pc:spChg>
        <pc:spChg chg="add">
          <ac:chgData name="mukul maheshwari" userId="12cb43e2ca5f0d2c" providerId="LiveId" clId="{873DCC5F-CAD2-4861-B9F3-9A5323EF9EB2}" dt="2024-01-13T00:43:25.736" v="816" actId="26606"/>
          <ac:spMkLst>
            <pc:docMk/>
            <pc:sldMk cId="623820839" sldId="304"/>
            <ac:spMk id="14" creationId="{8D9CE0F4-2EB2-4F1F-8AAC-DB3571D9FE10}"/>
          </ac:spMkLst>
        </pc:spChg>
        <pc:picChg chg="add mod">
          <ac:chgData name="mukul maheshwari" userId="12cb43e2ca5f0d2c" providerId="LiveId" clId="{873DCC5F-CAD2-4861-B9F3-9A5323EF9EB2}" dt="2024-01-13T00:43:25.736" v="816" actId="26606"/>
          <ac:picMkLst>
            <pc:docMk/>
            <pc:sldMk cId="623820839" sldId="304"/>
            <ac:picMk id="5" creationId="{A41F5D74-CAEC-FF37-55AB-477006EDDFB6}"/>
          </ac:picMkLst>
        </pc:picChg>
      </pc:sldChg>
      <pc:sldChg chg="addSp delSp modSp new mod setBg modAnim">
        <pc:chgData name="mukul maheshwari" userId="12cb43e2ca5f0d2c" providerId="LiveId" clId="{873DCC5F-CAD2-4861-B9F3-9A5323EF9EB2}" dt="2024-01-13T00:48:27.003" v="841"/>
        <pc:sldMkLst>
          <pc:docMk/>
          <pc:sldMk cId="2061663562" sldId="305"/>
        </pc:sldMkLst>
        <pc:spChg chg="mod ord">
          <ac:chgData name="mukul maheshwari" userId="12cb43e2ca5f0d2c" providerId="LiveId" clId="{873DCC5F-CAD2-4861-B9F3-9A5323EF9EB2}" dt="2024-01-13T00:48:21.381" v="840" actId="207"/>
          <ac:spMkLst>
            <pc:docMk/>
            <pc:sldMk cId="2061663562" sldId="305"/>
            <ac:spMk id="2" creationId="{873D37B8-59EF-0D22-8A5D-EEF76162D039}"/>
          </ac:spMkLst>
        </pc:spChg>
        <pc:spChg chg="del">
          <ac:chgData name="mukul maheshwari" userId="12cb43e2ca5f0d2c" providerId="LiveId" clId="{873DCC5F-CAD2-4861-B9F3-9A5323EF9EB2}" dt="2024-01-13T00:45:24.982" v="822" actId="26606"/>
          <ac:spMkLst>
            <pc:docMk/>
            <pc:sldMk cId="2061663562" sldId="305"/>
            <ac:spMk id="3" creationId="{7CFB3423-205E-06C8-496D-6781EB05A3F5}"/>
          </ac:spMkLst>
        </pc:spChg>
        <pc:spChg chg="add">
          <ac:chgData name="mukul maheshwari" userId="12cb43e2ca5f0d2c" providerId="LiveId" clId="{873DCC5F-CAD2-4861-B9F3-9A5323EF9EB2}" dt="2024-01-13T00:45:24.982" v="822" actId="26606"/>
          <ac:spMkLst>
            <pc:docMk/>
            <pc:sldMk cId="2061663562" sldId="305"/>
            <ac:spMk id="10" creationId="{37C89E4B-3C9F-44B9-8B86-D9E3D112D8EC}"/>
          </ac:spMkLst>
        </pc:spChg>
        <pc:picChg chg="add mod ord modCrop">
          <ac:chgData name="mukul maheshwari" userId="12cb43e2ca5f0d2c" providerId="LiveId" clId="{873DCC5F-CAD2-4861-B9F3-9A5323EF9EB2}" dt="2024-01-13T00:48:06.620" v="838" actId="1076"/>
          <ac:picMkLst>
            <pc:docMk/>
            <pc:sldMk cId="2061663562" sldId="305"/>
            <ac:picMk id="5" creationId="{C8A25585-E55B-F66D-70F0-8F8128EB0ED7}"/>
          </ac:picMkLst>
        </pc:picChg>
        <pc:cxnChg chg="add">
          <ac:chgData name="mukul maheshwari" userId="12cb43e2ca5f0d2c" providerId="LiveId" clId="{873DCC5F-CAD2-4861-B9F3-9A5323EF9EB2}" dt="2024-01-13T00:45:24.982" v="822" actId="26606"/>
          <ac:cxnSpMkLst>
            <pc:docMk/>
            <pc:sldMk cId="2061663562" sldId="305"/>
            <ac:cxnSpMk id="12" creationId="{AA2EAA10-076F-46BD-8F0F-B9A2FB77A85C}"/>
          </ac:cxnSpMkLst>
        </pc:cxnChg>
        <pc:cxnChg chg="add">
          <ac:chgData name="mukul maheshwari" userId="12cb43e2ca5f0d2c" providerId="LiveId" clId="{873DCC5F-CAD2-4861-B9F3-9A5323EF9EB2}" dt="2024-01-13T00:45:24.982" v="822" actId="26606"/>
          <ac:cxnSpMkLst>
            <pc:docMk/>
            <pc:sldMk cId="2061663562" sldId="305"/>
            <ac:cxnSpMk id="14" creationId="{D891E407-403B-4764-86C9-33A56D3BCAA3}"/>
          </ac:cxnSpMkLst>
        </pc:cxnChg>
      </pc:sldChg>
      <pc:sldChg chg="addSp delSp modSp new mod setBg">
        <pc:chgData name="mukul maheshwari" userId="12cb43e2ca5f0d2c" providerId="LiveId" clId="{873DCC5F-CAD2-4861-B9F3-9A5323EF9EB2}" dt="2024-01-13T00:49:51.782" v="864" actId="26606"/>
        <pc:sldMkLst>
          <pc:docMk/>
          <pc:sldMk cId="1103291339" sldId="306"/>
        </pc:sldMkLst>
        <pc:spChg chg="mod">
          <ac:chgData name="mukul maheshwari" userId="12cb43e2ca5f0d2c" providerId="LiveId" clId="{873DCC5F-CAD2-4861-B9F3-9A5323EF9EB2}" dt="2024-01-13T00:49:51.782" v="864" actId="26606"/>
          <ac:spMkLst>
            <pc:docMk/>
            <pc:sldMk cId="1103291339" sldId="306"/>
            <ac:spMk id="2" creationId="{E22E85DA-381A-50DF-1F25-159B1DD51B23}"/>
          </ac:spMkLst>
        </pc:spChg>
        <pc:spChg chg="del">
          <ac:chgData name="mukul maheshwari" userId="12cb43e2ca5f0d2c" providerId="LiveId" clId="{873DCC5F-CAD2-4861-B9F3-9A5323EF9EB2}" dt="2024-01-13T00:49:43.428" v="862" actId="478"/>
          <ac:spMkLst>
            <pc:docMk/>
            <pc:sldMk cId="1103291339" sldId="306"/>
            <ac:spMk id="3" creationId="{1C1D163F-1171-C938-0470-8FDB1CEF3B0E}"/>
          </ac:spMkLst>
        </pc:spChg>
        <pc:spChg chg="add">
          <ac:chgData name="mukul maheshwari" userId="12cb43e2ca5f0d2c" providerId="LiveId" clId="{873DCC5F-CAD2-4861-B9F3-9A5323EF9EB2}" dt="2024-01-13T00:49:51.782" v="864" actId="26606"/>
          <ac:spMkLst>
            <pc:docMk/>
            <pc:sldMk cId="1103291339" sldId="306"/>
            <ac:spMk id="10" creationId="{47942995-B07F-4636-9A06-C6A104B260A8}"/>
          </ac:spMkLst>
        </pc:spChg>
        <pc:spChg chg="add">
          <ac:chgData name="mukul maheshwari" userId="12cb43e2ca5f0d2c" providerId="LiveId" clId="{873DCC5F-CAD2-4861-B9F3-9A5323EF9EB2}" dt="2024-01-13T00:49:51.782" v="864" actId="26606"/>
          <ac:spMkLst>
            <pc:docMk/>
            <pc:sldMk cId="1103291339" sldId="306"/>
            <ac:spMk id="17" creationId="{B81933D1-5615-42C7-9C0B-4EB7105CCE2D}"/>
          </ac:spMkLst>
        </pc:spChg>
        <pc:spChg chg="add">
          <ac:chgData name="mukul maheshwari" userId="12cb43e2ca5f0d2c" providerId="LiveId" clId="{873DCC5F-CAD2-4861-B9F3-9A5323EF9EB2}" dt="2024-01-13T00:49:51.782" v="864" actId="26606"/>
          <ac:spMkLst>
            <pc:docMk/>
            <pc:sldMk cId="1103291339" sldId="306"/>
            <ac:spMk id="19" creationId="{19C9EAEA-39D0-4B0E-A0EB-51E7B26740B1}"/>
          </ac:spMkLst>
        </pc:spChg>
        <pc:grpChg chg="add">
          <ac:chgData name="mukul maheshwari" userId="12cb43e2ca5f0d2c" providerId="LiveId" clId="{873DCC5F-CAD2-4861-B9F3-9A5323EF9EB2}" dt="2024-01-13T00:49:51.782" v="864" actId="26606"/>
          <ac:grpSpMkLst>
            <pc:docMk/>
            <pc:sldMk cId="1103291339" sldId="306"/>
            <ac:grpSpMk id="12" creationId="{032D8612-31EB-44CF-A1D0-14FD4C705424}"/>
          </ac:grpSpMkLst>
        </pc:grpChg>
        <pc:picChg chg="add mod">
          <ac:chgData name="mukul maheshwari" userId="12cb43e2ca5f0d2c" providerId="LiveId" clId="{873DCC5F-CAD2-4861-B9F3-9A5323EF9EB2}" dt="2024-01-13T00:49:51.782" v="864" actId="26606"/>
          <ac:picMkLst>
            <pc:docMk/>
            <pc:sldMk cId="1103291339" sldId="306"/>
            <ac:picMk id="5" creationId="{269EFB40-92A6-F638-43EC-E5ACA70BA74F}"/>
          </ac:picMkLst>
        </pc:picChg>
      </pc:sldChg>
      <pc:sldChg chg="modSp new mod">
        <pc:chgData name="mukul maheshwari" userId="12cb43e2ca5f0d2c" providerId="LiveId" clId="{873DCC5F-CAD2-4861-B9F3-9A5323EF9EB2}" dt="2024-01-13T00:51:56.974" v="956" actId="20577"/>
        <pc:sldMkLst>
          <pc:docMk/>
          <pc:sldMk cId="68557666" sldId="307"/>
        </pc:sldMkLst>
        <pc:spChg chg="mod">
          <ac:chgData name="mukul maheshwari" userId="12cb43e2ca5f0d2c" providerId="LiveId" clId="{873DCC5F-CAD2-4861-B9F3-9A5323EF9EB2}" dt="2024-01-13T00:50:02.348" v="878" actId="20577"/>
          <ac:spMkLst>
            <pc:docMk/>
            <pc:sldMk cId="68557666" sldId="307"/>
            <ac:spMk id="2" creationId="{CCB487AC-4379-4FAB-513E-5FCF62A1409C}"/>
          </ac:spMkLst>
        </pc:spChg>
        <pc:spChg chg="mod">
          <ac:chgData name="mukul maheshwari" userId="12cb43e2ca5f0d2c" providerId="LiveId" clId="{873DCC5F-CAD2-4861-B9F3-9A5323EF9EB2}" dt="2024-01-13T00:51:56.974" v="956" actId="20577"/>
          <ac:spMkLst>
            <pc:docMk/>
            <pc:sldMk cId="68557666" sldId="307"/>
            <ac:spMk id="3" creationId="{AD4FFF9E-DE38-7F45-1246-387ACC63C3E7}"/>
          </ac:spMkLst>
        </pc:spChg>
      </pc:sldChg>
      <pc:sldChg chg="modSp new mod">
        <pc:chgData name="mukul maheshwari" userId="12cb43e2ca5f0d2c" providerId="LiveId" clId="{873DCC5F-CAD2-4861-B9F3-9A5323EF9EB2}" dt="2024-01-13T00:58:36.442" v="1145" actId="20577"/>
        <pc:sldMkLst>
          <pc:docMk/>
          <pc:sldMk cId="2505429598" sldId="308"/>
        </pc:sldMkLst>
        <pc:spChg chg="mod">
          <ac:chgData name="mukul maheshwari" userId="12cb43e2ca5f0d2c" providerId="LiveId" clId="{873DCC5F-CAD2-4861-B9F3-9A5323EF9EB2}" dt="2024-01-13T00:53:21.285" v="967" actId="20577"/>
          <ac:spMkLst>
            <pc:docMk/>
            <pc:sldMk cId="2505429598" sldId="308"/>
            <ac:spMk id="2" creationId="{0153117E-9704-8FA0-CD9D-50E02AED26A6}"/>
          </ac:spMkLst>
        </pc:spChg>
        <pc:spChg chg="mod">
          <ac:chgData name="mukul maheshwari" userId="12cb43e2ca5f0d2c" providerId="LiveId" clId="{873DCC5F-CAD2-4861-B9F3-9A5323EF9EB2}" dt="2024-01-13T00:58:36.442" v="1145" actId="20577"/>
          <ac:spMkLst>
            <pc:docMk/>
            <pc:sldMk cId="2505429598" sldId="308"/>
            <ac:spMk id="3" creationId="{3402F95F-E5EA-2762-7086-15949A073992}"/>
          </ac:spMkLst>
        </pc:spChg>
      </pc:sldChg>
      <pc:sldChg chg="modSp new mod">
        <pc:chgData name="mukul maheshwari" userId="12cb43e2ca5f0d2c" providerId="LiveId" clId="{873DCC5F-CAD2-4861-B9F3-9A5323EF9EB2}" dt="2024-01-13T01:01:02.653" v="1269" actId="27636"/>
        <pc:sldMkLst>
          <pc:docMk/>
          <pc:sldMk cId="2710932686" sldId="309"/>
        </pc:sldMkLst>
        <pc:spChg chg="mod">
          <ac:chgData name="mukul maheshwari" userId="12cb43e2ca5f0d2c" providerId="LiveId" clId="{873DCC5F-CAD2-4861-B9F3-9A5323EF9EB2}" dt="2024-01-13T00:58:45.257" v="1158" actId="20577"/>
          <ac:spMkLst>
            <pc:docMk/>
            <pc:sldMk cId="2710932686" sldId="309"/>
            <ac:spMk id="2" creationId="{3945B7F2-D7E3-68E2-13CB-04A1AA8CBEC6}"/>
          </ac:spMkLst>
        </pc:spChg>
        <pc:spChg chg="mod">
          <ac:chgData name="mukul maheshwari" userId="12cb43e2ca5f0d2c" providerId="LiveId" clId="{873DCC5F-CAD2-4861-B9F3-9A5323EF9EB2}" dt="2024-01-13T01:01:02.653" v="1269" actId="27636"/>
          <ac:spMkLst>
            <pc:docMk/>
            <pc:sldMk cId="2710932686" sldId="309"/>
            <ac:spMk id="3" creationId="{C85C52E9-A027-9EA5-8509-DD9E70FB4F45}"/>
          </ac:spMkLst>
        </pc:spChg>
      </pc:sldChg>
      <pc:sldChg chg="modSp new mod">
        <pc:chgData name="mukul maheshwari" userId="12cb43e2ca5f0d2c" providerId="LiveId" clId="{873DCC5F-CAD2-4861-B9F3-9A5323EF9EB2}" dt="2024-01-13T01:05:13.614" v="1365" actId="27636"/>
        <pc:sldMkLst>
          <pc:docMk/>
          <pc:sldMk cId="39847969" sldId="310"/>
        </pc:sldMkLst>
        <pc:spChg chg="mod">
          <ac:chgData name="mukul maheshwari" userId="12cb43e2ca5f0d2c" providerId="LiveId" clId="{873DCC5F-CAD2-4861-B9F3-9A5323EF9EB2}" dt="2024-01-13T01:01:28.193" v="1293" actId="20577"/>
          <ac:spMkLst>
            <pc:docMk/>
            <pc:sldMk cId="39847969" sldId="310"/>
            <ac:spMk id="2" creationId="{AFBB9E2B-1907-82CA-74E4-681D0AF14CC0}"/>
          </ac:spMkLst>
        </pc:spChg>
        <pc:spChg chg="mod">
          <ac:chgData name="mukul maheshwari" userId="12cb43e2ca5f0d2c" providerId="LiveId" clId="{873DCC5F-CAD2-4861-B9F3-9A5323EF9EB2}" dt="2024-01-13T01:05:13.614" v="1365" actId="27636"/>
          <ac:spMkLst>
            <pc:docMk/>
            <pc:sldMk cId="39847969" sldId="310"/>
            <ac:spMk id="3" creationId="{B52E49E4-4AE4-D1BB-7BC6-6759A6201150}"/>
          </ac:spMkLst>
        </pc:spChg>
      </pc:sldChg>
      <pc:sldChg chg="modSp new mod">
        <pc:chgData name="mukul maheshwari" userId="12cb43e2ca5f0d2c" providerId="LiveId" clId="{873DCC5F-CAD2-4861-B9F3-9A5323EF9EB2}" dt="2024-01-13T01:11:34.189" v="1928" actId="20577"/>
        <pc:sldMkLst>
          <pc:docMk/>
          <pc:sldMk cId="1657503662" sldId="311"/>
        </pc:sldMkLst>
        <pc:spChg chg="mod">
          <ac:chgData name="mukul maheshwari" userId="12cb43e2ca5f0d2c" providerId="LiveId" clId="{873DCC5F-CAD2-4861-B9F3-9A5323EF9EB2}" dt="2024-01-13T01:05:40.493" v="1381" actId="313"/>
          <ac:spMkLst>
            <pc:docMk/>
            <pc:sldMk cId="1657503662" sldId="311"/>
            <ac:spMk id="2" creationId="{BE41AA75-22C4-EAD1-8BCA-06EF9AB912E7}"/>
          </ac:spMkLst>
        </pc:spChg>
        <pc:spChg chg="mod">
          <ac:chgData name="mukul maheshwari" userId="12cb43e2ca5f0d2c" providerId="LiveId" clId="{873DCC5F-CAD2-4861-B9F3-9A5323EF9EB2}" dt="2024-01-13T01:11:34.189" v="1928" actId="20577"/>
          <ac:spMkLst>
            <pc:docMk/>
            <pc:sldMk cId="1657503662" sldId="311"/>
            <ac:spMk id="3" creationId="{601E029F-BB81-9462-A9A8-6B15E559BAC9}"/>
          </ac:spMkLst>
        </pc:spChg>
      </pc:sldChg>
      <pc:sldChg chg="modSp new mod">
        <pc:chgData name="mukul maheshwari" userId="12cb43e2ca5f0d2c" providerId="LiveId" clId="{873DCC5F-CAD2-4861-B9F3-9A5323EF9EB2}" dt="2024-01-13T01:15:21.810" v="2022" actId="20577"/>
        <pc:sldMkLst>
          <pc:docMk/>
          <pc:sldMk cId="1354619076" sldId="312"/>
        </pc:sldMkLst>
        <pc:spChg chg="mod">
          <ac:chgData name="mukul maheshwari" userId="12cb43e2ca5f0d2c" providerId="LiveId" clId="{873DCC5F-CAD2-4861-B9F3-9A5323EF9EB2}" dt="2024-01-13T01:12:50.672" v="1944" actId="20577"/>
          <ac:spMkLst>
            <pc:docMk/>
            <pc:sldMk cId="1354619076" sldId="312"/>
            <ac:spMk id="2" creationId="{E9102370-E765-95B2-84BC-8E0762241FD6}"/>
          </ac:spMkLst>
        </pc:spChg>
        <pc:spChg chg="mod">
          <ac:chgData name="mukul maheshwari" userId="12cb43e2ca5f0d2c" providerId="LiveId" clId="{873DCC5F-CAD2-4861-B9F3-9A5323EF9EB2}" dt="2024-01-13T01:15:21.810" v="2022" actId="20577"/>
          <ac:spMkLst>
            <pc:docMk/>
            <pc:sldMk cId="1354619076" sldId="312"/>
            <ac:spMk id="3" creationId="{421AC260-7606-F07E-B7F6-F28947C6E355}"/>
          </ac:spMkLst>
        </pc:spChg>
      </pc:sldChg>
      <pc:sldChg chg="addSp delSp modSp new mod setBg">
        <pc:chgData name="mukul maheshwari" userId="12cb43e2ca5f0d2c" providerId="LiveId" clId="{873DCC5F-CAD2-4861-B9F3-9A5323EF9EB2}" dt="2024-01-13T01:16:25.253" v="2036" actId="26606"/>
        <pc:sldMkLst>
          <pc:docMk/>
          <pc:sldMk cId="660773307" sldId="313"/>
        </pc:sldMkLst>
        <pc:spChg chg="mod">
          <ac:chgData name="mukul maheshwari" userId="12cb43e2ca5f0d2c" providerId="LiveId" clId="{873DCC5F-CAD2-4861-B9F3-9A5323EF9EB2}" dt="2024-01-13T01:16:25.253" v="2036" actId="26606"/>
          <ac:spMkLst>
            <pc:docMk/>
            <pc:sldMk cId="660773307" sldId="313"/>
            <ac:spMk id="2" creationId="{77F38F52-2C83-BB46-E944-E1A0BFBD7952}"/>
          </ac:spMkLst>
        </pc:spChg>
        <pc:spChg chg="add del">
          <ac:chgData name="mukul maheshwari" userId="12cb43e2ca5f0d2c" providerId="LiveId" clId="{873DCC5F-CAD2-4861-B9F3-9A5323EF9EB2}" dt="2024-01-13T01:16:25.253" v="2036" actId="26606"/>
          <ac:spMkLst>
            <pc:docMk/>
            <pc:sldMk cId="660773307" sldId="313"/>
            <ac:spMk id="3" creationId="{A2222293-4E16-FD69-3CF3-24FDB196F4C3}"/>
          </ac:spMkLst>
        </pc:spChg>
        <pc:spChg chg="add">
          <ac:chgData name="mukul maheshwari" userId="12cb43e2ca5f0d2c" providerId="LiveId" clId="{873DCC5F-CAD2-4861-B9F3-9A5323EF9EB2}" dt="2024-01-13T01:16:25.253" v="2036" actId="26606"/>
          <ac:spMkLst>
            <pc:docMk/>
            <pc:sldMk cId="660773307" sldId="313"/>
            <ac:spMk id="6" creationId="{4D4677D2-D5AC-4CF9-9EED-2B89D0A1C212}"/>
          </ac:spMkLst>
        </pc:spChg>
        <pc:spChg chg="add">
          <ac:chgData name="mukul maheshwari" userId="12cb43e2ca5f0d2c" providerId="LiveId" clId="{873DCC5F-CAD2-4861-B9F3-9A5323EF9EB2}" dt="2024-01-13T01:16:25.253" v="2036" actId="26606"/>
          <ac:spMkLst>
            <pc:docMk/>
            <pc:sldMk cId="660773307" sldId="313"/>
            <ac:spMk id="8" creationId="{C6D54F7E-825A-4BBA-815F-35CCA8B97786}"/>
          </ac:spMkLst>
        </pc:spChg>
        <pc:spChg chg="add del">
          <ac:chgData name="mukul maheshwari" userId="12cb43e2ca5f0d2c" providerId="LiveId" clId="{873DCC5F-CAD2-4861-B9F3-9A5323EF9EB2}" dt="2024-01-13T01:16:13.218" v="2035" actId="26606"/>
          <ac:spMkLst>
            <pc:docMk/>
            <pc:sldMk cId="660773307" sldId="313"/>
            <ac:spMk id="9" creationId="{37C89E4B-3C9F-44B9-8B86-D9E3D112D8EC}"/>
          </ac:spMkLst>
        </pc:spChg>
        <pc:spChg chg="add del">
          <ac:chgData name="mukul maheshwari" userId="12cb43e2ca5f0d2c" providerId="LiveId" clId="{873DCC5F-CAD2-4861-B9F3-9A5323EF9EB2}" dt="2024-01-13T01:15:58.853" v="2031" actId="26606"/>
          <ac:spMkLst>
            <pc:docMk/>
            <pc:sldMk cId="660773307" sldId="313"/>
            <ac:spMk id="10" creationId="{47942995-B07F-4636-9A06-C6A104B260A8}"/>
          </ac:spMkLst>
        </pc:spChg>
        <pc:spChg chg="add del">
          <ac:chgData name="mukul maheshwari" userId="12cb43e2ca5f0d2c" providerId="LiveId" clId="{873DCC5F-CAD2-4861-B9F3-9A5323EF9EB2}" dt="2024-01-13T01:15:58.853" v="2031" actId="26606"/>
          <ac:spMkLst>
            <pc:docMk/>
            <pc:sldMk cId="660773307" sldId="313"/>
            <ac:spMk id="17" creationId="{B81933D1-5615-42C7-9C0B-4EB7105CCE2D}"/>
          </ac:spMkLst>
        </pc:spChg>
        <pc:spChg chg="add del">
          <ac:chgData name="mukul maheshwari" userId="12cb43e2ca5f0d2c" providerId="LiveId" clId="{873DCC5F-CAD2-4861-B9F3-9A5323EF9EB2}" dt="2024-01-13T01:15:58.853" v="2031" actId="26606"/>
          <ac:spMkLst>
            <pc:docMk/>
            <pc:sldMk cId="660773307" sldId="313"/>
            <ac:spMk id="19" creationId="{19C9EAEA-39D0-4B0E-A0EB-51E7B26740B1}"/>
          </ac:spMkLst>
        </pc:spChg>
        <pc:spChg chg="add del">
          <ac:chgData name="mukul maheshwari" userId="12cb43e2ca5f0d2c" providerId="LiveId" clId="{873DCC5F-CAD2-4861-B9F3-9A5323EF9EB2}" dt="2024-01-13T01:16:12.796" v="2034" actId="26606"/>
          <ac:spMkLst>
            <pc:docMk/>
            <pc:sldMk cId="660773307" sldId="313"/>
            <ac:spMk id="26" creationId="{347D6575-0B06-40B2-9D0F-298202F6BCAC}"/>
          </ac:spMkLst>
        </pc:spChg>
        <pc:spChg chg="add del">
          <ac:chgData name="mukul maheshwari" userId="12cb43e2ca5f0d2c" providerId="LiveId" clId="{873DCC5F-CAD2-4861-B9F3-9A5323EF9EB2}" dt="2024-01-13T01:16:12.796" v="2034" actId="26606"/>
          <ac:spMkLst>
            <pc:docMk/>
            <pc:sldMk cId="660773307" sldId="313"/>
            <ac:spMk id="28" creationId="{E2B33195-5BCA-4BB7-A82D-6739522687DD}"/>
          </ac:spMkLst>
        </pc:spChg>
        <pc:spChg chg="add del">
          <ac:chgData name="mukul maheshwari" userId="12cb43e2ca5f0d2c" providerId="LiveId" clId="{873DCC5F-CAD2-4861-B9F3-9A5323EF9EB2}" dt="2024-01-13T01:16:12.796" v="2034" actId="26606"/>
          <ac:spMkLst>
            <pc:docMk/>
            <pc:sldMk cId="660773307" sldId="313"/>
            <ac:spMk id="30" creationId="{CF8AD9F3-9AF6-494F-83A3-2F677563935C}"/>
          </ac:spMkLst>
        </pc:spChg>
        <pc:spChg chg="add del">
          <ac:chgData name="mukul maheshwari" userId="12cb43e2ca5f0d2c" providerId="LiveId" clId="{873DCC5F-CAD2-4861-B9F3-9A5323EF9EB2}" dt="2024-01-13T01:16:12.796" v="2034" actId="26606"/>
          <ac:spMkLst>
            <pc:docMk/>
            <pc:sldMk cId="660773307" sldId="313"/>
            <ac:spMk id="32" creationId="{0DA5DB8B-7E5C-4ABC-8069-A9A8806F3976}"/>
          </ac:spMkLst>
        </pc:spChg>
        <pc:grpChg chg="add del">
          <ac:chgData name="mukul maheshwari" userId="12cb43e2ca5f0d2c" providerId="LiveId" clId="{873DCC5F-CAD2-4861-B9F3-9A5323EF9EB2}" dt="2024-01-13T01:15:58.853" v="2031" actId="26606"/>
          <ac:grpSpMkLst>
            <pc:docMk/>
            <pc:sldMk cId="660773307" sldId="313"/>
            <ac:grpSpMk id="12" creationId="{032D8612-31EB-44CF-A1D0-14FD4C705424}"/>
          </ac:grpSpMkLst>
        </pc:grpChg>
        <pc:picChg chg="add del mod ord">
          <ac:chgData name="mukul maheshwari" userId="12cb43e2ca5f0d2c" providerId="LiveId" clId="{873DCC5F-CAD2-4861-B9F3-9A5323EF9EB2}" dt="2024-01-13T01:16:13.218" v="2035" actId="26606"/>
          <ac:picMkLst>
            <pc:docMk/>
            <pc:sldMk cId="660773307" sldId="313"/>
            <ac:picMk id="5" creationId="{CC169FA9-5231-E571-6855-3F06DF3B25A0}"/>
          </ac:picMkLst>
        </pc:picChg>
        <pc:picChg chg="add del">
          <ac:chgData name="mukul maheshwari" userId="12cb43e2ca5f0d2c" providerId="LiveId" clId="{873DCC5F-CAD2-4861-B9F3-9A5323EF9EB2}" dt="2024-01-13T01:15:58.853" v="2031" actId="26606"/>
          <ac:picMkLst>
            <pc:docMk/>
            <pc:sldMk cId="660773307" sldId="313"/>
            <ac:picMk id="7" creationId="{A14348CE-9B41-0AE9-1033-31E273AC0310}"/>
          </ac:picMkLst>
        </pc:picChg>
        <pc:picChg chg="add">
          <ac:chgData name="mukul maheshwari" userId="12cb43e2ca5f0d2c" providerId="LiveId" clId="{873DCC5F-CAD2-4861-B9F3-9A5323EF9EB2}" dt="2024-01-13T01:16:25.253" v="2036" actId="26606"/>
          <ac:picMkLst>
            <pc:docMk/>
            <pc:sldMk cId="660773307" sldId="313"/>
            <ac:picMk id="13" creationId="{454FDF30-36DD-4DBA-A68A-5B10E3EB8460}"/>
          </ac:picMkLst>
        </pc:picChg>
        <pc:cxnChg chg="add del">
          <ac:chgData name="mukul maheshwari" userId="12cb43e2ca5f0d2c" providerId="LiveId" clId="{873DCC5F-CAD2-4861-B9F3-9A5323EF9EB2}" dt="2024-01-13T01:16:13.218" v="2035" actId="26606"/>
          <ac:cxnSpMkLst>
            <pc:docMk/>
            <pc:sldMk cId="660773307" sldId="313"/>
            <ac:cxnSpMk id="11" creationId="{AA2EAA10-076F-46BD-8F0F-B9A2FB77A85C}"/>
          </ac:cxnSpMkLst>
        </pc:cxnChg>
        <pc:cxnChg chg="add del">
          <ac:chgData name="mukul maheshwari" userId="12cb43e2ca5f0d2c" providerId="LiveId" clId="{873DCC5F-CAD2-4861-B9F3-9A5323EF9EB2}" dt="2024-01-13T01:16:13.218" v="2035" actId="26606"/>
          <ac:cxnSpMkLst>
            <pc:docMk/>
            <pc:sldMk cId="660773307" sldId="313"/>
            <ac:cxnSpMk id="21" creationId="{D891E407-403B-4764-86C9-33A56D3BCAA3}"/>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57656-B9BF-4B5D-3540-2670544E56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FF0131-A92B-2C9D-F596-43153FEFEA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B39BFFA-A793-95B1-CBD1-BAAEDC61F0CA}"/>
              </a:ext>
            </a:extLst>
          </p:cNvPr>
          <p:cNvSpPr>
            <a:spLocks noGrp="1"/>
          </p:cNvSpPr>
          <p:nvPr>
            <p:ph type="dt" sz="half" idx="10"/>
          </p:nvPr>
        </p:nvSpPr>
        <p:spPr/>
        <p:txBody>
          <a:bodyPr/>
          <a:lstStyle/>
          <a:p>
            <a:fld id="{B9874218-11EF-4E68-A113-4045044B4484}" type="datetimeFigureOut">
              <a:rPr lang="en-US" smtClean="0"/>
              <a:t>1/13/2024</a:t>
            </a:fld>
            <a:endParaRPr lang="en-US"/>
          </a:p>
        </p:txBody>
      </p:sp>
      <p:sp>
        <p:nvSpPr>
          <p:cNvPr id="5" name="Footer Placeholder 4">
            <a:extLst>
              <a:ext uri="{FF2B5EF4-FFF2-40B4-BE49-F238E27FC236}">
                <a16:creationId xmlns:a16="http://schemas.microsoft.com/office/drawing/2014/main" id="{B6C81096-9387-667E-7316-57EB39C679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8A5D0-ED34-6BEF-11BC-0AB5E6F6ADA2}"/>
              </a:ext>
            </a:extLst>
          </p:cNvPr>
          <p:cNvSpPr>
            <a:spLocks noGrp="1"/>
          </p:cNvSpPr>
          <p:nvPr>
            <p:ph type="sldNum" sz="quarter" idx="12"/>
          </p:nvPr>
        </p:nvSpPr>
        <p:spPr/>
        <p:txBody>
          <a:bodyPr/>
          <a:lstStyle/>
          <a:p>
            <a:fld id="{6D920E5E-A6CF-4332-9B91-65C335B9731B}" type="slidenum">
              <a:rPr lang="en-US" smtClean="0"/>
              <a:t>‹#›</a:t>
            </a:fld>
            <a:endParaRPr lang="en-US"/>
          </a:p>
        </p:txBody>
      </p:sp>
    </p:spTree>
    <p:extLst>
      <p:ext uri="{BB962C8B-B14F-4D97-AF65-F5344CB8AC3E}">
        <p14:creationId xmlns:p14="http://schemas.microsoft.com/office/powerpoint/2010/main" val="311064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21D4E-1628-F99E-0B2E-5D444D889D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A63E91-3FE4-6578-7521-450C9AB8B6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1FC3AD-9A1F-1134-2182-6088231489B4}"/>
              </a:ext>
            </a:extLst>
          </p:cNvPr>
          <p:cNvSpPr>
            <a:spLocks noGrp="1"/>
          </p:cNvSpPr>
          <p:nvPr>
            <p:ph type="dt" sz="half" idx="10"/>
          </p:nvPr>
        </p:nvSpPr>
        <p:spPr/>
        <p:txBody>
          <a:bodyPr/>
          <a:lstStyle/>
          <a:p>
            <a:fld id="{B9874218-11EF-4E68-A113-4045044B4484}" type="datetimeFigureOut">
              <a:rPr lang="en-US" smtClean="0"/>
              <a:t>1/13/2024</a:t>
            </a:fld>
            <a:endParaRPr lang="en-US"/>
          </a:p>
        </p:txBody>
      </p:sp>
      <p:sp>
        <p:nvSpPr>
          <p:cNvPr id="5" name="Footer Placeholder 4">
            <a:extLst>
              <a:ext uri="{FF2B5EF4-FFF2-40B4-BE49-F238E27FC236}">
                <a16:creationId xmlns:a16="http://schemas.microsoft.com/office/drawing/2014/main" id="{A0C20FAA-C60F-8169-9F0F-1508FBCED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BA9DFA-74FD-D7E4-F741-C2A4A95CC6D6}"/>
              </a:ext>
            </a:extLst>
          </p:cNvPr>
          <p:cNvSpPr>
            <a:spLocks noGrp="1"/>
          </p:cNvSpPr>
          <p:nvPr>
            <p:ph type="sldNum" sz="quarter" idx="12"/>
          </p:nvPr>
        </p:nvSpPr>
        <p:spPr/>
        <p:txBody>
          <a:bodyPr/>
          <a:lstStyle/>
          <a:p>
            <a:fld id="{6D920E5E-A6CF-4332-9B91-65C335B9731B}" type="slidenum">
              <a:rPr lang="en-US" smtClean="0"/>
              <a:t>‹#›</a:t>
            </a:fld>
            <a:endParaRPr lang="en-US"/>
          </a:p>
        </p:txBody>
      </p:sp>
    </p:spTree>
    <p:extLst>
      <p:ext uri="{BB962C8B-B14F-4D97-AF65-F5344CB8AC3E}">
        <p14:creationId xmlns:p14="http://schemas.microsoft.com/office/powerpoint/2010/main" val="1122665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747F0-5989-4E05-956F-D92854FA2C9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87E3D9-CC67-D2BB-9572-BCFA0E0260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FA5D31-DF59-30DD-8474-EC71D075F1FD}"/>
              </a:ext>
            </a:extLst>
          </p:cNvPr>
          <p:cNvSpPr>
            <a:spLocks noGrp="1"/>
          </p:cNvSpPr>
          <p:nvPr>
            <p:ph type="dt" sz="half" idx="10"/>
          </p:nvPr>
        </p:nvSpPr>
        <p:spPr/>
        <p:txBody>
          <a:bodyPr/>
          <a:lstStyle/>
          <a:p>
            <a:fld id="{B9874218-11EF-4E68-A113-4045044B4484}" type="datetimeFigureOut">
              <a:rPr lang="en-US" smtClean="0"/>
              <a:t>1/13/2024</a:t>
            </a:fld>
            <a:endParaRPr lang="en-US"/>
          </a:p>
        </p:txBody>
      </p:sp>
      <p:sp>
        <p:nvSpPr>
          <p:cNvPr id="5" name="Footer Placeholder 4">
            <a:extLst>
              <a:ext uri="{FF2B5EF4-FFF2-40B4-BE49-F238E27FC236}">
                <a16:creationId xmlns:a16="http://schemas.microsoft.com/office/drawing/2014/main" id="{B76365B6-296B-34F4-F8F1-5DB8EBA186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4F91F-DCDF-B04E-37E8-5620CC41E9C5}"/>
              </a:ext>
            </a:extLst>
          </p:cNvPr>
          <p:cNvSpPr>
            <a:spLocks noGrp="1"/>
          </p:cNvSpPr>
          <p:nvPr>
            <p:ph type="sldNum" sz="quarter" idx="12"/>
          </p:nvPr>
        </p:nvSpPr>
        <p:spPr/>
        <p:txBody>
          <a:bodyPr/>
          <a:lstStyle/>
          <a:p>
            <a:fld id="{6D920E5E-A6CF-4332-9B91-65C335B9731B}" type="slidenum">
              <a:rPr lang="en-US" smtClean="0"/>
              <a:t>‹#›</a:t>
            </a:fld>
            <a:endParaRPr lang="en-US"/>
          </a:p>
        </p:txBody>
      </p:sp>
    </p:spTree>
    <p:extLst>
      <p:ext uri="{BB962C8B-B14F-4D97-AF65-F5344CB8AC3E}">
        <p14:creationId xmlns:p14="http://schemas.microsoft.com/office/powerpoint/2010/main" val="700860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7160E-2FD0-53F8-6185-DB6F55701B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D82B79-61ED-5218-0274-6E14A16EA5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77DDBF-55F5-BF5E-6270-897F361EDD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604DDD-EB9A-D153-D9E8-7FE718DB2E65}"/>
              </a:ext>
            </a:extLst>
          </p:cNvPr>
          <p:cNvSpPr>
            <a:spLocks noGrp="1"/>
          </p:cNvSpPr>
          <p:nvPr>
            <p:ph type="dt" sz="half" idx="10"/>
          </p:nvPr>
        </p:nvSpPr>
        <p:spPr/>
        <p:txBody>
          <a:bodyPr/>
          <a:lstStyle/>
          <a:p>
            <a:fld id="{B9874218-11EF-4E68-A113-4045044B4484}" type="datetimeFigureOut">
              <a:rPr lang="en-US" smtClean="0"/>
              <a:t>1/13/2024</a:t>
            </a:fld>
            <a:endParaRPr lang="en-US"/>
          </a:p>
        </p:txBody>
      </p:sp>
      <p:sp>
        <p:nvSpPr>
          <p:cNvPr id="6" name="Footer Placeholder 5">
            <a:extLst>
              <a:ext uri="{FF2B5EF4-FFF2-40B4-BE49-F238E27FC236}">
                <a16:creationId xmlns:a16="http://schemas.microsoft.com/office/drawing/2014/main" id="{1A2823A4-6C69-AA55-1A29-5A66BCE106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51107-46B2-19DC-5336-8C7B7711BDE6}"/>
              </a:ext>
            </a:extLst>
          </p:cNvPr>
          <p:cNvSpPr>
            <a:spLocks noGrp="1"/>
          </p:cNvSpPr>
          <p:nvPr>
            <p:ph type="sldNum" sz="quarter" idx="12"/>
          </p:nvPr>
        </p:nvSpPr>
        <p:spPr/>
        <p:txBody>
          <a:bodyPr/>
          <a:lstStyle/>
          <a:p>
            <a:fld id="{6D920E5E-A6CF-4332-9B91-65C335B9731B}" type="slidenum">
              <a:rPr lang="en-US" smtClean="0"/>
              <a:t>‹#›</a:t>
            </a:fld>
            <a:endParaRPr lang="en-US"/>
          </a:p>
        </p:txBody>
      </p:sp>
    </p:spTree>
    <p:extLst>
      <p:ext uri="{BB962C8B-B14F-4D97-AF65-F5344CB8AC3E}">
        <p14:creationId xmlns:p14="http://schemas.microsoft.com/office/powerpoint/2010/main" val="4272090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B0D5E-50B0-24DA-7DC6-972A6931C4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5D3386-C4A0-E2A5-F1C9-E3C0174223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599A09-F3CE-FFCA-B025-6DCEB23AA9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61D62AC-32E4-4A03-6152-25249308F3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E66CA2-81C1-9CB6-BD8E-6DD6DF3E61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AB2EB1-0453-6BC1-563C-3A6C6CE0538A}"/>
              </a:ext>
            </a:extLst>
          </p:cNvPr>
          <p:cNvSpPr>
            <a:spLocks noGrp="1"/>
          </p:cNvSpPr>
          <p:nvPr>
            <p:ph type="dt" sz="half" idx="10"/>
          </p:nvPr>
        </p:nvSpPr>
        <p:spPr/>
        <p:txBody>
          <a:bodyPr/>
          <a:lstStyle/>
          <a:p>
            <a:fld id="{B9874218-11EF-4E68-A113-4045044B4484}" type="datetimeFigureOut">
              <a:rPr lang="en-US" smtClean="0"/>
              <a:t>1/13/2024</a:t>
            </a:fld>
            <a:endParaRPr lang="en-US"/>
          </a:p>
        </p:txBody>
      </p:sp>
      <p:sp>
        <p:nvSpPr>
          <p:cNvPr id="8" name="Footer Placeholder 7">
            <a:extLst>
              <a:ext uri="{FF2B5EF4-FFF2-40B4-BE49-F238E27FC236}">
                <a16:creationId xmlns:a16="http://schemas.microsoft.com/office/drawing/2014/main" id="{5263BBF5-2969-C31B-994C-25D0B0095D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9DC48B-0C94-75EC-AAB7-46CF4C6EC8CF}"/>
              </a:ext>
            </a:extLst>
          </p:cNvPr>
          <p:cNvSpPr>
            <a:spLocks noGrp="1"/>
          </p:cNvSpPr>
          <p:nvPr>
            <p:ph type="sldNum" sz="quarter" idx="12"/>
          </p:nvPr>
        </p:nvSpPr>
        <p:spPr/>
        <p:txBody>
          <a:bodyPr/>
          <a:lstStyle/>
          <a:p>
            <a:fld id="{6D920E5E-A6CF-4332-9B91-65C335B9731B}" type="slidenum">
              <a:rPr lang="en-US" smtClean="0"/>
              <a:t>‹#›</a:t>
            </a:fld>
            <a:endParaRPr lang="en-US"/>
          </a:p>
        </p:txBody>
      </p:sp>
    </p:spTree>
    <p:extLst>
      <p:ext uri="{BB962C8B-B14F-4D97-AF65-F5344CB8AC3E}">
        <p14:creationId xmlns:p14="http://schemas.microsoft.com/office/powerpoint/2010/main" val="4104109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D8CA0-AA50-7132-2D00-63FBE0F6A1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01ADCD-21D3-75DF-0854-9B0748FA4924}"/>
              </a:ext>
            </a:extLst>
          </p:cNvPr>
          <p:cNvSpPr>
            <a:spLocks noGrp="1"/>
          </p:cNvSpPr>
          <p:nvPr>
            <p:ph type="dt" sz="half" idx="10"/>
          </p:nvPr>
        </p:nvSpPr>
        <p:spPr/>
        <p:txBody>
          <a:bodyPr/>
          <a:lstStyle/>
          <a:p>
            <a:fld id="{B9874218-11EF-4E68-A113-4045044B4484}" type="datetimeFigureOut">
              <a:rPr lang="en-US" smtClean="0"/>
              <a:t>1/13/2024</a:t>
            </a:fld>
            <a:endParaRPr lang="en-US"/>
          </a:p>
        </p:txBody>
      </p:sp>
      <p:sp>
        <p:nvSpPr>
          <p:cNvPr id="4" name="Footer Placeholder 3">
            <a:extLst>
              <a:ext uri="{FF2B5EF4-FFF2-40B4-BE49-F238E27FC236}">
                <a16:creationId xmlns:a16="http://schemas.microsoft.com/office/drawing/2014/main" id="{1B901EA2-A764-E4C1-A12C-95BCD69775A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7B8C7E-2224-A25B-900C-1B7F6942C3F8}"/>
              </a:ext>
            </a:extLst>
          </p:cNvPr>
          <p:cNvSpPr>
            <a:spLocks noGrp="1"/>
          </p:cNvSpPr>
          <p:nvPr>
            <p:ph type="sldNum" sz="quarter" idx="12"/>
          </p:nvPr>
        </p:nvSpPr>
        <p:spPr/>
        <p:txBody>
          <a:bodyPr/>
          <a:lstStyle/>
          <a:p>
            <a:fld id="{6D920E5E-A6CF-4332-9B91-65C335B9731B}" type="slidenum">
              <a:rPr lang="en-US" smtClean="0"/>
              <a:t>‹#›</a:t>
            </a:fld>
            <a:endParaRPr lang="en-US"/>
          </a:p>
        </p:txBody>
      </p:sp>
    </p:spTree>
    <p:extLst>
      <p:ext uri="{BB962C8B-B14F-4D97-AF65-F5344CB8AC3E}">
        <p14:creationId xmlns:p14="http://schemas.microsoft.com/office/powerpoint/2010/main" val="275737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B74584-1B57-E4B4-1C61-BD974B8031A4}"/>
              </a:ext>
            </a:extLst>
          </p:cNvPr>
          <p:cNvSpPr>
            <a:spLocks noGrp="1"/>
          </p:cNvSpPr>
          <p:nvPr>
            <p:ph type="dt" sz="half" idx="10"/>
          </p:nvPr>
        </p:nvSpPr>
        <p:spPr/>
        <p:txBody>
          <a:bodyPr/>
          <a:lstStyle/>
          <a:p>
            <a:fld id="{B9874218-11EF-4E68-A113-4045044B4484}" type="datetimeFigureOut">
              <a:rPr lang="en-US" smtClean="0"/>
              <a:t>1/13/2024</a:t>
            </a:fld>
            <a:endParaRPr lang="en-US"/>
          </a:p>
        </p:txBody>
      </p:sp>
      <p:sp>
        <p:nvSpPr>
          <p:cNvPr id="3" name="Footer Placeholder 2">
            <a:extLst>
              <a:ext uri="{FF2B5EF4-FFF2-40B4-BE49-F238E27FC236}">
                <a16:creationId xmlns:a16="http://schemas.microsoft.com/office/drawing/2014/main" id="{031670C3-A6C1-E8A9-17A4-824459048E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791ACE-3205-0AD0-716E-80F3BE531976}"/>
              </a:ext>
            </a:extLst>
          </p:cNvPr>
          <p:cNvSpPr>
            <a:spLocks noGrp="1"/>
          </p:cNvSpPr>
          <p:nvPr>
            <p:ph type="sldNum" sz="quarter" idx="12"/>
          </p:nvPr>
        </p:nvSpPr>
        <p:spPr/>
        <p:txBody>
          <a:bodyPr/>
          <a:lstStyle/>
          <a:p>
            <a:fld id="{6D920E5E-A6CF-4332-9B91-65C335B9731B}" type="slidenum">
              <a:rPr lang="en-US" smtClean="0"/>
              <a:t>‹#›</a:t>
            </a:fld>
            <a:endParaRPr lang="en-US"/>
          </a:p>
        </p:txBody>
      </p:sp>
    </p:spTree>
    <p:extLst>
      <p:ext uri="{BB962C8B-B14F-4D97-AF65-F5344CB8AC3E}">
        <p14:creationId xmlns:p14="http://schemas.microsoft.com/office/powerpoint/2010/main" val="998680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597D1-AE4B-9BF9-BF8C-89ECD6B584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15E3204-FC53-05E0-08F5-9121E76127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6DCD28-E316-7F9A-B740-C12F7ECD15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08704E-FD99-FEE1-19BF-893777C9D51D}"/>
              </a:ext>
            </a:extLst>
          </p:cNvPr>
          <p:cNvSpPr>
            <a:spLocks noGrp="1"/>
          </p:cNvSpPr>
          <p:nvPr>
            <p:ph type="dt" sz="half" idx="10"/>
          </p:nvPr>
        </p:nvSpPr>
        <p:spPr/>
        <p:txBody>
          <a:bodyPr/>
          <a:lstStyle/>
          <a:p>
            <a:fld id="{B9874218-11EF-4E68-A113-4045044B4484}" type="datetimeFigureOut">
              <a:rPr lang="en-US" smtClean="0"/>
              <a:t>1/13/2024</a:t>
            </a:fld>
            <a:endParaRPr lang="en-US"/>
          </a:p>
        </p:txBody>
      </p:sp>
      <p:sp>
        <p:nvSpPr>
          <p:cNvPr id="6" name="Footer Placeholder 5">
            <a:extLst>
              <a:ext uri="{FF2B5EF4-FFF2-40B4-BE49-F238E27FC236}">
                <a16:creationId xmlns:a16="http://schemas.microsoft.com/office/drawing/2014/main" id="{53BDE749-4D10-F08F-AE0D-514B7F379B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D7AEBF-1D2A-5B2E-E11E-4397EC11F794}"/>
              </a:ext>
            </a:extLst>
          </p:cNvPr>
          <p:cNvSpPr>
            <a:spLocks noGrp="1"/>
          </p:cNvSpPr>
          <p:nvPr>
            <p:ph type="sldNum" sz="quarter" idx="12"/>
          </p:nvPr>
        </p:nvSpPr>
        <p:spPr/>
        <p:txBody>
          <a:bodyPr/>
          <a:lstStyle/>
          <a:p>
            <a:fld id="{6D920E5E-A6CF-4332-9B91-65C335B9731B}" type="slidenum">
              <a:rPr lang="en-US" smtClean="0"/>
              <a:t>‹#›</a:t>
            </a:fld>
            <a:endParaRPr lang="en-US"/>
          </a:p>
        </p:txBody>
      </p:sp>
    </p:spTree>
    <p:extLst>
      <p:ext uri="{BB962C8B-B14F-4D97-AF65-F5344CB8AC3E}">
        <p14:creationId xmlns:p14="http://schemas.microsoft.com/office/powerpoint/2010/main" val="5018595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EF779-712A-AE3C-4CF7-1973049447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37CD4B-0EE1-5859-2A76-16C3A2E43D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63A3212-0C1D-9C9D-6CF2-A5478524A1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D0DB0C-5E0F-E105-F55B-2A8E4123836A}"/>
              </a:ext>
            </a:extLst>
          </p:cNvPr>
          <p:cNvSpPr>
            <a:spLocks noGrp="1"/>
          </p:cNvSpPr>
          <p:nvPr>
            <p:ph type="dt" sz="half" idx="10"/>
          </p:nvPr>
        </p:nvSpPr>
        <p:spPr/>
        <p:txBody>
          <a:bodyPr/>
          <a:lstStyle/>
          <a:p>
            <a:fld id="{B9874218-11EF-4E68-A113-4045044B4484}" type="datetimeFigureOut">
              <a:rPr lang="en-US" smtClean="0"/>
              <a:t>1/13/2024</a:t>
            </a:fld>
            <a:endParaRPr lang="en-US"/>
          </a:p>
        </p:txBody>
      </p:sp>
      <p:sp>
        <p:nvSpPr>
          <p:cNvPr id="6" name="Footer Placeholder 5">
            <a:extLst>
              <a:ext uri="{FF2B5EF4-FFF2-40B4-BE49-F238E27FC236}">
                <a16:creationId xmlns:a16="http://schemas.microsoft.com/office/drawing/2014/main" id="{5FC3C014-D60D-AA31-5CFF-9F7ADD42A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5B8628-CF18-F41F-04EB-6CEF4D45AEF2}"/>
              </a:ext>
            </a:extLst>
          </p:cNvPr>
          <p:cNvSpPr>
            <a:spLocks noGrp="1"/>
          </p:cNvSpPr>
          <p:nvPr>
            <p:ph type="sldNum" sz="quarter" idx="12"/>
          </p:nvPr>
        </p:nvSpPr>
        <p:spPr/>
        <p:txBody>
          <a:bodyPr/>
          <a:lstStyle/>
          <a:p>
            <a:fld id="{6D920E5E-A6CF-4332-9B91-65C335B9731B}" type="slidenum">
              <a:rPr lang="en-US" smtClean="0"/>
              <a:t>‹#›</a:t>
            </a:fld>
            <a:endParaRPr lang="en-US"/>
          </a:p>
        </p:txBody>
      </p:sp>
    </p:spTree>
    <p:extLst>
      <p:ext uri="{BB962C8B-B14F-4D97-AF65-F5344CB8AC3E}">
        <p14:creationId xmlns:p14="http://schemas.microsoft.com/office/powerpoint/2010/main" val="978220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BEF3F-0295-6B25-82AF-A51A6929C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36E206-A61D-C5A9-9292-754F7C5359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7A6F56-6F95-2561-5045-709EF50BB1AA}"/>
              </a:ext>
            </a:extLst>
          </p:cNvPr>
          <p:cNvSpPr>
            <a:spLocks noGrp="1"/>
          </p:cNvSpPr>
          <p:nvPr>
            <p:ph type="dt" sz="half" idx="10"/>
          </p:nvPr>
        </p:nvSpPr>
        <p:spPr/>
        <p:txBody>
          <a:bodyPr/>
          <a:lstStyle/>
          <a:p>
            <a:fld id="{B9874218-11EF-4E68-A113-4045044B4484}" type="datetimeFigureOut">
              <a:rPr lang="en-US" smtClean="0"/>
              <a:t>1/13/2024</a:t>
            </a:fld>
            <a:endParaRPr lang="en-US"/>
          </a:p>
        </p:txBody>
      </p:sp>
      <p:sp>
        <p:nvSpPr>
          <p:cNvPr id="5" name="Footer Placeholder 4">
            <a:extLst>
              <a:ext uri="{FF2B5EF4-FFF2-40B4-BE49-F238E27FC236}">
                <a16:creationId xmlns:a16="http://schemas.microsoft.com/office/drawing/2014/main" id="{F8F2FE37-1AFA-3545-6F7D-08D752134B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F65FB9-5347-B345-3382-2A979D5CC906}"/>
              </a:ext>
            </a:extLst>
          </p:cNvPr>
          <p:cNvSpPr>
            <a:spLocks noGrp="1"/>
          </p:cNvSpPr>
          <p:nvPr>
            <p:ph type="sldNum" sz="quarter" idx="12"/>
          </p:nvPr>
        </p:nvSpPr>
        <p:spPr/>
        <p:txBody>
          <a:bodyPr/>
          <a:lstStyle/>
          <a:p>
            <a:fld id="{6D920E5E-A6CF-4332-9B91-65C335B9731B}" type="slidenum">
              <a:rPr lang="en-US" smtClean="0"/>
              <a:t>‹#›</a:t>
            </a:fld>
            <a:endParaRPr lang="en-US"/>
          </a:p>
        </p:txBody>
      </p:sp>
    </p:spTree>
    <p:extLst>
      <p:ext uri="{BB962C8B-B14F-4D97-AF65-F5344CB8AC3E}">
        <p14:creationId xmlns:p14="http://schemas.microsoft.com/office/powerpoint/2010/main" val="1184424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6EB3B1-1279-B4C2-F2E2-BDD614AFAE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019518-87E7-D164-6C1E-7A9D3F01ACD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170046-68F8-A35F-DFF4-2D657FEEF073}"/>
              </a:ext>
            </a:extLst>
          </p:cNvPr>
          <p:cNvSpPr>
            <a:spLocks noGrp="1"/>
          </p:cNvSpPr>
          <p:nvPr>
            <p:ph type="dt" sz="half" idx="10"/>
          </p:nvPr>
        </p:nvSpPr>
        <p:spPr/>
        <p:txBody>
          <a:bodyPr/>
          <a:lstStyle/>
          <a:p>
            <a:fld id="{B9874218-11EF-4E68-A113-4045044B4484}" type="datetimeFigureOut">
              <a:rPr lang="en-US" smtClean="0"/>
              <a:t>1/13/2024</a:t>
            </a:fld>
            <a:endParaRPr lang="en-US"/>
          </a:p>
        </p:txBody>
      </p:sp>
      <p:sp>
        <p:nvSpPr>
          <p:cNvPr id="5" name="Footer Placeholder 4">
            <a:extLst>
              <a:ext uri="{FF2B5EF4-FFF2-40B4-BE49-F238E27FC236}">
                <a16:creationId xmlns:a16="http://schemas.microsoft.com/office/drawing/2014/main" id="{6DC9363A-4D0F-C612-B57B-E3ADF81660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87DA0F-5523-2FB0-FA7F-BCB54C27BDE5}"/>
              </a:ext>
            </a:extLst>
          </p:cNvPr>
          <p:cNvSpPr>
            <a:spLocks noGrp="1"/>
          </p:cNvSpPr>
          <p:nvPr>
            <p:ph type="sldNum" sz="quarter" idx="12"/>
          </p:nvPr>
        </p:nvSpPr>
        <p:spPr/>
        <p:txBody>
          <a:bodyPr/>
          <a:lstStyle/>
          <a:p>
            <a:fld id="{6D920E5E-A6CF-4332-9B91-65C335B9731B}" type="slidenum">
              <a:rPr lang="en-US" smtClean="0"/>
              <a:t>‹#›</a:t>
            </a:fld>
            <a:endParaRPr lang="en-US"/>
          </a:p>
        </p:txBody>
      </p:sp>
    </p:spTree>
    <p:extLst>
      <p:ext uri="{BB962C8B-B14F-4D97-AF65-F5344CB8AC3E}">
        <p14:creationId xmlns:p14="http://schemas.microsoft.com/office/powerpoint/2010/main" val="1366409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FA57C1-E249-040C-AD18-1A8109D58F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52A4C6D-AF71-2220-2C6D-3DDF26F3FE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2D0875-D730-10A5-0434-CCCF0F3FA9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874218-11EF-4E68-A113-4045044B4484}" type="datetimeFigureOut">
              <a:rPr lang="en-US" smtClean="0"/>
              <a:t>1/13/2024</a:t>
            </a:fld>
            <a:endParaRPr lang="en-US"/>
          </a:p>
        </p:txBody>
      </p:sp>
      <p:sp>
        <p:nvSpPr>
          <p:cNvPr id="5" name="Footer Placeholder 4">
            <a:extLst>
              <a:ext uri="{FF2B5EF4-FFF2-40B4-BE49-F238E27FC236}">
                <a16:creationId xmlns:a16="http://schemas.microsoft.com/office/drawing/2014/main" id="{5CE240D1-EA91-7292-E943-45D4AC54AC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98C591-4ABF-70EF-4ADC-8482108FD1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920E5E-A6CF-4332-9B91-65C335B9731B}" type="slidenum">
              <a:rPr lang="en-US" smtClean="0"/>
              <a:t>‹#›</a:t>
            </a:fld>
            <a:endParaRPr lang="en-US"/>
          </a:p>
        </p:txBody>
      </p:sp>
    </p:spTree>
    <p:extLst>
      <p:ext uri="{BB962C8B-B14F-4D97-AF65-F5344CB8AC3E}">
        <p14:creationId xmlns:p14="http://schemas.microsoft.com/office/powerpoint/2010/main" val="2592120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Variety of fresh salads">
            <a:extLst>
              <a:ext uri="{FF2B5EF4-FFF2-40B4-BE49-F238E27FC236}">
                <a16:creationId xmlns:a16="http://schemas.microsoft.com/office/drawing/2014/main" id="{75A4C1A0-9EA5-3515-E832-93AD9E75CBB1}"/>
              </a:ext>
            </a:extLst>
          </p:cNvPr>
          <p:cNvPicPr>
            <a:picLocks noChangeAspect="1"/>
          </p:cNvPicPr>
          <p:nvPr/>
        </p:nvPicPr>
        <p:blipFill rotWithShape="1">
          <a:blip r:embed="rId2">
            <a:alphaModFix amt="60000"/>
          </a:blip>
          <a:srcRect t="12441" b="3289"/>
          <a:stretch/>
        </p:blipFill>
        <p:spPr>
          <a:xfrm>
            <a:off x="-1" y="10"/>
            <a:ext cx="12192001" cy="6857990"/>
          </a:xfrm>
          <a:prstGeom prst="rect">
            <a:avLst/>
          </a:prstGeom>
        </p:spPr>
      </p:pic>
      <p:sp>
        <p:nvSpPr>
          <p:cNvPr id="2" name="Title 1">
            <a:extLst>
              <a:ext uri="{FF2B5EF4-FFF2-40B4-BE49-F238E27FC236}">
                <a16:creationId xmlns:a16="http://schemas.microsoft.com/office/drawing/2014/main" id="{BE067172-A3C5-BA1C-7548-B0C2C0FAD9EC}"/>
              </a:ext>
            </a:extLst>
          </p:cNvPr>
          <p:cNvSpPr>
            <a:spLocks noGrp="1"/>
          </p:cNvSpPr>
          <p:nvPr>
            <p:ph type="ctrTitle"/>
          </p:nvPr>
        </p:nvSpPr>
        <p:spPr>
          <a:xfrm>
            <a:off x="838200" y="914402"/>
            <a:ext cx="10515600" cy="2985923"/>
          </a:xfrm>
        </p:spPr>
        <p:txBody>
          <a:bodyPr>
            <a:normAutofit/>
          </a:bodyPr>
          <a:lstStyle/>
          <a:p>
            <a:r>
              <a:rPr lang="en-US" sz="5200" dirty="0">
                <a:solidFill>
                  <a:srgbClr val="FFFFFF"/>
                </a:solidFill>
              </a:rPr>
              <a:t>Trace Minerals</a:t>
            </a:r>
          </a:p>
        </p:txBody>
      </p:sp>
      <p:sp>
        <p:nvSpPr>
          <p:cNvPr id="3" name="Subtitle 2">
            <a:extLst>
              <a:ext uri="{FF2B5EF4-FFF2-40B4-BE49-F238E27FC236}">
                <a16:creationId xmlns:a16="http://schemas.microsoft.com/office/drawing/2014/main" id="{FED711ED-68D7-996F-BE2B-5C315FB7DD46}"/>
              </a:ext>
            </a:extLst>
          </p:cNvPr>
          <p:cNvSpPr>
            <a:spLocks noGrp="1"/>
          </p:cNvSpPr>
          <p:nvPr>
            <p:ph type="subTitle" idx="1"/>
          </p:nvPr>
        </p:nvSpPr>
        <p:spPr>
          <a:xfrm>
            <a:off x="838200" y="4072040"/>
            <a:ext cx="10515600" cy="1384310"/>
          </a:xfrm>
        </p:spPr>
        <p:txBody>
          <a:bodyPr>
            <a:normAutofit/>
          </a:bodyPr>
          <a:lstStyle/>
          <a:p>
            <a:endParaRPr lang="en-US">
              <a:solidFill>
                <a:srgbClr val="FFFFFF"/>
              </a:solidFill>
            </a:endParaRPr>
          </a:p>
        </p:txBody>
      </p:sp>
    </p:spTree>
    <p:extLst>
      <p:ext uri="{BB962C8B-B14F-4D97-AF65-F5344CB8AC3E}">
        <p14:creationId xmlns:p14="http://schemas.microsoft.com/office/powerpoint/2010/main" val="296928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066F0-EA63-D726-DDAD-8CBC20C434FE}"/>
              </a:ext>
            </a:extLst>
          </p:cNvPr>
          <p:cNvSpPr>
            <a:spLocks noGrp="1"/>
          </p:cNvSpPr>
          <p:nvPr>
            <p:ph type="title"/>
          </p:nvPr>
        </p:nvSpPr>
        <p:spPr>
          <a:xfrm>
            <a:off x="838200" y="-117013"/>
            <a:ext cx="10515600" cy="1325563"/>
          </a:xfrm>
        </p:spPr>
        <p:txBody>
          <a:bodyPr/>
          <a:lstStyle/>
          <a:p>
            <a:r>
              <a:rPr lang="en-US" dirty="0"/>
              <a:t>Major minerals</a:t>
            </a:r>
          </a:p>
        </p:txBody>
      </p:sp>
      <p:graphicFrame>
        <p:nvGraphicFramePr>
          <p:cNvPr id="4" name="Content Placeholder 3">
            <a:extLst>
              <a:ext uri="{FF2B5EF4-FFF2-40B4-BE49-F238E27FC236}">
                <a16:creationId xmlns:a16="http://schemas.microsoft.com/office/drawing/2014/main" id="{03472034-6BEA-E4F0-49F4-273D1715846B}"/>
              </a:ext>
            </a:extLst>
          </p:cNvPr>
          <p:cNvGraphicFramePr>
            <a:graphicFrameLocks noGrp="1"/>
          </p:cNvGraphicFramePr>
          <p:nvPr>
            <p:ph idx="1"/>
            <p:extLst>
              <p:ext uri="{D42A27DB-BD31-4B8C-83A1-F6EECF244321}">
                <p14:modId xmlns:p14="http://schemas.microsoft.com/office/powerpoint/2010/main" val="718950293"/>
              </p:ext>
            </p:extLst>
          </p:nvPr>
        </p:nvGraphicFramePr>
        <p:xfrm>
          <a:off x="0" y="1027906"/>
          <a:ext cx="12192000" cy="5115502"/>
        </p:xfrm>
        <a:graphic>
          <a:graphicData uri="http://schemas.openxmlformats.org/drawingml/2006/table">
            <a:tbl>
              <a:tblPr firstRow="1" bandRow="1">
                <a:tableStyleId>{5C22544A-7EE6-4342-B048-85BDC9FD1C3A}</a:tableStyleId>
              </a:tblPr>
              <a:tblGrid>
                <a:gridCol w="1529542">
                  <a:extLst>
                    <a:ext uri="{9D8B030D-6E8A-4147-A177-3AD203B41FA5}">
                      <a16:colId xmlns:a16="http://schemas.microsoft.com/office/drawing/2014/main" val="4102796518"/>
                    </a:ext>
                  </a:extLst>
                </a:gridCol>
                <a:gridCol w="2044931">
                  <a:extLst>
                    <a:ext uri="{9D8B030D-6E8A-4147-A177-3AD203B41FA5}">
                      <a16:colId xmlns:a16="http://schemas.microsoft.com/office/drawing/2014/main" val="3568568076"/>
                    </a:ext>
                  </a:extLst>
                </a:gridCol>
                <a:gridCol w="3225338">
                  <a:extLst>
                    <a:ext uri="{9D8B030D-6E8A-4147-A177-3AD203B41FA5}">
                      <a16:colId xmlns:a16="http://schemas.microsoft.com/office/drawing/2014/main" val="93330808"/>
                    </a:ext>
                  </a:extLst>
                </a:gridCol>
                <a:gridCol w="2161309">
                  <a:extLst>
                    <a:ext uri="{9D8B030D-6E8A-4147-A177-3AD203B41FA5}">
                      <a16:colId xmlns:a16="http://schemas.microsoft.com/office/drawing/2014/main" val="2013270654"/>
                    </a:ext>
                  </a:extLst>
                </a:gridCol>
                <a:gridCol w="3230880">
                  <a:extLst>
                    <a:ext uri="{9D8B030D-6E8A-4147-A177-3AD203B41FA5}">
                      <a16:colId xmlns:a16="http://schemas.microsoft.com/office/drawing/2014/main" val="3367015397"/>
                    </a:ext>
                  </a:extLst>
                </a:gridCol>
              </a:tblGrid>
              <a:tr h="370840">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Phosphorus</a:t>
                      </a:r>
                    </a:p>
                  </a:txBody>
                  <a:tcPr/>
                </a:tc>
                <a:tc>
                  <a:txBody>
                    <a:bodyPr/>
                    <a:lstStyle/>
                    <a:p>
                      <a:r>
                        <a:rPr lang="en-US" dirty="0">
                          <a:latin typeface="Times New Roman" panose="02020603050405020304" pitchFamily="18" charset="0"/>
                          <a:cs typeface="Times New Roman" panose="02020603050405020304" pitchFamily="18" charset="0"/>
                        </a:rPr>
                        <a:t>Sodium</a:t>
                      </a:r>
                    </a:p>
                  </a:txBody>
                  <a:tcPr/>
                </a:tc>
                <a:tc>
                  <a:txBody>
                    <a:bodyPr/>
                    <a:lstStyle/>
                    <a:p>
                      <a:r>
                        <a:rPr lang="en-US" dirty="0">
                          <a:latin typeface="Times New Roman" panose="02020603050405020304" pitchFamily="18" charset="0"/>
                          <a:cs typeface="Times New Roman" panose="02020603050405020304" pitchFamily="18" charset="0"/>
                        </a:rPr>
                        <a:t>Potassium</a:t>
                      </a:r>
                    </a:p>
                  </a:txBody>
                  <a:tcPr/>
                </a:tc>
                <a:tc>
                  <a:txBody>
                    <a:bodyPr/>
                    <a:lstStyle/>
                    <a:p>
                      <a:r>
                        <a:rPr lang="en-US" dirty="0">
                          <a:latin typeface="Times New Roman" panose="02020603050405020304" pitchFamily="18" charset="0"/>
                          <a:cs typeface="Times New Roman" panose="02020603050405020304" pitchFamily="18" charset="0"/>
                        </a:rPr>
                        <a:t>Magnesium</a:t>
                      </a:r>
                    </a:p>
                  </a:txBody>
                  <a:tcPr/>
                </a:tc>
                <a:extLst>
                  <a:ext uri="{0D108BD9-81ED-4DB2-BD59-A6C34878D82A}">
                    <a16:rowId xmlns:a16="http://schemas.microsoft.com/office/drawing/2014/main" val="2094809635"/>
                  </a:ext>
                </a:extLst>
              </a:tr>
              <a:tr h="370840">
                <a:tc>
                  <a:txBody>
                    <a:bodyPr/>
                    <a:lstStyle/>
                    <a:p>
                      <a:r>
                        <a:rPr lang="en-US" b="1" dirty="0">
                          <a:latin typeface="Times New Roman" panose="02020603050405020304" pitchFamily="18" charset="0"/>
                          <a:cs typeface="Times New Roman" panose="02020603050405020304" pitchFamily="18" charset="0"/>
                        </a:rPr>
                        <a:t>Presence in body</a:t>
                      </a:r>
                    </a:p>
                  </a:txBody>
                  <a:tcPr/>
                </a:tc>
                <a:tc>
                  <a:txBody>
                    <a:bodyPr/>
                    <a:lstStyle/>
                    <a:p>
                      <a:r>
                        <a:rPr lang="en-US" dirty="0">
                          <a:latin typeface="Times New Roman" panose="02020603050405020304" pitchFamily="18" charset="0"/>
                          <a:cs typeface="Times New Roman" panose="02020603050405020304" pitchFamily="18" charset="0"/>
                        </a:rPr>
                        <a:t>Bones and teeth</a:t>
                      </a:r>
                    </a:p>
                    <a:p>
                      <a:r>
                        <a:rPr lang="en-US" dirty="0">
                          <a:latin typeface="Times New Roman" panose="02020603050405020304" pitchFamily="18" charset="0"/>
                          <a:cs typeface="Times New Roman" panose="02020603050405020304" pitchFamily="18" charset="0"/>
                        </a:rPr>
                        <a:t>400 – 700g </a:t>
                      </a:r>
                    </a:p>
                  </a:txBody>
                  <a:tcPr/>
                </a:tc>
                <a:tc>
                  <a:txBody>
                    <a:bodyPr/>
                    <a:lstStyle/>
                    <a:p>
                      <a:r>
                        <a:rPr lang="en-US" dirty="0">
                          <a:latin typeface="Times New Roman" panose="02020603050405020304" pitchFamily="18" charset="0"/>
                          <a:cs typeface="Times New Roman" panose="02020603050405020304" pitchFamily="18" charset="0"/>
                        </a:rPr>
                        <a:t>All body fluids</a:t>
                      </a:r>
                    </a:p>
                    <a:p>
                      <a:r>
                        <a:rPr lang="en-US" dirty="0">
                          <a:latin typeface="Times New Roman" panose="02020603050405020304" pitchFamily="18" charset="0"/>
                          <a:cs typeface="Times New Roman" panose="02020603050405020304" pitchFamily="18" charset="0"/>
                        </a:rPr>
                        <a:t>100g</a:t>
                      </a:r>
                    </a:p>
                  </a:txBody>
                  <a:tcPr/>
                </a:tc>
                <a:tc>
                  <a:txBody>
                    <a:bodyPr/>
                    <a:lstStyle/>
                    <a:p>
                      <a:r>
                        <a:rPr lang="en-US" dirty="0">
                          <a:latin typeface="Times New Roman" panose="02020603050405020304" pitchFamily="18" charset="0"/>
                          <a:cs typeface="Times New Roman" panose="02020603050405020304" pitchFamily="18" charset="0"/>
                        </a:rPr>
                        <a:t>250g</a:t>
                      </a:r>
                    </a:p>
                  </a:txBody>
                  <a:tcPr/>
                </a:tc>
                <a:tc>
                  <a:txBody>
                    <a:bodyPr/>
                    <a:lstStyle/>
                    <a:p>
                      <a:r>
                        <a:rPr lang="en-US" dirty="0">
                          <a:latin typeface="Times New Roman" panose="02020603050405020304" pitchFamily="18" charset="0"/>
                          <a:cs typeface="Times New Roman" panose="02020603050405020304" pitchFamily="18" charset="0"/>
                        </a:rPr>
                        <a:t>Bones, all body cells, 25g (</a:t>
                      </a:r>
                      <a:r>
                        <a:rPr lang="en-US" dirty="0" err="1">
                          <a:latin typeface="Times New Roman" panose="02020603050405020304" pitchFamily="18" charset="0"/>
                          <a:cs typeface="Times New Roman" panose="02020603050405020304" pitchFamily="18" charset="0"/>
                        </a:rPr>
                        <a:t>hlf</a:t>
                      </a:r>
                      <a:r>
                        <a:rPr lang="en-US" dirty="0">
                          <a:latin typeface="Times New Roman" panose="02020603050405020304" pitchFamily="18" charset="0"/>
                          <a:cs typeface="Times New Roman" panose="02020603050405020304" pitchFamily="18" charset="0"/>
                        </a:rPr>
                        <a:t> in bones)</a:t>
                      </a:r>
                    </a:p>
                  </a:txBody>
                  <a:tcPr/>
                </a:tc>
                <a:extLst>
                  <a:ext uri="{0D108BD9-81ED-4DB2-BD59-A6C34878D82A}">
                    <a16:rowId xmlns:a16="http://schemas.microsoft.com/office/drawing/2014/main" val="1252056489"/>
                  </a:ext>
                </a:extLst>
              </a:tr>
              <a:tr h="370840">
                <a:tc>
                  <a:txBody>
                    <a:bodyPr/>
                    <a:lstStyle/>
                    <a:p>
                      <a:r>
                        <a:rPr lang="en-US" b="1" dirty="0">
                          <a:latin typeface="Times New Roman" panose="02020603050405020304" pitchFamily="18" charset="0"/>
                          <a:cs typeface="Times New Roman" panose="02020603050405020304" pitchFamily="18" charset="0"/>
                        </a:rPr>
                        <a:t>Role</a:t>
                      </a:r>
                    </a:p>
                  </a:txBody>
                  <a:tcPr/>
                </a:tc>
                <a:tc>
                  <a:txBody>
                    <a:bodyPr/>
                    <a:lstStyle/>
                    <a:p>
                      <a:r>
                        <a:rPr lang="en-US" dirty="0">
                          <a:latin typeface="Times New Roman" panose="02020603050405020304" pitchFamily="18" charset="0"/>
                          <a:cs typeface="Times New Roman" panose="02020603050405020304" pitchFamily="18" charset="0"/>
                        </a:rPr>
                        <a:t>All metabolism</a:t>
                      </a:r>
                    </a:p>
                  </a:txBody>
                  <a:tcPr/>
                </a:tc>
                <a:tc>
                  <a:txBody>
                    <a:bodyPr/>
                    <a:lstStyle/>
                    <a:p>
                      <a:r>
                        <a:rPr lang="en-US" dirty="0">
                          <a:latin typeface="Times New Roman" panose="02020603050405020304" pitchFamily="18" charset="0"/>
                          <a:cs typeface="Times New Roman" panose="02020603050405020304" pitchFamily="18" charset="0"/>
                        </a:rPr>
                        <a:t>Osmotic pressure</a:t>
                      </a:r>
                    </a:p>
                  </a:txBody>
                  <a:tcPr/>
                </a:tc>
                <a:tc>
                  <a:txBody>
                    <a:bodyPr/>
                    <a:lstStyle/>
                    <a:p>
                      <a:r>
                        <a:rPr lang="en-US" dirty="0">
                          <a:latin typeface="Times New Roman" panose="02020603050405020304" pitchFamily="18" charset="0"/>
                          <a:cs typeface="Times New Roman" panose="02020603050405020304" pitchFamily="18" charset="0"/>
                        </a:rPr>
                        <a:t>Vasoactive, </a:t>
                      </a:r>
                      <a:r>
                        <a:rPr lang="en-US" dirty="0" err="1">
                          <a:latin typeface="Times New Roman" panose="02020603050405020304" pitchFamily="18" charset="0"/>
                          <a:cs typeface="Times New Roman" panose="02020603050405020304" pitchFamily="18" charset="0"/>
                        </a:rPr>
                        <a:t>inc</a:t>
                      </a:r>
                      <a:r>
                        <a:rPr lang="en-US" dirty="0">
                          <a:latin typeface="Times New Roman" panose="02020603050405020304" pitchFamily="18" charset="0"/>
                          <a:cs typeface="Times New Roman" panose="02020603050405020304" pitchFamily="18" charset="0"/>
                        </a:rPr>
                        <a:t> blood flow</a:t>
                      </a:r>
                    </a:p>
                  </a:txBody>
                  <a:tcPr/>
                </a:tc>
                <a:tc>
                  <a:txBody>
                    <a:bodyPr/>
                    <a:lstStyle/>
                    <a:p>
                      <a:r>
                        <a:rPr lang="en-US" dirty="0">
                          <a:latin typeface="Times New Roman" panose="02020603050405020304" pitchFamily="18" charset="0"/>
                          <a:cs typeface="Times New Roman" panose="02020603050405020304" pitchFamily="18" charset="0"/>
                        </a:rPr>
                        <a:t>Normal metabolism of Ca &amp; K</a:t>
                      </a:r>
                    </a:p>
                  </a:txBody>
                  <a:tcPr/>
                </a:tc>
                <a:extLst>
                  <a:ext uri="{0D108BD9-81ED-4DB2-BD59-A6C34878D82A}">
                    <a16:rowId xmlns:a16="http://schemas.microsoft.com/office/drawing/2014/main" val="1473062277"/>
                  </a:ext>
                </a:extLst>
              </a:tr>
              <a:tr h="370840">
                <a:tc>
                  <a:txBody>
                    <a:bodyPr/>
                    <a:lstStyle/>
                    <a:p>
                      <a:r>
                        <a:rPr lang="en-US" b="1" dirty="0">
                          <a:latin typeface="Times New Roman" panose="02020603050405020304" pitchFamily="18" charset="0"/>
                          <a:cs typeface="Times New Roman" panose="02020603050405020304" pitchFamily="18" charset="0"/>
                        </a:rPr>
                        <a:t>Intake</a:t>
                      </a:r>
                    </a:p>
                  </a:txBody>
                  <a:tcPr/>
                </a:tc>
                <a:tc>
                  <a:txBody>
                    <a:bodyPr/>
                    <a:lstStyle/>
                    <a:p>
                      <a:r>
                        <a:rPr lang="en-US" dirty="0">
                          <a:latin typeface="Times New Roman" panose="02020603050405020304" pitchFamily="18" charset="0"/>
                          <a:cs typeface="Times New Roman" panose="02020603050405020304" pitchFamily="18" charset="0"/>
                        </a:rPr>
                        <a:t>Equal to Calcium, </a:t>
                      </a:r>
                    </a:p>
                    <a:p>
                      <a:r>
                        <a:rPr lang="en-US" dirty="0">
                          <a:latin typeface="Times New Roman" panose="02020603050405020304" pitchFamily="18" charset="0"/>
                          <a:cs typeface="Times New Roman" panose="02020603050405020304" pitchFamily="18" charset="0"/>
                        </a:rPr>
                        <a:t>Infant 1 : 1.5</a:t>
                      </a:r>
                    </a:p>
                  </a:txBody>
                  <a:tcPr/>
                </a:tc>
                <a:tc>
                  <a:txBody>
                    <a:bodyPr/>
                    <a:lstStyle/>
                    <a:p>
                      <a:r>
                        <a:rPr lang="en-US" dirty="0">
                          <a:latin typeface="Times New Roman" panose="02020603050405020304" pitchFamily="18" charset="0"/>
                          <a:cs typeface="Times New Roman" panose="02020603050405020304" pitchFamily="18" charset="0"/>
                        </a:rPr>
                        <a:t>5g /d</a:t>
                      </a:r>
                    </a:p>
                  </a:txBody>
                  <a:tcPr/>
                </a:tc>
                <a:tc>
                  <a:txBody>
                    <a:bodyPr/>
                    <a:lstStyle/>
                    <a:p>
                      <a:r>
                        <a:rPr lang="en-US" dirty="0">
                          <a:latin typeface="Times New Roman" panose="02020603050405020304" pitchFamily="18" charset="0"/>
                          <a:cs typeface="Times New Roman" panose="02020603050405020304" pitchFamily="18" charset="0"/>
                        </a:rPr>
                        <a:t>Desirable as 1:1 to sodium</a:t>
                      </a:r>
                    </a:p>
                  </a:txBody>
                  <a:tcPr/>
                </a:tc>
                <a:tc>
                  <a:txBody>
                    <a:bodyPr/>
                    <a:lstStyle/>
                    <a:p>
                      <a:r>
                        <a:rPr lang="en-US" dirty="0">
                          <a:latin typeface="Times New Roman" panose="02020603050405020304" pitchFamily="18" charset="0"/>
                          <a:cs typeface="Times New Roman" panose="02020603050405020304" pitchFamily="18" charset="0"/>
                        </a:rPr>
                        <a:t>440mg/d</a:t>
                      </a:r>
                    </a:p>
                  </a:txBody>
                  <a:tcPr/>
                </a:tc>
                <a:extLst>
                  <a:ext uri="{0D108BD9-81ED-4DB2-BD59-A6C34878D82A}">
                    <a16:rowId xmlns:a16="http://schemas.microsoft.com/office/drawing/2014/main" val="2968399814"/>
                  </a:ext>
                </a:extLst>
              </a:tr>
              <a:tr h="370840">
                <a:tc>
                  <a:txBody>
                    <a:bodyPr/>
                    <a:lstStyle/>
                    <a:p>
                      <a:r>
                        <a:rPr lang="en-US" b="1" dirty="0">
                          <a:latin typeface="Times New Roman" panose="02020603050405020304" pitchFamily="18" charset="0"/>
                          <a:cs typeface="Times New Roman" panose="02020603050405020304" pitchFamily="18" charset="0"/>
                        </a:rPr>
                        <a:t>Food stuff</a:t>
                      </a:r>
                    </a:p>
                  </a:txBody>
                  <a:tcPr/>
                </a:tc>
                <a:tc>
                  <a:txBody>
                    <a:bodyPr/>
                    <a:lstStyle/>
                    <a:p>
                      <a:r>
                        <a:rPr lang="en-US" dirty="0">
                          <a:latin typeface="Times New Roman" panose="02020603050405020304" pitchFamily="18" charset="0"/>
                          <a:cs typeface="Times New Roman" panose="02020603050405020304" pitchFamily="18" charset="0"/>
                        </a:rPr>
                        <a:t>Widely distributed</a:t>
                      </a:r>
                    </a:p>
                  </a:txBody>
                  <a:tcPr/>
                </a:tc>
                <a:tc>
                  <a:txBody>
                    <a:bodyPr/>
                    <a:lstStyle/>
                    <a:p>
                      <a:r>
                        <a:rPr lang="en-US" dirty="0">
                          <a:latin typeface="Times New Roman" panose="02020603050405020304" pitchFamily="18" charset="0"/>
                          <a:cs typeface="Times New Roman" panose="02020603050405020304" pitchFamily="18" charset="0"/>
                        </a:rPr>
                        <a:t>Present in most of the food, also added as table salt</a:t>
                      </a:r>
                    </a:p>
                  </a:txBody>
                  <a:tcPr/>
                </a:tc>
                <a:tc>
                  <a:txBody>
                    <a:bodyPr/>
                    <a:lstStyle/>
                    <a:p>
                      <a:r>
                        <a:rPr lang="en-US" dirty="0">
                          <a:latin typeface="Times New Roman" panose="02020603050405020304" pitchFamily="18" charset="0"/>
                          <a:cs typeface="Times New Roman" panose="02020603050405020304" pitchFamily="18" charset="0"/>
                        </a:rPr>
                        <a:t>Widely in </a:t>
                      </a:r>
                      <a:r>
                        <a:rPr lang="en-US" dirty="0" err="1">
                          <a:latin typeface="Times New Roman" panose="02020603050405020304" pitchFamily="18" charset="0"/>
                          <a:cs typeface="Times New Roman" panose="02020603050405020304" pitchFamily="18" charset="0"/>
                        </a:rPr>
                        <a:t>dood</a:t>
                      </a:r>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42446551"/>
                  </a:ext>
                </a:extLst>
              </a:tr>
              <a:tr h="370840">
                <a:tc>
                  <a:txBody>
                    <a:bodyPr/>
                    <a:lstStyle/>
                    <a:p>
                      <a:r>
                        <a:rPr lang="en-US" b="1" dirty="0">
                          <a:latin typeface="Times New Roman" panose="02020603050405020304" pitchFamily="18" charset="0"/>
                          <a:cs typeface="Times New Roman" panose="02020603050405020304" pitchFamily="18" charset="0"/>
                        </a:rPr>
                        <a:t>Deficiency</a:t>
                      </a:r>
                    </a:p>
                  </a:txBody>
                  <a:tcPr/>
                </a:tc>
                <a:tc>
                  <a:txBody>
                    <a:bodyPr/>
                    <a:lstStyle/>
                    <a:p>
                      <a:r>
                        <a:rPr lang="en-US" dirty="0">
                          <a:latin typeface="Times New Roman" panose="02020603050405020304" pitchFamily="18" charset="0"/>
                          <a:cs typeface="Times New Roman" panose="02020603050405020304" pitchFamily="18" charset="0"/>
                        </a:rPr>
                        <a:t>Rarely occur</a:t>
                      </a:r>
                    </a:p>
                  </a:txBody>
                  <a:tcPr/>
                </a:tc>
                <a:tc>
                  <a:txBody>
                    <a:bodyPr/>
                    <a:lstStyle/>
                    <a:p>
                      <a:r>
                        <a:rPr lang="en-US" dirty="0">
                          <a:latin typeface="Times New Roman" panose="02020603050405020304" pitchFamily="18" charset="0"/>
                          <a:cs typeface="Times New Roman" panose="02020603050405020304" pitchFamily="18" charset="0"/>
                        </a:rPr>
                        <a:t>Present as Muscular cramps</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Irritability, tetany, hyper-</a:t>
                      </a:r>
                      <a:r>
                        <a:rPr lang="en-US" dirty="0" err="1">
                          <a:latin typeface="Times New Roman" panose="02020603050405020304" pitchFamily="18" charset="0"/>
                          <a:cs typeface="Times New Roman" panose="02020603050405020304" pitchFamily="18" charset="0"/>
                        </a:rPr>
                        <a:t>reflexia</a:t>
                      </a:r>
                      <a:r>
                        <a:rPr lang="en-US" dirty="0">
                          <a:latin typeface="Times New Roman" panose="02020603050405020304" pitchFamily="18" charset="0"/>
                          <a:cs typeface="Times New Roman" panose="02020603050405020304" pitchFamily="18" charset="0"/>
                        </a:rPr>
                        <a:t>, occasionally hyporeflexia</a:t>
                      </a:r>
                    </a:p>
                  </a:txBody>
                  <a:tcPr/>
                </a:tc>
                <a:extLst>
                  <a:ext uri="{0D108BD9-81ED-4DB2-BD59-A6C34878D82A}">
                    <a16:rowId xmlns:a16="http://schemas.microsoft.com/office/drawing/2014/main" val="639184885"/>
                  </a:ext>
                </a:extLst>
              </a:tr>
              <a:tr h="629862">
                <a:tc>
                  <a:txBody>
                    <a:bodyPr/>
                    <a:lstStyle/>
                    <a:p>
                      <a:r>
                        <a:rPr lang="en-US" b="1" dirty="0">
                          <a:latin typeface="Times New Roman" panose="02020603050405020304" pitchFamily="18" charset="0"/>
                          <a:cs typeface="Times New Roman" panose="02020603050405020304" pitchFamily="18" charset="0"/>
                        </a:rPr>
                        <a:t>Excess</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&gt;10g / d, hypertension</a:t>
                      </a: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41490850"/>
                  </a:ext>
                </a:extLst>
              </a:tr>
              <a:tr h="0">
                <a:tc>
                  <a:txBody>
                    <a:bodyPr/>
                    <a:lstStyle/>
                    <a:p>
                      <a:r>
                        <a:rPr lang="en-US" b="1" dirty="0">
                          <a:latin typeface="Times New Roman" panose="02020603050405020304" pitchFamily="18" charset="0"/>
                          <a:cs typeface="Times New Roman" panose="02020603050405020304" pitchFamily="18" charset="0"/>
                        </a:rPr>
                        <a:t>Remarks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Present as phytin so only 40 – 60% absorbed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Loss - Sweat, Urine, Depends on climate, occupation and physical activity,</a:t>
                      </a:r>
                    </a:p>
                  </a:txBody>
                  <a:tcPr/>
                </a:tc>
                <a:tc>
                  <a:txBody>
                    <a:bodyPr/>
                    <a:lstStyle/>
                    <a:p>
                      <a:r>
                        <a:rPr lang="en-US" dirty="0">
                          <a:latin typeface="Times New Roman" panose="02020603050405020304" pitchFamily="18" charset="0"/>
                          <a:cs typeface="Times New Roman" panose="02020603050405020304" pitchFamily="18" charset="0"/>
                        </a:rPr>
                        <a:t>Dec blood pressure, slow response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Def occur in Chronic alcoholics, cirrhosis, toxemia of </a:t>
                      </a:r>
                      <a:r>
                        <a:rPr lang="en-US" dirty="0" err="1">
                          <a:latin typeface="Times New Roman" panose="02020603050405020304" pitchFamily="18" charset="0"/>
                          <a:cs typeface="Times New Roman" panose="02020603050405020304" pitchFamily="18" charset="0"/>
                        </a:rPr>
                        <a:t>preg</a:t>
                      </a:r>
                      <a:r>
                        <a:rPr lang="en-US" dirty="0">
                          <a:latin typeface="Times New Roman" panose="02020603050405020304" pitchFamily="18" charset="0"/>
                          <a:cs typeface="Times New Roman" panose="02020603050405020304" pitchFamily="18" charset="0"/>
                        </a:rPr>
                        <a:t>, PEM, malabsorption</a:t>
                      </a:r>
                    </a:p>
                  </a:txBody>
                  <a:tcPr/>
                </a:tc>
                <a:extLst>
                  <a:ext uri="{0D108BD9-81ED-4DB2-BD59-A6C34878D82A}">
                    <a16:rowId xmlns:a16="http://schemas.microsoft.com/office/drawing/2014/main" val="2743309087"/>
                  </a:ext>
                </a:extLst>
              </a:tr>
            </a:tbl>
          </a:graphicData>
        </a:graphic>
      </p:graphicFrame>
    </p:spTree>
    <p:extLst>
      <p:ext uri="{BB962C8B-B14F-4D97-AF65-F5344CB8AC3E}">
        <p14:creationId xmlns:p14="http://schemas.microsoft.com/office/powerpoint/2010/main" val="461947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2B519FF-1F0C-45F5-CC13-6A5CD3973EB3}"/>
              </a:ext>
            </a:extLst>
          </p:cNvPr>
          <p:cNvPicPr>
            <a:picLocks noChangeAspect="1"/>
          </p:cNvPicPr>
          <p:nvPr/>
        </p:nvPicPr>
        <p:blipFill rotWithShape="1">
          <a:blip r:embed="rId2">
            <a:alphaModFix amt="60000"/>
          </a:blip>
          <a:src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1778C8BC-0529-C004-78A8-2299EDB34FBB}"/>
              </a:ext>
            </a:extLst>
          </p:cNvPr>
          <p:cNvSpPr>
            <a:spLocks noGrp="1"/>
          </p:cNvSpPr>
          <p:nvPr>
            <p:ph type="title"/>
          </p:nvPr>
        </p:nvSpPr>
        <p:spPr>
          <a:xfrm>
            <a:off x="838200" y="914402"/>
            <a:ext cx="10515600" cy="2985923"/>
          </a:xfrm>
        </p:spPr>
        <p:txBody>
          <a:bodyPr vert="horz" lIns="91440" tIns="45720" rIns="91440" bIns="45720" rtlCol="0" anchor="b">
            <a:normAutofit/>
          </a:bodyPr>
          <a:lstStyle/>
          <a:p>
            <a:pPr algn="ctr"/>
            <a:r>
              <a:rPr lang="en-US" sz="5200" dirty="0">
                <a:solidFill>
                  <a:srgbClr val="FFFFFF"/>
                </a:solidFill>
              </a:rPr>
              <a:t>Trace Minerals</a:t>
            </a:r>
          </a:p>
        </p:txBody>
      </p:sp>
    </p:spTree>
    <p:extLst>
      <p:ext uri="{BB962C8B-B14F-4D97-AF65-F5344CB8AC3E}">
        <p14:creationId xmlns:p14="http://schemas.microsoft.com/office/powerpoint/2010/main" val="344926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70619E0F-C2CF-ACDB-9101-01B3CB28E4D4}"/>
              </a:ext>
            </a:extLst>
          </p:cNvPr>
          <p:cNvGraphicFramePr>
            <a:graphicFrameLocks noGrp="1"/>
          </p:cNvGraphicFramePr>
          <p:nvPr>
            <p:ph idx="1"/>
            <p:extLst>
              <p:ext uri="{D42A27DB-BD31-4B8C-83A1-F6EECF244321}">
                <p14:modId xmlns:p14="http://schemas.microsoft.com/office/powerpoint/2010/main" val="1501506283"/>
              </p:ext>
            </p:extLst>
          </p:nvPr>
        </p:nvGraphicFramePr>
        <p:xfrm>
          <a:off x="135774" y="129827"/>
          <a:ext cx="11920452" cy="6553604"/>
        </p:xfrm>
        <a:graphic>
          <a:graphicData uri="http://schemas.openxmlformats.org/drawingml/2006/table">
            <a:tbl>
              <a:tblPr firstRow="1" bandRow="1">
                <a:tableStyleId>{5C22544A-7EE6-4342-B048-85BDC9FD1C3A}</a:tableStyleId>
              </a:tblPr>
              <a:tblGrid>
                <a:gridCol w="1560022">
                  <a:extLst>
                    <a:ext uri="{9D8B030D-6E8A-4147-A177-3AD203B41FA5}">
                      <a16:colId xmlns:a16="http://schemas.microsoft.com/office/drawing/2014/main" val="3132055368"/>
                    </a:ext>
                  </a:extLst>
                </a:gridCol>
                <a:gridCol w="10360430">
                  <a:extLst>
                    <a:ext uri="{9D8B030D-6E8A-4147-A177-3AD203B41FA5}">
                      <a16:colId xmlns:a16="http://schemas.microsoft.com/office/drawing/2014/main" val="330980640"/>
                    </a:ext>
                  </a:extLst>
                </a:gridCol>
              </a:tblGrid>
              <a:tr h="414569">
                <a:tc>
                  <a:txBody>
                    <a:bodyPr/>
                    <a:lstStyle/>
                    <a:p>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Iron</a:t>
                      </a:r>
                    </a:p>
                  </a:txBody>
                  <a:tcPr/>
                </a:tc>
                <a:extLst>
                  <a:ext uri="{0D108BD9-81ED-4DB2-BD59-A6C34878D82A}">
                    <a16:rowId xmlns:a16="http://schemas.microsoft.com/office/drawing/2014/main" val="2117975246"/>
                  </a:ext>
                </a:extLst>
              </a:tr>
              <a:tr h="414569">
                <a:tc>
                  <a:txBody>
                    <a:bodyPr/>
                    <a:lstStyle/>
                    <a:p>
                      <a:r>
                        <a:rPr lang="en-US" sz="2000" b="1" dirty="0">
                          <a:latin typeface="Times New Roman" panose="02020603050405020304" pitchFamily="18" charset="0"/>
                          <a:cs typeface="Times New Roman" panose="02020603050405020304" pitchFamily="18" charset="0"/>
                        </a:rPr>
                        <a:t>Presence  </a:t>
                      </a:r>
                    </a:p>
                  </a:txBody>
                  <a:tcPr/>
                </a:tc>
                <a:tc>
                  <a:txBody>
                    <a:bodyPr/>
                    <a:lstStyle/>
                    <a:p>
                      <a:r>
                        <a:rPr lang="en-US" sz="2000" dirty="0">
                          <a:latin typeface="Times New Roman" panose="02020603050405020304" pitchFamily="18" charset="0"/>
                          <a:cs typeface="Times New Roman" panose="02020603050405020304" pitchFamily="18" charset="0"/>
                        </a:rPr>
                        <a:t>3 – 4 g (60 – 70% in blood), 1 – 1.5 g  as storage, 3.34mg / g hemoglobin</a:t>
                      </a:r>
                    </a:p>
                  </a:txBody>
                  <a:tcPr/>
                </a:tc>
                <a:extLst>
                  <a:ext uri="{0D108BD9-81ED-4DB2-BD59-A6C34878D82A}">
                    <a16:rowId xmlns:a16="http://schemas.microsoft.com/office/drawing/2014/main" val="301982537"/>
                  </a:ext>
                </a:extLst>
              </a:tr>
              <a:tr h="1022226">
                <a:tc>
                  <a:txBody>
                    <a:bodyPr/>
                    <a:lstStyle/>
                    <a:p>
                      <a:r>
                        <a:rPr lang="en-US" sz="2000" b="1" dirty="0">
                          <a:latin typeface="Times New Roman" panose="02020603050405020304" pitchFamily="18" charset="0"/>
                          <a:cs typeface="Times New Roman" panose="02020603050405020304" pitchFamily="18" charset="0"/>
                        </a:rPr>
                        <a:t>Function</a:t>
                      </a:r>
                    </a:p>
                  </a:txBody>
                  <a:tcPr/>
                </a:tc>
                <a:tc>
                  <a:txBody>
                    <a:bodyPr/>
                    <a:lstStyle/>
                    <a:p>
                      <a:r>
                        <a:rPr lang="en-US" sz="2000" dirty="0">
                          <a:latin typeface="Times New Roman" panose="02020603050405020304" pitchFamily="18" charset="0"/>
                          <a:cs typeface="Times New Roman" panose="02020603050405020304" pitchFamily="18" charset="0"/>
                        </a:rPr>
                        <a:t>Hemoglobin, neurodevelopment, thermo-homeostasis, muscle activity, catecholamine metabolism, myoglobin, cytochromes catalase. </a:t>
                      </a:r>
                    </a:p>
                    <a:p>
                      <a:r>
                        <a:rPr lang="en-US" sz="2000" dirty="0">
                          <a:latin typeface="Times New Roman" panose="02020603050405020304" pitchFamily="18" charset="0"/>
                          <a:cs typeface="Times New Roman" panose="02020603050405020304" pitchFamily="18" charset="0"/>
                        </a:rPr>
                        <a:t>Central </a:t>
                      </a:r>
                      <a:r>
                        <a:rPr lang="en-US" sz="2000" dirty="0" err="1">
                          <a:latin typeface="Times New Roman" panose="02020603050405020304" pitchFamily="18" charset="0"/>
                          <a:cs typeface="Times New Roman" panose="02020603050405020304" pitchFamily="18" charset="0"/>
                        </a:rPr>
                        <a:t>func</a:t>
                      </a:r>
                      <a:r>
                        <a:rPr lang="en-US" sz="2000" dirty="0">
                          <a:latin typeface="Times New Roman" panose="02020603050405020304" pitchFamily="18" charset="0"/>
                          <a:cs typeface="Times New Roman" panose="02020603050405020304" pitchFamily="18" charset="0"/>
                        </a:rPr>
                        <a:t> - oxygen transporter</a:t>
                      </a:r>
                    </a:p>
                  </a:txBody>
                  <a:tcPr/>
                </a:tc>
                <a:extLst>
                  <a:ext uri="{0D108BD9-81ED-4DB2-BD59-A6C34878D82A}">
                    <a16:rowId xmlns:a16="http://schemas.microsoft.com/office/drawing/2014/main" val="1942769382"/>
                  </a:ext>
                </a:extLst>
              </a:tr>
              <a:tr h="1635562">
                <a:tc>
                  <a:txBody>
                    <a:bodyPr/>
                    <a:lstStyle/>
                    <a:p>
                      <a:r>
                        <a:rPr lang="en-US" sz="2000" b="1" dirty="0">
                          <a:latin typeface="Times New Roman" panose="02020603050405020304" pitchFamily="18" charset="0"/>
                          <a:cs typeface="Times New Roman" panose="02020603050405020304" pitchFamily="18" charset="0"/>
                        </a:rPr>
                        <a:t>Source</a:t>
                      </a:r>
                    </a:p>
                  </a:txBody>
                  <a:tcPr/>
                </a:tc>
                <a:tc>
                  <a:txBody>
                    <a:bodyPr/>
                    <a:lstStyle/>
                    <a:p>
                      <a:r>
                        <a:rPr lang="en-US" sz="2000" dirty="0">
                          <a:latin typeface="Times New Roman" panose="02020603050405020304" pitchFamily="18" charset="0"/>
                          <a:cs typeface="Times New Roman" panose="02020603050405020304" pitchFamily="18" charset="0"/>
                        </a:rPr>
                        <a:t>Heme – liver, meat, poultry and fish; also </a:t>
                      </a:r>
                      <a:r>
                        <a:rPr lang="en-US" sz="2000" dirty="0" err="1">
                          <a:latin typeface="Times New Roman" panose="02020603050405020304" pitchFamily="18" charset="0"/>
                          <a:cs typeface="Times New Roman" panose="02020603050405020304" pitchFamily="18" charset="0"/>
                        </a:rPr>
                        <a:t>inc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absorp</a:t>
                      </a:r>
                      <a:r>
                        <a:rPr lang="en-US" sz="2000" dirty="0">
                          <a:latin typeface="Times New Roman" panose="02020603050405020304" pitchFamily="18" charset="0"/>
                          <a:cs typeface="Times New Roman" panose="02020603050405020304" pitchFamily="18" charset="0"/>
                        </a:rPr>
                        <a:t> of non – heme iron</a:t>
                      </a:r>
                    </a:p>
                    <a:p>
                      <a:r>
                        <a:rPr lang="en-US" sz="2000" dirty="0">
                          <a:latin typeface="Times New Roman" panose="02020603050405020304" pitchFamily="18" charset="0"/>
                          <a:cs typeface="Times New Roman" panose="02020603050405020304" pitchFamily="18" charset="0"/>
                        </a:rPr>
                        <a:t>Breast milk – 0.2mg/dl</a:t>
                      </a:r>
                    </a:p>
                    <a:p>
                      <a:r>
                        <a:rPr lang="en-US" sz="2000" dirty="0">
                          <a:latin typeface="Times New Roman" panose="02020603050405020304" pitchFamily="18" charset="0"/>
                          <a:cs typeface="Times New Roman" panose="02020603050405020304" pitchFamily="18" charset="0"/>
                        </a:rPr>
                        <a:t>Non – heme: cereals, leafy veg, legumes, nuts, jaggery</a:t>
                      </a:r>
                    </a:p>
                    <a:p>
                      <a:r>
                        <a:rPr lang="en-US" sz="2000" dirty="0">
                          <a:latin typeface="Times New Roman" panose="02020603050405020304" pitchFamily="18" charset="0"/>
                          <a:cs typeface="Times New Roman" panose="02020603050405020304" pitchFamily="18" charset="0"/>
                        </a:rPr>
                        <a:t>Bioavailability of non-heme is low d/t phytates (bran), phosphates (yolk), tannins (tea), oxalates (veg). Significant amount – iron cooking vessels</a:t>
                      </a:r>
                    </a:p>
                  </a:txBody>
                  <a:tcPr/>
                </a:tc>
                <a:extLst>
                  <a:ext uri="{0D108BD9-81ED-4DB2-BD59-A6C34878D82A}">
                    <a16:rowId xmlns:a16="http://schemas.microsoft.com/office/drawing/2014/main" val="1478380025"/>
                  </a:ext>
                </a:extLst>
              </a:tr>
              <a:tr h="1022226">
                <a:tc>
                  <a:txBody>
                    <a:bodyPr/>
                    <a:lstStyle/>
                    <a:p>
                      <a:r>
                        <a:rPr lang="en-US" sz="2000" b="1" dirty="0">
                          <a:latin typeface="Times New Roman" panose="02020603050405020304" pitchFamily="18" charset="0"/>
                          <a:cs typeface="Times New Roman" panose="02020603050405020304" pitchFamily="18" charset="0"/>
                        </a:rPr>
                        <a:t>Absorption</a:t>
                      </a:r>
                    </a:p>
                  </a:txBody>
                  <a:tcPr/>
                </a:tc>
                <a:tc>
                  <a:txBody>
                    <a:bodyPr/>
                    <a:lstStyle/>
                    <a:p>
                      <a:r>
                        <a:rPr lang="en-US" sz="2000" dirty="0">
                          <a:latin typeface="Times New Roman" panose="02020603050405020304" pitchFamily="18" charset="0"/>
                          <a:cs typeface="Times New Roman" panose="02020603050405020304" pitchFamily="18" charset="0"/>
                        </a:rPr>
                        <a:t>Duodenum, upper small intestine; promoters – ascorbic acid. Dec in case of duodenal dis (celiac dis, tropical sprue). Less than 5% absorbed</a:t>
                      </a:r>
                    </a:p>
                    <a:p>
                      <a:r>
                        <a:rPr lang="en-US" sz="2000" dirty="0">
                          <a:latin typeface="Times New Roman" panose="02020603050405020304" pitchFamily="18" charset="0"/>
                          <a:cs typeface="Times New Roman" panose="02020603050405020304" pitchFamily="18" charset="0"/>
                        </a:rPr>
                        <a:t>Iron </a:t>
                      </a:r>
                      <a:r>
                        <a:rPr lang="en-US" sz="2000" dirty="0">
                          <a:latin typeface="Times New Roman" panose="02020603050405020304" pitchFamily="18" charset="0"/>
                          <a:cs typeface="Times New Roman" panose="02020603050405020304" pitchFamily="18" charset="0"/>
                          <a:sym typeface="Wingdings" panose="05000000000000000000" pitchFamily="2" charset="2"/>
                        </a:rPr>
                        <a:t>plasma ferritin  store(liver, kidney, marrow, spleen)</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86197279"/>
                  </a:ext>
                </a:extLst>
              </a:tr>
              <a:tr h="1022226">
                <a:tc>
                  <a:txBody>
                    <a:bodyPr/>
                    <a:lstStyle/>
                    <a:p>
                      <a:r>
                        <a:rPr lang="en-US" sz="2000" b="1" dirty="0">
                          <a:latin typeface="Times New Roman" panose="02020603050405020304" pitchFamily="18" charset="0"/>
                          <a:cs typeface="Times New Roman" panose="02020603050405020304" pitchFamily="18" charset="0"/>
                        </a:rPr>
                        <a:t>Losses</a:t>
                      </a:r>
                    </a:p>
                  </a:txBody>
                  <a:tcPr/>
                </a:tc>
                <a:tc>
                  <a:txBody>
                    <a:bodyPr/>
                    <a:lstStyle/>
                    <a:p>
                      <a:r>
                        <a:rPr lang="en-US" sz="2000" dirty="0">
                          <a:latin typeface="Times New Roman" panose="02020603050405020304" pitchFamily="18" charset="0"/>
                          <a:cs typeface="Times New Roman" panose="02020603050405020304" pitchFamily="18" charset="0"/>
                        </a:rPr>
                        <a:t>1mg/d in adults, 12.5mg per menstrual cycle. Hemorrhage – Physio (menstruation, childbirth), </a:t>
                      </a:r>
                      <a:r>
                        <a:rPr lang="en-US" sz="2000" dirty="0" err="1">
                          <a:latin typeface="Times New Roman" panose="02020603050405020304" pitchFamily="18" charset="0"/>
                          <a:cs typeface="Times New Roman" panose="02020603050405020304" pitchFamily="18" charset="0"/>
                        </a:rPr>
                        <a:t>patho</a:t>
                      </a:r>
                      <a:r>
                        <a:rPr lang="en-US" sz="2000" dirty="0">
                          <a:latin typeface="Times New Roman" panose="02020603050405020304" pitchFamily="18" charset="0"/>
                          <a:cs typeface="Times New Roman" panose="02020603050405020304" pitchFamily="18" charset="0"/>
                        </a:rPr>
                        <a:t> (hookworm, malaria, hemorrhoids, </a:t>
                      </a:r>
                      <a:r>
                        <a:rPr lang="en-US" sz="2000" dirty="0" err="1">
                          <a:latin typeface="Times New Roman" panose="02020603050405020304" pitchFamily="18" charset="0"/>
                          <a:cs typeface="Times New Roman" panose="02020603050405020304" pitchFamily="18" charset="0"/>
                        </a:rPr>
                        <a:t>pud</a:t>
                      </a:r>
                      <a:r>
                        <a:rPr lang="en-US" sz="2000" dirty="0">
                          <a:latin typeface="Times New Roman" panose="02020603050405020304" pitchFamily="18" charset="0"/>
                          <a:cs typeface="Times New Roman" panose="02020603050405020304" pitchFamily="18" charset="0"/>
                        </a:rPr>
                        <a:t>). Basal losses (sweat, bile, desquamated surface cells)</a:t>
                      </a:r>
                    </a:p>
                    <a:p>
                      <a:r>
                        <a:rPr lang="en-US" sz="2000" dirty="0">
                          <a:latin typeface="Times New Roman" panose="02020603050405020304" pitchFamily="18" charset="0"/>
                          <a:cs typeface="Times New Roman" panose="02020603050405020304" pitchFamily="18" charset="0"/>
                        </a:rPr>
                        <a:t>IUD – </a:t>
                      </a:r>
                      <a:r>
                        <a:rPr lang="en-US" sz="2000" dirty="0" err="1">
                          <a:latin typeface="Times New Roman" panose="02020603050405020304" pitchFamily="18" charset="0"/>
                          <a:cs typeface="Times New Roman" panose="02020603050405020304" pitchFamily="18" charset="0"/>
                        </a:rPr>
                        <a:t>inc</a:t>
                      </a:r>
                      <a:r>
                        <a:rPr lang="en-US" sz="2000" dirty="0">
                          <a:latin typeface="Times New Roman" panose="02020603050405020304" pitchFamily="18" charset="0"/>
                          <a:cs typeface="Times New Roman" panose="02020603050405020304" pitchFamily="18" charset="0"/>
                        </a:rPr>
                        <a:t> loss by 35 to 146%, hormonal contraceptive dec loss by 50%</a:t>
                      </a:r>
                    </a:p>
                  </a:txBody>
                  <a:tcPr/>
                </a:tc>
                <a:extLst>
                  <a:ext uri="{0D108BD9-81ED-4DB2-BD59-A6C34878D82A}">
                    <a16:rowId xmlns:a16="http://schemas.microsoft.com/office/drawing/2014/main" val="3014584492"/>
                  </a:ext>
                </a:extLst>
              </a:tr>
              <a:tr h="1022226">
                <a:tc>
                  <a:txBody>
                    <a:bodyPr/>
                    <a:lstStyle/>
                    <a:p>
                      <a:r>
                        <a:rPr lang="en-US" sz="2000" b="1" dirty="0">
                          <a:latin typeface="Times New Roman" panose="02020603050405020304" pitchFamily="18" charset="0"/>
                          <a:cs typeface="Times New Roman" panose="02020603050405020304" pitchFamily="18" charset="0"/>
                        </a:rPr>
                        <a:t>Evaluation of Iron status</a:t>
                      </a:r>
                    </a:p>
                  </a:txBody>
                  <a:tcPr/>
                </a:tc>
                <a:tc>
                  <a:txBody>
                    <a:bodyPr/>
                    <a:lstStyle/>
                    <a:p>
                      <a:r>
                        <a:rPr lang="en-US" sz="2000" dirty="0">
                          <a:latin typeface="Times New Roman" panose="02020603050405020304" pitchFamily="18" charset="0"/>
                          <a:cs typeface="Times New Roman" panose="02020603050405020304" pitchFamily="18" charset="0"/>
                        </a:rPr>
                        <a:t>Hemoglobin concentration, serum iron concentration ( 0.8 – 1.8 mg/l; &lt;0.5 is iron def)</a:t>
                      </a:r>
                    </a:p>
                    <a:p>
                      <a:r>
                        <a:rPr lang="en-US" sz="2000" dirty="0">
                          <a:latin typeface="Times New Roman" panose="02020603050405020304" pitchFamily="18" charset="0"/>
                          <a:cs typeface="Times New Roman" panose="02020603050405020304" pitchFamily="18" charset="0"/>
                        </a:rPr>
                        <a:t>Serum ferritin – most sensitive, reflect iron storage, &lt;10mcg/l indicate absence of stored iron</a:t>
                      </a:r>
                    </a:p>
                    <a:p>
                      <a:r>
                        <a:rPr lang="en-US" sz="2000" dirty="0">
                          <a:latin typeface="Times New Roman" panose="02020603050405020304" pitchFamily="18" charset="0"/>
                          <a:cs typeface="Times New Roman" panose="02020603050405020304" pitchFamily="18" charset="0"/>
                        </a:rPr>
                        <a:t>Transferrin saturation - &gt; 15%, Normal value – 30%</a:t>
                      </a:r>
                    </a:p>
                  </a:txBody>
                  <a:tcPr/>
                </a:tc>
                <a:extLst>
                  <a:ext uri="{0D108BD9-81ED-4DB2-BD59-A6C34878D82A}">
                    <a16:rowId xmlns:a16="http://schemas.microsoft.com/office/drawing/2014/main" val="2188161220"/>
                  </a:ext>
                </a:extLst>
              </a:tr>
            </a:tbl>
          </a:graphicData>
        </a:graphic>
      </p:graphicFrame>
    </p:spTree>
    <p:extLst>
      <p:ext uri="{BB962C8B-B14F-4D97-AF65-F5344CB8AC3E}">
        <p14:creationId xmlns:p14="http://schemas.microsoft.com/office/powerpoint/2010/main" val="783129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426A4-21DC-FB8E-79F0-D83BA4E494FC}"/>
              </a:ext>
            </a:extLst>
          </p:cNvPr>
          <p:cNvSpPr>
            <a:spLocks noGrp="1"/>
          </p:cNvSpPr>
          <p:nvPr>
            <p:ph type="title"/>
          </p:nvPr>
        </p:nvSpPr>
        <p:spPr/>
        <p:txBody>
          <a:bodyPr/>
          <a:lstStyle/>
          <a:p>
            <a:r>
              <a:rPr lang="en-US" dirty="0"/>
              <a:t>Anemia</a:t>
            </a:r>
          </a:p>
        </p:txBody>
      </p:sp>
      <p:pic>
        <p:nvPicPr>
          <p:cNvPr id="5" name="Content Placeholder 4">
            <a:extLst>
              <a:ext uri="{FF2B5EF4-FFF2-40B4-BE49-F238E27FC236}">
                <a16:creationId xmlns:a16="http://schemas.microsoft.com/office/drawing/2014/main" id="{FD79D1B8-A0A7-0F4C-5E19-8A87C41AA467}"/>
              </a:ext>
            </a:extLst>
          </p:cNvPr>
          <p:cNvPicPr>
            <a:picLocks noGrp="1" noChangeAspect="1"/>
          </p:cNvPicPr>
          <p:nvPr>
            <p:ph idx="1"/>
          </p:nvPr>
        </p:nvPicPr>
        <p:blipFill>
          <a:blip r:embed="rId2"/>
          <a:stretch>
            <a:fillRect/>
          </a:stretch>
        </p:blipFill>
        <p:spPr>
          <a:xfrm>
            <a:off x="332510" y="1496098"/>
            <a:ext cx="11621192" cy="5051344"/>
          </a:xfrm>
        </p:spPr>
      </p:pic>
    </p:spTree>
    <p:extLst>
      <p:ext uri="{BB962C8B-B14F-4D97-AF65-F5344CB8AC3E}">
        <p14:creationId xmlns:p14="http://schemas.microsoft.com/office/powerpoint/2010/main" val="2056745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90760-4B50-DF65-F8B9-8A108A14958D}"/>
              </a:ext>
            </a:extLst>
          </p:cNvPr>
          <p:cNvSpPr>
            <a:spLocks noGrp="1"/>
          </p:cNvSpPr>
          <p:nvPr>
            <p:ph type="title"/>
          </p:nvPr>
        </p:nvSpPr>
        <p:spPr/>
        <p:txBody>
          <a:bodyPr/>
          <a:lstStyle/>
          <a:p>
            <a:r>
              <a:rPr lang="en-US" dirty="0"/>
              <a:t>6*6*6</a:t>
            </a:r>
          </a:p>
        </p:txBody>
      </p:sp>
      <p:sp>
        <p:nvSpPr>
          <p:cNvPr id="3" name="Content Placeholder 2">
            <a:extLst>
              <a:ext uri="{FF2B5EF4-FFF2-40B4-BE49-F238E27FC236}">
                <a16:creationId xmlns:a16="http://schemas.microsoft.com/office/drawing/2014/main" id="{8AE9574F-7BEC-9114-5BD9-5525B91D701F}"/>
              </a:ext>
            </a:extLst>
          </p:cNvPr>
          <p:cNvSpPr>
            <a:spLocks noGrp="1"/>
          </p:cNvSpPr>
          <p:nvPr>
            <p:ph idx="1"/>
          </p:nvPr>
        </p:nvSpPr>
        <p:spPr/>
        <p:txBody>
          <a:bodyPr/>
          <a:lstStyle/>
          <a:p>
            <a:r>
              <a:rPr lang="en-US" dirty="0"/>
              <a:t>Intervention</a:t>
            </a:r>
          </a:p>
          <a:p>
            <a:pPr lvl="1"/>
            <a:r>
              <a:rPr lang="en-US" dirty="0"/>
              <a:t>Prophylactic IFA</a:t>
            </a:r>
          </a:p>
          <a:p>
            <a:pPr lvl="1"/>
            <a:r>
              <a:rPr lang="en-US" dirty="0"/>
              <a:t>Deworming</a:t>
            </a:r>
          </a:p>
          <a:p>
            <a:pPr lvl="1"/>
            <a:r>
              <a:rPr lang="en-US" dirty="0"/>
              <a:t>Intensified year-round </a:t>
            </a:r>
            <a:r>
              <a:rPr lang="en-US" dirty="0" err="1"/>
              <a:t>Behaviour</a:t>
            </a:r>
            <a:r>
              <a:rPr lang="en-US" dirty="0"/>
              <a:t> Change Communication Campaign (Solid Body, Smart Mind) including ensuring delayed cord clamping</a:t>
            </a:r>
          </a:p>
          <a:p>
            <a:pPr lvl="1"/>
            <a:r>
              <a:rPr lang="en-US" dirty="0"/>
              <a:t>Testing of anemia using digital methods and point of care treatment</a:t>
            </a:r>
          </a:p>
          <a:p>
            <a:pPr lvl="1"/>
            <a:r>
              <a:rPr lang="en-US" dirty="0"/>
              <a:t>Mandatory provision of Iron Folic Acid fortified foods in public health </a:t>
            </a:r>
            <a:r>
              <a:rPr lang="en-US" dirty="0" err="1"/>
              <a:t>programmes</a:t>
            </a:r>
            <a:endParaRPr lang="en-US" dirty="0"/>
          </a:p>
          <a:p>
            <a:pPr lvl="1"/>
            <a:r>
              <a:rPr lang="en-US" dirty="0"/>
              <a:t>Addressing non-nutritional causes of anemia in endemic pockets, with special focus on malaria, haemoglobinopathies and fluorosis</a:t>
            </a:r>
          </a:p>
        </p:txBody>
      </p:sp>
    </p:spTree>
    <p:extLst>
      <p:ext uri="{BB962C8B-B14F-4D97-AF65-F5344CB8AC3E}">
        <p14:creationId xmlns:p14="http://schemas.microsoft.com/office/powerpoint/2010/main" val="1125121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C91C00-C49E-69CD-ECD8-A6BBE4C54970}"/>
              </a:ext>
            </a:extLst>
          </p:cNvPr>
          <p:cNvPicPr>
            <a:picLocks noChangeAspect="1"/>
          </p:cNvPicPr>
          <p:nvPr/>
        </p:nvPicPr>
        <p:blipFill>
          <a:blip r:embed="rId2"/>
          <a:stretch>
            <a:fillRect/>
          </a:stretch>
        </p:blipFill>
        <p:spPr>
          <a:xfrm>
            <a:off x="1823712" y="0"/>
            <a:ext cx="8544576" cy="6858000"/>
          </a:xfrm>
          <a:prstGeom prst="rect">
            <a:avLst/>
          </a:prstGeom>
        </p:spPr>
      </p:pic>
    </p:spTree>
    <p:extLst>
      <p:ext uri="{BB962C8B-B14F-4D97-AF65-F5344CB8AC3E}">
        <p14:creationId xmlns:p14="http://schemas.microsoft.com/office/powerpoint/2010/main" val="3214087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64110F-855F-C23D-2764-0D1672146D82}"/>
              </a:ext>
            </a:extLst>
          </p:cNvPr>
          <p:cNvPicPr>
            <a:picLocks noChangeAspect="1"/>
          </p:cNvPicPr>
          <p:nvPr/>
        </p:nvPicPr>
        <p:blipFill>
          <a:blip r:embed="rId2"/>
          <a:stretch>
            <a:fillRect/>
          </a:stretch>
        </p:blipFill>
        <p:spPr>
          <a:xfrm>
            <a:off x="102513" y="515389"/>
            <a:ext cx="11969875" cy="5818909"/>
          </a:xfrm>
          <a:prstGeom prst="rect">
            <a:avLst/>
          </a:prstGeom>
        </p:spPr>
      </p:pic>
    </p:spTree>
    <p:extLst>
      <p:ext uri="{BB962C8B-B14F-4D97-AF65-F5344CB8AC3E}">
        <p14:creationId xmlns:p14="http://schemas.microsoft.com/office/powerpoint/2010/main" val="2091192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766C8-9320-5BF7-14D5-20FE80E32D9E}"/>
              </a:ext>
            </a:extLst>
          </p:cNvPr>
          <p:cNvSpPr>
            <a:spLocks noGrp="1"/>
          </p:cNvSpPr>
          <p:nvPr>
            <p:ph type="title"/>
          </p:nvPr>
        </p:nvSpPr>
        <p:spPr/>
        <p:txBody>
          <a:bodyPr/>
          <a:lstStyle/>
          <a:p>
            <a:r>
              <a:rPr lang="en-US" dirty="0"/>
              <a:t>6 institutional mechanism</a:t>
            </a:r>
          </a:p>
        </p:txBody>
      </p:sp>
      <p:sp>
        <p:nvSpPr>
          <p:cNvPr id="3" name="Content Placeholder 2">
            <a:extLst>
              <a:ext uri="{FF2B5EF4-FFF2-40B4-BE49-F238E27FC236}">
                <a16:creationId xmlns:a16="http://schemas.microsoft.com/office/drawing/2014/main" id="{6957AA77-9ED2-0397-0FF6-863DC50C1242}"/>
              </a:ext>
            </a:extLst>
          </p:cNvPr>
          <p:cNvSpPr>
            <a:spLocks noGrp="1"/>
          </p:cNvSpPr>
          <p:nvPr>
            <p:ph idx="1"/>
          </p:nvPr>
        </p:nvSpPr>
        <p:spPr/>
        <p:txBody>
          <a:bodyPr/>
          <a:lstStyle/>
          <a:p>
            <a:r>
              <a:rPr lang="en-US" dirty="0"/>
              <a:t>Intra-ministerial coordination</a:t>
            </a:r>
          </a:p>
          <a:p>
            <a:r>
              <a:rPr lang="en-US" dirty="0"/>
              <a:t>National AMB Unit</a:t>
            </a:r>
          </a:p>
          <a:p>
            <a:r>
              <a:rPr lang="en-US" dirty="0"/>
              <a:t>National Centre of Excellence and advanced research on Anemia Control</a:t>
            </a:r>
          </a:p>
          <a:p>
            <a:r>
              <a:rPr lang="en-US" dirty="0"/>
              <a:t>Convergence with other </a:t>
            </a:r>
            <a:r>
              <a:rPr lang="en-US" dirty="0" err="1"/>
              <a:t>ministeries</a:t>
            </a:r>
            <a:endParaRPr lang="en-US" dirty="0"/>
          </a:p>
          <a:p>
            <a:r>
              <a:rPr lang="en-US" dirty="0"/>
              <a:t>Strengthening supply chain and logistics</a:t>
            </a:r>
          </a:p>
          <a:p>
            <a:r>
              <a:rPr lang="en-US" dirty="0"/>
              <a:t>AMB Dashboard and Digital Portal</a:t>
            </a:r>
          </a:p>
        </p:txBody>
      </p:sp>
    </p:spTree>
    <p:extLst>
      <p:ext uri="{BB962C8B-B14F-4D97-AF65-F5344CB8AC3E}">
        <p14:creationId xmlns:p14="http://schemas.microsoft.com/office/powerpoint/2010/main" val="4236448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687E6-7C56-331A-9BEA-CC37A3D1B1FB}"/>
              </a:ext>
            </a:extLst>
          </p:cNvPr>
          <p:cNvSpPr>
            <a:spLocks noGrp="1"/>
          </p:cNvSpPr>
          <p:nvPr>
            <p:ph type="title"/>
          </p:nvPr>
        </p:nvSpPr>
        <p:spPr/>
        <p:txBody>
          <a:bodyPr/>
          <a:lstStyle/>
          <a:p>
            <a:r>
              <a:rPr lang="en-US" dirty="0"/>
              <a:t>Iodine and Fluorine</a:t>
            </a:r>
          </a:p>
        </p:txBody>
      </p:sp>
      <p:graphicFrame>
        <p:nvGraphicFramePr>
          <p:cNvPr id="4" name="Content Placeholder 3">
            <a:extLst>
              <a:ext uri="{FF2B5EF4-FFF2-40B4-BE49-F238E27FC236}">
                <a16:creationId xmlns:a16="http://schemas.microsoft.com/office/drawing/2014/main" id="{49647C9A-01AA-3969-0B65-1D41BF2FB63C}"/>
              </a:ext>
            </a:extLst>
          </p:cNvPr>
          <p:cNvGraphicFramePr>
            <a:graphicFrameLocks noGrp="1"/>
          </p:cNvGraphicFramePr>
          <p:nvPr>
            <p:ph idx="1"/>
            <p:extLst>
              <p:ext uri="{D42A27DB-BD31-4B8C-83A1-F6EECF244321}">
                <p14:modId xmlns:p14="http://schemas.microsoft.com/office/powerpoint/2010/main" val="1218826099"/>
              </p:ext>
            </p:extLst>
          </p:nvPr>
        </p:nvGraphicFramePr>
        <p:xfrm>
          <a:off x="522316" y="1310235"/>
          <a:ext cx="11364885" cy="4495800"/>
        </p:xfrm>
        <a:graphic>
          <a:graphicData uri="http://schemas.openxmlformats.org/drawingml/2006/table">
            <a:tbl>
              <a:tblPr firstRow="1" bandRow="1">
                <a:tableStyleId>{5C22544A-7EE6-4342-B048-85BDC9FD1C3A}</a:tableStyleId>
              </a:tblPr>
              <a:tblGrid>
                <a:gridCol w="2256507">
                  <a:extLst>
                    <a:ext uri="{9D8B030D-6E8A-4147-A177-3AD203B41FA5}">
                      <a16:colId xmlns:a16="http://schemas.microsoft.com/office/drawing/2014/main" val="3721707326"/>
                    </a:ext>
                  </a:extLst>
                </a:gridCol>
                <a:gridCol w="5320083">
                  <a:extLst>
                    <a:ext uri="{9D8B030D-6E8A-4147-A177-3AD203B41FA5}">
                      <a16:colId xmlns:a16="http://schemas.microsoft.com/office/drawing/2014/main" val="1568984096"/>
                    </a:ext>
                  </a:extLst>
                </a:gridCol>
                <a:gridCol w="3788295">
                  <a:extLst>
                    <a:ext uri="{9D8B030D-6E8A-4147-A177-3AD203B41FA5}">
                      <a16:colId xmlns:a16="http://schemas.microsoft.com/office/drawing/2014/main" val="4112771558"/>
                    </a:ext>
                  </a:extLst>
                </a:gridCol>
              </a:tblGrid>
              <a:tr h="370840">
                <a:tc>
                  <a:txBody>
                    <a:bodyPr/>
                    <a:lstStyle/>
                    <a:p>
                      <a:endParaRPr lang="en-US" dirty="0"/>
                    </a:p>
                  </a:txBody>
                  <a:tcPr/>
                </a:tc>
                <a:tc>
                  <a:txBody>
                    <a:bodyPr/>
                    <a:lstStyle/>
                    <a:p>
                      <a:r>
                        <a:rPr lang="en-US" dirty="0"/>
                        <a:t>Iodine</a:t>
                      </a:r>
                    </a:p>
                  </a:txBody>
                  <a:tcPr/>
                </a:tc>
                <a:tc>
                  <a:txBody>
                    <a:bodyPr/>
                    <a:lstStyle/>
                    <a:p>
                      <a:r>
                        <a:rPr lang="en-US" dirty="0"/>
                        <a:t>Fluorine</a:t>
                      </a:r>
                    </a:p>
                  </a:txBody>
                  <a:tcPr/>
                </a:tc>
                <a:extLst>
                  <a:ext uri="{0D108BD9-81ED-4DB2-BD59-A6C34878D82A}">
                    <a16:rowId xmlns:a16="http://schemas.microsoft.com/office/drawing/2014/main" val="4191577728"/>
                  </a:ext>
                </a:extLst>
              </a:tr>
              <a:tr h="370840">
                <a:tc>
                  <a:txBody>
                    <a:bodyPr/>
                    <a:lstStyle/>
                    <a:p>
                      <a:r>
                        <a:rPr lang="en-US" dirty="0"/>
                        <a:t>Presence and role</a:t>
                      </a:r>
                    </a:p>
                  </a:txBody>
                  <a:tcPr/>
                </a:tc>
                <a:tc>
                  <a:txBody>
                    <a:bodyPr/>
                    <a:lstStyle/>
                    <a:p>
                      <a:r>
                        <a:rPr lang="en-US" dirty="0"/>
                        <a:t>50mg (8 – 12mcg/dl in blood),</a:t>
                      </a:r>
                    </a:p>
                    <a:p>
                      <a:r>
                        <a:rPr lang="en-US" dirty="0"/>
                        <a:t>Thyroid hormones</a:t>
                      </a:r>
                    </a:p>
                  </a:txBody>
                  <a:tcPr/>
                </a:tc>
                <a:tc>
                  <a:txBody>
                    <a:bodyPr/>
                    <a:lstStyle/>
                    <a:p>
                      <a:r>
                        <a:rPr lang="en-US" dirty="0"/>
                        <a:t>Bones and Teeth, normal mineralization of bones and  dental enamel</a:t>
                      </a:r>
                    </a:p>
                  </a:txBody>
                  <a:tcPr/>
                </a:tc>
                <a:extLst>
                  <a:ext uri="{0D108BD9-81ED-4DB2-BD59-A6C34878D82A}">
                    <a16:rowId xmlns:a16="http://schemas.microsoft.com/office/drawing/2014/main" val="4264389264"/>
                  </a:ext>
                </a:extLst>
              </a:tr>
              <a:tr h="370840">
                <a:tc>
                  <a:txBody>
                    <a:bodyPr/>
                    <a:lstStyle/>
                    <a:p>
                      <a:r>
                        <a:rPr lang="en-US" dirty="0"/>
                        <a:t>Sources</a:t>
                      </a:r>
                    </a:p>
                  </a:txBody>
                  <a:tcPr/>
                </a:tc>
                <a:tc>
                  <a:txBody>
                    <a:bodyPr/>
                    <a:lstStyle/>
                    <a:p>
                      <a:r>
                        <a:rPr lang="en-US" dirty="0"/>
                        <a:t>Sea foods(sea fish, sea salt), cod liver oil. Other food – milk, meat, veg, cereals. Fresh water 1 – 50 mcg. 90% from food. Def is geo-chemical in nature</a:t>
                      </a:r>
                    </a:p>
                  </a:txBody>
                  <a:tcPr/>
                </a:tc>
                <a:tc>
                  <a:txBody>
                    <a:bodyPr/>
                    <a:lstStyle/>
                    <a:p>
                      <a:r>
                        <a:rPr lang="en-US" dirty="0"/>
                        <a:t>Drinking water, foods – sea fish, cheese &amp; tea. Usual content – 0.5mg/l, fluorosis endemic area – 3 – 12 mg/l </a:t>
                      </a:r>
                    </a:p>
                  </a:txBody>
                  <a:tcPr/>
                </a:tc>
                <a:extLst>
                  <a:ext uri="{0D108BD9-81ED-4DB2-BD59-A6C34878D82A}">
                    <a16:rowId xmlns:a16="http://schemas.microsoft.com/office/drawing/2014/main" val="1959807934"/>
                  </a:ext>
                </a:extLst>
              </a:tr>
              <a:tr h="370840">
                <a:tc>
                  <a:txBody>
                    <a:bodyPr/>
                    <a:lstStyle/>
                    <a:p>
                      <a:r>
                        <a:rPr lang="en-US" dirty="0"/>
                        <a:t>Deficiency</a:t>
                      </a:r>
                    </a:p>
                  </a:txBody>
                  <a:tcPr/>
                </a:tc>
                <a:tc>
                  <a:txBody>
                    <a:bodyPr/>
                    <a:lstStyle/>
                    <a:p>
                      <a:r>
                        <a:rPr lang="en-US" dirty="0"/>
                        <a:t>Spectrum – Iodine deficiency disorders</a:t>
                      </a:r>
                    </a:p>
                  </a:txBody>
                  <a:tcPr/>
                </a:tc>
                <a:tc>
                  <a:txBody>
                    <a:bodyPr/>
                    <a:lstStyle/>
                    <a:p>
                      <a:r>
                        <a:rPr lang="en-US" dirty="0"/>
                        <a:t>Dental caries</a:t>
                      </a:r>
                    </a:p>
                  </a:txBody>
                  <a:tcPr/>
                </a:tc>
                <a:extLst>
                  <a:ext uri="{0D108BD9-81ED-4DB2-BD59-A6C34878D82A}">
                    <a16:rowId xmlns:a16="http://schemas.microsoft.com/office/drawing/2014/main" val="1050016409"/>
                  </a:ext>
                </a:extLst>
              </a:tr>
              <a:tr h="370840">
                <a:tc>
                  <a:txBody>
                    <a:bodyPr/>
                    <a:lstStyle/>
                    <a:p>
                      <a:r>
                        <a:rPr lang="en-US" dirty="0"/>
                        <a:t>Excess</a:t>
                      </a:r>
                    </a:p>
                  </a:txBody>
                  <a:tcPr/>
                </a:tc>
                <a:tc>
                  <a:txBody>
                    <a:bodyPr/>
                    <a:lstStyle/>
                    <a:p>
                      <a:endParaRPr lang="en-US" dirty="0"/>
                    </a:p>
                  </a:txBody>
                  <a:tcPr/>
                </a:tc>
                <a:tc>
                  <a:txBody>
                    <a:bodyPr/>
                    <a:lstStyle/>
                    <a:p>
                      <a:r>
                        <a:rPr lang="en-US" dirty="0"/>
                        <a:t>Dental and skeletal </a:t>
                      </a:r>
                      <a:r>
                        <a:rPr lang="en-US" dirty="0" err="1"/>
                        <a:t>flurosis</a:t>
                      </a:r>
                      <a:endParaRPr lang="en-US" dirty="0"/>
                    </a:p>
                  </a:txBody>
                  <a:tcPr/>
                </a:tc>
                <a:extLst>
                  <a:ext uri="{0D108BD9-81ED-4DB2-BD59-A6C34878D82A}">
                    <a16:rowId xmlns:a16="http://schemas.microsoft.com/office/drawing/2014/main" val="2300966380"/>
                  </a:ext>
                </a:extLst>
              </a:tr>
              <a:tr h="370840">
                <a:tc>
                  <a:txBody>
                    <a:bodyPr/>
                    <a:lstStyle/>
                    <a:p>
                      <a:r>
                        <a:rPr lang="en-US" dirty="0"/>
                        <a:t>Requirements</a:t>
                      </a:r>
                    </a:p>
                  </a:txBody>
                  <a:tcPr/>
                </a:tc>
                <a:tc>
                  <a:txBody>
                    <a:bodyPr/>
                    <a:lstStyle/>
                    <a:p>
                      <a:r>
                        <a:rPr lang="en-US" dirty="0"/>
                        <a:t>150mcg / d; 250mcg /d during </a:t>
                      </a:r>
                      <a:r>
                        <a:rPr lang="en-US" dirty="0" err="1"/>
                        <a:t>preg</a:t>
                      </a:r>
                      <a:endParaRPr lang="en-US" dirty="0"/>
                    </a:p>
                  </a:txBody>
                  <a:tcPr/>
                </a:tc>
                <a:tc>
                  <a:txBody>
                    <a:bodyPr/>
                    <a:lstStyle/>
                    <a:p>
                      <a:r>
                        <a:rPr lang="en-US" sz="1800" b="0" i="0" u="none" strike="noStrike" kern="1200" baseline="0" dirty="0">
                          <a:solidFill>
                            <a:schemeClr val="dk1"/>
                          </a:solidFill>
                          <a:latin typeface="+mn-lt"/>
                          <a:ea typeface="+mn-ea"/>
                          <a:cs typeface="+mn-cs"/>
                        </a:rPr>
                        <a:t>Drinking water - 0.5 to 0.8 mg /l</a:t>
                      </a:r>
                    </a:p>
                    <a:p>
                      <a:r>
                        <a:rPr lang="en-US" sz="1800" b="0" i="0" u="none" strike="noStrike" kern="1200" baseline="0" dirty="0">
                          <a:solidFill>
                            <a:schemeClr val="dk1"/>
                          </a:solidFill>
                          <a:latin typeface="+mn-lt"/>
                          <a:ea typeface="+mn-ea"/>
                          <a:cs typeface="+mn-cs"/>
                        </a:rPr>
                        <a:t>temperate countries where the water intake is low - 1 to 2 mg /l</a:t>
                      </a:r>
                      <a:endParaRPr lang="en-US" dirty="0"/>
                    </a:p>
                  </a:txBody>
                  <a:tcPr/>
                </a:tc>
                <a:extLst>
                  <a:ext uri="{0D108BD9-81ED-4DB2-BD59-A6C34878D82A}">
                    <a16:rowId xmlns:a16="http://schemas.microsoft.com/office/drawing/2014/main" val="220125255"/>
                  </a:ext>
                </a:extLst>
              </a:tr>
              <a:tr h="370840">
                <a:tc>
                  <a:txBody>
                    <a:bodyPr/>
                    <a:lstStyle/>
                    <a:p>
                      <a:r>
                        <a:rPr lang="en-US" dirty="0"/>
                        <a:t>Remark</a:t>
                      </a:r>
                    </a:p>
                  </a:txBody>
                  <a:tcPr/>
                </a:tc>
                <a:tc>
                  <a:txBody>
                    <a:bodyPr/>
                    <a:lstStyle/>
                    <a:p>
                      <a:r>
                        <a:rPr lang="en-US" dirty="0"/>
                        <a:t>Goitrogens – interfere with Iodine utilization. Brassica group of veg. </a:t>
                      </a:r>
                      <a:r>
                        <a:rPr lang="en-US" dirty="0" err="1"/>
                        <a:t>cyanoglycosides</a:t>
                      </a:r>
                      <a:r>
                        <a:rPr lang="en-US" dirty="0"/>
                        <a:t>, thiocyanates</a:t>
                      </a:r>
                    </a:p>
                  </a:txBody>
                  <a:tcPr/>
                </a:tc>
                <a:tc>
                  <a:txBody>
                    <a:bodyPr/>
                    <a:lstStyle/>
                    <a:p>
                      <a:r>
                        <a:rPr lang="en-US" dirty="0"/>
                        <a:t>Double edged sword</a:t>
                      </a:r>
                    </a:p>
                  </a:txBody>
                  <a:tcPr/>
                </a:tc>
                <a:extLst>
                  <a:ext uri="{0D108BD9-81ED-4DB2-BD59-A6C34878D82A}">
                    <a16:rowId xmlns:a16="http://schemas.microsoft.com/office/drawing/2014/main" val="3745959469"/>
                  </a:ext>
                </a:extLst>
              </a:tr>
            </a:tbl>
          </a:graphicData>
        </a:graphic>
      </p:graphicFrame>
    </p:spTree>
    <p:extLst>
      <p:ext uri="{BB962C8B-B14F-4D97-AF65-F5344CB8AC3E}">
        <p14:creationId xmlns:p14="http://schemas.microsoft.com/office/powerpoint/2010/main" val="3991779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511819-6F74-1C41-7068-08505C489689}"/>
              </a:ext>
            </a:extLst>
          </p:cNvPr>
          <p:cNvPicPr>
            <a:picLocks noChangeAspect="1"/>
          </p:cNvPicPr>
          <p:nvPr/>
        </p:nvPicPr>
        <p:blipFill>
          <a:blip r:embed="rId2"/>
          <a:stretch>
            <a:fillRect/>
          </a:stretch>
        </p:blipFill>
        <p:spPr>
          <a:xfrm>
            <a:off x="665018" y="59412"/>
            <a:ext cx="10856422" cy="6826389"/>
          </a:xfrm>
          <a:prstGeom prst="rect">
            <a:avLst/>
          </a:prstGeom>
        </p:spPr>
      </p:pic>
    </p:spTree>
    <p:extLst>
      <p:ext uri="{BB962C8B-B14F-4D97-AF65-F5344CB8AC3E}">
        <p14:creationId xmlns:p14="http://schemas.microsoft.com/office/powerpoint/2010/main" val="2184649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07116" y="1"/>
            <a:ext cx="3645301" cy="2347497"/>
          </a:xfrm>
          <a:prstGeom prst="rect">
            <a:avLst/>
          </a:prstGeom>
        </p:spPr>
      </p:pic>
      <p:sp>
        <p:nvSpPr>
          <p:cNvPr id="3" name="object 3"/>
          <p:cNvSpPr txBox="1">
            <a:spLocks noGrp="1"/>
          </p:cNvSpPr>
          <p:nvPr>
            <p:ph type="title"/>
          </p:nvPr>
        </p:nvSpPr>
        <p:spPr>
          <a:xfrm>
            <a:off x="630966" y="443249"/>
            <a:ext cx="21070219" cy="723264"/>
          </a:xfrm>
          <a:prstGeom prst="rect">
            <a:avLst/>
          </a:prstGeom>
        </p:spPr>
        <p:txBody>
          <a:bodyPr vert="horz" wrap="square" lIns="0" tIns="29262" rIns="0" bIns="0" rtlCol="0" anchor="ctr">
            <a:spAutoFit/>
          </a:bodyPr>
          <a:lstStyle/>
          <a:p>
            <a:pPr marL="36898">
              <a:lnSpc>
                <a:spcPct val="100000"/>
              </a:lnSpc>
              <a:spcBef>
                <a:spcPts val="228"/>
              </a:spcBef>
            </a:pPr>
            <a:r>
              <a:rPr sz="4508" spc="-150" dirty="0">
                <a:solidFill>
                  <a:srgbClr val="0A5EA1"/>
                </a:solidFill>
              </a:rPr>
              <a:t>Copper</a:t>
            </a:r>
            <a:endParaRPr sz="4508" dirty="0"/>
          </a:p>
        </p:txBody>
      </p:sp>
      <p:sp>
        <p:nvSpPr>
          <p:cNvPr id="4" name="object 4"/>
          <p:cNvSpPr txBox="1"/>
          <p:nvPr/>
        </p:nvSpPr>
        <p:spPr>
          <a:xfrm>
            <a:off x="630966" y="1920417"/>
            <a:ext cx="10111415" cy="4264219"/>
          </a:xfrm>
          <a:prstGeom prst="rect">
            <a:avLst/>
          </a:prstGeom>
        </p:spPr>
        <p:txBody>
          <a:bodyPr vert="horz" wrap="square" lIns="0" tIns="55982" rIns="0" bIns="0" rtlCol="0">
            <a:spAutoFit/>
          </a:bodyPr>
          <a:lstStyle/>
          <a:p>
            <a:pPr marL="282462" indent="-257015">
              <a:spcBef>
                <a:spcPts val="439"/>
              </a:spcBef>
              <a:buChar char="•"/>
              <a:tabLst>
                <a:tab pos="282462" algn="l"/>
              </a:tabLst>
            </a:pPr>
            <a:r>
              <a:rPr sz="3006" spc="-120" dirty="0">
                <a:latin typeface="Calibri"/>
                <a:cs typeface="Calibri"/>
              </a:rPr>
              <a:t>Adult</a:t>
            </a:r>
            <a:r>
              <a:rPr sz="3006" spc="-50" dirty="0">
                <a:latin typeface="Calibri"/>
                <a:cs typeface="Calibri"/>
              </a:rPr>
              <a:t> </a:t>
            </a:r>
            <a:r>
              <a:rPr sz="3006" spc="-120" dirty="0">
                <a:latin typeface="Calibri"/>
                <a:cs typeface="Calibri"/>
              </a:rPr>
              <a:t>body</a:t>
            </a:r>
            <a:r>
              <a:rPr sz="3006" spc="-150" dirty="0">
                <a:solidFill>
                  <a:srgbClr val="282828"/>
                </a:solidFill>
                <a:latin typeface="Calibri"/>
                <a:cs typeface="Calibri"/>
              </a:rPr>
              <a:t> </a:t>
            </a:r>
            <a:r>
              <a:rPr sz="3006" spc="-110" dirty="0">
                <a:latin typeface="Calibri"/>
                <a:cs typeface="Calibri"/>
              </a:rPr>
              <a:t>contains</a:t>
            </a:r>
            <a:r>
              <a:rPr sz="3006" spc="20" dirty="0">
                <a:latin typeface="Calibri"/>
                <a:cs typeface="Calibri"/>
              </a:rPr>
              <a:t> </a:t>
            </a:r>
            <a:r>
              <a:rPr sz="3006" spc="-140" dirty="0">
                <a:latin typeface="Calibri"/>
                <a:cs typeface="Calibri"/>
              </a:rPr>
              <a:t>about</a:t>
            </a:r>
            <a:r>
              <a:rPr sz="3006" spc="-30" dirty="0">
                <a:latin typeface="Calibri"/>
                <a:cs typeface="Calibri"/>
              </a:rPr>
              <a:t> </a:t>
            </a:r>
            <a:r>
              <a:rPr sz="3006" spc="-120" dirty="0">
                <a:solidFill>
                  <a:srgbClr val="0C0C0C"/>
                </a:solidFill>
                <a:latin typeface="Calibri"/>
                <a:cs typeface="Calibri"/>
              </a:rPr>
              <a:t>100-</a:t>
            </a:r>
            <a:r>
              <a:rPr sz="3006" spc="-50" dirty="0">
                <a:solidFill>
                  <a:srgbClr val="0C0C0C"/>
                </a:solidFill>
                <a:latin typeface="Calibri"/>
                <a:cs typeface="Calibri"/>
              </a:rPr>
              <a:t>150</a:t>
            </a:r>
            <a:r>
              <a:rPr sz="3006" spc="30" dirty="0">
                <a:solidFill>
                  <a:srgbClr val="0C0C0C"/>
                </a:solidFill>
                <a:latin typeface="Calibri"/>
                <a:cs typeface="Calibri"/>
              </a:rPr>
              <a:t> </a:t>
            </a:r>
            <a:r>
              <a:rPr sz="3006" spc="-170" dirty="0">
                <a:latin typeface="Calibri"/>
                <a:cs typeface="Calibri"/>
              </a:rPr>
              <a:t>mg</a:t>
            </a:r>
            <a:r>
              <a:rPr sz="3006" spc="-70" dirty="0">
                <a:latin typeface="Calibri"/>
                <a:cs typeface="Calibri"/>
              </a:rPr>
              <a:t> </a:t>
            </a:r>
            <a:r>
              <a:rPr sz="3006" spc="-50" dirty="0">
                <a:solidFill>
                  <a:srgbClr val="0E0E0E"/>
                </a:solidFill>
                <a:latin typeface="Calibri"/>
                <a:cs typeface="Calibri"/>
              </a:rPr>
              <a:t>Cu.</a:t>
            </a:r>
            <a:endParaRPr sz="3006" dirty="0">
              <a:latin typeface="Calibri"/>
              <a:cs typeface="Calibri"/>
            </a:endParaRPr>
          </a:p>
          <a:p>
            <a:pPr marL="277372" indent="-230295">
              <a:spcBef>
                <a:spcPts val="200"/>
              </a:spcBef>
              <a:buChar char="•"/>
              <a:tabLst>
                <a:tab pos="277372" algn="l"/>
              </a:tabLst>
            </a:pPr>
            <a:r>
              <a:rPr sz="2805" dirty="0">
                <a:latin typeface="Calibri"/>
                <a:cs typeface="Calibri"/>
              </a:rPr>
              <a:t>Blood</a:t>
            </a:r>
            <a:r>
              <a:rPr sz="2805" spc="-110" dirty="0">
                <a:latin typeface="Calibri"/>
                <a:cs typeface="Calibri"/>
              </a:rPr>
              <a:t> </a:t>
            </a:r>
            <a:r>
              <a:rPr sz="2805" spc="-20" dirty="0">
                <a:latin typeface="Calibri"/>
                <a:cs typeface="Calibri"/>
              </a:rPr>
              <a:t>Contains:</a:t>
            </a:r>
            <a:r>
              <a:rPr sz="2805" dirty="0">
                <a:latin typeface="Calibri"/>
                <a:cs typeface="Calibri"/>
              </a:rPr>
              <a:t> </a:t>
            </a:r>
            <a:r>
              <a:rPr sz="2805" spc="-20" dirty="0">
                <a:latin typeface="Calibri"/>
                <a:cs typeface="Calibri"/>
              </a:rPr>
              <a:t>0.11gmg/100ml</a:t>
            </a:r>
            <a:endParaRPr sz="2805" dirty="0">
              <a:latin typeface="Calibri"/>
              <a:cs typeface="Calibri"/>
            </a:endParaRPr>
          </a:p>
          <a:p>
            <a:pPr marL="276100" indent="-230295">
              <a:lnSpc>
                <a:spcPts val="3046"/>
              </a:lnSpc>
              <a:spcBef>
                <a:spcPts val="291"/>
              </a:spcBef>
              <a:buChar char="•"/>
              <a:tabLst>
                <a:tab pos="276100" algn="l"/>
              </a:tabLst>
            </a:pPr>
            <a:r>
              <a:rPr sz="2905" spc="-80" dirty="0">
                <a:latin typeface="Calibri"/>
                <a:cs typeface="Calibri"/>
              </a:rPr>
              <a:t>Required</a:t>
            </a:r>
            <a:r>
              <a:rPr sz="2905" spc="-60" dirty="0">
                <a:latin typeface="Calibri"/>
                <a:cs typeface="Calibri"/>
              </a:rPr>
              <a:t> </a:t>
            </a:r>
            <a:r>
              <a:rPr sz="2905" spc="-40" dirty="0">
                <a:latin typeface="Calibri"/>
                <a:cs typeface="Calibri"/>
              </a:rPr>
              <a:t>for</a:t>
            </a:r>
            <a:r>
              <a:rPr sz="2905" spc="-60" dirty="0">
                <a:latin typeface="Calibri"/>
                <a:cs typeface="Calibri"/>
              </a:rPr>
              <a:t> </a:t>
            </a:r>
            <a:r>
              <a:rPr sz="2905" spc="-70" dirty="0">
                <a:solidFill>
                  <a:srgbClr val="0C0C0C"/>
                </a:solidFill>
                <a:latin typeface="Calibri"/>
                <a:cs typeface="Calibri"/>
              </a:rPr>
              <a:t>bone</a:t>
            </a:r>
            <a:r>
              <a:rPr sz="2905" spc="-90" dirty="0">
                <a:solidFill>
                  <a:srgbClr val="0C0C0C"/>
                </a:solidFill>
                <a:latin typeface="Calibri"/>
                <a:cs typeface="Calibri"/>
              </a:rPr>
              <a:t> </a:t>
            </a:r>
            <a:r>
              <a:rPr sz="2905" spc="-90" dirty="0">
                <a:latin typeface="Calibri"/>
                <a:cs typeface="Calibri"/>
              </a:rPr>
              <a:t>development,</a:t>
            </a:r>
            <a:r>
              <a:rPr sz="2905" spc="190" dirty="0">
                <a:latin typeface="Calibri"/>
                <a:cs typeface="Calibri"/>
              </a:rPr>
              <a:t> </a:t>
            </a:r>
            <a:r>
              <a:rPr sz="2905" spc="-70" dirty="0">
                <a:latin typeface="Calibri"/>
                <a:cs typeface="Calibri"/>
              </a:rPr>
              <a:t>Elastin</a:t>
            </a:r>
            <a:r>
              <a:rPr sz="2905" spc="-90" dirty="0">
                <a:latin typeface="Calibri"/>
                <a:cs typeface="Calibri"/>
              </a:rPr>
              <a:t> </a:t>
            </a:r>
            <a:r>
              <a:rPr sz="2905" spc="-70" dirty="0">
                <a:latin typeface="Calibri"/>
                <a:cs typeface="Calibri"/>
              </a:rPr>
              <a:t>formation,</a:t>
            </a:r>
            <a:r>
              <a:rPr sz="2905" spc="20" dirty="0">
                <a:latin typeface="Calibri"/>
                <a:cs typeface="Calibri"/>
              </a:rPr>
              <a:t> </a:t>
            </a:r>
            <a:r>
              <a:rPr sz="2905" spc="-20" dirty="0">
                <a:latin typeface="Calibri"/>
                <a:cs typeface="Calibri"/>
              </a:rPr>
              <a:t>cytochrome</a:t>
            </a:r>
            <a:endParaRPr sz="2905" dirty="0">
              <a:latin typeface="Calibri"/>
              <a:cs typeface="Calibri"/>
            </a:endParaRPr>
          </a:p>
          <a:p>
            <a:pPr marL="273555">
              <a:lnSpc>
                <a:spcPts val="3166"/>
              </a:lnSpc>
            </a:pPr>
            <a:r>
              <a:rPr sz="3006" spc="-120" dirty="0">
                <a:latin typeface="Calibri"/>
                <a:cs typeface="Calibri"/>
              </a:rPr>
              <a:t>oxidase</a:t>
            </a:r>
            <a:r>
              <a:rPr sz="3006" spc="-30" dirty="0">
                <a:latin typeface="Calibri"/>
                <a:cs typeface="Calibri"/>
              </a:rPr>
              <a:t> </a:t>
            </a:r>
            <a:r>
              <a:rPr sz="3006" spc="-110" dirty="0">
                <a:latin typeface="Calibri"/>
                <a:cs typeface="Calibri"/>
              </a:rPr>
              <a:t>function,</a:t>
            </a:r>
            <a:r>
              <a:rPr sz="3006" spc="80" dirty="0">
                <a:latin typeface="Calibri"/>
                <a:cs typeface="Calibri"/>
              </a:rPr>
              <a:t> </a:t>
            </a:r>
            <a:r>
              <a:rPr sz="3006" spc="-110" dirty="0">
                <a:latin typeface="Calibri"/>
                <a:cs typeface="Calibri"/>
              </a:rPr>
              <a:t>Iron</a:t>
            </a:r>
            <a:r>
              <a:rPr sz="3006" spc="-60" dirty="0">
                <a:latin typeface="Calibri"/>
                <a:cs typeface="Calibri"/>
              </a:rPr>
              <a:t> </a:t>
            </a:r>
            <a:r>
              <a:rPr sz="3006" spc="-110" dirty="0">
                <a:latin typeface="Calibri"/>
                <a:cs typeface="Calibri"/>
              </a:rPr>
              <a:t>absorption,</a:t>
            </a:r>
            <a:r>
              <a:rPr sz="3006" spc="160" dirty="0">
                <a:latin typeface="Calibri"/>
                <a:cs typeface="Calibri"/>
              </a:rPr>
              <a:t> </a:t>
            </a:r>
            <a:r>
              <a:rPr sz="3006" spc="-120" dirty="0">
                <a:latin typeface="Calibri"/>
                <a:cs typeface="Calibri"/>
              </a:rPr>
              <a:t>tyrosinase</a:t>
            </a:r>
            <a:r>
              <a:rPr sz="3006" spc="50" dirty="0">
                <a:latin typeface="Calibri"/>
                <a:cs typeface="Calibri"/>
              </a:rPr>
              <a:t> </a:t>
            </a:r>
            <a:r>
              <a:rPr sz="3006" spc="-110" dirty="0">
                <a:latin typeface="Calibri"/>
                <a:cs typeface="Calibri"/>
              </a:rPr>
              <a:t>(melanin</a:t>
            </a:r>
            <a:r>
              <a:rPr sz="3006" spc="-60" dirty="0">
                <a:latin typeface="Calibri"/>
                <a:cs typeface="Calibri"/>
              </a:rPr>
              <a:t> </a:t>
            </a:r>
            <a:r>
              <a:rPr sz="3006" spc="-20" dirty="0">
                <a:latin typeface="Calibri"/>
                <a:cs typeface="Calibri"/>
              </a:rPr>
              <a:t>formation)</a:t>
            </a:r>
            <a:endParaRPr sz="3006" dirty="0">
              <a:latin typeface="Calibri"/>
              <a:cs typeface="Calibri"/>
            </a:endParaRPr>
          </a:p>
          <a:p>
            <a:pPr marL="277372" marR="1292707" indent="-230295">
              <a:lnSpc>
                <a:spcPts val="2705"/>
              </a:lnSpc>
              <a:spcBef>
                <a:spcPts val="842"/>
              </a:spcBef>
              <a:buClr>
                <a:srgbClr val="00AC49"/>
              </a:buClr>
              <a:buChar char="•"/>
              <a:tabLst>
                <a:tab pos="279917" algn="l"/>
              </a:tabLst>
            </a:pPr>
            <a:r>
              <a:rPr sz="2805" spc="-20" dirty="0">
                <a:latin typeface="Calibri"/>
                <a:cs typeface="Calibri"/>
              </a:rPr>
              <a:t>Deficiency-</a:t>
            </a:r>
            <a:r>
              <a:rPr sz="2805" dirty="0">
                <a:latin typeface="Calibri"/>
                <a:cs typeface="Calibri"/>
              </a:rPr>
              <a:t>Cardiac</a:t>
            </a:r>
            <a:r>
              <a:rPr sz="2805" spc="-90" dirty="0">
                <a:latin typeface="Calibri"/>
                <a:cs typeface="Calibri"/>
              </a:rPr>
              <a:t> </a:t>
            </a:r>
            <a:r>
              <a:rPr sz="2805" spc="-60" dirty="0">
                <a:latin typeface="Calibri"/>
                <a:cs typeface="Calibri"/>
              </a:rPr>
              <a:t>Hypertrophy,</a:t>
            </a:r>
            <a:r>
              <a:rPr sz="2805" spc="250" dirty="0">
                <a:latin typeface="Calibri"/>
                <a:cs typeface="Calibri"/>
              </a:rPr>
              <a:t> </a:t>
            </a:r>
            <a:r>
              <a:rPr sz="2805" dirty="0">
                <a:latin typeface="Calibri"/>
                <a:cs typeface="Calibri"/>
              </a:rPr>
              <a:t>Aortic</a:t>
            </a:r>
            <a:r>
              <a:rPr sz="2805" spc="40" dirty="0">
                <a:latin typeface="Calibri"/>
                <a:cs typeface="Calibri"/>
              </a:rPr>
              <a:t> </a:t>
            </a:r>
            <a:r>
              <a:rPr sz="2805" spc="-20" dirty="0">
                <a:latin typeface="Calibri"/>
                <a:cs typeface="Calibri"/>
              </a:rPr>
              <a:t>Aneurysm,</a:t>
            </a:r>
            <a:r>
              <a:rPr sz="2805" spc="40" dirty="0">
                <a:latin typeface="Calibri"/>
                <a:cs typeface="Calibri"/>
              </a:rPr>
              <a:t> </a:t>
            </a:r>
            <a:r>
              <a:rPr sz="2805" spc="-20" dirty="0">
                <a:latin typeface="Calibri"/>
                <a:cs typeface="Calibri"/>
              </a:rPr>
              <a:t>Cerebral 	D</a:t>
            </a:r>
            <a:r>
              <a:rPr lang="en-IN" sz="2805" spc="-20" dirty="0">
                <a:latin typeface="Calibri"/>
                <a:cs typeface="Calibri"/>
              </a:rPr>
              <a:t>emyelination</a:t>
            </a:r>
            <a:r>
              <a:rPr sz="2805" spc="-20" dirty="0">
                <a:latin typeface="Calibri"/>
                <a:cs typeface="Calibri"/>
              </a:rPr>
              <a:t>,</a:t>
            </a:r>
            <a:r>
              <a:rPr sz="2805" spc="-70" dirty="0">
                <a:latin typeface="Calibri"/>
                <a:cs typeface="Calibri"/>
              </a:rPr>
              <a:t> </a:t>
            </a:r>
            <a:r>
              <a:rPr sz="2805" spc="-60" dirty="0">
                <a:latin typeface="Calibri"/>
                <a:cs typeface="Calibri"/>
              </a:rPr>
              <a:t>Ataxia,</a:t>
            </a:r>
            <a:r>
              <a:rPr sz="2805" spc="-100" dirty="0">
                <a:latin typeface="Calibri"/>
                <a:cs typeface="Calibri"/>
              </a:rPr>
              <a:t> </a:t>
            </a:r>
            <a:r>
              <a:rPr sz="2805" spc="-20" dirty="0">
                <a:latin typeface="Calibri"/>
                <a:cs typeface="Calibri"/>
              </a:rPr>
              <a:t>impaired</a:t>
            </a:r>
            <a:r>
              <a:rPr sz="2805" spc="50" dirty="0">
                <a:latin typeface="Calibri"/>
                <a:cs typeface="Calibri"/>
              </a:rPr>
              <a:t> </a:t>
            </a:r>
            <a:r>
              <a:rPr sz="2805" dirty="0">
                <a:latin typeface="Calibri"/>
                <a:cs typeface="Calibri"/>
              </a:rPr>
              <a:t>bone</a:t>
            </a:r>
            <a:r>
              <a:rPr sz="2805" spc="-90" dirty="0">
                <a:latin typeface="Calibri"/>
                <a:cs typeface="Calibri"/>
              </a:rPr>
              <a:t> </a:t>
            </a:r>
            <a:r>
              <a:rPr sz="2805" spc="-20" dirty="0">
                <a:latin typeface="Calibri"/>
                <a:cs typeface="Calibri"/>
              </a:rPr>
              <a:t>formation</a:t>
            </a:r>
            <a:endParaRPr sz="2805" dirty="0">
              <a:latin typeface="Calibri"/>
              <a:cs typeface="Calibri"/>
            </a:endParaRPr>
          </a:p>
          <a:p>
            <a:pPr marL="276100" marR="10179" indent="-230295" algn="just">
              <a:lnSpc>
                <a:spcPct val="76500"/>
              </a:lnSpc>
              <a:spcBef>
                <a:spcPts val="1052"/>
              </a:spcBef>
              <a:buClr>
                <a:srgbClr val="00A53F"/>
              </a:buClr>
              <a:buChar char="•"/>
              <a:tabLst>
                <a:tab pos="282462" algn="l"/>
              </a:tabLst>
            </a:pPr>
            <a:r>
              <a:rPr sz="2905" spc="-40" dirty="0">
                <a:solidFill>
                  <a:srgbClr val="009C42"/>
                </a:solidFill>
                <a:latin typeface="Calibri"/>
                <a:cs typeface="Calibri"/>
              </a:rPr>
              <a:t>Excess</a:t>
            </a:r>
            <a:r>
              <a:rPr sz="2905" spc="90" dirty="0">
                <a:solidFill>
                  <a:srgbClr val="009C42"/>
                </a:solidFill>
                <a:latin typeface="Calibri"/>
                <a:cs typeface="Calibri"/>
              </a:rPr>
              <a:t> </a:t>
            </a:r>
            <a:r>
              <a:rPr sz="2905" spc="-50" dirty="0">
                <a:latin typeface="Calibri"/>
                <a:cs typeface="Calibri"/>
              </a:rPr>
              <a:t>absorption</a:t>
            </a:r>
            <a:r>
              <a:rPr lang="en-IN" sz="2905" spc="-50" dirty="0">
                <a:latin typeface="Calibri"/>
                <a:cs typeface="Calibri"/>
              </a:rPr>
              <a:t>:</a:t>
            </a:r>
            <a:r>
              <a:rPr lang="en-IN" sz="2905" spc="30" dirty="0">
                <a:latin typeface="Calibri"/>
                <a:cs typeface="Calibri"/>
              </a:rPr>
              <a:t> </a:t>
            </a:r>
            <a:r>
              <a:rPr sz="2905" spc="-20" dirty="0">
                <a:latin typeface="Calibri"/>
                <a:cs typeface="Calibri"/>
              </a:rPr>
              <a:t>Copper is</a:t>
            </a:r>
            <a:r>
              <a:rPr sz="2905" spc="-150" dirty="0">
                <a:latin typeface="Calibri"/>
                <a:cs typeface="Calibri"/>
              </a:rPr>
              <a:t> </a:t>
            </a:r>
            <a:r>
              <a:rPr sz="2905" spc="-70" dirty="0">
                <a:latin typeface="Calibri"/>
                <a:cs typeface="Calibri"/>
              </a:rPr>
              <a:t>deposited</a:t>
            </a:r>
            <a:r>
              <a:rPr sz="2905" spc="-90" dirty="0">
                <a:latin typeface="Calibri"/>
                <a:cs typeface="Calibri"/>
              </a:rPr>
              <a:t> </a:t>
            </a:r>
            <a:r>
              <a:rPr sz="2905" spc="-60" dirty="0">
                <a:latin typeface="Calibri"/>
                <a:cs typeface="Calibri"/>
              </a:rPr>
              <a:t>in</a:t>
            </a:r>
            <a:r>
              <a:rPr sz="2905" spc="-100" dirty="0">
                <a:latin typeface="Calibri"/>
                <a:cs typeface="Calibri"/>
              </a:rPr>
              <a:t> </a:t>
            </a:r>
            <a:r>
              <a:rPr sz="2905" spc="-40" dirty="0">
                <a:latin typeface="Calibri"/>
                <a:cs typeface="Calibri"/>
              </a:rPr>
              <a:t>brain,</a:t>
            </a:r>
            <a:r>
              <a:rPr sz="2905" spc="40" dirty="0">
                <a:latin typeface="Calibri"/>
                <a:cs typeface="Calibri"/>
              </a:rPr>
              <a:t> </a:t>
            </a:r>
            <a:r>
              <a:rPr sz="2905" spc="-90" dirty="0">
                <a:latin typeface="Calibri"/>
                <a:cs typeface="Calibri"/>
              </a:rPr>
              <a:t>descendent</a:t>
            </a:r>
            <a:r>
              <a:rPr sz="2905" spc="40" dirty="0">
                <a:latin typeface="Calibri"/>
                <a:cs typeface="Calibri"/>
              </a:rPr>
              <a:t> </a:t>
            </a:r>
            <a:r>
              <a:rPr sz="2905" spc="-70" dirty="0">
                <a:latin typeface="Calibri"/>
                <a:cs typeface="Calibri"/>
              </a:rPr>
              <a:t>membrane</a:t>
            </a:r>
            <a:r>
              <a:rPr sz="2905" spc="60" dirty="0">
                <a:latin typeface="Calibri"/>
                <a:cs typeface="Calibri"/>
              </a:rPr>
              <a:t> </a:t>
            </a:r>
            <a:r>
              <a:rPr sz="2905" dirty="0">
                <a:latin typeface="Calibri"/>
                <a:cs typeface="Calibri"/>
              </a:rPr>
              <a:t>of</a:t>
            </a:r>
            <a:r>
              <a:rPr sz="2905" spc="-80" dirty="0">
                <a:latin typeface="Calibri"/>
                <a:cs typeface="Calibri"/>
              </a:rPr>
              <a:t> </a:t>
            </a:r>
            <a:r>
              <a:rPr sz="2905" spc="-100" dirty="0">
                <a:latin typeface="Calibri"/>
                <a:cs typeface="Calibri"/>
              </a:rPr>
              <a:t>eyes</a:t>
            </a:r>
            <a:r>
              <a:rPr sz="2905" spc="-60" dirty="0">
                <a:latin typeface="Calibri"/>
                <a:cs typeface="Calibri"/>
              </a:rPr>
              <a:t> </a:t>
            </a:r>
            <a:r>
              <a:rPr sz="2905" spc="-80" dirty="0">
                <a:latin typeface="Calibri"/>
                <a:cs typeface="Calibri"/>
              </a:rPr>
              <a:t>(Kayser-</a:t>
            </a:r>
            <a:r>
              <a:rPr sz="2905" spc="-20" dirty="0">
                <a:latin typeface="Calibri"/>
                <a:cs typeface="Calibri"/>
              </a:rPr>
              <a:t>Feisher 	</a:t>
            </a:r>
            <a:r>
              <a:rPr sz="2905" spc="-50" dirty="0">
                <a:latin typeface="Calibri"/>
                <a:cs typeface="Calibri"/>
              </a:rPr>
              <a:t>ring)</a:t>
            </a:r>
            <a:r>
              <a:rPr sz="2905" spc="-80" dirty="0">
                <a:latin typeface="Calibri"/>
                <a:cs typeface="Calibri"/>
              </a:rPr>
              <a:t> </a:t>
            </a:r>
            <a:r>
              <a:rPr sz="2905" dirty="0">
                <a:solidFill>
                  <a:srgbClr val="0F0F0F"/>
                </a:solidFill>
                <a:latin typeface="Calibri"/>
                <a:cs typeface="Calibri"/>
              </a:rPr>
              <a:t>,</a:t>
            </a:r>
            <a:r>
              <a:rPr sz="2905" spc="-100" dirty="0">
                <a:solidFill>
                  <a:srgbClr val="0F0F0F"/>
                </a:solidFill>
                <a:latin typeface="Calibri"/>
                <a:cs typeface="Calibri"/>
              </a:rPr>
              <a:t> </a:t>
            </a:r>
            <a:r>
              <a:rPr sz="2905" spc="-110" dirty="0">
                <a:latin typeface="Calibri"/>
                <a:cs typeface="Calibri"/>
              </a:rPr>
              <a:t>liver,</a:t>
            </a:r>
            <a:r>
              <a:rPr sz="2905" spc="-50" dirty="0">
                <a:latin typeface="Calibri"/>
                <a:cs typeface="Calibri"/>
              </a:rPr>
              <a:t> kidney</a:t>
            </a:r>
            <a:r>
              <a:rPr sz="2905" spc="-30" dirty="0">
                <a:latin typeface="Calibri"/>
                <a:cs typeface="Calibri"/>
              </a:rPr>
              <a:t> </a:t>
            </a:r>
            <a:r>
              <a:rPr sz="2905" spc="-20" dirty="0">
                <a:latin typeface="Calibri"/>
                <a:cs typeface="Calibri"/>
              </a:rPr>
              <a:t>and</a:t>
            </a:r>
            <a:r>
              <a:rPr sz="2905" spc="-100" dirty="0">
                <a:latin typeface="Calibri"/>
                <a:cs typeface="Calibri"/>
              </a:rPr>
              <a:t> </a:t>
            </a:r>
            <a:r>
              <a:rPr sz="2905" spc="-90" dirty="0">
                <a:latin typeface="Calibri"/>
                <a:cs typeface="Calibri"/>
              </a:rPr>
              <a:t>damaged</a:t>
            </a:r>
            <a:r>
              <a:rPr sz="2905" spc="-70" dirty="0">
                <a:latin typeface="Calibri"/>
                <a:cs typeface="Calibri"/>
              </a:rPr>
              <a:t> </a:t>
            </a:r>
            <a:r>
              <a:rPr sz="2905" spc="-20" dirty="0">
                <a:latin typeface="Calibri"/>
                <a:cs typeface="Calibri"/>
              </a:rPr>
              <a:t>them.</a:t>
            </a:r>
            <a:endParaRPr sz="2905" dirty="0">
              <a:latin typeface="Calibri"/>
              <a:cs typeface="Calibri"/>
            </a:endParaRPr>
          </a:p>
          <a:p>
            <a:pPr marL="271010" indent="-226478" algn="just">
              <a:spcBef>
                <a:spcPts val="270"/>
              </a:spcBef>
              <a:buChar char="•"/>
              <a:tabLst>
                <a:tab pos="271010" algn="l"/>
              </a:tabLst>
            </a:pPr>
            <a:r>
              <a:rPr sz="2905" dirty="0">
                <a:latin typeface="Calibri"/>
                <a:cs typeface="Calibri"/>
              </a:rPr>
              <a:t>Cu</a:t>
            </a:r>
            <a:r>
              <a:rPr sz="2905" spc="-130" dirty="0">
                <a:latin typeface="Calibri"/>
                <a:cs typeface="Calibri"/>
              </a:rPr>
              <a:t> </a:t>
            </a:r>
            <a:r>
              <a:rPr sz="2905" spc="-80" dirty="0">
                <a:latin typeface="Calibri"/>
                <a:cs typeface="Calibri"/>
              </a:rPr>
              <a:t>requirement</a:t>
            </a:r>
            <a:r>
              <a:rPr sz="2905" spc="80" dirty="0">
                <a:latin typeface="Calibri"/>
                <a:cs typeface="Calibri"/>
              </a:rPr>
              <a:t> </a:t>
            </a:r>
            <a:r>
              <a:rPr sz="2905" spc="-80" dirty="0">
                <a:latin typeface="Calibri"/>
                <a:cs typeface="Calibri"/>
              </a:rPr>
              <a:t>for </a:t>
            </a:r>
            <a:r>
              <a:rPr sz="2905" spc="-60" dirty="0">
                <a:latin typeface="Calibri"/>
                <a:cs typeface="Calibri"/>
              </a:rPr>
              <a:t>adults:</a:t>
            </a:r>
            <a:r>
              <a:rPr sz="2905" spc="70" dirty="0">
                <a:latin typeface="Calibri"/>
                <a:cs typeface="Calibri"/>
              </a:rPr>
              <a:t> </a:t>
            </a:r>
            <a:r>
              <a:rPr sz="2905" spc="-40" dirty="0">
                <a:latin typeface="Calibri"/>
                <a:cs typeface="Calibri"/>
              </a:rPr>
              <a:t>2.0</a:t>
            </a:r>
            <a:r>
              <a:rPr sz="2905" spc="-110" dirty="0">
                <a:latin typeface="Calibri"/>
                <a:cs typeface="Calibri"/>
              </a:rPr>
              <a:t> </a:t>
            </a:r>
            <a:r>
              <a:rPr sz="2905" spc="-40" dirty="0">
                <a:solidFill>
                  <a:srgbClr val="111111"/>
                </a:solidFill>
                <a:latin typeface="Calibri"/>
                <a:cs typeface="Calibri"/>
              </a:rPr>
              <a:t>mg</a:t>
            </a:r>
            <a:r>
              <a:rPr sz="2905" spc="-60" dirty="0">
                <a:solidFill>
                  <a:srgbClr val="111111"/>
                </a:solidFill>
                <a:latin typeface="Calibri"/>
                <a:cs typeface="Calibri"/>
              </a:rPr>
              <a:t> </a:t>
            </a:r>
            <a:r>
              <a:rPr sz="2905" spc="-40" dirty="0">
                <a:latin typeface="Calibri"/>
                <a:cs typeface="Calibri"/>
              </a:rPr>
              <a:t>per</a:t>
            </a:r>
            <a:r>
              <a:rPr sz="2905" spc="-110" dirty="0">
                <a:latin typeface="Calibri"/>
                <a:cs typeface="Calibri"/>
              </a:rPr>
              <a:t> </a:t>
            </a:r>
            <a:r>
              <a:rPr sz="2905" spc="-40" dirty="0">
                <a:latin typeface="Calibri"/>
                <a:cs typeface="Calibri"/>
              </a:rPr>
              <a:t>day.</a:t>
            </a:r>
            <a:endParaRPr sz="2905" dirty="0">
              <a:latin typeface="Calibri"/>
              <a:cs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49961" y="201008"/>
            <a:ext cx="1687372" cy="709228"/>
          </a:xfrm>
          <a:prstGeom prst="rect">
            <a:avLst/>
          </a:prstGeom>
        </p:spPr>
        <p:txBody>
          <a:bodyPr vert="horz" wrap="square" lIns="0" tIns="31809" rIns="0" bIns="0" rtlCol="0" anchor="ctr">
            <a:spAutoFit/>
          </a:bodyPr>
          <a:lstStyle/>
          <a:p>
            <a:pPr marL="25447">
              <a:lnSpc>
                <a:spcPct val="100000"/>
              </a:lnSpc>
              <a:spcBef>
                <a:spcPts val="250"/>
              </a:spcBef>
            </a:pPr>
            <a:r>
              <a:rPr lang="en-US" spc="-40" dirty="0">
                <a:solidFill>
                  <a:srgbClr val="034F89"/>
                </a:solidFill>
              </a:rPr>
              <a:t>Zinc</a:t>
            </a:r>
          </a:p>
        </p:txBody>
      </p:sp>
      <p:sp>
        <p:nvSpPr>
          <p:cNvPr id="3" name="object 3"/>
          <p:cNvSpPr txBox="1">
            <a:spLocks noGrp="1"/>
          </p:cNvSpPr>
          <p:nvPr>
            <p:ph type="body" idx="1"/>
          </p:nvPr>
        </p:nvSpPr>
        <p:spPr>
          <a:xfrm>
            <a:off x="159657" y="703011"/>
            <a:ext cx="11822793" cy="6076151"/>
          </a:xfrm>
          <a:prstGeom prst="rect">
            <a:avLst/>
          </a:prstGeom>
        </p:spPr>
        <p:txBody>
          <a:bodyPr vert="horz" wrap="square" lIns="0" tIns="68707" rIns="0" bIns="0" numCol="2" rtlCol="0">
            <a:spAutoFit/>
          </a:bodyPr>
          <a:lstStyle/>
          <a:p>
            <a:pPr marL="271010" indent="-222661">
              <a:lnSpc>
                <a:spcPct val="100000"/>
              </a:lnSpc>
              <a:spcBef>
                <a:spcPts val="541"/>
              </a:spcBef>
              <a:tabLst>
                <a:tab pos="271010" algn="l"/>
              </a:tabLst>
            </a:pPr>
            <a:r>
              <a:rPr lang="en-US" sz="2400" dirty="0">
                <a:latin typeface="+mj-lt"/>
              </a:rPr>
              <a:t>Component</a:t>
            </a:r>
            <a:r>
              <a:rPr lang="en-US" sz="2400" spc="721" dirty="0">
                <a:latin typeface="+mj-lt"/>
              </a:rPr>
              <a:t> </a:t>
            </a:r>
            <a:r>
              <a:rPr lang="en-US" sz="2400" dirty="0">
                <a:solidFill>
                  <a:srgbClr val="212121"/>
                </a:solidFill>
                <a:latin typeface="+mj-lt"/>
              </a:rPr>
              <a:t>of</a:t>
            </a:r>
            <a:r>
              <a:rPr lang="en-US" sz="2400" spc="291" dirty="0">
                <a:solidFill>
                  <a:srgbClr val="212121"/>
                </a:solidFill>
                <a:latin typeface="+mj-lt"/>
              </a:rPr>
              <a:t> </a:t>
            </a:r>
            <a:r>
              <a:rPr lang="en-US" sz="2400" dirty="0">
                <a:latin typeface="+mj-lt"/>
              </a:rPr>
              <a:t>&gt;300</a:t>
            </a:r>
            <a:r>
              <a:rPr lang="en-US" sz="2400" spc="471" dirty="0">
                <a:latin typeface="+mj-lt"/>
              </a:rPr>
              <a:t> </a:t>
            </a:r>
            <a:r>
              <a:rPr lang="en-US" sz="2400" spc="-20" dirty="0">
                <a:latin typeface="+mj-lt"/>
              </a:rPr>
              <a:t>enzymes.</a:t>
            </a:r>
          </a:p>
          <a:p>
            <a:pPr marL="279917" indent="-250653">
              <a:lnSpc>
                <a:spcPct val="100000"/>
              </a:lnSpc>
              <a:spcBef>
                <a:spcPts val="361"/>
              </a:spcBef>
              <a:tabLst>
                <a:tab pos="279917" algn="l"/>
              </a:tabLst>
            </a:pPr>
            <a:r>
              <a:rPr lang="en-US" sz="2400" dirty="0">
                <a:latin typeface="+mj-lt"/>
              </a:rPr>
              <a:t>It</a:t>
            </a:r>
            <a:r>
              <a:rPr lang="en-US" sz="2400" spc="270" dirty="0">
                <a:latin typeface="+mj-lt"/>
              </a:rPr>
              <a:t> </a:t>
            </a:r>
            <a:r>
              <a:rPr lang="en-US" sz="2400" dirty="0">
                <a:latin typeface="+mj-lt"/>
              </a:rPr>
              <a:t>is</a:t>
            </a:r>
            <a:r>
              <a:rPr lang="en-US" sz="2400" spc="591" dirty="0">
                <a:latin typeface="+mj-lt"/>
              </a:rPr>
              <a:t> </a:t>
            </a:r>
            <a:r>
              <a:rPr lang="en-US" sz="2400" dirty="0">
                <a:latin typeface="+mj-lt"/>
              </a:rPr>
              <a:t>active</a:t>
            </a:r>
            <a:r>
              <a:rPr lang="en-US" sz="2400" spc="301" dirty="0">
                <a:latin typeface="+mj-lt"/>
              </a:rPr>
              <a:t> </a:t>
            </a:r>
            <a:r>
              <a:rPr lang="en-US" sz="2400" dirty="0">
                <a:solidFill>
                  <a:srgbClr val="151515"/>
                </a:solidFill>
                <a:latin typeface="+mj-lt"/>
              </a:rPr>
              <a:t>in</a:t>
            </a:r>
            <a:r>
              <a:rPr lang="en-US" sz="2400" spc="291" dirty="0">
                <a:solidFill>
                  <a:srgbClr val="151515"/>
                </a:solidFill>
                <a:latin typeface="+mj-lt"/>
              </a:rPr>
              <a:t> </a:t>
            </a:r>
            <a:r>
              <a:rPr lang="en-US" sz="2400" dirty="0">
                <a:latin typeface="+mj-lt"/>
              </a:rPr>
              <a:t>the</a:t>
            </a:r>
            <a:r>
              <a:rPr lang="en-US" sz="2400" spc="210" dirty="0">
                <a:latin typeface="+mj-lt"/>
              </a:rPr>
              <a:t> </a:t>
            </a:r>
            <a:r>
              <a:rPr lang="en-US" sz="2400" dirty="0">
                <a:latin typeface="+mj-lt"/>
              </a:rPr>
              <a:t>metabolism</a:t>
            </a:r>
            <a:r>
              <a:rPr lang="en-US" sz="2400" spc="501" dirty="0">
                <a:latin typeface="+mj-lt"/>
              </a:rPr>
              <a:t> </a:t>
            </a:r>
            <a:r>
              <a:rPr lang="en-US" sz="2400" dirty="0">
                <a:latin typeface="+mj-lt"/>
              </a:rPr>
              <a:t>of</a:t>
            </a:r>
            <a:r>
              <a:rPr lang="en-US" sz="2400" spc="331" dirty="0">
                <a:latin typeface="+mj-lt"/>
              </a:rPr>
              <a:t> </a:t>
            </a:r>
            <a:r>
              <a:rPr lang="en-US" sz="2400" dirty="0" err="1">
                <a:latin typeface="+mj-lt"/>
              </a:rPr>
              <a:t>glucides</a:t>
            </a:r>
            <a:r>
              <a:rPr lang="en-US" sz="2400" spc="240" dirty="0">
                <a:latin typeface="+mj-lt"/>
              </a:rPr>
              <a:t> </a:t>
            </a:r>
            <a:r>
              <a:rPr lang="en-US" sz="2400" dirty="0">
                <a:latin typeface="+mj-lt"/>
              </a:rPr>
              <a:t>and</a:t>
            </a:r>
            <a:r>
              <a:rPr lang="en-US" sz="2400" spc="361" dirty="0">
                <a:latin typeface="+mj-lt"/>
              </a:rPr>
              <a:t> </a:t>
            </a:r>
            <a:r>
              <a:rPr lang="en-US" sz="2400" spc="-20" dirty="0">
                <a:latin typeface="+mj-lt"/>
              </a:rPr>
              <a:t>proteins</a:t>
            </a:r>
          </a:p>
          <a:p>
            <a:pPr marL="281189" indent="-232840">
              <a:lnSpc>
                <a:spcPct val="100000"/>
              </a:lnSpc>
              <a:spcBef>
                <a:spcPts val="260"/>
              </a:spcBef>
              <a:tabLst>
                <a:tab pos="281189" algn="l"/>
              </a:tabLst>
            </a:pPr>
            <a:r>
              <a:rPr lang="en-US" sz="2400" dirty="0">
                <a:latin typeface="+mj-lt"/>
              </a:rPr>
              <a:t>Required</a:t>
            </a:r>
            <a:r>
              <a:rPr lang="en-US" sz="2400" spc="150" dirty="0">
                <a:latin typeface="+mj-lt"/>
              </a:rPr>
              <a:t> </a:t>
            </a:r>
            <a:r>
              <a:rPr lang="en-US" sz="2400" dirty="0">
                <a:latin typeface="+mj-lt"/>
              </a:rPr>
              <a:t>for</a:t>
            </a:r>
            <a:r>
              <a:rPr lang="en-US" sz="2400" spc="50" dirty="0">
                <a:latin typeface="+mj-lt"/>
              </a:rPr>
              <a:t> </a:t>
            </a:r>
            <a:r>
              <a:rPr lang="en-US" sz="2400" dirty="0">
                <a:solidFill>
                  <a:srgbClr val="0E0E0E"/>
                </a:solidFill>
                <a:latin typeface="+mj-lt"/>
              </a:rPr>
              <a:t>the</a:t>
            </a:r>
            <a:r>
              <a:rPr lang="en-US" sz="2400" spc="100" dirty="0">
                <a:solidFill>
                  <a:srgbClr val="0E0E0E"/>
                </a:solidFill>
                <a:latin typeface="+mj-lt"/>
              </a:rPr>
              <a:t> </a:t>
            </a:r>
            <a:r>
              <a:rPr lang="en-US" sz="2400" dirty="0">
                <a:latin typeface="+mj-lt"/>
              </a:rPr>
              <a:t>synthesis</a:t>
            </a:r>
            <a:r>
              <a:rPr lang="en-US" sz="2400" spc="20" dirty="0">
                <a:latin typeface="+mj-lt"/>
              </a:rPr>
              <a:t> </a:t>
            </a:r>
            <a:r>
              <a:rPr lang="en-US" sz="2400" dirty="0">
                <a:latin typeface="+mj-lt"/>
              </a:rPr>
              <a:t>of</a:t>
            </a:r>
            <a:r>
              <a:rPr lang="en-US" sz="2400" spc="160" dirty="0">
                <a:latin typeface="+mj-lt"/>
              </a:rPr>
              <a:t> </a:t>
            </a:r>
            <a:r>
              <a:rPr lang="en-US" sz="2400" dirty="0">
                <a:latin typeface="+mj-lt"/>
              </a:rPr>
              <a:t>insulin</a:t>
            </a:r>
            <a:r>
              <a:rPr lang="en-US" sz="2400" spc="150" dirty="0">
                <a:latin typeface="+mj-lt"/>
              </a:rPr>
              <a:t> </a:t>
            </a:r>
            <a:r>
              <a:rPr lang="en-US" sz="2400" dirty="0">
                <a:latin typeface="+mj-lt"/>
              </a:rPr>
              <a:t>by</a:t>
            </a:r>
            <a:r>
              <a:rPr lang="en-US" sz="2400" spc="50" dirty="0">
                <a:latin typeface="+mj-lt"/>
              </a:rPr>
              <a:t> </a:t>
            </a:r>
            <a:r>
              <a:rPr lang="en-US" sz="2400" dirty="0">
                <a:solidFill>
                  <a:srgbClr val="0C0C0C"/>
                </a:solidFill>
                <a:latin typeface="+mj-lt"/>
              </a:rPr>
              <a:t>the</a:t>
            </a:r>
            <a:r>
              <a:rPr lang="en-US" sz="2400" spc="10" dirty="0">
                <a:solidFill>
                  <a:srgbClr val="0C0C0C"/>
                </a:solidFill>
                <a:latin typeface="+mj-lt"/>
              </a:rPr>
              <a:t> </a:t>
            </a:r>
            <a:r>
              <a:rPr lang="en-US" sz="2400" dirty="0">
                <a:solidFill>
                  <a:srgbClr val="181818"/>
                </a:solidFill>
                <a:latin typeface="+mj-lt"/>
              </a:rPr>
              <a:t>pancreas</a:t>
            </a:r>
            <a:r>
              <a:rPr lang="en-US" sz="2400" spc="180" dirty="0">
                <a:solidFill>
                  <a:srgbClr val="181818"/>
                </a:solidFill>
                <a:latin typeface="+mj-lt"/>
              </a:rPr>
              <a:t> </a:t>
            </a:r>
            <a:r>
              <a:rPr lang="en-US" sz="2400" dirty="0">
                <a:solidFill>
                  <a:srgbClr val="0F0F0F"/>
                </a:solidFill>
                <a:latin typeface="+mj-lt"/>
              </a:rPr>
              <a:t>and</a:t>
            </a:r>
            <a:r>
              <a:rPr lang="en-US" sz="2400" spc="250" dirty="0">
                <a:solidFill>
                  <a:srgbClr val="0F0F0F"/>
                </a:solidFill>
                <a:latin typeface="+mj-lt"/>
              </a:rPr>
              <a:t> </a:t>
            </a:r>
            <a:r>
              <a:rPr lang="en-US" sz="2400" dirty="0">
                <a:solidFill>
                  <a:srgbClr val="111111"/>
                </a:solidFill>
                <a:latin typeface="+mj-lt"/>
              </a:rPr>
              <a:t>for</a:t>
            </a:r>
            <a:r>
              <a:rPr lang="en-US" sz="2400" spc="240" dirty="0">
                <a:solidFill>
                  <a:srgbClr val="111111"/>
                </a:solidFill>
                <a:latin typeface="+mj-lt"/>
              </a:rPr>
              <a:t> </a:t>
            </a:r>
            <a:r>
              <a:rPr lang="en-US" sz="2400" dirty="0">
                <a:solidFill>
                  <a:srgbClr val="0F0F0F"/>
                </a:solidFill>
                <a:latin typeface="+mj-lt"/>
              </a:rPr>
              <a:t>the</a:t>
            </a:r>
            <a:r>
              <a:rPr lang="en-US" sz="2400" spc="40" dirty="0">
                <a:solidFill>
                  <a:srgbClr val="0F0F0F"/>
                </a:solidFill>
                <a:latin typeface="+mj-lt"/>
              </a:rPr>
              <a:t> </a:t>
            </a:r>
            <a:r>
              <a:rPr lang="en-US" sz="2400" spc="-20" dirty="0">
                <a:latin typeface="+mj-lt"/>
              </a:rPr>
              <a:t>immunity function.</a:t>
            </a:r>
          </a:p>
          <a:p>
            <a:pPr marL="299002">
              <a:lnSpc>
                <a:spcPct val="100000"/>
              </a:lnSpc>
            </a:pPr>
            <a:r>
              <a:rPr lang="en-US" sz="2400" dirty="0">
                <a:latin typeface="+mj-lt"/>
              </a:rPr>
              <a:t>The</a:t>
            </a:r>
            <a:r>
              <a:rPr lang="en-US" sz="2400" spc="-50" dirty="0">
                <a:latin typeface="+mj-lt"/>
              </a:rPr>
              <a:t> </a:t>
            </a:r>
            <a:r>
              <a:rPr lang="en-US" sz="2400" spc="-20" dirty="0">
                <a:latin typeface="+mj-lt"/>
              </a:rPr>
              <a:t>average</a:t>
            </a:r>
            <a:r>
              <a:rPr lang="en-US" sz="2400" spc="20" dirty="0">
                <a:latin typeface="+mj-lt"/>
              </a:rPr>
              <a:t> </a:t>
            </a:r>
            <a:r>
              <a:rPr lang="en-US" sz="2400" dirty="0">
                <a:latin typeface="+mj-lt"/>
              </a:rPr>
              <a:t>adult</a:t>
            </a:r>
            <a:r>
              <a:rPr lang="en-US" sz="2400" spc="-30" dirty="0">
                <a:latin typeface="+mj-lt"/>
              </a:rPr>
              <a:t> </a:t>
            </a:r>
            <a:r>
              <a:rPr lang="en-US" sz="2400" spc="-20" dirty="0">
                <a:latin typeface="+mj-lt"/>
              </a:rPr>
              <a:t>body</a:t>
            </a:r>
            <a:r>
              <a:rPr lang="en-US" sz="2400" spc="40" dirty="0">
                <a:latin typeface="+mj-lt"/>
              </a:rPr>
              <a:t> </a:t>
            </a:r>
            <a:r>
              <a:rPr lang="en-US" sz="2400" spc="-20" dirty="0">
                <a:latin typeface="+mj-lt"/>
              </a:rPr>
              <a:t>contains</a:t>
            </a:r>
            <a:r>
              <a:rPr lang="en-US" sz="2400" spc="90" dirty="0">
                <a:latin typeface="+mj-lt"/>
              </a:rPr>
              <a:t> </a:t>
            </a:r>
            <a:r>
              <a:rPr lang="en-US" sz="2400" spc="-20" dirty="0">
                <a:latin typeface="+mj-lt"/>
              </a:rPr>
              <a:t>1.4</a:t>
            </a:r>
            <a:r>
              <a:rPr lang="en-US" sz="2400" spc="-80" dirty="0">
                <a:latin typeface="+mj-lt"/>
              </a:rPr>
              <a:t> </a:t>
            </a:r>
            <a:r>
              <a:rPr lang="en-US" sz="2400" dirty="0">
                <a:latin typeface="+mj-lt"/>
              </a:rPr>
              <a:t>to</a:t>
            </a:r>
            <a:r>
              <a:rPr lang="en-US" sz="2400" spc="-80" dirty="0">
                <a:latin typeface="+mj-lt"/>
              </a:rPr>
              <a:t> </a:t>
            </a:r>
            <a:r>
              <a:rPr lang="en-US" sz="2400" dirty="0">
                <a:latin typeface="+mj-lt"/>
              </a:rPr>
              <a:t>2.3</a:t>
            </a:r>
            <a:r>
              <a:rPr lang="en-US" sz="2400" spc="-30" dirty="0">
                <a:latin typeface="+mj-lt"/>
              </a:rPr>
              <a:t> </a:t>
            </a:r>
            <a:r>
              <a:rPr lang="en-US" sz="2400" dirty="0">
                <a:solidFill>
                  <a:srgbClr val="282828"/>
                </a:solidFill>
                <a:latin typeface="+mj-lt"/>
              </a:rPr>
              <a:t>g</a:t>
            </a:r>
            <a:r>
              <a:rPr lang="en-US" sz="2400" spc="-50" dirty="0">
                <a:solidFill>
                  <a:srgbClr val="282828"/>
                </a:solidFill>
                <a:latin typeface="+mj-lt"/>
              </a:rPr>
              <a:t> </a:t>
            </a:r>
            <a:r>
              <a:rPr lang="en-US" sz="2400" spc="-70" dirty="0">
                <a:latin typeface="+mj-lt"/>
              </a:rPr>
              <a:t>of </a:t>
            </a:r>
            <a:r>
              <a:rPr lang="en-US" sz="2400" spc="-20" dirty="0">
                <a:latin typeface="+mj-lt"/>
              </a:rPr>
              <a:t>zinc.</a:t>
            </a:r>
            <a:endParaRPr lang="en-US" sz="2400" dirty="0">
              <a:latin typeface="+mj-lt"/>
            </a:endParaRPr>
          </a:p>
          <a:p>
            <a:pPr marL="278645" indent="-250653">
              <a:lnSpc>
                <a:spcPct val="100000"/>
              </a:lnSpc>
              <a:spcBef>
                <a:spcPts val="120"/>
              </a:spcBef>
              <a:tabLst>
                <a:tab pos="278645" algn="l"/>
              </a:tabLst>
            </a:pPr>
            <a:r>
              <a:rPr lang="en-US" sz="2400" dirty="0">
                <a:latin typeface="+mj-lt"/>
              </a:rPr>
              <a:t>Zinc</a:t>
            </a:r>
            <a:r>
              <a:rPr lang="en-US" sz="2400" spc="-40" dirty="0">
                <a:latin typeface="+mj-lt"/>
              </a:rPr>
              <a:t> </a:t>
            </a:r>
            <a:r>
              <a:rPr lang="en-US" sz="2400" spc="-20" dirty="0">
                <a:latin typeface="+mj-lt"/>
              </a:rPr>
              <a:t>deficiency</a:t>
            </a:r>
            <a:r>
              <a:rPr lang="en-US" sz="2400" spc="20" dirty="0">
                <a:latin typeface="+mj-lt"/>
              </a:rPr>
              <a:t> </a:t>
            </a:r>
            <a:r>
              <a:rPr lang="en-US" sz="2400" spc="-40" dirty="0">
                <a:solidFill>
                  <a:srgbClr val="1F1F1F"/>
                </a:solidFill>
                <a:latin typeface="+mj-lt"/>
              </a:rPr>
              <a:t>has</a:t>
            </a:r>
            <a:r>
              <a:rPr lang="en-US" sz="2400" spc="-100" dirty="0">
                <a:solidFill>
                  <a:srgbClr val="1F1F1F"/>
                </a:solidFill>
                <a:latin typeface="+mj-lt"/>
              </a:rPr>
              <a:t> </a:t>
            </a:r>
            <a:r>
              <a:rPr lang="en-US" sz="2400" dirty="0">
                <a:latin typeface="+mj-lt"/>
              </a:rPr>
              <a:t>been</a:t>
            </a:r>
            <a:r>
              <a:rPr lang="en-US" sz="2400" spc="-20" dirty="0">
                <a:latin typeface="+mj-lt"/>
              </a:rPr>
              <a:t> reported</a:t>
            </a:r>
            <a:r>
              <a:rPr lang="en-US" sz="2400" spc="10" dirty="0">
                <a:latin typeface="+mj-lt"/>
              </a:rPr>
              <a:t> </a:t>
            </a:r>
            <a:r>
              <a:rPr lang="en-US" sz="2400" dirty="0">
                <a:latin typeface="+mj-lt"/>
              </a:rPr>
              <a:t>to</a:t>
            </a:r>
            <a:r>
              <a:rPr lang="en-US" sz="2400" spc="-20" dirty="0">
                <a:latin typeface="+mj-lt"/>
              </a:rPr>
              <a:t> </a:t>
            </a:r>
            <a:r>
              <a:rPr lang="en-US" sz="2400" dirty="0">
                <a:latin typeface="+mj-lt"/>
              </a:rPr>
              <a:t>result</a:t>
            </a:r>
            <a:r>
              <a:rPr lang="en-US" sz="2400" spc="-30" dirty="0">
                <a:latin typeface="+mj-lt"/>
              </a:rPr>
              <a:t> </a:t>
            </a:r>
            <a:r>
              <a:rPr lang="en-US" sz="2400" dirty="0">
                <a:solidFill>
                  <a:srgbClr val="161616"/>
                </a:solidFill>
                <a:latin typeface="+mj-lt"/>
              </a:rPr>
              <a:t>in</a:t>
            </a:r>
            <a:r>
              <a:rPr lang="en-US" sz="2400" spc="-90" dirty="0">
                <a:solidFill>
                  <a:srgbClr val="161616"/>
                </a:solidFill>
                <a:latin typeface="+mj-lt"/>
              </a:rPr>
              <a:t> </a:t>
            </a:r>
            <a:r>
              <a:rPr lang="en-US" sz="2400" dirty="0">
                <a:latin typeface="+mj-lt"/>
              </a:rPr>
              <a:t>growth</a:t>
            </a:r>
            <a:r>
              <a:rPr lang="en-US" sz="2400" spc="-20" dirty="0">
                <a:latin typeface="+mj-lt"/>
              </a:rPr>
              <a:t> failure</a:t>
            </a:r>
            <a:r>
              <a:rPr lang="en-US" sz="2400" spc="10" dirty="0">
                <a:latin typeface="+mj-lt"/>
              </a:rPr>
              <a:t> </a:t>
            </a:r>
            <a:r>
              <a:rPr lang="en-US" sz="2400" dirty="0">
                <a:latin typeface="+mj-lt"/>
              </a:rPr>
              <a:t>and</a:t>
            </a:r>
            <a:r>
              <a:rPr lang="en-US" sz="2400" spc="-100" dirty="0">
                <a:latin typeface="+mj-lt"/>
              </a:rPr>
              <a:t> </a:t>
            </a:r>
            <a:r>
              <a:rPr lang="en-US" sz="2400" spc="-20" dirty="0">
                <a:latin typeface="+mj-lt"/>
              </a:rPr>
              <a:t>sexual </a:t>
            </a:r>
            <a:r>
              <a:rPr lang="en-US" sz="2400" spc="-90" dirty="0">
                <a:latin typeface="+mj-lt"/>
              </a:rPr>
              <a:t>infantilism</a:t>
            </a:r>
            <a:r>
              <a:rPr lang="en-US" sz="2400" spc="-40" dirty="0">
                <a:latin typeface="+mj-lt"/>
              </a:rPr>
              <a:t> </a:t>
            </a:r>
            <a:r>
              <a:rPr lang="en-US" sz="2400" spc="-60" dirty="0">
                <a:latin typeface="+mj-lt"/>
              </a:rPr>
              <a:t>in</a:t>
            </a:r>
            <a:r>
              <a:rPr lang="en-US" sz="2400" spc="-80" dirty="0">
                <a:latin typeface="+mj-lt"/>
              </a:rPr>
              <a:t> </a:t>
            </a:r>
            <a:r>
              <a:rPr lang="en-US" sz="2400" spc="-80" dirty="0">
                <a:solidFill>
                  <a:srgbClr val="161616"/>
                </a:solidFill>
                <a:latin typeface="+mj-lt"/>
              </a:rPr>
              <a:t>adolescents,</a:t>
            </a:r>
            <a:r>
              <a:rPr lang="en-US" sz="2400" spc="20" dirty="0">
                <a:solidFill>
                  <a:srgbClr val="161616"/>
                </a:solidFill>
                <a:latin typeface="+mj-lt"/>
              </a:rPr>
              <a:t> </a:t>
            </a:r>
            <a:r>
              <a:rPr lang="en-US" sz="2400" spc="-20" dirty="0">
                <a:solidFill>
                  <a:srgbClr val="111111"/>
                </a:solidFill>
                <a:latin typeface="+mj-lt"/>
              </a:rPr>
              <a:t>and</a:t>
            </a:r>
            <a:r>
              <a:rPr lang="en-US" sz="2400" spc="-30" dirty="0">
                <a:solidFill>
                  <a:srgbClr val="111111"/>
                </a:solidFill>
                <a:latin typeface="+mj-lt"/>
              </a:rPr>
              <a:t> </a:t>
            </a:r>
            <a:r>
              <a:rPr lang="en-US" sz="2400" spc="-80" dirty="0">
                <a:latin typeface="+mj-lt"/>
              </a:rPr>
              <a:t>in</a:t>
            </a:r>
            <a:r>
              <a:rPr lang="en-US" sz="2400" spc="-160" dirty="0">
                <a:latin typeface="+mj-lt"/>
              </a:rPr>
              <a:t> </a:t>
            </a:r>
            <a:r>
              <a:rPr lang="en-US" sz="2400" spc="-250" dirty="0">
                <a:latin typeface="+mj-lt"/>
              </a:rPr>
              <a:t>loss </a:t>
            </a:r>
            <a:r>
              <a:rPr lang="en-US" sz="2400" spc="100" dirty="0">
                <a:latin typeface="+mj-lt"/>
              </a:rPr>
              <a:t> </a:t>
            </a:r>
            <a:r>
              <a:rPr lang="en-US" sz="2400" dirty="0">
                <a:solidFill>
                  <a:srgbClr val="2F2F2F"/>
                </a:solidFill>
                <a:latin typeface="+mj-lt"/>
              </a:rPr>
              <a:t>of</a:t>
            </a:r>
            <a:r>
              <a:rPr lang="en-US" sz="2400" spc="-30" dirty="0">
                <a:solidFill>
                  <a:srgbClr val="2F2F2F"/>
                </a:solidFill>
                <a:latin typeface="+mj-lt"/>
              </a:rPr>
              <a:t> </a:t>
            </a:r>
            <a:r>
              <a:rPr lang="en-US" sz="2400" spc="-60" dirty="0">
                <a:solidFill>
                  <a:srgbClr val="424242"/>
                </a:solidFill>
                <a:latin typeface="+mj-lt"/>
              </a:rPr>
              <a:t>taste</a:t>
            </a:r>
            <a:r>
              <a:rPr lang="en-US" sz="2400" spc="-10" dirty="0">
                <a:solidFill>
                  <a:srgbClr val="424242"/>
                </a:solidFill>
                <a:latin typeface="+mj-lt"/>
              </a:rPr>
              <a:t> </a:t>
            </a:r>
            <a:r>
              <a:rPr lang="en-US" sz="2400" spc="-60" dirty="0">
                <a:solidFill>
                  <a:srgbClr val="111111"/>
                </a:solidFill>
                <a:latin typeface="+mj-lt"/>
              </a:rPr>
              <a:t>and</a:t>
            </a:r>
            <a:r>
              <a:rPr lang="en-US" sz="2400" spc="20" dirty="0">
                <a:solidFill>
                  <a:srgbClr val="111111"/>
                </a:solidFill>
                <a:latin typeface="+mj-lt"/>
              </a:rPr>
              <a:t> </a:t>
            </a:r>
            <a:r>
              <a:rPr lang="en-US" sz="2400" spc="-80" dirty="0">
                <a:latin typeface="+mj-lt"/>
              </a:rPr>
              <a:t>delayed</a:t>
            </a:r>
            <a:r>
              <a:rPr lang="en-US" sz="2400" spc="30" dirty="0">
                <a:latin typeface="+mj-lt"/>
              </a:rPr>
              <a:t> </a:t>
            </a:r>
            <a:r>
              <a:rPr lang="en-US" sz="2400" spc="-90" dirty="0">
                <a:latin typeface="+mj-lt"/>
              </a:rPr>
              <a:t>wound</a:t>
            </a:r>
            <a:r>
              <a:rPr lang="en-US" sz="2400" spc="20" dirty="0">
                <a:latin typeface="+mj-lt"/>
              </a:rPr>
              <a:t> </a:t>
            </a:r>
            <a:r>
              <a:rPr lang="en-US" sz="2400" spc="-20" dirty="0">
                <a:latin typeface="+mj-lt"/>
              </a:rPr>
              <a:t>healing</a:t>
            </a:r>
            <a:endParaRPr lang="en-US" sz="2400" dirty="0">
              <a:latin typeface="+mj-lt"/>
            </a:endParaRPr>
          </a:p>
          <a:p>
            <a:pPr marL="283734" marR="398245" indent="-254470">
              <a:lnSpc>
                <a:spcPct val="100000"/>
              </a:lnSpc>
              <a:spcBef>
                <a:spcPts val="992"/>
              </a:spcBef>
              <a:tabLst>
                <a:tab pos="283734" algn="l"/>
              </a:tabLst>
            </a:pPr>
            <a:r>
              <a:rPr lang="en-US" sz="2400" dirty="0">
                <a:latin typeface="+mj-lt"/>
              </a:rPr>
              <a:t>There</a:t>
            </a:r>
            <a:r>
              <a:rPr lang="en-US" sz="2400" spc="401" dirty="0">
                <a:latin typeface="+mj-lt"/>
              </a:rPr>
              <a:t> </a:t>
            </a:r>
            <a:r>
              <a:rPr lang="en-US" sz="2400" dirty="0">
                <a:solidFill>
                  <a:srgbClr val="1F1F1F"/>
                </a:solidFill>
                <a:latin typeface="+mj-lt"/>
              </a:rPr>
              <a:t>are</a:t>
            </a:r>
            <a:r>
              <a:rPr lang="en-US" sz="2400" spc="381" dirty="0">
                <a:solidFill>
                  <a:srgbClr val="1F1F1F"/>
                </a:solidFill>
                <a:latin typeface="+mj-lt"/>
              </a:rPr>
              <a:t> </a:t>
            </a:r>
            <a:r>
              <a:rPr lang="en-US" sz="2400" dirty="0">
                <a:solidFill>
                  <a:srgbClr val="1C1C1C"/>
                </a:solidFill>
                <a:latin typeface="+mj-lt"/>
              </a:rPr>
              <a:t>also</a:t>
            </a:r>
            <a:r>
              <a:rPr lang="en-US" sz="2400" spc="281" dirty="0">
                <a:solidFill>
                  <a:srgbClr val="1C1C1C"/>
                </a:solidFill>
                <a:latin typeface="+mj-lt"/>
              </a:rPr>
              <a:t> </a:t>
            </a:r>
            <a:r>
              <a:rPr lang="en-US" sz="2400" dirty="0">
                <a:latin typeface="+mj-lt"/>
              </a:rPr>
              <a:t>reports</a:t>
            </a:r>
            <a:r>
              <a:rPr lang="en-US" sz="2400" spc="531" dirty="0">
                <a:latin typeface="+mj-lt"/>
              </a:rPr>
              <a:t> </a:t>
            </a:r>
            <a:r>
              <a:rPr lang="en-US" sz="2400" dirty="0">
                <a:solidFill>
                  <a:srgbClr val="2A2A2A"/>
                </a:solidFill>
                <a:latin typeface="+mj-lt"/>
              </a:rPr>
              <a:t>of</a:t>
            </a:r>
            <a:r>
              <a:rPr lang="en-US" sz="2400" spc="421" dirty="0">
                <a:solidFill>
                  <a:srgbClr val="2A2A2A"/>
                </a:solidFill>
                <a:latin typeface="+mj-lt"/>
              </a:rPr>
              <a:t> </a:t>
            </a:r>
            <a:r>
              <a:rPr lang="en-US" sz="2400" dirty="0">
                <a:solidFill>
                  <a:srgbClr val="468966"/>
                </a:solidFill>
                <a:latin typeface="+mj-lt"/>
              </a:rPr>
              <a:t>low</a:t>
            </a:r>
            <a:r>
              <a:rPr lang="en-US" sz="2400" spc="459" dirty="0">
                <a:solidFill>
                  <a:srgbClr val="468966"/>
                </a:solidFill>
                <a:latin typeface="+mj-lt"/>
              </a:rPr>
              <a:t> </a:t>
            </a:r>
            <a:r>
              <a:rPr lang="en-US" sz="2400" dirty="0">
                <a:solidFill>
                  <a:srgbClr val="339362"/>
                </a:solidFill>
                <a:latin typeface="+mj-lt"/>
              </a:rPr>
              <a:t>circulating</a:t>
            </a:r>
            <a:r>
              <a:rPr lang="en-US" sz="2400" spc="641" dirty="0">
                <a:solidFill>
                  <a:srgbClr val="339362"/>
                </a:solidFill>
                <a:latin typeface="+mj-lt"/>
              </a:rPr>
              <a:t> </a:t>
            </a:r>
            <a:r>
              <a:rPr lang="en-US" sz="2400" dirty="0">
                <a:solidFill>
                  <a:srgbClr val="489775"/>
                </a:solidFill>
                <a:latin typeface="+mj-lt"/>
              </a:rPr>
              <a:t>zi</a:t>
            </a:r>
            <a:r>
              <a:rPr lang="en-US" sz="2400" dirty="0">
                <a:solidFill>
                  <a:srgbClr val="3A8962"/>
                </a:solidFill>
                <a:latin typeface="+mj-lt"/>
              </a:rPr>
              <a:t>nc</a:t>
            </a:r>
            <a:r>
              <a:rPr lang="en-US" sz="2400" spc="311" dirty="0">
                <a:solidFill>
                  <a:srgbClr val="3A8962"/>
                </a:solidFill>
                <a:latin typeface="+mj-lt"/>
              </a:rPr>
              <a:t> </a:t>
            </a:r>
            <a:r>
              <a:rPr lang="en-US" sz="2400" dirty="0">
                <a:solidFill>
                  <a:srgbClr val="488062"/>
                </a:solidFill>
                <a:latin typeface="+mj-lt"/>
              </a:rPr>
              <a:t>levels</a:t>
            </a:r>
            <a:r>
              <a:rPr lang="en-US" sz="2400" spc="611" dirty="0">
                <a:solidFill>
                  <a:srgbClr val="488062"/>
                </a:solidFill>
                <a:latin typeface="+mj-lt"/>
              </a:rPr>
              <a:t> </a:t>
            </a:r>
            <a:r>
              <a:rPr lang="en-US" sz="2400" dirty="0">
                <a:solidFill>
                  <a:srgbClr val="161616"/>
                </a:solidFill>
                <a:latin typeface="+mj-lt"/>
              </a:rPr>
              <a:t>in</a:t>
            </a:r>
            <a:r>
              <a:rPr lang="en-US" sz="2400" spc="228" dirty="0">
                <a:solidFill>
                  <a:srgbClr val="161616"/>
                </a:solidFill>
                <a:latin typeface="+mj-lt"/>
              </a:rPr>
              <a:t> </a:t>
            </a:r>
            <a:r>
              <a:rPr lang="en-US" sz="2400" dirty="0">
                <a:latin typeface="+mj-lt"/>
              </a:rPr>
              <a:t>clinical</a:t>
            </a:r>
            <a:r>
              <a:rPr lang="en-US" sz="2400" spc="371" dirty="0">
                <a:latin typeface="+mj-lt"/>
              </a:rPr>
              <a:t> </a:t>
            </a:r>
            <a:r>
              <a:rPr lang="en-US" sz="2400" dirty="0">
                <a:solidFill>
                  <a:srgbClr val="161616"/>
                </a:solidFill>
                <a:latin typeface="+mj-lt"/>
              </a:rPr>
              <a:t>disorders</a:t>
            </a:r>
            <a:r>
              <a:rPr lang="en-US" sz="2400" spc="521" dirty="0">
                <a:solidFill>
                  <a:srgbClr val="161616"/>
                </a:solidFill>
                <a:latin typeface="+mj-lt"/>
              </a:rPr>
              <a:t> </a:t>
            </a:r>
            <a:r>
              <a:rPr lang="en-US" sz="2400" dirty="0">
                <a:solidFill>
                  <a:srgbClr val="2F2F2F"/>
                </a:solidFill>
                <a:latin typeface="+mj-lt"/>
              </a:rPr>
              <a:t>such</a:t>
            </a:r>
            <a:r>
              <a:rPr lang="en-US" sz="2400" spc="301" dirty="0">
                <a:solidFill>
                  <a:srgbClr val="2F2F2F"/>
                </a:solidFill>
                <a:latin typeface="+mj-lt"/>
              </a:rPr>
              <a:t> </a:t>
            </a:r>
            <a:r>
              <a:rPr lang="en-US" sz="2400" spc="50" dirty="0">
                <a:solidFill>
                  <a:srgbClr val="2F2F2F"/>
                </a:solidFill>
                <a:latin typeface="+mj-lt"/>
              </a:rPr>
              <a:t>as </a:t>
            </a:r>
            <a:r>
              <a:rPr lang="en-US" sz="2400" dirty="0">
                <a:solidFill>
                  <a:srgbClr val="669E80"/>
                </a:solidFill>
                <a:latin typeface="+mj-lt"/>
              </a:rPr>
              <a:t>liver</a:t>
            </a:r>
            <a:r>
              <a:rPr lang="en-US" sz="2400" spc="509" dirty="0">
                <a:solidFill>
                  <a:srgbClr val="669E80"/>
                </a:solidFill>
                <a:latin typeface="+mj-lt"/>
              </a:rPr>
              <a:t> </a:t>
            </a:r>
            <a:r>
              <a:rPr lang="en-US" sz="2400" spc="-20" dirty="0">
                <a:solidFill>
                  <a:srgbClr val="319766"/>
                </a:solidFill>
                <a:latin typeface="+mj-lt"/>
              </a:rPr>
              <a:t>d</a:t>
            </a:r>
            <a:r>
              <a:rPr lang="en-US" sz="2400" spc="-20" dirty="0">
                <a:solidFill>
                  <a:srgbClr val="529374"/>
                </a:solidFill>
                <a:latin typeface="+mj-lt"/>
              </a:rPr>
              <a:t>isea</a:t>
            </a:r>
            <a:r>
              <a:rPr lang="en-US" sz="2400" dirty="0">
                <a:solidFill>
                  <a:srgbClr val="49936D"/>
                </a:solidFill>
                <a:latin typeface="+mj-lt"/>
              </a:rPr>
              <a:t>se,</a:t>
            </a:r>
            <a:r>
              <a:rPr lang="en-US" sz="2400" spc="571" dirty="0">
                <a:solidFill>
                  <a:srgbClr val="49936D"/>
                </a:solidFill>
                <a:latin typeface="+mj-lt"/>
              </a:rPr>
              <a:t> </a:t>
            </a:r>
            <a:r>
              <a:rPr lang="en-US" sz="2400" dirty="0">
                <a:solidFill>
                  <a:srgbClr val="52A57C"/>
                </a:solidFill>
                <a:latin typeface="+mj-lt"/>
              </a:rPr>
              <a:t>per</a:t>
            </a:r>
            <a:r>
              <a:rPr lang="en-US" sz="2400" dirty="0">
                <a:solidFill>
                  <a:srgbClr val="3FA06B"/>
                </a:solidFill>
                <a:latin typeface="+mj-lt"/>
              </a:rPr>
              <a:t>nicious </a:t>
            </a:r>
            <a:r>
              <a:rPr lang="en-US" sz="2400" spc="90" dirty="0">
                <a:solidFill>
                  <a:srgbClr val="1A8C52"/>
                </a:solidFill>
                <a:latin typeface="+mj-lt"/>
              </a:rPr>
              <a:t>anemia </a:t>
            </a:r>
            <a:r>
              <a:rPr lang="en-US" sz="2400" spc="551" dirty="0">
                <a:solidFill>
                  <a:srgbClr val="3D9067"/>
                </a:solidFill>
                <a:latin typeface="+mj-lt"/>
              </a:rPr>
              <a:t> </a:t>
            </a:r>
            <a:r>
              <a:rPr lang="en-US" sz="2400" dirty="0">
                <a:solidFill>
                  <a:srgbClr val="4BAA75"/>
                </a:solidFill>
                <a:latin typeface="+mj-lt"/>
              </a:rPr>
              <a:t>and</a:t>
            </a:r>
            <a:r>
              <a:rPr lang="en-US" sz="2400" spc="451" dirty="0">
                <a:solidFill>
                  <a:srgbClr val="4BAA75"/>
                </a:solidFill>
                <a:latin typeface="+mj-lt"/>
              </a:rPr>
              <a:t> </a:t>
            </a:r>
            <a:r>
              <a:rPr lang="en-US" sz="2400" dirty="0">
                <a:solidFill>
                  <a:srgbClr val="549075"/>
                </a:solidFill>
                <a:latin typeface="+mj-lt"/>
              </a:rPr>
              <a:t>myocardial</a:t>
            </a:r>
            <a:r>
              <a:rPr lang="en-US" sz="2400" spc="501" dirty="0">
                <a:solidFill>
                  <a:srgbClr val="549075"/>
                </a:solidFill>
                <a:latin typeface="+mj-lt"/>
              </a:rPr>
              <a:t> </a:t>
            </a:r>
            <a:r>
              <a:rPr lang="en-US" sz="2400" dirty="0">
                <a:solidFill>
                  <a:srgbClr val="268E5B"/>
                </a:solidFill>
                <a:latin typeface="+mj-lt"/>
              </a:rPr>
              <a:t>infarctio</a:t>
            </a:r>
            <a:r>
              <a:rPr lang="en-US" sz="2400" spc="-50" dirty="0">
                <a:solidFill>
                  <a:srgbClr val="268E5B"/>
                </a:solidFill>
                <a:latin typeface="+mj-lt"/>
              </a:rPr>
              <a:t>n.</a:t>
            </a:r>
          </a:p>
          <a:p>
            <a:pPr marL="296457" indent="-251925">
              <a:lnSpc>
                <a:spcPct val="100000"/>
              </a:lnSpc>
              <a:spcBef>
                <a:spcPts val="250"/>
              </a:spcBef>
              <a:buClr>
                <a:srgbClr val="0E854B"/>
              </a:buClr>
              <a:buChar char="•"/>
              <a:tabLst>
                <a:tab pos="296457" algn="l"/>
              </a:tabLst>
            </a:pPr>
            <a:r>
              <a:rPr lang="en-US" sz="2400" dirty="0">
                <a:solidFill>
                  <a:srgbClr val="529777"/>
                </a:solidFill>
                <a:latin typeface="+mj-lt"/>
                <a:cs typeface="Calibri"/>
              </a:rPr>
              <a:t>Zn</a:t>
            </a:r>
            <a:r>
              <a:rPr lang="en-US" sz="2400" spc="-110" dirty="0">
                <a:solidFill>
                  <a:srgbClr val="529777"/>
                </a:solidFill>
                <a:latin typeface="+mj-lt"/>
                <a:cs typeface="Calibri"/>
              </a:rPr>
              <a:t> </a:t>
            </a:r>
            <a:r>
              <a:rPr lang="en-US" sz="2400" spc="-20" dirty="0">
                <a:solidFill>
                  <a:srgbClr val="2D9560"/>
                </a:solidFill>
                <a:latin typeface="+mj-lt"/>
                <a:cs typeface="Calibri"/>
              </a:rPr>
              <a:t>deficiency </a:t>
            </a:r>
            <a:r>
              <a:rPr lang="en-US" sz="2400" dirty="0">
                <a:latin typeface="+mj-lt"/>
                <a:cs typeface="Calibri"/>
              </a:rPr>
              <a:t>is</a:t>
            </a:r>
            <a:r>
              <a:rPr lang="en-US" sz="2400" spc="-20" dirty="0">
                <a:latin typeface="+mj-lt"/>
                <a:cs typeface="Calibri"/>
              </a:rPr>
              <a:t> </a:t>
            </a:r>
            <a:r>
              <a:rPr lang="en-US" sz="2400" dirty="0">
                <a:latin typeface="+mj-lt"/>
                <a:cs typeface="Calibri"/>
              </a:rPr>
              <a:t>common</a:t>
            </a:r>
            <a:r>
              <a:rPr lang="en-US" sz="2400" spc="190" dirty="0">
                <a:latin typeface="+mj-lt"/>
                <a:cs typeface="Calibri"/>
              </a:rPr>
              <a:t> </a:t>
            </a:r>
            <a:r>
              <a:rPr lang="en-US" sz="2400" dirty="0">
                <a:latin typeface="+mj-lt"/>
                <a:cs typeface="Calibri"/>
              </a:rPr>
              <a:t>in</a:t>
            </a:r>
            <a:r>
              <a:rPr lang="en-US" sz="2400" spc="50" dirty="0">
                <a:latin typeface="+mj-lt"/>
                <a:cs typeface="Calibri"/>
              </a:rPr>
              <a:t> </a:t>
            </a:r>
            <a:r>
              <a:rPr lang="en-US" sz="2400" dirty="0">
                <a:latin typeface="+mj-lt"/>
                <a:cs typeface="Calibri"/>
              </a:rPr>
              <a:t>children</a:t>
            </a:r>
            <a:r>
              <a:rPr lang="en-US" sz="2400" spc="170" dirty="0">
                <a:latin typeface="+mj-lt"/>
                <a:cs typeface="Calibri"/>
              </a:rPr>
              <a:t> </a:t>
            </a:r>
            <a:r>
              <a:rPr lang="en-US" sz="2400" dirty="0">
                <a:latin typeface="+mj-lt"/>
                <a:cs typeface="Calibri"/>
              </a:rPr>
              <a:t>from</a:t>
            </a:r>
            <a:r>
              <a:rPr lang="en-US" sz="2400" spc="120" dirty="0">
                <a:latin typeface="+mj-lt"/>
                <a:cs typeface="Calibri"/>
              </a:rPr>
              <a:t> </a:t>
            </a:r>
            <a:r>
              <a:rPr lang="en-US" sz="2400" dirty="0">
                <a:latin typeface="+mj-lt"/>
                <a:cs typeface="Calibri"/>
              </a:rPr>
              <a:t>developing</a:t>
            </a:r>
            <a:r>
              <a:rPr lang="en-US" sz="2400" spc="130" dirty="0">
                <a:latin typeface="+mj-lt"/>
                <a:cs typeface="Calibri"/>
              </a:rPr>
              <a:t> </a:t>
            </a:r>
            <a:r>
              <a:rPr lang="en-US" sz="2400" dirty="0">
                <a:latin typeface="+mj-lt"/>
                <a:cs typeface="Calibri"/>
              </a:rPr>
              <a:t>countries</a:t>
            </a:r>
            <a:r>
              <a:rPr lang="en-US" sz="2400" spc="130" dirty="0">
                <a:latin typeface="+mj-lt"/>
                <a:cs typeface="Calibri"/>
              </a:rPr>
              <a:t> </a:t>
            </a:r>
            <a:r>
              <a:rPr lang="en-US" sz="2400" dirty="0">
                <a:latin typeface="+mj-lt"/>
                <a:cs typeface="Calibri"/>
              </a:rPr>
              <a:t>due</a:t>
            </a:r>
            <a:r>
              <a:rPr lang="en-US" sz="2400" spc="110" dirty="0">
                <a:latin typeface="+mj-lt"/>
                <a:cs typeface="Calibri"/>
              </a:rPr>
              <a:t> </a:t>
            </a:r>
            <a:r>
              <a:rPr lang="en-US" sz="2400" spc="-50" dirty="0">
                <a:latin typeface="+mj-lt"/>
                <a:cs typeface="Calibri"/>
              </a:rPr>
              <a:t>to</a:t>
            </a:r>
            <a:endParaRPr lang="en-US" sz="2400" dirty="0">
              <a:latin typeface="+mj-lt"/>
              <a:cs typeface="Calibri"/>
            </a:endParaRPr>
          </a:p>
          <a:p>
            <a:pPr marL="722695" lvl="1" indent="-234110">
              <a:lnSpc>
                <a:spcPct val="100000"/>
              </a:lnSpc>
              <a:buClr>
                <a:srgbClr val="000000"/>
              </a:buClr>
              <a:buChar char="•"/>
              <a:tabLst>
                <a:tab pos="722695" algn="l"/>
              </a:tabLst>
            </a:pPr>
            <a:r>
              <a:rPr lang="en-US" dirty="0">
                <a:solidFill>
                  <a:srgbClr val="181818"/>
                </a:solidFill>
                <a:latin typeface="+mj-lt"/>
                <a:cs typeface="Calibri"/>
              </a:rPr>
              <a:t>lack</a:t>
            </a:r>
            <a:r>
              <a:rPr lang="en-US" spc="-30" dirty="0">
                <a:solidFill>
                  <a:srgbClr val="181818"/>
                </a:solidFill>
                <a:latin typeface="+mj-lt"/>
                <a:cs typeface="Calibri"/>
              </a:rPr>
              <a:t> </a:t>
            </a:r>
            <a:r>
              <a:rPr lang="en-US" dirty="0">
                <a:latin typeface="+mj-lt"/>
                <a:cs typeface="Calibri"/>
              </a:rPr>
              <a:t>of</a:t>
            </a:r>
            <a:r>
              <a:rPr lang="en-US" spc="-30" dirty="0">
                <a:latin typeface="+mj-lt"/>
                <a:cs typeface="Calibri"/>
              </a:rPr>
              <a:t> </a:t>
            </a:r>
            <a:r>
              <a:rPr lang="en-US" spc="-20" dirty="0">
                <a:solidFill>
                  <a:srgbClr val="151515"/>
                </a:solidFill>
                <a:latin typeface="+mj-lt"/>
                <a:cs typeface="Calibri"/>
              </a:rPr>
              <a:t>intake</a:t>
            </a:r>
            <a:r>
              <a:rPr lang="en-US" spc="-10" dirty="0">
                <a:solidFill>
                  <a:srgbClr val="151515"/>
                </a:solidFill>
                <a:latin typeface="+mj-lt"/>
                <a:cs typeface="Calibri"/>
              </a:rPr>
              <a:t> </a:t>
            </a:r>
            <a:r>
              <a:rPr lang="en-US" dirty="0">
                <a:latin typeface="+mj-lt"/>
                <a:cs typeface="Calibri"/>
              </a:rPr>
              <a:t>of</a:t>
            </a:r>
            <a:r>
              <a:rPr lang="en-US" spc="20" dirty="0">
                <a:latin typeface="+mj-lt"/>
                <a:cs typeface="Calibri"/>
              </a:rPr>
              <a:t> </a:t>
            </a:r>
            <a:r>
              <a:rPr lang="en-US" dirty="0">
                <a:solidFill>
                  <a:srgbClr val="0F0F0F"/>
                </a:solidFill>
                <a:latin typeface="+mj-lt"/>
                <a:cs typeface="Calibri"/>
              </a:rPr>
              <a:t>animal</a:t>
            </a:r>
            <a:r>
              <a:rPr lang="en-US" spc="-60" dirty="0">
                <a:solidFill>
                  <a:srgbClr val="0F0F0F"/>
                </a:solidFill>
                <a:latin typeface="+mj-lt"/>
                <a:cs typeface="Calibri"/>
              </a:rPr>
              <a:t> </a:t>
            </a:r>
            <a:r>
              <a:rPr lang="en-US" spc="-40" dirty="0">
                <a:solidFill>
                  <a:srgbClr val="0F0F0F"/>
                </a:solidFill>
                <a:latin typeface="+mj-lt"/>
                <a:cs typeface="Calibri"/>
              </a:rPr>
              <a:t>food</a:t>
            </a:r>
            <a:endParaRPr lang="en-US" dirty="0">
              <a:latin typeface="+mj-lt"/>
              <a:cs typeface="Calibri"/>
            </a:endParaRPr>
          </a:p>
          <a:p>
            <a:pPr marL="723967" lvl="1" indent="-234110">
              <a:lnSpc>
                <a:spcPct val="100000"/>
              </a:lnSpc>
              <a:buClr>
                <a:srgbClr val="000000"/>
              </a:buClr>
              <a:buChar char="•"/>
              <a:tabLst>
                <a:tab pos="723967" algn="l"/>
              </a:tabLst>
            </a:pPr>
            <a:r>
              <a:rPr lang="en-US" dirty="0">
                <a:solidFill>
                  <a:srgbClr val="2B2B2B"/>
                </a:solidFill>
                <a:latin typeface="+mj-lt"/>
                <a:cs typeface="Calibri"/>
              </a:rPr>
              <a:t>high</a:t>
            </a:r>
            <a:r>
              <a:rPr lang="en-US" spc="-30" dirty="0">
                <a:solidFill>
                  <a:srgbClr val="2B2B2B"/>
                </a:solidFill>
                <a:latin typeface="+mj-lt"/>
                <a:cs typeface="Calibri"/>
              </a:rPr>
              <a:t> </a:t>
            </a:r>
            <a:r>
              <a:rPr lang="en-US" spc="-20" dirty="0">
                <a:latin typeface="+mj-lt"/>
                <a:cs typeface="Calibri"/>
              </a:rPr>
              <a:t>dietary</a:t>
            </a:r>
            <a:r>
              <a:rPr lang="en-US" spc="-30" dirty="0">
                <a:latin typeface="+mj-lt"/>
                <a:cs typeface="Calibri"/>
              </a:rPr>
              <a:t> </a:t>
            </a:r>
            <a:r>
              <a:rPr lang="en-US" spc="-20" dirty="0">
                <a:latin typeface="+mj-lt"/>
                <a:cs typeface="Calibri"/>
              </a:rPr>
              <a:t>phytate</a:t>
            </a:r>
            <a:r>
              <a:rPr lang="en-US" spc="90" dirty="0">
                <a:latin typeface="+mj-lt"/>
                <a:cs typeface="Calibri"/>
              </a:rPr>
              <a:t> </a:t>
            </a:r>
            <a:r>
              <a:rPr lang="en-US" spc="-20" dirty="0">
                <a:solidFill>
                  <a:srgbClr val="1A1A1A"/>
                </a:solidFill>
                <a:latin typeface="+mj-lt"/>
                <a:cs typeface="Calibri"/>
              </a:rPr>
              <a:t>content</a:t>
            </a:r>
            <a:endParaRPr lang="en-US" dirty="0">
              <a:latin typeface="+mj-lt"/>
              <a:cs typeface="Calibri"/>
            </a:endParaRPr>
          </a:p>
          <a:p>
            <a:pPr marL="725239" lvl="1" indent="-237929">
              <a:lnSpc>
                <a:spcPct val="100000"/>
              </a:lnSpc>
              <a:buChar char="•"/>
              <a:tabLst>
                <a:tab pos="725239" algn="l"/>
              </a:tabLst>
            </a:pPr>
            <a:r>
              <a:rPr lang="en-US" spc="-80" dirty="0">
                <a:latin typeface="+mj-lt"/>
                <a:cs typeface="Calibri"/>
              </a:rPr>
              <a:t>inadequate</a:t>
            </a:r>
            <a:r>
              <a:rPr lang="en-US" spc="110" dirty="0">
                <a:latin typeface="+mj-lt"/>
                <a:cs typeface="Calibri"/>
              </a:rPr>
              <a:t> </a:t>
            </a:r>
            <a:r>
              <a:rPr lang="en-US" spc="-100" dirty="0">
                <a:solidFill>
                  <a:srgbClr val="1A1A1A"/>
                </a:solidFill>
                <a:latin typeface="+mj-lt"/>
                <a:cs typeface="Calibri"/>
              </a:rPr>
              <a:t>food</a:t>
            </a:r>
            <a:r>
              <a:rPr lang="en-US" dirty="0">
                <a:solidFill>
                  <a:srgbClr val="1A1A1A"/>
                </a:solidFill>
                <a:latin typeface="+mj-lt"/>
                <a:cs typeface="Calibri"/>
              </a:rPr>
              <a:t> </a:t>
            </a:r>
            <a:r>
              <a:rPr lang="en-US" spc="-20" dirty="0">
                <a:solidFill>
                  <a:srgbClr val="0C0C0C"/>
                </a:solidFill>
                <a:latin typeface="+mj-lt"/>
                <a:cs typeface="Calibri"/>
              </a:rPr>
              <a:t>intake</a:t>
            </a:r>
            <a:endParaRPr lang="en-US" dirty="0">
              <a:latin typeface="+mj-lt"/>
              <a:cs typeface="Calibri"/>
            </a:endParaRPr>
          </a:p>
          <a:p>
            <a:pPr marL="726512" lvl="1" indent="-236657">
              <a:lnSpc>
                <a:spcPct val="100000"/>
              </a:lnSpc>
              <a:buChar char="•"/>
              <a:tabLst>
                <a:tab pos="726512" algn="l"/>
              </a:tabLst>
            </a:pPr>
            <a:r>
              <a:rPr lang="en-US" spc="-20" dirty="0">
                <a:latin typeface="+mj-lt"/>
                <a:cs typeface="Calibri"/>
              </a:rPr>
              <a:t>increased </a:t>
            </a:r>
            <a:r>
              <a:rPr lang="en-US" spc="-20" dirty="0" err="1">
                <a:latin typeface="+mj-lt"/>
                <a:cs typeface="Calibri"/>
              </a:rPr>
              <a:t>faecal</a:t>
            </a:r>
            <a:r>
              <a:rPr lang="en-US" spc="-60" dirty="0">
                <a:latin typeface="+mj-lt"/>
                <a:cs typeface="Calibri"/>
              </a:rPr>
              <a:t> </a:t>
            </a:r>
            <a:r>
              <a:rPr lang="en-US" dirty="0">
                <a:solidFill>
                  <a:srgbClr val="181818"/>
                </a:solidFill>
                <a:latin typeface="+mj-lt"/>
                <a:cs typeface="Calibri"/>
              </a:rPr>
              <a:t>losses</a:t>
            </a:r>
            <a:r>
              <a:rPr lang="en-US" spc="-60" dirty="0">
                <a:solidFill>
                  <a:srgbClr val="181818"/>
                </a:solidFill>
                <a:latin typeface="+mj-lt"/>
                <a:cs typeface="Calibri"/>
              </a:rPr>
              <a:t> </a:t>
            </a:r>
            <a:r>
              <a:rPr lang="en-US" dirty="0">
                <a:latin typeface="+mj-lt"/>
                <a:cs typeface="Calibri"/>
              </a:rPr>
              <a:t>during </a:t>
            </a:r>
            <a:r>
              <a:rPr lang="en-US" spc="-20" dirty="0" err="1">
                <a:latin typeface="+mj-lt"/>
                <a:cs typeface="Calibri"/>
              </a:rPr>
              <a:t>diarrhoea</a:t>
            </a:r>
            <a:r>
              <a:rPr lang="en-US" spc="-20" dirty="0">
                <a:latin typeface="+mj-lt"/>
                <a:cs typeface="Calibri"/>
              </a:rPr>
              <a:t>.</a:t>
            </a:r>
            <a:endParaRPr lang="en-US" dirty="0">
              <a:latin typeface="+mj-lt"/>
              <a:cs typeface="Calibri"/>
            </a:endParaRPr>
          </a:p>
          <a:p>
            <a:pPr marL="273555" marR="10179" indent="-249381">
              <a:lnSpc>
                <a:spcPct val="100000"/>
              </a:lnSpc>
              <a:spcBef>
                <a:spcPts val="1042"/>
              </a:spcBef>
              <a:buChar char="•"/>
              <a:tabLst>
                <a:tab pos="279917" algn="l"/>
              </a:tabLst>
            </a:pPr>
            <a:r>
              <a:rPr lang="en-US" sz="2400" spc="-40" dirty="0">
                <a:latin typeface="+mj-lt"/>
                <a:cs typeface="Calibri"/>
              </a:rPr>
              <a:t>Zinc</a:t>
            </a:r>
            <a:r>
              <a:rPr lang="en-US" sz="2400" spc="-70" dirty="0">
                <a:latin typeface="+mj-lt"/>
                <a:cs typeface="Calibri"/>
              </a:rPr>
              <a:t> </a:t>
            </a:r>
            <a:r>
              <a:rPr lang="en-US" sz="2400" spc="-90" dirty="0">
                <a:latin typeface="+mj-lt"/>
                <a:cs typeface="Calibri"/>
              </a:rPr>
              <a:t>supplementation</a:t>
            </a:r>
            <a:r>
              <a:rPr lang="en-US" sz="2400" spc="-270" dirty="0">
                <a:latin typeface="+mj-lt"/>
                <a:cs typeface="Calibri"/>
              </a:rPr>
              <a:t> </a:t>
            </a:r>
            <a:r>
              <a:rPr lang="en-US" sz="2400" dirty="0">
                <a:latin typeface="+mj-lt"/>
                <a:cs typeface="Calibri"/>
              </a:rPr>
              <a:t>in</a:t>
            </a:r>
            <a:r>
              <a:rPr lang="en-US" sz="2400" spc="-30" dirty="0">
                <a:latin typeface="+mj-lt"/>
                <a:cs typeface="Calibri"/>
              </a:rPr>
              <a:t> </a:t>
            </a:r>
            <a:r>
              <a:rPr lang="en-US" sz="2400" spc="-90" dirty="0">
                <a:latin typeface="+mj-lt"/>
                <a:cs typeface="Calibri"/>
              </a:rPr>
              <a:t>combination</a:t>
            </a:r>
            <a:r>
              <a:rPr lang="en-US" sz="2400" spc="160" dirty="0">
                <a:latin typeface="+mj-lt"/>
                <a:cs typeface="Calibri"/>
              </a:rPr>
              <a:t> </a:t>
            </a:r>
            <a:r>
              <a:rPr lang="en-US" sz="2400" spc="-60" dirty="0">
                <a:latin typeface="+mj-lt"/>
                <a:cs typeface="Calibri"/>
              </a:rPr>
              <a:t>with</a:t>
            </a:r>
            <a:r>
              <a:rPr lang="en-US" sz="2400" spc="-100" dirty="0">
                <a:latin typeface="+mj-lt"/>
                <a:cs typeface="Calibri"/>
              </a:rPr>
              <a:t> </a:t>
            </a:r>
            <a:r>
              <a:rPr lang="en-US" sz="2400" spc="-40" dirty="0">
                <a:latin typeface="+mj-lt"/>
                <a:cs typeface="Calibri"/>
              </a:rPr>
              <a:t>oral</a:t>
            </a:r>
            <a:r>
              <a:rPr lang="en-US" sz="2400" spc="-50" dirty="0">
                <a:latin typeface="+mj-lt"/>
                <a:cs typeface="Calibri"/>
              </a:rPr>
              <a:t> </a:t>
            </a:r>
            <a:r>
              <a:rPr lang="en-US" sz="2400" spc="-100" dirty="0">
                <a:latin typeface="+mj-lt"/>
                <a:cs typeface="Calibri"/>
              </a:rPr>
              <a:t>rehydration</a:t>
            </a:r>
            <a:r>
              <a:rPr lang="en-US" sz="2400" spc="160" dirty="0">
                <a:latin typeface="+mj-lt"/>
                <a:cs typeface="Calibri"/>
              </a:rPr>
              <a:t> </a:t>
            </a:r>
            <a:r>
              <a:rPr lang="en-US" sz="2400" spc="-80" dirty="0">
                <a:latin typeface="+mj-lt"/>
                <a:cs typeface="Calibri"/>
              </a:rPr>
              <a:t>therapy</a:t>
            </a:r>
            <a:r>
              <a:rPr lang="en-US" sz="2400" dirty="0">
                <a:latin typeface="+mj-lt"/>
                <a:cs typeface="Calibri"/>
              </a:rPr>
              <a:t> </a:t>
            </a:r>
            <a:r>
              <a:rPr lang="en-US" sz="2400" spc="-50" dirty="0">
                <a:latin typeface="+mj-lt"/>
                <a:cs typeface="Calibri"/>
              </a:rPr>
              <a:t>has </a:t>
            </a:r>
            <a:r>
              <a:rPr lang="en-US" sz="2400" spc="-20" dirty="0">
                <a:latin typeface="+mj-lt"/>
                <a:cs typeface="Calibri"/>
              </a:rPr>
              <a:t>been</a:t>
            </a:r>
            <a:r>
              <a:rPr lang="en-US" sz="2400" spc="-130" dirty="0">
                <a:latin typeface="+mj-lt"/>
                <a:cs typeface="Calibri"/>
              </a:rPr>
              <a:t> </a:t>
            </a:r>
            <a:r>
              <a:rPr lang="en-US" sz="2400" dirty="0">
                <a:latin typeface="+mj-lt"/>
                <a:cs typeface="Calibri"/>
              </a:rPr>
              <a:t>shown</a:t>
            </a:r>
            <a:r>
              <a:rPr lang="en-US" sz="2400" spc="-150" dirty="0">
                <a:latin typeface="+mj-lt"/>
                <a:cs typeface="Calibri"/>
              </a:rPr>
              <a:t> </a:t>
            </a:r>
            <a:r>
              <a:rPr lang="en-US" sz="2400" dirty="0">
                <a:latin typeface="+mj-lt"/>
                <a:cs typeface="Calibri"/>
              </a:rPr>
              <a:t>to</a:t>
            </a:r>
            <a:r>
              <a:rPr lang="en-US" sz="2400" spc="-150" dirty="0">
                <a:latin typeface="+mj-lt"/>
                <a:cs typeface="Calibri"/>
              </a:rPr>
              <a:t> </a:t>
            </a:r>
            <a:r>
              <a:rPr lang="en-US" sz="2400" spc="-20" dirty="0">
                <a:latin typeface="+mj-lt"/>
                <a:cs typeface="Calibri"/>
              </a:rPr>
              <a:t>significantly</a:t>
            </a:r>
            <a:r>
              <a:rPr lang="en-US" sz="2400" spc="30" dirty="0">
                <a:latin typeface="+mj-lt"/>
                <a:cs typeface="Calibri"/>
              </a:rPr>
              <a:t> </a:t>
            </a:r>
            <a:r>
              <a:rPr lang="en-US" sz="2400" spc="-40" dirty="0">
                <a:latin typeface="+mj-lt"/>
                <a:cs typeface="Calibri"/>
              </a:rPr>
              <a:t>reduce</a:t>
            </a:r>
            <a:r>
              <a:rPr lang="en-US" sz="2400" dirty="0">
                <a:latin typeface="+mj-lt"/>
                <a:cs typeface="Calibri"/>
              </a:rPr>
              <a:t> the</a:t>
            </a:r>
            <a:r>
              <a:rPr lang="en-US" sz="2400" spc="-150" dirty="0">
                <a:latin typeface="+mj-lt"/>
                <a:cs typeface="Calibri"/>
              </a:rPr>
              <a:t> </a:t>
            </a:r>
            <a:r>
              <a:rPr lang="en-US" sz="2400" spc="-20" dirty="0">
                <a:latin typeface="+mj-lt"/>
                <a:cs typeface="Calibri"/>
              </a:rPr>
              <a:t>duration</a:t>
            </a:r>
            <a:r>
              <a:rPr lang="en-US" sz="2400" spc="20" dirty="0">
                <a:latin typeface="+mj-lt"/>
                <a:cs typeface="Calibri"/>
              </a:rPr>
              <a:t> </a:t>
            </a:r>
            <a:r>
              <a:rPr lang="en-US" sz="2400" dirty="0">
                <a:latin typeface="+mj-lt"/>
                <a:cs typeface="Calibri"/>
              </a:rPr>
              <a:t>and</a:t>
            </a:r>
            <a:r>
              <a:rPr lang="en-US" sz="2400" spc="-70" dirty="0">
                <a:latin typeface="+mj-lt"/>
                <a:cs typeface="Calibri"/>
              </a:rPr>
              <a:t> </a:t>
            </a:r>
            <a:r>
              <a:rPr lang="en-US" sz="2400" spc="-20" dirty="0">
                <a:latin typeface="+mj-lt"/>
                <a:cs typeface="Calibri"/>
              </a:rPr>
              <a:t>severity</a:t>
            </a:r>
            <a:r>
              <a:rPr lang="en-US" sz="2400" spc="-10" dirty="0">
                <a:latin typeface="+mj-lt"/>
                <a:cs typeface="Calibri"/>
              </a:rPr>
              <a:t> </a:t>
            </a:r>
            <a:r>
              <a:rPr lang="en-US" sz="2400" dirty="0">
                <a:solidFill>
                  <a:srgbClr val="111111"/>
                </a:solidFill>
                <a:latin typeface="+mj-lt"/>
                <a:cs typeface="Calibri"/>
              </a:rPr>
              <a:t>of</a:t>
            </a:r>
            <a:r>
              <a:rPr lang="en-US" sz="2400" spc="-150" dirty="0">
                <a:solidFill>
                  <a:srgbClr val="111111"/>
                </a:solidFill>
                <a:latin typeface="+mj-lt"/>
                <a:cs typeface="Calibri"/>
              </a:rPr>
              <a:t> </a:t>
            </a:r>
            <a:r>
              <a:rPr lang="en-US" sz="2400" dirty="0">
                <a:latin typeface="+mj-lt"/>
                <a:cs typeface="Calibri"/>
              </a:rPr>
              <a:t>acute</a:t>
            </a:r>
            <a:r>
              <a:rPr lang="en-US" sz="2400" spc="-110" dirty="0">
                <a:latin typeface="+mj-lt"/>
                <a:cs typeface="Calibri"/>
              </a:rPr>
              <a:t> </a:t>
            </a:r>
            <a:r>
              <a:rPr lang="en-US" sz="2400" spc="-50" dirty="0">
                <a:latin typeface="+mj-lt"/>
                <a:cs typeface="Calibri"/>
              </a:rPr>
              <a:t>and </a:t>
            </a:r>
            <a:r>
              <a:rPr lang="en-US" sz="2400" spc="-70" dirty="0">
                <a:latin typeface="+mj-lt"/>
                <a:cs typeface="Calibri"/>
              </a:rPr>
              <a:t>persistent</a:t>
            </a:r>
            <a:r>
              <a:rPr lang="en-US" sz="2400" spc="10" dirty="0">
                <a:latin typeface="+mj-lt"/>
                <a:cs typeface="Calibri"/>
              </a:rPr>
              <a:t> </a:t>
            </a:r>
            <a:r>
              <a:rPr lang="en-US" sz="2400" spc="-20" dirty="0" err="1">
                <a:latin typeface="+mj-lt"/>
                <a:cs typeface="Calibri"/>
              </a:rPr>
              <a:t>diarrhoea</a:t>
            </a:r>
            <a:endParaRPr lang="en-US" sz="2400" dirty="0">
              <a:latin typeface="+mj-lt"/>
              <a:cs typeface="Calibri"/>
            </a:endParaRPr>
          </a:p>
          <a:p>
            <a:pPr marL="738389" lvl="1" indent="-236657">
              <a:lnSpc>
                <a:spcPct val="100000"/>
              </a:lnSpc>
              <a:spcBef>
                <a:spcPts val="10"/>
              </a:spcBef>
              <a:tabLst>
                <a:tab pos="281189" algn="l"/>
              </a:tabLst>
            </a:pPr>
            <a:r>
              <a:rPr lang="en-US" spc="-40" dirty="0">
                <a:latin typeface="+mj-lt"/>
                <a:cs typeface="Calibri"/>
              </a:rPr>
              <a:t>Acrodermatitis</a:t>
            </a:r>
            <a:r>
              <a:rPr lang="en-US" spc="-70" dirty="0">
                <a:latin typeface="+mj-lt"/>
                <a:cs typeface="Calibri"/>
              </a:rPr>
              <a:t> </a:t>
            </a:r>
            <a:r>
              <a:rPr lang="en-US" spc="-40" dirty="0">
                <a:latin typeface="+mj-lt"/>
                <a:cs typeface="Calibri"/>
              </a:rPr>
              <a:t>enteropathies</a:t>
            </a:r>
            <a:r>
              <a:rPr lang="en-US" spc="341" dirty="0">
                <a:latin typeface="+mj-lt"/>
                <a:cs typeface="Calibri"/>
              </a:rPr>
              <a:t> </a:t>
            </a:r>
            <a:r>
              <a:rPr lang="en-US" spc="-40" dirty="0">
                <a:solidFill>
                  <a:srgbClr val="0E0E0E"/>
                </a:solidFill>
                <a:latin typeface="+mj-lt"/>
                <a:cs typeface="Calibri"/>
              </a:rPr>
              <a:t>(AE)</a:t>
            </a:r>
            <a:endParaRPr lang="en-US" dirty="0">
              <a:latin typeface="+mj-lt"/>
              <a:cs typeface="Calibri"/>
            </a:endParaRPr>
          </a:p>
          <a:p>
            <a:pPr marL="734572" lvl="1" indent="-251925">
              <a:lnSpc>
                <a:spcPct val="100000"/>
              </a:lnSpc>
              <a:spcBef>
                <a:spcPts val="30"/>
              </a:spcBef>
              <a:tabLst>
                <a:tab pos="277372" algn="l"/>
              </a:tabLst>
            </a:pPr>
            <a:r>
              <a:rPr lang="en-US" dirty="0">
                <a:latin typeface="+mj-lt"/>
                <a:cs typeface="Calibri"/>
              </a:rPr>
              <a:t>Loss</a:t>
            </a:r>
            <a:r>
              <a:rPr lang="en-US" spc="-70" dirty="0">
                <a:latin typeface="+mj-lt"/>
                <a:cs typeface="Calibri"/>
              </a:rPr>
              <a:t> </a:t>
            </a:r>
            <a:r>
              <a:rPr lang="en-US" dirty="0">
                <a:solidFill>
                  <a:srgbClr val="0C0C0C"/>
                </a:solidFill>
                <a:latin typeface="+mj-lt"/>
                <a:cs typeface="Calibri"/>
              </a:rPr>
              <a:t>of</a:t>
            </a:r>
            <a:r>
              <a:rPr lang="en-US" spc="-40" dirty="0">
                <a:solidFill>
                  <a:srgbClr val="0C0C0C"/>
                </a:solidFill>
                <a:latin typeface="+mj-lt"/>
                <a:cs typeface="Calibri"/>
              </a:rPr>
              <a:t> </a:t>
            </a:r>
            <a:r>
              <a:rPr lang="en-US" spc="-40" dirty="0">
                <a:latin typeface="+mj-lt"/>
                <a:cs typeface="Calibri"/>
              </a:rPr>
              <a:t>taste</a:t>
            </a:r>
            <a:r>
              <a:rPr lang="en-US" spc="-100" dirty="0">
                <a:latin typeface="+mj-lt"/>
                <a:cs typeface="Calibri"/>
              </a:rPr>
              <a:t> </a:t>
            </a:r>
            <a:r>
              <a:rPr lang="en-US" spc="-20" dirty="0">
                <a:latin typeface="+mj-lt"/>
                <a:cs typeface="Calibri"/>
              </a:rPr>
              <a:t>Acuity(hypogeusia)</a:t>
            </a:r>
            <a:endParaRPr lang="en-US" dirty="0">
              <a:latin typeface="+mj-lt"/>
              <a:cs typeface="Calibri"/>
            </a:endParaRPr>
          </a:p>
          <a:p>
            <a:pPr marL="735845" lvl="1" indent="-234110">
              <a:lnSpc>
                <a:spcPct val="100000"/>
              </a:lnSpc>
              <a:spcBef>
                <a:spcPts val="100"/>
              </a:spcBef>
              <a:tabLst>
                <a:tab pos="278645" algn="l"/>
              </a:tabLst>
            </a:pPr>
            <a:r>
              <a:rPr lang="en-US" spc="-50" dirty="0">
                <a:latin typeface="+mj-lt"/>
                <a:cs typeface="Calibri"/>
              </a:rPr>
              <a:t>Retardation</a:t>
            </a:r>
            <a:r>
              <a:rPr lang="en-US" spc="10" dirty="0">
                <a:latin typeface="+mj-lt"/>
                <a:cs typeface="Calibri"/>
              </a:rPr>
              <a:t> </a:t>
            </a:r>
            <a:r>
              <a:rPr lang="en-US" dirty="0">
                <a:latin typeface="+mj-lt"/>
                <a:cs typeface="Calibri"/>
              </a:rPr>
              <a:t>pf</a:t>
            </a:r>
            <a:r>
              <a:rPr lang="en-US" spc="30" dirty="0">
                <a:latin typeface="+mj-lt"/>
                <a:cs typeface="Calibri"/>
              </a:rPr>
              <a:t> </a:t>
            </a:r>
            <a:r>
              <a:rPr lang="en-US" spc="-40" dirty="0">
                <a:latin typeface="+mj-lt"/>
                <a:cs typeface="Calibri"/>
              </a:rPr>
              <a:t>growth</a:t>
            </a:r>
            <a:r>
              <a:rPr lang="en-US" spc="30" dirty="0">
                <a:latin typeface="+mj-lt"/>
                <a:cs typeface="Calibri"/>
              </a:rPr>
              <a:t> </a:t>
            </a:r>
            <a:r>
              <a:rPr lang="en-US" dirty="0">
                <a:solidFill>
                  <a:srgbClr val="131313"/>
                </a:solidFill>
                <a:latin typeface="+mj-lt"/>
                <a:cs typeface="Calibri"/>
              </a:rPr>
              <a:t>and</a:t>
            </a:r>
            <a:r>
              <a:rPr lang="en-US" spc="-150" dirty="0">
                <a:solidFill>
                  <a:srgbClr val="131313"/>
                </a:solidFill>
                <a:latin typeface="+mj-lt"/>
                <a:cs typeface="Calibri"/>
              </a:rPr>
              <a:t> </a:t>
            </a:r>
            <a:r>
              <a:rPr lang="en-US" dirty="0">
                <a:latin typeface="+mj-lt"/>
                <a:cs typeface="Calibri"/>
              </a:rPr>
              <a:t>Genital</a:t>
            </a:r>
            <a:r>
              <a:rPr lang="en-US" spc="-10" dirty="0">
                <a:latin typeface="+mj-lt"/>
                <a:cs typeface="Calibri"/>
              </a:rPr>
              <a:t> </a:t>
            </a:r>
            <a:r>
              <a:rPr lang="en-US" spc="-20" dirty="0">
                <a:latin typeface="+mj-lt"/>
                <a:cs typeface="Calibri"/>
              </a:rPr>
              <a:t>development</a:t>
            </a:r>
            <a:endParaRPr lang="en-US" spc="-50" dirty="0">
              <a:solidFill>
                <a:srgbClr val="494949"/>
              </a:solidFill>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6112" y="561336"/>
            <a:ext cx="1684687" cy="770910"/>
          </a:xfrm>
          <a:prstGeom prst="rect">
            <a:avLst/>
          </a:prstGeom>
        </p:spPr>
        <p:txBody>
          <a:bodyPr vert="horz" wrap="square" lIns="0" tIns="30537" rIns="0" bIns="0" rtlCol="0" anchor="ctr">
            <a:spAutoFit/>
          </a:bodyPr>
          <a:lstStyle/>
          <a:p>
            <a:pPr marL="25447">
              <a:lnSpc>
                <a:spcPct val="100000"/>
              </a:lnSpc>
              <a:spcBef>
                <a:spcPts val="240"/>
              </a:spcBef>
            </a:pPr>
            <a:r>
              <a:rPr sz="4809" spc="-210" dirty="0">
                <a:solidFill>
                  <a:srgbClr val="076BC1"/>
                </a:solidFill>
              </a:rPr>
              <a:t>Zinc</a:t>
            </a:r>
            <a:endParaRPr sz="4809" dirty="0"/>
          </a:p>
        </p:txBody>
      </p:sp>
      <p:sp>
        <p:nvSpPr>
          <p:cNvPr id="3" name="object 3"/>
          <p:cNvSpPr txBox="1"/>
          <p:nvPr/>
        </p:nvSpPr>
        <p:spPr>
          <a:xfrm>
            <a:off x="888276" y="1665240"/>
            <a:ext cx="10260281" cy="2889357"/>
          </a:xfrm>
          <a:prstGeom prst="rect">
            <a:avLst/>
          </a:prstGeom>
        </p:spPr>
        <p:txBody>
          <a:bodyPr vert="horz" wrap="square" lIns="0" tIns="124691" rIns="0" bIns="0" rtlCol="0">
            <a:spAutoFit/>
          </a:bodyPr>
          <a:lstStyle/>
          <a:p>
            <a:pPr marL="61073">
              <a:spcBef>
                <a:spcPts val="982"/>
              </a:spcBef>
            </a:pPr>
            <a:r>
              <a:rPr sz="2805" dirty="0">
                <a:solidFill>
                  <a:srgbClr val="00A148"/>
                </a:solidFill>
                <a:latin typeface="Calibri"/>
                <a:cs typeface="Calibri"/>
              </a:rPr>
              <a:t>°</a:t>
            </a:r>
            <a:r>
              <a:rPr sz="2805" spc="60" dirty="0">
                <a:solidFill>
                  <a:srgbClr val="00A148"/>
                </a:solidFill>
                <a:latin typeface="Calibri"/>
                <a:cs typeface="Calibri"/>
              </a:rPr>
              <a:t> </a:t>
            </a:r>
            <a:r>
              <a:rPr sz="2805" dirty="0">
                <a:solidFill>
                  <a:srgbClr val="0AA350"/>
                </a:solidFill>
                <a:latin typeface="Calibri"/>
                <a:cs typeface="Calibri"/>
              </a:rPr>
              <a:t>Excess</a:t>
            </a:r>
            <a:r>
              <a:rPr sz="2805" spc="-60" dirty="0">
                <a:solidFill>
                  <a:srgbClr val="0AA350"/>
                </a:solidFill>
                <a:latin typeface="Calibri"/>
                <a:cs typeface="Calibri"/>
              </a:rPr>
              <a:t> </a:t>
            </a:r>
            <a:r>
              <a:rPr sz="2805" spc="-70" dirty="0">
                <a:solidFill>
                  <a:srgbClr val="03A146"/>
                </a:solidFill>
                <a:latin typeface="Calibri"/>
                <a:cs typeface="Calibri"/>
              </a:rPr>
              <a:t>Zn</a:t>
            </a:r>
            <a:endParaRPr sz="2805" dirty="0">
              <a:latin typeface="Calibri"/>
              <a:cs typeface="Calibri"/>
            </a:endParaRPr>
          </a:p>
          <a:p>
            <a:pPr marL="277372" indent="-249381">
              <a:lnSpc>
                <a:spcPts val="3146"/>
              </a:lnSpc>
              <a:spcBef>
                <a:spcPts val="791"/>
              </a:spcBef>
              <a:buChar char="•"/>
              <a:tabLst>
                <a:tab pos="277372" algn="l"/>
              </a:tabLst>
            </a:pPr>
            <a:r>
              <a:rPr sz="2705" dirty="0">
                <a:latin typeface="Calibri"/>
                <a:cs typeface="Calibri"/>
              </a:rPr>
              <a:t>High</a:t>
            </a:r>
            <a:r>
              <a:rPr sz="2705" spc="-50" dirty="0">
                <a:latin typeface="Calibri"/>
                <a:cs typeface="Calibri"/>
              </a:rPr>
              <a:t> </a:t>
            </a:r>
            <a:r>
              <a:rPr sz="2705" spc="110" dirty="0">
                <a:latin typeface="Calibri"/>
                <a:cs typeface="Calibri"/>
              </a:rPr>
              <a:t>Zn</a:t>
            </a:r>
            <a:r>
              <a:rPr sz="2705" spc="-40" dirty="0">
                <a:latin typeface="Calibri"/>
                <a:cs typeface="Calibri"/>
              </a:rPr>
              <a:t> </a:t>
            </a:r>
            <a:r>
              <a:rPr sz="2705" dirty="0">
                <a:latin typeface="Calibri"/>
                <a:cs typeface="Calibri"/>
              </a:rPr>
              <a:t>intake</a:t>
            </a:r>
            <a:r>
              <a:rPr sz="2705" spc="180" dirty="0">
                <a:latin typeface="Calibri"/>
                <a:cs typeface="Calibri"/>
              </a:rPr>
              <a:t> </a:t>
            </a:r>
            <a:r>
              <a:rPr sz="2705" dirty="0">
                <a:latin typeface="Calibri"/>
                <a:cs typeface="Calibri"/>
              </a:rPr>
              <a:t>interferes</a:t>
            </a:r>
            <a:r>
              <a:rPr sz="2705" spc="170" dirty="0">
                <a:latin typeface="Calibri"/>
                <a:cs typeface="Calibri"/>
              </a:rPr>
              <a:t> </a:t>
            </a:r>
            <a:r>
              <a:rPr sz="2705" dirty="0">
                <a:latin typeface="Calibri"/>
                <a:cs typeface="Calibri"/>
              </a:rPr>
              <a:t>with</a:t>
            </a:r>
            <a:r>
              <a:rPr sz="2705" spc="10" dirty="0">
                <a:latin typeface="Calibri"/>
                <a:cs typeface="Calibri"/>
              </a:rPr>
              <a:t> </a:t>
            </a:r>
            <a:r>
              <a:rPr sz="2705" dirty="0">
                <a:latin typeface="Calibri"/>
                <a:cs typeface="Calibri"/>
              </a:rPr>
              <a:t>utilization</a:t>
            </a:r>
            <a:r>
              <a:rPr sz="2705" spc="160" dirty="0">
                <a:latin typeface="Calibri"/>
                <a:cs typeface="Calibri"/>
              </a:rPr>
              <a:t> </a:t>
            </a:r>
            <a:r>
              <a:rPr sz="2705" dirty="0">
                <a:latin typeface="Calibri"/>
                <a:cs typeface="Calibri"/>
              </a:rPr>
              <a:t>and</a:t>
            </a:r>
            <a:r>
              <a:rPr sz="2705" spc="-20" dirty="0">
                <a:latin typeface="Calibri"/>
                <a:cs typeface="Calibri"/>
              </a:rPr>
              <a:t> </a:t>
            </a:r>
            <a:r>
              <a:rPr sz="2705" dirty="0">
                <a:latin typeface="Calibri"/>
                <a:cs typeface="Calibri"/>
              </a:rPr>
              <a:t>retention</a:t>
            </a:r>
            <a:r>
              <a:rPr sz="2705" spc="60" dirty="0">
                <a:latin typeface="Calibri"/>
                <a:cs typeface="Calibri"/>
              </a:rPr>
              <a:t> </a:t>
            </a:r>
            <a:r>
              <a:rPr sz="2705" dirty="0">
                <a:latin typeface="Calibri"/>
                <a:cs typeface="Calibri"/>
              </a:rPr>
              <a:t>of</a:t>
            </a:r>
            <a:r>
              <a:rPr sz="2705" spc="-50" dirty="0">
                <a:latin typeface="Calibri"/>
                <a:cs typeface="Calibri"/>
              </a:rPr>
              <a:t> </a:t>
            </a:r>
            <a:r>
              <a:rPr sz="2705" dirty="0">
                <a:latin typeface="Calibri"/>
                <a:cs typeface="Calibri"/>
              </a:rPr>
              <a:t>Cu</a:t>
            </a:r>
            <a:r>
              <a:rPr sz="2705" spc="40" dirty="0">
                <a:latin typeface="Calibri"/>
                <a:cs typeface="Calibri"/>
              </a:rPr>
              <a:t> </a:t>
            </a:r>
            <a:r>
              <a:rPr sz="2705" dirty="0">
                <a:latin typeface="Calibri"/>
                <a:cs typeface="Calibri"/>
              </a:rPr>
              <a:t>and</a:t>
            </a:r>
            <a:r>
              <a:rPr sz="2705" spc="-10" dirty="0">
                <a:latin typeface="Calibri"/>
                <a:cs typeface="Calibri"/>
              </a:rPr>
              <a:t> </a:t>
            </a:r>
            <a:r>
              <a:rPr sz="2705" spc="-40" dirty="0">
                <a:latin typeface="Calibri"/>
                <a:cs typeface="Calibri"/>
              </a:rPr>
              <a:t>thus</a:t>
            </a:r>
            <a:endParaRPr sz="2705" dirty="0">
              <a:latin typeface="Calibri"/>
              <a:cs typeface="Calibri"/>
            </a:endParaRPr>
          </a:p>
          <a:p>
            <a:pPr marL="273555">
              <a:lnSpc>
                <a:spcPts val="3276"/>
              </a:lnSpc>
            </a:pPr>
            <a:r>
              <a:rPr sz="2805" dirty="0">
                <a:latin typeface="Calibri"/>
                <a:cs typeface="Calibri"/>
              </a:rPr>
              <a:t>cause</a:t>
            </a:r>
            <a:r>
              <a:rPr sz="2805" spc="-140" dirty="0">
                <a:latin typeface="Calibri"/>
                <a:cs typeface="Calibri"/>
              </a:rPr>
              <a:t> </a:t>
            </a:r>
            <a:r>
              <a:rPr sz="2805" spc="-20" dirty="0">
                <a:latin typeface="Calibri"/>
                <a:cs typeface="Calibri"/>
              </a:rPr>
              <a:t>anemia</a:t>
            </a:r>
            <a:endParaRPr sz="2805" dirty="0">
              <a:latin typeface="Calibri"/>
              <a:cs typeface="Calibri"/>
            </a:endParaRPr>
          </a:p>
          <a:p>
            <a:pPr>
              <a:spcBef>
                <a:spcPts val="1573"/>
              </a:spcBef>
            </a:pPr>
            <a:endParaRPr sz="2805" dirty="0">
              <a:latin typeface="Calibri"/>
              <a:cs typeface="Calibri"/>
            </a:endParaRPr>
          </a:p>
          <a:p>
            <a:pPr marL="276100" marR="187035" indent="-251925">
              <a:lnSpc>
                <a:spcPts val="3006"/>
              </a:lnSpc>
              <a:spcBef>
                <a:spcPts val="10"/>
              </a:spcBef>
              <a:buClr>
                <a:srgbClr val="009E3F"/>
              </a:buClr>
              <a:buChar char="•"/>
              <a:tabLst>
                <a:tab pos="276100" algn="l"/>
              </a:tabLst>
            </a:pPr>
            <a:r>
              <a:rPr sz="2905" dirty="0">
                <a:solidFill>
                  <a:srgbClr val="0AAA4D"/>
                </a:solidFill>
                <a:latin typeface="Calibri"/>
                <a:cs typeface="Calibri"/>
              </a:rPr>
              <a:t>Zn</a:t>
            </a:r>
            <a:r>
              <a:rPr sz="2905" spc="-170" dirty="0">
                <a:solidFill>
                  <a:srgbClr val="0AAA4D"/>
                </a:solidFill>
                <a:latin typeface="Calibri"/>
                <a:cs typeface="Calibri"/>
              </a:rPr>
              <a:t> </a:t>
            </a:r>
            <a:r>
              <a:rPr sz="2905" spc="-50" dirty="0">
                <a:solidFill>
                  <a:srgbClr val="111111"/>
                </a:solidFill>
                <a:latin typeface="Calibri"/>
                <a:cs typeface="Calibri"/>
              </a:rPr>
              <a:t>Requirement:</a:t>
            </a:r>
            <a:r>
              <a:rPr sz="2905" spc="10" dirty="0">
                <a:solidFill>
                  <a:srgbClr val="111111"/>
                </a:solidFill>
                <a:latin typeface="Calibri"/>
                <a:cs typeface="Calibri"/>
              </a:rPr>
              <a:t> </a:t>
            </a:r>
            <a:r>
              <a:rPr sz="2905" spc="-70" dirty="0">
                <a:latin typeface="Calibri"/>
                <a:cs typeface="Calibri"/>
              </a:rPr>
              <a:t>Infants:</a:t>
            </a:r>
            <a:r>
              <a:rPr sz="2905" spc="10" dirty="0">
                <a:latin typeface="Calibri"/>
                <a:cs typeface="Calibri"/>
              </a:rPr>
              <a:t> </a:t>
            </a:r>
            <a:r>
              <a:rPr sz="2905" spc="-100" dirty="0">
                <a:latin typeface="Calibri"/>
                <a:cs typeface="Calibri"/>
              </a:rPr>
              <a:t>3-</a:t>
            </a:r>
            <a:r>
              <a:rPr sz="2905" spc="-20" dirty="0">
                <a:latin typeface="Calibri"/>
                <a:cs typeface="Calibri"/>
              </a:rPr>
              <a:t>5mg,</a:t>
            </a:r>
            <a:r>
              <a:rPr sz="2905" spc="90" dirty="0">
                <a:latin typeface="Calibri"/>
                <a:cs typeface="Calibri"/>
              </a:rPr>
              <a:t> </a:t>
            </a:r>
            <a:r>
              <a:rPr sz="2905" spc="-80" dirty="0">
                <a:latin typeface="Calibri"/>
                <a:cs typeface="Calibri"/>
              </a:rPr>
              <a:t>Children:</a:t>
            </a:r>
            <a:r>
              <a:rPr sz="2905" spc="10" dirty="0">
                <a:latin typeface="Calibri"/>
                <a:cs typeface="Calibri"/>
              </a:rPr>
              <a:t> </a:t>
            </a:r>
            <a:r>
              <a:rPr sz="2905" spc="-70" dirty="0">
                <a:latin typeface="Calibri"/>
                <a:cs typeface="Calibri"/>
              </a:rPr>
              <a:t>10mg,</a:t>
            </a:r>
            <a:r>
              <a:rPr sz="2905" spc="-100" dirty="0">
                <a:latin typeface="Calibri"/>
                <a:cs typeface="Calibri"/>
              </a:rPr>
              <a:t> </a:t>
            </a:r>
            <a:r>
              <a:rPr sz="2905" spc="-20" dirty="0">
                <a:latin typeface="Calibri"/>
                <a:cs typeface="Calibri"/>
              </a:rPr>
              <a:t>Adolescent/Adult: </a:t>
            </a:r>
            <a:r>
              <a:rPr sz="2905" spc="-110" dirty="0">
                <a:latin typeface="Calibri"/>
                <a:cs typeface="Calibri"/>
              </a:rPr>
              <a:t>15mg</a:t>
            </a:r>
            <a:r>
              <a:rPr sz="2905" spc="-100" dirty="0">
                <a:latin typeface="Calibri"/>
                <a:cs typeface="Calibri"/>
              </a:rPr>
              <a:t> </a:t>
            </a:r>
            <a:r>
              <a:rPr sz="2905" spc="-80" dirty="0">
                <a:latin typeface="Calibri"/>
                <a:cs typeface="Calibri"/>
              </a:rPr>
              <a:t>pregnancy:</a:t>
            </a:r>
            <a:r>
              <a:rPr sz="2905" spc="80" dirty="0">
                <a:latin typeface="Calibri"/>
                <a:cs typeface="Calibri"/>
              </a:rPr>
              <a:t> </a:t>
            </a:r>
            <a:r>
              <a:rPr sz="2905" spc="-70" dirty="0">
                <a:latin typeface="Calibri"/>
                <a:cs typeface="Calibri"/>
              </a:rPr>
              <a:t>20mg,</a:t>
            </a:r>
            <a:r>
              <a:rPr sz="2905" spc="-90" dirty="0">
                <a:latin typeface="Calibri"/>
                <a:cs typeface="Calibri"/>
              </a:rPr>
              <a:t> </a:t>
            </a:r>
            <a:r>
              <a:rPr sz="2905" spc="-80" dirty="0">
                <a:latin typeface="Calibri"/>
                <a:cs typeface="Calibri"/>
              </a:rPr>
              <a:t>Lactation:</a:t>
            </a:r>
            <a:r>
              <a:rPr sz="2905" spc="130" dirty="0">
                <a:latin typeface="Calibri"/>
                <a:cs typeface="Calibri"/>
              </a:rPr>
              <a:t> </a:t>
            </a:r>
            <a:r>
              <a:rPr sz="2905" spc="-40" dirty="0">
                <a:latin typeface="Calibri"/>
                <a:cs typeface="Calibri"/>
              </a:rPr>
              <a:t>25mg</a:t>
            </a:r>
            <a:endParaRPr sz="2905" dirty="0">
              <a:latin typeface="Calibri"/>
              <a:cs typeface="Calibri"/>
            </a:endParaRPr>
          </a:p>
        </p:txBody>
      </p:sp>
      <p:pic>
        <p:nvPicPr>
          <p:cNvPr id="4" name="object 4"/>
          <p:cNvPicPr/>
          <p:nvPr/>
        </p:nvPicPr>
        <p:blipFill>
          <a:blip r:embed="rId2" cstate="print"/>
          <a:stretch>
            <a:fillRect/>
          </a:stretch>
        </p:blipFill>
        <p:spPr>
          <a:xfrm>
            <a:off x="853892" y="6285440"/>
            <a:ext cx="814308" cy="5343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72893" y="0"/>
            <a:ext cx="5255112" cy="709228"/>
          </a:xfrm>
          <a:prstGeom prst="rect">
            <a:avLst/>
          </a:prstGeom>
        </p:spPr>
        <p:txBody>
          <a:bodyPr vert="horz" wrap="square" lIns="0" tIns="31809" rIns="0" bIns="0" rtlCol="0" anchor="ctr">
            <a:spAutoFit/>
          </a:bodyPr>
          <a:lstStyle/>
          <a:p>
            <a:pPr marL="36898">
              <a:lnSpc>
                <a:spcPct val="100000"/>
              </a:lnSpc>
              <a:spcBef>
                <a:spcPts val="250"/>
              </a:spcBef>
            </a:pPr>
            <a:r>
              <a:rPr lang="en-US" spc="-40" dirty="0">
                <a:solidFill>
                  <a:srgbClr val="1160A5"/>
                </a:solidFill>
              </a:rPr>
              <a:t>Other</a:t>
            </a:r>
            <a:r>
              <a:rPr lang="en-US" spc="-170" dirty="0">
                <a:solidFill>
                  <a:srgbClr val="1160A5"/>
                </a:solidFill>
              </a:rPr>
              <a:t> </a:t>
            </a:r>
            <a:r>
              <a:rPr lang="en-US" spc="-60" dirty="0">
                <a:solidFill>
                  <a:srgbClr val="0569B5"/>
                </a:solidFill>
              </a:rPr>
              <a:t>traces</a:t>
            </a:r>
            <a:r>
              <a:rPr lang="en-US" spc="-160" dirty="0">
                <a:solidFill>
                  <a:srgbClr val="0569B5"/>
                </a:solidFill>
              </a:rPr>
              <a:t> </a:t>
            </a:r>
            <a:r>
              <a:rPr lang="en-US" spc="-100" dirty="0">
                <a:solidFill>
                  <a:srgbClr val="0060AA"/>
                </a:solidFill>
              </a:rPr>
              <a:t>minerals</a:t>
            </a:r>
          </a:p>
        </p:txBody>
      </p:sp>
      <p:sp>
        <p:nvSpPr>
          <p:cNvPr id="3" name="object 3"/>
          <p:cNvSpPr txBox="1"/>
          <p:nvPr/>
        </p:nvSpPr>
        <p:spPr>
          <a:xfrm>
            <a:off x="472893" y="1519741"/>
            <a:ext cx="10121594" cy="4967723"/>
          </a:xfrm>
          <a:prstGeom prst="rect">
            <a:avLst/>
          </a:prstGeom>
        </p:spPr>
        <p:txBody>
          <a:bodyPr vert="horz" wrap="square" lIns="0" tIns="111967" rIns="0" bIns="0" rtlCol="0">
            <a:spAutoFit/>
          </a:bodyPr>
          <a:lstStyle/>
          <a:p>
            <a:pPr marL="499188" indent="-457200">
              <a:spcBef>
                <a:spcPts val="882"/>
              </a:spcBef>
              <a:buFont typeface="Arial" panose="020B0604020202020204" pitchFamily="34" charset="0"/>
              <a:buChar char="•"/>
            </a:pPr>
            <a:r>
              <a:rPr lang="en-US" sz="2805" spc="-20" dirty="0">
                <a:latin typeface="+mj-lt"/>
                <a:cs typeface="Calibri"/>
              </a:rPr>
              <a:t>Cobalt</a:t>
            </a:r>
          </a:p>
          <a:p>
            <a:pPr marL="956388" lvl="1" indent="-457200">
              <a:spcBef>
                <a:spcPts val="882"/>
              </a:spcBef>
              <a:buFont typeface="Arial" panose="020B0604020202020204" pitchFamily="34" charset="0"/>
              <a:buChar char="•"/>
            </a:pPr>
            <a:r>
              <a:rPr lang="en-US" sz="2805" dirty="0">
                <a:latin typeface="+mj-lt"/>
                <a:cs typeface="Calibri"/>
              </a:rPr>
              <a:t>Part of</a:t>
            </a:r>
            <a:r>
              <a:rPr lang="en-US" sz="2805" spc="-130" dirty="0">
                <a:latin typeface="+mj-lt"/>
                <a:cs typeface="Calibri"/>
              </a:rPr>
              <a:t> </a:t>
            </a:r>
            <a:r>
              <a:rPr lang="en-US" sz="2805" dirty="0">
                <a:solidFill>
                  <a:srgbClr val="131313"/>
                </a:solidFill>
                <a:latin typeface="+mj-lt"/>
                <a:cs typeface="Calibri"/>
              </a:rPr>
              <a:t>the </a:t>
            </a:r>
            <a:r>
              <a:rPr lang="en-US" sz="2805" spc="-20" dirty="0">
                <a:latin typeface="+mj-lt"/>
                <a:cs typeface="Calibri"/>
              </a:rPr>
              <a:t>vitamin</a:t>
            </a:r>
            <a:r>
              <a:rPr lang="en-US" sz="2805" spc="-10" dirty="0">
                <a:latin typeface="+mj-lt"/>
                <a:cs typeface="Calibri"/>
              </a:rPr>
              <a:t> </a:t>
            </a:r>
            <a:r>
              <a:rPr lang="en-US" sz="2805" dirty="0">
                <a:latin typeface="+mj-lt"/>
                <a:cs typeface="Calibri"/>
              </a:rPr>
              <a:t>B12</a:t>
            </a:r>
            <a:r>
              <a:rPr lang="en-US" sz="2805" spc="-10" dirty="0">
                <a:latin typeface="+mj-lt"/>
                <a:cs typeface="Calibri"/>
              </a:rPr>
              <a:t> </a:t>
            </a:r>
            <a:r>
              <a:rPr lang="en-US" sz="2805" spc="-20" dirty="0">
                <a:latin typeface="+mj-lt"/>
                <a:cs typeface="Calibri"/>
              </a:rPr>
              <a:t>molecule</a:t>
            </a:r>
          </a:p>
          <a:p>
            <a:pPr marL="956388" lvl="1" indent="-457200">
              <a:spcBef>
                <a:spcPts val="882"/>
              </a:spcBef>
              <a:buFont typeface="Arial" panose="020B0604020202020204" pitchFamily="34" charset="0"/>
              <a:buChar char="•"/>
            </a:pPr>
            <a:r>
              <a:rPr sz="2805" dirty="0">
                <a:solidFill>
                  <a:srgbClr val="0E0E0E"/>
                </a:solidFill>
                <a:latin typeface="+mj-lt"/>
                <a:cs typeface="Calibri"/>
              </a:rPr>
              <a:t>No</a:t>
            </a:r>
            <a:r>
              <a:rPr sz="2805" spc="-160" dirty="0">
                <a:solidFill>
                  <a:srgbClr val="0E0E0E"/>
                </a:solidFill>
                <a:latin typeface="+mj-lt"/>
                <a:cs typeface="Calibri"/>
              </a:rPr>
              <a:t> </a:t>
            </a:r>
            <a:r>
              <a:rPr sz="2805" spc="-20" dirty="0">
                <a:latin typeface="+mj-lt"/>
                <a:cs typeface="Calibri"/>
              </a:rPr>
              <a:t>evidence</a:t>
            </a:r>
            <a:r>
              <a:rPr sz="2805" spc="120" dirty="0">
                <a:latin typeface="+mj-lt"/>
                <a:cs typeface="Calibri"/>
              </a:rPr>
              <a:t> </a:t>
            </a:r>
            <a:r>
              <a:rPr sz="2805" dirty="0">
                <a:solidFill>
                  <a:srgbClr val="1D1D1D"/>
                </a:solidFill>
                <a:latin typeface="+mj-lt"/>
                <a:cs typeface="Calibri"/>
              </a:rPr>
              <a:t>of</a:t>
            </a:r>
            <a:r>
              <a:rPr sz="2805" spc="-70" dirty="0">
                <a:solidFill>
                  <a:srgbClr val="1D1D1D"/>
                </a:solidFill>
                <a:latin typeface="+mj-lt"/>
                <a:cs typeface="Calibri"/>
              </a:rPr>
              <a:t> </a:t>
            </a:r>
            <a:r>
              <a:rPr sz="2805" dirty="0">
                <a:latin typeface="+mj-lt"/>
                <a:cs typeface="Calibri"/>
              </a:rPr>
              <a:t>its</a:t>
            </a:r>
            <a:r>
              <a:rPr sz="2805" spc="-40" dirty="0">
                <a:latin typeface="+mj-lt"/>
                <a:cs typeface="Calibri"/>
              </a:rPr>
              <a:t> </a:t>
            </a:r>
            <a:r>
              <a:rPr sz="2805" spc="-20" dirty="0">
                <a:latin typeface="+mj-lt"/>
                <a:cs typeface="Calibri"/>
              </a:rPr>
              <a:t>deficiency</a:t>
            </a:r>
            <a:endParaRPr lang="en-US" sz="2805" spc="-20" dirty="0">
              <a:latin typeface="+mj-lt"/>
              <a:cs typeface="Calibri"/>
            </a:endParaRPr>
          </a:p>
          <a:p>
            <a:pPr marL="956388" lvl="1" indent="-457200">
              <a:spcBef>
                <a:spcPts val="882"/>
              </a:spcBef>
              <a:buFont typeface="Arial" panose="020B0604020202020204" pitchFamily="34" charset="0"/>
              <a:buChar char="•"/>
            </a:pPr>
            <a:r>
              <a:rPr sz="2905" spc="-80" dirty="0">
                <a:latin typeface="+mj-lt"/>
                <a:cs typeface="Calibri"/>
              </a:rPr>
              <a:t>Recently</a:t>
            </a:r>
            <a:r>
              <a:rPr sz="2905" spc="-60" dirty="0">
                <a:latin typeface="+mj-lt"/>
                <a:cs typeface="Calibri"/>
              </a:rPr>
              <a:t> cobalt</a:t>
            </a:r>
            <a:r>
              <a:rPr sz="2905" spc="-100" dirty="0">
                <a:latin typeface="+mj-lt"/>
                <a:cs typeface="Calibri"/>
              </a:rPr>
              <a:t> </a:t>
            </a:r>
            <a:r>
              <a:rPr sz="2905" spc="-70" dirty="0">
                <a:latin typeface="+mj-lt"/>
                <a:cs typeface="Calibri"/>
              </a:rPr>
              <a:t>deficiency</a:t>
            </a:r>
            <a:r>
              <a:rPr sz="2905" spc="170" dirty="0">
                <a:latin typeface="+mj-lt"/>
                <a:cs typeface="Calibri"/>
              </a:rPr>
              <a:t> </a:t>
            </a:r>
            <a:r>
              <a:rPr sz="2905" spc="-90" dirty="0">
                <a:solidFill>
                  <a:srgbClr val="131313"/>
                </a:solidFill>
                <a:latin typeface="+mj-lt"/>
                <a:cs typeface="Calibri"/>
              </a:rPr>
              <a:t>and</a:t>
            </a:r>
            <a:r>
              <a:rPr sz="2905" spc="-70" dirty="0">
                <a:solidFill>
                  <a:srgbClr val="131313"/>
                </a:solidFill>
                <a:latin typeface="+mj-lt"/>
                <a:cs typeface="Calibri"/>
              </a:rPr>
              <a:t> </a:t>
            </a:r>
            <a:r>
              <a:rPr sz="2905" spc="-40" dirty="0">
                <a:latin typeface="+mj-lt"/>
                <a:cs typeface="Calibri"/>
              </a:rPr>
              <a:t>cobalt</a:t>
            </a:r>
            <a:r>
              <a:rPr sz="2905" spc="-30" dirty="0">
                <a:latin typeface="+mj-lt"/>
                <a:cs typeface="Calibri"/>
              </a:rPr>
              <a:t> </a:t>
            </a:r>
            <a:r>
              <a:rPr sz="2905" spc="-70" dirty="0">
                <a:latin typeface="+mj-lt"/>
                <a:cs typeface="Calibri"/>
              </a:rPr>
              <a:t>iodine</a:t>
            </a:r>
            <a:r>
              <a:rPr sz="2905" spc="-100" dirty="0">
                <a:latin typeface="+mj-lt"/>
                <a:cs typeface="Calibri"/>
              </a:rPr>
              <a:t> </a:t>
            </a:r>
            <a:r>
              <a:rPr sz="2905" spc="-70" dirty="0">
                <a:latin typeface="+mj-lt"/>
                <a:cs typeface="Calibri"/>
              </a:rPr>
              <a:t>ratio</a:t>
            </a:r>
            <a:r>
              <a:rPr sz="2905" spc="-60" dirty="0">
                <a:latin typeface="+mj-lt"/>
                <a:cs typeface="Calibri"/>
              </a:rPr>
              <a:t> </a:t>
            </a:r>
            <a:r>
              <a:rPr sz="2905" dirty="0">
                <a:latin typeface="+mj-lt"/>
                <a:cs typeface="Calibri"/>
              </a:rPr>
              <a:t>in</a:t>
            </a:r>
            <a:r>
              <a:rPr sz="2905" spc="-90" dirty="0">
                <a:latin typeface="+mj-lt"/>
                <a:cs typeface="Calibri"/>
              </a:rPr>
              <a:t> </a:t>
            </a:r>
            <a:r>
              <a:rPr sz="2905" spc="-40" dirty="0">
                <a:solidFill>
                  <a:srgbClr val="161616"/>
                </a:solidFill>
                <a:latin typeface="+mj-lt"/>
                <a:cs typeface="Calibri"/>
              </a:rPr>
              <a:t>the </a:t>
            </a:r>
            <a:r>
              <a:rPr sz="2905" spc="-50" dirty="0">
                <a:latin typeface="+mj-lt"/>
                <a:cs typeface="Calibri"/>
              </a:rPr>
              <a:t>soil</a:t>
            </a:r>
            <a:r>
              <a:rPr sz="2905" spc="-80" dirty="0">
                <a:latin typeface="+mj-lt"/>
                <a:cs typeface="Calibri"/>
              </a:rPr>
              <a:t> </a:t>
            </a:r>
            <a:r>
              <a:rPr sz="2905" spc="-40" dirty="0">
                <a:latin typeface="+mj-lt"/>
                <a:cs typeface="Calibri"/>
              </a:rPr>
              <a:t>have</a:t>
            </a:r>
            <a:endParaRPr sz="2905" dirty="0">
              <a:latin typeface="+mj-lt"/>
              <a:cs typeface="Calibri"/>
            </a:endParaRPr>
          </a:p>
          <a:p>
            <a:pPr marL="712942" lvl="1">
              <a:lnSpc>
                <a:spcPts val="3176"/>
              </a:lnSpc>
            </a:pPr>
            <a:r>
              <a:rPr sz="2805" dirty="0">
                <a:latin typeface="+mj-lt"/>
                <a:cs typeface="Calibri"/>
              </a:rPr>
              <a:t>shown</a:t>
            </a:r>
            <a:r>
              <a:rPr sz="2805" spc="10" dirty="0">
                <a:latin typeface="+mj-lt"/>
                <a:cs typeface="Calibri"/>
              </a:rPr>
              <a:t> </a:t>
            </a:r>
            <a:r>
              <a:rPr sz="2805" dirty="0">
                <a:solidFill>
                  <a:srgbClr val="2A2A2A"/>
                </a:solidFill>
                <a:latin typeface="+mj-lt"/>
                <a:cs typeface="Calibri"/>
              </a:rPr>
              <a:t>to</a:t>
            </a:r>
            <a:r>
              <a:rPr sz="2805" spc="-120" dirty="0">
                <a:solidFill>
                  <a:srgbClr val="2A2A2A"/>
                </a:solidFill>
                <a:latin typeface="+mj-lt"/>
                <a:cs typeface="Calibri"/>
              </a:rPr>
              <a:t> </a:t>
            </a:r>
            <a:r>
              <a:rPr sz="2805" spc="-20" dirty="0">
                <a:latin typeface="+mj-lt"/>
                <a:cs typeface="Calibri"/>
              </a:rPr>
              <a:t>produce</a:t>
            </a:r>
            <a:r>
              <a:rPr sz="2805" spc="90" dirty="0">
                <a:latin typeface="+mj-lt"/>
                <a:cs typeface="Calibri"/>
              </a:rPr>
              <a:t> </a:t>
            </a:r>
            <a:r>
              <a:rPr sz="2805" spc="-40" dirty="0">
                <a:latin typeface="+mj-lt"/>
                <a:cs typeface="Calibri"/>
              </a:rPr>
              <a:t>goiter</a:t>
            </a:r>
            <a:r>
              <a:rPr sz="2805" spc="-60" dirty="0">
                <a:latin typeface="+mj-lt"/>
                <a:cs typeface="Calibri"/>
              </a:rPr>
              <a:t> </a:t>
            </a:r>
            <a:r>
              <a:rPr sz="2805" dirty="0">
                <a:latin typeface="+mj-lt"/>
                <a:cs typeface="Calibri"/>
              </a:rPr>
              <a:t>in</a:t>
            </a:r>
            <a:r>
              <a:rPr sz="2805" spc="-80" dirty="0">
                <a:latin typeface="+mj-lt"/>
                <a:cs typeface="Calibri"/>
              </a:rPr>
              <a:t> </a:t>
            </a:r>
            <a:r>
              <a:rPr sz="2805" spc="-20" dirty="0">
                <a:solidFill>
                  <a:srgbClr val="0C0C0C"/>
                </a:solidFill>
                <a:latin typeface="+mj-lt"/>
                <a:cs typeface="Calibri"/>
              </a:rPr>
              <a:t>humans.</a:t>
            </a:r>
            <a:endParaRPr sz="2805" dirty="0">
              <a:latin typeface="+mj-lt"/>
              <a:cs typeface="Calibri"/>
            </a:endParaRPr>
          </a:p>
          <a:p>
            <a:pPr marL="255742" indent="-230295">
              <a:spcBef>
                <a:spcPts val="591"/>
              </a:spcBef>
              <a:buChar char="•"/>
              <a:tabLst>
                <a:tab pos="255742" algn="l"/>
              </a:tabLst>
            </a:pPr>
            <a:r>
              <a:rPr sz="2905" spc="-20" dirty="0">
                <a:latin typeface="+mj-lt"/>
                <a:cs typeface="Calibri"/>
              </a:rPr>
              <a:t>Selenium</a:t>
            </a:r>
            <a:endParaRPr sz="2905" dirty="0">
              <a:latin typeface="+mj-lt"/>
              <a:cs typeface="Calibri"/>
            </a:endParaRPr>
          </a:p>
          <a:p>
            <a:pPr marL="718032" marR="10179" lvl="1" indent="-235385">
              <a:lnSpc>
                <a:spcPts val="3006"/>
              </a:lnSpc>
              <a:spcBef>
                <a:spcPts val="920"/>
              </a:spcBef>
              <a:buChar char="•"/>
              <a:tabLst>
                <a:tab pos="265921" algn="l"/>
              </a:tabLst>
            </a:pPr>
            <a:r>
              <a:rPr sz="2705" dirty="0">
                <a:latin typeface="+mj-lt"/>
                <a:cs typeface="Calibri"/>
              </a:rPr>
              <a:t>The</a:t>
            </a:r>
            <a:r>
              <a:rPr sz="2705" spc="110" dirty="0">
                <a:latin typeface="+mj-lt"/>
                <a:cs typeface="Calibri"/>
              </a:rPr>
              <a:t> </a:t>
            </a:r>
            <a:r>
              <a:rPr sz="2705" dirty="0">
                <a:latin typeface="+mj-lt"/>
                <a:cs typeface="Calibri"/>
              </a:rPr>
              <a:t>first</a:t>
            </a:r>
            <a:r>
              <a:rPr sz="2705" spc="20" dirty="0">
                <a:latin typeface="+mj-lt"/>
                <a:cs typeface="Calibri"/>
              </a:rPr>
              <a:t> </a:t>
            </a:r>
            <a:r>
              <a:rPr sz="2705" dirty="0">
                <a:latin typeface="+mj-lt"/>
                <a:cs typeface="Calibri"/>
              </a:rPr>
              <a:t>rep</a:t>
            </a:r>
            <a:r>
              <a:rPr lang="en-IN" sz="2705" dirty="0">
                <a:latin typeface="+mj-lt"/>
                <a:cs typeface="Calibri"/>
              </a:rPr>
              <a:t>ort </a:t>
            </a:r>
            <a:r>
              <a:rPr sz="2705" dirty="0">
                <a:latin typeface="+mj-lt"/>
                <a:cs typeface="Calibri"/>
              </a:rPr>
              <a:t>that</a:t>
            </a:r>
            <a:r>
              <a:rPr sz="2705" spc="140" dirty="0">
                <a:latin typeface="+mj-lt"/>
                <a:cs typeface="Calibri"/>
              </a:rPr>
              <a:t> </a:t>
            </a:r>
            <a:r>
              <a:rPr sz="2705" spc="-20" dirty="0">
                <a:latin typeface="+mj-lt"/>
                <a:cs typeface="Calibri"/>
              </a:rPr>
              <a:t>se</a:t>
            </a:r>
            <a:r>
              <a:rPr lang="en-IN" sz="2705" spc="-20" dirty="0">
                <a:latin typeface="+mj-lt"/>
                <a:cs typeface="Calibri"/>
              </a:rPr>
              <a:t>l</a:t>
            </a:r>
            <a:r>
              <a:rPr sz="2705" spc="-20" dirty="0">
                <a:latin typeface="+mj-lt"/>
                <a:cs typeface="Calibri"/>
              </a:rPr>
              <a:t>enium</a:t>
            </a:r>
            <a:r>
              <a:rPr sz="2705" spc="291" dirty="0">
                <a:latin typeface="+mj-lt"/>
                <a:cs typeface="Calibri"/>
              </a:rPr>
              <a:t> </a:t>
            </a:r>
            <a:r>
              <a:rPr sz="2705" dirty="0">
                <a:latin typeface="+mj-lt"/>
                <a:cs typeface="Calibri"/>
              </a:rPr>
              <a:t>deficiency</a:t>
            </a:r>
            <a:r>
              <a:rPr sz="2705" spc="228" dirty="0">
                <a:latin typeface="+mj-lt"/>
                <a:cs typeface="Calibri"/>
              </a:rPr>
              <a:t> </a:t>
            </a:r>
            <a:r>
              <a:rPr sz="2705" dirty="0">
                <a:latin typeface="+mj-lt"/>
                <a:cs typeface="Calibri"/>
              </a:rPr>
              <a:t>may occur</a:t>
            </a:r>
            <a:r>
              <a:rPr sz="2705" spc="-20" dirty="0">
                <a:latin typeface="+mj-lt"/>
                <a:cs typeface="Calibri"/>
              </a:rPr>
              <a:t> </a:t>
            </a:r>
            <a:r>
              <a:rPr sz="2705" dirty="0">
                <a:latin typeface="+mj-lt"/>
                <a:cs typeface="Calibri"/>
              </a:rPr>
              <a:t>in</a:t>
            </a:r>
            <a:r>
              <a:rPr sz="2705" spc="-10" dirty="0">
                <a:latin typeface="+mj-lt"/>
                <a:cs typeface="Calibri"/>
              </a:rPr>
              <a:t> </a:t>
            </a:r>
            <a:r>
              <a:rPr sz="2705" dirty="0">
                <a:latin typeface="+mj-lt"/>
                <a:cs typeface="Calibri"/>
              </a:rPr>
              <a:t>man</a:t>
            </a:r>
            <a:r>
              <a:rPr sz="2705" spc="-20" dirty="0">
                <a:latin typeface="+mj-lt"/>
                <a:cs typeface="Calibri"/>
              </a:rPr>
              <a:t> appeared </a:t>
            </a:r>
            <a:r>
              <a:rPr sz="2705" dirty="0">
                <a:latin typeface="+mj-lt"/>
                <a:cs typeface="Calibri"/>
              </a:rPr>
              <a:t>in</a:t>
            </a:r>
            <a:r>
              <a:rPr sz="2705" spc="40" dirty="0">
                <a:latin typeface="+mj-lt"/>
                <a:cs typeface="Calibri"/>
              </a:rPr>
              <a:t> </a:t>
            </a:r>
            <a:r>
              <a:rPr sz="2705" dirty="0">
                <a:latin typeface="+mj-lt"/>
                <a:cs typeface="Calibri"/>
              </a:rPr>
              <a:t>1961,</a:t>
            </a:r>
            <a:r>
              <a:rPr sz="2705" spc="260" dirty="0">
                <a:latin typeface="+mj-lt"/>
                <a:cs typeface="Calibri"/>
              </a:rPr>
              <a:t> </a:t>
            </a:r>
            <a:r>
              <a:rPr sz="2705" dirty="0">
                <a:latin typeface="+mj-lt"/>
                <a:cs typeface="Calibri"/>
              </a:rPr>
              <a:t>and</a:t>
            </a:r>
            <a:r>
              <a:rPr sz="2705" spc="40" dirty="0">
                <a:latin typeface="+mj-lt"/>
                <a:cs typeface="Calibri"/>
              </a:rPr>
              <a:t> </a:t>
            </a:r>
            <a:r>
              <a:rPr sz="2705" dirty="0">
                <a:solidFill>
                  <a:srgbClr val="111111"/>
                </a:solidFill>
                <a:latin typeface="+mj-lt"/>
                <a:cs typeface="Calibri"/>
              </a:rPr>
              <a:t>a</a:t>
            </a:r>
            <a:r>
              <a:rPr sz="2705" spc="-10" dirty="0">
                <a:solidFill>
                  <a:srgbClr val="111111"/>
                </a:solidFill>
                <a:latin typeface="+mj-lt"/>
                <a:cs typeface="Calibri"/>
              </a:rPr>
              <a:t> </a:t>
            </a:r>
            <a:r>
              <a:rPr sz="2705" dirty="0">
                <a:latin typeface="+mj-lt"/>
                <a:cs typeface="Calibri"/>
              </a:rPr>
              <a:t>similar</a:t>
            </a:r>
            <a:r>
              <a:rPr sz="2705" spc="150" dirty="0">
                <a:latin typeface="+mj-lt"/>
                <a:cs typeface="Calibri"/>
              </a:rPr>
              <a:t> </a:t>
            </a:r>
            <a:r>
              <a:rPr sz="2705" dirty="0">
                <a:latin typeface="+mj-lt"/>
                <a:cs typeface="Calibri"/>
              </a:rPr>
              <a:t>report</a:t>
            </a:r>
            <a:r>
              <a:rPr sz="2705" spc="150" dirty="0">
                <a:latin typeface="+mj-lt"/>
                <a:cs typeface="Calibri"/>
              </a:rPr>
              <a:t> </a:t>
            </a:r>
            <a:r>
              <a:rPr sz="2705" dirty="0">
                <a:latin typeface="+mj-lt"/>
                <a:cs typeface="Calibri"/>
              </a:rPr>
              <a:t>in</a:t>
            </a:r>
            <a:r>
              <a:rPr sz="2705" spc="10" dirty="0">
                <a:latin typeface="+mj-lt"/>
                <a:cs typeface="Calibri"/>
              </a:rPr>
              <a:t> </a:t>
            </a:r>
            <a:r>
              <a:rPr sz="2705" spc="-20" dirty="0">
                <a:latin typeface="+mj-lt"/>
                <a:cs typeface="Calibri"/>
              </a:rPr>
              <a:t>1967.</a:t>
            </a:r>
            <a:endParaRPr lang="en-US" sz="2705" dirty="0">
              <a:latin typeface="+mj-lt"/>
              <a:cs typeface="Calibri"/>
            </a:endParaRPr>
          </a:p>
          <a:p>
            <a:pPr marL="718032" marR="10179" lvl="1" indent="-235385">
              <a:lnSpc>
                <a:spcPts val="3006"/>
              </a:lnSpc>
              <a:spcBef>
                <a:spcPts val="920"/>
              </a:spcBef>
              <a:buChar char="•"/>
              <a:tabLst>
                <a:tab pos="265921" algn="l"/>
              </a:tabLst>
            </a:pPr>
            <a:r>
              <a:rPr sz="2805" spc="-50" dirty="0">
                <a:latin typeface="+mj-lt"/>
                <a:cs typeface="Calibri"/>
              </a:rPr>
              <a:t>Deficiency:-3'protein-</a:t>
            </a:r>
            <a:r>
              <a:rPr sz="2805" dirty="0">
                <a:latin typeface="+mj-lt"/>
                <a:cs typeface="Calibri"/>
              </a:rPr>
              <a:t>energy</a:t>
            </a:r>
            <a:r>
              <a:rPr sz="2805" spc="228" dirty="0">
                <a:latin typeface="+mj-lt"/>
                <a:cs typeface="Calibri"/>
              </a:rPr>
              <a:t> </a:t>
            </a:r>
            <a:r>
              <a:rPr sz="2805" spc="-20" dirty="0">
                <a:latin typeface="+mj-lt"/>
                <a:cs typeface="Calibri"/>
              </a:rPr>
              <a:t>malnutrition</a:t>
            </a:r>
            <a:endParaRPr sz="2805" dirty="0">
              <a:latin typeface="+mj-lt"/>
              <a:cs typeface="Calibri"/>
            </a:endParaRPr>
          </a:p>
        </p:txBody>
      </p:sp>
      <p:pic>
        <p:nvPicPr>
          <p:cNvPr id="4" name="object 4"/>
          <p:cNvPicPr/>
          <p:nvPr/>
        </p:nvPicPr>
        <p:blipFill>
          <a:blip r:embed="rId2" cstate="print"/>
          <a:stretch>
            <a:fillRect/>
          </a:stretch>
        </p:blipFill>
        <p:spPr>
          <a:xfrm>
            <a:off x="853893" y="6310887"/>
            <a:ext cx="865202" cy="4834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1" y="238162"/>
            <a:ext cx="6855312" cy="709228"/>
          </a:xfrm>
          <a:prstGeom prst="rect">
            <a:avLst/>
          </a:prstGeom>
        </p:spPr>
        <p:txBody>
          <a:bodyPr vert="horz" wrap="square" lIns="0" tIns="31809" rIns="0" bIns="0" rtlCol="0" anchor="ctr">
            <a:spAutoFit/>
          </a:bodyPr>
          <a:lstStyle/>
          <a:p>
            <a:pPr marL="36898">
              <a:lnSpc>
                <a:spcPct val="100000"/>
              </a:lnSpc>
              <a:spcBef>
                <a:spcPts val="250"/>
              </a:spcBef>
            </a:pPr>
            <a:r>
              <a:rPr spc="-40" dirty="0">
                <a:solidFill>
                  <a:srgbClr val="1160A5"/>
                </a:solidFill>
              </a:rPr>
              <a:t>Other</a:t>
            </a:r>
            <a:r>
              <a:rPr spc="-170" dirty="0">
                <a:solidFill>
                  <a:srgbClr val="1160A5"/>
                </a:solidFill>
              </a:rPr>
              <a:t> </a:t>
            </a:r>
            <a:r>
              <a:rPr spc="-60" dirty="0">
                <a:solidFill>
                  <a:srgbClr val="0569B5"/>
                </a:solidFill>
              </a:rPr>
              <a:t>traces</a:t>
            </a:r>
            <a:r>
              <a:rPr spc="-160" dirty="0">
                <a:solidFill>
                  <a:srgbClr val="0569B5"/>
                </a:solidFill>
              </a:rPr>
              <a:t> </a:t>
            </a:r>
            <a:r>
              <a:rPr spc="-100" dirty="0"/>
              <a:t>minerals</a:t>
            </a:r>
          </a:p>
        </p:txBody>
      </p:sp>
      <p:sp>
        <p:nvSpPr>
          <p:cNvPr id="3" name="object 3"/>
          <p:cNvSpPr txBox="1"/>
          <p:nvPr/>
        </p:nvSpPr>
        <p:spPr>
          <a:xfrm>
            <a:off x="457201" y="1692045"/>
            <a:ext cx="8579498" cy="4176064"/>
          </a:xfrm>
          <a:prstGeom prst="rect">
            <a:avLst/>
          </a:prstGeom>
        </p:spPr>
        <p:txBody>
          <a:bodyPr vert="horz" wrap="square" lIns="0" tIns="26719" rIns="0" bIns="0" rtlCol="0">
            <a:spAutoFit/>
          </a:bodyPr>
          <a:lstStyle/>
          <a:p>
            <a:pPr marL="255742" indent="-230295">
              <a:spcBef>
                <a:spcPts val="210"/>
              </a:spcBef>
              <a:buChar char="•"/>
              <a:tabLst>
                <a:tab pos="255742" algn="l"/>
              </a:tabLst>
            </a:pPr>
            <a:r>
              <a:rPr sz="2805" spc="-20" dirty="0">
                <a:latin typeface="Calibri"/>
                <a:cs typeface="Calibri"/>
              </a:rPr>
              <a:t>Molybdenum:</a:t>
            </a:r>
            <a:endParaRPr lang="en-US" sz="2805" spc="-20" dirty="0">
              <a:latin typeface="Calibri"/>
              <a:cs typeface="Calibri"/>
            </a:endParaRPr>
          </a:p>
          <a:p>
            <a:pPr marL="712942" lvl="1" indent="-230295">
              <a:spcBef>
                <a:spcPts val="210"/>
              </a:spcBef>
              <a:buChar char="•"/>
              <a:tabLst>
                <a:tab pos="255742" algn="l"/>
              </a:tabLst>
            </a:pPr>
            <a:r>
              <a:rPr sz="2905" spc="-70" dirty="0">
                <a:latin typeface="Calibri"/>
                <a:cs typeface="Calibri"/>
              </a:rPr>
              <a:t>Excess</a:t>
            </a:r>
            <a:r>
              <a:rPr sz="2905" spc="-30" dirty="0">
                <a:latin typeface="Calibri"/>
                <a:cs typeface="Calibri"/>
              </a:rPr>
              <a:t> </a:t>
            </a:r>
            <a:r>
              <a:rPr sz="2905" spc="-70" dirty="0">
                <a:latin typeface="Calibri"/>
                <a:cs typeface="Calibri"/>
              </a:rPr>
              <a:t>absorption</a:t>
            </a:r>
            <a:r>
              <a:rPr sz="2905" spc="-20" dirty="0">
                <a:latin typeface="Calibri"/>
                <a:cs typeface="Calibri"/>
              </a:rPr>
              <a:t> </a:t>
            </a:r>
            <a:r>
              <a:rPr sz="2905" spc="-20" dirty="0">
                <a:solidFill>
                  <a:srgbClr val="161616"/>
                </a:solidFill>
                <a:latin typeface="Calibri"/>
                <a:cs typeface="Calibri"/>
              </a:rPr>
              <a:t>of</a:t>
            </a:r>
            <a:r>
              <a:rPr sz="2905" spc="-140" dirty="0">
                <a:solidFill>
                  <a:srgbClr val="161616"/>
                </a:solidFill>
                <a:latin typeface="Calibri"/>
                <a:cs typeface="Calibri"/>
              </a:rPr>
              <a:t> </a:t>
            </a:r>
            <a:r>
              <a:rPr sz="2905" spc="-90" dirty="0">
                <a:latin typeface="Calibri"/>
                <a:cs typeface="Calibri"/>
              </a:rPr>
              <a:t>molybdenum</a:t>
            </a:r>
            <a:r>
              <a:rPr sz="2905" spc="80" dirty="0">
                <a:latin typeface="Calibri"/>
                <a:cs typeface="Calibri"/>
              </a:rPr>
              <a:t> </a:t>
            </a:r>
            <a:r>
              <a:rPr sz="2905" spc="-50" dirty="0">
                <a:latin typeface="Calibri"/>
                <a:cs typeface="Calibri"/>
              </a:rPr>
              <a:t>has</a:t>
            </a:r>
            <a:r>
              <a:rPr sz="2905" spc="-110" dirty="0">
                <a:latin typeface="Calibri"/>
                <a:cs typeface="Calibri"/>
              </a:rPr>
              <a:t> </a:t>
            </a:r>
            <a:r>
              <a:rPr sz="2905" spc="-40" dirty="0">
                <a:solidFill>
                  <a:srgbClr val="0E0E0E"/>
                </a:solidFill>
                <a:latin typeface="Calibri"/>
                <a:cs typeface="Calibri"/>
              </a:rPr>
              <a:t>been</a:t>
            </a:r>
            <a:r>
              <a:rPr sz="2905" spc="-70" dirty="0">
                <a:solidFill>
                  <a:srgbClr val="0E0E0E"/>
                </a:solidFill>
                <a:latin typeface="Calibri"/>
                <a:cs typeface="Calibri"/>
              </a:rPr>
              <a:t> </a:t>
            </a:r>
            <a:r>
              <a:rPr sz="2905" spc="-60" dirty="0">
                <a:latin typeface="Calibri"/>
                <a:cs typeface="Calibri"/>
              </a:rPr>
              <a:t>shown</a:t>
            </a:r>
            <a:r>
              <a:rPr sz="2905" spc="-10" dirty="0">
                <a:latin typeface="Calibri"/>
                <a:cs typeface="Calibri"/>
              </a:rPr>
              <a:t> </a:t>
            </a:r>
            <a:r>
              <a:rPr lang="en-IN" sz="2905" spc="-50" dirty="0">
                <a:solidFill>
                  <a:srgbClr val="0F0F0F"/>
                </a:solidFill>
                <a:latin typeface="Calibri"/>
                <a:cs typeface="Calibri"/>
              </a:rPr>
              <a:t>to</a:t>
            </a:r>
            <a:r>
              <a:rPr sz="2905" spc="-50" dirty="0">
                <a:solidFill>
                  <a:srgbClr val="0F0F0F"/>
                </a:solidFill>
                <a:latin typeface="Calibri"/>
                <a:cs typeface="Calibri"/>
              </a:rPr>
              <a:t> </a:t>
            </a:r>
            <a:r>
              <a:rPr sz="2905" spc="-80" dirty="0">
                <a:latin typeface="Calibri"/>
                <a:cs typeface="Calibri"/>
              </a:rPr>
              <a:t>produce</a:t>
            </a:r>
            <a:r>
              <a:rPr sz="2905" dirty="0">
                <a:latin typeface="Calibri"/>
                <a:cs typeface="Calibri"/>
              </a:rPr>
              <a:t> </a:t>
            </a:r>
            <a:r>
              <a:rPr sz="2905" spc="-80" dirty="0">
                <a:latin typeface="Calibri"/>
                <a:cs typeface="Calibri"/>
              </a:rPr>
              <a:t>bony</a:t>
            </a:r>
            <a:r>
              <a:rPr sz="2905" spc="-30" dirty="0">
                <a:latin typeface="Calibri"/>
                <a:cs typeface="Calibri"/>
              </a:rPr>
              <a:t> </a:t>
            </a:r>
            <a:r>
              <a:rPr sz="2905" spc="-20" dirty="0">
                <a:latin typeface="Calibri"/>
                <a:cs typeface="Calibri"/>
              </a:rPr>
              <a:t>deformities.</a:t>
            </a:r>
            <a:endParaRPr lang="en-US" sz="2905" spc="-20" dirty="0">
              <a:latin typeface="Calibri"/>
              <a:cs typeface="Calibri"/>
            </a:endParaRPr>
          </a:p>
          <a:p>
            <a:pPr marL="712942" lvl="1" indent="-230295">
              <a:spcBef>
                <a:spcPts val="210"/>
              </a:spcBef>
              <a:buChar char="•"/>
              <a:tabLst>
                <a:tab pos="255742" algn="l"/>
              </a:tabLst>
            </a:pPr>
            <a:r>
              <a:rPr lang="en-US" sz="2905" dirty="0">
                <a:latin typeface="Calibri"/>
                <a:cs typeface="Calibri"/>
              </a:rPr>
              <a:t>Deficiency </a:t>
            </a:r>
            <a:r>
              <a:rPr sz="2905" spc="-50" dirty="0">
                <a:solidFill>
                  <a:srgbClr val="181818"/>
                </a:solidFill>
                <a:latin typeface="Calibri"/>
                <a:cs typeface="Calibri"/>
              </a:rPr>
              <a:t>of</a:t>
            </a:r>
            <a:r>
              <a:rPr lang="en-US" sz="2905" spc="-50" dirty="0">
                <a:solidFill>
                  <a:srgbClr val="181818"/>
                </a:solidFill>
                <a:latin typeface="Calibri"/>
                <a:cs typeface="Calibri"/>
              </a:rPr>
              <a:t> </a:t>
            </a:r>
            <a:r>
              <a:rPr sz="2905" spc="-90" dirty="0">
                <a:latin typeface="Calibri"/>
                <a:cs typeface="Calibri"/>
              </a:rPr>
              <a:t>molybdenum</a:t>
            </a:r>
            <a:r>
              <a:rPr sz="2905" spc="70" dirty="0">
                <a:latin typeface="Calibri"/>
                <a:cs typeface="Calibri"/>
              </a:rPr>
              <a:t> </a:t>
            </a:r>
            <a:r>
              <a:rPr sz="2905" spc="-20" dirty="0">
                <a:latin typeface="Calibri"/>
                <a:cs typeface="Calibri"/>
              </a:rPr>
              <a:t>is</a:t>
            </a:r>
            <a:r>
              <a:rPr sz="2905" spc="-110" dirty="0">
                <a:latin typeface="Calibri"/>
                <a:cs typeface="Calibri"/>
              </a:rPr>
              <a:t> </a:t>
            </a:r>
            <a:r>
              <a:rPr sz="2905" spc="-80" dirty="0">
                <a:latin typeface="Calibri"/>
                <a:cs typeface="Calibri"/>
              </a:rPr>
              <a:t>associated</a:t>
            </a:r>
            <a:r>
              <a:rPr sz="2905" spc="30" dirty="0">
                <a:latin typeface="Calibri"/>
                <a:cs typeface="Calibri"/>
              </a:rPr>
              <a:t> </a:t>
            </a:r>
            <a:r>
              <a:rPr sz="2905" spc="-40" dirty="0">
                <a:latin typeface="Calibri"/>
                <a:cs typeface="Calibri"/>
              </a:rPr>
              <a:t>with</a:t>
            </a:r>
            <a:r>
              <a:rPr sz="2905" spc="-70" dirty="0">
                <a:latin typeface="Calibri"/>
                <a:cs typeface="Calibri"/>
              </a:rPr>
              <a:t> mouth</a:t>
            </a:r>
            <a:r>
              <a:rPr sz="2905" spc="-90" dirty="0">
                <a:latin typeface="Calibri"/>
                <a:cs typeface="Calibri"/>
              </a:rPr>
              <a:t> </a:t>
            </a:r>
            <a:r>
              <a:rPr sz="2905" spc="-20" dirty="0">
                <a:solidFill>
                  <a:srgbClr val="0F0F0F"/>
                </a:solidFill>
                <a:latin typeface="Calibri"/>
                <a:cs typeface="Calibri"/>
              </a:rPr>
              <a:t>and</a:t>
            </a:r>
            <a:r>
              <a:rPr sz="2905" spc="-40" dirty="0">
                <a:solidFill>
                  <a:srgbClr val="0F0F0F"/>
                </a:solidFill>
                <a:latin typeface="Calibri"/>
                <a:cs typeface="Calibri"/>
              </a:rPr>
              <a:t> </a:t>
            </a:r>
            <a:r>
              <a:rPr sz="2905" spc="-60" dirty="0">
                <a:latin typeface="Calibri"/>
                <a:cs typeface="Calibri"/>
              </a:rPr>
              <a:t>oesophageal </a:t>
            </a:r>
            <a:r>
              <a:rPr sz="2905" spc="-20" dirty="0">
                <a:latin typeface="Calibri"/>
                <a:cs typeface="Calibri"/>
              </a:rPr>
              <a:t>cancer</a:t>
            </a:r>
            <a:endParaRPr sz="2905" dirty="0">
              <a:latin typeface="Calibri"/>
              <a:cs typeface="Calibri"/>
            </a:endParaRPr>
          </a:p>
          <a:p>
            <a:pPr marL="250653" indent="-225206">
              <a:spcBef>
                <a:spcPts val="270"/>
              </a:spcBef>
              <a:buChar char="•"/>
              <a:tabLst>
                <a:tab pos="250653" algn="l"/>
              </a:tabLst>
            </a:pPr>
            <a:r>
              <a:rPr sz="2905" spc="-20" dirty="0">
                <a:latin typeface="Calibri"/>
                <a:cs typeface="Calibri"/>
              </a:rPr>
              <a:t>Chromium</a:t>
            </a:r>
            <a:endParaRPr sz="2905" dirty="0">
              <a:latin typeface="Calibri"/>
              <a:cs typeface="Calibri"/>
            </a:endParaRPr>
          </a:p>
          <a:p>
            <a:pPr marL="497915" lvl="1">
              <a:spcBef>
                <a:spcPts val="120"/>
              </a:spcBef>
            </a:pPr>
            <a:r>
              <a:rPr sz="2905" dirty="0">
                <a:latin typeface="Calibri"/>
                <a:cs typeface="Calibri"/>
              </a:rPr>
              <a:t>°</a:t>
            </a:r>
            <a:r>
              <a:rPr sz="2905" spc="-10" dirty="0">
                <a:latin typeface="Calibri"/>
                <a:cs typeface="Calibri"/>
              </a:rPr>
              <a:t> </a:t>
            </a:r>
            <a:r>
              <a:rPr sz="2905" spc="-150" dirty="0">
                <a:latin typeface="Calibri"/>
                <a:cs typeface="Calibri"/>
              </a:rPr>
              <a:t>Total</a:t>
            </a:r>
            <a:r>
              <a:rPr sz="2905" spc="-50" dirty="0">
                <a:latin typeface="Calibri"/>
                <a:cs typeface="Calibri"/>
              </a:rPr>
              <a:t> </a:t>
            </a:r>
            <a:r>
              <a:rPr sz="2905" spc="-40" dirty="0">
                <a:latin typeface="Calibri"/>
                <a:cs typeface="Calibri"/>
              </a:rPr>
              <a:t>body</a:t>
            </a:r>
            <a:r>
              <a:rPr sz="2905" spc="-70" dirty="0">
                <a:latin typeface="Calibri"/>
                <a:cs typeface="Calibri"/>
              </a:rPr>
              <a:t> content</a:t>
            </a:r>
            <a:r>
              <a:rPr sz="2905" spc="70" dirty="0">
                <a:latin typeface="Calibri"/>
                <a:cs typeface="Calibri"/>
              </a:rPr>
              <a:t> </a:t>
            </a:r>
            <a:r>
              <a:rPr sz="2905" spc="-70" dirty="0">
                <a:latin typeface="Calibri"/>
                <a:cs typeface="Calibri"/>
              </a:rPr>
              <a:t>of</a:t>
            </a:r>
            <a:r>
              <a:rPr sz="2905" spc="-60" dirty="0">
                <a:latin typeface="Calibri"/>
                <a:cs typeface="Calibri"/>
              </a:rPr>
              <a:t> </a:t>
            </a:r>
            <a:r>
              <a:rPr sz="2905" spc="-90" dirty="0">
                <a:latin typeface="Calibri"/>
                <a:cs typeface="Calibri"/>
              </a:rPr>
              <a:t>chromium</a:t>
            </a:r>
            <a:r>
              <a:rPr sz="2905" spc="100" dirty="0">
                <a:latin typeface="Calibri"/>
                <a:cs typeface="Calibri"/>
              </a:rPr>
              <a:t> </a:t>
            </a:r>
            <a:r>
              <a:rPr sz="2905" dirty="0">
                <a:latin typeface="Calibri"/>
                <a:cs typeface="Calibri"/>
              </a:rPr>
              <a:t>is</a:t>
            </a:r>
            <a:r>
              <a:rPr sz="2905" spc="-70" dirty="0">
                <a:latin typeface="Calibri"/>
                <a:cs typeface="Calibri"/>
              </a:rPr>
              <a:t> </a:t>
            </a:r>
            <a:r>
              <a:rPr sz="2905" spc="-80" dirty="0">
                <a:latin typeface="Calibri"/>
                <a:cs typeface="Calibri"/>
              </a:rPr>
              <a:t>small, </a:t>
            </a:r>
            <a:r>
              <a:rPr sz="2905" dirty="0">
                <a:latin typeface="Calibri"/>
                <a:cs typeface="Calibri"/>
              </a:rPr>
              <a:t>less</a:t>
            </a:r>
            <a:r>
              <a:rPr sz="2905" spc="-110" dirty="0">
                <a:latin typeface="Calibri"/>
                <a:cs typeface="Calibri"/>
              </a:rPr>
              <a:t> </a:t>
            </a:r>
            <a:r>
              <a:rPr sz="2905" spc="-50" dirty="0">
                <a:solidFill>
                  <a:srgbClr val="0F0F0F"/>
                </a:solidFill>
                <a:latin typeface="Calibri"/>
                <a:cs typeface="Calibri"/>
              </a:rPr>
              <a:t>then</a:t>
            </a:r>
            <a:r>
              <a:rPr sz="2905" dirty="0">
                <a:solidFill>
                  <a:srgbClr val="0F0F0F"/>
                </a:solidFill>
                <a:latin typeface="Calibri"/>
                <a:cs typeface="Calibri"/>
              </a:rPr>
              <a:t> </a:t>
            </a:r>
            <a:r>
              <a:rPr sz="2905" dirty="0">
                <a:solidFill>
                  <a:srgbClr val="111111"/>
                </a:solidFill>
                <a:latin typeface="Calibri"/>
                <a:cs typeface="Calibri"/>
              </a:rPr>
              <a:t>6</a:t>
            </a:r>
            <a:r>
              <a:rPr sz="2905" spc="-160" dirty="0">
                <a:solidFill>
                  <a:srgbClr val="111111"/>
                </a:solidFill>
                <a:latin typeface="Calibri"/>
                <a:cs typeface="Calibri"/>
              </a:rPr>
              <a:t> </a:t>
            </a:r>
            <a:r>
              <a:rPr sz="2905" spc="-20" dirty="0">
                <a:latin typeface="Calibri"/>
                <a:cs typeface="Calibri"/>
              </a:rPr>
              <a:t>mg</a:t>
            </a:r>
            <a:endParaRPr sz="2905" dirty="0">
              <a:latin typeface="Calibri"/>
              <a:cs typeface="Calibri"/>
            </a:endParaRPr>
          </a:p>
          <a:p>
            <a:pPr marL="789283" lvl="1" indent="-306636">
              <a:spcBef>
                <a:spcPts val="270"/>
              </a:spcBef>
              <a:buChar char="•"/>
              <a:tabLst>
                <a:tab pos="332083" algn="l"/>
              </a:tabLst>
            </a:pPr>
            <a:r>
              <a:rPr sz="2905" spc="-60" dirty="0">
                <a:latin typeface="Calibri"/>
                <a:cs typeface="Calibri"/>
              </a:rPr>
              <a:t>Role</a:t>
            </a:r>
            <a:r>
              <a:rPr sz="2905" spc="-110" dirty="0">
                <a:latin typeface="Calibri"/>
                <a:cs typeface="Calibri"/>
              </a:rPr>
              <a:t> </a:t>
            </a:r>
            <a:r>
              <a:rPr sz="2905" dirty="0">
                <a:latin typeface="Calibri"/>
                <a:cs typeface="Calibri"/>
              </a:rPr>
              <a:t>in</a:t>
            </a:r>
            <a:r>
              <a:rPr sz="2905" spc="-130" dirty="0">
                <a:latin typeface="Calibri"/>
                <a:cs typeface="Calibri"/>
              </a:rPr>
              <a:t> </a:t>
            </a:r>
            <a:r>
              <a:rPr sz="2905" spc="-80" dirty="0">
                <a:latin typeface="Calibri"/>
                <a:cs typeface="Calibri"/>
              </a:rPr>
              <a:t>relation </a:t>
            </a:r>
            <a:r>
              <a:rPr sz="2905" dirty="0">
                <a:solidFill>
                  <a:srgbClr val="161616"/>
                </a:solidFill>
                <a:latin typeface="Calibri"/>
                <a:cs typeface="Calibri"/>
              </a:rPr>
              <a:t>to</a:t>
            </a:r>
            <a:r>
              <a:rPr sz="2905" spc="-90" dirty="0">
                <a:solidFill>
                  <a:srgbClr val="161616"/>
                </a:solidFill>
                <a:latin typeface="Calibri"/>
                <a:cs typeface="Calibri"/>
              </a:rPr>
              <a:t> </a:t>
            </a:r>
            <a:r>
              <a:rPr sz="2905" spc="-100" dirty="0">
                <a:latin typeface="Calibri"/>
                <a:cs typeface="Calibri"/>
              </a:rPr>
              <a:t>carbohydrate</a:t>
            </a:r>
            <a:r>
              <a:rPr sz="2905" spc="90" dirty="0">
                <a:latin typeface="Calibri"/>
                <a:cs typeface="Calibri"/>
              </a:rPr>
              <a:t> </a:t>
            </a:r>
            <a:r>
              <a:rPr sz="2905" dirty="0">
                <a:latin typeface="Calibri"/>
                <a:cs typeface="Calibri"/>
              </a:rPr>
              <a:t>and</a:t>
            </a:r>
            <a:r>
              <a:rPr sz="2905" spc="-50" dirty="0">
                <a:latin typeface="Calibri"/>
                <a:cs typeface="Calibri"/>
              </a:rPr>
              <a:t> </a:t>
            </a:r>
            <a:r>
              <a:rPr sz="2905" spc="-70" dirty="0">
                <a:latin typeface="Calibri"/>
                <a:cs typeface="Calibri"/>
              </a:rPr>
              <a:t>insulin</a:t>
            </a:r>
            <a:r>
              <a:rPr sz="2905" dirty="0">
                <a:latin typeface="Calibri"/>
                <a:cs typeface="Calibri"/>
              </a:rPr>
              <a:t> </a:t>
            </a:r>
            <a:r>
              <a:rPr sz="2905" spc="-20" dirty="0">
                <a:latin typeface="Calibri"/>
                <a:cs typeface="Calibri"/>
              </a:rPr>
              <a:t>function</a:t>
            </a:r>
            <a:endParaRPr sz="2905" dirty="0">
              <a:latin typeface="Calibri"/>
              <a:cs typeface="Calibri"/>
            </a:endParaRPr>
          </a:p>
        </p:txBody>
      </p:sp>
      <p:pic>
        <p:nvPicPr>
          <p:cNvPr id="4" name="object 4"/>
          <p:cNvPicPr/>
          <p:nvPr/>
        </p:nvPicPr>
        <p:blipFill>
          <a:blip r:embed="rId2" cstate="print"/>
          <a:stretch>
            <a:fillRect/>
          </a:stretch>
        </p:blipFill>
        <p:spPr>
          <a:xfrm>
            <a:off x="777551" y="6310887"/>
            <a:ext cx="941544" cy="5343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B9A67-4E5A-92CC-BFA1-55277971ACBA}"/>
              </a:ext>
            </a:extLst>
          </p:cNvPr>
          <p:cNvSpPr>
            <a:spLocks noGrp="1"/>
          </p:cNvSpPr>
          <p:nvPr>
            <p:ph type="title"/>
          </p:nvPr>
        </p:nvSpPr>
        <p:spPr/>
        <p:txBody>
          <a:bodyPr/>
          <a:lstStyle/>
          <a:p>
            <a:r>
              <a:rPr lang="en-US" dirty="0"/>
              <a:t>Rice</a:t>
            </a:r>
          </a:p>
        </p:txBody>
      </p:sp>
      <p:sp>
        <p:nvSpPr>
          <p:cNvPr id="3" name="Content Placeholder 2">
            <a:extLst>
              <a:ext uri="{FF2B5EF4-FFF2-40B4-BE49-F238E27FC236}">
                <a16:creationId xmlns:a16="http://schemas.microsoft.com/office/drawing/2014/main" id="{D124FB0C-7D65-BF27-3B82-7212B52D8C2D}"/>
              </a:ext>
            </a:extLst>
          </p:cNvPr>
          <p:cNvSpPr>
            <a:spLocks noGrp="1"/>
          </p:cNvSpPr>
          <p:nvPr>
            <p:ph idx="1"/>
          </p:nvPr>
        </p:nvSpPr>
        <p:spPr/>
        <p:txBody>
          <a:bodyPr>
            <a:normAutofit/>
          </a:bodyPr>
          <a:lstStyle/>
          <a:p>
            <a:r>
              <a:rPr lang="en-US" dirty="0"/>
              <a:t>Milling</a:t>
            </a:r>
          </a:p>
          <a:p>
            <a:pPr lvl="1"/>
            <a:r>
              <a:rPr lang="en-US" dirty="0"/>
              <a:t>The milling process deprives the rice grain of its valuable nutritive elements (thiamine, riboflavin, protein). The losses may be </a:t>
            </a:r>
            <a:r>
              <a:rPr lang="en-US" dirty="0" err="1"/>
              <a:t>upto</a:t>
            </a:r>
            <a:r>
              <a:rPr lang="en-US" dirty="0"/>
              <a:t> 15 per cent of protein, 75 per cent of thiamine and 60 per cent of riboflavin and niacin. </a:t>
            </a:r>
          </a:p>
          <a:p>
            <a:pPr lvl="1"/>
            <a:r>
              <a:rPr lang="en-US" dirty="0"/>
              <a:t>People subsisting mainly on white or polished rice are prone to beriberi.</a:t>
            </a:r>
          </a:p>
          <a:p>
            <a:r>
              <a:rPr lang="en-US" dirty="0"/>
              <a:t>Washing &amp; Cooking</a:t>
            </a:r>
          </a:p>
          <a:p>
            <a:pPr lvl="1"/>
            <a:r>
              <a:rPr lang="en-US" dirty="0"/>
              <a:t>The rice grain is subjected to further loss of essential nutrients during the process of washing and cooking.</a:t>
            </a:r>
          </a:p>
          <a:p>
            <a:pPr lvl="1"/>
            <a:r>
              <a:rPr lang="en-US" dirty="0"/>
              <a:t>Washing in large quantities of water would remove </a:t>
            </a:r>
            <a:r>
              <a:rPr lang="en-US" dirty="0" err="1"/>
              <a:t>upto</a:t>
            </a:r>
            <a:r>
              <a:rPr lang="en-US" dirty="0"/>
              <a:t> 60 per cent of the water-soluble vitamins and minerals. It is therefore best to cook rice in just enough water (about 2 measure of water for 1 measure of rice).</a:t>
            </a:r>
          </a:p>
        </p:txBody>
      </p:sp>
    </p:spTree>
    <p:extLst>
      <p:ext uri="{BB962C8B-B14F-4D97-AF65-F5344CB8AC3E}">
        <p14:creationId xmlns:p14="http://schemas.microsoft.com/office/powerpoint/2010/main" val="3916093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F15BC-D128-F41F-6391-C81B0E5B8C7A}"/>
              </a:ext>
            </a:extLst>
          </p:cNvPr>
          <p:cNvSpPr>
            <a:spLocks noGrp="1"/>
          </p:cNvSpPr>
          <p:nvPr>
            <p:ph type="title"/>
          </p:nvPr>
        </p:nvSpPr>
        <p:spPr/>
        <p:txBody>
          <a:bodyPr/>
          <a:lstStyle/>
          <a:p>
            <a:r>
              <a:rPr lang="en-US" dirty="0"/>
              <a:t>Parboiling</a:t>
            </a:r>
          </a:p>
        </p:txBody>
      </p:sp>
      <p:sp>
        <p:nvSpPr>
          <p:cNvPr id="3" name="Content Placeholder 2">
            <a:extLst>
              <a:ext uri="{FF2B5EF4-FFF2-40B4-BE49-F238E27FC236}">
                <a16:creationId xmlns:a16="http://schemas.microsoft.com/office/drawing/2014/main" id="{2902AA56-7C27-6692-B98F-28EE41585F41}"/>
              </a:ext>
            </a:extLst>
          </p:cNvPr>
          <p:cNvSpPr>
            <a:spLocks noGrp="1"/>
          </p:cNvSpPr>
          <p:nvPr>
            <p:ph idx="1"/>
          </p:nvPr>
        </p:nvSpPr>
        <p:spPr/>
        <p:txBody>
          <a:bodyPr>
            <a:normAutofit fontScale="62500" lnSpcReduction="20000"/>
          </a:bodyPr>
          <a:lstStyle/>
          <a:p>
            <a:r>
              <a:rPr lang="en-US" dirty="0"/>
              <a:t>Parboiling (partial cooking in steam) is ancient Indian technique of preserving the nutritive quality of rice</a:t>
            </a:r>
          </a:p>
          <a:p>
            <a:r>
              <a:rPr lang="en-US" dirty="0"/>
              <a:t>The technique recommended by the Central Food Technological Research Institute, Mysore is known as the hot soaking process.</a:t>
            </a:r>
          </a:p>
          <a:p>
            <a:r>
              <a:rPr lang="en-US" dirty="0"/>
              <a:t>The process starts with soaking the paddy (unhusked rice) in hot water at 65 to 70 deg. C for 3 to 4 hours, which swells the grain. This is followed by draining of water and steaming the soaked paddy in the same container for 5 to 10 minutes. The paddy is then dried and later </a:t>
            </a:r>
            <a:r>
              <a:rPr lang="en-US" dirty="0" err="1"/>
              <a:t>homepounded</a:t>
            </a:r>
            <a:r>
              <a:rPr lang="en-US" dirty="0"/>
              <a:t> or milled.</a:t>
            </a:r>
          </a:p>
          <a:p>
            <a:r>
              <a:rPr lang="en-US" dirty="0"/>
              <a:t>During the steaming process, a greater part of the vitamins and minerals present in the outer aleurone layer of the rice grain are driven into the inner endosperm </a:t>
            </a:r>
          </a:p>
          <a:p>
            <a:r>
              <a:rPr lang="en-US" dirty="0"/>
              <a:t>With subsequent milling, even to a high degree, the nutrients are not removed. During the drying process, the germ gets attached more firmly to the grain. In addition, the heat used in drying hardens the rice grain. </a:t>
            </a:r>
          </a:p>
          <a:p>
            <a:r>
              <a:rPr lang="en-US" dirty="0"/>
              <a:t>It results in the grain becoming more resistant to insect invasion and more suitable for storage than raw rice. The starch also gets gelatinized which improves the keeping quality of rice.</a:t>
            </a:r>
          </a:p>
          <a:p>
            <a:r>
              <a:rPr lang="en-US" dirty="0"/>
              <a:t>The serious disadvantage of parboiling is the development of a peculiar smell or off flavor ’ which some consumers do not relish. Modern methods of parboiling rice have been developed by which the finished product does not give any bad </a:t>
            </a:r>
            <a:r>
              <a:rPr lang="en-US" dirty="0" err="1"/>
              <a:t>odour</a:t>
            </a:r>
            <a:r>
              <a:rPr lang="en-US" dirty="0"/>
              <a:t>.</a:t>
            </a:r>
          </a:p>
        </p:txBody>
      </p:sp>
    </p:spTree>
    <p:extLst>
      <p:ext uri="{BB962C8B-B14F-4D97-AF65-F5344CB8AC3E}">
        <p14:creationId xmlns:p14="http://schemas.microsoft.com/office/powerpoint/2010/main" val="507070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699891-AA9D-7FF4-8152-E92AD0B859C4}"/>
              </a:ext>
            </a:extLst>
          </p:cNvPr>
          <p:cNvSpPr>
            <a:spLocks noGrp="1"/>
          </p:cNvSpPr>
          <p:nvPr>
            <p:ph type="title"/>
          </p:nvPr>
        </p:nvSpPr>
        <p:spPr>
          <a:xfrm>
            <a:off x="411480" y="991443"/>
            <a:ext cx="4443154" cy="1087819"/>
          </a:xfrm>
        </p:spPr>
        <p:txBody>
          <a:bodyPr anchor="b">
            <a:normAutofit/>
          </a:bodyPr>
          <a:lstStyle/>
          <a:p>
            <a:r>
              <a:rPr lang="en-US" sz="3400"/>
              <a:t>Milk</a:t>
            </a:r>
          </a:p>
        </p:txBody>
      </p:sp>
      <p:sp>
        <p:nvSpPr>
          <p:cNvPr id="19" name="Rectangle 18">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1" name="Rectangle 20">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CB6448ED-DB20-AD07-7184-1003072E3819}"/>
              </a:ext>
            </a:extLst>
          </p:cNvPr>
          <p:cNvSpPr>
            <a:spLocks noGrp="1"/>
          </p:cNvSpPr>
          <p:nvPr>
            <p:ph idx="1"/>
          </p:nvPr>
        </p:nvSpPr>
        <p:spPr>
          <a:xfrm>
            <a:off x="101600" y="2371870"/>
            <a:ext cx="4753034" cy="3805093"/>
          </a:xfrm>
        </p:spPr>
        <p:txBody>
          <a:bodyPr>
            <a:normAutofit/>
          </a:bodyPr>
          <a:lstStyle/>
          <a:p>
            <a:r>
              <a:rPr lang="en-US" sz="1800"/>
              <a:t>Protein – chief protein is casein as Calcium caseinogenate. Other protein are lactalbumin and lactoglobulin</a:t>
            </a:r>
          </a:p>
          <a:p>
            <a:r>
              <a:rPr lang="en-US" sz="1800"/>
              <a:t>Animal milk contain three times the protein than human milk</a:t>
            </a:r>
          </a:p>
          <a:p>
            <a:r>
              <a:rPr lang="en-US" sz="1800"/>
              <a:t>It’s a complete protein.</a:t>
            </a:r>
          </a:p>
          <a:p>
            <a:r>
              <a:rPr lang="en-US" sz="1800"/>
              <a:t>Human milk contain more of tryptophan and sulphur containing amino acids.</a:t>
            </a:r>
          </a:p>
          <a:p>
            <a:r>
              <a:rPr lang="en-US" sz="1800"/>
              <a:t>Human milk contain more of linoleic and oleic acids</a:t>
            </a:r>
          </a:p>
          <a:p>
            <a:r>
              <a:rPr lang="en-US" sz="1800"/>
              <a:t>Contain all known minerals needed by body. Good source of all vitamins except vitamin C</a:t>
            </a:r>
          </a:p>
        </p:txBody>
      </p:sp>
      <p:pic>
        <p:nvPicPr>
          <p:cNvPr id="5" name="Picture 4">
            <a:extLst>
              <a:ext uri="{FF2B5EF4-FFF2-40B4-BE49-F238E27FC236}">
                <a16:creationId xmlns:a16="http://schemas.microsoft.com/office/drawing/2014/main" id="{D0A974E1-1E54-1FEB-C9C0-1947939422B0}"/>
              </a:ext>
            </a:extLst>
          </p:cNvPr>
          <p:cNvPicPr>
            <a:picLocks noChangeAspect="1"/>
          </p:cNvPicPr>
          <p:nvPr/>
        </p:nvPicPr>
        <p:blipFill>
          <a:blip r:embed="rId2"/>
          <a:stretch>
            <a:fillRect/>
          </a:stretch>
        </p:blipFill>
        <p:spPr>
          <a:xfrm>
            <a:off x="5385816" y="1696967"/>
            <a:ext cx="6440424" cy="3408711"/>
          </a:xfrm>
          <a:prstGeom prst="rect">
            <a:avLst/>
          </a:prstGeom>
        </p:spPr>
      </p:pic>
    </p:spTree>
    <p:extLst>
      <p:ext uri="{BB962C8B-B14F-4D97-AF65-F5344CB8AC3E}">
        <p14:creationId xmlns:p14="http://schemas.microsoft.com/office/powerpoint/2010/main" val="4061329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BBC51A-BC74-BBCF-E2DE-CAB1DA3B3E88}"/>
              </a:ext>
            </a:extLst>
          </p:cNvPr>
          <p:cNvSpPr>
            <a:spLocks noGrp="1"/>
          </p:cNvSpPr>
          <p:nvPr>
            <p:ph type="title"/>
          </p:nvPr>
        </p:nvSpPr>
        <p:spPr>
          <a:xfrm>
            <a:off x="411480" y="991443"/>
            <a:ext cx="4443154" cy="1087819"/>
          </a:xfrm>
        </p:spPr>
        <p:txBody>
          <a:bodyPr anchor="b">
            <a:normAutofit/>
          </a:bodyPr>
          <a:lstStyle/>
          <a:p>
            <a:r>
              <a:rPr lang="en-US" sz="3400"/>
              <a:t>Reference Body weight</a:t>
            </a:r>
          </a:p>
        </p:txBody>
      </p:sp>
      <p:sp>
        <p:nvSpPr>
          <p:cNvPr id="12" name="Rectangle 11">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085093E8-EF11-0A03-9926-C2B65C6DD913}"/>
              </a:ext>
            </a:extLst>
          </p:cNvPr>
          <p:cNvSpPr>
            <a:spLocks noGrp="1"/>
          </p:cNvSpPr>
          <p:nvPr>
            <p:ph idx="1"/>
          </p:nvPr>
        </p:nvSpPr>
        <p:spPr>
          <a:xfrm>
            <a:off x="411480" y="2684095"/>
            <a:ext cx="4443154" cy="3492868"/>
          </a:xfrm>
        </p:spPr>
        <p:txBody>
          <a:bodyPr>
            <a:normAutofit/>
          </a:bodyPr>
          <a:lstStyle/>
          <a:p>
            <a:endParaRPr lang="en-US" sz="1800"/>
          </a:p>
        </p:txBody>
      </p:sp>
      <p:pic>
        <p:nvPicPr>
          <p:cNvPr id="5" name="Picture 4">
            <a:extLst>
              <a:ext uri="{FF2B5EF4-FFF2-40B4-BE49-F238E27FC236}">
                <a16:creationId xmlns:a16="http://schemas.microsoft.com/office/drawing/2014/main" id="{A41F5D74-CAEC-FF37-55AB-477006EDDFB6}"/>
              </a:ext>
            </a:extLst>
          </p:cNvPr>
          <p:cNvPicPr>
            <a:picLocks noChangeAspect="1"/>
          </p:cNvPicPr>
          <p:nvPr/>
        </p:nvPicPr>
        <p:blipFill>
          <a:blip r:embed="rId2"/>
          <a:stretch>
            <a:fillRect/>
          </a:stretch>
        </p:blipFill>
        <p:spPr>
          <a:xfrm>
            <a:off x="5385816" y="626009"/>
            <a:ext cx="6440424" cy="5550628"/>
          </a:xfrm>
          <a:prstGeom prst="rect">
            <a:avLst/>
          </a:prstGeom>
        </p:spPr>
      </p:pic>
    </p:spTree>
    <p:extLst>
      <p:ext uri="{BB962C8B-B14F-4D97-AF65-F5344CB8AC3E}">
        <p14:creationId xmlns:p14="http://schemas.microsoft.com/office/powerpoint/2010/main" val="623820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2E85DA-381A-50DF-1F25-159B1DD51B23}"/>
              </a:ext>
            </a:extLst>
          </p:cNvPr>
          <p:cNvSpPr>
            <a:spLocks noGrp="1"/>
          </p:cNvSpPr>
          <p:nvPr>
            <p:ph type="title"/>
          </p:nvPr>
        </p:nvSpPr>
        <p:spPr>
          <a:xfrm>
            <a:off x="1113810" y="2960716"/>
            <a:ext cx="4036334" cy="2387600"/>
          </a:xfrm>
        </p:spPr>
        <p:txBody>
          <a:bodyPr vert="horz" lIns="91440" tIns="45720" rIns="91440" bIns="45720" rtlCol="0" anchor="t">
            <a:normAutofit/>
          </a:bodyPr>
          <a:lstStyle/>
          <a:p>
            <a:r>
              <a:rPr lang="en-US" sz="5400" kern="1200">
                <a:solidFill>
                  <a:schemeClr val="tx1"/>
                </a:solidFill>
                <a:latin typeface="+mj-lt"/>
                <a:ea typeface="+mj-ea"/>
                <a:cs typeface="+mj-cs"/>
              </a:rPr>
              <a:t>Energy requirements</a:t>
            </a: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69EFB40-92A6-F638-43EC-E5ACA70BA74F}"/>
              </a:ext>
            </a:extLst>
          </p:cNvPr>
          <p:cNvPicPr>
            <a:picLocks noChangeAspect="1"/>
          </p:cNvPicPr>
          <p:nvPr/>
        </p:nvPicPr>
        <p:blipFill>
          <a:blip r:embed="rId2"/>
          <a:stretch>
            <a:fillRect/>
          </a:stretch>
        </p:blipFill>
        <p:spPr>
          <a:xfrm>
            <a:off x="6517841" y="666728"/>
            <a:ext cx="4345303" cy="5465791"/>
          </a:xfrm>
          <a:prstGeom prst="rect">
            <a:avLst/>
          </a:prstGeom>
        </p:spPr>
      </p:pic>
    </p:spTree>
    <p:extLst>
      <p:ext uri="{BB962C8B-B14F-4D97-AF65-F5344CB8AC3E}">
        <p14:creationId xmlns:p14="http://schemas.microsoft.com/office/powerpoint/2010/main" val="11032913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a:extLst>
              <a:ext uri="{FF2B5EF4-FFF2-40B4-BE49-F238E27FC236}">
                <a16:creationId xmlns:a16="http://schemas.microsoft.com/office/drawing/2014/main" id="{C8A25585-E55B-F66D-70F0-8F8128EB0ED7}"/>
              </a:ext>
            </a:extLst>
          </p:cNvPr>
          <p:cNvPicPr>
            <a:picLocks noGrp="1" noChangeAspect="1"/>
          </p:cNvPicPr>
          <p:nvPr>
            <p:ph idx="1"/>
          </p:nvPr>
        </p:nvPicPr>
        <p:blipFill rotWithShape="1">
          <a:blip r:embed="rId2"/>
          <a:srcRect t="-1" b="-1"/>
          <a:stretch/>
        </p:blipFill>
        <p:spPr>
          <a:xfrm>
            <a:off x="0" y="10"/>
            <a:ext cx="12191980" cy="6857990"/>
          </a:xfrm>
          <a:prstGeom prst="rect">
            <a:avLst/>
          </a:prstGeom>
        </p:spPr>
      </p:pic>
      <p:sp>
        <p:nvSpPr>
          <p:cNvPr id="2" name="Title 1">
            <a:extLst>
              <a:ext uri="{FF2B5EF4-FFF2-40B4-BE49-F238E27FC236}">
                <a16:creationId xmlns:a16="http://schemas.microsoft.com/office/drawing/2014/main" id="{873D37B8-59EF-0D22-8A5D-EEF76162D039}"/>
              </a:ext>
            </a:extLst>
          </p:cNvPr>
          <p:cNvSpPr>
            <a:spLocks noGrp="1"/>
          </p:cNvSpPr>
          <p:nvPr>
            <p:ph type="title"/>
          </p:nvPr>
        </p:nvSpPr>
        <p:spPr>
          <a:xfrm>
            <a:off x="2761333" y="2689356"/>
            <a:ext cx="6669314" cy="744836"/>
          </a:xfrm>
          <a:solidFill>
            <a:schemeClr val="bg1"/>
          </a:solidFill>
          <a:ln>
            <a:noFill/>
          </a:ln>
        </p:spPr>
        <p:txBody>
          <a:bodyPr vert="horz" lIns="91440" tIns="45720" rIns="91440" bIns="45720" rtlCol="0" anchor="ctr">
            <a:normAutofit/>
          </a:bodyPr>
          <a:lstStyle/>
          <a:p>
            <a:pPr algn="ctr"/>
            <a:r>
              <a:rPr lang="en-US" sz="3600" dirty="0">
                <a:solidFill>
                  <a:schemeClr val="tx1">
                    <a:lumMod val="85000"/>
                    <a:lumOff val="15000"/>
                  </a:schemeClr>
                </a:solidFill>
              </a:rPr>
              <a:t>RDA</a:t>
            </a:r>
          </a:p>
        </p:txBody>
      </p:sp>
    </p:spTree>
    <p:extLst>
      <p:ext uri="{BB962C8B-B14F-4D97-AF65-F5344CB8AC3E}">
        <p14:creationId xmlns:p14="http://schemas.microsoft.com/office/powerpoint/2010/main" val="2061663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487AC-4379-4FAB-513E-5FCF62A1409C}"/>
              </a:ext>
            </a:extLst>
          </p:cNvPr>
          <p:cNvSpPr>
            <a:spLocks noGrp="1"/>
          </p:cNvSpPr>
          <p:nvPr>
            <p:ph type="title"/>
          </p:nvPr>
        </p:nvSpPr>
        <p:spPr/>
        <p:txBody>
          <a:bodyPr/>
          <a:lstStyle/>
          <a:p>
            <a:r>
              <a:rPr lang="en-US" dirty="0"/>
              <a:t>Dietary Goals</a:t>
            </a:r>
          </a:p>
        </p:txBody>
      </p:sp>
      <p:sp>
        <p:nvSpPr>
          <p:cNvPr id="3" name="Content Placeholder 2">
            <a:extLst>
              <a:ext uri="{FF2B5EF4-FFF2-40B4-BE49-F238E27FC236}">
                <a16:creationId xmlns:a16="http://schemas.microsoft.com/office/drawing/2014/main" id="{AD4FFF9E-DE38-7F45-1246-387ACC63C3E7}"/>
              </a:ext>
            </a:extLst>
          </p:cNvPr>
          <p:cNvSpPr>
            <a:spLocks noGrp="1"/>
          </p:cNvSpPr>
          <p:nvPr>
            <p:ph idx="1"/>
          </p:nvPr>
        </p:nvSpPr>
        <p:spPr/>
        <p:txBody>
          <a:bodyPr>
            <a:normAutofit fontScale="85000" lnSpcReduction="20000"/>
          </a:bodyPr>
          <a:lstStyle/>
          <a:p>
            <a:r>
              <a:rPr lang="en-US" dirty="0"/>
              <a:t>Dietary fat should be limited to approximately 15-30 per cent of total daily intake;</a:t>
            </a:r>
          </a:p>
          <a:p>
            <a:r>
              <a:rPr lang="en-US" dirty="0"/>
              <a:t>Saturated fats should contribute no more than 10 per cent of the total energy intake; unsaturated vegetable oils should be substituted for the remaining fat requirement;</a:t>
            </a:r>
          </a:p>
          <a:p>
            <a:r>
              <a:rPr lang="en-US" dirty="0"/>
              <a:t>Excessive consumption of refined carbohydrate should be avoided; some amount of carbohydrate rich in natural </a:t>
            </a:r>
            <a:r>
              <a:rPr lang="en-US" dirty="0" err="1"/>
              <a:t>fibre</a:t>
            </a:r>
            <a:r>
              <a:rPr lang="en-US" dirty="0"/>
              <a:t> should be taken;</a:t>
            </a:r>
          </a:p>
          <a:p>
            <a:r>
              <a:rPr lang="en-US" dirty="0"/>
              <a:t>Sources rich in energy such as fats and alcohol should be restricted;</a:t>
            </a:r>
          </a:p>
          <a:p>
            <a:r>
              <a:rPr lang="en-US" dirty="0"/>
              <a:t>Salt intake should be reduced to an average of not more than 5 g. per day; (salt intake is more in tropical countries. In India it averages 15 g. per day);</a:t>
            </a:r>
          </a:p>
          <a:p>
            <a:r>
              <a:rPr lang="en-US" dirty="0"/>
              <a:t>Protein should account for approximately 10-15 per cent of the daily intake; and</a:t>
            </a:r>
          </a:p>
          <a:p>
            <a:r>
              <a:rPr lang="en-US" dirty="0"/>
              <a:t>Junk foods such as colas, ketchups and other foods that supply empty calories should be reduced.</a:t>
            </a:r>
          </a:p>
        </p:txBody>
      </p:sp>
    </p:spTree>
    <p:extLst>
      <p:ext uri="{BB962C8B-B14F-4D97-AF65-F5344CB8AC3E}">
        <p14:creationId xmlns:p14="http://schemas.microsoft.com/office/powerpoint/2010/main" val="685576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5B7F2-D7E3-68E2-13CB-04A1AA8CBEC6}"/>
              </a:ext>
            </a:extLst>
          </p:cNvPr>
          <p:cNvSpPr>
            <a:spLocks noGrp="1"/>
          </p:cNvSpPr>
          <p:nvPr>
            <p:ph type="title"/>
          </p:nvPr>
        </p:nvSpPr>
        <p:spPr/>
        <p:txBody>
          <a:bodyPr/>
          <a:lstStyle/>
          <a:p>
            <a:r>
              <a:rPr lang="en-US" dirty="0"/>
              <a:t>Food Hygiene</a:t>
            </a:r>
          </a:p>
        </p:txBody>
      </p:sp>
      <p:sp>
        <p:nvSpPr>
          <p:cNvPr id="3" name="Content Placeholder 2">
            <a:extLst>
              <a:ext uri="{FF2B5EF4-FFF2-40B4-BE49-F238E27FC236}">
                <a16:creationId xmlns:a16="http://schemas.microsoft.com/office/drawing/2014/main" id="{C85C52E9-A027-9EA5-8509-DD9E70FB4F45}"/>
              </a:ext>
            </a:extLst>
          </p:cNvPr>
          <p:cNvSpPr>
            <a:spLocks noGrp="1"/>
          </p:cNvSpPr>
          <p:nvPr>
            <p:ph idx="1"/>
          </p:nvPr>
        </p:nvSpPr>
        <p:spPr/>
        <p:txBody>
          <a:bodyPr numCol="3">
            <a:normAutofit fontScale="92500" lnSpcReduction="20000"/>
          </a:bodyPr>
          <a:lstStyle/>
          <a:p>
            <a:r>
              <a:rPr lang="en-US" dirty="0"/>
              <a:t>Milk – Source of infection: Dairy animal, Handler, environment</a:t>
            </a:r>
          </a:p>
          <a:p>
            <a:r>
              <a:rPr lang="en-US" dirty="0"/>
              <a:t>Infections of animals that can be transmitted to man:</a:t>
            </a:r>
          </a:p>
          <a:p>
            <a:r>
              <a:rPr lang="en-US" dirty="0"/>
              <a:t>Primary importance :</a:t>
            </a:r>
          </a:p>
          <a:p>
            <a:pPr lvl="1"/>
            <a:r>
              <a:rPr lang="en-US" dirty="0"/>
              <a:t>Tuberculosis</a:t>
            </a:r>
          </a:p>
          <a:p>
            <a:pPr lvl="1"/>
            <a:r>
              <a:rPr lang="en-US" dirty="0"/>
              <a:t>Brucellosis</a:t>
            </a:r>
          </a:p>
          <a:p>
            <a:pPr lvl="1"/>
            <a:r>
              <a:rPr lang="en-US" dirty="0"/>
              <a:t>Streptococcal infections</a:t>
            </a:r>
          </a:p>
          <a:p>
            <a:pPr lvl="1"/>
            <a:r>
              <a:rPr lang="en-US" dirty="0"/>
              <a:t>Staphylococcal enterotoxin poisoning</a:t>
            </a:r>
          </a:p>
          <a:p>
            <a:pPr lvl="1"/>
            <a:r>
              <a:rPr lang="en-US" dirty="0"/>
              <a:t>Salmonellosis</a:t>
            </a:r>
          </a:p>
          <a:p>
            <a:pPr lvl="1"/>
            <a:r>
              <a:rPr lang="en-US" dirty="0"/>
              <a:t>Q fever.</a:t>
            </a:r>
          </a:p>
          <a:p>
            <a:r>
              <a:rPr lang="en-US" dirty="0"/>
              <a:t>Lesser importance :</a:t>
            </a:r>
          </a:p>
          <a:p>
            <a:pPr lvl="1"/>
            <a:r>
              <a:rPr lang="en-US" dirty="0"/>
              <a:t>Cow-pox</a:t>
            </a:r>
          </a:p>
          <a:p>
            <a:pPr lvl="1"/>
            <a:r>
              <a:rPr lang="en-US" dirty="0"/>
              <a:t>Foot and mouth disease</a:t>
            </a:r>
          </a:p>
          <a:p>
            <a:pPr lvl="1"/>
            <a:r>
              <a:rPr lang="en-US" dirty="0"/>
              <a:t>Anthrax</a:t>
            </a:r>
          </a:p>
          <a:p>
            <a:pPr lvl="1"/>
            <a:r>
              <a:rPr lang="en-US" dirty="0"/>
              <a:t>Leptospirosis</a:t>
            </a:r>
          </a:p>
          <a:p>
            <a:pPr lvl="1"/>
            <a:r>
              <a:rPr lang="en-US" dirty="0"/>
              <a:t>Tick-borne encephalitis.</a:t>
            </a:r>
          </a:p>
          <a:p>
            <a:r>
              <a:rPr lang="en-US" dirty="0"/>
              <a:t>Infections primary to man that can be transmitted through milk:</a:t>
            </a:r>
          </a:p>
          <a:p>
            <a:pPr lvl="1"/>
            <a:r>
              <a:rPr lang="en-US" dirty="0"/>
              <a:t>Typhoid and paratyphoid fevers</a:t>
            </a:r>
          </a:p>
          <a:p>
            <a:pPr lvl="1"/>
            <a:r>
              <a:rPr lang="en-US" dirty="0"/>
              <a:t>Shigellosis</a:t>
            </a:r>
          </a:p>
          <a:p>
            <a:pPr lvl="1"/>
            <a:r>
              <a:rPr lang="en-US" dirty="0"/>
              <a:t>Cholera</a:t>
            </a:r>
          </a:p>
          <a:p>
            <a:pPr lvl="1"/>
            <a:r>
              <a:rPr lang="en-US" dirty="0"/>
              <a:t>Enteropathogenic </a:t>
            </a:r>
            <a:r>
              <a:rPr lang="en-US" dirty="0" err="1"/>
              <a:t>Escherichiacoli</a:t>
            </a:r>
            <a:r>
              <a:rPr lang="en-US" dirty="0"/>
              <a:t> (EEC)</a:t>
            </a:r>
          </a:p>
          <a:p>
            <a:r>
              <a:rPr lang="en-US" dirty="0"/>
              <a:t>Non-</a:t>
            </a:r>
            <a:r>
              <a:rPr lang="en-US" dirty="0" err="1"/>
              <a:t>diarrhoeal</a:t>
            </a:r>
            <a:r>
              <a:rPr lang="en-US" dirty="0"/>
              <a:t> diseases</a:t>
            </a:r>
          </a:p>
          <a:p>
            <a:pPr lvl="1"/>
            <a:r>
              <a:rPr lang="en-US" dirty="0"/>
              <a:t>(a) Streptococcal infections</a:t>
            </a:r>
          </a:p>
          <a:p>
            <a:pPr lvl="1"/>
            <a:r>
              <a:rPr lang="en-US" dirty="0"/>
              <a:t>(b) Staphylococcal food poisoning</a:t>
            </a:r>
          </a:p>
          <a:p>
            <a:pPr lvl="1"/>
            <a:r>
              <a:rPr lang="en-US" dirty="0"/>
              <a:t>(c) Diphtheria</a:t>
            </a:r>
          </a:p>
          <a:p>
            <a:pPr lvl="1"/>
            <a:r>
              <a:rPr lang="en-US" dirty="0"/>
              <a:t>(d) Tuberculosis</a:t>
            </a:r>
          </a:p>
          <a:p>
            <a:pPr lvl="1"/>
            <a:r>
              <a:rPr lang="en-US" dirty="0"/>
              <a:t>(e) Enteroviruses</a:t>
            </a:r>
          </a:p>
          <a:p>
            <a:pPr lvl="1"/>
            <a:r>
              <a:rPr lang="en-US" dirty="0"/>
              <a:t>(f) Viral hepatitis</a:t>
            </a:r>
          </a:p>
        </p:txBody>
      </p:sp>
    </p:spTree>
    <p:extLst>
      <p:ext uri="{BB962C8B-B14F-4D97-AF65-F5344CB8AC3E}">
        <p14:creationId xmlns:p14="http://schemas.microsoft.com/office/powerpoint/2010/main" val="2710932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9E2B-1907-82CA-74E4-681D0AF14CC0}"/>
              </a:ext>
            </a:extLst>
          </p:cNvPr>
          <p:cNvSpPr>
            <a:spLocks noGrp="1"/>
          </p:cNvSpPr>
          <p:nvPr>
            <p:ph type="title"/>
          </p:nvPr>
        </p:nvSpPr>
        <p:spPr/>
        <p:txBody>
          <a:bodyPr/>
          <a:lstStyle/>
          <a:p>
            <a:r>
              <a:rPr lang="en-US" dirty="0"/>
              <a:t>Clean and safe milk</a:t>
            </a:r>
          </a:p>
        </p:txBody>
      </p:sp>
      <p:sp>
        <p:nvSpPr>
          <p:cNvPr id="3" name="Content Placeholder 2">
            <a:extLst>
              <a:ext uri="{FF2B5EF4-FFF2-40B4-BE49-F238E27FC236}">
                <a16:creationId xmlns:a16="http://schemas.microsoft.com/office/drawing/2014/main" id="{B52E49E4-4AE4-D1BB-7BC6-6759A6201150}"/>
              </a:ext>
            </a:extLst>
          </p:cNvPr>
          <p:cNvSpPr>
            <a:spLocks noGrp="1"/>
          </p:cNvSpPr>
          <p:nvPr>
            <p:ph idx="1"/>
          </p:nvPr>
        </p:nvSpPr>
        <p:spPr/>
        <p:txBody>
          <a:bodyPr>
            <a:normAutofit fontScale="70000" lnSpcReduction="20000"/>
          </a:bodyPr>
          <a:lstStyle/>
          <a:p>
            <a:r>
              <a:rPr lang="en-US" dirty="0"/>
              <a:t>Healthy and clean animal -  Milk from a healthy udder contains only a few organisms and these are relatively unimportant. </a:t>
            </a:r>
          </a:p>
          <a:p>
            <a:r>
              <a:rPr lang="en-US" dirty="0"/>
              <a:t>The premises where the animal is housed and milked should be sanitary.</a:t>
            </a:r>
          </a:p>
          <a:p>
            <a:r>
              <a:rPr lang="en-US" dirty="0"/>
              <a:t>The milk vessels must be sterile and kept covered. The water supply must be bacteriologically safe. </a:t>
            </a:r>
          </a:p>
          <a:p>
            <a:r>
              <a:rPr lang="en-US" dirty="0"/>
              <a:t>Milk handler must be free from communicable diseases, and before milking they must wash their hands and arms. Where possible, milking machines must be used. </a:t>
            </a:r>
          </a:p>
          <a:p>
            <a:r>
              <a:rPr lang="en-US" dirty="0"/>
              <a:t>Milk should be cooled immediately to below 10 </a:t>
            </a:r>
            <a:r>
              <a:rPr lang="en-US" dirty="0" err="1"/>
              <a:t>deg.C</a:t>
            </a:r>
            <a:r>
              <a:rPr lang="en-US" dirty="0"/>
              <a:t> after it is drawn to retard bacterial growth. </a:t>
            </a:r>
          </a:p>
          <a:p>
            <a:r>
              <a:rPr lang="en-US" dirty="0"/>
              <a:t>Methylene blue reduction test : It is an indirect method for detection of microorganisms in milk. </a:t>
            </a:r>
          </a:p>
          <a:p>
            <a:pPr lvl="1"/>
            <a:r>
              <a:rPr lang="en-US" dirty="0"/>
              <a:t>The test is carried out on the milk accepted for pasteurization. </a:t>
            </a:r>
          </a:p>
          <a:p>
            <a:pPr lvl="1"/>
            <a:r>
              <a:rPr lang="en-US" dirty="0"/>
              <a:t>It is based on the observation that </a:t>
            </a:r>
            <a:r>
              <a:rPr lang="en-US" dirty="0" err="1"/>
              <a:t>bacteriae</a:t>
            </a:r>
            <a:r>
              <a:rPr lang="en-US" dirty="0"/>
              <a:t> growing in milk bring about a decrease in the </a:t>
            </a:r>
            <a:r>
              <a:rPr lang="en-US" dirty="0" err="1"/>
              <a:t>colour</a:t>
            </a:r>
            <a:r>
              <a:rPr lang="en-US" dirty="0"/>
              <a:t> imparted to milk. </a:t>
            </a:r>
          </a:p>
          <a:p>
            <a:pPr lvl="1"/>
            <a:r>
              <a:rPr lang="en-US" dirty="0"/>
              <a:t>In conducting the test, definite quantities of methylene blue are added to 10 ml of milk and the sample is held at a uniform temperature of 37 deg C until the blue </a:t>
            </a:r>
            <a:r>
              <a:rPr lang="en-US" dirty="0" err="1"/>
              <a:t>colour</a:t>
            </a:r>
            <a:r>
              <a:rPr lang="en-US" dirty="0"/>
              <a:t> has disappeared. </a:t>
            </a:r>
          </a:p>
          <a:p>
            <a:pPr lvl="1"/>
            <a:r>
              <a:rPr lang="en-US" dirty="0"/>
              <a:t>The milk which remains blue the longest is considered to be of the best quality and a scale of grading different milk samples, on the basis of the time required to reduce a definite quantity of methylene blue has been worked out. The test thus serves as confirmation of heavy contamination and compared with direct counts of </a:t>
            </a:r>
            <a:r>
              <a:rPr lang="en-US" dirty="0" err="1"/>
              <a:t>bacteriae</a:t>
            </a:r>
            <a:r>
              <a:rPr lang="en-US" dirty="0"/>
              <a:t>, it saves time and money.</a:t>
            </a:r>
          </a:p>
        </p:txBody>
      </p:sp>
    </p:spTree>
    <p:extLst>
      <p:ext uri="{BB962C8B-B14F-4D97-AF65-F5344CB8AC3E}">
        <p14:creationId xmlns:p14="http://schemas.microsoft.com/office/powerpoint/2010/main" val="398479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1AA75-22C4-EAD1-8BCA-06EF9AB912E7}"/>
              </a:ext>
            </a:extLst>
          </p:cNvPr>
          <p:cNvSpPr>
            <a:spLocks noGrp="1"/>
          </p:cNvSpPr>
          <p:nvPr>
            <p:ph type="title"/>
          </p:nvPr>
        </p:nvSpPr>
        <p:spPr/>
        <p:txBody>
          <a:bodyPr/>
          <a:lstStyle/>
          <a:p>
            <a:r>
              <a:rPr lang="en-US" dirty="0"/>
              <a:t>Pasteurization </a:t>
            </a:r>
          </a:p>
        </p:txBody>
      </p:sp>
      <p:sp>
        <p:nvSpPr>
          <p:cNvPr id="3" name="Content Placeholder 2">
            <a:extLst>
              <a:ext uri="{FF2B5EF4-FFF2-40B4-BE49-F238E27FC236}">
                <a16:creationId xmlns:a16="http://schemas.microsoft.com/office/drawing/2014/main" id="{601E029F-BB81-9462-A9A8-6B15E559BAC9}"/>
              </a:ext>
            </a:extLst>
          </p:cNvPr>
          <p:cNvSpPr>
            <a:spLocks noGrp="1"/>
          </p:cNvSpPr>
          <p:nvPr>
            <p:ph idx="1"/>
          </p:nvPr>
        </p:nvSpPr>
        <p:spPr/>
        <p:txBody>
          <a:bodyPr>
            <a:normAutofit fontScale="92500" lnSpcReduction="20000"/>
          </a:bodyPr>
          <a:lstStyle/>
          <a:p>
            <a:r>
              <a:rPr lang="en-US" dirty="0"/>
              <a:t>Holder (Vat) Method – 63 – 66 deg C for 30 minutes, quickly cooled to 5 deg C. small and rural communities</a:t>
            </a:r>
          </a:p>
          <a:p>
            <a:r>
              <a:rPr lang="en-US" dirty="0"/>
              <a:t>HTST Method: 72 deg C for 15 seconds, rapidly cooled to 4 deg C. most widely used method</a:t>
            </a:r>
          </a:p>
          <a:p>
            <a:r>
              <a:rPr lang="en-US" dirty="0"/>
              <a:t>UHT: 2 stages, 2</a:t>
            </a:r>
            <a:r>
              <a:rPr lang="en-US" baseline="30000" dirty="0"/>
              <a:t>nd</a:t>
            </a:r>
            <a:r>
              <a:rPr lang="en-US" dirty="0"/>
              <a:t> stage – 125 deg C at high pressure for few seconds. Rapidly cooled and bottled</a:t>
            </a:r>
          </a:p>
          <a:p>
            <a:r>
              <a:rPr lang="en-US" dirty="0"/>
              <a:t>Kills 90% of bacteria</a:t>
            </a:r>
          </a:p>
          <a:p>
            <a:r>
              <a:rPr lang="en-US" dirty="0"/>
              <a:t>Keeping quality of 8 to 12 hours at 8 deg C</a:t>
            </a:r>
          </a:p>
          <a:p>
            <a:r>
              <a:rPr lang="en-US" dirty="0"/>
              <a:t>Phosphatase test: phosphatase enzyme get destroyed at 60 deg C</a:t>
            </a:r>
          </a:p>
          <a:p>
            <a:r>
              <a:rPr lang="en-US" dirty="0"/>
              <a:t>Standard plate count: &lt; 30,000 bacterial count / ml </a:t>
            </a:r>
          </a:p>
          <a:p>
            <a:r>
              <a:rPr lang="en-US" dirty="0"/>
              <a:t>Coliform count: absent in 1 ml of milk</a:t>
            </a:r>
          </a:p>
        </p:txBody>
      </p:sp>
    </p:spTree>
    <p:extLst>
      <p:ext uri="{BB962C8B-B14F-4D97-AF65-F5344CB8AC3E}">
        <p14:creationId xmlns:p14="http://schemas.microsoft.com/office/powerpoint/2010/main" val="16575036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02370-E765-95B2-84BC-8E0762241FD6}"/>
              </a:ext>
            </a:extLst>
          </p:cNvPr>
          <p:cNvSpPr>
            <a:spLocks noGrp="1"/>
          </p:cNvSpPr>
          <p:nvPr>
            <p:ph type="title"/>
          </p:nvPr>
        </p:nvSpPr>
        <p:spPr/>
        <p:txBody>
          <a:bodyPr/>
          <a:lstStyle/>
          <a:p>
            <a:r>
              <a:rPr lang="en-US" dirty="0"/>
              <a:t>Slaughter House</a:t>
            </a:r>
          </a:p>
        </p:txBody>
      </p:sp>
      <p:sp>
        <p:nvSpPr>
          <p:cNvPr id="3" name="Content Placeholder 2">
            <a:extLst>
              <a:ext uri="{FF2B5EF4-FFF2-40B4-BE49-F238E27FC236}">
                <a16:creationId xmlns:a16="http://schemas.microsoft.com/office/drawing/2014/main" id="{421AC260-7606-F07E-B7F6-F28947C6E355}"/>
              </a:ext>
            </a:extLst>
          </p:cNvPr>
          <p:cNvSpPr>
            <a:spLocks noGrp="1"/>
          </p:cNvSpPr>
          <p:nvPr>
            <p:ph idx="1"/>
          </p:nvPr>
        </p:nvSpPr>
        <p:spPr/>
        <p:txBody>
          <a:bodyPr>
            <a:normAutofit fontScale="70000" lnSpcReduction="20000"/>
          </a:bodyPr>
          <a:lstStyle/>
          <a:p>
            <a:r>
              <a:rPr lang="en-US" dirty="0"/>
              <a:t>Model Public Health Act (1955) in India</a:t>
            </a:r>
          </a:p>
          <a:p>
            <a:r>
              <a:rPr lang="en-US" dirty="0"/>
              <a:t>Location : Preferably away from residential areas.</a:t>
            </a:r>
          </a:p>
          <a:p>
            <a:r>
              <a:rPr lang="en-US" dirty="0"/>
              <a:t>Structure : Floors and walls </a:t>
            </a:r>
            <a:r>
              <a:rPr lang="en-US" dirty="0" err="1"/>
              <a:t>upto</a:t>
            </a:r>
            <a:r>
              <a:rPr lang="en-US" dirty="0"/>
              <a:t> 3 feet should be impervious and easy to clean. </a:t>
            </a:r>
          </a:p>
          <a:p>
            <a:r>
              <a:rPr lang="en-US" dirty="0"/>
              <a:t>Disposal of wastes : Blood, offal, etc. should not be discharged into public sewers but should be collected separately. </a:t>
            </a:r>
          </a:p>
          <a:p>
            <a:r>
              <a:rPr lang="en-US" dirty="0"/>
              <a:t>Water supply : should be independent, adequate and continuous. </a:t>
            </a:r>
          </a:p>
          <a:p>
            <a:r>
              <a:rPr lang="en-US" dirty="0"/>
              <a:t>Examination of animals: Ante mortem and post mortem examination to be arranged. Animals or meat found unfit for human</a:t>
            </a:r>
          </a:p>
          <a:p>
            <a:r>
              <a:rPr lang="en-US" dirty="0"/>
              <a:t>consumption should be destroyed or denatured. </a:t>
            </a:r>
          </a:p>
          <a:p>
            <a:r>
              <a:rPr lang="en-US" dirty="0"/>
              <a:t>Storage of meat : Meat should be stored in fly-proof and rat-proof rooms; for overnight storage, the temperature of the room all be maintained below 5 deg C. </a:t>
            </a:r>
          </a:p>
          <a:p>
            <a:r>
              <a:rPr lang="en-US" dirty="0"/>
              <a:t>Transportation of Meat shall be transported in fly-proof covered vans.</a:t>
            </a:r>
          </a:p>
          <a:p>
            <a:r>
              <a:rPr lang="en-US" dirty="0"/>
              <a:t>Miscellaneous: Animals other than those to be slaughtered should not be allowed inside the shed.</a:t>
            </a:r>
          </a:p>
        </p:txBody>
      </p:sp>
    </p:spTree>
    <p:extLst>
      <p:ext uri="{BB962C8B-B14F-4D97-AF65-F5344CB8AC3E}">
        <p14:creationId xmlns:p14="http://schemas.microsoft.com/office/powerpoint/2010/main" val="1354619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3117E-9704-8FA0-CD9D-50E02AED26A6}"/>
              </a:ext>
            </a:extLst>
          </p:cNvPr>
          <p:cNvSpPr>
            <a:spLocks noGrp="1"/>
          </p:cNvSpPr>
          <p:nvPr>
            <p:ph type="title"/>
          </p:nvPr>
        </p:nvSpPr>
        <p:spPr/>
        <p:txBody>
          <a:bodyPr/>
          <a:lstStyle/>
          <a:p>
            <a:r>
              <a:rPr lang="en-US" dirty="0"/>
              <a:t>Next Class</a:t>
            </a:r>
          </a:p>
        </p:txBody>
      </p:sp>
      <p:sp>
        <p:nvSpPr>
          <p:cNvPr id="3" name="Content Placeholder 2">
            <a:extLst>
              <a:ext uri="{FF2B5EF4-FFF2-40B4-BE49-F238E27FC236}">
                <a16:creationId xmlns:a16="http://schemas.microsoft.com/office/drawing/2014/main" id="{3402F95F-E5EA-2762-7086-15949A073992}"/>
              </a:ext>
            </a:extLst>
          </p:cNvPr>
          <p:cNvSpPr>
            <a:spLocks noGrp="1"/>
          </p:cNvSpPr>
          <p:nvPr>
            <p:ph idx="1"/>
          </p:nvPr>
        </p:nvSpPr>
        <p:spPr/>
        <p:txBody>
          <a:bodyPr/>
          <a:lstStyle/>
          <a:p>
            <a:r>
              <a:rPr lang="en-US" dirty="0"/>
              <a:t>Problems in public health</a:t>
            </a:r>
          </a:p>
          <a:p>
            <a:r>
              <a:rPr lang="en-US" dirty="0"/>
              <a:t>Factors in selected disease</a:t>
            </a:r>
          </a:p>
          <a:p>
            <a:r>
              <a:rPr lang="en-US" dirty="0"/>
              <a:t>Social aspect</a:t>
            </a:r>
          </a:p>
          <a:p>
            <a:r>
              <a:rPr lang="en-US" dirty="0"/>
              <a:t>Food borne disease</a:t>
            </a:r>
          </a:p>
          <a:p>
            <a:r>
              <a:rPr lang="en-US" dirty="0"/>
              <a:t>Food toxicants</a:t>
            </a:r>
          </a:p>
          <a:p>
            <a:r>
              <a:rPr lang="en-US" dirty="0"/>
              <a:t>National Nutrition Policy</a:t>
            </a:r>
          </a:p>
          <a:p>
            <a:r>
              <a:rPr lang="en-US" dirty="0"/>
              <a:t>Community Nutrition </a:t>
            </a:r>
            <a:r>
              <a:rPr lang="en-US" dirty="0" err="1"/>
              <a:t>Programmes</a:t>
            </a:r>
            <a:endParaRPr lang="en-US" dirty="0"/>
          </a:p>
        </p:txBody>
      </p:sp>
    </p:spTree>
    <p:extLst>
      <p:ext uri="{BB962C8B-B14F-4D97-AF65-F5344CB8AC3E}">
        <p14:creationId xmlns:p14="http://schemas.microsoft.com/office/powerpoint/2010/main" val="2505429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4D4677D2-D5AC-4CF9-9EED-2B89D0A1C2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6D54F7E-825A-4BBA-815F-35CCA8B97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Pies on a table">
            <a:extLst>
              <a:ext uri="{FF2B5EF4-FFF2-40B4-BE49-F238E27FC236}">
                <a16:creationId xmlns:a16="http://schemas.microsoft.com/office/drawing/2014/main" id="{454FDF30-36DD-4DBA-A68A-5B10E3EB8460}"/>
              </a:ext>
            </a:extLst>
          </p:cNvPr>
          <p:cNvPicPr>
            <a:picLocks noChangeAspect="1"/>
          </p:cNvPicPr>
          <p:nvPr/>
        </p:nvPicPr>
        <p:blipFill rotWithShape="1">
          <a:blip r:embed="rId2"/>
          <a:srcRect t="15730"/>
          <a:stretch/>
        </p:blipFill>
        <p:spPr>
          <a:xfrm>
            <a:off x="1" y="1"/>
            <a:ext cx="12191999" cy="6858000"/>
          </a:xfrm>
          <a:custGeom>
            <a:avLst/>
            <a:gdLst/>
            <a:ahLst/>
            <a:cxnLst/>
            <a:rect l="l" t="t" r="r" b="b"/>
            <a:pathLst>
              <a:path w="12191999" h="6842601">
                <a:moveTo>
                  <a:pt x="0" y="0"/>
                </a:moveTo>
                <a:lnTo>
                  <a:pt x="12191999" y="0"/>
                </a:lnTo>
                <a:lnTo>
                  <a:pt x="12191999" y="6842601"/>
                </a:lnTo>
                <a:lnTo>
                  <a:pt x="10316981" y="6842601"/>
                </a:lnTo>
                <a:cubicBezTo>
                  <a:pt x="10312796" y="6835189"/>
                  <a:pt x="10163183" y="6730124"/>
                  <a:pt x="10158998" y="6722712"/>
                </a:cubicBezTo>
                <a:cubicBezTo>
                  <a:pt x="10120278" y="6678190"/>
                  <a:pt x="10156462" y="6716223"/>
                  <a:pt x="10090349" y="6671420"/>
                </a:cubicBezTo>
                <a:cubicBezTo>
                  <a:pt x="10043032" y="6655694"/>
                  <a:pt x="9995855" y="6551879"/>
                  <a:pt x="9955425" y="6498018"/>
                </a:cubicBezTo>
                <a:cubicBezTo>
                  <a:pt x="9939618" y="6480021"/>
                  <a:pt x="9915110" y="6461677"/>
                  <a:pt x="9891265" y="6454528"/>
                </a:cubicBezTo>
                <a:cubicBezTo>
                  <a:pt x="9868239" y="6464957"/>
                  <a:pt x="9865423" y="6431640"/>
                  <a:pt x="9848227" y="6426063"/>
                </a:cubicBezTo>
                <a:cubicBezTo>
                  <a:pt x="9838059" y="6433162"/>
                  <a:pt x="9815047" y="6410348"/>
                  <a:pt x="9812354" y="6399604"/>
                </a:cubicBezTo>
                <a:cubicBezTo>
                  <a:pt x="9825285" y="6377997"/>
                  <a:pt x="9725923" y="6372757"/>
                  <a:pt x="9725915" y="6356381"/>
                </a:cubicBezTo>
                <a:cubicBezTo>
                  <a:pt x="9696279" y="6348066"/>
                  <a:pt x="9591199" y="6354143"/>
                  <a:pt x="9575033" y="6325258"/>
                </a:cubicBezTo>
                <a:cubicBezTo>
                  <a:pt x="9516434" y="6303128"/>
                  <a:pt x="9441613" y="6276805"/>
                  <a:pt x="9415626" y="6271777"/>
                </a:cubicBezTo>
                <a:cubicBezTo>
                  <a:pt x="9378293" y="6313495"/>
                  <a:pt x="9281935" y="6171365"/>
                  <a:pt x="9171493" y="6150430"/>
                </a:cubicBezTo>
                <a:cubicBezTo>
                  <a:pt x="9155426" y="6152396"/>
                  <a:pt x="9147439" y="6151015"/>
                  <a:pt x="9146018" y="6139864"/>
                </a:cubicBezTo>
                <a:cubicBezTo>
                  <a:pt x="9112029" y="6132441"/>
                  <a:pt x="9087339" y="6101138"/>
                  <a:pt x="9059635" y="6109957"/>
                </a:cubicBezTo>
                <a:cubicBezTo>
                  <a:pt x="9024424" y="6092144"/>
                  <a:pt x="9043048" y="6078417"/>
                  <a:pt x="9010911" y="6064789"/>
                </a:cubicBezTo>
                <a:lnTo>
                  <a:pt x="8866811" y="6028191"/>
                </a:lnTo>
                <a:cubicBezTo>
                  <a:pt x="8846465" y="6021172"/>
                  <a:pt x="8825221" y="6000527"/>
                  <a:pt x="8804584" y="5994237"/>
                </a:cubicBezTo>
                <a:lnTo>
                  <a:pt x="8783071" y="5990448"/>
                </a:lnTo>
                <a:lnTo>
                  <a:pt x="8770456" y="5978060"/>
                </a:lnTo>
                <a:cubicBezTo>
                  <a:pt x="8764772" y="5975259"/>
                  <a:pt x="8757695" y="5974720"/>
                  <a:pt x="8748297" y="5978070"/>
                </a:cubicBezTo>
                <a:cubicBezTo>
                  <a:pt x="8730344" y="5973495"/>
                  <a:pt x="8679808" y="5955894"/>
                  <a:pt x="8662742" y="5950603"/>
                </a:cubicBezTo>
                <a:lnTo>
                  <a:pt x="8645902" y="5946326"/>
                </a:lnTo>
                <a:lnTo>
                  <a:pt x="8638176" y="5938358"/>
                </a:lnTo>
                <a:cubicBezTo>
                  <a:pt x="8625897" y="5932642"/>
                  <a:pt x="8594811" y="5922073"/>
                  <a:pt x="8572224" y="5912032"/>
                </a:cubicBezTo>
                <a:cubicBezTo>
                  <a:pt x="8553809" y="5897782"/>
                  <a:pt x="8529845" y="5886100"/>
                  <a:pt x="8502655" y="5878114"/>
                </a:cubicBezTo>
                <a:cubicBezTo>
                  <a:pt x="8496990" y="5883034"/>
                  <a:pt x="8489611" y="5872566"/>
                  <a:pt x="8485159" y="5869819"/>
                </a:cubicBezTo>
                <a:cubicBezTo>
                  <a:pt x="8483457" y="5873482"/>
                  <a:pt x="8471232" y="5872664"/>
                  <a:pt x="8468539" y="5868711"/>
                </a:cubicBezTo>
                <a:cubicBezTo>
                  <a:pt x="8389167" y="5836352"/>
                  <a:pt x="8421742" y="5881497"/>
                  <a:pt x="8379810" y="5849376"/>
                </a:cubicBezTo>
                <a:cubicBezTo>
                  <a:pt x="8371729" y="5846373"/>
                  <a:pt x="8364483" y="5846766"/>
                  <a:pt x="8357758" y="5848601"/>
                </a:cubicBezTo>
                <a:lnTo>
                  <a:pt x="8315264" y="5836192"/>
                </a:lnTo>
                <a:cubicBezTo>
                  <a:pt x="8299077" y="5829531"/>
                  <a:pt x="8281671" y="5824011"/>
                  <a:pt x="8263455" y="5819793"/>
                </a:cubicBezTo>
                <a:cubicBezTo>
                  <a:pt x="8257386" y="5826849"/>
                  <a:pt x="8245582" y="5813448"/>
                  <a:pt x="8239287" y="5810141"/>
                </a:cubicBezTo>
                <a:cubicBezTo>
                  <a:pt x="8237965" y="5815186"/>
                  <a:pt x="8222226" y="5815108"/>
                  <a:pt x="8217888" y="5810039"/>
                </a:cubicBezTo>
                <a:cubicBezTo>
                  <a:pt x="8109447" y="5773303"/>
                  <a:pt x="8161302" y="5831037"/>
                  <a:pt x="8100547" y="5791517"/>
                </a:cubicBezTo>
                <a:cubicBezTo>
                  <a:pt x="8089574" y="5788167"/>
                  <a:pt x="8080448" y="5789295"/>
                  <a:pt x="8072316" y="5792309"/>
                </a:cubicBezTo>
                <a:lnTo>
                  <a:pt x="8056967" y="5800648"/>
                </a:lnTo>
                <a:lnTo>
                  <a:pt x="8047885" y="5795270"/>
                </a:lnTo>
                <a:cubicBezTo>
                  <a:pt x="8010204" y="5788738"/>
                  <a:pt x="7996426" y="5797608"/>
                  <a:pt x="7977128" y="5783189"/>
                </a:cubicBezTo>
                <a:cubicBezTo>
                  <a:pt x="7943466" y="5775577"/>
                  <a:pt x="7904823" y="5770953"/>
                  <a:pt x="7874392" y="5763715"/>
                </a:cubicBezTo>
                <a:cubicBezTo>
                  <a:pt x="7860337" y="5743777"/>
                  <a:pt x="7817541" y="5748989"/>
                  <a:pt x="7794543" y="5739759"/>
                </a:cubicBezTo>
                <a:cubicBezTo>
                  <a:pt x="7784688" y="5731467"/>
                  <a:pt x="7776709" y="5729004"/>
                  <a:pt x="7763762" y="5734031"/>
                </a:cubicBezTo>
                <a:cubicBezTo>
                  <a:pt x="7718781" y="5694154"/>
                  <a:pt x="7732231" y="5727368"/>
                  <a:pt x="7685889" y="5707234"/>
                </a:cubicBezTo>
                <a:cubicBezTo>
                  <a:pt x="7646521" y="5687607"/>
                  <a:pt x="7600389" y="5671470"/>
                  <a:pt x="7566744" y="5634586"/>
                </a:cubicBezTo>
                <a:cubicBezTo>
                  <a:pt x="7561306" y="5624813"/>
                  <a:pt x="7543589" y="5618525"/>
                  <a:pt x="7527170" y="5620542"/>
                </a:cubicBezTo>
                <a:cubicBezTo>
                  <a:pt x="7524343" y="5620889"/>
                  <a:pt x="7521664" y="5621475"/>
                  <a:pt x="7519214" y="5622280"/>
                </a:cubicBezTo>
                <a:cubicBezTo>
                  <a:pt x="7500062" y="5596964"/>
                  <a:pt x="7480476" y="5604337"/>
                  <a:pt x="7473157" y="5588143"/>
                </a:cubicBezTo>
                <a:cubicBezTo>
                  <a:pt x="7433415" y="5574859"/>
                  <a:pt x="7395118" y="5582388"/>
                  <a:pt x="7388000" y="5568063"/>
                </a:cubicBezTo>
                <a:cubicBezTo>
                  <a:pt x="7366403" y="5564920"/>
                  <a:pt x="7332262" y="5573848"/>
                  <a:pt x="7320876" y="5557698"/>
                </a:cubicBezTo>
                <a:cubicBezTo>
                  <a:pt x="7314891" y="5568111"/>
                  <a:pt x="7299319" y="5544964"/>
                  <a:pt x="7284480" y="5549820"/>
                </a:cubicBezTo>
                <a:cubicBezTo>
                  <a:pt x="7273570" y="5554430"/>
                  <a:pt x="7266301" y="5548483"/>
                  <a:pt x="7256619" y="5546379"/>
                </a:cubicBezTo>
                <a:cubicBezTo>
                  <a:pt x="7242503" y="5549088"/>
                  <a:pt x="7202543" y="5533379"/>
                  <a:pt x="7193112" y="5525289"/>
                </a:cubicBezTo>
                <a:cubicBezTo>
                  <a:pt x="7172259" y="5499151"/>
                  <a:pt x="7108617" y="5505485"/>
                  <a:pt x="7090943" y="5485177"/>
                </a:cubicBezTo>
                <a:cubicBezTo>
                  <a:pt x="7083637" y="5481419"/>
                  <a:pt x="7076140" y="5479148"/>
                  <a:pt x="7068566" y="5477809"/>
                </a:cubicBezTo>
                <a:lnTo>
                  <a:pt x="7023035" y="5476595"/>
                </a:lnTo>
                <a:lnTo>
                  <a:pt x="7001197" y="5476163"/>
                </a:lnTo>
                <a:cubicBezTo>
                  <a:pt x="7016126" y="5454256"/>
                  <a:pt x="6943549" y="5466815"/>
                  <a:pt x="6967472" y="5451057"/>
                </a:cubicBezTo>
                <a:cubicBezTo>
                  <a:pt x="6931240" y="5443544"/>
                  <a:pt x="6920843" y="5429649"/>
                  <a:pt x="6883334" y="5418880"/>
                </a:cubicBezTo>
                <a:lnTo>
                  <a:pt x="6742417" y="5386446"/>
                </a:lnTo>
                <a:cubicBezTo>
                  <a:pt x="6690532" y="5366095"/>
                  <a:pt x="6665174" y="5364632"/>
                  <a:pt x="6618315" y="5353085"/>
                </a:cubicBezTo>
                <a:cubicBezTo>
                  <a:pt x="6581698" y="5304210"/>
                  <a:pt x="6547395" y="5315779"/>
                  <a:pt x="6521050" y="5283194"/>
                </a:cubicBezTo>
                <a:cubicBezTo>
                  <a:pt x="6469114" y="5268862"/>
                  <a:pt x="6472597" y="5253957"/>
                  <a:pt x="6414460" y="5253832"/>
                </a:cubicBezTo>
                <a:lnTo>
                  <a:pt x="6362535" y="5220502"/>
                </a:lnTo>
                <a:cubicBezTo>
                  <a:pt x="6350866" y="5213881"/>
                  <a:pt x="6347641" y="5215777"/>
                  <a:pt x="6344443" y="5214103"/>
                </a:cubicBezTo>
                <a:lnTo>
                  <a:pt x="6343344" y="5210454"/>
                </a:lnTo>
                <a:lnTo>
                  <a:pt x="6333344" y="5205307"/>
                </a:lnTo>
                <a:lnTo>
                  <a:pt x="6315602" y="5193288"/>
                </a:lnTo>
                <a:lnTo>
                  <a:pt x="6310442" y="5192802"/>
                </a:lnTo>
                <a:lnTo>
                  <a:pt x="6280815" y="5177420"/>
                </a:lnTo>
                <a:lnTo>
                  <a:pt x="6279533" y="5178045"/>
                </a:lnTo>
                <a:cubicBezTo>
                  <a:pt x="6275980" y="5179097"/>
                  <a:pt x="6272084" y="5179212"/>
                  <a:pt x="6267362" y="5177370"/>
                </a:cubicBezTo>
                <a:cubicBezTo>
                  <a:pt x="6261796" y="5192470"/>
                  <a:pt x="6259530" y="5180933"/>
                  <a:pt x="6246095" y="5174167"/>
                </a:cubicBezTo>
                <a:lnTo>
                  <a:pt x="6155252" y="5161201"/>
                </a:lnTo>
                <a:lnTo>
                  <a:pt x="6148525" y="5158442"/>
                </a:lnTo>
                <a:lnTo>
                  <a:pt x="6148187" y="5158573"/>
                </a:lnTo>
                <a:cubicBezTo>
                  <a:pt x="6146292" y="5158370"/>
                  <a:pt x="6143916" y="5157611"/>
                  <a:pt x="6140686" y="5156032"/>
                </a:cubicBezTo>
                <a:lnTo>
                  <a:pt x="6136260" y="5153413"/>
                </a:lnTo>
                <a:lnTo>
                  <a:pt x="6123208" y="5148061"/>
                </a:lnTo>
                <a:lnTo>
                  <a:pt x="6117367" y="5147451"/>
                </a:lnTo>
                <a:lnTo>
                  <a:pt x="5957305" y="5146062"/>
                </a:lnTo>
                <a:cubicBezTo>
                  <a:pt x="5920540" y="5140405"/>
                  <a:pt x="5887096" y="5142015"/>
                  <a:pt x="5857259" y="5132052"/>
                </a:cubicBezTo>
                <a:cubicBezTo>
                  <a:pt x="5843335" y="5135303"/>
                  <a:pt x="5830921" y="5135493"/>
                  <a:pt x="5821375" y="5125606"/>
                </a:cubicBezTo>
                <a:cubicBezTo>
                  <a:pt x="5786501" y="5122615"/>
                  <a:pt x="5775399" y="5132648"/>
                  <a:pt x="5755916" y="5120171"/>
                </a:cubicBezTo>
                <a:cubicBezTo>
                  <a:pt x="5732132" y="5135438"/>
                  <a:pt x="5732735" y="5128211"/>
                  <a:pt x="5725007" y="5121437"/>
                </a:cubicBezTo>
                <a:lnTo>
                  <a:pt x="5723810" y="5120848"/>
                </a:lnTo>
                <a:lnTo>
                  <a:pt x="5720531" y="5123048"/>
                </a:lnTo>
                <a:lnTo>
                  <a:pt x="5714794" y="5123371"/>
                </a:lnTo>
                <a:lnTo>
                  <a:pt x="5700141" y="5120131"/>
                </a:lnTo>
                <a:lnTo>
                  <a:pt x="5694799" y="5118234"/>
                </a:lnTo>
                <a:cubicBezTo>
                  <a:pt x="5691058" y="5117179"/>
                  <a:pt x="5688491" y="5116804"/>
                  <a:pt x="5686627" y="5116903"/>
                </a:cubicBezTo>
                <a:lnTo>
                  <a:pt x="5686371" y="5117086"/>
                </a:lnTo>
                <a:lnTo>
                  <a:pt x="5678818" y="5115416"/>
                </a:lnTo>
                <a:cubicBezTo>
                  <a:pt x="5666199" y="5112102"/>
                  <a:pt x="5654035" y="5108410"/>
                  <a:pt x="5642547" y="5104511"/>
                </a:cubicBezTo>
                <a:cubicBezTo>
                  <a:pt x="5629444" y="5114945"/>
                  <a:pt x="5588783" y="5093343"/>
                  <a:pt x="5587979" y="5116963"/>
                </a:cubicBezTo>
                <a:cubicBezTo>
                  <a:pt x="5572317" y="5112380"/>
                  <a:pt x="5564904" y="5101292"/>
                  <a:pt x="5566635" y="5117158"/>
                </a:cubicBezTo>
                <a:cubicBezTo>
                  <a:pt x="5561375" y="5116079"/>
                  <a:pt x="5557787" y="5116811"/>
                  <a:pt x="5554952" y="5118417"/>
                </a:cubicBezTo>
                <a:lnTo>
                  <a:pt x="5554039" y="5119241"/>
                </a:lnTo>
                <a:lnTo>
                  <a:pt x="5514253" y="5109018"/>
                </a:lnTo>
                <a:lnTo>
                  <a:pt x="5492156" y="5099904"/>
                </a:lnTo>
                <a:lnTo>
                  <a:pt x="5480446" y="5096385"/>
                </a:lnTo>
                <a:lnTo>
                  <a:pt x="5477744" y="5092939"/>
                </a:lnTo>
                <a:cubicBezTo>
                  <a:pt x="5474490" y="5090581"/>
                  <a:pt x="5469391" y="5088951"/>
                  <a:pt x="5460150" y="5088988"/>
                </a:cubicBezTo>
                <a:lnTo>
                  <a:pt x="5457901" y="5089459"/>
                </a:lnTo>
                <a:lnTo>
                  <a:pt x="5444243" y="5082761"/>
                </a:lnTo>
                <a:cubicBezTo>
                  <a:pt x="5439993" y="5080007"/>
                  <a:pt x="5436418" y="5076805"/>
                  <a:pt x="5433825" y="5072992"/>
                </a:cubicBezTo>
                <a:cubicBezTo>
                  <a:pt x="5379442" y="5082090"/>
                  <a:pt x="5336110" y="5058382"/>
                  <a:pt x="5280996" y="5052402"/>
                </a:cubicBezTo>
                <a:cubicBezTo>
                  <a:pt x="5250806" y="5043777"/>
                  <a:pt x="5168599" y="5048109"/>
                  <a:pt x="5161582" y="5019668"/>
                </a:cubicBezTo>
                <a:cubicBezTo>
                  <a:pt x="5121870" y="5011383"/>
                  <a:pt x="5095637" y="5009222"/>
                  <a:pt x="5042717" y="5002692"/>
                </a:cubicBezTo>
                <a:cubicBezTo>
                  <a:pt x="4991136" y="4972487"/>
                  <a:pt x="4902282" y="4979360"/>
                  <a:pt x="4840514" y="4959306"/>
                </a:cubicBezTo>
                <a:cubicBezTo>
                  <a:pt x="4799904" y="4976415"/>
                  <a:pt x="4824087" y="4958371"/>
                  <a:pt x="4786778" y="4956661"/>
                </a:cubicBezTo>
                <a:cubicBezTo>
                  <a:pt x="4801901" y="4937231"/>
                  <a:pt x="4739845" y="4961208"/>
                  <a:pt x="4743741" y="4937104"/>
                </a:cubicBezTo>
                <a:cubicBezTo>
                  <a:pt x="4736829" y="4937557"/>
                  <a:pt x="4730010" y="4938753"/>
                  <a:pt x="4723136" y="4940138"/>
                </a:cubicBezTo>
                <a:lnTo>
                  <a:pt x="4719535" y="4940850"/>
                </a:lnTo>
                <a:lnTo>
                  <a:pt x="4706143" y="4939586"/>
                </a:lnTo>
                <a:lnTo>
                  <a:pt x="4701098" y="4944372"/>
                </a:lnTo>
                <a:lnTo>
                  <a:pt x="4680034" y="4946157"/>
                </a:lnTo>
                <a:cubicBezTo>
                  <a:pt x="4672339" y="4946029"/>
                  <a:pt x="4664292" y="4944964"/>
                  <a:pt x="4655740" y="4942396"/>
                </a:cubicBezTo>
                <a:cubicBezTo>
                  <a:pt x="4636359" y="4929384"/>
                  <a:pt x="4599700" y="4935346"/>
                  <a:pt x="4569298" y="4929596"/>
                </a:cubicBezTo>
                <a:lnTo>
                  <a:pt x="4555977" y="4924356"/>
                </a:lnTo>
                <a:lnTo>
                  <a:pt x="4508949" y="4921648"/>
                </a:lnTo>
                <a:cubicBezTo>
                  <a:pt x="4495668" y="4920437"/>
                  <a:pt x="4482007" y="4918694"/>
                  <a:pt x="4467838" y="4915993"/>
                </a:cubicBezTo>
                <a:lnTo>
                  <a:pt x="4441948" y="4909300"/>
                </a:lnTo>
                <a:lnTo>
                  <a:pt x="4394719" y="4901820"/>
                </a:lnTo>
                <a:lnTo>
                  <a:pt x="4356810" y="4905146"/>
                </a:lnTo>
                <a:lnTo>
                  <a:pt x="4222144" y="4909117"/>
                </a:lnTo>
                <a:cubicBezTo>
                  <a:pt x="4202488" y="4913903"/>
                  <a:pt x="4184742" y="4933491"/>
                  <a:pt x="4160481" y="4923474"/>
                </a:cubicBezTo>
                <a:cubicBezTo>
                  <a:pt x="4165854" y="4934564"/>
                  <a:pt x="4131661" y="4919946"/>
                  <a:pt x="4124879" y="4929303"/>
                </a:cubicBezTo>
                <a:cubicBezTo>
                  <a:pt x="4120895" y="4937086"/>
                  <a:pt x="4109593" y="4934464"/>
                  <a:pt x="4100114" y="4936007"/>
                </a:cubicBezTo>
                <a:cubicBezTo>
                  <a:pt x="4091835" y="4943256"/>
                  <a:pt x="4045978" y="4943549"/>
                  <a:pt x="4030957" y="4939826"/>
                </a:cubicBezTo>
                <a:cubicBezTo>
                  <a:pt x="3989825" y="4924453"/>
                  <a:pt x="3946860" y="4952050"/>
                  <a:pt x="3913764" y="4940618"/>
                </a:cubicBezTo>
                <a:cubicBezTo>
                  <a:pt x="3904534" y="4939906"/>
                  <a:pt x="3896577" y="4940543"/>
                  <a:pt x="3889457" y="4942017"/>
                </a:cubicBezTo>
                <a:lnTo>
                  <a:pt x="3871115" y="4948115"/>
                </a:lnTo>
                <a:lnTo>
                  <a:pt x="3869086" y="4953796"/>
                </a:lnTo>
                <a:lnTo>
                  <a:pt x="3856124" y="4955351"/>
                </a:lnTo>
                <a:lnTo>
                  <a:pt x="3835967" y="4964002"/>
                </a:lnTo>
                <a:cubicBezTo>
                  <a:pt x="3826465" y="4939857"/>
                  <a:pt x="3782586" y="4975947"/>
                  <a:pt x="3785910" y="4953998"/>
                </a:cubicBezTo>
                <a:cubicBezTo>
                  <a:pt x="3750785" y="4960085"/>
                  <a:pt x="3699033" y="4941571"/>
                  <a:pt x="3671085" y="4966563"/>
                </a:cubicBezTo>
                <a:cubicBezTo>
                  <a:pt x="3621255" y="4971431"/>
                  <a:pt x="3562637" y="4982991"/>
                  <a:pt x="3486928" y="4983204"/>
                </a:cubicBezTo>
                <a:cubicBezTo>
                  <a:pt x="3446030" y="4983424"/>
                  <a:pt x="3343460" y="4965124"/>
                  <a:pt x="3280956" y="4963864"/>
                </a:cubicBezTo>
                <a:cubicBezTo>
                  <a:pt x="3227193" y="4969510"/>
                  <a:pt x="3256481" y="4962609"/>
                  <a:pt x="3211563" y="4982704"/>
                </a:cubicBezTo>
                <a:cubicBezTo>
                  <a:pt x="3207119" y="4979549"/>
                  <a:pt x="3170070" y="4977192"/>
                  <a:pt x="3164681" y="4975408"/>
                </a:cubicBezTo>
                <a:lnTo>
                  <a:pt x="3127171" y="4968229"/>
                </a:lnTo>
                <a:lnTo>
                  <a:pt x="3096889" y="4965619"/>
                </a:lnTo>
                <a:cubicBezTo>
                  <a:pt x="3088441" y="4967572"/>
                  <a:pt x="3082883" y="4967054"/>
                  <a:pt x="3078620" y="4965444"/>
                </a:cubicBezTo>
                <a:lnTo>
                  <a:pt x="3074275" y="4962670"/>
                </a:lnTo>
                <a:lnTo>
                  <a:pt x="3036436" y="4957455"/>
                </a:lnTo>
                <a:lnTo>
                  <a:pt x="3031995" y="4958829"/>
                </a:lnTo>
                <a:lnTo>
                  <a:pt x="2994028" y="4956800"/>
                </a:lnTo>
                <a:cubicBezTo>
                  <a:pt x="2992299" y="4958944"/>
                  <a:pt x="2989407" y="4960397"/>
                  <a:pt x="2984001" y="4960444"/>
                </a:cubicBezTo>
                <a:cubicBezTo>
                  <a:pt x="2994191" y="4975446"/>
                  <a:pt x="2981386" y="4966249"/>
                  <a:pt x="2964542" y="4965062"/>
                </a:cubicBezTo>
                <a:cubicBezTo>
                  <a:pt x="2976613" y="4988096"/>
                  <a:pt x="2927627" y="4975618"/>
                  <a:pt x="2921274" y="4988440"/>
                </a:cubicBezTo>
                <a:cubicBezTo>
                  <a:pt x="2908629" y="4987050"/>
                  <a:pt x="2895476" y="4985998"/>
                  <a:pt x="2882111" y="4985411"/>
                </a:cubicBezTo>
                <a:lnTo>
                  <a:pt x="2874282" y="4985361"/>
                </a:lnTo>
                <a:cubicBezTo>
                  <a:pt x="2874237" y="4985437"/>
                  <a:pt x="2874193" y="4985514"/>
                  <a:pt x="2874147" y="4985591"/>
                </a:cubicBezTo>
                <a:cubicBezTo>
                  <a:pt x="2872492" y="4986074"/>
                  <a:pt x="2869935" y="4986243"/>
                  <a:pt x="2865932" y="4985999"/>
                </a:cubicBezTo>
                <a:lnTo>
                  <a:pt x="2860008" y="4985269"/>
                </a:lnTo>
                <a:lnTo>
                  <a:pt x="2844819" y="4985172"/>
                </a:lnTo>
                <a:lnTo>
                  <a:pt x="2839735" y="4986676"/>
                </a:lnTo>
                <a:lnTo>
                  <a:pt x="2837922" y="4989488"/>
                </a:lnTo>
                <a:lnTo>
                  <a:pt x="2836507" y="4989165"/>
                </a:lnTo>
                <a:cubicBezTo>
                  <a:pt x="2825749" y="4984209"/>
                  <a:pt x="2822382" y="4977089"/>
                  <a:pt x="2808859" y="4996804"/>
                </a:cubicBezTo>
                <a:cubicBezTo>
                  <a:pt x="2784233" y="4988767"/>
                  <a:pt x="2779499" y="5000786"/>
                  <a:pt x="2745907" y="5005126"/>
                </a:cubicBezTo>
                <a:cubicBezTo>
                  <a:pt x="2731796" y="4997536"/>
                  <a:pt x="2720518" y="5000295"/>
                  <a:pt x="2709519" y="5006333"/>
                </a:cubicBezTo>
                <a:cubicBezTo>
                  <a:pt x="2676766" y="5002878"/>
                  <a:pt x="2646981" y="5011377"/>
                  <a:pt x="2610212" y="5013529"/>
                </a:cubicBezTo>
                <a:cubicBezTo>
                  <a:pt x="2570359" y="5003730"/>
                  <a:pt x="2550109" y="5021491"/>
                  <a:pt x="2510814" y="5023713"/>
                </a:cubicBezTo>
                <a:cubicBezTo>
                  <a:pt x="2476639" y="5006722"/>
                  <a:pt x="2482834" y="5038639"/>
                  <a:pt x="2462736" y="5045398"/>
                </a:cubicBezTo>
                <a:lnTo>
                  <a:pt x="2457050" y="5046022"/>
                </a:lnTo>
                <a:lnTo>
                  <a:pt x="2442184" y="5043549"/>
                </a:lnTo>
                <a:lnTo>
                  <a:pt x="2436703" y="5041929"/>
                </a:lnTo>
                <a:cubicBezTo>
                  <a:pt x="2432888" y="5041072"/>
                  <a:pt x="2430299" y="5040830"/>
                  <a:pt x="2428451" y="5041027"/>
                </a:cubicBezTo>
                <a:lnTo>
                  <a:pt x="2420551" y="5039949"/>
                </a:lnTo>
                <a:cubicBezTo>
                  <a:pt x="2407700" y="5037296"/>
                  <a:pt x="2395274" y="5034239"/>
                  <a:pt x="2383501" y="5030941"/>
                </a:cubicBezTo>
                <a:cubicBezTo>
                  <a:pt x="2362992" y="5032521"/>
                  <a:pt x="2317884" y="5047662"/>
                  <a:pt x="2297493" y="5049431"/>
                </a:cubicBezTo>
                <a:lnTo>
                  <a:pt x="2261156" y="5041558"/>
                </a:lnTo>
                <a:lnTo>
                  <a:pt x="2200581" y="5024964"/>
                </a:lnTo>
                <a:lnTo>
                  <a:pt x="2198380" y="5025550"/>
                </a:lnTo>
                <a:lnTo>
                  <a:pt x="2116066" y="5019568"/>
                </a:lnTo>
                <a:cubicBezTo>
                  <a:pt x="2111600" y="5017036"/>
                  <a:pt x="2059664" y="5006071"/>
                  <a:pt x="2056754" y="5002394"/>
                </a:cubicBezTo>
                <a:cubicBezTo>
                  <a:pt x="2003393" y="5014336"/>
                  <a:pt x="1998298" y="5008800"/>
                  <a:pt x="1942916" y="5005703"/>
                </a:cubicBezTo>
                <a:cubicBezTo>
                  <a:pt x="1882138" y="4994708"/>
                  <a:pt x="1836966" y="4976630"/>
                  <a:pt x="1796717" y="4970423"/>
                </a:cubicBezTo>
                <a:cubicBezTo>
                  <a:pt x="1724075" y="4959337"/>
                  <a:pt x="1636218" y="4936339"/>
                  <a:pt x="1583222" y="4931235"/>
                </a:cubicBezTo>
                <a:cubicBezTo>
                  <a:pt x="1544265" y="4950469"/>
                  <a:pt x="1556109" y="4927628"/>
                  <a:pt x="1518821" y="4927872"/>
                </a:cubicBezTo>
                <a:cubicBezTo>
                  <a:pt x="1497291" y="4925112"/>
                  <a:pt x="1483221" y="4916728"/>
                  <a:pt x="1471837" y="4914678"/>
                </a:cubicBezTo>
                <a:lnTo>
                  <a:pt x="1450515" y="4915578"/>
                </a:lnTo>
                <a:lnTo>
                  <a:pt x="1437078" y="4915016"/>
                </a:lnTo>
                <a:lnTo>
                  <a:pt x="1432462" y="4920065"/>
                </a:lnTo>
                <a:lnTo>
                  <a:pt x="1411645" y="4922952"/>
                </a:lnTo>
                <a:cubicBezTo>
                  <a:pt x="1384856" y="4920079"/>
                  <a:pt x="1306656" y="4907389"/>
                  <a:pt x="1271729" y="4902828"/>
                </a:cubicBezTo>
                <a:cubicBezTo>
                  <a:pt x="1258697" y="4896954"/>
                  <a:pt x="1213546" y="4890036"/>
                  <a:pt x="1202076" y="4895589"/>
                </a:cubicBezTo>
                <a:cubicBezTo>
                  <a:pt x="1192059" y="4895561"/>
                  <a:pt x="1182171" y="4891311"/>
                  <a:pt x="1174670" y="4898040"/>
                </a:cubicBezTo>
                <a:cubicBezTo>
                  <a:pt x="1163701" y="4905820"/>
                  <a:pt x="1136874" y="4886643"/>
                  <a:pt x="1137035" y="4897965"/>
                </a:cubicBezTo>
                <a:cubicBezTo>
                  <a:pt x="1117838" y="4884693"/>
                  <a:pt x="1091386" y="4900421"/>
                  <a:pt x="1069882" y="4901859"/>
                </a:cubicBezTo>
                <a:cubicBezTo>
                  <a:pt x="1055589" y="4889467"/>
                  <a:pt x="1024570" y="4904705"/>
                  <a:pt x="980935" y="4900090"/>
                </a:cubicBezTo>
                <a:cubicBezTo>
                  <a:pt x="947614" y="4895538"/>
                  <a:pt x="913224" y="4886405"/>
                  <a:pt x="869960" y="4874547"/>
                </a:cubicBezTo>
                <a:cubicBezTo>
                  <a:pt x="819114" y="4845820"/>
                  <a:pt x="768074" y="4839770"/>
                  <a:pt x="721345" y="4828937"/>
                </a:cubicBezTo>
                <a:cubicBezTo>
                  <a:pt x="667944" y="4819060"/>
                  <a:pt x="698286" y="4848426"/>
                  <a:pt x="635428" y="4819153"/>
                </a:cubicBezTo>
                <a:cubicBezTo>
                  <a:pt x="626286" y="4826707"/>
                  <a:pt x="617638" y="4825980"/>
                  <a:pt x="604106" y="4819994"/>
                </a:cubicBezTo>
                <a:cubicBezTo>
                  <a:pt x="583276" y="4822237"/>
                  <a:pt x="539859" y="4835097"/>
                  <a:pt x="510451" y="4832608"/>
                </a:cubicBezTo>
                <a:cubicBezTo>
                  <a:pt x="489781" y="4829929"/>
                  <a:pt x="443867" y="4807857"/>
                  <a:pt x="427656" y="4805062"/>
                </a:cubicBezTo>
                <a:cubicBezTo>
                  <a:pt x="424088" y="4806479"/>
                  <a:pt x="419580" y="4809736"/>
                  <a:pt x="413184" y="4815837"/>
                </a:cubicBezTo>
                <a:cubicBezTo>
                  <a:pt x="387673" y="4805882"/>
                  <a:pt x="379855" y="4817328"/>
                  <a:pt x="341772" y="4818825"/>
                </a:cubicBezTo>
                <a:cubicBezTo>
                  <a:pt x="327795" y="4810179"/>
                  <a:pt x="314729" y="4811964"/>
                  <a:pt x="301266" y="4817000"/>
                </a:cubicBezTo>
                <a:cubicBezTo>
                  <a:pt x="265781" y="4810886"/>
                  <a:pt x="231017" y="4816794"/>
                  <a:pt x="189886" y="4815871"/>
                </a:cubicBezTo>
                <a:cubicBezTo>
                  <a:pt x="147910" y="4802917"/>
                  <a:pt x="121702" y="4818738"/>
                  <a:pt x="77762" y="4817675"/>
                </a:cubicBezTo>
                <a:cubicBezTo>
                  <a:pt x="38733" y="4795315"/>
                  <a:pt x="44308" y="4840244"/>
                  <a:pt x="8164" y="4835320"/>
                </a:cubicBezTo>
                <a:lnTo>
                  <a:pt x="0" y="4832771"/>
                </a:lnTo>
                <a:close/>
              </a:path>
            </a:pathLst>
          </a:custGeom>
        </p:spPr>
      </p:pic>
      <p:sp>
        <p:nvSpPr>
          <p:cNvPr id="2" name="Title 1">
            <a:extLst>
              <a:ext uri="{FF2B5EF4-FFF2-40B4-BE49-F238E27FC236}">
                <a16:creationId xmlns:a16="http://schemas.microsoft.com/office/drawing/2014/main" id="{77F38F52-2C83-BB46-E944-E1A0BFBD7952}"/>
              </a:ext>
            </a:extLst>
          </p:cNvPr>
          <p:cNvSpPr>
            <a:spLocks noGrp="1"/>
          </p:cNvSpPr>
          <p:nvPr>
            <p:ph type="title"/>
          </p:nvPr>
        </p:nvSpPr>
        <p:spPr>
          <a:xfrm>
            <a:off x="599818" y="5234320"/>
            <a:ext cx="6931319" cy="752217"/>
          </a:xfrm>
        </p:spPr>
        <p:txBody>
          <a:bodyPr vert="horz" lIns="91440" tIns="45720" rIns="91440" bIns="45720" rtlCol="0" anchor="b">
            <a:normAutofit/>
          </a:bodyPr>
          <a:lstStyle/>
          <a:p>
            <a:r>
              <a:rPr lang="en-US" sz="3600">
                <a:solidFill>
                  <a:schemeClr val="tx1">
                    <a:lumMod val="85000"/>
                    <a:lumOff val="15000"/>
                  </a:schemeClr>
                </a:solidFill>
              </a:rPr>
              <a:t>Thanks</a:t>
            </a:r>
          </a:p>
        </p:txBody>
      </p:sp>
    </p:spTree>
    <p:extLst>
      <p:ext uri="{BB962C8B-B14F-4D97-AF65-F5344CB8AC3E}">
        <p14:creationId xmlns:p14="http://schemas.microsoft.com/office/powerpoint/2010/main" val="6607733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2358</Words>
  <Application>Microsoft Office PowerPoint</Application>
  <PresentationFormat>Widescreen</PresentationFormat>
  <Paragraphs>246</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Office Theme</vt:lpstr>
      <vt:lpstr>Trace Minerals</vt:lpstr>
      <vt:lpstr>Major minerals</vt:lpstr>
      <vt:lpstr>Trace Minerals</vt:lpstr>
      <vt:lpstr>PowerPoint Presentation</vt:lpstr>
      <vt:lpstr>Anemia</vt:lpstr>
      <vt:lpstr>6*6*6</vt:lpstr>
      <vt:lpstr>PowerPoint Presentation</vt:lpstr>
      <vt:lpstr>PowerPoint Presentation</vt:lpstr>
      <vt:lpstr>6 institutional mechanism</vt:lpstr>
      <vt:lpstr>Iodine and Fluorine</vt:lpstr>
      <vt:lpstr>PowerPoint Presentation</vt:lpstr>
      <vt:lpstr>Copper</vt:lpstr>
      <vt:lpstr>Zinc</vt:lpstr>
      <vt:lpstr>Zinc</vt:lpstr>
      <vt:lpstr>Other traces minerals</vt:lpstr>
      <vt:lpstr>Other traces minerals</vt:lpstr>
      <vt:lpstr>Rice</vt:lpstr>
      <vt:lpstr>Parboiling</vt:lpstr>
      <vt:lpstr>Milk</vt:lpstr>
      <vt:lpstr>Reference Body weight</vt:lpstr>
      <vt:lpstr>Energy requirements</vt:lpstr>
      <vt:lpstr>RDA</vt:lpstr>
      <vt:lpstr>Dietary Goals</vt:lpstr>
      <vt:lpstr>Food Hygiene</vt:lpstr>
      <vt:lpstr>Clean and safe milk</vt:lpstr>
      <vt:lpstr>Pasteurization </vt:lpstr>
      <vt:lpstr>Slaughter House</vt:lpstr>
      <vt:lpstr>Next Class</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Mineral</dc:title>
  <dc:creator>mukul maheshwari</dc:creator>
  <cp:lastModifiedBy>mukul maheshwari</cp:lastModifiedBy>
  <cp:revision>1</cp:revision>
  <dcterms:created xsi:type="dcterms:W3CDTF">2024-01-12T22:47:30Z</dcterms:created>
  <dcterms:modified xsi:type="dcterms:W3CDTF">2024-01-13T01:16:29Z</dcterms:modified>
</cp:coreProperties>
</file>