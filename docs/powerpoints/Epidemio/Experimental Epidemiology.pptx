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40" d="100"/>
          <a:sy n="40" d="100"/>
        </p:scale>
        <p:origin x="48" y="7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E13D-E65E-F493-1CB4-83CEDA5D0C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3A7D713-3FD5-7517-F90C-9976FB5BEB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042AB09-7302-B4BA-DDEA-2EE43B687EF3}"/>
              </a:ext>
            </a:extLst>
          </p:cNvPr>
          <p:cNvSpPr>
            <a:spLocks noGrp="1"/>
          </p:cNvSpPr>
          <p:nvPr>
            <p:ph type="dt" sz="half" idx="10"/>
          </p:nvPr>
        </p:nvSpPr>
        <p:spPr/>
        <p:txBody>
          <a:bodyPr/>
          <a:lstStyle/>
          <a:p>
            <a:fld id="{DD7C2C19-E166-437D-9310-3087423831DD}" type="datetimeFigureOut">
              <a:rPr lang="en-IN" smtClean="0"/>
              <a:t>08-07-2023</a:t>
            </a:fld>
            <a:endParaRPr lang="en-IN"/>
          </a:p>
        </p:txBody>
      </p:sp>
      <p:sp>
        <p:nvSpPr>
          <p:cNvPr id="5" name="Footer Placeholder 4">
            <a:extLst>
              <a:ext uri="{FF2B5EF4-FFF2-40B4-BE49-F238E27FC236}">
                <a16:creationId xmlns:a16="http://schemas.microsoft.com/office/drawing/2014/main" id="{9D61340F-7C62-6735-FE81-7F4677E0AF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2E43D5-ECFC-ED1E-D7AC-76B0ED9DEE68}"/>
              </a:ext>
            </a:extLst>
          </p:cNvPr>
          <p:cNvSpPr>
            <a:spLocks noGrp="1"/>
          </p:cNvSpPr>
          <p:nvPr>
            <p:ph type="sldNum" sz="quarter" idx="12"/>
          </p:nvPr>
        </p:nvSpPr>
        <p:spPr/>
        <p:txBody>
          <a:bodyPr/>
          <a:lstStyle/>
          <a:p>
            <a:fld id="{52C6C50F-E152-41A8-8A9E-BF7333127254}" type="slidenum">
              <a:rPr lang="en-IN" smtClean="0"/>
              <a:t>‹#›</a:t>
            </a:fld>
            <a:endParaRPr lang="en-IN"/>
          </a:p>
        </p:txBody>
      </p:sp>
    </p:spTree>
    <p:extLst>
      <p:ext uri="{BB962C8B-B14F-4D97-AF65-F5344CB8AC3E}">
        <p14:creationId xmlns:p14="http://schemas.microsoft.com/office/powerpoint/2010/main" val="825955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2BBBD-BAC8-E2D8-1AC7-6D19138EE9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B7BB6B-FC94-14AE-EB23-A506F1F64B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956B68-ACD7-6510-55C7-16C970BE6276}"/>
              </a:ext>
            </a:extLst>
          </p:cNvPr>
          <p:cNvSpPr>
            <a:spLocks noGrp="1"/>
          </p:cNvSpPr>
          <p:nvPr>
            <p:ph type="dt" sz="half" idx="10"/>
          </p:nvPr>
        </p:nvSpPr>
        <p:spPr/>
        <p:txBody>
          <a:bodyPr/>
          <a:lstStyle/>
          <a:p>
            <a:fld id="{DD7C2C19-E166-437D-9310-3087423831DD}" type="datetimeFigureOut">
              <a:rPr lang="en-IN" smtClean="0"/>
              <a:t>08-07-2023</a:t>
            </a:fld>
            <a:endParaRPr lang="en-IN"/>
          </a:p>
        </p:txBody>
      </p:sp>
      <p:sp>
        <p:nvSpPr>
          <p:cNvPr id="5" name="Footer Placeholder 4">
            <a:extLst>
              <a:ext uri="{FF2B5EF4-FFF2-40B4-BE49-F238E27FC236}">
                <a16:creationId xmlns:a16="http://schemas.microsoft.com/office/drawing/2014/main" id="{29F347F1-BE2F-3F27-2E9A-17361A07BA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56B110-4F98-744E-6C30-D0CE9A399692}"/>
              </a:ext>
            </a:extLst>
          </p:cNvPr>
          <p:cNvSpPr>
            <a:spLocks noGrp="1"/>
          </p:cNvSpPr>
          <p:nvPr>
            <p:ph type="sldNum" sz="quarter" idx="12"/>
          </p:nvPr>
        </p:nvSpPr>
        <p:spPr/>
        <p:txBody>
          <a:bodyPr/>
          <a:lstStyle/>
          <a:p>
            <a:fld id="{52C6C50F-E152-41A8-8A9E-BF7333127254}" type="slidenum">
              <a:rPr lang="en-IN" smtClean="0"/>
              <a:t>‹#›</a:t>
            </a:fld>
            <a:endParaRPr lang="en-IN"/>
          </a:p>
        </p:txBody>
      </p:sp>
    </p:spTree>
    <p:extLst>
      <p:ext uri="{BB962C8B-B14F-4D97-AF65-F5344CB8AC3E}">
        <p14:creationId xmlns:p14="http://schemas.microsoft.com/office/powerpoint/2010/main" val="2128070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63E12-1C27-B87A-A343-ADE1D691AA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BFC0B71-294E-DA4E-719E-EC95285F99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AE870C-4228-552D-43F0-B7C4EE05B29B}"/>
              </a:ext>
            </a:extLst>
          </p:cNvPr>
          <p:cNvSpPr>
            <a:spLocks noGrp="1"/>
          </p:cNvSpPr>
          <p:nvPr>
            <p:ph type="dt" sz="half" idx="10"/>
          </p:nvPr>
        </p:nvSpPr>
        <p:spPr/>
        <p:txBody>
          <a:bodyPr/>
          <a:lstStyle/>
          <a:p>
            <a:fld id="{DD7C2C19-E166-437D-9310-3087423831DD}" type="datetimeFigureOut">
              <a:rPr lang="en-IN" smtClean="0"/>
              <a:t>08-07-2023</a:t>
            </a:fld>
            <a:endParaRPr lang="en-IN"/>
          </a:p>
        </p:txBody>
      </p:sp>
      <p:sp>
        <p:nvSpPr>
          <p:cNvPr id="5" name="Footer Placeholder 4">
            <a:extLst>
              <a:ext uri="{FF2B5EF4-FFF2-40B4-BE49-F238E27FC236}">
                <a16:creationId xmlns:a16="http://schemas.microsoft.com/office/drawing/2014/main" id="{83628929-E8F7-0DB6-8222-92F2A19505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5A85D9-9C2B-16D4-4A7F-40420675785B}"/>
              </a:ext>
            </a:extLst>
          </p:cNvPr>
          <p:cNvSpPr>
            <a:spLocks noGrp="1"/>
          </p:cNvSpPr>
          <p:nvPr>
            <p:ph type="sldNum" sz="quarter" idx="12"/>
          </p:nvPr>
        </p:nvSpPr>
        <p:spPr/>
        <p:txBody>
          <a:bodyPr/>
          <a:lstStyle/>
          <a:p>
            <a:fld id="{52C6C50F-E152-41A8-8A9E-BF7333127254}" type="slidenum">
              <a:rPr lang="en-IN" smtClean="0"/>
              <a:t>‹#›</a:t>
            </a:fld>
            <a:endParaRPr lang="en-IN"/>
          </a:p>
        </p:txBody>
      </p:sp>
    </p:spTree>
    <p:extLst>
      <p:ext uri="{BB962C8B-B14F-4D97-AF65-F5344CB8AC3E}">
        <p14:creationId xmlns:p14="http://schemas.microsoft.com/office/powerpoint/2010/main" val="749687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7567D-BF2F-894A-9F27-809423C053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C774F7-A2D8-F828-99A5-815326DB4F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209CF6B-95EE-DE74-0E0B-F9824C5BB2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DBA4879-6EC5-C843-B11C-C3B84C0C1130}"/>
              </a:ext>
            </a:extLst>
          </p:cNvPr>
          <p:cNvSpPr>
            <a:spLocks noGrp="1"/>
          </p:cNvSpPr>
          <p:nvPr>
            <p:ph type="dt" sz="half" idx="10"/>
          </p:nvPr>
        </p:nvSpPr>
        <p:spPr/>
        <p:txBody>
          <a:bodyPr/>
          <a:lstStyle/>
          <a:p>
            <a:fld id="{DD7C2C19-E166-437D-9310-3087423831DD}" type="datetimeFigureOut">
              <a:rPr lang="en-IN" smtClean="0"/>
              <a:t>08-07-2023</a:t>
            </a:fld>
            <a:endParaRPr lang="en-IN"/>
          </a:p>
        </p:txBody>
      </p:sp>
      <p:sp>
        <p:nvSpPr>
          <p:cNvPr id="6" name="Footer Placeholder 5">
            <a:extLst>
              <a:ext uri="{FF2B5EF4-FFF2-40B4-BE49-F238E27FC236}">
                <a16:creationId xmlns:a16="http://schemas.microsoft.com/office/drawing/2014/main" id="{8CF3FC49-05AF-A630-4853-12B27024CB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4B80E3-180A-73E8-68DD-2940D5297F62}"/>
              </a:ext>
            </a:extLst>
          </p:cNvPr>
          <p:cNvSpPr>
            <a:spLocks noGrp="1"/>
          </p:cNvSpPr>
          <p:nvPr>
            <p:ph type="sldNum" sz="quarter" idx="12"/>
          </p:nvPr>
        </p:nvSpPr>
        <p:spPr/>
        <p:txBody>
          <a:bodyPr/>
          <a:lstStyle/>
          <a:p>
            <a:fld id="{52C6C50F-E152-41A8-8A9E-BF7333127254}" type="slidenum">
              <a:rPr lang="en-IN" smtClean="0"/>
              <a:t>‹#›</a:t>
            </a:fld>
            <a:endParaRPr lang="en-IN"/>
          </a:p>
        </p:txBody>
      </p:sp>
    </p:spTree>
    <p:extLst>
      <p:ext uri="{BB962C8B-B14F-4D97-AF65-F5344CB8AC3E}">
        <p14:creationId xmlns:p14="http://schemas.microsoft.com/office/powerpoint/2010/main" val="2880678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B877C-CEAD-901D-1218-719C2CB83B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8866F4-A293-6171-742F-DF99C0F226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5BAEE4-2FE0-0806-1771-C71975B815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4FF7BC7-B7F9-3483-0459-C1E6A1A6D6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185FB2-6C05-3D96-9831-879910C6FE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160A234-1398-9BAF-E02D-5150F49CAA17}"/>
              </a:ext>
            </a:extLst>
          </p:cNvPr>
          <p:cNvSpPr>
            <a:spLocks noGrp="1"/>
          </p:cNvSpPr>
          <p:nvPr>
            <p:ph type="dt" sz="half" idx="10"/>
          </p:nvPr>
        </p:nvSpPr>
        <p:spPr/>
        <p:txBody>
          <a:bodyPr/>
          <a:lstStyle/>
          <a:p>
            <a:fld id="{DD7C2C19-E166-437D-9310-3087423831DD}" type="datetimeFigureOut">
              <a:rPr lang="en-IN" smtClean="0"/>
              <a:t>08-07-2023</a:t>
            </a:fld>
            <a:endParaRPr lang="en-IN"/>
          </a:p>
        </p:txBody>
      </p:sp>
      <p:sp>
        <p:nvSpPr>
          <p:cNvPr id="8" name="Footer Placeholder 7">
            <a:extLst>
              <a:ext uri="{FF2B5EF4-FFF2-40B4-BE49-F238E27FC236}">
                <a16:creationId xmlns:a16="http://schemas.microsoft.com/office/drawing/2014/main" id="{BD7519C7-DFDE-96B4-36BC-90915B31C9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88B19E-2B2B-22E6-A524-1B5A7A17E92A}"/>
              </a:ext>
            </a:extLst>
          </p:cNvPr>
          <p:cNvSpPr>
            <a:spLocks noGrp="1"/>
          </p:cNvSpPr>
          <p:nvPr>
            <p:ph type="sldNum" sz="quarter" idx="12"/>
          </p:nvPr>
        </p:nvSpPr>
        <p:spPr/>
        <p:txBody>
          <a:bodyPr/>
          <a:lstStyle/>
          <a:p>
            <a:fld id="{52C6C50F-E152-41A8-8A9E-BF7333127254}" type="slidenum">
              <a:rPr lang="en-IN" smtClean="0"/>
              <a:t>‹#›</a:t>
            </a:fld>
            <a:endParaRPr lang="en-IN"/>
          </a:p>
        </p:txBody>
      </p:sp>
    </p:spTree>
    <p:extLst>
      <p:ext uri="{BB962C8B-B14F-4D97-AF65-F5344CB8AC3E}">
        <p14:creationId xmlns:p14="http://schemas.microsoft.com/office/powerpoint/2010/main" val="1904771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4F61B-2CCE-F308-E5EE-DCC2CADAC2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833BE6-7626-C9D1-61FF-A1B951F60EB5}"/>
              </a:ext>
            </a:extLst>
          </p:cNvPr>
          <p:cNvSpPr>
            <a:spLocks noGrp="1"/>
          </p:cNvSpPr>
          <p:nvPr>
            <p:ph type="dt" sz="half" idx="10"/>
          </p:nvPr>
        </p:nvSpPr>
        <p:spPr/>
        <p:txBody>
          <a:bodyPr/>
          <a:lstStyle/>
          <a:p>
            <a:fld id="{DD7C2C19-E166-437D-9310-3087423831DD}" type="datetimeFigureOut">
              <a:rPr lang="en-IN" smtClean="0"/>
              <a:t>08-07-2023</a:t>
            </a:fld>
            <a:endParaRPr lang="en-IN"/>
          </a:p>
        </p:txBody>
      </p:sp>
      <p:sp>
        <p:nvSpPr>
          <p:cNvPr id="4" name="Footer Placeholder 3">
            <a:extLst>
              <a:ext uri="{FF2B5EF4-FFF2-40B4-BE49-F238E27FC236}">
                <a16:creationId xmlns:a16="http://schemas.microsoft.com/office/drawing/2014/main" id="{32743F50-8982-85D3-89C0-9F616841B38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B2B478-10CA-F978-669A-105D0EB950A7}"/>
              </a:ext>
            </a:extLst>
          </p:cNvPr>
          <p:cNvSpPr>
            <a:spLocks noGrp="1"/>
          </p:cNvSpPr>
          <p:nvPr>
            <p:ph type="sldNum" sz="quarter" idx="12"/>
          </p:nvPr>
        </p:nvSpPr>
        <p:spPr/>
        <p:txBody>
          <a:bodyPr/>
          <a:lstStyle/>
          <a:p>
            <a:fld id="{52C6C50F-E152-41A8-8A9E-BF7333127254}" type="slidenum">
              <a:rPr lang="en-IN" smtClean="0"/>
              <a:t>‹#›</a:t>
            </a:fld>
            <a:endParaRPr lang="en-IN"/>
          </a:p>
        </p:txBody>
      </p:sp>
    </p:spTree>
    <p:extLst>
      <p:ext uri="{BB962C8B-B14F-4D97-AF65-F5344CB8AC3E}">
        <p14:creationId xmlns:p14="http://schemas.microsoft.com/office/powerpoint/2010/main" val="1585747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46F806-1FAF-C759-19EC-4B07F827F372}"/>
              </a:ext>
            </a:extLst>
          </p:cNvPr>
          <p:cNvSpPr>
            <a:spLocks noGrp="1"/>
          </p:cNvSpPr>
          <p:nvPr>
            <p:ph type="dt" sz="half" idx="10"/>
          </p:nvPr>
        </p:nvSpPr>
        <p:spPr/>
        <p:txBody>
          <a:bodyPr/>
          <a:lstStyle/>
          <a:p>
            <a:fld id="{DD7C2C19-E166-437D-9310-3087423831DD}" type="datetimeFigureOut">
              <a:rPr lang="en-IN" smtClean="0"/>
              <a:t>08-07-2023</a:t>
            </a:fld>
            <a:endParaRPr lang="en-IN"/>
          </a:p>
        </p:txBody>
      </p:sp>
      <p:sp>
        <p:nvSpPr>
          <p:cNvPr id="3" name="Footer Placeholder 2">
            <a:extLst>
              <a:ext uri="{FF2B5EF4-FFF2-40B4-BE49-F238E27FC236}">
                <a16:creationId xmlns:a16="http://schemas.microsoft.com/office/drawing/2014/main" id="{13018EB6-AF35-0D31-9D30-B871ED63A4B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0D3154A-B164-7DC8-833A-AA0D0614FC9A}"/>
              </a:ext>
            </a:extLst>
          </p:cNvPr>
          <p:cNvSpPr>
            <a:spLocks noGrp="1"/>
          </p:cNvSpPr>
          <p:nvPr>
            <p:ph type="sldNum" sz="quarter" idx="12"/>
          </p:nvPr>
        </p:nvSpPr>
        <p:spPr/>
        <p:txBody>
          <a:bodyPr/>
          <a:lstStyle/>
          <a:p>
            <a:fld id="{52C6C50F-E152-41A8-8A9E-BF7333127254}" type="slidenum">
              <a:rPr lang="en-IN" smtClean="0"/>
              <a:t>‹#›</a:t>
            </a:fld>
            <a:endParaRPr lang="en-IN"/>
          </a:p>
        </p:txBody>
      </p:sp>
    </p:spTree>
    <p:extLst>
      <p:ext uri="{BB962C8B-B14F-4D97-AF65-F5344CB8AC3E}">
        <p14:creationId xmlns:p14="http://schemas.microsoft.com/office/powerpoint/2010/main" val="2008599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EEB76-287F-798F-366D-B05D2F9C9B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DE2460E-F73D-249F-3842-57B39B414D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1162E17-A57F-985F-B3A8-C577B1E7DC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85A4D0-E2E9-48D7-A07B-90C556F16F0D}"/>
              </a:ext>
            </a:extLst>
          </p:cNvPr>
          <p:cNvSpPr>
            <a:spLocks noGrp="1"/>
          </p:cNvSpPr>
          <p:nvPr>
            <p:ph type="dt" sz="half" idx="10"/>
          </p:nvPr>
        </p:nvSpPr>
        <p:spPr/>
        <p:txBody>
          <a:bodyPr/>
          <a:lstStyle/>
          <a:p>
            <a:fld id="{DD7C2C19-E166-437D-9310-3087423831DD}" type="datetimeFigureOut">
              <a:rPr lang="en-IN" smtClean="0"/>
              <a:t>08-07-2023</a:t>
            </a:fld>
            <a:endParaRPr lang="en-IN"/>
          </a:p>
        </p:txBody>
      </p:sp>
      <p:sp>
        <p:nvSpPr>
          <p:cNvPr id="6" name="Footer Placeholder 5">
            <a:extLst>
              <a:ext uri="{FF2B5EF4-FFF2-40B4-BE49-F238E27FC236}">
                <a16:creationId xmlns:a16="http://schemas.microsoft.com/office/drawing/2014/main" id="{7D5C74CE-B6DF-8418-8DF2-29C4CD6712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936717-0CA1-FEAE-6CC2-C32626B40B65}"/>
              </a:ext>
            </a:extLst>
          </p:cNvPr>
          <p:cNvSpPr>
            <a:spLocks noGrp="1"/>
          </p:cNvSpPr>
          <p:nvPr>
            <p:ph type="sldNum" sz="quarter" idx="12"/>
          </p:nvPr>
        </p:nvSpPr>
        <p:spPr/>
        <p:txBody>
          <a:bodyPr/>
          <a:lstStyle/>
          <a:p>
            <a:fld id="{52C6C50F-E152-41A8-8A9E-BF7333127254}" type="slidenum">
              <a:rPr lang="en-IN" smtClean="0"/>
              <a:t>‹#›</a:t>
            </a:fld>
            <a:endParaRPr lang="en-IN"/>
          </a:p>
        </p:txBody>
      </p:sp>
    </p:spTree>
    <p:extLst>
      <p:ext uri="{BB962C8B-B14F-4D97-AF65-F5344CB8AC3E}">
        <p14:creationId xmlns:p14="http://schemas.microsoft.com/office/powerpoint/2010/main" val="1666527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AE7A4-C5C8-1313-7C09-C54EE81DF6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011AC28-1719-58EE-B0F2-0929F2FA50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C59D287-98A6-4C5F-16E2-F1DA69A8DA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A4F1F-FEF2-6E27-6A17-A170E0443DF6}"/>
              </a:ext>
            </a:extLst>
          </p:cNvPr>
          <p:cNvSpPr>
            <a:spLocks noGrp="1"/>
          </p:cNvSpPr>
          <p:nvPr>
            <p:ph type="dt" sz="half" idx="10"/>
          </p:nvPr>
        </p:nvSpPr>
        <p:spPr/>
        <p:txBody>
          <a:bodyPr/>
          <a:lstStyle/>
          <a:p>
            <a:fld id="{DD7C2C19-E166-437D-9310-3087423831DD}" type="datetimeFigureOut">
              <a:rPr lang="en-IN" smtClean="0"/>
              <a:t>08-07-2023</a:t>
            </a:fld>
            <a:endParaRPr lang="en-IN"/>
          </a:p>
        </p:txBody>
      </p:sp>
      <p:sp>
        <p:nvSpPr>
          <p:cNvPr id="6" name="Footer Placeholder 5">
            <a:extLst>
              <a:ext uri="{FF2B5EF4-FFF2-40B4-BE49-F238E27FC236}">
                <a16:creationId xmlns:a16="http://schemas.microsoft.com/office/drawing/2014/main" id="{6C363E6B-0319-2372-E450-E085ABCF70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CF62BE-5F43-9DC3-4C0D-9CCF1577B337}"/>
              </a:ext>
            </a:extLst>
          </p:cNvPr>
          <p:cNvSpPr>
            <a:spLocks noGrp="1"/>
          </p:cNvSpPr>
          <p:nvPr>
            <p:ph type="sldNum" sz="quarter" idx="12"/>
          </p:nvPr>
        </p:nvSpPr>
        <p:spPr/>
        <p:txBody>
          <a:bodyPr/>
          <a:lstStyle/>
          <a:p>
            <a:fld id="{52C6C50F-E152-41A8-8A9E-BF7333127254}" type="slidenum">
              <a:rPr lang="en-IN" smtClean="0"/>
              <a:t>‹#›</a:t>
            </a:fld>
            <a:endParaRPr lang="en-IN"/>
          </a:p>
        </p:txBody>
      </p:sp>
    </p:spTree>
    <p:extLst>
      <p:ext uri="{BB962C8B-B14F-4D97-AF65-F5344CB8AC3E}">
        <p14:creationId xmlns:p14="http://schemas.microsoft.com/office/powerpoint/2010/main" val="251910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DA31A-CA3C-3F03-97A8-E122213A736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7B5D78-4CC4-0DB2-4D46-4F715C84EA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896537-50FE-4738-4192-B414EEB6273E}"/>
              </a:ext>
            </a:extLst>
          </p:cNvPr>
          <p:cNvSpPr>
            <a:spLocks noGrp="1"/>
          </p:cNvSpPr>
          <p:nvPr>
            <p:ph type="dt" sz="half" idx="10"/>
          </p:nvPr>
        </p:nvSpPr>
        <p:spPr/>
        <p:txBody>
          <a:bodyPr/>
          <a:lstStyle/>
          <a:p>
            <a:fld id="{DD7C2C19-E166-437D-9310-3087423831DD}" type="datetimeFigureOut">
              <a:rPr lang="en-IN" smtClean="0"/>
              <a:t>08-07-2023</a:t>
            </a:fld>
            <a:endParaRPr lang="en-IN"/>
          </a:p>
        </p:txBody>
      </p:sp>
      <p:sp>
        <p:nvSpPr>
          <p:cNvPr id="5" name="Footer Placeholder 4">
            <a:extLst>
              <a:ext uri="{FF2B5EF4-FFF2-40B4-BE49-F238E27FC236}">
                <a16:creationId xmlns:a16="http://schemas.microsoft.com/office/drawing/2014/main" id="{6495B803-A7E2-57C3-EFC9-7F8F52DED9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7CE893-F2C4-D990-8011-531469FF9BB6}"/>
              </a:ext>
            </a:extLst>
          </p:cNvPr>
          <p:cNvSpPr>
            <a:spLocks noGrp="1"/>
          </p:cNvSpPr>
          <p:nvPr>
            <p:ph type="sldNum" sz="quarter" idx="12"/>
          </p:nvPr>
        </p:nvSpPr>
        <p:spPr/>
        <p:txBody>
          <a:bodyPr/>
          <a:lstStyle/>
          <a:p>
            <a:fld id="{52C6C50F-E152-41A8-8A9E-BF7333127254}" type="slidenum">
              <a:rPr lang="en-IN" smtClean="0"/>
              <a:t>‹#›</a:t>
            </a:fld>
            <a:endParaRPr lang="en-IN"/>
          </a:p>
        </p:txBody>
      </p:sp>
    </p:spTree>
    <p:extLst>
      <p:ext uri="{BB962C8B-B14F-4D97-AF65-F5344CB8AC3E}">
        <p14:creationId xmlns:p14="http://schemas.microsoft.com/office/powerpoint/2010/main" val="719195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550673-2305-1F9F-B754-364ECC855A5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C0026E-9B89-47AB-0667-F50E764DDB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707867-0774-032E-124B-D797DD39E102}"/>
              </a:ext>
            </a:extLst>
          </p:cNvPr>
          <p:cNvSpPr>
            <a:spLocks noGrp="1"/>
          </p:cNvSpPr>
          <p:nvPr>
            <p:ph type="dt" sz="half" idx="10"/>
          </p:nvPr>
        </p:nvSpPr>
        <p:spPr/>
        <p:txBody>
          <a:bodyPr/>
          <a:lstStyle/>
          <a:p>
            <a:fld id="{DD7C2C19-E166-437D-9310-3087423831DD}" type="datetimeFigureOut">
              <a:rPr lang="en-IN" smtClean="0"/>
              <a:t>08-07-2023</a:t>
            </a:fld>
            <a:endParaRPr lang="en-IN"/>
          </a:p>
        </p:txBody>
      </p:sp>
      <p:sp>
        <p:nvSpPr>
          <p:cNvPr id="5" name="Footer Placeholder 4">
            <a:extLst>
              <a:ext uri="{FF2B5EF4-FFF2-40B4-BE49-F238E27FC236}">
                <a16:creationId xmlns:a16="http://schemas.microsoft.com/office/drawing/2014/main" id="{801ED52A-DE9C-6FC8-C721-735544BCF9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BD9920-F646-8CA7-6174-A4CFC33D2C58}"/>
              </a:ext>
            </a:extLst>
          </p:cNvPr>
          <p:cNvSpPr>
            <a:spLocks noGrp="1"/>
          </p:cNvSpPr>
          <p:nvPr>
            <p:ph type="sldNum" sz="quarter" idx="12"/>
          </p:nvPr>
        </p:nvSpPr>
        <p:spPr/>
        <p:txBody>
          <a:bodyPr/>
          <a:lstStyle/>
          <a:p>
            <a:fld id="{52C6C50F-E152-41A8-8A9E-BF7333127254}" type="slidenum">
              <a:rPr lang="en-IN" smtClean="0"/>
              <a:t>‹#›</a:t>
            </a:fld>
            <a:endParaRPr lang="en-IN"/>
          </a:p>
        </p:txBody>
      </p:sp>
    </p:spTree>
    <p:extLst>
      <p:ext uri="{BB962C8B-B14F-4D97-AF65-F5344CB8AC3E}">
        <p14:creationId xmlns:p14="http://schemas.microsoft.com/office/powerpoint/2010/main" val="1360686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1ACAF4-6955-5749-2581-26CEE5B279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837ED7-C3E3-27B5-0BC7-77CEDDBEC5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30211C-8CAA-296A-C710-1B3AA900DE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7C2C19-E166-437D-9310-3087423831DD}" type="datetimeFigureOut">
              <a:rPr lang="en-IN" smtClean="0"/>
              <a:t>08-07-2023</a:t>
            </a:fld>
            <a:endParaRPr lang="en-IN"/>
          </a:p>
        </p:txBody>
      </p:sp>
      <p:sp>
        <p:nvSpPr>
          <p:cNvPr id="5" name="Footer Placeholder 4">
            <a:extLst>
              <a:ext uri="{FF2B5EF4-FFF2-40B4-BE49-F238E27FC236}">
                <a16:creationId xmlns:a16="http://schemas.microsoft.com/office/drawing/2014/main" id="{6871820F-B581-46B1-880C-BB7A4245FA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1D0DE99-3280-1F37-FBF1-A557285AA8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C6C50F-E152-41A8-8A9E-BF7333127254}" type="slidenum">
              <a:rPr lang="en-IN" smtClean="0"/>
              <a:t>‹#›</a:t>
            </a:fld>
            <a:endParaRPr lang="en-IN"/>
          </a:p>
        </p:txBody>
      </p:sp>
    </p:spTree>
    <p:extLst>
      <p:ext uri="{BB962C8B-B14F-4D97-AF65-F5344CB8AC3E}">
        <p14:creationId xmlns:p14="http://schemas.microsoft.com/office/powerpoint/2010/main" val="3616074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08061-17F2-1F9E-D575-7F2BB1FEC925}"/>
              </a:ext>
            </a:extLst>
          </p:cNvPr>
          <p:cNvSpPr>
            <a:spLocks noGrp="1"/>
          </p:cNvSpPr>
          <p:nvPr>
            <p:ph type="ctrTitle"/>
          </p:nvPr>
        </p:nvSpPr>
        <p:spPr/>
        <p:txBody>
          <a:bodyPr/>
          <a:lstStyle/>
          <a:p>
            <a:r>
              <a:rPr lang="en-US" dirty="0"/>
              <a:t>Experimental Epidemiology</a:t>
            </a:r>
            <a:endParaRPr lang="en-IN" dirty="0"/>
          </a:p>
        </p:txBody>
      </p:sp>
      <p:sp>
        <p:nvSpPr>
          <p:cNvPr id="3" name="Subtitle 2">
            <a:extLst>
              <a:ext uri="{FF2B5EF4-FFF2-40B4-BE49-F238E27FC236}">
                <a16:creationId xmlns:a16="http://schemas.microsoft.com/office/drawing/2014/main" id="{23F9B51D-D31A-D4EA-91B7-DA7D9588BC2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243063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FF9D3-2205-58B1-9442-9B5F12FD59E3}"/>
              </a:ext>
            </a:extLst>
          </p:cNvPr>
          <p:cNvSpPr>
            <a:spLocks noGrp="1"/>
          </p:cNvSpPr>
          <p:nvPr>
            <p:ph type="title"/>
          </p:nvPr>
        </p:nvSpPr>
        <p:spPr/>
        <p:txBody>
          <a:bodyPr/>
          <a:lstStyle/>
          <a:p>
            <a:r>
              <a:rPr lang="en-US" dirty="0"/>
              <a:t>Definition</a:t>
            </a:r>
            <a:endParaRPr lang="en-IN" dirty="0"/>
          </a:p>
        </p:txBody>
      </p:sp>
      <p:sp>
        <p:nvSpPr>
          <p:cNvPr id="3" name="Content Placeholder 2">
            <a:extLst>
              <a:ext uri="{FF2B5EF4-FFF2-40B4-BE49-F238E27FC236}">
                <a16:creationId xmlns:a16="http://schemas.microsoft.com/office/drawing/2014/main" id="{8A113E2D-045D-E28B-626F-03FD4235E932}"/>
              </a:ext>
            </a:extLst>
          </p:cNvPr>
          <p:cNvSpPr>
            <a:spLocks noGrp="1"/>
          </p:cNvSpPr>
          <p:nvPr>
            <p:ph idx="1"/>
          </p:nvPr>
        </p:nvSpPr>
        <p:spPr/>
        <p:txBody>
          <a:bodyPr/>
          <a:lstStyle/>
          <a:p>
            <a:r>
              <a:rPr lang="en-US" b="0" i="0" dirty="0">
                <a:effectLst/>
                <a:latin typeface="Arial" panose="020B0604020202020204" pitchFamily="34" charset="0"/>
              </a:rPr>
              <a:t>Experimental epidemiology" meant the study of epidemics among colonies of experimental animals such as rats and mice. (1920) </a:t>
            </a:r>
          </a:p>
          <a:p>
            <a:r>
              <a:rPr lang="en-US" b="0" i="0" dirty="0">
                <a:effectLst/>
                <a:latin typeface="Arial" panose="020B0604020202020204" pitchFamily="34" charset="0"/>
              </a:rPr>
              <a:t>In modern usage, experimental epidemiology is often equated with RANDOMIZED CONTROLLED TRIALS</a:t>
            </a:r>
            <a:endParaRPr lang="en-IN" dirty="0"/>
          </a:p>
        </p:txBody>
      </p:sp>
    </p:spTree>
    <p:extLst>
      <p:ext uri="{BB962C8B-B14F-4D97-AF65-F5344CB8AC3E}">
        <p14:creationId xmlns:p14="http://schemas.microsoft.com/office/powerpoint/2010/main" val="2489236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A8D79-950D-3CB7-EB67-31AB1B7C9ACD}"/>
              </a:ext>
            </a:extLst>
          </p:cNvPr>
          <p:cNvSpPr>
            <a:spLocks noGrp="1"/>
          </p:cNvSpPr>
          <p:nvPr>
            <p:ph type="title"/>
          </p:nvPr>
        </p:nvSpPr>
        <p:spPr/>
        <p:txBody>
          <a:bodyPr/>
          <a:lstStyle/>
          <a:p>
            <a:r>
              <a:rPr lang="en-US" dirty="0"/>
              <a:t>Experimental / Intervention</a:t>
            </a:r>
            <a:endParaRPr lang="en-IN" dirty="0"/>
          </a:p>
        </p:txBody>
      </p:sp>
      <p:sp>
        <p:nvSpPr>
          <p:cNvPr id="3" name="Content Placeholder 2">
            <a:extLst>
              <a:ext uri="{FF2B5EF4-FFF2-40B4-BE49-F238E27FC236}">
                <a16:creationId xmlns:a16="http://schemas.microsoft.com/office/drawing/2014/main" id="{A592FA50-78C6-E7C5-B678-2B7CF2E99216}"/>
              </a:ext>
            </a:extLst>
          </p:cNvPr>
          <p:cNvSpPr>
            <a:spLocks noGrp="1"/>
          </p:cNvSpPr>
          <p:nvPr>
            <p:ph idx="1"/>
          </p:nvPr>
        </p:nvSpPr>
        <p:spPr/>
        <p:txBody>
          <a:bodyPr/>
          <a:lstStyle/>
          <a:p>
            <a:r>
              <a:rPr lang="en-US" b="0" i="0" dirty="0">
                <a:effectLst/>
                <a:latin typeface="Arial" panose="020B0604020202020204" pitchFamily="34" charset="0"/>
              </a:rPr>
              <a:t>Study is carried out are under the direct control of the investigator.</a:t>
            </a:r>
          </a:p>
          <a:p>
            <a:r>
              <a:rPr lang="en-US" b="0" i="0" dirty="0">
                <a:effectLst/>
                <a:latin typeface="Arial" panose="020B0604020202020204" pitchFamily="34" charset="0"/>
              </a:rPr>
              <a:t>Involve some action, intervention or manipulation such as deliberate application or withdrawal of the suspected cause or changing one variable in the causative chain in the experimental group while making no change in the control group, and observing and comparing the outcome of the experiment in both the groups.</a:t>
            </a:r>
            <a:br>
              <a:rPr lang="en-US" dirty="0"/>
            </a:br>
            <a:endParaRPr lang="en-IN" dirty="0"/>
          </a:p>
        </p:txBody>
      </p:sp>
    </p:spTree>
    <p:extLst>
      <p:ext uri="{BB962C8B-B14F-4D97-AF65-F5344CB8AC3E}">
        <p14:creationId xmlns:p14="http://schemas.microsoft.com/office/powerpoint/2010/main" val="3017801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49C4D-20C9-8211-CFE9-E708624768DC}"/>
              </a:ext>
            </a:extLst>
          </p:cNvPr>
          <p:cNvSpPr>
            <a:spLocks noGrp="1"/>
          </p:cNvSpPr>
          <p:nvPr>
            <p:ph type="title"/>
          </p:nvPr>
        </p:nvSpPr>
        <p:spPr/>
        <p:txBody>
          <a:bodyPr/>
          <a:lstStyle/>
          <a:p>
            <a:r>
              <a:rPr lang="en-US" dirty="0"/>
              <a:t>AIM</a:t>
            </a:r>
            <a:endParaRPr lang="en-IN" dirty="0"/>
          </a:p>
        </p:txBody>
      </p:sp>
      <p:sp>
        <p:nvSpPr>
          <p:cNvPr id="3" name="Content Placeholder 2">
            <a:extLst>
              <a:ext uri="{FF2B5EF4-FFF2-40B4-BE49-F238E27FC236}">
                <a16:creationId xmlns:a16="http://schemas.microsoft.com/office/drawing/2014/main" id="{8110779C-B70E-D6B1-8DA5-9784F2D117EE}"/>
              </a:ext>
            </a:extLst>
          </p:cNvPr>
          <p:cNvSpPr>
            <a:spLocks noGrp="1"/>
          </p:cNvSpPr>
          <p:nvPr>
            <p:ph idx="1"/>
          </p:nvPr>
        </p:nvSpPr>
        <p:spPr/>
        <p:txBody>
          <a:bodyPr/>
          <a:lstStyle/>
          <a:p>
            <a:r>
              <a:rPr lang="en-US" b="0" i="0" dirty="0">
                <a:effectLst/>
                <a:latin typeface="Arial" panose="020B0604020202020204" pitchFamily="34" charset="0"/>
              </a:rPr>
              <a:t>To provide ''scientific proof" of </a:t>
            </a:r>
            <a:r>
              <a:rPr lang="en-US" b="0" i="0" dirty="0" err="1">
                <a:effectLst/>
                <a:latin typeface="Arial" panose="020B0604020202020204" pitchFamily="34" charset="0"/>
              </a:rPr>
              <a:t>aetiological</a:t>
            </a:r>
            <a:r>
              <a:rPr lang="en-US" b="0" i="0" dirty="0">
                <a:effectLst/>
                <a:latin typeface="Arial" panose="020B0604020202020204" pitchFamily="34" charset="0"/>
              </a:rPr>
              <a:t> (or risk) factors which may permit the modification or control of those diseases </a:t>
            </a:r>
          </a:p>
          <a:p>
            <a:r>
              <a:rPr lang="en-US" b="0" i="0" dirty="0">
                <a:effectLst/>
                <a:latin typeface="Arial" panose="020B0604020202020204" pitchFamily="34" charset="0"/>
              </a:rPr>
              <a:t>To provide a method of measuring the effectiveness and efficiency of health services for the prevention, control and treatment of disease and improve the health of the community.</a:t>
            </a:r>
            <a:endParaRPr lang="en-IN" dirty="0"/>
          </a:p>
        </p:txBody>
      </p:sp>
    </p:spTree>
    <p:extLst>
      <p:ext uri="{BB962C8B-B14F-4D97-AF65-F5344CB8AC3E}">
        <p14:creationId xmlns:p14="http://schemas.microsoft.com/office/powerpoint/2010/main" val="2791389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F4E79-8835-B160-5429-CD9AF07B242F}"/>
              </a:ext>
            </a:extLst>
          </p:cNvPr>
          <p:cNvSpPr>
            <a:spLocks noGrp="1"/>
          </p:cNvSpPr>
          <p:nvPr>
            <p:ph type="title"/>
          </p:nvPr>
        </p:nvSpPr>
        <p:spPr/>
        <p:txBody>
          <a:bodyPr/>
          <a:lstStyle/>
          <a:p>
            <a:r>
              <a:rPr lang="en-US" dirty="0"/>
              <a:t>Advantages &amp; Disadvantages</a:t>
            </a:r>
            <a:endParaRPr lang="en-IN" dirty="0"/>
          </a:p>
        </p:txBody>
      </p:sp>
      <p:sp>
        <p:nvSpPr>
          <p:cNvPr id="3" name="Content Placeholder 2">
            <a:extLst>
              <a:ext uri="{FF2B5EF4-FFF2-40B4-BE49-F238E27FC236}">
                <a16:creationId xmlns:a16="http://schemas.microsoft.com/office/drawing/2014/main" id="{EE728FD9-38B1-52EA-1452-1B59AFAF9E61}"/>
              </a:ext>
            </a:extLst>
          </p:cNvPr>
          <p:cNvSpPr>
            <a:spLocks noGrp="1"/>
          </p:cNvSpPr>
          <p:nvPr>
            <p:ph idx="1"/>
          </p:nvPr>
        </p:nvSpPr>
        <p:spPr/>
        <p:txBody>
          <a:bodyPr/>
          <a:lstStyle/>
          <a:p>
            <a:r>
              <a:rPr lang="en-US" b="0" i="0" dirty="0">
                <a:effectLst/>
                <a:latin typeface="Arial" panose="020B0604020202020204" pitchFamily="34" charset="0"/>
              </a:rPr>
              <a:t>All the advantages and disadvantages of the usual prospective cohort studies </a:t>
            </a:r>
            <a:endParaRPr lang="en-US" dirty="0">
              <a:latin typeface="Arial" panose="020B0604020202020204" pitchFamily="34" charset="0"/>
            </a:endParaRPr>
          </a:p>
          <a:p>
            <a:r>
              <a:rPr lang="en-US" b="0" i="0" dirty="0">
                <a:effectLst/>
                <a:latin typeface="Arial" panose="020B0604020202020204" pitchFamily="34" charset="0"/>
              </a:rPr>
              <a:t>Three additional problems namely cost, ethics and feasibility. </a:t>
            </a:r>
          </a:p>
          <a:p>
            <a:r>
              <a:rPr lang="en-US" b="0" i="0" dirty="0">
                <a:effectLst/>
                <a:latin typeface="Arial" panose="020B0604020202020204" pitchFamily="34" charset="0"/>
              </a:rPr>
              <a:t>Experimental studies have become a major area of epidemiological studies. </a:t>
            </a:r>
          </a:p>
          <a:p>
            <a:r>
              <a:rPr lang="en-US" b="0" i="0" dirty="0">
                <a:effectLst/>
                <a:latin typeface="Arial" panose="020B0604020202020204" pitchFamily="34" charset="0"/>
              </a:rPr>
              <a:t>They may be conducted in animals or human beings. </a:t>
            </a:r>
            <a:endParaRPr lang="en-IN" dirty="0"/>
          </a:p>
        </p:txBody>
      </p:sp>
    </p:spTree>
    <p:extLst>
      <p:ext uri="{BB962C8B-B14F-4D97-AF65-F5344CB8AC3E}">
        <p14:creationId xmlns:p14="http://schemas.microsoft.com/office/powerpoint/2010/main" val="4249409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206</Words>
  <Application>Microsoft Office PowerPoint</Application>
  <PresentationFormat>Widescreen</PresentationFormat>
  <Paragraphs>15</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Experimental Epidemiology</vt:lpstr>
      <vt:lpstr>Definition</vt:lpstr>
      <vt:lpstr>Experimental / Intervention</vt:lpstr>
      <vt:lpstr>AIM</vt:lpstr>
      <vt:lpstr>Advantages &amp; Disadvantages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Experimental Epidemiology</dc:title>
  <dc:creator>Ashima 27213</dc:creator>
  <cp:lastModifiedBy>Ashima 27213</cp:lastModifiedBy>
  <cp:revision>1</cp:revision>
  <dcterms:created xsi:type="dcterms:W3CDTF">2023-07-08T13:28:10Z</dcterms:created>
  <dcterms:modified xsi:type="dcterms:W3CDTF">2023-07-08T13:58:47Z</dcterms:modified>
</cp:coreProperties>
</file>