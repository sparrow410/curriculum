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48" r:id="rId2"/>
  </p:sldMasterIdLst>
  <p:sldIdLst>
    <p:sldId id="256" r:id="rId3"/>
    <p:sldId id="271" r:id="rId4"/>
    <p:sldId id="272" r:id="rId5"/>
    <p:sldId id="273" r:id="rId6"/>
    <p:sldId id="274" r:id="rId7"/>
    <p:sldId id="275" r:id="rId8"/>
    <p:sldId id="264" r:id="rId9"/>
    <p:sldId id="292" r:id="rId10"/>
    <p:sldId id="293" r:id="rId11"/>
    <p:sldId id="294" r:id="rId12"/>
    <p:sldId id="295" r:id="rId13"/>
    <p:sldId id="296" r:id="rId14"/>
    <p:sldId id="297" r:id="rId15"/>
    <p:sldId id="298" r:id="rId16"/>
    <p:sldId id="299" r:id="rId17"/>
    <p:sldId id="300" r:id="rId18"/>
    <p:sldId id="301" r:id="rId19"/>
    <p:sldId id="268" r:id="rId20"/>
    <p:sldId id="269" r:id="rId21"/>
    <p:sldId id="257" r:id="rId22"/>
    <p:sldId id="258" r:id="rId23"/>
    <p:sldId id="259" r:id="rId24"/>
    <p:sldId id="260" r:id="rId25"/>
    <p:sldId id="261" r:id="rId26"/>
    <p:sldId id="262" r:id="rId27"/>
    <p:sldId id="263" r:id="rId28"/>
    <p:sldId id="302" r:id="rId29"/>
    <p:sldId id="266" r:id="rId30"/>
    <p:sldId id="270"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9BADA8-F379-4E32-A3F5-7C82E1C68B47}" v="3" dt="2024-05-01T19:37:10.6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123" d="100"/>
          <a:sy n="123" d="100"/>
        </p:scale>
        <p:origin x="114"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ul maheshwari" userId="12cb43e2ca5f0d2c" providerId="LiveId" clId="{EF9BADA8-F379-4E32-A3F5-7C82E1C68B47}"/>
    <pc:docChg chg="custSel addSld delSld modSld">
      <pc:chgData name="mukul maheshwari" userId="12cb43e2ca5f0d2c" providerId="LiveId" clId="{EF9BADA8-F379-4E32-A3F5-7C82E1C68B47}" dt="2024-05-01T19:37:51.875" v="18" actId="207"/>
      <pc:docMkLst>
        <pc:docMk/>
      </pc:docMkLst>
      <pc:sldChg chg="modSp add mod">
        <pc:chgData name="mukul maheshwari" userId="12cb43e2ca5f0d2c" providerId="LiveId" clId="{EF9BADA8-F379-4E32-A3F5-7C82E1C68B47}" dt="2024-05-01T19:37:10.722" v="12" actId="27636"/>
        <pc:sldMkLst>
          <pc:docMk/>
          <pc:sldMk cId="1568449577" sldId="257"/>
        </pc:sldMkLst>
        <pc:spChg chg="mod">
          <ac:chgData name="mukul maheshwari" userId="12cb43e2ca5f0d2c" providerId="LiveId" clId="{EF9BADA8-F379-4E32-A3F5-7C82E1C68B47}" dt="2024-05-01T19:37:10.722" v="12" actId="27636"/>
          <ac:spMkLst>
            <pc:docMk/>
            <pc:sldMk cId="1568449577" sldId="257"/>
            <ac:spMk id="3" creationId="{ADC2E4BC-45F2-9040-D212-D4A4DFD2898D}"/>
          </ac:spMkLst>
        </pc:spChg>
      </pc:sldChg>
      <pc:sldChg chg="del">
        <pc:chgData name="mukul maheshwari" userId="12cb43e2ca5f0d2c" providerId="LiveId" clId="{EF9BADA8-F379-4E32-A3F5-7C82E1C68B47}" dt="2024-04-24T16:33:03.178" v="0" actId="2696"/>
        <pc:sldMkLst>
          <pc:docMk/>
          <pc:sldMk cId="4270413765" sldId="257"/>
        </pc:sldMkLst>
      </pc:sldChg>
      <pc:sldChg chg="modSp add mod">
        <pc:chgData name="mukul maheshwari" userId="12cb43e2ca5f0d2c" providerId="LiveId" clId="{EF9BADA8-F379-4E32-A3F5-7C82E1C68B47}" dt="2024-05-01T19:37:10.800" v="13" actId="27636"/>
        <pc:sldMkLst>
          <pc:docMk/>
          <pc:sldMk cId="1322039736" sldId="258"/>
        </pc:sldMkLst>
        <pc:spChg chg="mod">
          <ac:chgData name="mukul maheshwari" userId="12cb43e2ca5f0d2c" providerId="LiveId" clId="{EF9BADA8-F379-4E32-A3F5-7C82E1C68B47}" dt="2024-05-01T19:37:10.800" v="13" actId="27636"/>
          <ac:spMkLst>
            <pc:docMk/>
            <pc:sldMk cId="1322039736" sldId="258"/>
            <ac:spMk id="3" creationId="{AF334853-CD26-66D0-0D5A-884ED21EEBB1}"/>
          </ac:spMkLst>
        </pc:spChg>
      </pc:sldChg>
      <pc:sldChg chg="del">
        <pc:chgData name="mukul maheshwari" userId="12cb43e2ca5f0d2c" providerId="LiveId" clId="{EF9BADA8-F379-4E32-A3F5-7C82E1C68B47}" dt="2024-04-24T16:33:03.178" v="0" actId="2696"/>
        <pc:sldMkLst>
          <pc:docMk/>
          <pc:sldMk cId="4239410958" sldId="258"/>
        </pc:sldMkLst>
      </pc:sldChg>
      <pc:sldChg chg="del">
        <pc:chgData name="mukul maheshwari" userId="12cb43e2ca5f0d2c" providerId="LiveId" clId="{EF9BADA8-F379-4E32-A3F5-7C82E1C68B47}" dt="2024-04-24T16:33:03.178" v="0" actId="2696"/>
        <pc:sldMkLst>
          <pc:docMk/>
          <pc:sldMk cId="841615053" sldId="259"/>
        </pc:sldMkLst>
      </pc:sldChg>
      <pc:sldChg chg="add">
        <pc:chgData name="mukul maheshwari" userId="12cb43e2ca5f0d2c" providerId="LiveId" clId="{EF9BADA8-F379-4E32-A3F5-7C82E1C68B47}" dt="2024-05-01T19:37:10.659" v="11"/>
        <pc:sldMkLst>
          <pc:docMk/>
          <pc:sldMk cId="3286226524" sldId="259"/>
        </pc:sldMkLst>
      </pc:sldChg>
      <pc:sldChg chg="add">
        <pc:chgData name="mukul maheshwari" userId="12cb43e2ca5f0d2c" providerId="LiveId" clId="{EF9BADA8-F379-4E32-A3F5-7C82E1C68B47}" dt="2024-05-01T19:37:10.659" v="11"/>
        <pc:sldMkLst>
          <pc:docMk/>
          <pc:sldMk cId="314871845" sldId="260"/>
        </pc:sldMkLst>
      </pc:sldChg>
      <pc:sldChg chg="del">
        <pc:chgData name="mukul maheshwari" userId="12cb43e2ca5f0d2c" providerId="LiveId" clId="{EF9BADA8-F379-4E32-A3F5-7C82E1C68B47}" dt="2024-04-24T16:33:03.178" v="0" actId="2696"/>
        <pc:sldMkLst>
          <pc:docMk/>
          <pc:sldMk cId="1348884429" sldId="260"/>
        </pc:sldMkLst>
      </pc:sldChg>
      <pc:sldChg chg="modSp add mod">
        <pc:chgData name="mukul maheshwari" userId="12cb43e2ca5f0d2c" providerId="LiveId" clId="{EF9BADA8-F379-4E32-A3F5-7C82E1C68B47}" dt="2024-05-01T19:37:10.831" v="14" actId="27636"/>
        <pc:sldMkLst>
          <pc:docMk/>
          <pc:sldMk cId="296770790" sldId="261"/>
        </pc:sldMkLst>
        <pc:spChg chg="mod">
          <ac:chgData name="mukul maheshwari" userId="12cb43e2ca5f0d2c" providerId="LiveId" clId="{EF9BADA8-F379-4E32-A3F5-7C82E1C68B47}" dt="2024-05-01T19:37:10.831" v="14" actId="27636"/>
          <ac:spMkLst>
            <pc:docMk/>
            <pc:sldMk cId="296770790" sldId="261"/>
            <ac:spMk id="3" creationId="{6F37F95C-963E-F77C-95D1-A1BBDA8CE99D}"/>
          </ac:spMkLst>
        </pc:spChg>
      </pc:sldChg>
      <pc:sldChg chg="del">
        <pc:chgData name="mukul maheshwari" userId="12cb43e2ca5f0d2c" providerId="LiveId" clId="{EF9BADA8-F379-4E32-A3F5-7C82E1C68B47}" dt="2024-04-24T16:33:03.178" v="0" actId="2696"/>
        <pc:sldMkLst>
          <pc:docMk/>
          <pc:sldMk cId="3790104965" sldId="261"/>
        </pc:sldMkLst>
      </pc:sldChg>
      <pc:sldChg chg="del">
        <pc:chgData name="mukul maheshwari" userId="12cb43e2ca5f0d2c" providerId="LiveId" clId="{EF9BADA8-F379-4E32-A3F5-7C82E1C68B47}" dt="2024-04-24T16:33:03.178" v="0" actId="2696"/>
        <pc:sldMkLst>
          <pc:docMk/>
          <pc:sldMk cId="180156922" sldId="262"/>
        </pc:sldMkLst>
      </pc:sldChg>
      <pc:sldChg chg="modSp add mod">
        <pc:chgData name="mukul maheshwari" userId="12cb43e2ca5f0d2c" providerId="LiveId" clId="{EF9BADA8-F379-4E32-A3F5-7C82E1C68B47}" dt="2024-05-01T19:37:10.862" v="15" actId="27636"/>
        <pc:sldMkLst>
          <pc:docMk/>
          <pc:sldMk cId="1397880192" sldId="262"/>
        </pc:sldMkLst>
        <pc:spChg chg="mod">
          <ac:chgData name="mukul maheshwari" userId="12cb43e2ca5f0d2c" providerId="LiveId" clId="{EF9BADA8-F379-4E32-A3F5-7C82E1C68B47}" dt="2024-05-01T19:37:10.862" v="15" actId="27636"/>
          <ac:spMkLst>
            <pc:docMk/>
            <pc:sldMk cId="1397880192" sldId="262"/>
            <ac:spMk id="3" creationId="{05D74D8A-FAAF-91C4-F21C-05984E9955C9}"/>
          </ac:spMkLst>
        </pc:spChg>
      </pc:sldChg>
      <pc:sldChg chg="modSp add mod">
        <pc:chgData name="mukul maheshwari" userId="12cb43e2ca5f0d2c" providerId="LiveId" clId="{EF9BADA8-F379-4E32-A3F5-7C82E1C68B47}" dt="2024-05-01T19:37:10.878" v="16" actId="27636"/>
        <pc:sldMkLst>
          <pc:docMk/>
          <pc:sldMk cId="769766218" sldId="263"/>
        </pc:sldMkLst>
        <pc:spChg chg="mod">
          <ac:chgData name="mukul maheshwari" userId="12cb43e2ca5f0d2c" providerId="LiveId" clId="{EF9BADA8-F379-4E32-A3F5-7C82E1C68B47}" dt="2024-05-01T19:37:10.878" v="16" actId="27636"/>
          <ac:spMkLst>
            <pc:docMk/>
            <pc:sldMk cId="769766218" sldId="263"/>
            <ac:spMk id="3" creationId="{BCC5D8CD-C614-65DC-F2B2-87D474B4B83A}"/>
          </ac:spMkLst>
        </pc:spChg>
      </pc:sldChg>
      <pc:sldChg chg="del">
        <pc:chgData name="mukul maheshwari" userId="12cb43e2ca5f0d2c" providerId="LiveId" clId="{EF9BADA8-F379-4E32-A3F5-7C82E1C68B47}" dt="2024-04-24T16:33:03.178" v="0" actId="2696"/>
        <pc:sldMkLst>
          <pc:docMk/>
          <pc:sldMk cId="2468345553" sldId="263"/>
        </pc:sldMkLst>
      </pc:sldChg>
      <pc:sldChg chg="modSp add del mod">
        <pc:chgData name="mukul maheshwari" userId="12cb43e2ca5f0d2c" providerId="LiveId" clId="{EF9BADA8-F379-4E32-A3F5-7C82E1C68B47}" dt="2024-05-01T19:34:26.758" v="10" actId="400"/>
        <pc:sldMkLst>
          <pc:docMk/>
          <pc:sldMk cId="1757916277" sldId="264"/>
        </pc:sldMkLst>
        <pc:spChg chg="mod">
          <ac:chgData name="mukul maheshwari" userId="12cb43e2ca5f0d2c" providerId="LiveId" clId="{EF9BADA8-F379-4E32-A3F5-7C82E1C68B47}" dt="2024-05-01T19:34:26.758" v="10" actId="400"/>
          <ac:spMkLst>
            <pc:docMk/>
            <pc:sldMk cId="1757916277" sldId="264"/>
            <ac:spMk id="3" creationId="{C5F2372E-8A92-D2EC-CDA6-6D5E61415D4D}"/>
          </ac:spMkLst>
        </pc:spChg>
      </pc:sldChg>
      <pc:sldChg chg="del">
        <pc:chgData name="mukul maheshwari" userId="12cb43e2ca5f0d2c" providerId="LiveId" clId="{EF9BADA8-F379-4E32-A3F5-7C82E1C68B47}" dt="2024-04-24T16:33:03.178" v="0" actId="2696"/>
        <pc:sldMkLst>
          <pc:docMk/>
          <pc:sldMk cId="3426617211" sldId="265"/>
        </pc:sldMkLst>
      </pc:sldChg>
      <pc:sldChg chg="add">
        <pc:chgData name="mukul maheshwari" userId="12cb43e2ca5f0d2c" providerId="LiveId" clId="{EF9BADA8-F379-4E32-A3F5-7C82E1C68B47}" dt="2024-05-01T19:37:10.659" v="11"/>
        <pc:sldMkLst>
          <pc:docMk/>
          <pc:sldMk cId="620083618" sldId="266"/>
        </pc:sldMkLst>
      </pc:sldChg>
      <pc:sldChg chg="del">
        <pc:chgData name="mukul maheshwari" userId="12cb43e2ca5f0d2c" providerId="LiveId" clId="{EF9BADA8-F379-4E32-A3F5-7C82E1C68B47}" dt="2024-04-24T16:33:03.178" v="0" actId="2696"/>
        <pc:sldMkLst>
          <pc:docMk/>
          <pc:sldMk cId="953734324" sldId="266"/>
        </pc:sldMkLst>
      </pc:sldChg>
      <pc:sldChg chg="del">
        <pc:chgData name="mukul maheshwari" userId="12cb43e2ca5f0d2c" providerId="LiveId" clId="{EF9BADA8-F379-4E32-A3F5-7C82E1C68B47}" dt="2024-04-24T16:33:03.178" v="0" actId="2696"/>
        <pc:sldMkLst>
          <pc:docMk/>
          <pc:sldMk cId="1387945338" sldId="267"/>
        </pc:sldMkLst>
      </pc:sldChg>
      <pc:sldChg chg="add">
        <pc:chgData name="mukul maheshwari" userId="12cb43e2ca5f0d2c" providerId="LiveId" clId="{EF9BADA8-F379-4E32-A3F5-7C82E1C68B47}" dt="2024-05-01T19:32:53.079" v="1"/>
        <pc:sldMkLst>
          <pc:docMk/>
          <pc:sldMk cId="4270413765" sldId="292"/>
        </pc:sldMkLst>
      </pc:sldChg>
      <pc:sldChg chg="add">
        <pc:chgData name="mukul maheshwari" userId="12cb43e2ca5f0d2c" providerId="LiveId" clId="{EF9BADA8-F379-4E32-A3F5-7C82E1C68B47}" dt="2024-05-01T19:32:53.079" v="1"/>
        <pc:sldMkLst>
          <pc:docMk/>
          <pc:sldMk cId="4239410958" sldId="293"/>
        </pc:sldMkLst>
      </pc:sldChg>
      <pc:sldChg chg="add">
        <pc:chgData name="mukul maheshwari" userId="12cb43e2ca5f0d2c" providerId="LiveId" clId="{EF9BADA8-F379-4E32-A3F5-7C82E1C68B47}" dt="2024-05-01T19:32:53.079" v="1"/>
        <pc:sldMkLst>
          <pc:docMk/>
          <pc:sldMk cId="3790104965" sldId="294"/>
        </pc:sldMkLst>
      </pc:sldChg>
      <pc:sldChg chg="modSp add mod">
        <pc:chgData name="mukul maheshwari" userId="12cb43e2ca5f0d2c" providerId="LiveId" clId="{EF9BADA8-F379-4E32-A3F5-7C82E1C68B47}" dt="2024-05-01T19:32:53.360" v="3" actId="27636"/>
        <pc:sldMkLst>
          <pc:docMk/>
          <pc:sldMk cId="841615053" sldId="295"/>
        </pc:sldMkLst>
        <pc:spChg chg="mod">
          <ac:chgData name="mukul maheshwari" userId="12cb43e2ca5f0d2c" providerId="LiveId" clId="{EF9BADA8-F379-4E32-A3F5-7C82E1C68B47}" dt="2024-05-01T19:32:53.360" v="3" actId="27636"/>
          <ac:spMkLst>
            <pc:docMk/>
            <pc:sldMk cId="841615053" sldId="295"/>
            <ac:spMk id="2" creationId="{023DB25B-D5BB-2061-4F68-94AF3C6670FE}"/>
          </ac:spMkLst>
        </pc:spChg>
        <pc:spChg chg="mod">
          <ac:chgData name="mukul maheshwari" userId="12cb43e2ca5f0d2c" providerId="LiveId" clId="{EF9BADA8-F379-4E32-A3F5-7C82E1C68B47}" dt="2024-05-01T19:32:53.344" v="2" actId="27636"/>
          <ac:spMkLst>
            <pc:docMk/>
            <pc:sldMk cId="841615053" sldId="295"/>
            <ac:spMk id="3" creationId="{219E7CAC-CBB2-50EE-9C03-5994F7B7C799}"/>
          </ac:spMkLst>
        </pc:spChg>
      </pc:sldChg>
      <pc:sldChg chg="modSp add mod">
        <pc:chgData name="mukul maheshwari" userId="12cb43e2ca5f0d2c" providerId="LiveId" clId="{EF9BADA8-F379-4E32-A3F5-7C82E1C68B47}" dt="2024-05-01T19:32:53.360" v="4" actId="27636"/>
        <pc:sldMkLst>
          <pc:docMk/>
          <pc:sldMk cId="1348884429" sldId="296"/>
        </pc:sldMkLst>
        <pc:spChg chg="mod">
          <ac:chgData name="mukul maheshwari" userId="12cb43e2ca5f0d2c" providerId="LiveId" clId="{EF9BADA8-F379-4E32-A3F5-7C82E1C68B47}" dt="2024-05-01T19:32:53.360" v="4" actId="27636"/>
          <ac:spMkLst>
            <pc:docMk/>
            <pc:sldMk cId="1348884429" sldId="296"/>
            <ac:spMk id="2" creationId="{8B59815A-987B-2658-8453-83FADCBE205C}"/>
          </ac:spMkLst>
        </pc:spChg>
      </pc:sldChg>
      <pc:sldChg chg="modSp add mod">
        <pc:chgData name="mukul maheshwari" userId="12cb43e2ca5f0d2c" providerId="LiveId" clId="{EF9BADA8-F379-4E32-A3F5-7C82E1C68B47}" dt="2024-05-01T19:32:53.391" v="6" actId="27636"/>
        <pc:sldMkLst>
          <pc:docMk/>
          <pc:sldMk cId="180156922" sldId="297"/>
        </pc:sldMkLst>
        <pc:spChg chg="mod">
          <ac:chgData name="mukul maheshwari" userId="12cb43e2ca5f0d2c" providerId="LiveId" clId="{EF9BADA8-F379-4E32-A3F5-7C82E1C68B47}" dt="2024-05-01T19:32:53.376" v="5" actId="27636"/>
          <ac:spMkLst>
            <pc:docMk/>
            <pc:sldMk cId="180156922" sldId="297"/>
            <ac:spMk id="2" creationId="{8B59815A-987B-2658-8453-83FADCBE205C}"/>
          </ac:spMkLst>
        </pc:spChg>
        <pc:spChg chg="mod">
          <ac:chgData name="mukul maheshwari" userId="12cb43e2ca5f0d2c" providerId="LiveId" clId="{EF9BADA8-F379-4E32-A3F5-7C82E1C68B47}" dt="2024-05-01T19:32:53.391" v="6" actId="27636"/>
          <ac:spMkLst>
            <pc:docMk/>
            <pc:sldMk cId="180156922" sldId="297"/>
            <ac:spMk id="3" creationId="{A8EAC9A8-4C9C-4FF7-C50D-2C6B1B01C381}"/>
          </ac:spMkLst>
        </pc:spChg>
      </pc:sldChg>
      <pc:sldChg chg="modSp add mod">
        <pc:chgData name="mukul maheshwari" userId="12cb43e2ca5f0d2c" providerId="LiveId" clId="{EF9BADA8-F379-4E32-A3F5-7C82E1C68B47}" dt="2024-05-01T19:32:53.407" v="7" actId="27636"/>
        <pc:sldMkLst>
          <pc:docMk/>
          <pc:sldMk cId="2468345553" sldId="298"/>
        </pc:sldMkLst>
        <pc:spChg chg="mod">
          <ac:chgData name="mukul maheshwari" userId="12cb43e2ca5f0d2c" providerId="LiveId" clId="{EF9BADA8-F379-4E32-A3F5-7C82E1C68B47}" dt="2024-05-01T19:32:53.407" v="7" actId="27636"/>
          <ac:spMkLst>
            <pc:docMk/>
            <pc:sldMk cId="2468345553" sldId="298"/>
            <ac:spMk id="3" creationId="{BF4D1BC9-88D1-776B-B8F4-9DDFBE1AB220}"/>
          </ac:spMkLst>
        </pc:spChg>
      </pc:sldChg>
      <pc:sldChg chg="add">
        <pc:chgData name="mukul maheshwari" userId="12cb43e2ca5f0d2c" providerId="LiveId" clId="{EF9BADA8-F379-4E32-A3F5-7C82E1C68B47}" dt="2024-05-01T19:32:53.079" v="1"/>
        <pc:sldMkLst>
          <pc:docMk/>
          <pc:sldMk cId="3426617211" sldId="299"/>
        </pc:sldMkLst>
      </pc:sldChg>
      <pc:sldChg chg="modSp add mod">
        <pc:chgData name="mukul maheshwari" userId="12cb43e2ca5f0d2c" providerId="LiveId" clId="{EF9BADA8-F379-4E32-A3F5-7C82E1C68B47}" dt="2024-05-01T19:37:51.875" v="18" actId="207"/>
        <pc:sldMkLst>
          <pc:docMk/>
          <pc:sldMk cId="953734324" sldId="300"/>
        </pc:sldMkLst>
        <pc:graphicFrameChg chg="modGraphic">
          <ac:chgData name="mukul maheshwari" userId="12cb43e2ca5f0d2c" providerId="LiveId" clId="{EF9BADA8-F379-4E32-A3F5-7C82E1C68B47}" dt="2024-05-01T19:37:51.875" v="18" actId="207"/>
          <ac:graphicFrameMkLst>
            <pc:docMk/>
            <pc:sldMk cId="953734324" sldId="300"/>
            <ac:graphicFrameMk id="5" creationId="{2457DDF4-0A9F-C498-E31C-0745F1C2D091}"/>
          </ac:graphicFrameMkLst>
        </pc:graphicFrameChg>
      </pc:sldChg>
      <pc:sldChg chg="modSp add mod">
        <pc:chgData name="mukul maheshwari" userId="12cb43e2ca5f0d2c" providerId="LiveId" clId="{EF9BADA8-F379-4E32-A3F5-7C82E1C68B47}" dt="2024-05-01T19:32:53.469" v="8" actId="27636"/>
        <pc:sldMkLst>
          <pc:docMk/>
          <pc:sldMk cId="1387945338" sldId="301"/>
        </pc:sldMkLst>
        <pc:spChg chg="mod">
          <ac:chgData name="mukul maheshwari" userId="12cb43e2ca5f0d2c" providerId="LiveId" clId="{EF9BADA8-F379-4E32-A3F5-7C82E1C68B47}" dt="2024-05-01T19:32:53.469" v="8" actId="27636"/>
          <ac:spMkLst>
            <pc:docMk/>
            <pc:sldMk cId="1387945338" sldId="301"/>
            <ac:spMk id="3" creationId="{9122E629-C89F-AC80-4E61-8B7ADF5A30E7}"/>
          </ac:spMkLst>
        </pc:spChg>
      </pc:sldChg>
      <pc:sldChg chg="modSp add mod">
        <pc:chgData name="mukul maheshwari" userId="12cb43e2ca5f0d2c" providerId="LiveId" clId="{EF9BADA8-F379-4E32-A3F5-7C82E1C68B47}" dt="2024-05-01T19:37:10.909" v="17" actId="27636"/>
        <pc:sldMkLst>
          <pc:docMk/>
          <pc:sldMk cId="2024780208" sldId="302"/>
        </pc:sldMkLst>
        <pc:spChg chg="mod">
          <ac:chgData name="mukul maheshwari" userId="12cb43e2ca5f0d2c" providerId="LiveId" clId="{EF9BADA8-F379-4E32-A3F5-7C82E1C68B47}" dt="2024-05-01T19:37:10.909" v="17" actId="27636"/>
          <ac:spMkLst>
            <pc:docMk/>
            <pc:sldMk cId="2024780208" sldId="302"/>
            <ac:spMk id="3" creationId="{CFB66070-5C24-E5C6-519F-D83EF9D9ED43}"/>
          </ac:spMkLst>
        </pc:spChg>
      </pc:sldChg>
    </pc:docChg>
  </pc:docChgLst>
  <pc:docChgLst>
    <pc:chgData name="Yetndera Singh Patel" userId="c5e60ef74df8834e" providerId="Windows Live" clId="Web-{68CF778D-2E4B-48C6-B56A-F71F812955A2}"/>
    <pc:docChg chg="modSld">
      <pc:chgData name="Yetndera Singh Patel" userId="c5e60ef74df8834e" providerId="Windows Live" clId="Web-{68CF778D-2E4B-48C6-B56A-F71F812955A2}" dt="2023-06-12T17:00:47.567" v="0" actId="1076"/>
      <pc:docMkLst>
        <pc:docMk/>
      </pc:docMkLst>
      <pc:sldChg chg="modSp">
        <pc:chgData name="Yetndera Singh Patel" userId="c5e60ef74df8834e" providerId="Windows Live" clId="Web-{68CF778D-2E4B-48C6-B56A-F71F812955A2}" dt="2023-06-12T17:00:47.567" v="0" actId="1076"/>
        <pc:sldMkLst>
          <pc:docMk/>
          <pc:sldMk cId="1229216060" sldId="256"/>
        </pc:sldMkLst>
        <pc:picChg chg="mod">
          <ac:chgData name="Yetndera Singh Patel" userId="c5e60ef74df8834e" providerId="Windows Live" clId="Web-{68CF778D-2E4B-48C6-B56A-F71F812955A2}" dt="2023-06-12T17:00:47.567" v="0" actId="1076"/>
          <ac:picMkLst>
            <pc:docMk/>
            <pc:sldMk cId="1229216060" sldId="256"/>
            <ac:picMk id="4" creationId="{728649A2-A332-143E-7889-839083A52480}"/>
          </ac:picMkLst>
        </pc:pic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CAEC8B7-25B2-46FE-AC30-6A9F0BC0849E}" type="doc">
      <dgm:prSet loTypeId="urn:microsoft.com/office/officeart/2016/7/layout/LinearBlockProcessNumbered" loCatId="process" qsTypeId="urn:microsoft.com/office/officeart/2005/8/quickstyle/simple1" qsCatId="simple" csTypeId="urn:microsoft.com/office/officeart/2005/8/colors/accent3_2" csCatId="accent3" phldr="1"/>
      <dgm:spPr/>
      <dgm:t>
        <a:bodyPr/>
        <a:lstStyle/>
        <a:p>
          <a:endParaRPr lang="en-US"/>
        </a:p>
      </dgm:t>
    </dgm:pt>
    <dgm:pt modelId="{3FF1C4C1-5FEE-4890-A4EF-4F7BA71B0EBF}">
      <dgm:prSet custT="1"/>
      <dgm:spPr/>
      <dgm:t>
        <a:bodyPr/>
        <a:lstStyle/>
        <a:p>
          <a:r>
            <a:rPr lang="en-US" sz="2400" dirty="0">
              <a:solidFill>
                <a:schemeClr val="tx1"/>
              </a:solidFill>
              <a:latin typeface="Times New Roman" panose="02020603050405020304" pitchFamily="18" charset="0"/>
              <a:cs typeface="Times New Roman" panose="02020603050405020304" pitchFamily="18" charset="0"/>
            </a:rPr>
            <a:t>Population / Patient</a:t>
          </a:r>
        </a:p>
      </dgm:t>
    </dgm:pt>
    <dgm:pt modelId="{671C6CE6-E2F6-46FB-B8CB-FCE7779C18A0}" type="parTrans" cxnId="{0784A501-0832-4C46-B542-EB174F49EBB5}">
      <dgm:prSet/>
      <dgm:spPr/>
      <dgm:t>
        <a:bodyPr/>
        <a:lstStyle/>
        <a:p>
          <a:endParaRPr lang="en-US" sz="2000">
            <a:solidFill>
              <a:schemeClr val="tx1"/>
            </a:solidFill>
            <a:latin typeface="Times New Roman" panose="02020603050405020304" pitchFamily="18" charset="0"/>
            <a:cs typeface="Times New Roman" panose="02020603050405020304" pitchFamily="18" charset="0"/>
          </a:endParaRPr>
        </a:p>
      </dgm:t>
    </dgm:pt>
    <dgm:pt modelId="{D5C1E8CB-459F-4343-973C-616B74F0A4B1}" type="sibTrans" cxnId="{0784A501-0832-4C46-B542-EB174F49EBB5}">
      <dgm:prSet phldrT="01" custT="1"/>
      <dgm:spPr/>
      <dgm:t>
        <a:bodyPr/>
        <a:lstStyle/>
        <a:p>
          <a:r>
            <a:rPr lang="en-US" sz="4000">
              <a:solidFill>
                <a:schemeClr val="tx1"/>
              </a:solidFill>
              <a:latin typeface="Times New Roman" panose="02020603050405020304" pitchFamily="18" charset="0"/>
              <a:cs typeface="Times New Roman" panose="02020603050405020304" pitchFamily="18" charset="0"/>
            </a:rPr>
            <a:t>P</a:t>
          </a:r>
          <a:endParaRPr lang="en-US" sz="4000" dirty="0">
            <a:solidFill>
              <a:schemeClr val="tx1"/>
            </a:solidFill>
            <a:latin typeface="Times New Roman" panose="02020603050405020304" pitchFamily="18" charset="0"/>
            <a:cs typeface="Times New Roman" panose="02020603050405020304" pitchFamily="18" charset="0"/>
          </a:endParaRPr>
        </a:p>
      </dgm:t>
    </dgm:pt>
    <dgm:pt modelId="{AC0ED972-138A-4F11-AAB2-E2236A01F5BE}">
      <dgm:prSet custT="1"/>
      <dgm:spPr/>
      <dgm:t>
        <a:bodyPr/>
        <a:lstStyle/>
        <a:p>
          <a:r>
            <a:rPr lang="en-US" sz="2400">
              <a:solidFill>
                <a:schemeClr val="tx1"/>
              </a:solidFill>
              <a:latin typeface="Times New Roman" panose="02020603050405020304" pitchFamily="18" charset="0"/>
              <a:cs typeface="Times New Roman" panose="02020603050405020304" pitchFamily="18" charset="0"/>
            </a:rPr>
            <a:t>Intervention / exposure</a:t>
          </a:r>
        </a:p>
      </dgm:t>
    </dgm:pt>
    <dgm:pt modelId="{1711847F-5C24-4D04-A90A-469D89D454AA}" type="parTrans" cxnId="{7B4B40BB-2ADD-4767-9EB6-D11F17720D70}">
      <dgm:prSet/>
      <dgm:spPr/>
      <dgm:t>
        <a:bodyPr/>
        <a:lstStyle/>
        <a:p>
          <a:endParaRPr lang="en-US" sz="2000">
            <a:solidFill>
              <a:schemeClr val="tx1"/>
            </a:solidFill>
            <a:latin typeface="Times New Roman" panose="02020603050405020304" pitchFamily="18" charset="0"/>
            <a:cs typeface="Times New Roman" panose="02020603050405020304" pitchFamily="18" charset="0"/>
          </a:endParaRPr>
        </a:p>
      </dgm:t>
    </dgm:pt>
    <dgm:pt modelId="{A1F3C84E-CF8F-4074-B359-2A90D8FAFCC1}" type="sibTrans" cxnId="{7B4B40BB-2ADD-4767-9EB6-D11F17720D70}">
      <dgm:prSet phldrT="02" custT="1"/>
      <dgm:spPr/>
      <dgm:t>
        <a:bodyPr/>
        <a:lstStyle/>
        <a:p>
          <a:r>
            <a:rPr lang="en-US" sz="4000">
              <a:solidFill>
                <a:schemeClr val="tx1"/>
              </a:solidFill>
              <a:latin typeface="Times New Roman" panose="02020603050405020304" pitchFamily="18" charset="0"/>
              <a:cs typeface="Times New Roman" panose="02020603050405020304" pitchFamily="18" charset="0"/>
            </a:rPr>
            <a:t>I</a:t>
          </a:r>
          <a:endParaRPr lang="en-US" sz="4000" dirty="0">
            <a:solidFill>
              <a:schemeClr val="tx1"/>
            </a:solidFill>
            <a:latin typeface="Times New Roman" panose="02020603050405020304" pitchFamily="18" charset="0"/>
            <a:cs typeface="Times New Roman" panose="02020603050405020304" pitchFamily="18" charset="0"/>
          </a:endParaRPr>
        </a:p>
      </dgm:t>
    </dgm:pt>
    <dgm:pt modelId="{D85009F8-AD27-4CFC-A730-C3234464A185}">
      <dgm:prSet custT="1"/>
      <dgm:spPr/>
      <dgm:t>
        <a:bodyPr/>
        <a:lstStyle/>
        <a:p>
          <a:r>
            <a:rPr lang="en-US" sz="2400">
              <a:solidFill>
                <a:schemeClr val="tx1"/>
              </a:solidFill>
              <a:latin typeface="Times New Roman" panose="02020603050405020304" pitchFamily="18" charset="0"/>
              <a:cs typeface="Times New Roman" panose="02020603050405020304" pitchFamily="18" charset="0"/>
            </a:rPr>
            <a:t>Comparison</a:t>
          </a:r>
        </a:p>
      </dgm:t>
    </dgm:pt>
    <dgm:pt modelId="{ADA713EC-A52B-41B9-A73D-B59726CB6DA5}" type="parTrans" cxnId="{A388637A-94AE-4F41-AF22-10DBBC878A1C}">
      <dgm:prSet/>
      <dgm:spPr/>
      <dgm:t>
        <a:bodyPr/>
        <a:lstStyle/>
        <a:p>
          <a:endParaRPr lang="en-US" sz="2000">
            <a:solidFill>
              <a:schemeClr val="tx1"/>
            </a:solidFill>
            <a:latin typeface="Times New Roman" panose="02020603050405020304" pitchFamily="18" charset="0"/>
            <a:cs typeface="Times New Roman" panose="02020603050405020304" pitchFamily="18" charset="0"/>
          </a:endParaRPr>
        </a:p>
      </dgm:t>
    </dgm:pt>
    <dgm:pt modelId="{A8748915-4577-48EC-8E5D-606897153BD7}" type="sibTrans" cxnId="{A388637A-94AE-4F41-AF22-10DBBC878A1C}">
      <dgm:prSet phldrT="03" custT="1"/>
      <dgm:spPr/>
      <dgm:t>
        <a:bodyPr/>
        <a:lstStyle/>
        <a:p>
          <a:r>
            <a:rPr lang="en-US" sz="4000">
              <a:solidFill>
                <a:schemeClr val="tx1"/>
              </a:solidFill>
              <a:latin typeface="Times New Roman" panose="02020603050405020304" pitchFamily="18" charset="0"/>
              <a:cs typeface="Times New Roman" panose="02020603050405020304" pitchFamily="18" charset="0"/>
            </a:rPr>
            <a:t>C</a:t>
          </a:r>
          <a:endParaRPr lang="en-US" sz="4000" dirty="0">
            <a:solidFill>
              <a:schemeClr val="tx1"/>
            </a:solidFill>
            <a:latin typeface="Times New Roman" panose="02020603050405020304" pitchFamily="18" charset="0"/>
            <a:cs typeface="Times New Roman" panose="02020603050405020304" pitchFamily="18" charset="0"/>
          </a:endParaRPr>
        </a:p>
      </dgm:t>
    </dgm:pt>
    <dgm:pt modelId="{EBEA9FA0-0099-4130-B2E4-B4B11A671F15}">
      <dgm:prSet custT="1"/>
      <dgm:spPr/>
      <dgm:t>
        <a:bodyPr/>
        <a:lstStyle/>
        <a:p>
          <a:r>
            <a:rPr lang="en-US" sz="2400">
              <a:solidFill>
                <a:schemeClr val="tx1"/>
              </a:solidFill>
              <a:latin typeface="Times New Roman" panose="02020603050405020304" pitchFamily="18" charset="0"/>
              <a:cs typeface="Times New Roman" panose="02020603050405020304" pitchFamily="18" charset="0"/>
            </a:rPr>
            <a:t>Outcome</a:t>
          </a:r>
        </a:p>
      </dgm:t>
    </dgm:pt>
    <dgm:pt modelId="{0F5E17D9-E065-48FE-954C-D01321C920D7}" type="parTrans" cxnId="{CE805F32-2EDF-47A4-AD98-27A345F82516}">
      <dgm:prSet/>
      <dgm:spPr/>
      <dgm:t>
        <a:bodyPr/>
        <a:lstStyle/>
        <a:p>
          <a:endParaRPr lang="en-US" sz="2000">
            <a:solidFill>
              <a:schemeClr val="tx1"/>
            </a:solidFill>
            <a:latin typeface="Times New Roman" panose="02020603050405020304" pitchFamily="18" charset="0"/>
            <a:cs typeface="Times New Roman" panose="02020603050405020304" pitchFamily="18" charset="0"/>
          </a:endParaRPr>
        </a:p>
      </dgm:t>
    </dgm:pt>
    <dgm:pt modelId="{62FC06B9-D7D4-45C0-82BD-1B6CFDF559DD}" type="sibTrans" cxnId="{CE805F32-2EDF-47A4-AD98-27A345F82516}">
      <dgm:prSet phldrT="04" custT="1"/>
      <dgm:spPr/>
      <dgm:t>
        <a:bodyPr/>
        <a:lstStyle/>
        <a:p>
          <a:r>
            <a:rPr lang="en-US" sz="4000">
              <a:solidFill>
                <a:schemeClr val="tx1"/>
              </a:solidFill>
              <a:latin typeface="Times New Roman" panose="02020603050405020304" pitchFamily="18" charset="0"/>
              <a:cs typeface="Times New Roman" panose="02020603050405020304" pitchFamily="18" charset="0"/>
            </a:rPr>
            <a:t>O</a:t>
          </a:r>
          <a:endParaRPr lang="en-US" sz="4000" dirty="0">
            <a:solidFill>
              <a:schemeClr val="tx1"/>
            </a:solidFill>
            <a:latin typeface="Times New Roman" panose="02020603050405020304" pitchFamily="18" charset="0"/>
            <a:cs typeface="Times New Roman" panose="02020603050405020304" pitchFamily="18" charset="0"/>
          </a:endParaRPr>
        </a:p>
      </dgm:t>
    </dgm:pt>
    <dgm:pt modelId="{121E63DF-0074-4B91-831D-1D17AB841050}">
      <dgm:prSet custT="1"/>
      <dgm:spPr/>
      <dgm:t>
        <a:bodyPr/>
        <a:lstStyle/>
        <a:p>
          <a:r>
            <a:rPr lang="en-US" sz="2400">
              <a:solidFill>
                <a:schemeClr val="tx1"/>
              </a:solidFill>
              <a:latin typeface="Times New Roman" panose="02020603050405020304" pitchFamily="18" charset="0"/>
              <a:cs typeface="Times New Roman" panose="02020603050405020304" pitchFamily="18" charset="0"/>
            </a:rPr>
            <a:t>Time</a:t>
          </a:r>
        </a:p>
      </dgm:t>
    </dgm:pt>
    <dgm:pt modelId="{3A6DAEE6-9EC2-42AD-B67C-92CFE85BF03B}" type="parTrans" cxnId="{D41DB020-50A2-4ACD-9800-4D7D84267C18}">
      <dgm:prSet/>
      <dgm:spPr/>
      <dgm:t>
        <a:bodyPr/>
        <a:lstStyle/>
        <a:p>
          <a:endParaRPr lang="en-US" sz="2000">
            <a:solidFill>
              <a:schemeClr val="tx1"/>
            </a:solidFill>
            <a:latin typeface="Times New Roman" panose="02020603050405020304" pitchFamily="18" charset="0"/>
            <a:cs typeface="Times New Roman" panose="02020603050405020304" pitchFamily="18" charset="0"/>
          </a:endParaRPr>
        </a:p>
      </dgm:t>
    </dgm:pt>
    <dgm:pt modelId="{4CE75C1E-23F3-4059-810A-B57FE7EEEFF5}" type="sibTrans" cxnId="{D41DB020-50A2-4ACD-9800-4D7D84267C18}">
      <dgm:prSet phldrT="05" custT="1"/>
      <dgm:spPr/>
      <dgm:t>
        <a:bodyPr/>
        <a:lstStyle/>
        <a:p>
          <a:r>
            <a:rPr lang="en-US" sz="4000">
              <a:solidFill>
                <a:schemeClr val="tx1"/>
              </a:solidFill>
              <a:latin typeface="Times New Roman" panose="02020603050405020304" pitchFamily="18" charset="0"/>
              <a:cs typeface="Times New Roman" panose="02020603050405020304" pitchFamily="18" charset="0"/>
            </a:rPr>
            <a:t>T</a:t>
          </a:r>
          <a:endParaRPr lang="en-US" sz="4000" dirty="0">
            <a:solidFill>
              <a:schemeClr val="tx1"/>
            </a:solidFill>
            <a:latin typeface="Times New Roman" panose="02020603050405020304" pitchFamily="18" charset="0"/>
            <a:cs typeface="Times New Roman" panose="02020603050405020304" pitchFamily="18" charset="0"/>
          </a:endParaRPr>
        </a:p>
      </dgm:t>
    </dgm:pt>
    <dgm:pt modelId="{8CE138B0-1317-4A37-BC83-092CE98F2715}">
      <dgm:prSet custT="1"/>
      <dgm:spPr/>
      <dgm:t>
        <a:bodyPr/>
        <a:lstStyle/>
        <a:p>
          <a:r>
            <a:rPr lang="en-US" sz="2400">
              <a:solidFill>
                <a:schemeClr val="tx1"/>
              </a:solidFill>
              <a:latin typeface="Times New Roman" panose="02020603050405020304" pitchFamily="18" charset="0"/>
              <a:cs typeface="Times New Roman" panose="02020603050405020304" pitchFamily="18" charset="0"/>
            </a:rPr>
            <a:t>Setting</a:t>
          </a:r>
        </a:p>
      </dgm:t>
    </dgm:pt>
    <dgm:pt modelId="{FB3C6782-778E-4FB7-87AF-6A680B6EAB92}" type="parTrans" cxnId="{A17342E4-B597-4E9B-BDB9-7109D803967D}">
      <dgm:prSet/>
      <dgm:spPr/>
      <dgm:t>
        <a:bodyPr/>
        <a:lstStyle/>
        <a:p>
          <a:endParaRPr lang="en-US" sz="2000">
            <a:solidFill>
              <a:schemeClr val="tx1"/>
            </a:solidFill>
            <a:latin typeface="Times New Roman" panose="02020603050405020304" pitchFamily="18" charset="0"/>
            <a:cs typeface="Times New Roman" panose="02020603050405020304" pitchFamily="18" charset="0"/>
          </a:endParaRPr>
        </a:p>
      </dgm:t>
    </dgm:pt>
    <dgm:pt modelId="{67559F8D-D681-490D-96B9-91510F72B26B}" type="sibTrans" cxnId="{A17342E4-B597-4E9B-BDB9-7109D803967D}">
      <dgm:prSet phldrT="06" custT="1"/>
      <dgm:spPr/>
      <dgm:t>
        <a:bodyPr/>
        <a:lstStyle/>
        <a:p>
          <a:r>
            <a:rPr lang="en-US" sz="4000">
              <a:solidFill>
                <a:schemeClr val="tx1"/>
              </a:solidFill>
              <a:latin typeface="Times New Roman" panose="02020603050405020304" pitchFamily="18" charset="0"/>
              <a:cs typeface="Times New Roman" panose="02020603050405020304" pitchFamily="18" charset="0"/>
            </a:rPr>
            <a:t>S</a:t>
          </a:r>
          <a:endParaRPr lang="en-US" sz="4000" dirty="0">
            <a:solidFill>
              <a:schemeClr val="tx1"/>
            </a:solidFill>
            <a:latin typeface="Times New Roman" panose="02020603050405020304" pitchFamily="18" charset="0"/>
            <a:cs typeface="Times New Roman" panose="02020603050405020304" pitchFamily="18" charset="0"/>
          </a:endParaRPr>
        </a:p>
      </dgm:t>
    </dgm:pt>
    <dgm:pt modelId="{9FD24B88-A7F3-4D66-A84E-CDF7916D16AA}" type="pres">
      <dgm:prSet presAssocID="{6CAEC8B7-25B2-46FE-AC30-6A9F0BC0849E}" presName="Name0" presStyleCnt="0">
        <dgm:presLayoutVars>
          <dgm:animLvl val="lvl"/>
          <dgm:resizeHandles val="exact"/>
        </dgm:presLayoutVars>
      </dgm:prSet>
      <dgm:spPr/>
    </dgm:pt>
    <dgm:pt modelId="{B50DAE17-F3AB-403A-A518-986419D27E4E}" type="pres">
      <dgm:prSet presAssocID="{3FF1C4C1-5FEE-4890-A4EF-4F7BA71B0EBF}" presName="compositeNode" presStyleCnt="0">
        <dgm:presLayoutVars>
          <dgm:bulletEnabled val="1"/>
        </dgm:presLayoutVars>
      </dgm:prSet>
      <dgm:spPr/>
    </dgm:pt>
    <dgm:pt modelId="{CBB6A9A7-FA4F-4FC9-9900-C6BEDCCD5657}" type="pres">
      <dgm:prSet presAssocID="{3FF1C4C1-5FEE-4890-A4EF-4F7BA71B0EBF}" presName="bgRect" presStyleLbl="alignNode1" presStyleIdx="0" presStyleCnt="6"/>
      <dgm:spPr/>
    </dgm:pt>
    <dgm:pt modelId="{3BF99635-DD9D-4103-A90B-2069678E965A}" type="pres">
      <dgm:prSet presAssocID="{D5C1E8CB-459F-4343-973C-616B74F0A4B1}" presName="sibTransNodeRect" presStyleLbl="alignNode1" presStyleIdx="0" presStyleCnt="6">
        <dgm:presLayoutVars>
          <dgm:chMax val="0"/>
          <dgm:bulletEnabled val="1"/>
        </dgm:presLayoutVars>
      </dgm:prSet>
      <dgm:spPr/>
    </dgm:pt>
    <dgm:pt modelId="{E32CBF20-8E4F-4184-8FBB-BD83BD7A4968}" type="pres">
      <dgm:prSet presAssocID="{3FF1C4C1-5FEE-4890-A4EF-4F7BA71B0EBF}" presName="nodeRect" presStyleLbl="alignNode1" presStyleIdx="0" presStyleCnt="6">
        <dgm:presLayoutVars>
          <dgm:bulletEnabled val="1"/>
        </dgm:presLayoutVars>
      </dgm:prSet>
      <dgm:spPr/>
    </dgm:pt>
    <dgm:pt modelId="{44283864-6C05-4EB2-A3F6-BE031E6435E9}" type="pres">
      <dgm:prSet presAssocID="{D5C1E8CB-459F-4343-973C-616B74F0A4B1}" presName="sibTrans" presStyleCnt="0"/>
      <dgm:spPr/>
    </dgm:pt>
    <dgm:pt modelId="{601593BB-1787-4E40-A35D-CC557ED9E963}" type="pres">
      <dgm:prSet presAssocID="{AC0ED972-138A-4F11-AAB2-E2236A01F5BE}" presName="compositeNode" presStyleCnt="0">
        <dgm:presLayoutVars>
          <dgm:bulletEnabled val="1"/>
        </dgm:presLayoutVars>
      </dgm:prSet>
      <dgm:spPr/>
    </dgm:pt>
    <dgm:pt modelId="{1CB17003-D7F2-4F18-BC0A-107671932501}" type="pres">
      <dgm:prSet presAssocID="{AC0ED972-138A-4F11-AAB2-E2236A01F5BE}" presName="bgRect" presStyleLbl="alignNode1" presStyleIdx="1" presStyleCnt="6"/>
      <dgm:spPr/>
    </dgm:pt>
    <dgm:pt modelId="{2CEF8F2A-B94A-4459-A678-90A596C976BF}" type="pres">
      <dgm:prSet presAssocID="{A1F3C84E-CF8F-4074-B359-2A90D8FAFCC1}" presName="sibTransNodeRect" presStyleLbl="alignNode1" presStyleIdx="1" presStyleCnt="6">
        <dgm:presLayoutVars>
          <dgm:chMax val="0"/>
          <dgm:bulletEnabled val="1"/>
        </dgm:presLayoutVars>
      </dgm:prSet>
      <dgm:spPr/>
    </dgm:pt>
    <dgm:pt modelId="{DB65849D-E109-4B21-BD30-321686047CD9}" type="pres">
      <dgm:prSet presAssocID="{AC0ED972-138A-4F11-AAB2-E2236A01F5BE}" presName="nodeRect" presStyleLbl="alignNode1" presStyleIdx="1" presStyleCnt="6">
        <dgm:presLayoutVars>
          <dgm:bulletEnabled val="1"/>
        </dgm:presLayoutVars>
      </dgm:prSet>
      <dgm:spPr/>
    </dgm:pt>
    <dgm:pt modelId="{1F987BB9-DFF8-4BE0-8D70-DA9FF9242D3D}" type="pres">
      <dgm:prSet presAssocID="{A1F3C84E-CF8F-4074-B359-2A90D8FAFCC1}" presName="sibTrans" presStyleCnt="0"/>
      <dgm:spPr/>
    </dgm:pt>
    <dgm:pt modelId="{6C3694CA-7F49-404C-AD2B-A105F60316DD}" type="pres">
      <dgm:prSet presAssocID="{D85009F8-AD27-4CFC-A730-C3234464A185}" presName="compositeNode" presStyleCnt="0">
        <dgm:presLayoutVars>
          <dgm:bulletEnabled val="1"/>
        </dgm:presLayoutVars>
      </dgm:prSet>
      <dgm:spPr/>
    </dgm:pt>
    <dgm:pt modelId="{9DD5DA99-AA2A-4E3F-A728-445546DBACEC}" type="pres">
      <dgm:prSet presAssocID="{D85009F8-AD27-4CFC-A730-C3234464A185}" presName="bgRect" presStyleLbl="alignNode1" presStyleIdx="2" presStyleCnt="6"/>
      <dgm:spPr/>
    </dgm:pt>
    <dgm:pt modelId="{5EEA3182-D3F3-4578-8D96-98F4FE1EC80B}" type="pres">
      <dgm:prSet presAssocID="{A8748915-4577-48EC-8E5D-606897153BD7}" presName="sibTransNodeRect" presStyleLbl="alignNode1" presStyleIdx="2" presStyleCnt="6">
        <dgm:presLayoutVars>
          <dgm:chMax val="0"/>
          <dgm:bulletEnabled val="1"/>
        </dgm:presLayoutVars>
      </dgm:prSet>
      <dgm:spPr/>
    </dgm:pt>
    <dgm:pt modelId="{EF01E4B1-48F6-4A06-A8A8-DB3CDA782D9C}" type="pres">
      <dgm:prSet presAssocID="{D85009F8-AD27-4CFC-A730-C3234464A185}" presName="nodeRect" presStyleLbl="alignNode1" presStyleIdx="2" presStyleCnt="6">
        <dgm:presLayoutVars>
          <dgm:bulletEnabled val="1"/>
        </dgm:presLayoutVars>
      </dgm:prSet>
      <dgm:spPr/>
    </dgm:pt>
    <dgm:pt modelId="{F41B45C5-8989-49B1-9E80-A63E7A07B846}" type="pres">
      <dgm:prSet presAssocID="{A8748915-4577-48EC-8E5D-606897153BD7}" presName="sibTrans" presStyleCnt="0"/>
      <dgm:spPr/>
    </dgm:pt>
    <dgm:pt modelId="{4BF2C956-F3D6-49F8-8C83-ABFCE00C9C0C}" type="pres">
      <dgm:prSet presAssocID="{EBEA9FA0-0099-4130-B2E4-B4B11A671F15}" presName="compositeNode" presStyleCnt="0">
        <dgm:presLayoutVars>
          <dgm:bulletEnabled val="1"/>
        </dgm:presLayoutVars>
      </dgm:prSet>
      <dgm:spPr/>
    </dgm:pt>
    <dgm:pt modelId="{75A7830E-85C2-4790-87A5-11FBCA2D4D0A}" type="pres">
      <dgm:prSet presAssocID="{EBEA9FA0-0099-4130-B2E4-B4B11A671F15}" presName="bgRect" presStyleLbl="alignNode1" presStyleIdx="3" presStyleCnt="6"/>
      <dgm:spPr/>
    </dgm:pt>
    <dgm:pt modelId="{7609DE1E-7857-4F82-9E71-94D85DB61798}" type="pres">
      <dgm:prSet presAssocID="{62FC06B9-D7D4-45C0-82BD-1B6CFDF559DD}" presName="sibTransNodeRect" presStyleLbl="alignNode1" presStyleIdx="3" presStyleCnt="6">
        <dgm:presLayoutVars>
          <dgm:chMax val="0"/>
          <dgm:bulletEnabled val="1"/>
        </dgm:presLayoutVars>
      </dgm:prSet>
      <dgm:spPr/>
    </dgm:pt>
    <dgm:pt modelId="{D62CB69A-BCB1-4E21-BE7E-93E4581F9B76}" type="pres">
      <dgm:prSet presAssocID="{EBEA9FA0-0099-4130-B2E4-B4B11A671F15}" presName="nodeRect" presStyleLbl="alignNode1" presStyleIdx="3" presStyleCnt="6">
        <dgm:presLayoutVars>
          <dgm:bulletEnabled val="1"/>
        </dgm:presLayoutVars>
      </dgm:prSet>
      <dgm:spPr/>
    </dgm:pt>
    <dgm:pt modelId="{F471F1FE-9E6C-42DD-AB06-44FA64A43FD4}" type="pres">
      <dgm:prSet presAssocID="{62FC06B9-D7D4-45C0-82BD-1B6CFDF559DD}" presName="sibTrans" presStyleCnt="0"/>
      <dgm:spPr/>
    </dgm:pt>
    <dgm:pt modelId="{513E0D41-7604-4A11-9610-DDED2935B11F}" type="pres">
      <dgm:prSet presAssocID="{121E63DF-0074-4B91-831D-1D17AB841050}" presName="compositeNode" presStyleCnt="0">
        <dgm:presLayoutVars>
          <dgm:bulletEnabled val="1"/>
        </dgm:presLayoutVars>
      </dgm:prSet>
      <dgm:spPr/>
    </dgm:pt>
    <dgm:pt modelId="{561C226B-F058-4C7A-ADEB-A8965D00CE35}" type="pres">
      <dgm:prSet presAssocID="{121E63DF-0074-4B91-831D-1D17AB841050}" presName="bgRect" presStyleLbl="alignNode1" presStyleIdx="4" presStyleCnt="6"/>
      <dgm:spPr/>
    </dgm:pt>
    <dgm:pt modelId="{F7000D3F-E096-455B-9B17-6F55EC008003}" type="pres">
      <dgm:prSet presAssocID="{4CE75C1E-23F3-4059-810A-B57FE7EEEFF5}" presName="sibTransNodeRect" presStyleLbl="alignNode1" presStyleIdx="4" presStyleCnt="6">
        <dgm:presLayoutVars>
          <dgm:chMax val="0"/>
          <dgm:bulletEnabled val="1"/>
        </dgm:presLayoutVars>
      </dgm:prSet>
      <dgm:spPr/>
    </dgm:pt>
    <dgm:pt modelId="{7CD9D759-9FFE-4F57-9F37-0596541AD63B}" type="pres">
      <dgm:prSet presAssocID="{121E63DF-0074-4B91-831D-1D17AB841050}" presName="nodeRect" presStyleLbl="alignNode1" presStyleIdx="4" presStyleCnt="6">
        <dgm:presLayoutVars>
          <dgm:bulletEnabled val="1"/>
        </dgm:presLayoutVars>
      </dgm:prSet>
      <dgm:spPr/>
    </dgm:pt>
    <dgm:pt modelId="{DE5C3B85-F6A5-48B5-9E6F-18F0F09AA4DF}" type="pres">
      <dgm:prSet presAssocID="{4CE75C1E-23F3-4059-810A-B57FE7EEEFF5}" presName="sibTrans" presStyleCnt="0"/>
      <dgm:spPr/>
    </dgm:pt>
    <dgm:pt modelId="{34DA1F9B-8A53-42BD-9A6F-E61785E97821}" type="pres">
      <dgm:prSet presAssocID="{8CE138B0-1317-4A37-BC83-092CE98F2715}" presName="compositeNode" presStyleCnt="0">
        <dgm:presLayoutVars>
          <dgm:bulletEnabled val="1"/>
        </dgm:presLayoutVars>
      </dgm:prSet>
      <dgm:spPr/>
    </dgm:pt>
    <dgm:pt modelId="{3FA3CE07-C867-4868-B845-2FD968EBCBB7}" type="pres">
      <dgm:prSet presAssocID="{8CE138B0-1317-4A37-BC83-092CE98F2715}" presName="bgRect" presStyleLbl="alignNode1" presStyleIdx="5" presStyleCnt="6"/>
      <dgm:spPr/>
    </dgm:pt>
    <dgm:pt modelId="{DB115F26-879C-4272-8FAC-E08B1896A6C2}" type="pres">
      <dgm:prSet presAssocID="{67559F8D-D681-490D-96B9-91510F72B26B}" presName="sibTransNodeRect" presStyleLbl="alignNode1" presStyleIdx="5" presStyleCnt="6">
        <dgm:presLayoutVars>
          <dgm:chMax val="0"/>
          <dgm:bulletEnabled val="1"/>
        </dgm:presLayoutVars>
      </dgm:prSet>
      <dgm:spPr/>
    </dgm:pt>
    <dgm:pt modelId="{8165EA64-6D7B-4CE7-9A07-C8714B6FDE06}" type="pres">
      <dgm:prSet presAssocID="{8CE138B0-1317-4A37-BC83-092CE98F2715}" presName="nodeRect" presStyleLbl="alignNode1" presStyleIdx="5" presStyleCnt="6">
        <dgm:presLayoutVars>
          <dgm:bulletEnabled val="1"/>
        </dgm:presLayoutVars>
      </dgm:prSet>
      <dgm:spPr/>
    </dgm:pt>
  </dgm:ptLst>
  <dgm:cxnLst>
    <dgm:cxn modelId="{0784A501-0832-4C46-B542-EB174F49EBB5}" srcId="{6CAEC8B7-25B2-46FE-AC30-6A9F0BC0849E}" destId="{3FF1C4C1-5FEE-4890-A4EF-4F7BA71B0EBF}" srcOrd="0" destOrd="0" parTransId="{671C6CE6-E2F6-46FB-B8CB-FCE7779C18A0}" sibTransId="{D5C1E8CB-459F-4343-973C-616B74F0A4B1}"/>
    <dgm:cxn modelId="{24008006-DA3E-4577-8EA7-41B69D8E7E5E}" type="presOf" srcId="{62FC06B9-D7D4-45C0-82BD-1B6CFDF559DD}" destId="{7609DE1E-7857-4F82-9E71-94D85DB61798}" srcOrd="0" destOrd="0" presId="urn:microsoft.com/office/officeart/2016/7/layout/LinearBlockProcessNumbered"/>
    <dgm:cxn modelId="{F37EB607-D274-4D80-BECD-8B2DE8B04AAB}" type="presOf" srcId="{121E63DF-0074-4B91-831D-1D17AB841050}" destId="{561C226B-F058-4C7A-ADEB-A8965D00CE35}" srcOrd="0" destOrd="0" presId="urn:microsoft.com/office/officeart/2016/7/layout/LinearBlockProcessNumbered"/>
    <dgm:cxn modelId="{0D14F91F-517A-433C-811F-1B3453F3F869}" type="presOf" srcId="{EBEA9FA0-0099-4130-B2E4-B4B11A671F15}" destId="{75A7830E-85C2-4790-87A5-11FBCA2D4D0A}" srcOrd="0" destOrd="0" presId="urn:microsoft.com/office/officeart/2016/7/layout/LinearBlockProcessNumbered"/>
    <dgm:cxn modelId="{D41DB020-50A2-4ACD-9800-4D7D84267C18}" srcId="{6CAEC8B7-25B2-46FE-AC30-6A9F0BC0849E}" destId="{121E63DF-0074-4B91-831D-1D17AB841050}" srcOrd="4" destOrd="0" parTransId="{3A6DAEE6-9EC2-42AD-B67C-92CFE85BF03B}" sibTransId="{4CE75C1E-23F3-4059-810A-B57FE7EEEFF5}"/>
    <dgm:cxn modelId="{8572ED20-C675-42B6-A767-FE4A9219E563}" type="presOf" srcId="{6CAEC8B7-25B2-46FE-AC30-6A9F0BC0849E}" destId="{9FD24B88-A7F3-4D66-A84E-CDF7916D16AA}" srcOrd="0" destOrd="0" presId="urn:microsoft.com/office/officeart/2016/7/layout/LinearBlockProcessNumbered"/>
    <dgm:cxn modelId="{2994842E-25F5-457B-B3B4-8725F52D5DFD}" type="presOf" srcId="{D85009F8-AD27-4CFC-A730-C3234464A185}" destId="{EF01E4B1-48F6-4A06-A8A8-DB3CDA782D9C}" srcOrd="1" destOrd="0" presId="urn:microsoft.com/office/officeart/2016/7/layout/LinearBlockProcessNumbered"/>
    <dgm:cxn modelId="{CE805F32-2EDF-47A4-AD98-27A345F82516}" srcId="{6CAEC8B7-25B2-46FE-AC30-6A9F0BC0849E}" destId="{EBEA9FA0-0099-4130-B2E4-B4B11A671F15}" srcOrd="3" destOrd="0" parTransId="{0F5E17D9-E065-48FE-954C-D01321C920D7}" sibTransId="{62FC06B9-D7D4-45C0-82BD-1B6CFDF559DD}"/>
    <dgm:cxn modelId="{1A9CED44-FBF0-4FBC-911F-33CE27A60B7C}" type="presOf" srcId="{3FF1C4C1-5FEE-4890-A4EF-4F7BA71B0EBF}" destId="{E32CBF20-8E4F-4184-8FBB-BD83BD7A4968}" srcOrd="1" destOrd="0" presId="urn:microsoft.com/office/officeart/2016/7/layout/LinearBlockProcessNumbered"/>
    <dgm:cxn modelId="{B925A14A-ED88-43D3-B761-17064BD02404}" type="presOf" srcId="{D5C1E8CB-459F-4343-973C-616B74F0A4B1}" destId="{3BF99635-DD9D-4103-A90B-2069678E965A}" srcOrd="0" destOrd="0" presId="urn:microsoft.com/office/officeart/2016/7/layout/LinearBlockProcessNumbered"/>
    <dgm:cxn modelId="{F4076251-F09A-4ED6-B520-EB3776E60BBA}" type="presOf" srcId="{A1F3C84E-CF8F-4074-B359-2A90D8FAFCC1}" destId="{2CEF8F2A-B94A-4459-A678-90A596C976BF}" srcOrd="0" destOrd="0" presId="urn:microsoft.com/office/officeart/2016/7/layout/LinearBlockProcessNumbered"/>
    <dgm:cxn modelId="{EBB14853-3337-42EB-B0BC-DD837CBC82B1}" type="presOf" srcId="{8CE138B0-1317-4A37-BC83-092CE98F2715}" destId="{8165EA64-6D7B-4CE7-9A07-C8714B6FDE06}" srcOrd="1" destOrd="0" presId="urn:microsoft.com/office/officeart/2016/7/layout/LinearBlockProcessNumbered"/>
    <dgm:cxn modelId="{94FC2D55-9A18-48E1-B553-1169AFBB64ED}" type="presOf" srcId="{67559F8D-D681-490D-96B9-91510F72B26B}" destId="{DB115F26-879C-4272-8FAC-E08B1896A6C2}" srcOrd="0" destOrd="0" presId="urn:microsoft.com/office/officeart/2016/7/layout/LinearBlockProcessNumbered"/>
    <dgm:cxn modelId="{A388637A-94AE-4F41-AF22-10DBBC878A1C}" srcId="{6CAEC8B7-25B2-46FE-AC30-6A9F0BC0849E}" destId="{D85009F8-AD27-4CFC-A730-C3234464A185}" srcOrd="2" destOrd="0" parTransId="{ADA713EC-A52B-41B9-A73D-B59726CB6DA5}" sibTransId="{A8748915-4577-48EC-8E5D-606897153BD7}"/>
    <dgm:cxn modelId="{8BBC7984-8554-41E0-8F3A-E4754C6191E2}" type="presOf" srcId="{3FF1C4C1-5FEE-4890-A4EF-4F7BA71B0EBF}" destId="{CBB6A9A7-FA4F-4FC9-9900-C6BEDCCD5657}" srcOrd="0" destOrd="0" presId="urn:microsoft.com/office/officeart/2016/7/layout/LinearBlockProcessNumbered"/>
    <dgm:cxn modelId="{490BC087-6743-4979-AF51-77674A36C8F5}" type="presOf" srcId="{EBEA9FA0-0099-4130-B2E4-B4B11A671F15}" destId="{D62CB69A-BCB1-4E21-BE7E-93E4581F9B76}" srcOrd="1" destOrd="0" presId="urn:microsoft.com/office/officeart/2016/7/layout/LinearBlockProcessNumbered"/>
    <dgm:cxn modelId="{25B7A9A2-1E87-49D0-A0C8-7B506F485052}" type="presOf" srcId="{8CE138B0-1317-4A37-BC83-092CE98F2715}" destId="{3FA3CE07-C867-4868-B845-2FD968EBCBB7}" srcOrd="0" destOrd="0" presId="urn:microsoft.com/office/officeart/2016/7/layout/LinearBlockProcessNumbered"/>
    <dgm:cxn modelId="{7B4B40BB-2ADD-4767-9EB6-D11F17720D70}" srcId="{6CAEC8B7-25B2-46FE-AC30-6A9F0BC0849E}" destId="{AC0ED972-138A-4F11-AAB2-E2236A01F5BE}" srcOrd="1" destOrd="0" parTransId="{1711847F-5C24-4D04-A90A-469D89D454AA}" sibTransId="{A1F3C84E-CF8F-4074-B359-2A90D8FAFCC1}"/>
    <dgm:cxn modelId="{77C99CC5-D31E-4B95-94BF-CADF0E13C95E}" type="presOf" srcId="{A8748915-4577-48EC-8E5D-606897153BD7}" destId="{5EEA3182-D3F3-4578-8D96-98F4FE1EC80B}" srcOrd="0" destOrd="0" presId="urn:microsoft.com/office/officeart/2016/7/layout/LinearBlockProcessNumbered"/>
    <dgm:cxn modelId="{F1235BD5-82B0-4E6A-A82A-4E8874333230}" type="presOf" srcId="{121E63DF-0074-4B91-831D-1D17AB841050}" destId="{7CD9D759-9FFE-4F57-9F37-0596541AD63B}" srcOrd="1" destOrd="0" presId="urn:microsoft.com/office/officeart/2016/7/layout/LinearBlockProcessNumbered"/>
    <dgm:cxn modelId="{E4F0F8DB-B174-47D6-882E-5232A967A060}" type="presOf" srcId="{D85009F8-AD27-4CFC-A730-C3234464A185}" destId="{9DD5DA99-AA2A-4E3F-A728-445546DBACEC}" srcOrd="0" destOrd="0" presId="urn:microsoft.com/office/officeart/2016/7/layout/LinearBlockProcessNumbered"/>
    <dgm:cxn modelId="{A17342E4-B597-4E9B-BDB9-7109D803967D}" srcId="{6CAEC8B7-25B2-46FE-AC30-6A9F0BC0849E}" destId="{8CE138B0-1317-4A37-BC83-092CE98F2715}" srcOrd="5" destOrd="0" parTransId="{FB3C6782-778E-4FB7-87AF-6A680B6EAB92}" sibTransId="{67559F8D-D681-490D-96B9-91510F72B26B}"/>
    <dgm:cxn modelId="{940294E5-D849-42D6-9ED8-5E47D1EB1283}" type="presOf" srcId="{AC0ED972-138A-4F11-AAB2-E2236A01F5BE}" destId="{DB65849D-E109-4B21-BD30-321686047CD9}" srcOrd="1" destOrd="0" presId="urn:microsoft.com/office/officeart/2016/7/layout/LinearBlockProcessNumbered"/>
    <dgm:cxn modelId="{711C17E9-BC43-4731-8BB6-EABFA3A21F79}" type="presOf" srcId="{AC0ED972-138A-4F11-AAB2-E2236A01F5BE}" destId="{1CB17003-D7F2-4F18-BC0A-107671932501}" srcOrd="0" destOrd="0" presId="urn:microsoft.com/office/officeart/2016/7/layout/LinearBlockProcessNumbered"/>
    <dgm:cxn modelId="{75FAF6EA-5768-466F-B1FE-D62260A953EC}" type="presOf" srcId="{4CE75C1E-23F3-4059-810A-B57FE7EEEFF5}" destId="{F7000D3F-E096-455B-9B17-6F55EC008003}" srcOrd="0" destOrd="0" presId="urn:microsoft.com/office/officeart/2016/7/layout/LinearBlockProcessNumbered"/>
    <dgm:cxn modelId="{7BFF41CD-9986-4521-896C-82B5F8F6C3D2}" type="presParOf" srcId="{9FD24B88-A7F3-4D66-A84E-CDF7916D16AA}" destId="{B50DAE17-F3AB-403A-A518-986419D27E4E}" srcOrd="0" destOrd="0" presId="urn:microsoft.com/office/officeart/2016/7/layout/LinearBlockProcessNumbered"/>
    <dgm:cxn modelId="{AE13644C-5BA0-412D-8A80-5FF440CD2384}" type="presParOf" srcId="{B50DAE17-F3AB-403A-A518-986419D27E4E}" destId="{CBB6A9A7-FA4F-4FC9-9900-C6BEDCCD5657}" srcOrd="0" destOrd="0" presId="urn:microsoft.com/office/officeart/2016/7/layout/LinearBlockProcessNumbered"/>
    <dgm:cxn modelId="{969F8CE5-9E99-46CA-98D5-166A69357A87}" type="presParOf" srcId="{B50DAE17-F3AB-403A-A518-986419D27E4E}" destId="{3BF99635-DD9D-4103-A90B-2069678E965A}" srcOrd="1" destOrd="0" presId="urn:microsoft.com/office/officeart/2016/7/layout/LinearBlockProcessNumbered"/>
    <dgm:cxn modelId="{4DBBB045-C4B7-4828-865F-7CE5E46D8A02}" type="presParOf" srcId="{B50DAE17-F3AB-403A-A518-986419D27E4E}" destId="{E32CBF20-8E4F-4184-8FBB-BD83BD7A4968}" srcOrd="2" destOrd="0" presId="urn:microsoft.com/office/officeart/2016/7/layout/LinearBlockProcessNumbered"/>
    <dgm:cxn modelId="{5FE3E0DD-B779-486E-8E59-1E28DD6E0708}" type="presParOf" srcId="{9FD24B88-A7F3-4D66-A84E-CDF7916D16AA}" destId="{44283864-6C05-4EB2-A3F6-BE031E6435E9}" srcOrd="1" destOrd="0" presId="urn:microsoft.com/office/officeart/2016/7/layout/LinearBlockProcessNumbered"/>
    <dgm:cxn modelId="{413795D5-BF52-4F0C-87D8-8EA99A9EDF30}" type="presParOf" srcId="{9FD24B88-A7F3-4D66-A84E-CDF7916D16AA}" destId="{601593BB-1787-4E40-A35D-CC557ED9E963}" srcOrd="2" destOrd="0" presId="urn:microsoft.com/office/officeart/2016/7/layout/LinearBlockProcessNumbered"/>
    <dgm:cxn modelId="{E5ACBD6A-16F7-4DC4-ACE9-CCC95C838D20}" type="presParOf" srcId="{601593BB-1787-4E40-A35D-CC557ED9E963}" destId="{1CB17003-D7F2-4F18-BC0A-107671932501}" srcOrd="0" destOrd="0" presId="urn:microsoft.com/office/officeart/2016/7/layout/LinearBlockProcessNumbered"/>
    <dgm:cxn modelId="{1BF34211-ED62-4CCF-A488-D8BC9248226A}" type="presParOf" srcId="{601593BB-1787-4E40-A35D-CC557ED9E963}" destId="{2CEF8F2A-B94A-4459-A678-90A596C976BF}" srcOrd="1" destOrd="0" presId="urn:microsoft.com/office/officeart/2016/7/layout/LinearBlockProcessNumbered"/>
    <dgm:cxn modelId="{715F2FF3-9925-4CB8-811D-B0D5F0702DB1}" type="presParOf" srcId="{601593BB-1787-4E40-A35D-CC557ED9E963}" destId="{DB65849D-E109-4B21-BD30-321686047CD9}" srcOrd="2" destOrd="0" presId="urn:microsoft.com/office/officeart/2016/7/layout/LinearBlockProcessNumbered"/>
    <dgm:cxn modelId="{556B19F2-0B45-4B6C-B353-F4312406223E}" type="presParOf" srcId="{9FD24B88-A7F3-4D66-A84E-CDF7916D16AA}" destId="{1F987BB9-DFF8-4BE0-8D70-DA9FF9242D3D}" srcOrd="3" destOrd="0" presId="urn:microsoft.com/office/officeart/2016/7/layout/LinearBlockProcessNumbered"/>
    <dgm:cxn modelId="{B8AF5A0A-3248-4B5E-863D-4B964F2FB2D6}" type="presParOf" srcId="{9FD24B88-A7F3-4D66-A84E-CDF7916D16AA}" destId="{6C3694CA-7F49-404C-AD2B-A105F60316DD}" srcOrd="4" destOrd="0" presId="urn:microsoft.com/office/officeart/2016/7/layout/LinearBlockProcessNumbered"/>
    <dgm:cxn modelId="{1A6ADC82-6BA4-459D-89BF-D1A8DA3D3803}" type="presParOf" srcId="{6C3694CA-7F49-404C-AD2B-A105F60316DD}" destId="{9DD5DA99-AA2A-4E3F-A728-445546DBACEC}" srcOrd="0" destOrd="0" presId="urn:microsoft.com/office/officeart/2016/7/layout/LinearBlockProcessNumbered"/>
    <dgm:cxn modelId="{24B48A8E-A3E7-4066-A674-9C3586E7E6CA}" type="presParOf" srcId="{6C3694CA-7F49-404C-AD2B-A105F60316DD}" destId="{5EEA3182-D3F3-4578-8D96-98F4FE1EC80B}" srcOrd="1" destOrd="0" presId="urn:microsoft.com/office/officeart/2016/7/layout/LinearBlockProcessNumbered"/>
    <dgm:cxn modelId="{13681C17-1724-4313-90F6-06D5C2BBE8A7}" type="presParOf" srcId="{6C3694CA-7F49-404C-AD2B-A105F60316DD}" destId="{EF01E4B1-48F6-4A06-A8A8-DB3CDA782D9C}" srcOrd="2" destOrd="0" presId="urn:microsoft.com/office/officeart/2016/7/layout/LinearBlockProcessNumbered"/>
    <dgm:cxn modelId="{09C0D7D4-9420-440F-BC88-9372B550D4EC}" type="presParOf" srcId="{9FD24B88-A7F3-4D66-A84E-CDF7916D16AA}" destId="{F41B45C5-8989-49B1-9E80-A63E7A07B846}" srcOrd="5" destOrd="0" presId="urn:microsoft.com/office/officeart/2016/7/layout/LinearBlockProcessNumbered"/>
    <dgm:cxn modelId="{80708788-D7EE-43EB-B9AE-45A20B5C70DF}" type="presParOf" srcId="{9FD24B88-A7F3-4D66-A84E-CDF7916D16AA}" destId="{4BF2C956-F3D6-49F8-8C83-ABFCE00C9C0C}" srcOrd="6" destOrd="0" presId="urn:microsoft.com/office/officeart/2016/7/layout/LinearBlockProcessNumbered"/>
    <dgm:cxn modelId="{B5E13EA2-B322-4E28-942B-B4D59A3BF963}" type="presParOf" srcId="{4BF2C956-F3D6-49F8-8C83-ABFCE00C9C0C}" destId="{75A7830E-85C2-4790-87A5-11FBCA2D4D0A}" srcOrd="0" destOrd="0" presId="urn:microsoft.com/office/officeart/2016/7/layout/LinearBlockProcessNumbered"/>
    <dgm:cxn modelId="{9661B933-BBF1-40DF-9721-1800F0356B84}" type="presParOf" srcId="{4BF2C956-F3D6-49F8-8C83-ABFCE00C9C0C}" destId="{7609DE1E-7857-4F82-9E71-94D85DB61798}" srcOrd="1" destOrd="0" presId="urn:microsoft.com/office/officeart/2016/7/layout/LinearBlockProcessNumbered"/>
    <dgm:cxn modelId="{54D1FA4A-9B6D-46A9-9563-B104D518EED7}" type="presParOf" srcId="{4BF2C956-F3D6-49F8-8C83-ABFCE00C9C0C}" destId="{D62CB69A-BCB1-4E21-BE7E-93E4581F9B76}" srcOrd="2" destOrd="0" presId="urn:microsoft.com/office/officeart/2016/7/layout/LinearBlockProcessNumbered"/>
    <dgm:cxn modelId="{F339BA11-DAF1-44FC-BFD1-E25C78E207BD}" type="presParOf" srcId="{9FD24B88-A7F3-4D66-A84E-CDF7916D16AA}" destId="{F471F1FE-9E6C-42DD-AB06-44FA64A43FD4}" srcOrd="7" destOrd="0" presId="urn:microsoft.com/office/officeart/2016/7/layout/LinearBlockProcessNumbered"/>
    <dgm:cxn modelId="{93DCB471-BEC5-45B8-9CED-82D29B86244D}" type="presParOf" srcId="{9FD24B88-A7F3-4D66-A84E-CDF7916D16AA}" destId="{513E0D41-7604-4A11-9610-DDED2935B11F}" srcOrd="8" destOrd="0" presId="urn:microsoft.com/office/officeart/2016/7/layout/LinearBlockProcessNumbered"/>
    <dgm:cxn modelId="{1C81C6AE-A8AF-4E30-A542-8989539522E2}" type="presParOf" srcId="{513E0D41-7604-4A11-9610-DDED2935B11F}" destId="{561C226B-F058-4C7A-ADEB-A8965D00CE35}" srcOrd="0" destOrd="0" presId="urn:microsoft.com/office/officeart/2016/7/layout/LinearBlockProcessNumbered"/>
    <dgm:cxn modelId="{D1388D69-8B73-445B-BCE9-385F72CB3859}" type="presParOf" srcId="{513E0D41-7604-4A11-9610-DDED2935B11F}" destId="{F7000D3F-E096-455B-9B17-6F55EC008003}" srcOrd="1" destOrd="0" presId="urn:microsoft.com/office/officeart/2016/7/layout/LinearBlockProcessNumbered"/>
    <dgm:cxn modelId="{50E23F30-EDDB-4873-9F71-7CBA3F9C0CFB}" type="presParOf" srcId="{513E0D41-7604-4A11-9610-DDED2935B11F}" destId="{7CD9D759-9FFE-4F57-9F37-0596541AD63B}" srcOrd="2" destOrd="0" presId="urn:microsoft.com/office/officeart/2016/7/layout/LinearBlockProcessNumbered"/>
    <dgm:cxn modelId="{DD6F90FF-FF81-4CD4-83F2-92E3438776E8}" type="presParOf" srcId="{9FD24B88-A7F3-4D66-A84E-CDF7916D16AA}" destId="{DE5C3B85-F6A5-48B5-9E6F-18F0F09AA4DF}" srcOrd="9" destOrd="0" presId="urn:microsoft.com/office/officeart/2016/7/layout/LinearBlockProcessNumbered"/>
    <dgm:cxn modelId="{23C26277-67B5-4E27-8794-283890B1466F}" type="presParOf" srcId="{9FD24B88-A7F3-4D66-A84E-CDF7916D16AA}" destId="{34DA1F9B-8A53-42BD-9A6F-E61785E97821}" srcOrd="10" destOrd="0" presId="urn:microsoft.com/office/officeart/2016/7/layout/LinearBlockProcessNumbered"/>
    <dgm:cxn modelId="{4D7E21CD-2C4B-4929-AC01-A3D46B948C9A}" type="presParOf" srcId="{34DA1F9B-8A53-42BD-9A6F-E61785E97821}" destId="{3FA3CE07-C867-4868-B845-2FD968EBCBB7}" srcOrd="0" destOrd="0" presId="urn:microsoft.com/office/officeart/2016/7/layout/LinearBlockProcessNumbered"/>
    <dgm:cxn modelId="{8E686040-5FF9-4C85-9163-97CBFCC92DDC}" type="presParOf" srcId="{34DA1F9B-8A53-42BD-9A6F-E61785E97821}" destId="{DB115F26-879C-4272-8FAC-E08B1896A6C2}" srcOrd="1" destOrd="0" presId="urn:microsoft.com/office/officeart/2016/7/layout/LinearBlockProcessNumbered"/>
    <dgm:cxn modelId="{20AD7C9C-13C7-49DB-ACB8-EC24A2E82E32}" type="presParOf" srcId="{34DA1F9B-8A53-42BD-9A6F-E61785E97821}" destId="{8165EA64-6D7B-4CE7-9A07-C8714B6FDE06}"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C6379BF-C47B-4CA7-A460-DDA9E7CFECC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AA33898-FB1F-455A-8663-6D5752AD1272}">
      <dgm:prSet custT="1"/>
      <dgm:spPr/>
      <dgm:t>
        <a:bodyPr/>
        <a:lstStyle/>
        <a:p>
          <a:pPr>
            <a:lnSpc>
              <a:spcPct val="100000"/>
            </a:lnSpc>
          </a:pPr>
          <a:r>
            <a:rPr lang="en-US" sz="2200" b="0" i="0" baseline="0">
              <a:latin typeface="Times New Roman" panose="02020603050405020304" pitchFamily="18" charset="0"/>
              <a:cs typeface="Times New Roman" panose="02020603050405020304" pitchFamily="18" charset="0"/>
            </a:rPr>
            <a:t>In contrast to descriptive studies that look at entire populations, in analytical studies, the subject of interest is the individual within the population.</a:t>
          </a:r>
          <a:endParaRPr lang="en-US" sz="2200">
            <a:latin typeface="Times New Roman" panose="02020603050405020304" pitchFamily="18" charset="0"/>
            <a:cs typeface="Times New Roman" panose="02020603050405020304" pitchFamily="18" charset="0"/>
          </a:endParaRPr>
        </a:p>
      </dgm:t>
    </dgm:pt>
    <dgm:pt modelId="{A32204E1-8F50-4E35-843F-85E3E37809ED}" type="parTrans" cxnId="{5F191CFE-CD01-417C-A129-893E1B54A38E}">
      <dgm:prSet/>
      <dgm:spPr/>
      <dgm:t>
        <a:bodyPr/>
        <a:lstStyle/>
        <a:p>
          <a:endParaRPr lang="en-US" sz="2200">
            <a:latin typeface="Times New Roman" panose="02020603050405020304" pitchFamily="18" charset="0"/>
            <a:cs typeface="Times New Roman" panose="02020603050405020304" pitchFamily="18" charset="0"/>
          </a:endParaRPr>
        </a:p>
      </dgm:t>
    </dgm:pt>
    <dgm:pt modelId="{841A2093-96E0-486B-9BD3-AACC49D6B9F1}" type="sibTrans" cxnId="{5F191CFE-CD01-417C-A129-893E1B54A38E}">
      <dgm:prSet/>
      <dgm:spPr/>
      <dgm:t>
        <a:bodyPr/>
        <a:lstStyle/>
        <a:p>
          <a:endParaRPr lang="en-US" sz="2200">
            <a:latin typeface="Times New Roman" panose="02020603050405020304" pitchFamily="18" charset="0"/>
            <a:cs typeface="Times New Roman" panose="02020603050405020304" pitchFamily="18" charset="0"/>
          </a:endParaRPr>
        </a:p>
      </dgm:t>
    </dgm:pt>
    <dgm:pt modelId="{FFD75576-1B75-4946-823D-CE479DC1D3A1}">
      <dgm:prSet custT="1"/>
      <dgm:spPr/>
      <dgm:t>
        <a:bodyPr/>
        <a:lstStyle/>
        <a:p>
          <a:pPr>
            <a:lnSpc>
              <a:spcPct val="100000"/>
            </a:lnSpc>
          </a:pPr>
          <a:r>
            <a:rPr lang="en-US" sz="2200" b="0" i="0" baseline="0" dirty="0">
              <a:latin typeface="Times New Roman" panose="02020603050405020304" pitchFamily="18" charset="0"/>
              <a:cs typeface="Times New Roman" panose="02020603050405020304" pitchFamily="18" charset="0"/>
            </a:rPr>
            <a:t>The objective is not to formulate, but to test hypotheses.</a:t>
          </a:r>
          <a:endParaRPr lang="en-US" sz="2200" dirty="0">
            <a:latin typeface="Times New Roman" panose="02020603050405020304" pitchFamily="18" charset="0"/>
            <a:cs typeface="Times New Roman" panose="02020603050405020304" pitchFamily="18" charset="0"/>
          </a:endParaRPr>
        </a:p>
      </dgm:t>
    </dgm:pt>
    <dgm:pt modelId="{C07D66E6-D0D1-499F-9DD6-EACCC727C6DA}" type="parTrans" cxnId="{E52FD174-4279-4393-A390-9B28DD0270DC}">
      <dgm:prSet/>
      <dgm:spPr/>
      <dgm:t>
        <a:bodyPr/>
        <a:lstStyle/>
        <a:p>
          <a:endParaRPr lang="en-US" sz="2200">
            <a:latin typeface="Times New Roman" panose="02020603050405020304" pitchFamily="18" charset="0"/>
            <a:cs typeface="Times New Roman" panose="02020603050405020304" pitchFamily="18" charset="0"/>
          </a:endParaRPr>
        </a:p>
      </dgm:t>
    </dgm:pt>
    <dgm:pt modelId="{613F0182-CCE2-4F8D-A38D-D14ABF31D027}" type="sibTrans" cxnId="{E52FD174-4279-4393-A390-9B28DD0270DC}">
      <dgm:prSet/>
      <dgm:spPr/>
      <dgm:t>
        <a:bodyPr/>
        <a:lstStyle/>
        <a:p>
          <a:endParaRPr lang="en-US" sz="2200">
            <a:latin typeface="Times New Roman" panose="02020603050405020304" pitchFamily="18" charset="0"/>
            <a:cs typeface="Times New Roman" panose="02020603050405020304" pitchFamily="18" charset="0"/>
          </a:endParaRPr>
        </a:p>
      </dgm:t>
    </dgm:pt>
    <dgm:pt modelId="{6437CB6A-4DDA-43A1-AB89-B31BFC1864C1}">
      <dgm:prSet custT="1"/>
      <dgm:spPr/>
      <dgm:t>
        <a:bodyPr/>
        <a:lstStyle/>
        <a:p>
          <a:pPr>
            <a:lnSpc>
              <a:spcPct val="100000"/>
            </a:lnSpc>
          </a:pPr>
          <a:r>
            <a:rPr lang="en-US" sz="2200">
              <a:latin typeface="Times New Roman" panose="02020603050405020304" pitchFamily="18" charset="0"/>
              <a:cs typeface="Times New Roman" panose="02020603050405020304" pitchFamily="18" charset="0"/>
            </a:rPr>
            <a:t>A</a:t>
          </a:r>
          <a:r>
            <a:rPr lang="en-US" sz="2200" b="0" i="0" baseline="0">
              <a:latin typeface="Times New Roman" panose="02020603050405020304" pitchFamily="18" charset="0"/>
              <a:cs typeface="Times New Roman" panose="02020603050405020304" pitchFamily="18" charset="0"/>
            </a:rPr>
            <a:t>lthough individuals are evaluated in analytical studies, the inference is not to individuals, but to the population from which they are selected.</a:t>
          </a:r>
          <a:endParaRPr lang="en-US" sz="2200">
            <a:latin typeface="Times New Roman" panose="02020603050405020304" pitchFamily="18" charset="0"/>
            <a:cs typeface="Times New Roman" panose="02020603050405020304" pitchFamily="18" charset="0"/>
          </a:endParaRPr>
        </a:p>
      </dgm:t>
    </dgm:pt>
    <dgm:pt modelId="{BD7CD922-A33E-4715-8130-2815C64D4EBF}" type="parTrans" cxnId="{8DBF1D92-E4CA-46B1-9D9F-92F955DC1480}">
      <dgm:prSet/>
      <dgm:spPr/>
      <dgm:t>
        <a:bodyPr/>
        <a:lstStyle/>
        <a:p>
          <a:endParaRPr lang="en-US" sz="2200">
            <a:latin typeface="Times New Roman" panose="02020603050405020304" pitchFamily="18" charset="0"/>
            <a:cs typeface="Times New Roman" panose="02020603050405020304" pitchFamily="18" charset="0"/>
          </a:endParaRPr>
        </a:p>
      </dgm:t>
    </dgm:pt>
    <dgm:pt modelId="{098EBA05-C4AE-458C-9A16-6789ABC9B5F5}" type="sibTrans" cxnId="{8DBF1D92-E4CA-46B1-9D9F-92F955DC1480}">
      <dgm:prSet/>
      <dgm:spPr/>
      <dgm:t>
        <a:bodyPr/>
        <a:lstStyle/>
        <a:p>
          <a:endParaRPr lang="en-US" sz="2200">
            <a:latin typeface="Times New Roman" panose="02020603050405020304" pitchFamily="18" charset="0"/>
            <a:cs typeface="Times New Roman" panose="02020603050405020304" pitchFamily="18" charset="0"/>
          </a:endParaRPr>
        </a:p>
      </dgm:t>
    </dgm:pt>
    <dgm:pt modelId="{1543140D-8DE2-40C2-910E-E8B7F653EDEE}" type="pres">
      <dgm:prSet presAssocID="{AC6379BF-C47B-4CA7-A460-DDA9E7CFECC5}" presName="root" presStyleCnt="0">
        <dgm:presLayoutVars>
          <dgm:dir/>
          <dgm:resizeHandles val="exact"/>
        </dgm:presLayoutVars>
      </dgm:prSet>
      <dgm:spPr/>
    </dgm:pt>
    <dgm:pt modelId="{CF4956D3-EB37-4DF7-9898-62EFAAF9EE15}" type="pres">
      <dgm:prSet presAssocID="{2AA33898-FB1F-455A-8663-6D5752AD1272}" presName="compNode" presStyleCnt="0"/>
      <dgm:spPr/>
    </dgm:pt>
    <dgm:pt modelId="{EABC5520-6E4B-4F0D-A26A-3005A2A018C9}" type="pres">
      <dgm:prSet presAssocID="{2AA33898-FB1F-455A-8663-6D5752AD1272}" presName="bgRect" presStyleLbl="bgShp" presStyleIdx="0" presStyleCnt="3"/>
      <dgm:spPr/>
    </dgm:pt>
    <dgm:pt modelId="{4BBA0437-12D3-46DC-92EC-D4AE4BB4E2A3}" type="pres">
      <dgm:prSet presAssocID="{2AA33898-FB1F-455A-8663-6D5752AD127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arget Audience"/>
        </a:ext>
      </dgm:extLst>
    </dgm:pt>
    <dgm:pt modelId="{45DC0C44-8212-4A20-A87B-C65AE5D21D2B}" type="pres">
      <dgm:prSet presAssocID="{2AA33898-FB1F-455A-8663-6D5752AD1272}" presName="spaceRect" presStyleCnt="0"/>
      <dgm:spPr/>
    </dgm:pt>
    <dgm:pt modelId="{17D92FF0-C47D-4465-B25B-00FF40ABD90B}" type="pres">
      <dgm:prSet presAssocID="{2AA33898-FB1F-455A-8663-6D5752AD1272}" presName="parTx" presStyleLbl="revTx" presStyleIdx="0" presStyleCnt="3">
        <dgm:presLayoutVars>
          <dgm:chMax val="0"/>
          <dgm:chPref val="0"/>
        </dgm:presLayoutVars>
      </dgm:prSet>
      <dgm:spPr/>
    </dgm:pt>
    <dgm:pt modelId="{F0B05C15-3BFB-4B26-BD6F-8131853F5136}" type="pres">
      <dgm:prSet presAssocID="{841A2093-96E0-486B-9BD3-AACC49D6B9F1}" presName="sibTrans" presStyleCnt="0"/>
      <dgm:spPr/>
    </dgm:pt>
    <dgm:pt modelId="{232D723F-E3C3-4770-B5A1-29C973D09A6D}" type="pres">
      <dgm:prSet presAssocID="{FFD75576-1B75-4946-823D-CE479DC1D3A1}" presName="compNode" presStyleCnt="0"/>
      <dgm:spPr/>
    </dgm:pt>
    <dgm:pt modelId="{836E3617-2ABF-4F37-95A9-01B754ACBCA5}" type="pres">
      <dgm:prSet presAssocID="{FFD75576-1B75-4946-823D-CE479DC1D3A1}" presName="bgRect" presStyleLbl="bgShp" presStyleIdx="1" presStyleCnt="3"/>
      <dgm:spPr/>
    </dgm:pt>
    <dgm:pt modelId="{4040C2C6-0146-4374-B225-AC34B867B80B}" type="pres">
      <dgm:prSet presAssocID="{FFD75576-1B75-4946-823D-CE479DC1D3A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lask"/>
        </a:ext>
      </dgm:extLst>
    </dgm:pt>
    <dgm:pt modelId="{D7D3FE10-F94A-4B78-A4A7-DB7107764A83}" type="pres">
      <dgm:prSet presAssocID="{FFD75576-1B75-4946-823D-CE479DC1D3A1}" presName="spaceRect" presStyleCnt="0"/>
      <dgm:spPr/>
    </dgm:pt>
    <dgm:pt modelId="{242A9825-649A-4E0C-8124-036A0076F8E9}" type="pres">
      <dgm:prSet presAssocID="{FFD75576-1B75-4946-823D-CE479DC1D3A1}" presName="parTx" presStyleLbl="revTx" presStyleIdx="1" presStyleCnt="3">
        <dgm:presLayoutVars>
          <dgm:chMax val="0"/>
          <dgm:chPref val="0"/>
        </dgm:presLayoutVars>
      </dgm:prSet>
      <dgm:spPr/>
    </dgm:pt>
    <dgm:pt modelId="{FE426C16-C01A-433C-A776-4CE01B2E0544}" type="pres">
      <dgm:prSet presAssocID="{613F0182-CCE2-4F8D-A38D-D14ABF31D027}" presName="sibTrans" presStyleCnt="0"/>
      <dgm:spPr/>
    </dgm:pt>
    <dgm:pt modelId="{6D2C6252-DDD2-44A1-985B-D53EA051A086}" type="pres">
      <dgm:prSet presAssocID="{6437CB6A-4DDA-43A1-AB89-B31BFC1864C1}" presName="compNode" presStyleCnt="0"/>
      <dgm:spPr/>
    </dgm:pt>
    <dgm:pt modelId="{A188D4AB-850D-424F-86D3-331E4441BFE6}" type="pres">
      <dgm:prSet presAssocID="{6437CB6A-4DDA-43A1-AB89-B31BFC1864C1}" presName="bgRect" presStyleLbl="bgShp" presStyleIdx="2" presStyleCnt="3"/>
      <dgm:spPr/>
    </dgm:pt>
    <dgm:pt modelId="{C3566C2D-334E-4E1D-AFE8-53C487923130}" type="pres">
      <dgm:prSet presAssocID="{6437CB6A-4DDA-43A1-AB89-B31BFC1864C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tatistics"/>
        </a:ext>
      </dgm:extLst>
    </dgm:pt>
    <dgm:pt modelId="{4F2C75D7-71F7-424C-AEB4-4DC2F079BC93}" type="pres">
      <dgm:prSet presAssocID="{6437CB6A-4DDA-43A1-AB89-B31BFC1864C1}" presName="spaceRect" presStyleCnt="0"/>
      <dgm:spPr/>
    </dgm:pt>
    <dgm:pt modelId="{64AA6F07-9598-41AD-957B-66C5D0AFA41E}" type="pres">
      <dgm:prSet presAssocID="{6437CB6A-4DDA-43A1-AB89-B31BFC1864C1}" presName="parTx" presStyleLbl="revTx" presStyleIdx="2" presStyleCnt="3">
        <dgm:presLayoutVars>
          <dgm:chMax val="0"/>
          <dgm:chPref val="0"/>
        </dgm:presLayoutVars>
      </dgm:prSet>
      <dgm:spPr/>
    </dgm:pt>
  </dgm:ptLst>
  <dgm:cxnLst>
    <dgm:cxn modelId="{5962E60D-92B2-47CF-A5AB-FCF982253329}" type="presOf" srcId="{FFD75576-1B75-4946-823D-CE479DC1D3A1}" destId="{242A9825-649A-4E0C-8124-036A0076F8E9}" srcOrd="0" destOrd="0" presId="urn:microsoft.com/office/officeart/2018/2/layout/IconVerticalSolidList"/>
    <dgm:cxn modelId="{B38C2244-808E-4086-8953-28449598578E}" type="presOf" srcId="{AC6379BF-C47B-4CA7-A460-DDA9E7CFECC5}" destId="{1543140D-8DE2-40C2-910E-E8B7F653EDEE}" srcOrd="0" destOrd="0" presId="urn:microsoft.com/office/officeart/2018/2/layout/IconVerticalSolidList"/>
    <dgm:cxn modelId="{E52FD174-4279-4393-A390-9B28DD0270DC}" srcId="{AC6379BF-C47B-4CA7-A460-DDA9E7CFECC5}" destId="{FFD75576-1B75-4946-823D-CE479DC1D3A1}" srcOrd="1" destOrd="0" parTransId="{C07D66E6-D0D1-499F-9DD6-EACCC727C6DA}" sibTransId="{613F0182-CCE2-4F8D-A38D-D14ABF31D027}"/>
    <dgm:cxn modelId="{24F41555-6DD5-4219-AB5D-B2A102050469}" type="presOf" srcId="{6437CB6A-4DDA-43A1-AB89-B31BFC1864C1}" destId="{64AA6F07-9598-41AD-957B-66C5D0AFA41E}" srcOrd="0" destOrd="0" presId="urn:microsoft.com/office/officeart/2018/2/layout/IconVerticalSolidList"/>
    <dgm:cxn modelId="{8DBF1D92-E4CA-46B1-9D9F-92F955DC1480}" srcId="{AC6379BF-C47B-4CA7-A460-DDA9E7CFECC5}" destId="{6437CB6A-4DDA-43A1-AB89-B31BFC1864C1}" srcOrd="2" destOrd="0" parTransId="{BD7CD922-A33E-4715-8130-2815C64D4EBF}" sibTransId="{098EBA05-C4AE-458C-9A16-6789ABC9B5F5}"/>
    <dgm:cxn modelId="{0239BEAB-52E5-4E47-8F7C-E3205A7770D4}" type="presOf" srcId="{2AA33898-FB1F-455A-8663-6D5752AD1272}" destId="{17D92FF0-C47D-4465-B25B-00FF40ABD90B}" srcOrd="0" destOrd="0" presId="urn:microsoft.com/office/officeart/2018/2/layout/IconVerticalSolidList"/>
    <dgm:cxn modelId="{5F191CFE-CD01-417C-A129-893E1B54A38E}" srcId="{AC6379BF-C47B-4CA7-A460-DDA9E7CFECC5}" destId="{2AA33898-FB1F-455A-8663-6D5752AD1272}" srcOrd="0" destOrd="0" parTransId="{A32204E1-8F50-4E35-843F-85E3E37809ED}" sibTransId="{841A2093-96E0-486B-9BD3-AACC49D6B9F1}"/>
    <dgm:cxn modelId="{23480BB5-E432-4C42-9337-52D498772F67}" type="presParOf" srcId="{1543140D-8DE2-40C2-910E-E8B7F653EDEE}" destId="{CF4956D3-EB37-4DF7-9898-62EFAAF9EE15}" srcOrd="0" destOrd="0" presId="urn:microsoft.com/office/officeart/2018/2/layout/IconVerticalSolidList"/>
    <dgm:cxn modelId="{ED0028EF-B4FB-43D8-AB2F-3C4E3C44F3CD}" type="presParOf" srcId="{CF4956D3-EB37-4DF7-9898-62EFAAF9EE15}" destId="{EABC5520-6E4B-4F0D-A26A-3005A2A018C9}" srcOrd="0" destOrd="0" presId="urn:microsoft.com/office/officeart/2018/2/layout/IconVerticalSolidList"/>
    <dgm:cxn modelId="{853DD147-C931-4A59-85D3-8CA42BDFCFE3}" type="presParOf" srcId="{CF4956D3-EB37-4DF7-9898-62EFAAF9EE15}" destId="{4BBA0437-12D3-46DC-92EC-D4AE4BB4E2A3}" srcOrd="1" destOrd="0" presId="urn:microsoft.com/office/officeart/2018/2/layout/IconVerticalSolidList"/>
    <dgm:cxn modelId="{2FDFDD40-0631-490B-93C0-6344C5092243}" type="presParOf" srcId="{CF4956D3-EB37-4DF7-9898-62EFAAF9EE15}" destId="{45DC0C44-8212-4A20-A87B-C65AE5D21D2B}" srcOrd="2" destOrd="0" presId="urn:microsoft.com/office/officeart/2018/2/layout/IconVerticalSolidList"/>
    <dgm:cxn modelId="{825E6293-F8F4-4EB3-9E23-C169F0E0E158}" type="presParOf" srcId="{CF4956D3-EB37-4DF7-9898-62EFAAF9EE15}" destId="{17D92FF0-C47D-4465-B25B-00FF40ABD90B}" srcOrd="3" destOrd="0" presId="urn:microsoft.com/office/officeart/2018/2/layout/IconVerticalSolidList"/>
    <dgm:cxn modelId="{D79999AF-3039-4CAA-9388-0180FD4E9029}" type="presParOf" srcId="{1543140D-8DE2-40C2-910E-E8B7F653EDEE}" destId="{F0B05C15-3BFB-4B26-BD6F-8131853F5136}" srcOrd="1" destOrd="0" presId="urn:microsoft.com/office/officeart/2018/2/layout/IconVerticalSolidList"/>
    <dgm:cxn modelId="{7B55E2FC-0469-483E-A4A8-12632759843E}" type="presParOf" srcId="{1543140D-8DE2-40C2-910E-E8B7F653EDEE}" destId="{232D723F-E3C3-4770-B5A1-29C973D09A6D}" srcOrd="2" destOrd="0" presId="urn:microsoft.com/office/officeart/2018/2/layout/IconVerticalSolidList"/>
    <dgm:cxn modelId="{127AB6F0-03F3-43A6-A2FA-66861F3D94C2}" type="presParOf" srcId="{232D723F-E3C3-4770-B5A1-29C973D09A6D}" destId="{836E3617-2ABF-4F37-95A9-01B754ACBCA5}" srcOrd="0" destOrd="0" presId="urn:microsoft.com/office/officeart/2018/2/layout/IconVerticalSolidList"/>
    <dgm:cxn modelId="{2F503127-AF10-46D7-8B50-7C29E47E78D6}" type="presParOf" srcId="{232D723F-E3C3-4770-B5A1-29C973D09A6D}" destId="{4040C2C6-0146-4374-B225-AC34B867B80B}" srcOrd="1" destOrd="0" presId="urn:microsoft.com/office/officeart/2018/2/layout/IconVerticalSolidList"/>
    <dgm:cxn modelId="{72BB40C6-9441-4BB9-B084-333E62658233}" type="presParOf" srcId="{232D723F-E3C3-4770-B5A1-29C973D09A6D}" destId="{D7D3FE10-F94A-4B78-A4A7-DB7107764A83}" srcOrd="2" destOrd="0" presId="urn:microsoft.com/office/officeart/2018/2/layout/IconVerticalSolidList"/>
    <dgm:cxn modelId="{FE737551-A470-44A3-BDD7-CF6EBE5604C1}" type="presParOf" srcId="{232D723F-E3C3-4770-B5A1-29C973D09A6D}" destId="{242A9825-649A-4E0C-8124-036A0076F8E9}" srcOrd="3" destOrd="0" presId="urn:microsoft.com/office/officeart/2018/2/layout/IconVerticalSolidList"/>
    <dgm:cxn modelId="{036644AE-6AC5-4E0C-96E7-DE6021912203}" type="presParOf" srcId="{1543140D-8DE2-40C2-910E-E8B7F653EDEE}" destId="{FE426C16-C01A-433C-A776-4CE01B2E0544}" srcOrd="3" destOrd="0" presId="urn:microsoft.com/office/officeart/2018/2/layout/IconVerticalSolidList"/>
    <dgm:cxn modelId="{0809E106-F62A-41FA-8937-6DFF0B795919}" type="presParOf" srcId="{1543140D-8DE2-40C2-910E-E8B7F653EDEE}" destId="{6D2C6252-DDD2-44A1-985B-D53EA051A086}" srcOrd="4" destOrd="0" presId="urn:microsoft.com/office/officeart/2018/2/layout/IconVerticalSolidList"/>
    <dgm:cxn modelId="{60180677-9FEF-45CA-8D10-7E97F3933DAB}" type="presParOf" srcId="{6D2C6252-DDD2-44A1-985B-D53EA051A086}" destId="{A188D4AB-850D-424F-86D3-331E4441BFE6}" srcOrd="0" destOrd="0" presId="urn:microsoft.com/office/officeart/2018/2/layout/IconVerticalSolidList"/>
    <dgm:cxn modelId="{8E8B6AD6-2F15-4673-8017-7453F3FCAC32}" type="presParOf" srcId="{6D2C6252-DDD2-44A1-985B-D53EA051A086}" destId="{C3566C2D-334E-4E1D-AFE8-53C487923130}" srcOrd="1" destOrd="0" presId="urn:microsoft.com/office/officeart/2018/2/layout/IconVerticalSolidList"/>
    <dgm:cxn modelId="{0FB57F19-5148-441E-8676-1EA509FED7E2}" type="presParOf" srcId="{6D2C6252-DDD2-44A1-985B-D53EA051A086}" destId="{4F2C75D7-71F7-424C-AEB4-4DC2F079BC93}" srcOrd="2" destOrd="0" presId="urn:microsoft.com/office/officeart/2018/2/layout/IconVerticalSolidList"/>
    <dgm:cxn modelId="{1E7CB443-DEDB-4474-85C9-EB0EA0BD2616}" type="presParOf" srcId="{6D2C6252-DDD2-44A1-985B-D53EA051A086}" destId="{64AA6F07-9598-41AD-957B-66C5D0AFA41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B6A9A7-FA4F-4FC9-9900-C6BEDCCD5657}">
      <dsp:nvSpPr>
        <dsp:cNvPr id="0" name=""/>
        <dsp:cNvSpPr/>
      </dsp:nvSpPr>
      <dsp:spPr>
        <a:xfrm>
          <a:off x="0" y="929580"/>
          <a:ext cx="1867792" cy="2241351"/>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496" tIns="0" rIns="184496" bIns="330200" numCol="1" spcCol="1270" anchor="t" anchorCtr="0">
          <a:noAutofit/>
        </a:bodyPr>
        <a:lstStyle/>
        <a:p>
          <a:pPr marL="0" lvl="0" indent="0" algn="l" defTabSz="1066800">
            <a:lnSpc>
              <a:spcPct val="90000"/>
            </a:lnSpc>
            <a:spcBef>
              <a:spcPct val="0"/>
            </a:spcBef>
            <a:spcAft>
              <a:spcPct val="35000"/>
            </a:spcAft>
            <a:buNone/>
          </a:pPr>
          <a:r>
            <a:rPr lang="en-US" sz="2400" kern="1200" dirty="0">
              <a:solidFill>
                <a:schemeClr val="tx1"/>
              </a:solidFill>
              <a:latin typeface="Times New Roman" panose="02020603050405020304" pitchFamily="18" charset="0"/>
              <a:cs typeface="Times New Roman" panose="02020603050405020304" pitchFamily="18" charset="0"/>
            </a:rPr>
            <a:t>Population / Patient</a:t>
          </a:r>
        </a:p>
      </dsp:txBody>
      <dsp:txXfrm>
        <a:off x="0" y="1826121"/>
        <a:ext cx="1867792" cy="1344810"/>
      </dsp:txXfrm>
    </dsp:sp>
    <dsp:sp modelId="{3BF99635-DD9D-4103-A90B-2069678E965A}">
      <dsp:nvSpPr>
        <dsp:cNvPr id="0" name=""/>
        <dsp:cNvSpPr/>
      </dsp:nvSpPr>
      <dsp:spPr>
        <a:xfrm>
          <a:off x="0" y="929580"/>
          <a:ext cx="1867792" cy="89654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84496" tIns="165100" rIns="184496" bIns="165100" numCol="1" spcCol="1270" anchor="ctr" anchorCtr="0">
          <a:noAutofit/>
        </a:bodyPr>
        <a:lstStyle/>
        <a:p>
          <a:pPr marL="0" lvl="0" indent="0" algn="l" defTabSz="1778000">
            <a:lnSpc>
              <a:spcPct val="90000"/>
            </a:lnSpc>
            <a:spcBef>
              <a:spcPct val="0"/>
            </a:spcBef>
            <a:spcAft>
              <a:spcPct val="35000"/>
            </a:spcAft>
            <a:buNone/>
          </a:pPr>
          <a:r>
            <a:rPr lang="en-US" sz="4000" kern="1200">
              <a:solidFill>
                <a:schemeClr val="tx1"/>
              </a:solidFill>
              <a:latin typeface="Times New Roman" panose="02020603050405020304" pitchFamily="18" charset="0"/>
              <a:cs typeface="Times New Roman" panose="02020603050405020304" pitchFamily="18" charset="0"/>
            </a:rPr>
            <a:t>P</a:t>
          </a:r>
          <a:endParaRPr lang="en-US" sz="4000" kern="1200" dirty="0">
            <a:solidFill>
              <a:schemeClr val="tx1"/>
            </a:solidFill>
            <a:latin typeface="Times New Roman" panose="02020603050405020304" pitchFamily="18" charset="0"/>
            <a:cs typeface="Times New Roman" panose="02020603050405020304" pitchFamily="18" charset="0"/>
          </a:endParaRPr>
        </a:p>
      </dsp:txBody>
      <dsp:txXfrm>
        <a:off x="0" y="929580"/>
        <a:ext cx="1867792" cy="896540"/>
      </dsp:txXfrm>
    </dsp:sp>
    <dsp:sp modelId="{1CB17003-D7F2-4F18-BC0A-107671932501}">
      <dsp:nvSpPr>
        <dsp:cNvPr id="0" name=""/>
        <dsp:cNvSpPr/>
      </dsp:nvSpPr>
      <dsp:spPr>
        <a:xfrm>
          <a:off x="2017216" y="929580"/>
          <a:ext cx="1867792" cy="2241351"/>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496" tIns="0" rIns="184496" bIns="330200" numCol="1" spcCol="1270" anchor="t" anchorCtr="0">
          <a:noAutofit/>
        </a:bodyPr>
        <a:lstStyle/>
        <a:p>
          <a:pPr marL="0" lvl="0" indent="0" algn="l" defTabSz="1066800">
            <a:lnSpc>
              <a:spcPct val="90000"/>
            </a:lnSpc>
            <a:spcBef>
              <a:spcPct val="0"/>
            </a:spcBef>
            <a:spcAft>
              <a:spcPct val="35000"/>
            </a:spcAft>
            <a:buNone/>
          </a:pPr>
          <a:r>
            <a:rPr lang="en-US" sz="2400" kern="1200">
              <a:solidFill>
                <a:schemeClr val="tx1"/>
              </a:solidFill>
              <a:latin typeface="Times New Roman" panose="02020603050405020304" pitchFamily="18" charset="0"/>
              <a:cs typeface="Times New Roman" panose="02020603050405020304" pitchFamily="18" charset="0"/>
            </a:rPr>
            <a:t>Intervention / exposure</a:t>
          </a:r>
        </a:p>
      </dsp:txBody>
      <dsp:txXfrm>
        <a:off x="2017216" y="1826121"/>
        <a:ext cx="1867792" cy="1344810"/>
      </dsp:txXfrm>
    </dsp:sp>
    <dsp:sp modelId="{2CEF8F2A-B94A-4459-A678-90A596C976BF}">
      <dsp:nvSpPr>
        <dsp:cNvPr id="0" name=""/>
        <dsp:cNvSpPr/>
      </dsp:nvSpPr>
      <dsp:spPr>
        <a:xfrm>
          <a:off x="2017216" y="929580"/>
          <a:ext cx="1867792" cy="89654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84496" tIns="165100" rIns="184496" bIns="165100" numCol="1" spcCol="1270" anchor="ctr" anchorCtr="0">
          <a:noAutofit/>
        </a:bodyPr>
        <a:lstStyle/>
        <a:p>
          <a:pPr marL="0" lvl="0" indent="0" algn="l" defTabSz="1778000">
            <a:lnSpc>
              <a:spcPct val="90000"/>
            </a:lnSpc>
            <a:spcBef>
              <a:spcPct val="0"/>
            </a:spcBef>
            <a:spcAft>
              <a:spcPct val="35000"/>
            </a:spcAft>
            <a:buNone/>
          </a:pPr>
          <a:r>
            <a:rPr lang="en-US" sz="4000" kern="1200">
              <a:solidFill>
                <a:schemeClr val="tx1"/>
              </a:solidFill>
              <a:latin typeface="Times New Roman" panose="02020603050405020304" pitchFamily="18" charset="0"/>
              <a:cs typeface="Times New Roman" panose="02020603050405020304" pitchFamily="18" charset="0"/>
            </a:rPr>
            <a:t>I</a:t>
          </a:r>
          <a:endParaRPr lang="en-US" sz="4000" kern="1200" dirty="0">
            <a:solidFill>
              <a:schemeClr val="tx1"/>
            </a:solidFill>
            <a:latin typeface="Times New Roman" panose="02020603050405020304" pitchFamily="18" charset="0"/>
            <a:cs typeface="Times New Roman" panose="02020603050405020304" pitchFamily="18" charset="0"/>
          </a:endParaRPr>
        </a:p>
      </dsp:txBody>
      <dsp:txXfrm>
        <a:off x="2017216" y="929580"/>
        <a:ext cx="1867792" cy="896540"/>
      </dsp:txXfrm>
    </dsp:sp>
    <dsp:sp modelId="{9DD5DA99-AA2A-4E3F-A728-445546DBACEC}">
      <dsp:nvSpPr>
        <dsp:cNvPr id="0" name=""/>
        <dsp:cNvSpPr/>
      </dsp:nvSpPr>
      <dsp:spPr>
        <a:xfrm>
          <a:off x="4034432" y="929580"/>
          <a:ext cx="1867792" cy="2241351"/>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496" tIns="0" rIns="184496" bIns="330200" numCol="1" spcCol="1270" anchor="t" anchorCtr="0">
          <a:noAutofit/>
        </a:bodyPr>
        <a:lstStyle/>
        <a:p>
          <a:pPr marL="0" lvl="0" indent="0" algn="l" defTabSz="1066800">
            <a:lnSpc>
              <a:spcPct val="90000"/>
            </a:lnSpc>
            <a:spcBef>
              <a:spcPct val="0"/>
            </a:spcBef>
            <a:spcAft>
              <a:spcPct val="35000"/>
            </a:spcAft>
            <a:buNone/>
          </a:pPr>
          <a:r>
            <a:rPr lang="en-US" sz="2400" kern="1200">
              <a:solidFill>
                <a:schemeClr val="tx1"/>
              </a:solidFill>
              <a:latin typeface="Times New Roman" panose="02020603050405020304" pitchFamily="18" charset="0"/>
              <a:cs typeface="Times New Roman" panose="02020603050405020304" pitchFamily="18" charset="0"/>
            </a:rPr>
            <a:t>Comparison</a:t>
          </a:r>
        </a:p>
      </dsp:txBody>
      <dsp:txXfrm>
        <a:off x="4034432" y="1826121"/>
        <a:ext cx="1867792" cy="1344810"/>
      </dsp:txXfrm>
    </dsp:sp>
    <dsp:sp modelId="{5EEA3182-D3F3-4578-8D96-98F4FE1EC80B}">
      <dsp:nvSpPr>
        <dsp:cNvPr id="0" name=""/>
        <dsp:cNvSpPr/>
      </dsp:nvSpPr>
      <dsp:spPr>
        <a:xfrm>
          <a:off x="4034432" y="929580"/>
          <a:ext cx="1867792" cy="89654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84496" tIns="165100" rIns="184496" bIns="165100" numCol="1" spcCol="1270" anchor="ctr" anchorCtr="0">
          <a:noAutofit/>
        </a:bodyPr>
        <a:lstStyle/>
        <a:p>
          <a:pPr marL="0" lvl="0" indent="0" algn="l" defTabSz="1778000">
            <a:lnSpc>
              <a:spcPct val="90000"/>
            </a:lnSpc>
            <a:spcBef>
              <a:spcPct val="0"/>
            </a:spcBef>
            <a:spcAft>
              <a:spcPct val="35000"/>
            </a:spcAft>
            <a:buNone/>
          </a:pPr>
          <a:r>
            <a:rPr lang="en-US" sz="4000" kern="1200">
              <a:solidFill>
                <a:schemeClr val="tx1"/>
              </a:solidFill>
              <a:latin typeface="Times New Roman" panose="02020603050405020304" pitchFamily="18" charset="0"/>
              <a:cs typeface="Times New Roman" panose="02020603050405020304" pitchFamily="18" charset="0"/>
            </a:rPr>
            <a:t>C</a:t>
          </a:r>
          <a:endParaRPr lang="en-US" sz="4000" kern="1200" dirty="0">
            <a:solidFill>
              <a:schemeClr val="tx1"/>
            </a:solidFill>
            <a:latin typeface="Times New Roman" panose="02020603050405020304" pitchFamily="18" charset="0"/>
            <a:cs typeface="Times New Roman" panose="02020603050405020304" pitchFamily="18" charset="0"/>
          </a:endParaRPr>
        </a:p>
      </dsp:txBody>
      <dsp:txXfrm>
        <a:off x="4034432" y="929580"/>
        <a:ext cx="1867792" cy="896540"/>
      </dsp:txXfrm>
    </dsp:sp>
    <dsp:sp modelId="{75A7830E-85C2-4790-87A5-11FBCA2D4D0A}">
      <dsp:nvSpPr>
        <dsp:cNvPr id="0" name=""/>
        <dsp:cNvSpPr/>
      </dsp:nvSpPr>
      <dsp:spPr>
        <a:xfrm>
          <a:off x="6051648" y="929580"/>
          <a:ext cx="1867792" cy="2241351"/>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496" tIns="0" rIns="184496" bIns="330200" numCol="1" spcCol="1270" anchor="t" anchorCtr="0">
          <a:noAutofit/>
        </a:bodyPr>
        <a:lstStyle/>
        <a:p>
          <a:pPr marL="0" lvl="0" indent="0" algn="l" defTabSz="1066800">
            <a:lnSpc>
              <a:spcPct val="90000"/>
            </a:lnSpc>
            <a:spcBef>
              <a:spcPct val="0"/>
            </a:spcBef>
            <a:spcAft>
              <a:spcPct val="35000"/>
            </a:spcAft>
            <a:buNone/>
          </a:pPr>
          <a:r>
            <a:rPr lang="en-US" sz="2400" kern="1200">
              <a:solidFill>
                <a:schemeClr val="tx1"/>
              </a:solidFill>
              <a:latin typeface="Times New Roman" panose="02020603050405020304" pitchFamily="18" charset="0"/>
              <a:cs typeface="Times New Roman" panose="02020603050405020304" pitchFamily="18" charset="0"/>
            </a:rPr>
            <a:t>Outcome</a:t>
          </a:r>
        </a:p>
      </dsp:txBody>
      <dsp:txXfrm>
        <a:off x="6051648" y="1826121"/>
        <a:ext cx="1867792" cy="1344810"/>
      </dsp:txXfrm>
    </dsp:sp>
    <dsp:sp modelId="{7609DE1E-7857-4F82-9E71-94D85DB61798}">
      <dsp:nvSpPr>
        <dsp:cNvPr id="0" name=""/>
        <dsp:cNvSpPr/>
      </dsp:nvSpPr>
      <dsp:spPr>
        <a:xfrm>
          <a:off x="6051648" y="929580"/>
          <a:ext cx="1867792" cy="89654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84496" tIns="165100" rIns="184496" bIns="165100" numCol="1" spcCol="1270" anchor="ctr" anchorCtr="0">
          <a:noAutofit/>
        </a:bodyPr>
        <a:lstStyle/>
        <a:p>
          <a:pPr marL="0" lvl="0" indent="0" algn="l" defTabSz="1778000">
            <a:lnSpc>
              <a:spcPct val="90000"/>
            </a:lnSpc>
            <a:spcBef>
              <a:spcPct val="0"/>
            </a:spcBef>
            <a:spcAft>
              <a:spcPct val="35000"/>
            </a:spcAft>
            <a:buNone/>
          </a:pPr>
          <a:r>
            <a:rPr lang="en-US" sz="4000" kern="1200">
              <a:solidFill>
                <a:schemeClr val="tx1"/>
              </a:solidFill>
              <a:latin typeface="Times New Roman" panose="02020603050405020304" pitchFamily="18" charset="0"/>
              <a:cs typeface="Times New Roman" panose="02020603050405020304" pitchFamily="18" charset="0"/>
            </a:rPr>
            <a:t>O</a:t>
          </a:r>
          <a:endParaRPr lang="en-US" sz="4000" kern="1200" dirty="0">
            <a:solidFill>
              <a:schemeClr val="tx1"/>
            </a:solidFill>
            <a:latin typeface="Times New Roman" panose="02020603050405020304" pitchFamily="18" charset="0"/>
            <a:cs typeface="Times New Roman" panose="02020603050405020304" pitchFamily="18" charset="0"/>
          </a:endParaRPr>
        </a:p>
      </dsp:txBody>
      <dsp:txXfrm>
        <a:off x="6051648" y="929580"/>
        <a:ext cx="1867792" cy="896540"/>
      </dsp:txXfrm>
    </dsp:sp>
    <dsp:sp modelId="{561C226B-F058-4C7A-ADEB-A8965D00CE35}">
      <dsp:nvSpPr>
        <dsp:cNvPr id="0" name=""/>
        <dsp:cNvSpPr/>
      </dsp:nvSpPr>
      <dsp:spPr>
        <a:xfrm>
          <a:off x="8068864" y="929580"/>
          <a:ext cx="1867792" cy="2241351"/>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496" tIns="0" rIns="184496" bIns="330200" numCol="1" spcCol="1270" anchor="t" anchorCtr="0">
          <a:noAutofit/>
        </a:bodyPr>
        <a:lstStyle/>
        <a:p>
          <a:pPr marL="0" lvl="0" indent="0" algn="l" defTabSz="1066800">
            <a:lnSpc>
              <a:spcPct val="90000"/>
            </a:lnSpc>
            <a:spcBef>
              <a:spcPct val="0"/>
            </a:spcBef>
            <a:spcAft>
              <a:spcPct val="35000"/>
            </a:spcAft>
            <a:buNone/>
          </a:pPr>
          <a:r>
            <a:rPr lang="en-US" sz="2400" kern="1200">
              <a:solidFill>
                <a:schemeClr val="tx1"/>
              </a:solidFill>
              <a:latin typeface="Times New Roman" panose="02020603050405020304" pitchFamily="18" charset="0"/>
              <a:cs typeface="Times New Roman" panose="02020603050405020304" pitchFamily="18" charset="0"/>
            </a:rPr>
            <a:t>Time</a:t>
          </a:r>
        </a:p>
      </dsp:txBody>
      <dsp:txXfrm>
        <a:off x="8068864" y="1826121"/>
        <a:ext cx="1867792" cy="1344810"/>
      </dsp:txXfrm>
    </dsp:sp>
    <dsp:sp modelId="{F7000D3F-E096-455B-9B17-6F55EC008003}">
      <dsp:nvSpPr>
        <dsp:cNvPr id="0" name=""/>
        <dsp:cNvSpPr/>
      </dsp:nvSpPr>
      <dsp:spPr>
        <a:xfrm>
          <a:off x="8068864" y="929580"/>
          <a:ext cx="1867792" cy="89654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84496" tIns="165100" rIns="184496" bIns="165100" numCol="1" spcCol="1270" anchor="ctr" anchorCtr="0">
          <a:noAutofit/>
        </a:bodyPr>
        <a:lstStyle/>
        <a:p>
          <a:pPr marL="0" lvl="0" indent="0" algn="l" defTabSz="1778000">
            <a:lnSpc>
              <a:spcPct val="90000"/>
            </a:lnSpc>
            <a:spcBef>
              <a:spcPct val="0"/>
            </a:spcBef>
            <a:spcAft>
              <a:spcPct val="35000"/>
            </a:spcAft>
            <a:buNone/>
          </a:pPr>
          <a:r>
            <a:rPr lang="en-US" sz="4000" kern="1200">
              <a:solidFill>
                <a:schemeClr val="tx1"/>
              </a:solidFill>
              <a:latin typeface="Times New Roman" panose="02020603050405020304" pitchFamily="18" charset="0"/>
              <a:cs typeface="Times New Roman" panose="02020603050405020304" pitchFamily="18" charset="0"/>
            </a:rPr>
            <a:t>T</a:t>
          </a:r>
          <a:endParaRPr lang="en-US" sz="4000" kern="1200" dirty="0">
            <a:solidFill>
              <a:schemeClr val="tx1"/>
            </a:solidFill>
            <a:latin typeface="Times New Roman" panose="02020603050405020304" pitchFamily="18" charset="0"/>
            <a:cs typeface="Times New Roman" panose="02020603050405020304" pitchFamily="18" charset="0"/>
          </a:endParaRPr>
        </a:p>
      </dsp:txBody>
      <dsp:txXfrm>
        <a:off x="8068864" y="929580"/>
        <a:ext cx="1867792" cy="896540"/>
      </dsp:txXfrm>
    </dsp:sp>
    <dsp:sp modelId="{3FA3CE07-C867-4868-B845-2FD968EBCBB7}">
      <dsp:nvSpPr>
        <dsp:cNvPr id="0" name=""/>
        <dsp:cNvSpPr/>
      </dsp:nvSpPr>
      <dsp:spPr>
        <a:xfrm>
          <a:off x="10086081" y="929580"/>
          <a:ext cx="1867792" cy="2241351"/>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496" tIns="0" rIns="184496" bIns="330200" numCol="1" spcCol="1270" anchor="t" anchorCtr="0">
          <a:noAutofit/>
        </a:bodyPr>
        <a:lstStyle/>
        <a:p>
          <a:pPr marL="0" lvl="0" indent="0" algn="l" defTabSz="1066800">
            <a:lnSpc>
              <a:spcPct val="90000"/>
            </a:lnSpc>
            <a:spcBef>
              <a:spcPct val="0"/>
            </a:spcBef>
            <a:spcAft>
              <a:spcPct val="35000"/>
            </a:spcAft>
            <a:buNone/>
          </a:pPr>
          <a:r>
            <a:rPr lang="en-US" sz="2400" kern="1200">
              <a:solidFill>
                <a:schemeClr val="tx1"/>
              </a:solidFill>
              <a:latin typeface="Times New Roman" panose="02020603050405020304" pitchFamily="18" charset="0"/>
              <a:cs typeface="Times New Roman" panose="02020603050405020304" pitchFamily="18" charset="0"/>
            </a:rPr>
            <a:t>Setting</a:t>
          </a:r>
        </a:p>
      </dsp:txBody>
      <dsp:txXfrm>
        <a:off x="10086081" y="1826121"/>
        <a:ext cx="1867792" cy="1344810"/>
      </dsp:txXfrm>
    </dsp:sp>
    <dsp:sp modelId="{DB115F26-879C-4272-8FAC-E08B1896A6C2}">
      <dsp:nvSpPr>
        <dsp:cNvPr id="0" name=""/>
        <dsp:cNvSpPr/>
      </dsp:nvSpPr>
      <dsp:spPr>
        <a:xfrm>
          <a:off x="10086081" y="929580"/>
          <a:ext cx="1867792" cy="89654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84496" tIns="165100" rIns="184496" bIns="165100" numCol="1" spcCol="1270" anchor="ctr" anchorCtr="0">
          <a:noAutofit/>
        </a:bodyPr>
        <a:lstStyle/>
        <a:p>
          <a:pPr marL="0" lvl="0" indent="0" algn="l" defTabSz="1778000">
            <a:lnSpc>
              <a:spcPct val="90000"/>
            </a:lnSpc>
            <a:spcBef>
              <a:spcPct val="0"/>
            </a:spcBef>
            <a:spcAft>
              <a:spcPct val="35000"/>
            </a:spcAft>
            <a:buNone/>
          </a:pPr>
          <a:r>
            <a:rPr lang="en-US" sz="4000" kern="1200">
              <a:solidFill>
                <a:schemeClr val="tx1"/>
              </a:solidFill>
              <a:latin typeface="Times New Roman" panose="02020603050405020304" pitchFamily="18" charset="0"/>
              <a:cs typeface="Times New Roman" panose="02020603050405020304" pitchFamily="18" charset="0"/>
            </a:rPr>
            <a:t>S</a:t>
          </a:r>
          <a:endParaRPr lang="en-US" sz="4000" kern="1200" dirty="0">
            <a:solidFill>
              <a:schemeClr val="tx1"/>
            </a:solidFill>
            <a:latin typeface="Times New Roman" panose="02020603050405020304" pitchFamily="18" charset="0"/>
            <a:cs typeface="Times New Roman" panose="02020603050405020304" pitchFamily="18" charset="0"/>
          </a:endParaRPr>
        </a:p>
      </dsp:txBody>
      <dsp:txXfrm>
        <a:off x="10086081" y="929580"/>
        <a:ext cx="1867792" cy="8965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BC5520-6E4B-4F0D-A26A-3005A2A018C9}">
      <dsp:nvSpPr>
        <dsp:cNvPr id="0" name=""/>
        <dsp:cNvSpPr/>
      </dsp:nvSpPr>
      <dsp:spPr>
        <a:xfrm>
          <a:off x="0" y="498"/>
          <a:ext cx="11187390" cy="116539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BA0437-12D3-46DC-92EC-D4AE4BB4E2A3}">
      <dsp:nvSpPr>
        <dsp:cNvPr id="0" name=""/>
        <dsp:cNvSpPr/>
      </dsp:nvSpPr>
      <dsp:spPr>
        <a:xfrm>
          <a:off x="352531" y="262711"/>
          <a:ext cx="640966" cy="64096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7D92FF0-C47D-4465-B25B-00FF40ABD90B}">
      <dsp:nvSpPr>
        <dsp:cNvPr id="0" name=""/>
        <dsp:cNvSpPr/>
      </dsp:nvSpPr>
      <dsp:spPr>
        <a:xfrm>
          <a:off x="1346030" y="498"/>
          <a:ext cx="9841359" cy="11653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338" tIns="123338" rIns="123338" bIns="123338" numCol="1" spcCol="1270" anchor="ctr" anchorCtr="0">
          <a:noAutofit/>
        </a:bodyPr>
        <a:lstStyle/>
        <a:p>
          <a:pPr marL="0" lvl="0" indent="0" algn="l" defTabSz="977900">
            <a:lnSpc>
              <a:spcPct val="100000"/>
            </a:lnSpc>
            <a:spcBef>
              <a:spcPct val="0"/>
            </a:spcBef>
            <a:spcAft>
              <a:spcPct val="35000"/>
            </a:spcAft>
            <a:buNone/>
          </a:pPr>
          <a:r>
            <a:rPr lang="en-US" sz="2200" b="0" i="0" kern="1200" baseline="0">
              <a:latin typeface="Times New Roman" panose="02020603050405020304" pitchFamily="18" charset="0"/>
              <a:cs typeface="Times New Roman" panose="02020603050405020304" pitchFamily="18" charset="0"/>
            </a:rPr>
            <a:t>In contrast to descriptive studies that look at entire populations, in analytical studies, the subject of interest is the individual within the population.</a:t>
          </a:r>
          <a:endParaRPr lang="en-US" sz="2200" kern="1200">
            <a:latin typeface="Times New Roman" panose="02020603050405020304" pitchFamily="18" charset="0"/>
            <a:cs typeface="Times New Roman" panose="02020603050405020304" pitchFamily="18" charset="0"/>
          </a:endParaRPr>
        </a:p>
      </dsp:txBody>
      <dsp:txXfrm>
        <a:off x="1346030" y="498"/>
        <a:ext cx="9841359" cy="1165393"/>
      </dsp:txXfrm>
    </dsp:sp>
    <dsp:sp modelId="{836E3617-2ABF-4F37-95A9-01B754ACBCA5}">
      <dsp:nvSpPr>
        <dsp:cNvPr id="0" name=""/>
        <dsp:cNvSpPr/>
      </dsp:nvSpPr>
      <dsp:spPr>
        <a:xfrm>
          <a:off x="0" y="1457240"/>
          <a:ext cx="11187390" cy="116539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40C2C6-0146-4374-B225-AC34B867B80B}">
      <dsp:nvSpPr>
        <dsp:cNvPr id="0" name=""/>
        <dsp:cNvSpPr/>
      </dsp:nvSpPr>
      <dsp:spPr>
        <a:xfrm>
          <a:off x="352531" y="1719454"/>
          <a:ext cx="640966" cy="64096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2A9825-649A-4E0C-8124-036A0076F8E9}">
      <dsp:nvSpPr>
        <dsp:cNvPr id="0" name=""/>
        <dsp:cNvSpPr/>
      </dsp:nvSpPr>
      <dsp:spPr>
        <a:xfrm>
          <a:off x="1346030" y="1457240"/>
          <a:ext cx="9841359" cy="11653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338" tIns="123338" rIns="123338" bIns="123338" numCol="1" spcCol="1270" anchor="ctr" anchorCtr="0">
          <a:noAutofit/>
        </a:bodyPr>
        <a:lstStyle/>
        <a:p>
          <a:pPr marL="0" lvl="0" indent="0" algn="l" defTabSz="977900">
            <a:lnSpc>
              <a:spcPct val="100000"/>
            </a:lnSpc>
            <a:spcBef>
              <a:spcPct val="0"/>
            </a:spcBef>
            <a:spcAft>
              <a:spcPct val="35000"/>
            </a:spcAft>
            <a:buNone/>
          </a:pPr>
          <a:r>
            <a:rPr lang="en-US" sz="2200" b="0" i="0" kern="1200" baseline="0" dirty="0">
              <a:latin typeface="Times New Roman" panose="02020603050405020304" pitchFamily="18" charset="0"/>
              <a:cs typeface="Times New Roman" panose="02020603050405020304" pitchFamily="18" charset="0"/>
            </a:rPr>
            <a:t>The objective is not to formulate, but to test hypotheses.</a:t>
          </a:r>
          <a:endParaRPr lang="en-US" sz="2200" kern="1200" dirty="0">
            <a:latin typeface="Times New Roman" panose="02020603050405020304" pitchFamily="18" charset="0"/>
            <a:cs typeface="Times New Roman" panose="02020603050405020304" pitchFamily="18" charset="0"/>
          </a:endParaRPr>
        </a:p>
      </dsp:txBody>
      <dsp:txXfrm>
        <a:off x="1346030" y="1457240"/>
        <a:ext cx="9841359" cy="1165393"/>
      </dsp:txXfrm>
    </dsp:sp>
    <dsp:sp modelId="{A188D4AB-850D-424F-86D3-331E4441BFE6}">
      <dsp:nvSpPr>
        <dsp:cNvPr id="0" name=""/>
        <dsp:cNvSpPr/>
      </dsp:nvSpPr>
      <dsp:spPr>
        <a:xfrm>
          <a:off x="0" y="2913982"/>
          <a:ext cx="11187390" cy="116539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566C2D-334E-4E1D-AFE8-53C487923130}">
      <dsp:nvSpPr>
        <dsp:cNvPr id="0" name=""/>
        <dsp:cNvSpPr/>
      </dsp:nvSpPr>
      <dsp:spPr>
        <a:xfrm>
          <a:off x="352531" y="3176196"/>
          <a:ext cx="640966" cy="64096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4AA6F07-9598-41AD-957B-66C5D0AFA41E}">
      <dsp:nvSpPr>
        <dsp:cNvPr id="0" name=""/>
        <dsp:cNvSpPr/>
      </dsp:nvSpPr>
      <dsp:spPr>
        <a:xfrm>
          <a:off x="1346030" y="2913982"/>
          <a:ext cx="9841359" cy="11653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338" tIns="123338" rIns="123338" bIns="123338" numCol="1" spcCol="1270" anchor="ctr" anchorCtr="0">
          <a:noAutofit/>
        </a:bodyPr>
        <a:lstStyle/>
        <a:p>
          <a:pPr marL="0" lvl="0" indent="0" algn="l" defTabSz="977900">
            <a:lnSpc>
              <a:spcPct val="100000"/>
            </a:lnSpc>
            <a:spcBef>
              <a:spcPct val="0"/>
            </a:spcBef>
            <a:spcAft>
              <a:spcPct val="35000"/>
            </a:spcAft>
            <a:buNone/>
          </a:pPr>
          <a:r>
            <a:rPr lang="en-US" sz="2200" kern="1200">
              <a:latin typeface="Times New Roman" panose="02020603050405020304" pitchFamily="18" charset="0"/>
              <a:cs typeface="Times New Roman" panose="02020603050405020304" pitchFamily="18" charset="0"/>
            </a:rPr>
            <a:t>A</a:t>
          </a:r>
          <a:r>
            <a:rPr lang="en-US" sz="2200" b="0" i="0" kern="1200" baseline="0">
              <a:latin typeface="Times New Roman" panose="02020603050405020304" pitchFamily="18" charset="0"/>
              <a:cs typeface="Times New Roman" panose="02020603050405020304" pitchFamily="18" charset="0"/>
            </a:rPr>
            <a:t>lthough individuals are evaluated in analytical studies, the inference is not to individuals, but to the population from which they are selected.</a:t>
          </a:r>
          <a:endParaRPr lang="en-US" sz="2200" kern="1200">
            <a:latin typeface="Times New Roman" panose="02020603050405020304" pitchFamily="18" charset="0"/>
            <a:cs typeface="Times New Roman" panose="02020603050405020304" pitchFamily="18" charset="0"/>
          </a:endParaRPr>
        </a:p>
      </dsp:txBody>
      <dsp:txXfrm>
        <a:off x="1346030" y="2913982"/>
        <a:ext cx="9841359" cy="1165393"/>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0F28B-45E3-4585-87E3-73838692A70B}"/>
              </a:ext>
            </a:extLst>
          </p:cNvPr>
          <p:cNvSpPr>
            <a:spLocks noGrp="1"/>
          </p:cNvSpPr>
          <p:nvPr>
            <p:ph type="ctrTitle"/>
          </p:nvPr>
        </p:nvSpPr>
        <p:spPr>
          <a:xfrm>
            <a:off x="457200" y="668049"/>
            <a:ext cx="7626795" cy="2841914"/>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F755B0-E17A-4B52-A99D-C35BB18BB2D0}"/>
              </a:ext>
            </a:extLst>
          </p:cNvPr>
          <p:cNvSpPr>
            <a:spLocks noGrp="1"/>
          </p:cNvSpPr>
          <p:nvPr>
            <p:ph type="subTitle" idx="1"/>
          </p:nvPr>
        </p:nvSpPr>
        <p:spPr>
          <a:xfrm>
            <a:off x="457200" y="3602038"/>
            <a:ext cx="7626795" cy="2501728"/>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8390C28-805B-4DA6-A10E-651C0FD01716}"/>
              </a:ext>
            </a:extLst>
          </p:cNvPr>
          <p:cNvSpPr>
            <a:spLocks noGrp="1"/>
          </p:cNvSpPr>
          <p:nvPr>
            <p:ph type="dt" sz="half" idx="10"/>
          </p:nvPr>
        </p:nvSpPr>
        <p:spPr/>
        <p:txBody>
          <a:bodyPr/>
          <a:lstStyle/>
          <a:p>
            <a:fld id="{D208048B-57AF-4F53-BC84-8E0A1033FBEC}" type="datetimeFigureOut">
              <a:rPr lang="en-US" smtClean="0"/>
              <a:t>5/2/2024</a:t>
            </a:fld>
            <a:endParaRPr lang="en-US"/>
          </a:p>
        </p:txBody>
      </p:sp>
      <p:sp>
        <p:nvSpPr>
          <p:cNvPr id="5" name="Footer Placeholder 4">
            <a:extLst>
              <a:ext uri="{FF2B5EF4-FFF2-40B4-BE49-F238E27FC236}">
                <a16:creationId xmlns:a16="http://schemas.microsoft.com/office/drawing/2014/main" id="{0D5EBBA9-C52F-4628-AE0D-DCD1772F91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5BAC57-F8E1-4B54-A111-CB53B32031AB}"/>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3023000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A2C84-1247-4534-81D1-136C3E1EBB0D}"/>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048D490-CEA6-4844-A537-F749658D377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1DAEFC9-887F-4E73-9938-6032D52864AA}"/>
              </a:ext>
            </a:extLst>
          </p:cNvPr>
          <p:cNvSpPr>
            <a:spLocks noGrp="1"/>
          </p:cNvSpPr>
          <p:nvPr>
            <p:ph type="dt" sz="half" idx="10"/>
          </p:nvPr>
        </p:nvSpPr>
        <p:spPr/>
        <p:txBody>
          <a:bodyPr/>
          <a:lstStyle/>
          <a:p>
            <a:fld id="{D208048B-57AF-4F53-BC84-8E0A1033FBEC}" type="datetimeFigureOut">
              <a:rPr lang="en-US" smtClean="0"/>
              <a:t>5/2/2024</a:t>
            </a:fld>
            <a:endParaRPr lang="en-US"/>
          </a:p>
        </p:txBody>
      </p:sp>
      <p:sp>
        <p:nvSpPr>
          <p:cNvPr id="5" name="Footer Placeholder 4">
            <a:extLst>
              <a:ext uri="{FF2B5EF4-FFF2-40B4-BE49-F238E27FC236}">
                <a16:creationId xmlns:a16="http://schemas.microsoft.com/office/drawing/2014/main" id="{ABFCF0CF-134A-404E-A177-9FAAA039F8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A1B0DC-2D2C-408B-A577-904A2385C0AA}"/>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2207801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55431-EF88-4771-9699-27EF70A55112}"/>
              </a:ext>
            </a:extLst>
          </p:cNvPr>
          <p:cNvSpPr>
            <a:spLocks noGrp="1"/>
          </p:cNvSpPr>
          <p:nvPr>
            <p:ph type="title"/>
          </p:nvPr>
        </p:nvSpPr>
        <p:spPr>
          <a:xfrm>
            <a:off x="457200" y="668050"/>
            <a:ext cx="7673389" cy="3816588"/>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DAF57C3-A928-4093-B3FC-ECC2194AE9E9}"/>
              </a:ext>
            </a:extLst>
          </p:cNvPr>
          <p:cNvSpPr>
            <a:spLocks noGrp="1"/>
          </p:cNvSpPr>
          <p:nvPr>
            <p:ph type="body" idx="1"/>
          </p:nvPr>
        </p:nvSpPr>
        <p:spPr>
          <a:xfrm>
            <a:off x="457200" y="4589463"/>
            <a:ext cx="7673389"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BFD625-A893-46D3-A518-9E969CB4FE54}"/>
              </a:ext>
            </a:extLst>
          </p:cNvPr>
          <p:cNvSpPr>
            <a:spLocks noGrp="1"/>
          </p:cNvSpPr>
          <p:nvPr>
            <p:ph type="dt" sz="half" idx="10"/>
          </p:nvPr>
        </p:nvSpPr>
        <p:spPr/>
        <p:txBody>
          <a:bodyPr/>
          <a:lstStyle/>
          <a:p>
            <a:fld id="{D208048B-57AF-4F53-BC84-8E0A1033FBEC}" type="datetimeFigureOut">
              <a:rPr lang="en-US" smtClean="0"/>
              <a:t>5/2/2024</a:t>
            </a:fld>
            <a:endParaRPr lang="en-US"/>
          </a:p>
        </p:txBody>
      </p:sp>
      <p:sp>
        <p:nvSpPr>
          <p:cNvPr id="5" name="Footer Placeholder 4">
            <a:extLst>
              <a:ext uri="{FF2B5EF4-FFF2-40B4-BE49-F238E27FC236}">
                <a16:creationId xmlns:a16="http://schemas.microsoft.com/office/drawing/2014/main" id="{FFCAD37A-B380-4B65-9FB9-3FB914120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E773B6-CD13-4451-9BF3-C4102BA5E899}"/>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2637728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1FBD0A-9F7B-4EBB-9982-B55F5F9806C4}"/>
              </a:ext>
              <a:ext uri="{C183D7F6-B498-43B3-948B-1728B52AA6E4}">
                <adec:decorative xmlns:adec="http://schemas.microsoft.com/office/drawing/2017/decorative" val="1"/>
              </a:ext>
            </a:extLst>
          </p:cNvPr>
          <p:cNvSpPr/>
          <p:nvPr/>
        </p:nvSpPr>
        <p:spPr>
          <a:xfrm>
            <a:off x="0" y="0"/>
            <a:ext cx="12188952" cy="6858000"/>
          </a:xfrm>
          <a:prstGeom prst="rect">
            <a:avLst/>
          </a:prstGeom>
          <a:ln w="9525" cap="flat">
            <a:noFill/>
            <a:prstDash val="solid"/>
            <a:miter/>
          </a:ln>
        </p:spPr>
        <p:txBody>
          <a:bodyPr rtlCol="0" anchor="ctr"/>
          <a:lstStyle/>
          <a:p>
            <a:endParaRPr lang="en-US">
              <a:solidFill>
                <a:schemeClr val="tx1"/>
              </a:solidFill>
            </a:endParaRPr>
          </a:p>
        </p:txBody>
      </p:sp>
      <p:sp>
        <p:nvSpPr>
          <p:cNvPr id="11" name="Color Fill">
            <a:extLst>
              <a:ext uri="{FF2B5EF4-FFF2-40B4-BE49-F238E27FC236}">
                <a16:creationId xmlns:a16="http://schemas.microsoft.com/office/drawing/2014/main" id="{88CFF0B8-0BA9-4DD9-B7B2-0655DC8419A8}"/>
              </a:ex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bg2">
              <a:lumMod val="75000"/>
              <a:lumOff val="25000"/>
              <a:alpha val="40000"/>
            </a:schemeClr>
          </a:solidFill>
          <a:ln w="9525" cap="flat">
            <a:noFill/>
            <a:prstDash val="solid"/>
            <a:miter/>
          </a:ln>
        </p:spPr>
        <p:txBody>
          <a:bodyPr rtlCol="0" anchor="ctr"/>
          <a:lstStyle/>
          <a:p>
            <a:endParaRPr lang="en-US" dirty="0">
              <a:solidFill>
                <a:schemeClr val="bg2">
                  <a:lumMod val="75000"/>
                  <a:lumOff val="25000"/>
                </a:schemeClr>
              </a:solidFill>
            </a:endParaRPr>
          </a:p>
        </p:txBody>
      </p:sp>
      <p:grpSp>
        <p:nvGrpSpPr>
          <p:cNvPr id="14" name="Group 13">
            <a:extLst>
              <a:ext uri="{FF2B5EF4-FFF2-40B4-BE49-F238E27FC236}">
                <a16:creationId xmlns:a16="http://schemas.microsoft.com/office/drawing/2014/main" id="{C77B910E-9B87-4291-987B-6883212CBAEC}"/>
              </a:ext>
              <a:ext uri="{C183D7F6-B498-43B3-948B-1728B52AA6E4}">
                <adec:decorative xmlns:adec="http://schemas.microsoft.com/office/drawing/2017/decorative" val="1"/>
              </a:ext>
            </a:extLst>
          </p:cNvPr>
          <p:cNvGrpSpPr/>
          <p:nvPr/>
        </p:nvGrpSpPr>
        <p:grpSpPr>
          <a:xfrm>
            <a:off x="11151383" y="2767655"/>
            <a:ext cx="1040617" cy="2833045"/>
            <a:chOff x="11151383" y="2767655"/>
            <a:chExt cx="1040617" cy="2833045"/>
          </a:xfrm>
        </p:grpSpPr>
        <p:sp>
          <p:nvSpPr>
            <p:cNvPr id="15" name="Oval 14">
              <a:extLst>
                <a:ext uri="{FF2B5EF4-FFF2-40B4-BE49-F238E27FC236}">
                  <a16:creationId xmlns:a16="http://schemas.microsoft.com/office/drawing/2014/main" id="{05596CF7-55B3-409D-A36C-F5BE9D625628}"/>
                </a:ext>
              </a:extLst>
            </p:cNvPr>
            <p:cNvSpPr/>
            <p:nvPr/>
          </p:nvSpPr>
          <p:spPr>
            <a:xfrm>
              <a:off x="11783194" y="2943021"/>
              <a:ext cx="246527" cy="2465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7" name="Freeform: Shape 16">
              <a:extLst>
                <a:ext uri="{FF2B5EF4-FFF2-40B4-BE49-F238E27FC236}">
                  <a16:creationId xmlns:a16="http://schemas.microsoft.com/office/drawing/2014/main" id="{92245D23-45D8-474C-8A38-633E99962676}"/>
                </a:ext>
              </a:extLst>
            </p:cNvPr>
            <p:cNvSpPr/>
            <p:nvPr/>
          </p:nvSpPr>
          <p:spPr>
            <a:xfrm flipV="1">
              <a:off x="11151383" y="4336822"/>
              <a:ext cx="1040617" cy="1263878"/>
            </a:xfrm>
            <a:custGeom>
              <a:avLst/>
              <a:gdLst>
                <a:gd name="connsiteX0" fmla="*/ 1087069 w 1119832"/>
                <a:gd name="connsiteY0" fmla="*/ 1138 h 1360088"/>
                <a:gd name="connsiteX1" fmla="*/ 1119832 w 1119832"/>
                <a:gd name="connsiteY1" fmla="*/ 3278 h 1360088"/>
                <a:gd name="connsiteX2" fmla="*/ 1119832 w 1119832"/>
                <a:gd name="connsiteY2" fmla="*/ 1097964 h 1360088"/>
                <a:gd name="connsiteX3" fmla="*/ 1109686 w 1119832"/>
                <a:gd name="connsiteY3" fmla="*/ 1109686 h 1360088"/>
                <a:gd name="connsiteX4" fmla="*/ 25249 w 1119832"/>
                <a:gd name="connsiteY4" fmla="*/ 1334840 h 1360088"/>
                <a:gd name="connsiteX5" fmla="*/ 250404 w 1119832"/>
                <a:gd name="connsiteY5" fmla="*/ 250404 h 1360088"/>
                <a:gd name="connsiteX6" fmla="*/ 1087069 w 1119832"/>
                <a:gd name="connsiteY6" fmla="*/ 1138 h 1360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9832" h="1360088">
                  <a:moveTo>
                    <a:pt x="1087069" y="1138"/>
                  </a:moveTo>
                  <a:lnTo>
                    <a:pt x="1119832" y="3278"/>
                  </a:lnTo>
                  <a:lnTo>
                    <a:pt x="1119832" y="1097964"/>
                  </a:lnTo>
                  <a:lnTo>
                    <a:pt x="1109686" y="1109686"/>
                  </a:lnTo>
                  <a:cubicBezTo>
                    <a:pt x="748058" y="1471314"/>
                    <a:pt x="25249" y="1334840"/>
                    <a:pt x="25249" y="1334840"/>
                  </a:cubicBezTo>
                  <a:cubicBezTo>
                    <a:pt x="25249" y="1334840"/>
                    <a:pt x="-111224" y="612032"/>
                    <a:pt x="250404" y="250404"/>
                  </a:cubicBezTo>
                  <a:cubicBezTo>
                    <a:pt x="476422" y="24386"/>
                    <a:pt x="843525" y="-7060"/>
                    <a:pt x="1087069" y="1138"/>
                  </a:cubicBezTo>
                  <a:close/>
                </a:path>
              </a:pathLst>
            </a:custGeom>
            <a:pattFill prst="pct5">
              <a:fgClr>
                <a:schemeClr val="accent4">
                  <a:lumMod val="60000"/>
                  <a:lumOff val="40000"/>
                </a:schemeClr>
              </a:fgClr>
              <a:bgClr>
                <a:schemeClr val="accent1">
                  <a:lumMod val="75000"/>
                </a:schemeClr>
              </a:bgClr>
            </a:patt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dirty="0"/>
            </a:p>
          </p:txBody>
        </p:sp>
        <p:sp>
          <p:nvSpPr>
            <p:cNvPr id="18" name="Freeform: Shape 17">
              <a:extLst>
                <a:ext uri="{FF2B5EF4-FFF2-40B4-BE49-F238E27FC236}">
                  <a16:creationId xmlns:a16="http://schemas.microsoft.com/office/drawing/2014/main" id="{918A8D14-28CA-4095-B2FA-E48B3150AD1B}"/>
                </a:ext>
                <a:ext uri="{C183D7F6-B498-43B3-948B-1728B52AA6E4}">
                  <adec:decorative xmlns:adec="http://schemas.microsoft.com/office/drawing/2017/decorative" val="1"/>
                </a:ext>
              </a:extLst>
            </p:cNvPr>
            <p:cNvSpPr/>
            <p:nvPr/>
          </p:nvSpPr>
          <p:spPr>
            <a:xfrm>
              <a:off x="11638492" y="2767655"/>
              <a:ext cx="553508" cy="1567713"/>
            </a:xfrm>
            <a:custGeom>
              <a:avLst/>
              <a:gdLst>
                <a:gd name="connsiteX0" fmla="*/ 612019 w 612019"/>
                <a:gd name="connsiteY0" fmla="*/ 0 h 1733435"/>
                <a:gd name="connsiteX1" fmla="*/ 612019 w 612019"/>
                <a:gd name="connsiteY1" fmla="*/ 1733435 h 1733435"/>
                <a:gd name="connsiteX2" fmla="*/ 180103 w 612019"/>
                <a:gd name="connsiteY2" fmla="*/ 1301519 h 1733435"/>
                <a:gd name="connsiteX3" fmla="*/ 180103 w 612019"/>
                <a:gd name="connsiteY3" fmla="*/ 431916 h 1733435"/>
              </a:gdLst>
              <a:ahLst/>
              <a:cxnLst>
                <a:cxn ang="0">
                  <a:pos x="connsiteX0" y="connsiteY0"/>
                </a:cxn>
                <a:cxn ang="0">
                  <a:pos x="connsiteX1" y="connsiteY1"/>
                </a:cxn>
                <a:cxn ang="0">
                  <a:pos x="connsiteX2" y="connsiteY2"/>
                </a:cxn>
                <a:cxn ang="0">
                  <a:pos x="connsiteX3" y="connsiteY3"/>
                </a:cxn>
              </a:cxnLst>
              <a:rect l="l" t="t" r="r" b="b"/>
              <a:pathLst>
                <a:path w="612019" h="1733435">
                  <a:moveTo>
                    <a:pt x="612019" y="0"/>
                  </a:moveTo>
                  <a:lnTo>
                    <a:pt x="612019" y="1733435"/>
                  </a:lnTo>
                  <a:lnTo>
                    <a:pt x="180103" y="1301519"/>
                  </a:lnTo>
                  <a:cubicBezTo>
                    <a:pt x="-60034" y="1061382"/>
                    <a:pt x="-60034" y="672053"/>
                    <a:pt x="180103" y="431916"/>
                  </a:cubicBezTo>
                  <a:close/>
                </a:path>
              </a:pathLst>
            </a:custGeom>
            <a:solidFill>
              <a:schemeClr val="accent1">
                <a:lumMod val="60000"/>
                <a:lumOff val="40000"/>
                <a:alpha val="60000"/>
              </a:schemeClr>
            </a:solidFill>
            <a:ln w="933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dirty="0"/>
            </a:p>
          </p:txBody>
        </p:sp>
      </p:grpSp>
      <p:sp>
        <p:nvSpPr>
          <p:cNvPr id="13" name="Texture">
            <a:extLst>
              <a:ext uri="{FF2B5EF4-FFF2-40B4-BE49-F238E27FC236}">
                <a16:creationId xmlns:a16="http://schemas.microsoft.com/office/drawing/2014/main" id="{1D1F176A-19F1-4537-800D-210F29EC1AC2}"/>
              </a:ext>
              <a:ext uri="{C183D7F6-B498-43B3-948B-1728B52AA6E4}">
                <adec:decorative xmlns:adec="http://schemas.microsoft.com/office/drawing/2017/decorative" val="1"/>
              </a:ext>
            </a:extLst>
          </p:cNvPr>
          <p:cNvSpPr/>
          <p:nvPr/>
        </p:nvSpPr>
        <p:spPr>
          <a:xfrm>
            <a:off x="3048" y="0"/>
            <a:ext cx="12188952" cy="6858000"/>
          </a:xfrm>
          <a:prstGeom prst="rect">
            <a:avLst/>
          </a:prstGeom>
          <a:blipFill dpi="0" rotWithShape="1">
            <a:blip r:embed="rId2">
              <a:alphaModFix amt="6000"/>
            </a:blip>
            <a:srcRect/>
            <a:tile tx="0" ty="0" sx="100000" sy="100000" flip="none" algn="tl"/>
          </a:blip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D0A04C26-6125-4D95-9FC0-50DEB9419E63}"/>
              </a:ext>
            </a:extLst>
          </p:cNvPr>
          <p:cNvSpPr>
            <a:spLocks noGrp="1"/>
          </p:cNvSpPr>
          <p:nvPr>
            <p:ph type="title"/>
          </p:nvPr>
        </p:nvSpPr>
        <p:spPr>
          <a:xfrm>
            <a:off x="457200" y="668049"/>
            <a:ext cx="10451534" cy="159174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535401A-13E5-4CED-864F-06D6EECCBCAA}"/>
              </a:ext>
            </a:extLst>
          </p:cNvPr>
          <p:cNvSpPr>
            <a:spLocks noGrp="1"/>
          </p:cNvSpPr>
          <p:nvPr>
            <p:ph sz="half" idx="1"/>
          </p:nvPr>
        </p:nvSpPr>
        <p:spPr>
          <a:xfrm>
            <a:off x="457200" y="2341329"/>
            <a:ext cx="5562600" cy="38356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C513523-8F78-4766-91D7-03E329B6833A}"/>
              </a:ext>
            </a:extLst>
          </p:cNvPr>
          <p:cNvSpPr>
            <a:spLocks noGrp="1"/>
          </p:cNvSpPr>
          <p:nvPr>
            <p:ph sz="half" idx="2"/>
          </p:nvPr>
        </p:nvSpPr>
        <p:spPr>
          <a:xfrm>
            <a:off x="6172200" y="2341329"/>
            <a:ext cx="4736534" cy="38356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4E5B757F-BAD2-4343-BD57-FC02D0BE19EC}"/>
              </a:ext>
            </a:extLst>
          </p:cNvPr>
          <p:cNvSpPr>
            <a:spLocks noGrp="1"/>
          </p:cNvSpPr>
          <p:nvPr>
            <p:ph type="dt" sz="half" idx="10"/>
          </p:nvPr>
        </p:nvSpPr>
        <p:spPr/>
        <p:txBody>
          <a:bodyPr/>
          <a:lstStyle/>
          <a:p>
            <a:fld id="{D208048B-57AF-4F53-BC84-8E0A1033FBEC}" type="datetimeFigureOut">
              <a:rPr lang="en-US" smtClean="0"/>
              <a:t>5/2/2024</a:t>
            </a:fld>
            <a:endParaRPr lang="en-US"/>
          </a:p>
        </p:txBody>
      </p:sp>
      <p:sp>
        <p:nvSpPr>
          <p:cNvPr id="6" name="Footer Placeholder 5">
            <a:extLst>
              <a:ext uri="{FF2B5EF4-FFF2-40B4-BE49-F238E27FC236}">
                <a16:creationId xmlns:a16="http://schemas.microsoft.com/office/drawing/2014/main" id="{5A30EF3C-A61E-4F43-9C8F-BC9A6455C6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19D947-1DC8-4CE9-A031-6EEB776BD0BF}"/>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12383341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5BFA9BB-A51E-4D09-8602-5AD9010463BA}"/>
              </a:ext>
              <a:ext uri="{C183D7F6-B498-43B3-948B-1728B52AA6E4}">
                <adec:decorative xmlns:adec="http://schemas.microsoft.com/office/drawing/2017/decorative" val="1"/>
              </a:ext>
            </a:extLst>
          </p:cNvPr>
          <p:cNvSpPr/>
          <p:nvPr/>
        </p:nvSpPr>
        <p:spPr>
          <a:xfrm>
            <a:off x="0" y="0"/>
            <a:ext cx="12188952" cy="6858000"/>
          </a:xfrm>
          <a:prstGeom prst="rect">
            <a:avLst/>
          </a:prstGeom>
          <a:ln w="9525" cap="flat">
            <a:noFill/>
            <a:prstDash val="solid"/>
            <a:miter/>
          </a:ln>
        </p:spPr>
        <p:txBody>
          <a:bodyPr rtlCol="0" anchor="ctr"/>
          <a:lstStyle/>
          <a:p>
            <a:endParaRPr lang="en-US">
              <a:solidFill>
                <a:schemeClr val="tx1"/>
              </a:solidFill>
            </a:endParaRPr>
          </a:p>
        </p:txBody>
      </p:sp>
      <p:sp>
        <p:nvSpPr>
          <p:cNvPr id="13" name="Color Fill">
            <a:extLst>
              <a:ext uri="{FF2B5EF4-FFF2-40B4-BE49-F238E27FC236}">
                <a16:creationId xmlns:a16="http://schemas.microsoft.com/office/drawing/2014/main" id="{A60257A1-779B-4048-BC0D-1EA579B5B1C5}"/>
              </a:ex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bg2">
              <a:lumMod val="75000"/>
              <a:lumOff val="25000"/>
              <a:alpha val="40000"/>
            </a:schemeClr>
          </a:solidFill>
          <a:ln w="9525" cap="flat">
            <a:noFill/>
            <a:prstDash val="solid"/>
            <a:miter/>
          </a:ln>
        </p:spPr>
        <p:txBody>
          <a:bodyPr rtlCol="0" anchor="ctr"/>
          <a:lstStyle/>
          <a:p>
            <a:endParaRPr lang="en-US" dirty="0">
              <a:solidFill>
                <a:schemeClr val="bg2">
                  <a:lumMod val="75000"/>
                  <a:lumOff val="25000"/>
                </a:schemeClr>
              </a:solidFill>
            </a:endParaRPr>
          </a:p>
        </p:txBody>
      </p:sp>
      <p:grpSp>
        <p:nvGrpSpPr>
          <p:cNvPr id="16" name="Group 15">
            <a:extLst>
              <a:ext uri="{FF2B5EF4-FFF2-40B4-BE49-F238E27FC236}">
                <a16:creationId xmlns:a16="http://schemas.microsoft.com/office/drawing/2014/main" id="{38F4B5D0-AA24-4702-9C01-FC1A03E7B607}"/>
              </a:ext>
              <a:ext uri="{C183D7F6-B498-43B3-948B-1728B52AA6E4}">
                <adec:decorative xmlns:adec="http://schemas.microsoft.com/office/drawing/2017/decorative" val="1"/>
              </a:ext>
            </a:extLst>
          </p:cNvPr>
          <p:cNvGrpSpPr/>
          <p:nvPr/>
        </p:nvGrpSpPr>
        <p:grpSpPr>
          <a:xfrm>
            <a:off x="11151383" y="2767655"/>
            <a:ext cx="1040617" cy="2833045"/>
            <a:chOff x="11151383" y="2767655"/>
            <a:chExt cx="1040617" cy="2833045"/>
          </a:xfrm>
        </p:grpSpPr>
        <p:sp>
          <p:nvSpPr>
            <p:cNvPr id="17" name="Oval 16">
              <a:extLst>
                <a:ext uri="{FF2B5EF4-FFF2-40B4-BE49-F238E27FC236}">
                  <a16:creationId xmlns:a16="http://schemas.microsoft.com/office/drawing/2014/main" id="{29CBF9BD-1EB2-4122-98FE-F2B5DF8771C9}"/>
                </a:ext>
              </a:extLst>
            </p:cNvPr>
            <p:cNvSpPr/>
            <p:nvPr/>
          </p:nvSpPr>
          <p:spPr>
            <a:xfrm>
              <a:off x="11783194" y="2943021"/>
              <a:ext cx="246527" cy="2465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7C41FF89-01DF-4236-AA4D-243CB8A464B3}"/>
                </a:ext>
              </a:extLst>
            </p:cNvPr>
            <p:cNvSpPr/>
            <p:nvPr/>
          </p:nvSpPr>
          <p:spPr>
            <a:xfrm flipV="1">
              <a:off x="11151383" y="4336822"/>
              <a:ext cx="1040617" cy="1263878"/>
            </a:xfrm>
            <a:custGeom>
              <a:avLst/>
              <a:gdLst>
                <a:gd name="connsiteX0" fmla="*/ 1087069 w 1119832"/>
                <a:gd name="connsiteY0" fmla="*/ 1138 h 1360088"/>
                <a:gd name="connsiteX1" fmla="*/ 1119832 w 1119832"/>
                <a:gd name="connsiteY1" fmla="*/ 3278 h 1360088"/>
                <a:gd name="connsiteX2" fmla="*/ 1119832 w 1119832"/>
                <a:gd name="connsiteY2" fmla="*/ 1097964 h 1360088"/>
                <a:gd name="connsiteX3" fmla="*/ 1109686 w 1119832"/>
                <a:gd name="connsiteY3" fmla="*/ 1109686 h 1360088"/>
                <a:gd name="connsiteX4" fmla="*/ 25249 w 1119832"/>
                <a:gd name="connsiteY4" fmla="*/ 1334840 h 1360088"/>
                <a:gd name="connsiteX5" fmla="*/ 250404 w 1119832"/>
                <a:gd name="connsiteY5" fmla="*/ 250404 h 1360088"/>
                <a:gd name="connsiteX6" fmla="*/ 1087069 w 1119832"/>
                <a:gd name="connsiteY6" fmla="*/ 1138 h 1360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9832" h="1360088">
                  <a:moveTo>
                    <a:pt x="1087069" y="1138"/>
                  </a:moveTo>
                  <a:lnTo>
                    <a:pt x="1119832" y="3278"/>
                  </a:lnTo>
                  <a:lnTo>
                    <a:pt x="1119832" y="1097964"/>
                  </a:lnTo>
                  <a:lnTo>
                    <a:pt x="1109686" y="1109686"/>
                  </a:lnTo>
                  <a:cubicBezTo>
                    <a:pt x="748058" y="1471314"/>
                    <a:pt x="25249" y="1334840"/>
                    <a:pt x="25249" y="1334840"/>
                  </a:cubicBezTo>
                  <a:cubicBezTo>
                    <a:pt x="25249" y="1334840"/>
                    <a:pt x="-111224" y="612032"/>
                    <a:pt x="250404" y="250404"/>
                  </a:cubicBezTo>
                  <a:cubicBezTo>
                    <a:pt x="476422" y="24386"/>
                    <a:pt x="843525" y="-7060"/>
                    <a:pt x="1087069" y="1138"/>
                  </a:cubicBezTo>
                  <a:close/>
                </a:path>
              </a:pathLst>
            </a:custGeom>
            <a:pattFill prst="pct5">
              <a:fgClr>
                <a:schemeClr val="accent4">
                  <a:lumMod val="60000"/>
                  <a:lumOff val="40000"/>
                </a:schemeClr>
              </a:fgClr>
              <a:bgClr>
                <a:schemeClr val="accent1">
                  <a:lumMod val="75000"/>
                </a:schemeClr>
              </a:bgClr>
            </a:patt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dirty="0"/>
            </a:p>
          </p:txBody>
        </p:sp>
        <p:sp>
          <p:nvSpPr>
            <p:cNvPr id="19" name="Freeform: Shape 18">
              <a:extLst>
                <a:ext uri="{FF2B5EF4-FFF2-40B4-BE49-F238E27FC236}">
                  <a16:creationId xmlns:a16="http://schemas.microsoft.com/office/drawing/2014/main" id="{FD03BB88-350D-4DE0-BB34-870F64356890}"/>
                </a:ext>
                <a:ext uri="{C183D7F6-B498-43B3-948B-1728B52AA6E4}">
                  <adec:decorative xmlns:adec="http://schemas.microsoft.com/office/drawing/2017/decorative" val="1"/>
                </a:ext>
              </a:extLst>
            </p:cNvPr>
            <p:cNvSpPr/>
            <p:nvPr/>
          </p:nvSpPr>
          <p:spPr>
            <a:xfrm>
              <a:off x="11638492" y="2767655"/>
              <a:ext cx="553508" cy="1567713"/>
            </a:xfrm>
            <a:custGeom>
              <a:avLst/>
              <a:gdLst>
                <a:gd name="connsiteX0" fmla="*/ 612019 w 612019"/>
                <a:gd name="connsiteY0" fmla="*/ 0 h 1733435"/>
                <a:gd name="connsiteX1" fmla="*/ 612019 w 612019"/>
                <a:gd name="connsiteY1" fmla="*/ 1733435 h 1733435"/>
                <a:gd name="connsiteX2" fmla="*/ 180103 w 612019"/>
                <a:gd name="connsiteY2" fmla="*/ 1301519 h 1733435"/>
                <a:gd name="connsiteX3" fmla="*/ 180103 w 612019"/>
                <a:gd name="connsiteY3" fmla="*/ 431916 h 1733435"/>
              </a:gdLst>
              <a:ahLst/>
              <a:cxnLst>
                <a:cxn ang="0">
                  <a:pos x="connsiteX0" y="connsiteY0"/>
                </a:cxn>
                <a:cxn ang="0">
                  <a:pos x="connsiteX1" y="connsiteY1"/>
                </a:cxn>
                <a:cxn ang="0">
                  <a:pos x="connsiteX2" y="connsiteY2"/>
                </a:cxn>
                <a:cxn ang="0">
                  <a:pos x="connsiteX3" y="connsiteY3"/>
                </a:cxn>
              </a:cxnLst>
              <a:rect l="l" t="t" r="r" b="b"/>
              <a:pathLst>
                <a:path w="612019" h="1733435">
                  <a:moveTo>
                    <a:pt x="612019" y="0"/>
                  </a:moveTo>
                  <a:lnTo>
                    <a:pt x="612019" y="1733435"/>
                  </a:lnTo>
                  <a:lnTo>
                    <a:pt x="180103" y="1301519"/>
                  </a:lnTo>
                  <a:cubicBezTo>
                    <a:pt x="-60034" y="1061382"/>
                    <a:pt x="-60034" y="672053"/>
                    <a:pt x="180103" y="431916"/>
                  </a:cubicBezTo>
                  <a:close/>
                </a:path>
              </a:pathLst>
            </a:custGeom>
            <a:solidFill>
              <a:schemeClr val="accent1">
                <a:lumMod val="60000"/>
                <a:lumOff val="40000"/>
                <a:alpha val="60000"/>
              </a:schemeClr>
            </a:solidFill>
            <a:ln w="933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dirty="0"/>
            </a:p>
          </p:txBody>
        </p:sp>
      </p:grpSp>
      <p:sp>
        <p:nvSpPr>
          <p:cNvPr id="15" name="Texture">
            <a:extLst>
              <a:ext uri="{FF2B5EF4-FFF2-40B4-BE49-F238E27FC236}">
                <a16:creationId xmlns:a16="http://schemas.microsoft.com/office/drawing/2014/main" id="{4A8025C0-8995-4863-A847-7ED1F8CCE811}"/>
              </a:ext>
              <a:ext uri="{C183D7F6-B498-43B3-948B-1728B52AA6E4}">
                <adec:decorative xmlns:adec="http://schemas.microsoft.com/office/drawing/2017/decorative" val="1"/>
              </a:ext>
            </a:extLst>
          </p:cNvPr>
          <p:cNvSpPr/>
          <p:nvPr/>
        </p:nvSpPr>
        <p:spPr>
          <a:xfrm>
            <a:off x="3048" y="0"/>
            <a:ext cx="12188952" cy="6858000"/>
          </a:xfrm>
          <a:prstGeom prst="rect">
            <a:avLst/>
          </a:prstGeom>
          <a:blipFill dpi="0" rotWithShape="1">
            <a:blip r:embed="rId2">
              <a:alphaModFix amt="6000"/>
            </a:blip>
            <a:srcRect/>
            <a:tile tx="0" ty="0" sx="100000" sy="100000" flip="none" algn="tl"/>
          </a:blip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50162335-6445-435C-A1C6-9F090B965040}"/>
              </a:ext>
            </a:extLst>
          </p:cNvPr>
          <p:cNvSpPr>
            <a:spLocks noGrp="1"/>
          </p:cNvSpPr>
          <p:nvPr>
            <p:ph type="title"/>
          </p:nvPr>
        </p:nvSpPr>
        <p:spPr>
          <a:xfrm>
            <a:off x="457200" y="668049"/>
            <a:ext cx="10450629" cy="1325564"/>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5074B3D-418F-464D-91E7-993D0B480108}"/>
              </a:ext>
            </a:extLst>
          </p:cNvPr>
          <p:cNvSpPr>
            <a:spLocks noGrp="1"/>
          </p:cNvSpPr>
          <p:nvPr>
            <p:ph type="body" idx="1"/>
          </p:nvPr>
        </p:nvSpPr>
        <p:spPr>
          <a:xfrm>
            <a:off x="457086" y="2182814"/>
            <a:ext cx="5021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904709-9362-4AB5-9AA2-32F51BF06A39}"/>
              </a:ext>
            </a:extLst>
          </p:cNvPr>
          <p:cNvSpPr>
            <a:spLocks noGrp="1"/>
          </p:cNvSpPr>
          <p:nvPr>
            <p:ph sz="half" idx="2"/>
          </p:nvPr>
        </p:nvSpPr>
        <p:spPr>
          <a:xfrm>
            <a:off x="457086" y="3115949"/>
            <a:ext cx="5021512" cy="3073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B083836-1CF5-406F-B0CB-643F37066CE6}"/>
              </a:ext>
            </a:extLst>
          </p:cNvPr>
          <p:cNvSpPr>
            <a:spLocks noGrp="1"/>
          </p:cNvSpPr>
          <p:nvPr>
            <p:ph type="body" sz="quarter" idx="3"/>
          </p:nvPr>
        </p:nvSpPr>
        <p:spPr>
          <a:xfrm>
            <a:off x="5890597" y="2182814"/>
            <a:ext cx="501723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64A8670-0F33-4222-AAC9-96A21C47C336}"/>
              </a:ext>
            </a:extLst>
          </p:cNvPr>
          <p:cNvSpPr>
            <a:spLocks noGrp="1"/>
          </p:cNvSpPr>
          <p:nvPr>
            <p:ph sz="quarter" idx="4"/>
          </p:nvPr>
        </p:nvSpPr>
        <p:spPr>
          <a:xfrm>
            <a:off x="5890597" y="3115949"/>
            <a:ext cx="5017232" cy="3073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DA1E6970-4A96-4519-9C0E-11E245D563C9}"/>
              </a:ext>
            </a:extLst>
          </p:cNvPr>
          <p:cNvSpPr>
            <a:spLocks noGrp="1"/>
          </p:cNvSpPr>
          <p:nvPr>
            <p:ph type="dt" sz="half" idx="10"/>
          </p:nvPr>
        </p:nvSpPr>
        <p:spPr/>
        <p:txBody>
          <a:bodyPr/>
          <a:lstStyle/>
          <a:p>
            <a:fld id="{D208048B-57AF-4F53-BC84-8E0A1033FBEC}" type="datetimeFigureOut">
              <a:rPr lang="en-US" smtClean="0"/>
              <a:t>5/2/2024</a:t>
            </a:fld>
            <a:endParaRPr lang="en-US"/>
          </a:p>
        </p:txBody>
      </p:sp>
      <p:sp>
        <p:nvSpPr>
          <p:cNvPr id="8" name="Footer Placeholder 7">
            <a:extLst>
              <a:ext uri="{FF2B5EF4-FFF2-40B4-BE49-F238E27FC236}">
                <a16:creationId xmlns:a16="http://schemas.microsoft.com/office/drawing/2014/main" id="{35FEE249-70F5-4359-B699-23D68A50378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02AE510-A38C-45EE-B061-CB02E4E3DD7C}"/>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31113996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A9D1A-F943-4838-BA2F-6DF4F2EC9FEC}"/>
              </a:ext>
            </a:extLst>
          </p:cNvPr>
          <p:cNvSpPr>
            <a:spLocks noGrp="1"/>
          </p:cNvSpPr>
          <p:nvPr>
            <p:ph type="title"/>
          </p:nvPr>
        </p:nvSpPr>
        <p:spPr>
          <a:xfrm>
            <a:off x="457200" y="668049"/>
            <a:ext cx="7685037" cy="1363816"/>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F6FEE401-3424-4696-A6FC-BBEE79379F9D}"/>
              </a:ext>
            </a:extLst>
          </p:cNvPr>
          <p:cNvSpPr>
            <a:spLocks noGrp="1"/>
          </p:cNvSpPr>
          <p:nvPr>
            <p:ph type="dt" sz="half" idx="10"/>
          </p:nvPr>
        </p:nvSpPr>
        <p:spPr/>
        <p:txBody>
          <a:bodyPr/>
          <a:lstStyle/>
          <a:p>
            <a:fld id="{D208048B-57AF-4F53-BC84-8E0A1033FBEC}" type="datetimeFigureOut">
              <a:rPr lang="en-US" smtClean="0"/>
              <a:t>5/2/2024</a:t>
            </a:fld>
            <a:endParaRPr lang="en-US"/>
          </a:p>
        </p:txBody>
      </p:sp>
      <p:sp>
        <p:nvSpPr>
          <p:cNvPr id="4" name="Footer Placeholder 3">
            <a:extLst>
              <a:ext uri="{FF2B5EF4-FFF2-40B4-BE49-F238E27FC236}">
                <a16:creationId xmlns:a16="http://schemas.microsoft.com/office/drawing/2014/main" id="{01E9D767-A30A-4508-B510-99AB91737AF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30979DC-F3D5-43AB-8A0F-9C8A14E0CEF4}"/>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2004917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DCDA0B-9BEE-4B57-8F97-96D5645D0658}"/>
              </a:ext>
            </a:extLst>
          </p:cNvPr>
          <p:cNvSpPr>
            <a:spLocks noGrp="1"/>
          </p:cNvSpPr>
          <p:nvPr>
            <p:ph type="dt" sz="half" idx="10"/>
          </p:nvPr>
        </p:nvSpPr>
        <p:spPr/>
        <p:txBody>
          <a:bodyPr/>
          <a:lstStyle/>
          <a:p>
            <a:fld id="{D208048B-57AF-4F53-BC84-8E0A1033FBEC}" type="datetimeFigureOut">
              <a:rPr lang="en-US" smtClean="0"/>
              <a:t>5/2/2024</a:t>
            </a:fld>
            <a:endParaRPr lang="en-US"/>
          </a:p>
        </p:txBody>
      </p:sp>
      <p:sp>
        <p:nvSpPr>
          <p:cNvPr id="3" name="Footer Placeholder 2">
            <a:extLst>
              <a:ext uri="{FF2B5EF4-FFF2-40B4-BE49-F238E27FC236}">
                <a16:creationId xmlns:a16="http://schemas.microsoft.com/office/drawing/2014/main" id="{05282AF2-09A1-4A1C-AEB6-577962B714C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C4D99D9-82B1-496C-ABBC-4FF0C375DCE7}"/>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33610799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7D9AFA4-EB8E-4091-A5E2-1B9D163A0709}"/>
              </a:ext>
              <a:ext uri="{C183D7F6-B498-43B3-948B-1728B52AA6E4}">
                <adec:decorative xmlns:adec="http://schemas.microsoft.com/office/drawing/2017/decorative" val="1"/>
              </a:ext>
            </a:extLst>
          </p:cNvPr>
          <p:cNvSpPr/>
          <p:nvPr/>
        </p:nvSpPr>
        <p:spPr>
          <a:xfrm>
            <a:off x="0" y="0"/>
            <a:ext cx="12188952" cy="6858000"/>
          </a:xfrm>
          <a:prstGeom prst="rect">
            <a:avLst/>
          </a:prstGeom>
          <a:ln w="9525" cap="flat">
            <a:noFill/>
            <a:prstDash val="solid"/>
            <a:miter/>
          </a:ln>
        </p:spPr>
        <p:txBody>
          <a:bodyPr rtlCol="0" anchor="ctr"/>
          <a:lstStyle/>
          <a:p>
            <a:endParaRPr lang="en-US">
              <a:solidFill>
                <a:schemeClr val="tx1"/>
              </a:solidFill>
            </a:endParaRPr>
          </a:p>
        </p:txBody>
      </p:sp>
      <p:sp>
        <p:nvSpPr>
          <p:cNvPr id="11" name="Color Fill">
            <a:extLst>
              <a:ext uri="{FF2B5EF4-FFF2-40B4-BE49-F238E27FC236}">
                <a16:creationId xmlns:a16="http://schemas.microsoft.com/office/drawing/2014/main" id="{F25018FE-FB44-4E2E-A181-B3476F3E8550}"/>
              </a:ex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bg2">
              <a:lumMod val="75000"/>
              <a:lumOff val="25000"/>
              <a:alpha val="40000"/>
            </a:schemeClr>
          </a:solidFill>
          <a:ln w="9525" cap="flat">
            <a:noFill/>
            <a:prstDash val="solid"/>
            <a:miter/>
          </a:ln>
        </p:spPr>
        <p:txBody>
          <a:bodyPr rtlCol="0" anchor="ctr"/>
          <a:lstStyle/>
          <a:p>
            <a:endParaRPr lang="en-US" dirty="0">
              <a:solidFill>
                <a:schemeClr val="bg2">
                  <a:lumMod val="75000"/>
                  <a:lumOff val="25000"/>
                </a:schemeClr>
              </a:solidFill>
            </a:endParaRPr>
          </a:p>
        </p:txBody>
      </p:sp>
      <p:grpSp>
        <p:nvGrpSpPr>
          <p:cNvPr id="14" name="Group 13">
            <a:extLst>
              <a:ext uri="{FF2B5EF4-FFF2-40B4-BE49-F238E27FC236}">
                <a16:creationId xmlns:a16="http://schemas.microsoft.com/office/drawing/2014/main" id="{A6C7CD4B-70DE-49E2-A336-B6F43F58FFA4}"/>
              </a:ext>
              <a:ext uri="{C183D7F6-B498-43B3-948B-1728B52AA6E4}">
                <adec:decorative xmlns:adec="http://schemas.microsoft.com/office/drawing/2017/decorative" val="1"/>
              </a:ext>
            </a:extLst>
          </p:cNvPr>
          <p:cNvGrpSpPr/>
          <p:nvPr/>
        </p:nvGrpSpPr>
        <p:grpSpPr>
          <a:xfrm>
            <a:off x="10300855" y="0"/>
            <a:ext cx="1891145" cy="5600700"/>
            <a:chOff x="10300855" y="0"/>
            <a:chExt cx="1891145" cy="5600700"/>
          </a:xfrm>
        </p:grpSpPr>
        <p:sp>
          <p:nvSpPr>
            <p:cNvPr id="15" name="Oval 14">
              <a:extLst>
                <a:ext uri="{FF2B5EF4-FFF2-40B4-BE49-F238E27FC236}">
                  <a16:creationId xmlns:a16="http://schemas.microsoft.com/office/drawing/2014/main" id="{B4B8BFC9-6F67-47CB-BAE4-45260FBAF397}"/>
                </a:ext>
              </a:extLst>
            </p:cNvPr>
            <p:cNvSpPr/>
            <p:nvPr/>
          </p:nvSpPr>
          <p:spPr>
            <a:xfrm>
              <a:off x="11783194" y="2943021"/>
              <a:ext cx="246527" cy="2465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6" name="Graphic 9">
              <a:extLst>
                <a:ext uri="{FF2B5EF4-FFF2-40B4-BE49-F238E27FC236}">
                  <a16:creationId xmlns:a16="http://schemas.microsoft.com/office/drawing/2014/main" id="{40F836E5-3C5B-4DE7-B09A-AE00DEE730A9}"/>
                </a:ext>
              </a:extLst>
            </p:cNvPr>
            <p:cNvSpPr/>
            <p:nvPr/>
          </p:nvSpPr>
          <p:spPr>
            <a:xfrm>
              <a:off x="10330568" y="2199078"/>
              <a:ext cx="1195288" cy="1195289"/>
            </a:xfrm>
            <a:custGeom>
              <a:avLst/>
              <a:gdLst>
                <a:gd name="connsiteX0" fmla="*/ 6861546 w 6861545"/>
                <a:gd name="connsiteY0" fmla="*/ 6861546 h 6861545"/>
                <a:gd name="connsiteX1" fmla="*/ 3435812 w 6861545"/>
                <a:gd name="connsiteY1" fmla="*/ 6861546 h 6861545"/>
                <a:gd name="connsiteX2" fmla="*/ 0 w 6861545"/>
                <a:gd name="connsiteY2" fmla="*/ 3425734 h 6861545"/>
                <a:gd name="connsiteX3" fmla="*/ 0 w 6861545"/>
                <a:gd name="connsiteY3" fmla="*/ 0 h 6861545"/>
                <a:gd name="connsiteX4" fmla="*/ 3425734 w 6861545"/>
                <a:gd name="connsiteY4" fmla="*/ 0 h 6861545"/>
                <a:gd name="connsiteX5" fmla="*/ 6861546 w 6861545"/>
                <a:gd name="connsiteY5" fmla="*/ 3435812 h 6861545"/>
                <a:gd name="connsiteX6" fmla="*/ 6861546 w 6861545"/>
                <a:gd name="connsiteY6" fmla="*/ 6861546 h 686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1545" h="6861545">
                  <a:moveTo>
                    <a:pt x="6861546" y="6861546"/>
                  </a:moveTo>
                  <a:lnTo>
                    <a:pt x="3435812" y="6861546"/>
                  </a:lnTo>
                  <a:cubicBezTo>
                    <a:pt x="1538245" y="6861546"/>
                    <a:pt x="0" y="5323301"/>
                    <a:pt x="0" y="3425734"/>
                  </a:cubicBezTo>
                  <a:lnTo>
                    <a:pt x="0" y="0"/>
                  </a:lnTo>
                  <a:lnTo>
                    <a:pt x="3425734" y="0"/>
                  </a:lnTo>
                  <a:cubicBezTo>
                    <a:pt x="5323301" y="0"/>
                    <a:pt x="6861546" y="1538245"/>
                    <a:pt x="6861546" y="3435812"/>
                  </a:cubicBezTo>
                  <a:lnTo>
                    <a:pt x="6861546" y="6861546"/>
                  </a:lnTo>
                  <a:close/>
                </a:path>
              </a:pathLst>
            </a:custGeom>
            <a:solidFill>
              <a:schemeClr val="accent1">
                <a:lumMod val="75000"/>
                <a:alpha val="65000"/>
              </a:schemeClr>
            </a:solidFill>
            <a:ln w="933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dirty="0"/>
            </a:p>
          </p:txBody>
        </p:sp>
        <p:sp>
          <p:nvSpPr>
            <p:cNvPr id="17" name="Freeform: Shape 16">
              <a:extLst>
                <a:ext uri="{FF2B5EF4-FFF2-40B4-BE49-F238E27FC236}">
                  <a16:creationId xmlns:a16="http://schemas.microsoft.com/office/drawing/2014/main" id="{68E1B8E4-080E-4F43-B33F-59DD21B6B658}"/>
                </a:ext>
              </a:extLst>
            </p:cNvPr>
            <p:cNvSpPr/>
            <p:nvPr/>
          </p:nvSpPr>
          <p:spPr>
            <a:xfrm flipV="1">
              <a:off x="11151383" y="4336822"/>
              <a:ext cx="1040617" cy="1263878"/>
            </a:xfrm>
            <a:custGeom>
              <a:avLst/>
              <a:gdLst>
                <a:gd name="connsiteX0" fmla="*/ 1087069 w 1119832"/>
                <a:gd name="connsiteY0" fmla="*/ 1138 h 1360088"/>
                <a:gd name="connsiteX1" fmla="*/ 1119832 w 1119832"/>
                <a:gd name="connsiteY1" fmla="*/ 3278 h 1360088"/>
                <a:gd name="connsiteX2" fmla="*/ 1119832 w 1119832"/>
                <a:gd name="connsiteY2" fmla="*/ 1097964 h 1360088"/>
                <a:gd name="connsiteX3" fmla="*/ 1109686 w 1119832"/>
                <a:gd name="connsiteY3" fmla="*/ 1109686 h 1360088"/>
                <a:gd name="connsiteX4" fmla="*/ 25249 w 1119832"/>
                <a:gd name="connsiteY4" fmla="*/ 1334840 h 1360088"/>
                <a:gd name="connsiteX5" fmla="*/ 250404 w 1119832"/>
                <a:gd name="connsiteY5" fmla="*/ 250404 h 1360088"/>
                <a:gd name="connsiteX6" fmla="*/ 1087069 w 1119832"/>
                <a:gd name="connsiteY6" fmla="*/ 1138 h 1360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9832" h="1360088">
                  <a:moveTo>
                    <a:pt x="1087069" y="1138"/>
                  </a:moveTo>
                  <a:lnTo>
                    <a:pt x="1119832" y="3278"/>
                  </a:lnTo>
                  <a:lnTo>
                    <a:pt x="1119832" y="1097964"/>
                  </a:lnTo>
                  <a:lnTo>
                    <a:pt x="1109686" y="1109686"/>
                  </a:lnTo>
                  <a:cubicBezTo>
                    <a:pt x="748058" y="1471314"/>
                    <a:pt x="25249" y="1334840"/>
                    <a:pt x="25249" y="1334840"/>
                  </a:cubicBezTo>
                  <a:cubicBezTo>
                    <a:pt x="25249" y="1334840"/>
                    <a:pt x="-111224" y="612032"/>
                    <a:pt x="250404" y="250404"/>
                  </a:cubicBezTo>
                  <a:cubicBezTo>
                    <a:pt x="476422" y="24386"/>
                    <a:pt x="843525" y="-7060"/>
                    <a:pt x="1087069" y="1138"/>
                  </a:cubicBezTo>
                  <a:close/>
                </a:path>
              </a:pathLst>
            </a:custGeom>
            <a:pattFill prst="pct5">
              <a:fgClr>
                <a:schemeClr val="accent4">
                  <a:lumMod val="60000"/>
                  <a:lumOff val="40000"/>
                </a:schemeClr>
              </a:fgClr>
              <a:bgClr>
                <a:schemeClr val="accent1">
                  <a:lumMod val="75000"/>
                </a:schemeClr>
              </a:bgClr>
            </a:patt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dirty="0"/>
            </a:p>
          </p:txBody>
        </p:sp>
        <p:sp>
          <p:nvSpPr>
            <p:cNvPr id="18" name="Freeform: Shape 17">
              <a:extLst>
                <a:ext uri="{FF2B5EF4-FFF2-40B4-BE49-F238E27FC236}">
                  <a16:creationId xmlns:a16="http://schemas.microsoft.com/office/drawing/2014/main" id="{507639D4-740A-4B71-8393-99CA375EB4A0}"/>
                </a:ext>
                <a:ext uri="{C183D7F6-B498-43B3-948B-1728B52AA6E4}">
                  <adec:decorative xmlns:adec="http://schemas.microsoft.com/office/drawing/2017/decorative" val="1"/>
                </a:ext>
              </a:extLst>
            </p:cNvPr>
            <p:cNvSpPr/>
            <p:nvPr/>
          </p:nvSpPr>
          <p:spPr>
            <a:xfrm>
              <a:off x="11638492" y="2767655"/>
              <a:ext cx="553508" cy="1567713"/>
            </a:xfrm>
            <a:custGeom>
              <a:avLst/>
              <a:gdLst>
                <a:gd name="connsiteX0" fmla="*/ 612019 w 612019"/>
                <a:gd name="connsiteY0" fmla="*/ 0 h 1733435"/>
                <a:gd name="connsiteX1" fmla="*/ 612019 w 612019"/>
                <a:gd name="connsiteY1" fmla="*/ 1733435 h 1733435"/>
                <a:gd name="connsiteX2" fmla="*/ 180103 w 612019"/>
                <a:gd name="connsiteY2" fmla="*/ 1301519 h 1733435"/>
                <a:gd name="connsiteX3" fmla="*/ 180103 w 612019"/>
                <a:gd name="connsiteY3" fmla="*/ 431916 h 1733435"/>
              </a:gdLst>
              <a:ahLst/>
              <a:cxnLst>
                <a:cxn ang="0">
                  <a:pos x="connsiteX0" y="connsiteY0"/>
                </a:cxn>
                <a:cxn ang="0">
                  <a:pos x="connsiteX1" y="connsiteY1"/>
                </a:cxn>
                <a:cxn ang="0">
                  <a:pos x="connsiteX2" y="connsiteY2"/>
                </a:cxn>
                <a:cxn ang="0">
                  <a:pos x="connsiteX3" y="connsiteY3"/>
                </a:cxn>
              </a:cxnLst>
              <a:rect l="l" t="t" r="r" b="b"/>
              <a:pathLst>
                <a:path w="612019" h="1733435">
                  <a:moveTo>
                    <a:pt x="612019" y="0"/>
                  </a:moveTo>
                  <a:lnTo>
                    <a:pt x="612019" y="1733435"/>
                  </a:lnTo>
                  <a:lnTo>
                    <a:pt x="180103" y="1301519"/>
                  </a:lnTo>
                  <a:cubicBezTo>
                    <a:pt x="-60034" y="1061382"/>
                    <a:pt x="-60034" y="672053"/>
                    <a:pt x="180103" y="431916"/>
                  </a:cubicBezTo>
                  <a:close/>
                </a:path>
              </a:pathLst>
            </a:custGeom>
            <a:solidFill>
              <a:schemeClr val="accent1">
                <a:lumMod val="60000"/>
                <a:lumOff val="40000"/>
                <a:alpha val="60000"/>
              </a:schemeClr>
            </a:solidFill>
            <a:ln w="933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dirty="0"/>
            </a:p>
          </p:txBody>
        </p:sp>
        <p:sp>
          <p:nvSpPr>
            <p:cNvPr id="19" name="Graphic 9">
              <a:extLst>
                <a:ext uri="{FF2B5EF4-FFF2-40B4-BE49-F238E27FC236}">
                  <a16:creationId xmlns:a16="http://schemas.microsoft.com/office/drawing/2014/main" id="{AE7E56E5-1F6A-442B-B5E0-ED19F815D2E2}"/>
                </a:ext>
              </a:extLst>
            </p:cNvPr>
            <p:cNvSpPr/>
            <p:nvPr/>
          </p:nvSpPr>
          <p:spPr>
            <a:xfrm flipH="1">
              <a:off x="10300855" y="0"/>
              <a:ext cx="1891145" cy="1891145"/>
            </a:xfrm>
            <a:custGeom>
              <a:avLst/>
              <a:gdLst>
                <a:gd name="connsiteX0" fmla="*/ 6861546 w 6861545"/>
                <a:gd name="connsiteY0" fmla="*/ 6861546 h 6861545"/>
                <a:gd name="connsiteX1" fmla="*/ 3435812 w 6861545"/>
                <a:gd name="connsiteY1" fmla="*/ 6861546 h 6861545"/>
                <a:gd name="connsiteX2" fmla="*/ 0 w 6861545"/>
                <a:gd name="connsiteY2" fmla="*/ 3425734 h 6861545"/>
                <a:gd name="connsiteX3" fmla="*/ 0 w 6861545"/>
                <a:gd name="connsiteY3" fmla="*/ 0 h 6861545"/>
                <a:gd name="connsiteX4" fmla="*/ 3425734 w 6861545"/>
                <a:gd name="connsiteY4" fmla="*/ 0 h 6861545"/>
                <a:gd name="connsiteX5" fmla="*/ 6861546 w 6861545"/>
                <a:gd name="connsiteY5" fmla="*/ 3435812 h 6861545"/>
                <a:gd name="connsiteX6" fmla="*/ 6861546 w 6861545"/>
                <a:gd name="connsiteY6" fmla="*/ 6861546 h 686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1545" h="6861545">
                  <a:moveTo>
                    <a:pt x="6861546" y="6861546"/>
                  </a:moveTo>
                  <a:lnTo>
                    <a:pt x="3435812" y="6861546"/>
                  </a:lnTo>
                  <a:cubicBezTo>
                    <a:pt x="1538245" y="6861546"/>
                    <a:pt x="0" y="5323301"/>
                    <a:pt x="0" y="3425734"/>
                  </a:cubicBezTo>
                  <a:lnTo>
                    <a:pt x="0" y="0"/>
                  </a:lnTo>
                  <a:lnTo>
                    <a:pt x="3425734" y="0"/>
                  </a:lnTo>
                  <a:cubicBezTo>
                    <a:pt x="5323301" y="0"/>
                    <a:pt x="6861546" y="1538245"/>
                    <a:pt x="6861546" y="3435812"/>
                  </a:cubicBezTo>
                  <a:lnTo>
                    <a:pt x="6861546" y="6861546"/>
                  </a:lnTo>
                  <a:close/>
                </a:path>
              </a:pathLst>
            </a:custGeom>
            <a:solidFill>
              <a:schemeClr val="accent1">
                <a:alpha val="60000"/>
              </a:schemeClr>
            </a:solidFill>
            <a:ln w="933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0" name="Graphic 9">
              <a:extLst>
                <a:ext uri="{FF2B5EF4-FFF2-40B4-BE49-F238E27FC236}">
                  <a16:creationId xmlns:a16="http://schemas.microsoft.com/office/drawing/2014/main" id="{3774E986-8FE2-4670-A4C0-96E213269BD7}"/>
                </a:ext>
              </a:extLst>
            </p:cNvPr>
            <p:cNvSpPr/>
            <p:nvPr/>
          </p:nvSpPr>
          <p:spPr>
            <a:xfrm flipH="1">
              <a:off x="10424367" y="122795"/>
              <a:ext cx="1644119" cy="1644119"/>
            </a:xfrm>
            <a:custGeom>
              <a:avLst/>
              <a:gdLst>
                <a:gd name="connsiteX0" fmla="*/ 6861546 w 6861545"/>
                <a:gd name="connsiteY0" fmla="*/ 6861546 h 6861545"/>
                <a:gd name="connsiteX1" fmla="*/ 3435812 w 6861545"/>
                <a:gd name="connsiteY1" fmla="*/ 6861546 h 6861545"/>
                <a:gd name="connsiteX2" fmla="*/ 0 w 6861545"/>
                <a:gd name="connsiteY2" fmla="*/ 3425734 h 6861545"/>
                <a:gd name="connsiteX3" fmla="*/ 0 w 6861545"/>
                <a:gd name="connsiteY3" fmla="*/ 0 h 6861545"/>
                <a:gd name="connsiteX4" fmla="*/ 3425734 w 6861545"/>
                <a:gd name="connsiteY4" fmla="*/ 0 h 6861545"/>
                <a:gd name="connsiteX5" fmla="*/ 6861546 w 6861545"/>
                <a:gd name="connsiteY5" fmla="*/ 3435812 h 6861545"/>
                <a:gd name="connsiteX6" fmla="*/ 6861546 w 6861545"/>
                <a:gd name="connsiteY6" fmla="*/ 6861546 h 686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1545" h="6861545">
                  <a:moveTo>
                    <a:pt x="6861546" y="6861546"/>
                  </a:moveTo>
                  <a:lnTo>
                    <a:pt x="3435812" y="6861546"/>
                  </a:lnTo>
                  <a:cubicBezTo>
                    <a:pt x="1538245" y="6861546"/>
                    <a:pt x="0" y="5323301"/>
                    <a:pt x="0" y="3425734"/>
                  </a:cubicBezTo>
                  <a:lnTo>
                    <a:pt x="0" y="0"/>
                  </a:lnTo>
                  <a:lnTo>
                    <a:pt x="3425734" y="0"/>
                  </a:lnTo>
                  <a:cubicBezTo>
                    <a:pt x="5323301" y="0"/>
                    <a:pt x="6861546" y="1538245"/>
                    <a:pt x="6861546" y="3435812"/>
                  </a:cubicBezTo>
                  <a:lnTo>
                    <a:pt x="6861546" y="6861546"/>
                  </a:lnTo>
                  <a:close/>
                </a:path>
              </a:pathLst>
            </a:custGeom>
            <a:pattFill prst="pct5">
              <a:fgClr>
                <a:schemeClr val="accent4">
                  <a:lumMod val="60000"/>
                  <a:lumOff val="40000"/>
                </a:schemeClr>
              </a:fgClr>
              <a:bgClr>
                <a:schemeClr val="accent1">
                  <a:lumMod val="75000"/>
                </a:schemeClr>
              </a:bgClr>
            </a:patt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13" name="Texture">
            <a:extLst>
              <a:ext uri="{FF2B5EF4-FFF2-40B4-BE49-F238E27FC236}">
                <a16:creationId xmlns:a16="http://schemas.microsoft.com/office/drawing/2014/main" id="{3A5846DF-A106-4887-BE2C-DCD89DAA6539}"/>
              </a:ext>
              <a:ext uri="{C183D7F6-B498-43B3-948B-1728B52AA6E4}">
                <adec:decorative xmlns:adec="http://schemas.microsoft.com/office/drawing/2017/decorative" val="1"/>
              </a:ext>
            </a:extLst>
          </p:cNvPr>
          <p:cNvSpPr/>
          <p:nvPr/>
        </p:nvSpPr>
        <p:spPr>
          <a:xfrm>
            <a:off x="3048" y="0"/>
            <a:ext cx="12188952" cy="6858000"/>
          </a:xfrm>
          <a:prstGeom prst="rect">
            <a:avLst/>
          </a:prstGeom>
          <a:blipFill dpi="0" rotWithShape="1">
            <a:blip r:embed="rId2">
              <a:alphaModFix amt="6000"/>
            </a:blip>
            <a:srcRect/>
            <a:tile tx="0" ty="0" sx="100000" sy="100000" flip="none" algn="tl"/>
          </a:blip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767E81C-AA51-44A0-B21C-757B2F3B90C5}"/>
              </a:ext>
            </a:extLst>
          </p:cNvPr>
          <p:cNvSpPr>
            <a:spLocks noGrp="1"/>
          </p:cNvSpPr>
          <p:nvPr>
            <p:ph type="title"/>
          </p:nvPr>
        </p:nvSpPr>
        <p:spPr>
          <a:xfrm>
            <a:off x="457200" y="668049"/>
            <a:ext cx="4314825" cy="1957828"/>
          </a:xfrm>
        </p:spPr>
        <p:txBody>
          <a:bodyPr anchor="b">
            <a:normAutofit/>
          </a:bodyPr>
          <a:lstStyle>
            <a:lvl1pPr>
              <a:defRPr sz="4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7A0438A-298D-4466-B55D-F466C345C3CC}"/>
              </a:ext>
            </a:extLst>
          </p:cNvPr>
          <p:cNvSpPr>
            <a:spLocks noGrp="1"/>
          </p:cNvSpPr>
          <p:nvPr>
            <p:ph idx="1"/>
          </p:nvPr>
        </p:nvSpPr>
        <p:spPr>
          <a:xfrm>
            <a:off x="5183188" y="668049"/>
            <a:ext cx="4875212" cy="5231253"/>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C4143104-0579-4974-88D2-61DF1A30D390}"/>
              </a:ext>
            </a:extLst>
          </p:cNvPr>
          <p:cNvSpPr>
            <a:spLocks noGrp="1"/>
          </p:cNvSpPr>
          <p:nvPr>
            <p:ph type="body" sz="half" idx="2"/>
          </p:nvPr>
        </p:nvSpPr>
        <p:spPr>
          <a:xfrm>
            <a:off x="457200" y="2749024"/>
            <a:ext cx="4314825" cy="3119964"/>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A32755-0632-47CB-AA69-7EFB212FA160}"/>
              </a:ext>
            </a:extLst>
          </p:cNvPr>
          <p:cNvSpPr>
            <a:spLocks noGrp="1"/>
          </p:cNvSpPr>
          <p:nvPr>
            <p:ph type="dt" sz="half" idx="10"/>
          </p:nvPr>
        </p:nvSpPr>
        <p:spPr/>
        <p:txBody>
          <a:bodyPr/>
          <a:lstStyle/>
          <a:p>
            <a:fld id="{D208048B-57AF-4F53-BC84-8E0A1033FBEC}" type="datetimeFigureOut">
              <a:rPr lang="en-US" smtClean="0"/>
              <a:t>5/2/2024</a:t>
            </a:fld>
            <a:endParaRPr lang="en-US"/>
          </a:p>
        </p:txBody>
      </p:sp>
      <p:sp>
        <p:nvSpPr>
          <p:cNvPr id="6" name="Footer Placeholder 5">
            <a:extLst>
              <a:ext uri="{FF2B5EF4-FFF2-40B4-BE49-F238E27FC236}">
                <a16:creationId xmlns:a16="http://schemas.microsoft.com/office/drawing/2014/main" id="{38ED0B4F-5B59-4064-A88B-E9938A40FF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512E7F-93B8-4E93-BCB3-ADE74FC1504B}"/>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15796122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F3C1870-4E69-4DE7-BF2F-DE8A7881C640}"/>
              </a:ext>
              <a:ext uri="{C183D7F6-B498-43B3-948B-1728B52AA6E4}">
                <adec:decorative xmlns:adec="http://schemas.microsoft.com/office/drawing/2017/decorative" val="1"/>
              </a:ext>
            </a:extLst>
          </p:cNvPr>
          <p:cNvSpPr/>
          <p:nvPr/>
        </p:nvSpPr>
        <p:spPr>
          <a:xfrm>
            <a:off x="0" y="0"/>
            <a:ext cx="12188952" cy="6858000"/>
          </a:xfrm>
          <a:prstGeom prst="rect">
            <a:avLst/>
          </a:prstGeom>
          <a:ln w="9525" cap="flat">
            <a:noFill/>
            <a:prstDash val="solid"/>
            <a:miter/>
          </a:ln>
        </p:spPr>
        <p:txBody>
          <a:bodyPr rtlCol="0" anchor="ctr"/>
          <a:lstStyle/>
          <a:p>
            <a:endParaRPr lang="en-US">
              <a:solidFill>
                <a:schemeClr val="tx1"/>
              </a:solidFill>
            </a:endParaRPr>
          </a:p>
        </p:txBody>
      </p:sp>
      <p:sp>
        <p:nvSpPr>
          <p:cNvPr id="11" name="Color Fill">
            <a:extLst>
              <a:ext uri="{FF2B5EF4-FFF2-40B4-BE49-F238E27FC236}">
                <a16:creationId xmlns:a16="http://schemas.microsoft.com/office/drawing/2014/main" id="{7439AB1C-A8A1-4745-9625-B18FE9160BBB}"/>
              </a:ex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bg2">
              <a:lumMod val="75000"/>
              <a:lumOff val="25000"/>
              <a:alpha val="40000"/>
            </a:schemeClr>
          </a:solidFill>
          <a:ln w="9525" cap="flat">
            <a:noFill/>
            <a:prstDash val="solid"/>
            <a:miter/>
          </a:ln>
        </p:spPr>
        <p:txBody>
          <a:bodyPr rtlCol="0" anchor="ctr"/>
          <a:lstStyle/>
          <a:p>
            <a:endParaRPr lang="en-US" dirty="0">
              <a:solidFill>
                <a:schemeClr val="bg2">
                  <a:lumMod val="75000"/>
                  <a:lumOff val="25000"/>
                </a:schemeClr>
              </a:solidFill>
            </a:endParaRPr>
          </a:p>
        </p:txBody>
      </p:sp>
      <p:grpSp>
        <p:nvGrpSpPr>
          <p:cNvPr id="14" name="Group 13">
            <a:extLst>
              <a:ext uri="{FF2B5EF4-FFF2-40B4-BE49-F238E27FC236}">
                <a16:creationId xmlns:a16="http://schemas.microsoft.com/office/drawing/2014/main" id="{11ADDC4D-D9AA-48F8-BD10-2D20F14607A6}"/>
              </a:ext>
              <a:ext uri="{C183D7F6-B498-43B3-948B-1728B52AA6E4}">
                <adec:decorative xmlns:adec="http://schemas.microsoft.com/office/drawing/2017/decorative" val="1"/>
              </a:ext>
            </a:extLst>
          </p:cNvPr>
          <p:cNvGrpSpPr/>
          <p:nvPr/>
        </p:nvGrpSpPr>
        <p:grpSpPr>
          <a:xfrm>
            <a:off x="10300855" y="0"/>
            <a:ext cx="1891145" cy="5600700"/>
            <a:chOff x="10300855" y="0"/>
            <a:chExt cx="1891145" cy="5600700"/>
          </a:xfrm>
        </p:grpSpPr>
        <p:sp>
          <p:nvSpPr>
            <p:cNvPr id="15" name="Oval 14">
              <a:extLst>
                <a:ext uri="{FF2B5EF4-FFF2-40B4-BE49-F238E27FC236}">
                  <a16:creationId xmlns:a16="http://schemas.microsoft.com/office/drawing/2014/main" id="{C1136312-3085-4615-A743-4EE531585B11}"/>
                </a:ext>
              </a:extLst>
            </p:cNvPr>
            <p:cNvSpPr/>
            <p:nvPr/>
          </p:nvSpPr>
          <p:spPr>
            <a:xfrm>
              <a:off x="11783194" y="2943021"/>
              <a:ext cx="246527" cy="2465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6" name="Graphic 9">
              <a:extLst>
                <a:ext uri="{FF2B5EF4-FFF2-40B4-BE49-F238E27FC236}">
                  <a16:creationId xmlns:a16="http://schemas.microsoft.com/office/drawing/2014/main" id="{29539FE4-376B-4187-A80A-C98EBA23DA30}"/>
                </a:ext>
              </a:extLst>
            </p:cNvPr>
            <p:cNvSpPr/>
            <p:nvPr/>
          </p:nvSpPr>
          <p:spPr>
            <a:xfrm>
              <a:off x="10330568" y="2199078"/>
              <a:ext cx="1195288" cy="1195289"/>
            </a:xfrm>
            <a:custGeom>
              <a:avLst/>
              <a:gdLst>
                <a:gd name="connsiteX0" fmla="*/ 6861546 w 6861545"/>
                <a:gd name="connsiteY0" fmla="*/ 6861546 h 6861545"/>
                <a:gd name="connsiteX1" fmla="*/ 3435812 w 6861545"/>
                <a:gd name="connsiteY1" fmla="*/ 6861546 h 6861545"/>
                <a:gd name="connsiteX2" fmla="*/ 0 w 6861545"/>
                <a:gd name="connsiteY2" fmla="*/ 3425734 h 6861545"/>
                <a:gd name="connsiteX3" fmla="*/ 0 w 6861545"/>
                <a:gd name="connsiteY3" fmla="*/ 0 h 6861545"/>
                <a:gd name="connsiteX4" fmla="*/ 3425734 w 6861545"/>
                <a:gd name="connsiteY4" fmla="*/ 0 h 6861545"/>
                <a:gd name="connsiteX5" fmla="*/ 6861546 w 6861545"/>
                <a:gd name="connsiteY5" fmla="*/ 3435812 h 6861545"/>
                <a:gd name="connsiteX6" fmla="*/ 6861546 w 6861545"/>
                <a:gd name="connsiteY6" fmla="*/ 6861546 h 686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1545" h="6861545">
                  <a:moveTo>
                    <a:pt x="6861546" y="6861546"/>
                  </a:moveTo>
                  <a:lnTo>
                    <a:pt x="3435812" y="6861546"/>
                  </a:lnTo>
                  <a:cubicBezTo>
                    <a:pt x="1538245" y="6861546"/>
                    <a:pt x="0" y="5323301"/>
                    <a:pt x="0" y="3425734"/>
                  </a:cubicBezTo>
                  <a:lnTo>
                    <a:pt x="0" y="0"/>
                  </a:lnTo>
                  <a:lnTo>
                    <a:pt x="3425734" y="0"/>
                  </a:lnTo>
                  <a:cubicBezTo>
                    <a:pt x="5323301" y="0"/>
                    <a:pt x="6861546" y="1538245"/>
                    <a:pt x="6861546" y="3435812"/>
                  </a:cubicBezTo>
                  <a:lnTo>
                    <a:pt x="6861546" y="6861546"/>
                  </a:lnTo>
                  <a:close/>
                </a:path>
              </a:pathLst>
            </a:custGeom>
            <a:solidFill>
              <a:schemeClr val="accent1">
                <a:lumMod val="75000"/>
                <a:alpha val="65000"/>
              </a:schemeClr>
            </a:solidFill>
            <a:ln w="933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dirty="0"/>
            </a:p>
          </p:txBody>
        </p:sp>
        <p:sp>
          <p:nvSpPr>
            <p:cNvPr id="17" name="Freeform: Shape 16">
              <a:extLst>
                <a:ext uri="{FF2B5EF4-FFF2-40B4-BE49-F238E27FC236}">
                  <a16:creationId xmlns:a16="http://schemas.microsoft.com/office/drawing/2014/main" id="{A11DC5D7-2276-4A57-8783-A0EFB00416E9}"/>
                </a:ext>
              </a:extLst>
            </p:cNvPr>
            <p:cNvSpPr/>
            <p:nvPr/>
          </p:nvSpPr>
          <p:spPr>
            <a:xfrm flipV="1">
              <a:off x="11151383" y="4336822"/>
              <a:ext cx="1040617" cy="1263878"/>
            </a:xfrm>
            <a:custGeom>
              <a:avLst/>
              <a:gdLst>
                <a:gd name="connsiteX0" fmla="*/ 1087069 w 1119832"/>
                <a:gd name="connsiteY0" fmla="*/ 1138 h 1360088"/>
                <a:gd name="connsiteX1" fmla="*/ 1119832 w 1119832"/>
                <a:gd name="connsiteY1" fmla="*/ 3278 h 1360088"/>
                <a:gd name="connsiteX2" fmla="*/ 1119832 w 1119832"/>
                <a:gd name="connsiteY2" fmla="*/ 1097964 h 1360088"/>
                <a:gd name="connsiteX3" fmla="*/ 1109686 w 1119832"/>
                <a:gd name="connsiteY3" fmla="*/ 1109686 h 1360088"/>
                <a:gd name="connsiteX4" fmla="*/ 25249 w 1119832"/>
                <a:gd name="connsiteY4" fmla="*/ 1334840 h 1360088"/>
                <a:gd name="connsiteX5" fmla="*/ 250404 w 1119832"/>
                <a:gd name="connsiteY5" fmla="*/ 250404 h 1360088"/>
                <a:gd name="connsiteX6" fmla="*/ 1087069 w 1119832"/>
                <a:gd name="connsiteY6" fmla="*/ 1138 h 1360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9832" h="1360088">
                  <a:moveTo>
                    <a:pt x="1087069" y="1138"/>
                  </a:moveTo>
                  <a:lnTo>
                    <a:pt x="1119832" y="3278"/>
                  </a:lnTo>
                  <a:lnTo>
                    <a:pt x="1119832" y="1097964"/>
                  </a:lnTo>
                  <a:lnTo>
                    <a:pt x="1109686" y="1109686"/>
                  </a:lnTo>
                  <a:cubicBezTo>
                    <a:pt x="748058" y="1471314"/>
                    <a:pt x="25249" y="1334840"/>
                    <a:pt x="25249" y="1334840"/>
                  </a:cubicBezTo>
                  <a:cubicBezTo>
                    <a:pt x="25249" y="1334840"/>
                    <a:pt x="-111224" y="612032"/>
                    <a:pt x="250404" y="250404"/>
                  </a:cubicBezTo>
                  <a:cubicBezTo>
                    <a:pt x="476422" y="24386"/>
                    <a:pt x="843525" y="-7060"/>
                    <a:pt x="1087069" y="1138"/>
                  </a:cubicBezTo>
                  <a:close/>
                </a:path>
              </a:pathLst>
            </a:custGeom>
            <a:pattFill prst="pct5">
              <a:fgClr>
                <a:schemeClr val="accent4">
                  <a:lumMod val="60000"/>
                  <a:lumOff val="40000"/>
                </a:schemeClr>
              </a:fgClr>
              <a:bgClr>
                <a:schemeClr val="accent1">
                  <a:lumMod val="75000"/>
                </a:schemeClr>
              </a:bgClr>
            </a:patt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dirty="0"/>
            </a:p>
          </p:txBody>
        </p:sp>
        <p:sp>
          <p:nvSpPr>
            <p:cNvPr id="18" name="Freeform: Shape 17">
              <a:extLst>
                <a:ext uri="{FF2B5EF4-FFF2-40B4-BE49-F238E27FC236}">
                  <a16:creationId xmlns:a16="http://schemas.microsoft.com/office/drawing/2014/main" id="{57D5B578-4971-4ADC-97D8-B9CEF52AA71B}"/>
                </a:ext>
                <a:ext uri="{C183D7F6-B498-43B3-948B-1728B52AA6E4}">
                  <adec:decorative xmlns:adec="http://schemas.microsoft.com/office/drawing/2017/decorative" val="1"/>
                </a:ext>
              </a:extLst>
            </p:cNvPr>
            <p:cNvSpPr/>
            <p:nvPr/>
          </p:nvSpPr>
          <p:spPr>
            <a:xfrm>
              <a:off x="11638492" y="2767655"/>
              <a:ext cx="553508" cy="1567713"/>
            </a:xfrm>
            <a:custGeom>
              <a:avLst/>
              <a:gdLst>
                <a:gd name="connsiteX0" fmla="*/ 612019 w 612019"/>
                <a:gd name="connsiteY0" fmla="*/ 0 h 1733435"/>
                <a:gd name="connsiteX1" fmla="*/ 612019 w 612019"/>
                <a:gd name="connsiteY1" fmla="*/ 1733435 h 1733435"/>
                <a:gd name="connsiteX2" fmla="*/ 180103 w 612019"/>
                <a:gd name="connsiteY2" fmla="*/ 1301519 h 1733435"/>
                <a:gd name="connsiteX3" fmla="*/ 180103 w 612019"/>
                <a:gd name="connsiteY3" fmla="*/ 431916 h 1733435"/>
              </a:gdLst>
              <a:ahLst/>
              <a:cxnLst>
                <a:cxn ang="0">
                  <a:pos x="connsiteX0" y="connsiteY0"/>
                </a:cxn>
                <a:cxn ang="0">
                  <a:pos x="connsiteX1" y="connsiteY1"/>
                </a:cxn>
                <a:cxn ang="0">
                  <a:pos x="connsiteX2" y="connsiteY2"/>
                </a:cxn>
                <a:cxn ang="0">
                  <a:pos x="connsiteX3" y="connsiteY3"/>
                </a:cxn>
              </a:cxnLst>
              <a:rect l="l" t="t" r="r" b="b"/>
              <a:pathLst>
                <a:path w="612019" h="1733435">
                  <a:moveTo>
                    <a:pt x="612019" y="0"/>
                  </a:moveTo>
                  <a:lnTo>
                    <a:pt x="612019" y="1733435"/>
                  </a:lnTo>
                  <a:lnTo>
                    <a:pt x="180103" y="1301519"/>
                  </a:lnTo>
                  <a:cubicBezTo>
                    <a:pt x="-60034" y="1061382"/>
                    <a:pt x="-60034" y="672053"/>
                    <a:pt x="180103" y="431916"/>
                  </a:cubicBezTo>
                  <a:close/>
                </a:path>
              </a:pathLst>
            </a:custGeom>
            <a:solidFill>
              <a:schemeClr val="accent1">
                <a:lumMod val="60000"/>
                <a:lumOff val="40000"/>
                <a:alpha val="60000"/>
              </a:schemeClr>
            </a:solidFill>
            <a:ln w="933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dirty="0"/>
            </a:p>
          </p:txBody>
        </p:sp>
        <p:sp>
          <p:nvSpPr>
            <p:cNvPr id="19" name="Graphic 9">
              <a:extLst>
                <a:ext uri="{FF2B5EF4-FFF2-40B4-BE49-F238E27FC236}">
                  <a16:creationId xmlns:a16="http://schemas.microsoft.com/office/drawing/2014/main" id="{2D968E77-E43D-4870-93BC-CBF1947336B3}"/>
                </a:ext>
              </a:extLst>
            </p:cNvPr>
            <p:cNvSpPr/>
            <p:nvPr/>
          </p:nvSpPr>
          <p:spPr>
            <a:xfrm flipH="1">
              <a:off x="10300855" y="0"/>
              <a:ext cx="1891145" cy="1891145"/>
            </a:xfrm>
            <a:custGeom>
              <a:avLst/>
              <a:gdLst>
                <a:gd name="connsiteX0" fmla="*/ 6861546 w 6861545"/>
                <a:gd name="connsiteY0" fmla="*/ 6861546 h 6861545"/>
                <a:gd name="connsiteX1" fmla="*/ 3435812 w 6861545"/>
                <a:gd name="connsiteY1" fmla="*/ 6861546 h 6861545"/>
                <a:gd name="connsiteX2" fmla="*/ 0 w 6861545"/>
                <a:gd name="connsiteY2" fmla="*/ 3425734 h 6861545"/>
                <a:gd name="connsiteX3" fmla="*/ 0 w 6861545"/>
                <a:gd name="connsiteY3" fmla="*/ 0 h 6861545"/>
                <a:gd name="connsiteX4" fmla="*/ 3425734 w 6861545"/>
                <a:gd name="connsiteY4" fmla="*/ 0 h 6861545"/>
                <a:gd name="connsiteX5" fmla="*/ 6861546 w 6861545"/>
                <a:gd name="connsiteY5" fmla="*/ 3435812 h 6861545"/>
                <a:gd name="connsiteX6" fmla="*/ 6861546 w 6861545"/>
                <a:gd name="connsiteY6" fmla="*/ 6861546 h 686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1545" h="6861545">
                  <a:moveTo>
                    <a:pt x="6861546" y="6861546"/>
                  </a:moveTo>
                  <a:lnTo>
                    <a:pt x="3435812" y="6861546"/>
                  </a:lnTo>
                  <a:cubicBezTo>
                    <a:pt x="1538245" y="6861546"/>
                    <a:pt x="0" y="5323301"/>
                    <a:pt x="0" y="3425734"/>
                  </a:cubicBezTo>
                  <a:lnTo>
                    <a:pt x="0" y="0"/>
                  </a:lnTo>
                  <a:lnTo>
                    <a:pt x="3425734" y="0"/>
                  </a:lnTo>
                  <a:cubicBezTo>
                    <a:pt x="5323301" y="0"/>
                    <a:pt x="6861546" y="1538245"/>
                    <a:pt x="6861546" y="3435812"/>
                  </a:cubicBezTo>
                  <a:lnTo>
                    <a:pt x="6861546" y="6861546"/>
                  </a:lnTo>
                  <a:close/>
                </a:path>
              </a:pathLst>
            </a:custGeom>
            <a:solidFill>
              <a:schemeClr val="accent1">
                <a:alpha val="60000"/>
              </a:schemeClr>
            </a:solidFill>
            <a:ln w="933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0" name="Graphic 9">
              <a:extLst>
                <a:ext uri="{FF2B5EF4-FFF2-40B4-BE49-F238E27FC236}">
                  <a16:creationId xmlns:a16="http://schemas.microsoft.com/office/drawing/2014/main" id="{1221D41A-E71E-4587-A876-F8778E7C03E1}"/>
                </a:ext>
              </a:extLst>
            </p:cNvPr>
            <p:cNvSpPr/>
            <p:nvPr/>
          </p:nvSpPr>
          <p:spPr>
            <a:xfrm flipH="1">
              <a:off x="10424367" y="122795"/>
              <a:ext cx="1644119" cy="1644119"/>
            </a:xfrm>
            <a:custGeom>
              <a:avLst/>
              <a:gdLst>
                <a:gd name="connsiteX0" fmla="*/ 6861546 w 6861545"/>
                <a:gd name="connsiteY0" fmla="*/ 6861546 h 6861545"/>
                <a:gd name="connsiteX1" fmla="*/ 3435812 w 6861545"/>
                <a:gd name="connsiteY1" fmla="*/ 6861546 h 6861545"/>
                <a:gd name="connsiteX2" fmla="*/ 0 w 6861545"/>
                <a:gd name="connsiteY2" fmla="*/ 3425734 h 6861545"/>
                <a:gd name="connsiteX3" fmla="*/ 0 w 6861545"/>
                <a:gd name="connsiteY3" fmla="*/ 0 h 6861545"/>
                <a:gd name="connsiteX4" fmla="*/ 3425734 w 6861545"/>
                <a:gd name="connsiteY4" fmla="*/ 0 h 6861545"/>
                <a:gd name="connsiteX5" fmla="*/ 6861546 w 6861545"/>
                <a:gd name="connsiteY5" fmla="*/ 3435812 h 6861545"/>
                <a:gd name="connsiteX6" fmla="*/ 6861546 w 6861545"/>
                <a:gd name="connsiteY6" fmla="*/ 6861546 h 686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1545" h="6861545">
                  <a:moveTo>
                    <a:pt x="6861546" y="6861546"/>
                  </a:moveTo>
                  <a:lnTo>
                    <a:pt x="3435812" y="6861546"/>
                  </a:lnTo>
                  <a:cubicBezTo>
                    <a:pt x="1538245" y="6861546"/>
                    <a:pt x="0" y="5323301"/>
                    <a:pt x="0" y="3425734"/>
                  </a:cubicBezTo>
                  <a:lnTo>
                    <a:pt x="0" y="0"/>
                  </a:lnTo>
                  <a:lnTo>
                    <a:pt x="3425734" y="0"/>
                  </a:lnTo>
                  <a:cubicBezTo>
                    <a:pt x="5323301" y="0"/>
                    <a:pt x="6861546" y="1538245"/>
                    <a:pt x="6861546" y="3435812"/>
                  </a:cubicBezTo>
                  <a:lnTo>
                    <a:pt x="6861546" y="6861546"/>
                  </a:lnTo>
                  <a:close/>
                </a:path>
              </a:pathLst>
            </a:custGeom>
            <a:pattFill prst="pct5">
              <a:fgClr>
                <a:schemeClr val="accent4">
                  <a:lumMod val="60000"/>
                  <a:lumOff val="40000"/>
                </a:schemeClr>
              </a:fgClr>
              <a:bgClr>
                <a:schemeClr val="accent1">
                  <a:lumMod val="75000"/>
                </a:schemeClr>
              </a:bgClr>
            </a:patt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13" name="Texture">
            <a:extLst>
              <a:ext uri="{FF2B5EF4-FFF2-40B4-BE49-F238E27FC236}">
                <a16:creationId xmlns:a16="http://schemas.microsoft.com/office/drawing/2014/main" id="{50457195-385D-490A-91AB-30B969C61953}"/>
              </a:ext>
              <a:ext uri="{C183D7F6-B498-43B3-948B-1728B52AA6E4}">
                <adec:decorative xmlns:adec="http://schemas.microsoft.com/office/drawing/2017/decorative" val="1"/>
              </a:ext>
            </a:extLst>
          </p:cNvPr>
          <p:cNvSpPr/>
          <p:nvPr/>
        </p:nvSpPr>
        <p:spPr>
          <a:xfrm>
            <a:off x="3048" y="0"/>
            <a:ext cx="12188952" cy="6858000"/>
          </a:xfrm>
          <a:prstGeom prst="rect">
            <a:avLst/>
          </a:prstGeom>
          <a:blipFill dpi="0" rotWithShape="1">
            <a:blip r:embed="rId2">
              <a:alphaModFix amt="6000"/>
            </a:blip>
            <a:srcRect/>
            <a:tile tx="0" ty="0" sx="100000" sy="100000" flip="none" algn="tl"/>
          </a:blip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7E06FF6D-24FA-4E04-90ED-7DBE228B2AA6}"/>
              </a:ext>
            </a:extLst>
          </p:cNvPr>
          <p:cNvSpPr>
            <a:spLocks noGrp="1"/>
          </p:cNvSpPr>
          <p:nvPr>
            <p:ph type="title"/>
          </p:nvPr>
        </p:nvSpPr>
        <p:spPr>
          <a:xfrm>
            <a:off x="457200" y="668049"/>
            <a:ext cx="4314825" cy="2235711"/>
          </a:xfrm>
        </p:spPr>
        <p:txBody>
          <a:bodyPr anchor="b">
            <a:noAutofit/>
          </a:bodyPr>
          <a:lstStyle>
            <a:lvl1pPr algn="l" defTabSz="914400" rtl="0" eaLnBrk="1" latinLnBrk="0" hangingPunct="1">
              <a:lnSpc>
                <a:spcPct val="90000"/>
              </a:lnSpc>
              <a:spcBef>
                <a:spcPct val="0"/>
              </a:spcBef>
              <a:buNone/>
              <a:defRPr lang="en-US" sz="4400" kern="1200">
                <a:solidFill>
                  <a:schemeClr val="tx1"/>
                </a:solidFill>
                <a:latin typeface="+mj-lt"/>
                <a:ea typeface="+mj-ea"/>
                <a:cs typeface="+mj-cs"/>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4432D78B-0E21-420F-9DFF-6131CB0F7E69}"/>
              </a:ext>
            </a:extLst>
          </p:cNvPr>
          <p:cNvSpPr>
            <a:spLocks noGrp="1"/>
          </p:cNvSpPr>
          <p:nvPr>
            <p:ph type="pic" idx="1"/>
          </p:nvPr>
        </p:nvSpPr>
        <p:spPr>
          <a:xfrm>
            <a:off x="5183188" y="668049"/>
            <a:ext cx="4958436" cy="523125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D8AC2A57-1064-4391-B96B-4D04305E0BE7}"/>
              </a:ext>
            </a:extLst>
          </p:cNvPr>
          <p:cNvSpPr>
            <a:spLocks noGrp="1"/>
          </p:cNvSpPr>
          <p:nvPr>
            <p:ph type="body" sz="half" idx="2"/>
          </p:nvPr>
        </p:nvSpPr>
        <p:spPr>
          <a:xfrm>
            <a:off x="457200" y="2941222"/>
            <a:ext cx="4314825" cy="2927765"/>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D04EB0-850A-4256-8D12-E01A201A4FE1}"/>
              </a:ext>
            </a:extLst>
          </p:cNvPr>
          <p:cNvSpPr>
            <a:spLocks noGrp="1"/>
          </p:cNvSpPr>
          <p:nvPr>
            <p:ph type="dt" sz="half" idx="10"/>
          </p:nvPr>
        </p:nvSpPr>
        <p:spPr/>
        <p:txBody>
          <a:bodyPr/>
          <a:lstStyle/>
          <a:p>
            <a:fld id="{D208048B-57AF-4F53-BC84-8E0A1033FBEC}" type="datetimeFigureOut">
              <a:rPr lang="en-US" smtClean="0"/>
              <a:t>5/2/2024</a:t>
            </a:fld>
            <a:endParaRPr lang="en-US"/>
          </a:p>
        </p:txBody>
      </p:sp>
      <p:sp>
        <p:nvSpPr>
          <p:cNvPr id="6" name="Footer Placeholder 5">
            <a:extLst>
              <a:ext uri="{FF2B5EF4-FFF2-40B4-BE49-F238E27FC236}">
                <a16:creationId xmlns:a16="http://schemas.microsoft.com/office/drawing/2014/main" id="{7E9CF4AF-C757-4552-AB8A-3B89C37464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62A368-F12B-4B5E-82F0-A6AEE6AF2C83}"/>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3245070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A5B40-C529-41A6-8D06-07AF9430A80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BB5A354-E2A8-4A91-9D7A-36D9E0915C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5D3944-2E3D-42BC-B83D-7630699D48C5}"/>
              </a:ext>
            </a:extLst>
          </p:cNvPr>
          <p:cNvSpPr>
            <a:spLocks noGrp="1"/>
          </p:cNvSpPr>
          <p:nvPr>
            <p:ph type="dt" sz="half" idx="10"/>
          </p:nvPr>
        </p:nvSpPr>
        <p:spPr/>
        <p:txBody>
          <a:bodyPr/>
          <a:lstStyle/>
          <a:p>
            <a:fld id="{D208048B-57AF-4F53-BC84-8E0A1033FBEC}" type="datetimeFigureOut">
              <a:rPr lang="en-US" smtClean="0"/>
              <a:t>5/2/2024</a:t>
            </a:fld>
            <a:endParaRPr lang="en-US"/>
          </a:p>
        </p:txBody>
      </p:sp>
      <p:sp>
        <p:nvSpPr>
          <p:cNvPr id="5" name="Footer Placeholder 4">
            <a:extLst>
              <a:ext uri="{FF2B5EF4-FFF2-40B4-BE49-F238E27FC236}">
                <a16:creationId xmlns:a16="http://schemas.microsoft.com/office/drawing/2014/main" id="{F2FC57FA-204E-4A7A-BAE2-DF17BB0FFB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BDA36D-49FF-495A-8E25-4CCC98E39032}"/>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8291676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544ECD05-4E94-4A60-8FDA-700BF100B0BA}"/>
              </a:ext>
              <a:ext uri="{C183D7F6-B498-43B3-948B-1728B52AA6E4}">
                <adec:decorative xmlns:adec="http://schemas.microsoft.com/office/drawing/2017/decorative" val="1"/>
              </a:ext>
            </a:extLst>
          </p:cNvPr>
          <p:cNvSpPr/>
          <p:nvPr/>
        </p:nvSpPr>
        <p:spPr>
          <a:xfrm>
            <a:off x="0" y="0"/>
            <a:ext cx="12188952" cy="6858000"/>
          </a:xfrm>
          <a:prstGeom prst="rect">
            <a:avLst/>
          </a:prstGeom>
          <a:ln w="9525" cap="flat">
            <a:noFill/>
            <a:prstDash val="solid"/>
            <a:miter/>
          </a:ln>
        </p:spPr>
        <p:txBody>
          <a:bodyPr rtlCol="0" anchor="ctr"/>
          <a:lstStyle/>
          <a:p>
            <a:endParaRPr lang="en-US">
              <a:solidFill>
                <a:schemeClr val="tx1"/>
              </a:solidFill>
            </a:endParaRPr>
          </a:p>
        </p:txBody>
      </p:sp>
      <p:sp>
        <p:nvSpPr>
          <p:cNvPr id="18" name="Color Fill">
            <a:extLst>
              <a:ext uri="{FF2B5EF4-FFF2-40B4-BE49-F238E27FC236}">
                <a16:creationId xmlns:a16="http://schemas.microsoft.com/office/drawing/2014/main" id="{8BCB0EB2-4067-418C-9465-9D4C71240E0B}"/>
              </a:ex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bg2">
              <a:lumMod val="75000"/>
              <a:lumOff val="25000"/>
              <a:alpha val="40000"/>
            </a:schemeClr>
          </a:solidFill>
          <a:ln w="9525" cap="flat">
            <a:noFill/>
            <a:prstDash val="solid"/>
            <a:miter/>
          </a:ln>
        </p:spPr>
        <p:txBody>
          <a:bodyPr rtlCol="0" anchor="ctr"/>
          <a:lstStyle/>
          <a:p>
            <a:endParaRPr lang="en-US" dirty="0">
              <a:solidFill>
                <a:schemeClr val="bg2">
                  <a:lumMod val="75000"/>
                  <a:lumOff val="25000"/>
                </a:schemeClr>
              </a:solidFill>
            </a:endParaRPr>
          </a:p>
        </p:txBody>
      </p:sp>
      <p:grpSp>
        <p:nvGrpSpPr>
          <p:cNvPr id="8" name="Group 7">
            <a:extLst>
              <a:ext uri="{FF2B5EF4-FFF2-40B4-BE49-F238E27FC236}">
                <a16:creationId xmlns:a16="http://schemas.microsoft.com/office/drawing/2014/main" id="{04E37999-41E7-446D-8C53-B904C3CE87A5}"/>
              </a:ext>
              <a:ext uri="{C183D7F6-B498-43B3-948B-1728B52AA6E4}">
                <adec:decorative xmlns:adec="http://schemas.microsoft.com/office/drawing/2017/decorative" val="1"/>
              </a:ext>
            </a:extLst>
          </p:cNvPr>
          <p:cNvGrpSpPr/>
          <p:nvPr/>
        </p:nvGrpSpPr>
        <p:grpSpPr>
          <a:xfrm>
            <a:off x="10300855" y="0"/>
            <a:ext cx="1891145" cy="5600700"/>
            <a:chOff x="10300855" y="0"/>
            <a:chExt cx="1891145" cy="5600700"/>
          </a:xfrm>
        </p:grpSpPr>
        <p:sp>
          <p:nvSpPr>
            <p:cNvPr id="9" name="Oval 8">
              <a:extLst>
                <a:ext uri="{FF2B5EF4-FFF2-40B4-BE49-F238E27FC236}">
                  <a16:creationId xmlns:a16="http://schemas.microsoft.com/office/drawing/2014/main" id="{438A90E8-87F8-4150-B5EB-E19C8A01AFB9}"/>
                </a:ext>
              </a:extLst>
            </p:cNvPr>
            <p:cNvSpPr/>
            <p:nvPr/>
          </p:nvSpPr>
          <p:spPr>
            <a:xfrm>
              <a:off x="11783194" y="2943021"/>
              <a:ext cx="246527" cy="2465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 name="Graphic 9">
              <a:extLst>
                <a:ext uri="{FF2B5EF4-FFF2-40B4-BE49-F238E27FC236}">
                  <a16:creationId xmlns:a16="http://schemas.microsoft.com/office/drawing/2014/main" id="{724DCA1C-A8E8-4F90-8FAE-85B1426C108A}"/>
                </a:ext>
              </a:extLst>
            </p:cNvPr>
            <p:cNvSpPr/>
            <p:nvPr/>
          </p:nvSpPr>
          <p:spPr>
            <a:xfrm>
              <a:off x="10330568" y="2199078"/>
              <a:ext cx="1195288" cy="1195289"/>
            </a:xfrm>
            <a:custGeom>
              <a:avLst/>
              <a:gdLst>
                <a:gd name="connsiteX0" fmla="*/ 6861546 w 6861545"/>
                <a:gd name="connsiteY0" fmla="*/ 6861546 h 6861545"/>
                <a:gd name="connsiteX1" fmla="*/ 3435812 w 6861545"/>
                <a:gd name="connsiteY1" fmla="*/ 6861546 h 6861545"/>
                <a:gd name="connsiteX2" fmla="*/ 0 w 6861545"/>
                <a:gd name="connsiteY2" fmla="*/ 3425734 h 6861545"/>
                <a:gd name="connsiteX3" fmla="*/ 0 w 6861545"/>
                <a:gd name="connsiteY3" fmla="*/ 0 h 6861545"/>
                <a:gd name="connsiteX4" fmla="*/ 3425734 w 6861545"/>
                <a:gd name="connsiteY4" fmla="*/ 0 h 6861545"/>
                <a:gd name="connsiteX5" fmla="*/ 6861546 w 6861545"/>
                <a:gd name="connsiteY5" fmla="*/ 3435812 h 6861545"/>
                <a:gd name="connsiteX6" fmla="*/ 6861546 w 6861545"/>
                <a:gd name="connsiteY6" fmla="*/ 6861546 h 686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1545" h="6861545">
                  <a:moveTo>
                    <a:pt x="6861546" y="6861546"/>
                  </a:moveTo>
                  <a:lnTo>
                    <a:pt x="3435812" y="6861546"/>
                  </a:lnTo>
                  <a:cubicBezTo>
                    <a:pt x="1538245" y="6861546"/>
                    <a:pt x="0" y="5323301"/>
                    <a:pt x="0" y="3425734"/>
                  </a:cubicBezTo>
                  <a:lnTo>
                    <a:pt x="0" y="0"/>
                  </a:lnTo>
                  <a:lnTo>
                    <a:pt x="3425734" y="0"/>
                  </a:lnTo>
                  <a:cubicBezTo>
                    <a:pt x="5323301" y="0"/>
                    <a:pt x="6861546" y="1538245"/>
                    <a:pt x="6861546" y="3435812"/>
                  </a:cubicBezTo>
                  <a:lnTo>
                    <a:pt x="6861546" y="6861546"/>
                  </a:lnTo>
                  <a:close/>
                </a:path>
              </a:pathLst>
            </a:custGeom>
            <a:solidFill>
              <a:schemeClr val="accent1">
                <a:lumMod val="75000"/>
                <a:alpha val="65000"/>
              </a:schemeClr>
            </a:solidFill>
            <a:ln w="933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dirty="0"/>
            </a:p>
          </p:txBody>
        </p:sp>
        <p:sp>
          <p:nvSpPr>
            <p:cNvPr id="11" name="Freeform: Shape 10">
              <a:extLst>
                <a:ext uri="{FF2B5EF4-FFF2-40B4-BE49-F238E27FC236}">
                  <a16:creationId xmlns:a16="http://schemas.microsoft.com/office/drawing/2014/main" id="{158D6291-6756-44E3-9FCE-0B2ECA5EE664}"/>
                </a:ext>
              </a:extLst>
            </p:cNvPr>
            <p:cNvSpPr/>
            <p:nvPr/>
          </p:nvSpPr>
          <p:spPr>
            <a:xfrm flipV="1">
              <a:off x="11151383" y="4336822"/>
              <a:ext cx="1040617" cy="1263878"/>
            </a:xfrm>
            <a:custGeom>
              <a:avLst/>
              <a:gdLst>
                <a:gd name="connsiteX0" fmla="*/ 1087069 w 1119832"/>
                <a:gd name="connsiteY0" fmla="*/ 1138 h 1360088"/>
                <a:gd name="connsiteX1" fmla="*/ 1119832 w 1119832"/>
                <a:gd name="connsiteY1" fmla="*/ 3278 h 1360088"/>
                <a:gd name="connsiteX2" fmla="*/ 1119832 w 1119832"/>
                <a:gd name="connsiteY2" fmla="*/ 1097964 h 1360088"/>
                <a:gd name="connsiteX3" fmla="*/ 1109686 w 1119832"/>
                <a:gd name="connsiteY3" fmla="*/ 1109686 h 1360088"/>
                <a:gd name="connsiteX4" fmla="*/ 25249 w 1119832"/>
                <a:gd name="connsiteY4" fmla="*/ 1334840 h 1360088"/>
                <a:gd name="connsiteX5" fmla="*/ 250404 w 1119832"/>
                <a:gd name="connsiteY5" fmla="*/ 250404 h 1360088"/>
                <a:gd name="connsiteX6" fmla="*/ 1087069 w 1119832"/>
                <a:gd name="connsiteY6" fmla="*/ 1138 h 1360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9832" h="1360088">
                  <a:moveTo>
                    <a:pt x="1087069" y="1138"/>
                  </a:moveTo>
                  <a:lnTo>
                    <a:pt x="1119832" y="3278"/>
                  </a:lnTo>
                  <a:lnTo>
                    <a:pt x="1119832" y="1097964"/>
                  </a:lnTo>
                  <a:lnTo>
                    <a:pt x="1109686" y="1109686"/>
                  </a:lnTo>
                  <a:cubicBezTo>
                    <a:pt x="748058" y="1471314"/>
                    <a:pt x="25249" y="1334840"/>
                    <a:pt x="25249" y="1334840"/>
                  </a:cubicBezTo>
                  <a:cubicBezTo>
                    <a:pt x="25249" y="1334840"/>
                    <a:pt x="-111224" y="612032"/>
                    <a:pt x="250404" y="250404"/>
                  </a:cubicBezTo>
                  <a:cubicBezTo>
                    <a:pt x="476422" y="24386"/>
                    <a:pt x="843525" y="-7060"/>
                    <a:pt x="1087069" y="1138"/>
                  </a:cubicBezTo>
                  <a:close/>
                </a:path>
              </a:pathLst>
            </a:custGeom>
            <a:pattFill prst="pct5">
              <a:fgClr>
                <a:schemeClr val="accent4">
                  <a:lumMod val="60000"/>
                  <a:lumOff val="40000"/>
                </a:schemeClr>
              </a:fgClr>
              <a:bgClr>
                <a:schemeClr val="accent1">
                  <a:lumMod val="75000"/>
                </a:schemeClr>
              </a:bgClr>
            </a:patt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dirty="0"/>
            </a:p>
          </p:txBody>
        </p:sp>
        <p:sp>
          <p:nvSpPr>
            <p:cNvPr id="12" name="Freeform: Shape 11">
              <a:extLst>
                <a:ext uri="{FF2B5EF4-FFF2-40B4-BE49-F238E27FC236}">
                  <a16:creationId xmlns:a16="http://schemas.microsoft.com/office/drawing/2014/main" id="{C37CA96E-9DD9-4172-B63B-50DF43B576DA}"/>
                </a:ext>
                <a:ext uri="{C183D7F6-B498-43B3-948B-1728B52AA6E4}">
                  <adec:decorative xmlns:adec="http://schemas.microsoft.com/office/drawing/2017/decorative" val="1"/>
                </a:ext>
              </a:extLst>
            </p:cNvPr>
            <p:cNvSpPr/>
            <p:nvPr/>
          </p:nvSpPr>
          <p:spPr>
            <a:xfrm>
              <a:off x="11638492" y="2767655"/>
              <a:ext cx="553508" cy="1567713"/>
            </a:xfrm>
            <a:custGeom>
              <a:avLst/>
              <a:gdLst>
                <a:gd name="connsiteX0" fmla="*/ 612019 w 612019"/>
                <a:gd name="connsiteY0" fmla="*/ 0 h 1733435"/>
                <a:gd name="connsiteX1" fmla="*/ 612019 w 612019"/>
                <a:gd name="connsiteY1" fmla="*/ 1733435 h 1733435"/>
                <a:gd name="connsiteX2" fmla="*/ 180103 w 612019"/>
                <a:gd name="connsiteY2" fmla="*/ 1301519 h 1733435"/>
                <a:gd name="connsiteX3" fmla="*/ 180103 w 612019"/>
                <a:gd name="connsiteY3" fmla="*/ 431916 h 1733435"/>
              </a:gdLst>
              <a:ahLst/>
              <a:cxnLst>
                <a:cxn ang="0">
                  <a:pos x="connsiteX0" y="connsiteY0"/>
                </a:cxn>
                <a:cxn ang="0">
                  <a:pos x="connsiteX1" y="connsiteY1"/>
                </a:cxn>
                <a:cxn ang="0">
                  <a:pos x="connsiteX2" y="connsiteY2"/>
                </a:cxn>
                <a:cxn ang="0">
                  <a:pos x="connsiteX3" y="connsiteY3"/>
                </a:cxn>
              </a:cxnLst>
              <a:rect l="l" t="t" r="r" b="b"/>
              <a:pathLst>
                <a:path w="612019" h="1733435">
                  <a:moveTo>
                    <a:pt x="612019" y="0"/>
                  </a:moveTo>
                  <a:lnTo>
                    <a:pt x="612019" y="1733435"/>
                  </a:lnTo>
                  <a:lnTo>
                    <a:pt x="180103" y="1301519"/>
                  </a:lnTo>
                  <a:cubicBezTo>
                    <a:pt x="-60034" y="1061382"/>
                    <a:pt x="-60034" y="672053"/>
                    <a:pt x="180103" y="431916"/>
                  </a:cubicBezTo>
                  <a:close/>
                </a:path>
              </a:pathLst>
            </a:custGeom>
            <a:solidFill>
              <a:schemeClr val="accent1">
                <a:lumMod val="60000"/>
                <a:lumOff val="40000"/>
                <a:alpha val="60000"/>
              </a:schemeClr>
            </a:solidFill>
            <a:ln w="933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dirty="0"/>
            </a:p>
          </p:txBody>
        </p:sp>
        <p:sp>
          <p:nvSpPr>
            <p:cNvPr id="13" name="Graphic 9">
              <a:extLst>
                <a:ext uri="{FF2B5EF4-FFF2-40B4-BE49-F238E27FC236}">
                  <a16:creationId xmlns:a16="http://schemas.microsoft.com/office/drawing/2014/main" id="{B335AFFE-BF3D-491C-8255-692B9DAC6775}"/>
                </a:ext>
              </a:extLst>
            </p:cNvPr>
            <p:cNvSpPr/>
            <p:nvPr/>
          </p:nvSpPr>
          <p:spPr>
            <a:xfrm flipH="1">
              <a:off x="10300855" y="0"/>
              <a:ext cx="1891145" cy="1891145"/>
            </a:xfrm>
            <a:custGeom>
              <a:avLst/>
              <a:gdLst>
                <a:gd name="connsiteX0" fmla="*/ 6861546 w 6861545"/>
                <a:gd name="connsiteY0" fmla="*/ 6861546 h 6861545"/>
                <a:gd name="connsiteX1" fmla="*/ 3435812 w 6861545"/>
                <a:gd name="connsiteY1" fmla="*/ 6861546 h 6861545"/>
                <a:gd name="connsiteX2" fmla="*/ 0 w 6861545"/>
                <a:gd name="connsiteY2" fmla="*/ 3425734 h 6861545"/>
                <a:gd name="connsiteX3" fmla="*/ 0 w 6861545"/>
                <a:gd name="connsiteY3" fmla="*/ 0 h 6861545"/>
                <a:gd name="connsiteX4" fmla="*/ 3425734 w 6861545"/>
                <a:gd name="connsiteY4" fmla="*/ 0 h 6861545"/>
                <a:gd name="connsiteX5" fmla="*/ 6861546 w 6861545"/>
                <a:gd name="connsiteY5" fmla="*/ 3435812 h 6861545"/>
                <a:gd name="connsiteX6" fmla="*/ 6861546 w 6861545"/>
                <a:gd name="connsiteY6" fmla="*/ 6861546 h 686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1545" h="6861545">
                  <a:moveTo>
                    <a:pt x="6861546" y="6861546"/>
                  </a:moveTo>
                  <a:lnTo>
                    <a:pt x="3435812" y="6861546"/>
                  </a:lnTo>
                  <a:cubicBezTo>
                    <a:pt x="1538245" y="6861546"/>
                    <a:pt x="0" y="5323301"/>
                    <a:pt x="0" y="3425734"/>
                  </a:cubicBezTo>
                  <a:lnTo>
                    <a:pt x="0" y="0"/>
                  </a:lnTo>
                  <a:lnTo>
                    <a:pt x="3425734" y="0"/>
                  </a:lnTo>
                  <a:cubicBezTo>
                    <a:pt x="5323301" y="0"/>
                    <a:pt x="6861546" y="1538245"/>
                    <a:pt x="6861546" y="3435812"/>
                  </a:cubicBezTo>
                  <a:lnTo>
                    <a:pt x="6861546" y="6861546"/>
                  </a:lnTo>
                  <a:close/>
                </a:path>
              </a:pathLst>
            </a:custGeom>
            <a:solidFill>
              <a:schemeClr val="accent1">
                <a:alpha val="60000"/>
              </a:schemeClr>
            </a:solidFill>
            <a:ln w="933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4" name="Graphic 9">
              <a:extLst>
                <a:ext uri="{FF2B5EF4-FFF2-40B4-BE49-F238E27FC236}">
                  <a16:creationId xmlns:a16="http://schemas.microsoft.com/office/drawing/2014/main" id="{AA052AAF-7A7C-4EDB-AE2C-FCA3A756C4E5}"/>
                </a:ext>
              </a:extLst>
            </p:cNvPr>
            <p:cNvSpPr/>
            <p:nvPr/>
          </p:nvSpPr>
          <p:spPr>
            <a:xfrm flipH="1">
              <a:off x="10424367" y="122795"/>
              <a:ext cx="1644119" cy="1644119"/>
            </a:xfrm>
            <a:custGeom>
              <a:avLst/>
              <a:gdLst>
                <a:gd name="connsiteX0" fmla="*/ 6861546 w 6861545"/>
                <a:gd name="connsiteY0" fmla="*/ 6861546 h 6861545"/>
                <a:gd name="connsiteX1" fmla="*/ 3435812 w 6861545"/>
                <a:gd name="connsiteY1" fmla="*/ 6861546 h 6861545"/>
                <a:gd name="connsiteX2" fmla="*/ 0 w 6861545"/>
                <a:gd name="connsiteY2" fmla="*/ 3425734 h 6861545"/>
                <a:gd name="connsiteX3" fmla="*/ 0 w 6861545"/>
                <a:gd name="connsiteY3" fmla="*/ 0 h 6861545"/>
                <a:gd name="connsiteX4" fmla="*/ 3425734 w 6861545"/>
                <a:gd name="connsiteY4" fmla="*/ 0 h 6861545"/>
                <a:gd name="connsiteX5" fmla="*/ 6861546 w 6861545"/>
                <a:gd name="connsiteY5" fmla="*/ 3435812 h 6861545"/>
                <a:gd name="connsiteX6" fmla="*/ 6861546 w 6861545"/>
                <a:gd name="connsiteY6" fmla="*/ 6861546 h 686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1545" h="6861545">
                  <a:moveTo>
                    <a:pt x="6861546" y="6861546"/>
                  </a:moveTo>
                  <a:lnTo>
                    <a:pt x="3435812" y="6861546"/>
                  </a:lnTo>
                  <a:cubicBezTo>
                    <a:pt x="1538245" y="6861546"/>
                    <a:pt x="0" y="5323301"/>
                    <a:pt x="0" y="3425734"/>
                  </a:cubicBezTo>
                  <a:lnTo>
                    <a:pt x="0" y="0"/>
                  </a:lnTo>
                  <a:lnTo>
                    <a:pt x="3425734" y="0"/>
                  </a:lnTo>
                  <a:cubicBezTo>
                    <a:pt x="5323301" y="0"/>
                    <a:pt x="6861546" y="1538245"/>
                    <a:pt x="6861546" y="3435812"/>
                  </a:cubicBezTo>
                  <a:lnTo>
                    <a:pt x="6861546" y="6861546"/>
                  </a:lnTo>
                  <a:close/>
                </a:path>
              </a:pathLst>
            </a:custGeom>
            <a:pattFill prst="pct5">
              <a:fgClr>
                <a:schemeClr val="accent4">
                  <a:lumMod val="60000"/>
                  <a:lumOff val="40000"/>
                </a:schemeClr>
              </a:fgClr>
              <a:bgClr>
                <a:schemeClr val="accent1">
                  <a:lumMod val="75000"/>
                </a:schemeClr>
              </a:bgClr>
            </a:patt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20" name="Texture">
            <a:extLst>
              <a:ext uri="{FF2B5EF4-FFF2-40B4-BE49-F238E27FC236}">
                <a16:creationId xmlns:a16="http://schemas.microsoft.com/office/drawing/2014/main" id="{31F99E9D-6528-47AC-B178-7032D0E17DF8}"/>
              </a:ext>
              <a:ext uri="{C183D7F6-B498-43B3-948B-1728B52AA6E4}">
                <adec:decorative xmlns:adec="http://schemas.microsoft.com/office/drawing/2017/decorative" val="1"/>
              </a:ext>
            </a:extLst>
          </p:cNvPr>
          <p:cNvSpPr/>
          <p:nvPr/>
        </p:nvSpPr>
        <p:spPr>
          <a:xfrm>
            <a:off x="3048" y="0"/>
            <a:ext cx="12188952" cy="6858000"/>
          </a:xfrm>
          <a:prstGeom prst="rect">
            <a:avLst/>
          </a:prstGeom>
          <a:blipFill dpi="0" rotWithShape="1">
            <a:blip r:embed="rId2">
              <a:alphaModFix amt="6000"/>
            </a:blip>
            <a:srcRect/>
            <a:tile tx="0" ty="0" sx="100000" sy="100000" flip="none" algn="tl"/>
          </a:blipFill>
          <a:ln w="9525" cap="flat">
            <a:noFill/>
            <a:prstDash val="solid"/>
            <a:miter/>
          </a:ln>
        </p:spPr>
        <p:txBody>
          <a:bodyPr rtlCol="0" anchor="ctr"/>
          <a:lstStyle/>
          <a:p>
            <a:endParaRPr lang="en-US" dirty="0"/>
          </a:p>
        </p:txBody>
      </p:sp>
      <p:sp>
        <p:nvSpPr>
          <p:cNvPr id="2" name="Vertical Title 1">
            <a:extLst>
              <a:ext uri="{FF2B5EF4-FFF2-40B4-BE49-F238E27FC236}">
                <a16:creationId xmlns:a16="http://schemas.microsoft.com/office/drawing/2014/main" id="{834DD302-622D-4E42-BD6F-FAAA98B3728C}"/>
              </a:ext>
            </a:extLst>
          </p:cNvPr>
          <p:cNvSpPr>
            <a:spLocks noGrp="1"/>
          </p:cNvSpPr>
          <p:nvPr>
            <p:ph type="title" orient="vert"/>
          </p:nvPr>
        </p:nvSpPr>
        <p:spPr>
          <a:xfrm>
            <a:off x="7306311" y="668049"/>
            <a:ext cx="2628900" cy="5508913"/>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4C70D9F5-C907-405F-BE11-571C61745EC6}"/>
              </a:ext>
            </a:extLst>
          </p:cNvPr>
          <p:cNvSpPr>
            <a:spLocks noGrp="1"/>
          </p:cNvSpPr>
          <p:nvPr>
            <p:ph type="body" orient="vert" idx="1"/>
          </p:nvPr>
        </p:nvSpPr>
        <p:spPr>
          <a:xfrm>
            <a:off x="457200" y="668049"/>
            <a:ext cx="6689098" cy="55089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DCFD860-3FBD-4FE7-A9FD-1D4A4D10AABF}"/>
              </a:ext>
            </a:extLst>
          </p:cNvPr>
          <p:cNvSpPr>
            <a:spLocks noGrp="1"/>
          </p:cNvSpPr>
          <p:nvPr>
            <p:ph type="dt" sz="half" idx="10"/>
          </p:nvPr>
        </p:nvSpPr>
        <p:spPr/>
        <p:txBody>
          <a:bodyPr/>
          <a:lstStyle/>
          <a:p>
            <a:fld id="{D208048B-57AF-4F53-BC84-8E0A1033FBEC}" type="datetimeFigureOut">
              <a:rPr lang="en-US" smtClean="0"/>
              <a:t>5/2/2024</a:t>
            </a:fld>
            <a:endParaRPr lang="en-US"/>
          </a:p>
        </p:txBody>
      </p:sp>
      <p:sp>
        <p:nvSpPr>
          <p:cNvPr id="5" name="Footer Placeholder 4">
            <a:extLst>
              <a:ext uri="{FF2B5EF4-FFF2-40B4-BE49-F238E27FC236}">
                <a16:creationId xmlns:a16="http://schemas.microsoft.com/office/drawing/2014/main" id="{560A367B-81B3-4BD3-9C95-18EC0710A2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7D8E54-346D-4D66-BF99-96DA43F80DF8}"/>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569885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1FF7657-6A11-4B50-87CF-25552515666D}" type="datetimeFigureOut">
              <a:rPr lang="en-IN" smtClean="0"/>
              <a:t>02-05-2024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635D25-68D8-4692-90FE-AC36C4B6C47B}" type="slidenum">
              <a:rPr lang="en-IN" smtClean="0"/>
              <a:t>‹#›</a:t>
            </a:fld>
            <a:endParaRPr lang="en-IN"/>
          </a:p>
        </p:txBody>
      </p:sp>
    </p:spTree>
    <p:extLst>
      <p:ext uri="{BB962C8B-B14F-4D97-AF65-F5344CB8AC3E}">
        <p14:creationId xmlns:p14="http://schemas.microsoft.com/office/powerpoint/2010/main" val="11189865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F358BAA-9C8A-4E17-BAD8-32FD6FFEA730}"/>
              </a:ext>
              <a:ext uri="{C183D7F6-B498-43B3-948B-1728B52AA6E4}">
                <adec:decorative xmlns:adec="http://schemas.microsoft.com/office/drawing/2017/decorative" val="1"/>
              </a:ext>
            </a:extLst>
          </p:cNvPr>
          <p:cNvSpPr/>
          <p:nvPr/>
        </p:nvSpPr>
        <p:spPr>
          <a:xfrm>
            <a:off x="0" y="0"/>
            <a:ext cx="12188952" cy="6858000"/>
          </a:xfrm>
          <a:prstGeom prst="rect">
            <a:avLst/>
          </a:prstGeom>
          <a:ln w="9525" cap="flat">
            <a:noFill/>
            <a:prstDash val="solid"/>
            <a:miter/>
          </a:ln>
        </p:spPr>
        <p:txBody>
          <a:bodyPr rtlCol="0" anchor="ctr"/>
          <a:lstStyle/>
          <a:p>
            <a:endParaRPr lang="en-US">
              <a:solidFill>
                <a:schemeClr val="tx1"/>
              </a:solidFill>
            </a:endParaRPr>
          </a:p>
        </p:txBody>
      </p:sp>
      <p:sp>
        <p:nvSpPr>
          <p:cNvPr id="10" name="Color Fill">
            <a:extLst>
              <a:ext uri="{FF2B5EF4-FFF2-40B4-BE49-F238E27FC236}">
                <a16:creationId xmlns:a16="http://schemas.microsoft.com/office/drawing/2014/main" id="{4D6F41A4-BEE3-4935-9371-4ADEA67A22F9}"/>
              </a:ex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bg2">
              <a:lumMod val="75000"/>
              <a:lumOff val="25000"/>
              <a:alpha val="40000"/>
            </a:schemeClr>
          </a:solidFill>
          <a:ln w="9525" cap="flat">
            <a:noFill/>
            <a:prstDash val="solid"/>
            <a:miter/>
          </a:ln>
        </p:spPr>
        <p:txBody>
          <a:bodyPr rtlCol="0" anchor="ctr"/>
          <a:lstStyle/>
          <a:p>
            <a:endParaRPr lang="en-US" dirty="0">
              <a:solidFill>
                <a:schemeClr val="bg2">
                  <a:lumMod val="75000"/>
                  <a:lumOff val="25000"/>
                </a:schemeClr>
              </a:solidFill>
            </a:endParaRPr>
          </a:p>
        </p:txBody>
      </p:sp>
      <p:grpSp>
        <p:nvGrpSpPr>
          <p:cNvPr id="13" name="Group 12">
            <a:extLst>
              <a:ext uri="{FF2B5EF4-FFF2-40B4-BE49-F238E27FC236}">
                <a16:creationId xmlns:a16="http://schemas.microsoft.com/office/drawing/2014/main" id="{7726F010-956A-40BC-8A1F-8002DC729B4C}"/>
              </a:ext>
              <a:ext uri="{C183D7F6-B498-43B3-948B-1728B52AA6E4}">
                <adec:decorative xmlns:adec="http://schemas.microsoft.com/office/drawing/2017/decorative" val="1"/>
              </a:ext>
            </a:extLst>
          </p:cNvPr>
          <p:cNvGrpSpPr/>
          <p:nvPr/>
        </p:nvGrpSpPr>
        <p:grpSpPr>
          <a:xfrm>
            <a:off x="8351566" y="0"/>
            <a:ext cx="3840434" cy="6858000"/>
            <a:chOff x="8351565" y="0"/>
            <a:chExt cx="3840434" cy="6858000"/>
          </a:xfrm>
        </p:grpSpPr>
        <p:sp>
          <p:nvSpPr>
            <p:cNvPr id="14" name="Oval 13">
              <a:extLst>
                <a:ext uri="{FF2B5EF4-FFF2-40B4-BE49-F238E27FC236}">
                  <a16:creationId xmlns:a16="http://schemas.microsoft.com/office/drawing/2014/main" id="{D386E468-0048-46C4-ADDD-FBE7A6AE9F31}"/>
                </a:ext>
              </a:extLst>
            </p:cNvPr>
            <p:cNvSpPr/>
            <p:nvPr/>
          </p:nvSpPr>
          <p:spPr>
            <a:xfrm>
              <a:off x="11260165" y="519204"/>
              <a:ext cx="474635" cy="47463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5" name="Freeform: Shape 14">
              <a:extLst>
                <a:ext uri="{FF2B5EF4-FFF2-40B4-BE49-F238E27FC236}">
                  <a16:creationId xmlns:a16="http://schemas.microsoft.com/office/drawing/2014/main" id="{C5B35ED4-0C31-4C8C-A45E-6A3EDEAB2867}"/>
                </a:ext>
              </a:extLst>
            </p:cNvPr>
            <p:cNvSpPr/>
            <p:nvPr/>
          </p:nvSpPr>
          <p:spPr>
            <a:xfrm>
              <a:off x="8385871" y="0"/>
              <a:ext cx="2955657" cy="679194"/>
            </a:xfrm>
            <a:custGeom>
              <a:avLst/>
              <a:gdLst>
                <a:gd name="connsiteX0" fmla="*/ 0 w 2955657"/>
                <a:gd name="connsiteY0" fmla="*/ 0 h 679194"/>
                <a:gd name="connsiteX1" fmla="*/ 2955657 w 2955657"/>
                <a:gd name="connsiteY1" fmla="*/ 0 h 679194"/>
                <a:gd name="connsiteX2" fmla="*/ 2892839 w 2955657"/>
                <a:gd name="connsiteY2" fmla="*/ 84007 h 679194"/>
                <a:gd name="connsiteX3" fmla="*/ 1630760 w 2955657"/>
                <a:gd name="connsiteY3" fmla="*/ 679194 h 679194"/>
                <a:gd name="connsiteX4" fmla="*/ 0 w 2955657"/>
                <a:gd name="connsiteY4" fmla="*/ 679194 h 679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5657" h="679194">
                  <a:moveTo>
                    <a:pt x="0" y="0"/>
                  </a:moveTo>
                  <a:lnTo>
                    <a:pt x="2955657" y="0"/>
                  </a:lnTo>
                  <a:lnTo>
                    <a:pt x="2892839" y="84007"/>
                  </a:lnTo>
                  <a:cubicBezTo>
                    <a:pt x="2592855" y="447504"/>
                    <a:pt x="2138868" y="679194"/>
                    <a:pt x="1630760" y="679194"/>
                  </a:cubicBezTo>
                  <a:lnTo>
                    <a:pt x="0" y="679194"/>
                  </a:lnTo>
                  <a:close/>
                </a:path>
              </a:pathLst>
            </a:custGeom>
            <a:solidFill>
              <a:schemeClr val="accent1">
                <a:lumMod val="60000"/>
                <a:lumOff val="40000"/>
                <a:alpha val="60000"/>
              </a:schemeClr>
            </a:solidFill>
            <a:ln w="9331" cap="flat">
              <a:noFill/>
              <a:prstDash val="solid"/>
              <a:miter/>
            </a:ln>
          </p:spPr>
          <p:txBody>
            <a:bodyPr rtlCol="0" anchor="ctr"/>
            <a:lstStyle/>
            <a:p>
              <a:pPr lvl="0"/>
              <a:endParaRPr lang="en-US"/>
            </a:p>
          </p:txBody>
        </p:sp>
        <p:sp>
          <p:nvSpPr>
            <p:cNvPr id="16" name="Freeform: Shape 15">
              <a:extLst>
                <a:ext uri="{FF2B5EF4-FFF2-40B4-BE49-F238E27FC236}">
                  <a16:creationId xmlns:a16="http://schemas.microsoft.com/office/drawing/2014/main" id="{B40A1EF3-FA93-48F4-9F82-BC0C79635750}"/>
                </a:ext>
              </a:extLst>
            </p:cNvPr>
            <p:cNvSpPr/>
            <p:nvPr/>
          </p:nvSpPr>
          <p:spPr>
            <a:xfrm>
              <a:off x="8351565" y="4121414"/>
              <a:ext cx="3266317" cy="2736586"/>
            </a:xfrm>
            <a:custGeom>
              <a:avLst/>
              <a:gdLst>
                <a:gd name="connsiteX0" fmla="*/ 1635557 w 3266317"/>
                <a:gd name="connsiteY0" fmla="*/ 0 h 2736586"/>
                <a:gd name="connsiteX1" fmla="*/ 3266317 w 3266317"/>
                <a:gd name="connsiteY1" fmla="*/ 0 h 2736586"/>
                <a:gd name="connsiteX2" fmla="*/ 3266317 w 3266317"/>
                <a:gd name="connsiteY2" fmla="*/ 1630760 h 2736586"/>
                <a:gd name="connsiteX3" fmla="*/ 2892838 w 3266317"/>
                <a:gd name="connsiteY3" fmla="*/ 2671131 h 2736586"/>
                <a:gd name="connsiteX4" fmla="*/ 2833348 w 3266317"/>
                <a:gd name="connsiteY4" fmla="*/ 2736586 h 2736586"/>
                <a:gd name="connsiteX5" fmla="*/ 0 w 3266317"/>
                <a:gd name="connsiteY5" fmla="*/ 2736586 h 2736586"/>
                <a:gd name="connsiteX6" fmla="*/ 0 w 3266317"/>
                <a:gd name="connsiteY6" fmla="*/ 1635558 h 2736586"/>
                <a:gd name="connsiteX7" fmla="*/ 1635557 w 3266317"/>
                <a:gd name="connsiteY7" fmla="*/ 0 h 2736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6317" h="2736586">
                  <a:moveTo>
                    <a:pt x="1635557" y="0"/>
                  </a:moveTo>
                  <a:lnTo>
                    <a:pt x="3266317" y="0"/>
                  </a:lnTo>
                  <a:lnTo>
                    <a:pt x="3266317" y="1630760"/>
                  </a:lnTo>
                  <a:cubicBezTo>
                    <a:pt x="3266317" y="2025955"/>
                    <a:pt x="3126159" y="2388411"/>
                    <a:pt x="2892838" y="2671131"/>
                  </a:cubicBezTo>
                  <a:lnTo>
                    <a:pt x="2833348" y="2736586"/>
                  </a:lnTo>
                  <a:lnTo>
                    <a:pt x="0" y="2736586"/>
                  </a:lnTo>
                  <a:lnTo>
                    <a:pt x="0" y="1635558"/>
                  </a:lnTo>
                  <a:cubicBezTo>
                    <a:pt x="0" y="732255"/>
                    <a:pt x="732254" y="0"/>
                    <a:pt x="1635557" y="0"/>
                  </a:cubicBezTo>
                  <a:close/>
                </a:path>
              </a:pathLst>
            </a:custGeom>
            <a:solidFill>
              <a:schemeClr val="accent1">
                <a:lumMod val="60000"/>
                <a:lumOff val="40000"/>
                <a:alpha val="60000"/>
              </a:schemeClr>
            </a:solidFill>
            <a:ln w="9331" cap="flat">
              <a:noFill/>
              <a:prstDash val="solid"/>
              <a:miter/>
            </a:ln>
          </p:spPr>
          <p:txBody>
            <a:bodyPr rtlCol="0" anchor="ctr"/>
            <a:lstStyle/>
            <a:p>
              <a:pPr lvl="0"/>
              <a:endParaRPr lang="en-US" dirty="0"/>
            </a:p>
          </p:txBody>
        </p:sp>
        <p:sp>
          <p:nvSpPr>
            <p:cNvPr id="17" name="Freeform: Shape 16">
              <a:extLst>
                <a:ext uri="{FF2B5EF4-FFF2-40B4-BE49-F238E27FC236}">
                  <a16:creationId xmlns:a16="http://schemas.microsoft.com/office/drawing/2014/main" id="{A985F09D-6969-44D0-B04F-4EDE0FEDAF63}"/>
                </a:ext>
              </a:extLst>
            </p:cNvPr>
            <p:cNvSpPr/>
            <p:nvPr/>
          </p:nvSpPr>
          <p:spPr>
            <a:xfrm>
              <a:off x="11755674" y="3386384"/>
              <a:ext cx="436325" cy="1309674"/>
            </a:xfrm>
            <a:custGeom>
              <a:avLst/>
              <a:gdLst>
                <a:gd name="connsiteX0" fmla="*/ 470325 w 477612"/>
                <a:gd name="connsiteY0" fmla="*/ 0 h 1433600"/>
                <a:gd name="connsiteX1" fmla="*/ 475607 w 477612"/>
                <a:gd name="connsiteY1" fmla="*/ 3701 h 1433600"/>
                <a:gd name="connsiteX2" fmla="*/ 477612 w 477612"/>
                <a:gd name="connsiteY2" fmla="*/ 5160 h 1433600"/>
                <a:gd name="connsiteX3" fmla="*/ 477612 w 477612"/>
                <a:gd name="connsiteY3" fmla="*/ 1428441 h 1433600"/>
                <a:gd name="connsiteX4" fmla="*/ 475607 w 477612"/>
                <a:gd name="connsiteY4" fmla="*/ 1429900 h 1433600"/>
                <a:gd name="connsiteX5" fmla="*/ 470325 w 477612"/>
                <a:gd name="connsiteY5" fmla="*/ 1433600 h 1433600"/>
                <a:gd name="connsiteX6" fmla="*/ 0 w 477612"/>
                <a:gd name="connsiteY6" fmla="*/ 716800 h 1433600"/>
                <a:gd name="connsiteX7" fmla="*/ 470325 w 477612"/>
                <a:gd name="connsiteY7" fmla="*/ 0 h 143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7612" h="1433600">
                  <a:moveTo>
                    <a:pt x="470325" y="0"/>
                  </a:moveTo>
                  <a:cubicBezTo>
                    <a:pt x="470325" y="0"/>
                    <a:pt x="472162" y="1254"/>
                    <a:pt x="475607" y="3701"/>
                  </a:cubicBezTo>
                  <a:lnTo>
                    <a:pt x="477612" y="5160"/>
                  </a:lnTo>
                  <a:lnTo>
                    <a:pt x="477612" y="1428441"/>
                  </a:lnTo>
                  <a:lnTo>
                    <a:pt x="475607" y="1429900"/>
                  </a:lnTo>
                  <a:cubicBezTo>
                    <a:pt x="472162" y="1432347"/>
                    <a:pt x="470325" y="1433600"/>
                    <a:pt x="470325" y="1433600"/>
                  </a:cubicBezTo>
                  <a:cubicBezTo>
                    <a:pt x="470325" y="1433600"/>
                    <a:pt x="0" y="1112672"/>
                    <a:pt x="0" y="716800"/>
                  </a:cubicBezTo>
                  <a:cubicBezTo>
                    <a:pt x="0" y="320929"/>
                    <a:pt x="470325" y="0"/>
                    <a:pt x="470325" y="0"/>
                  </a:cubicBezTo>
                  <a:close/>
                </a:path>
              </a:pathLst>
            </a:custGeom>
            <a:pattFill prst="pct5">
              <a:fgClr>
                <a:schemeClr val="accent4">
                  <a:lumMod val="20000"/>
                  <a:lumOff val="80000"/>
                </a:schemeClr>
              </a:fgClr>
              <a:bgClr>
                <a:schemeClr val="accent4">
                  <a:lumMod val="60000"/>
                  <a:lumOff val="40000"/>
                </a:schemeClr>
              </a:bgClr>
            </a:pattFill>
            <a:ln w="9525" cap="flat">
              <a:noFill/>
              <a:prstDash val="solid"/>
              <a:miter/>
            </a:ln>
          </p:spPr>
          <p:txBody>
            <a:bodyPr rtlCol="0" anchor="ctr"/>
            <a:lstStyle/>
            <a:p>
              <a:pPr lvl="0"/>
              <a:endParaRPr lang="en-US" dirty="0"/>
            </a:p>
          </p:txBody>
        </p:sp>
        <p:sp>
          <p:nvSpPr>
            <p:cNvPr id="18" name="Graphic 9">
              <a:extLst>
                <a:ext uri="{FF2B5EF4-FFF2-40B4-BE49-F238E27FC236}">
                  <a16:creationId xmlns:a16="http://schemas.microsoft.com/office/drawing/2014/main" id="{003913A0-A3C0-4ED8-8920-318068FBC46F}"/>
                </a:ext>
              </a:extLst>
            </p:cNvPr>
            <p:cNvSpPr/>
            <p:nvPr/>
          </p:nvSpPr>
          <p:spPr>
            <a:xfrm>
              <a:off x="8385870" y="791588"/>
              <a:ext cx="3232012" cy="3232012"/>
            </a:xfrm>
            <a:custGeom>
              <a:avLst/>
              <a:gdLst>
                <a:gd name="connsiteX0" fmla="*/ 6861546 w 6861545"/>
                <a:gd name="connsiteY0" fmla="*/ 6861546 h 6861545"/>
                <a:gd name="connsiteX1" fmla="*/ 3435812 w 6861545"/>
                <a:gd name="connsiteY1" fmla="*/ 6861546 h 6861545"/>
                <a:gd name="connsiteX2" fmla="*/ 0 w 6861545"/>
                <a:gd name="connsiteY2" fmla="*/ 3425734 h 6861545"/>
                <a:gd name="connsiteX3" fmla="*/ 0 w 6861545"/>
                <a:gd name="connsiteY3" fmla="*/ 0 h 6861545"/>
                <a:gd name="connsiteX4" fmla="*/ 3425734 w 6861545"/>
                <a:gd name="connsiteY4" fmla="*/ 0 h 6861545"/>
                <a:gd name="connsiteX5" fmla="*/ 6861546 w 6861545"/>
                <a:gd name="connsiteY5" fmla="*/ 3435812 h 6861545"/>
                <a:gd name="connsiteX6" fmla="*/ 6861546 w 6861545"/>
                <a:gd name="connsiteY6" fmla="*/ 6861546 h 686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1545" h="6861545">
                  <a:moveTo>
                    <a:pt x="6861546" y="6861546"/>
                  </a:moveTo>
                  <a:lnTo>
                    <a:pt x="3435812" y="6861546"/>
                  </a:lnTo>
                  <a:cubicBezTo>
                    <a:pt x="1538245" y="6861546"/>
                    <a:pt x="0" y="5323301"/>
                    <a:pt x="0" y="3425734"/>
                  </a:cubicBezTo>
                  <a:lnTo>
                    <a:pt x="0" y="0"/>
                  </a:lnTo>
                  <a:lnTo>
                    <a:pt x="3425734" y="0"/>
                  </a:lnTo>
                  <a:cubicBezTo>
                    <a:pt x="5323301" y="0"/>
                    <a:pt x="6861546" y="1538245"/>
                    <a:pt x="6861546" y="3435812"/>
                  </a:cubicBezTo>
                  <a:lnTo>
                    <a:pt x="6861546" y="6861546"/>
                  </a:lnTo>
                  <a:close/>
                </a:path>
              </a:pathLst>
            </a:custGeom>
            <a:pattFill prst="pct5">
              <a:fgClr>
                <a:schemeClr val="accent4">
                  <a:lumMod val="60000"/>
                  <a:lumOff val="40000"/>
                </a:schemeClr>
              </a:fgClr>
              <a:bgClr>
                <a:schemeClr val="accent1">
                  <a:lumMod val="75000"/>
                </a:schemeClr>
              </a:bgClr>
            </a:pattFill>
            <a:ln w="9525" cap="flat">
              <a:noFill/>
              <a:prstDash val="solid"/>
              <a:miter/>
            </a:ln>
          </p:spPr>
          <p:txBody>
            <a:bodyPr rtlCol="0" anchor="ctr"/>
            <a:lstStyle/>
            <a:p>
              <a:pPr lvl="0"/>
              <a:endParaRPr lang="en-US"/>
            </a:p>
          </p:txBody>
        </p:sp>
      </p:grpSp>
      <p:sp>
        <p:nvSpPr>
          <p:cNvPr id="12" name="Texture">
            <a:extLst>
              <a:ext uri="{FF2B5EF4-FFF2-40B4-BE49-F238E27FC236}">
                <a16:creationId xmlns:a16="http://schemas.microsoft.com/office/drawing/2014/main" id="{7FE1D329-7CB2-4DF5-B0C0-36DD19EBC66D}"/>
              </a:ext>
              <a:ext uri="{C183D7F6-B498-43B3-948B-1728B52AA6E4}">
                <adec:decorative xmlns:adec="http://schemas.microsoft.com/office/drawing/2017/decorative" val="1"/>
              </a:ext>
            </a:extLst>
          </p:cNvPr>
          <p:cNvSpPr/>
          <p:nvPr/>
        </p:nvSpPr>
        <p:spPr>
          <a:xfrm>
            <a:off x="3048" y="0"/>
            <a:ext cx="12188952" cy="6858000"/>
          </a:xfrm>
          <a:prstGeom prst="rect">
            <a:avLst/>
          </a:prstGeom>
          <a:blipFill dpi="0" rotWithShape="1">
            <a:blip r:embed="rId13">
              <a:alphaModFix amt="6000"/>
            </a:blip>
            <a:srcRect/>
            <a:tile tx="0" ty="0" sx="100000" sy="100000" flip="none" algn="tl"/>
          </a:blipFill>
          <a:ln w="9525" cap="flat">
            <a:noFill/>
            <a:prstDash val="solid"/>
            <a:miter/>
          </a:ln>
        </p:spPr>
        <p:txBody>
          <a:bodyPr rtlCol="0" anchor="ctr"/>
          <a:lstStyle/>
          <a:p>
            <a:endParaRPr lang="en-US" dirty="0"/>
          </a:p>
        </p:txBody>
      </p:sp>
      <p:sp>
        <p:nvSpPr>
          <p:cNvPr id="2" name="Title Placeholder 1">
            <a:extLst>
              <a:ext uri="{FF2B5EF4-FFF2-40B4-BE49-F238E27FC236}">
                <a16:creationId xmlns:a16="http://schemas.microsoft.com/office/drawing/2014/main" id="{093083B5-1505-44FE-894D-AA1AB6D60FCE}"/>
              </a:ext>
            </a:extLst>
          </p:cNvPr>
          <p:cNvSpPr>
            <a:spLocks noGrp="1"/>
          </p:cNvSpPr>
          <p:nvPr>
            <p:ph type="title"/>
          </p:nvPr>
        </p:nvSpPr>
        <p:spPr>
          <a:xfrm>
            <a:off x="457200" y="668049"/>
            <a:ext cx="7685037" cy="13255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03F3930-F8C8-43B1-BC1A-6264F4ACB2E1}"/>
              </a:ext>
            </a:extLst>
          </p:cNvPr>
          <p:cNvSpPr>
            <a:spLocks noGrp="1"/>
          </p:cNvSpPr>
          <p:nvPr>
            <p:ph type="body" idx="1"/>
          </p:nvPr>
        </p:nvSpPr>
        <p:spPr>
          <a:xfrm>
            <a:off x="457200" y="2096713"/>
            <a:ext cx="7685037" cy="40802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9F4F2F7-3ECA-43D7-BFF3-FBB407AEAB46}"/>
              </a:ext>
            </a:extLst>
          </p:cNvPr>
          <p:cNvSpPr>
            <a:spLocks noGrp="1"/>
          </p:cNvSpPr>
          <p:nvPr>
            <p:ph type="dt" sz="half" idx="2"/>
          </p:nvPr>
        </p:nvSpPr>
        <p:spPr>
          <a:xfrm>
            <a:off x="457200" y="6356350"/>
            <a:ext cx="2743200" cy="365125"/>
          </a:xfrm>
          <a:prstGeom prst="rect">
            <a:avLst/>
          </a:prstGeom>
        </p:spPr>
        <p:txBody>
          <a:bodyPr vert="horz" lIns="91440" tIns="45720" rIns="91440" bIns="45720" rtlCol="0" anchor="ctr"/>
          <a:lstStyle>
            <a:lvl1pPr algn="l">
              <a:defRPr sz="1000" spc="110" baseline="0">
                <a:solidFill>
                  <a:schemeClr val="tx1">
                    <a:tint val="75000"/>
                  </a:schemeClr>
                </a:solidFill>
              </a:defRPr>
            </a:lvl1pPr>
          </a:lstStyle>
          <a:p>
            <a:fld id="{D208048B-57AF-4F53-BC84-8E0A1033FBEC}" type="datetimeFigureOut">
              <a:rPr lang="en-US" smtClean="0"/>
              <a:pPr/>
              <a:t>5/2/2024</a:t>
            </a:fld>
            <a:endParaRPr lang="en-US" dirty="0"/>
          </a:p>
        </p:txBody>
      </p:sp>
      <p:sp>
        <p:nvSpPr>
          <p:cNvPr id="5" name="Footer Placeholder 4">
            <a:extLst>
              <a:ext uri="{FF2B5EF4-FFF2-40B4-BE49-F238E27FC236}">
                <a16:creationId xmlns:a16="http://schemas.microsoft.com/office/drawing/2014/main" id="{1D3A193F-0B61-43DD-8E45-EFEAC43E3826}"/>
              </a:ext>
            </a:extLst>
          </p:cNvPr>
          <p:cNvSpPr>
            <a:spLocks noGrp="1"/>
          </p:cNvSpPr>
          <p:nvPr>
            <p:ph type="ftr" sz="quarter" idx="3"/>
          </p:nvPr>
        </p:nvSpPr>
        <p:spPr>
          <a:xfrm>
            <a:off x="457200" y="155448"/>
            <a:ext cx="4114800" cy="365125"/>
          </a:xfrm>
          <a:prstGeom prst="rect">
            <a:avLst/>
          </a:prstGeom>
        </p:spPr>
        <p:txBody>
          <a:bodyPr vert="horz" lIns="91440" tIns="45720" rIns="91440" bIns="45720" rtlCol="0" anchor="ctr"/>
          <a:lstStyle>
            <a:lvl1pPr algn="l">
              <a:defRPr sz="1000" spc="110" baseline="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4625961-D3A8-4945-AEE4-EE1952DBDCAE}"/>
              </a:ext>
            </a:extLst>
          </p:cNvPr>
          <p:cNvSpPr>
            <a:spLocks noGrp="1"/>
          </p:cNvSpPr>
          <p:nvPr>
            <p:ph type="sldNum" sz="quarter" idx="4"/>
          </p:nvPr>
        </p:nvSpPr>
        <p:spPr>
          <a:xfrm>
            <a:off x="10954512" y="6355080"/>
            <a:ext cx="795528" cy="365760"/>
          </a:xfrm>
          <a:prstGeom prst="rect">
            <a:avLst/>
          </a:prstGeom>
        </p:spPr>
        <p:txBody>
          <a:bodyPr vert="horz" lIns="91440" tIns="45720" rIns="91440" bIns="45720" rtlCol="0" anchor="ctr"/>
          <a:lstStyle>
            <a:lvl1pPr algn="r">
              <a:defRPr sz="1000" spc="110" baseline="0">
                <a:solidFill>
                  <a:schemeClr val="tx1">
                    <a:tint val="75000"/>
                  </a:schemeClr>
                </a:solidFill>
              </a:defRPr>
            </a:lvl1pPr>
          </a:lstStyle>
          <a:p>
            <a:fld id="{BD8A8A1B-4E1E-43EF-8A39-7D4A3879B941}" type="slidenum">
              <a:rPr lang="en-US" smtClean="0"/>
              <a:pPr/>
              <a:t>‹#›</a:t>
            </a:fld>
            <a:endParaRPr lang="en-US" dirty="0"/>
          </a:p>
        </p:txBody>
      </p:sp>
    </p:spTree>
    <p:extLst>
      <p:ext uri="{BB962C8B-B14F-4D97-AF65-F5344CB8AC3E}">
        <p14:creationId xmlns:p14="http://schemas.microsoft.com/office/powerpoint/2010/main" val="2973209708"/>
      </p:ext>
    </p:extLst>
  </p:cSld>
  <p:clrMap bg1="dk1" tx1="lt1" bg2="dk2" tx2="lt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FF7657-6A11-4B50-87CF-25552515666D}" type="datetimeFigureOut">
              <a:rPr lang="en-IN" smtClean="0"/>
              <a:t>02-05-2024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635D25-68D8-4692-90FE-AC36C4B6C47B}" type="slidenum">
              <a:rPr lang="en-IN" smtClean="0"/>
              <a:t>‹#›</a:t>
            </a:fld>
            <a:endParaRPr lang="en-IN"/>
          </a:p>
        </p:txBody>
      </p:sp>
    </p:spTree>
    <p:extLst>
      <p:ext uri="{BB962C8B-B14F-4D97-AF65-F5344CB8AC3E}">
        <p14:creationId xmlns:p14="http://schemas.microsoft.com/office/powerpoint/2010/main" val="414500985"/>
      </p:ext>
    </p:extLst>
  </p:cSld>
  <p:clrMap bg1="lt1" tx1="dk1" bg2="lt2" tx2="dk2" accent1="accent1" accent2="accent2" accent3="accent3" accent4="accent4" accent5="accent5" accent6="accent6" hlink="hlink" folHlink="folHlink"/>
  <p:sldLayoutIdLst>
    <p:sldLayoutId id="214748365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png"/><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hemeOverride" Target="../theme/themeOverride1.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hemeOverride" Target="../theme/themeOverr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7.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EA7E347D-B32A-4759-B7FF-FD25A9AEE6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048" y="-17141"/>
            <a:ext cx="12188952" cy="6875141"/>
          </a:xfrm>
          <a:custGeom>
            <a:avLst/>
            <a:gdLst>
              <a:gd name="connsiteX0" fmla="*/ 1488154 w 12188952"/>
              <a:gd name="connsiteY0" fmla="*/ 3508108 h 6875141"/>
              <a:gd name="connsiteX1" fmla="*/ 1292116 w 12188952"/>
              <a:gd name="connsiteY1" fmla="*/ 3704145 h 6875141"/>
              <a:gd name="connsiteX2" fmla="*/ 1488154 w 12188952"/>
              <a:gd name="connsiteY2" fmla="*/ 3900182 h 6875141"/>
              <a:gd name="connsiteX3" fmla="*/ 1684192 w 12188952"/>
              <a:gd name="connsiteY3" fmla="*/ 3704145 h 6875141"/>
              <a:gd name="connsiteX4" fmla="*/ 1488154 w 12188952"/>
              <a:gd name="connsiteY4" fmla="*/ 3508108 h 6875141"/>
              <a:gd name="connsiteX5" fmla="*/ 12188951 w 12188952"/>
              <a:gd name="connsiteY5" fmla="*/ 3213837 h 6875141"/>
              <a:gd name="connsiteX6" fmla="*/ 11900948 w 12188952"/>
              <a:gd name="connsiteY6" fmla="*/ 3213837 h 6875141"/>
              <a:gd name="connsiteX7" fmla="*/ 10063117 w 12188952"/>
              <a:gd name="connsiteY7" fmla="*/ 5051668 h 6875141"/>
              <a:gd name="connsiteX8" fmla="*/ 10063117 w 12188952"/>
              <a:gd name="connsiteY8" fmla="*/ 6875141 h 6875141"/>
              <a:gd name="connsiteX9" fmla="*/ 12073153 w 12188952"/>
              <a:gd name="connsiteY9" fmla="*/ 6875141 h 6875141"/>
              <a:gd name="connsiteX10" fmla="*/ 12083467 w 12188952"/>
              <a:gd name="connsiteY10" fmla="*/ 6874620 h 6875141"/>
              <a:gd name="connsiteX11" fmla="*/ 12188951 w 12188952"/>
              <a:gd name="connsiteY11" fmla="*/ 6858522 h 6875141"/>
              <a:gd name="connsiteX12" fmla="*/ 12188951 w 12188952"/>
              <a:gd name="connsiteY12" fmla="*/ 6280730 h 6875141"/>
              <a:gd name="connsiteX13" fmla="*/ 12188952 w 12188952"/>
              <a:gd name="connsiteY13" fmla="*/ 6280729 h 6875141"/>
              <a:gd name="connsiteX14" fmla="*/ 12188952 w 12188952"/>
              <a:gd name="connsiteY14" fmla="*/ 3832194 h 6875141"/>
              <a:gd name="connsiteX15" fmla="*/ 12188951 w 12188952"/>
              <a:gd name="connsiteY15" fmla="*/ 3832194 h 6875141"/>
              <a:gd name="connsiteX16" fmla="*/ 0 w 12188952"/>
              <a:gd name="connsiteY16" fmla="*/ 2798382 h 6875141"/>
              <a:gd name="connsiteX17" fmla="*/ 0 w 12188952"/>
              <a:gd name="connsiteY17" fmla="*/ 4217834 h 6875141"/>
              <a:gd name="connsiteX18" fmla="*/ 10291 w 12188952"/>
              <a:gd name="connsiteY18" fmla="*/ 4210345 h 6875141"/>
              <a:gd name="connsiteX19" fmla="*/ 460407 w 12188952"/>
              <a:gd name="connsiteY19" fmla="*/ 3508108 h 6875141"/>
              <a:gd name="connsiteX20" fmla="*/ 10291 w 12188952"/>
              <a:gd name="connsiteY20" fmla="*/ 2805871 h 6875141"/>
              <a:gd name="connsiteX21" fmla="*/ 11563230 w 12188952"/>
              <a:gd name="connsiteY21" fmla="*/ 603215 h 6875141"/>
              <a:gd name="connsiteX22" fmla="*/ 11381044 w 12188952"/>
              <a:gd name="connsiteY22" fmla="*/ 620944 h 6875141"/>
              <a:gd name="connsiteX23" fmla="*/ 11546600 w 12188952"/>
              <a:gd name="connsiteY23" fmla="*/ 1418331 h 6875141"/>
              <a:gd name="connsiteX24" fmla="*/ 12161801 w 12188952"/>
              <a:gd name="connsiteY24" fmla="*/ 1601617 h 6875141"/>
              <a:gd name="connsiteX25" fmla="*/ 12185891 w 12188952"/>
              <a:gd name="connsiteY25" fmla="*/ 1600043 h 6875141"/>
              <a:gd name="connsiteX26" fmla="*/ 12185891 w 12188952"/>
              <a:gd name="connsiteY26" fmla="*/ 795119 h 6875141"/>
              <a:gd name="connsiteX27" fmla="*/ 12178431 w 12188952"/>
              <a:gd name="connsiteY27" fmla="*/ 786500 h 6875141"/>
              <a:gd name="connsiteX28" fmla="*/ 11563230 w 12188952"/>
              <a:gd name="connsiteY28" fmla="*/ 603215 h 6875141"/>
              <a:gd name="connsiteX29" fmla="*/ 1368216 w 12188952"/>
              <a:gd name="connsiteY29" fmla="*/ 0 h 6875141"/>
              <a:gd name="connsiteX30" fmla="*/ 0 w 12188952"/>
              <a:gd name="connsiteY30" fmla="*/ 0 h 6875141"/>
              <a:gd name="connsiteX31" fmla="*/ 0 w 12188952"/>
              <a:gd name="connsiteY31" fmla="*/ 1368215 h 6875141"/>
              <a:gd name="connsiteX32" fmla="*/ 1372241 w 12188952"/>
              <a:gd name="connsiteY32" fmla="*/ 2740456 h 6875141"/>
              <a:gd name="connsiteX33" fmla="*/ 2740456 w 12188952"/>
              <a:gd name="connsiteY33" fmla="*/ 2740456 h 6875141"/>
              <a:gd name="connsiteX34" fmla="*/ 2740456 w 12188952"/>
              <a:gd name="connsiteY34" fmla="*/ 1372240 h 6875141"/>
              <a:gd name="connsiteX35" fmla="*/ 1368216 w 12188952"/>
              <a:gd name="connsiteY35" fmla="*/ 0 h 6875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2188952" h="6875141">
                <a:moveTo>
                  <a:pt x="1488154" y="3508108"/>
                </a:moveTo>
                <a:cubicBezTo>
                  <a:pt x="1379885" y="3508108"/>
                  <a:pt x="1292116" y="3595877"/>
                  <a:pt x="1292116" y="3704145"/>
                </a:cubicBezTo>
                <a:cubicBezTo>
                  <a:pt x="1292116" y="3812413"/>
                  <a:pt x="1379885" y="3900182"/>
                  <a:pt x="1488154" y="3900182"/>
                </a:cubicBezTo>
                <a:cubicBezTo>
                  <a:pt x="1596423" y="3900182"/>
                  <a:pt x="1684192" y="3812413"/>
                  <a:pt x="1684192" y="3704145"/>
                </a:cubicBezTo>
                <a:cubicBezTo>
                  <a:pt x="1684192" y="3595877"/>
                  <a:pt x="1596423" y="3508108"/>
                  <a:pt x="1488154" y="3508108"/>
                </a:cubicBezTo>
                <a:close/>
                <a:moveTo>
                  <a:pt x="12188951" y="3213837"/>
                </a:moveTo>
                <a:lnTo>
                  <a:pt x="11900948" y="3213837"/>
                </a:lnTo>
                <a:cubicBezTo>
                  <a:pt x="10885931" y="3213837"/>
                  <a:pt x="10063117" y="4036651"/>
                  <a:pt x="10063117" y="5051668"/>
                </a:cubicBezTo>
                <a:lnTo>
                  <a:pt x="10063117" y="6875141"/>
                </a:lnTo>
                <a:lnTo>
                  <a:pt x="12073153" y="6875141"/>
                </a:lnTo>
                <a:lnTo>
                  <a:pt x="12083467" y="6874620"/>
                </a:lnTo>
                <a:lnTo>
                  <a:pt x="12188951" y="6858522"/>
                </a:lnTo>
                <a:lnTo>
                  <a:pt x="12188951" y="6280730"/>
                </a:lnTo>
                <a:lnTo>
                  <a:pt x="12188952" y="6280729"/>
                </a:lnTo>
                <a:lnTo>
                  <a:pt x="12188952" y="3832194"/>
                </a:lnTo>
                <a:lnTo>
                  <a:pt x="12188951" y="3832194"/>
                </a:lnTo>
                <a:close/>
                <a:moveTo>
                  <a:pt x="0" y="2798382"/>
                </a:moveTo>
                <a:lnTo>
                  <a:pt x="0" y="4217834"/>
                </a:lnTo>
                <a:lnTo>
                  <a:pt x="10291" y="4210345"/>
                </a:lnTo>
                <a:cubicBezTo>
                  <a:pt x="100314" y="4143505"/>
                  <a:pt x="460407" y="3854496"/>
                  <a:pt x="460407" y="3508108"/>
                </a:cubicBezTo>
                <a:cubicBezTo>
                  <a:pt x="460407" y="3161721"/>
                  <a:pt x="100314" y="2872711"/>
                  <a:pt x="10291" y="2805871"/>
                </a:cubicBezTo>
                <a:close/>
                <a:moveTo>
                  <a:pt x="11563230" y="603215"/>
                </a:moveTo>
                <a:cubicBezTo>
                  <a:pt x="11455784" y="606833"/>
                  <a:pt x="11381044" y="620944"/>
                  <a:pt x="11381044" y="620944"/>
                </a:cubicBezTo>
                <a:cubicBezTo>
                  <a:pt x="11381044" y="620944"/>
                  <a:pt x="11280695" y="1152426"/>
                  <a:pt x="11546600" y="1418331"/>
                </a:cubicBezTo>
                <a:cubicBezTo>
                  <a:pt x="11712792" y="1584523"/>
                  <a:pt x="11982723" y="1607645"/>
                  <a:pt x="12161801" y="1601617"/>
                </a:cubicBezTo>
                <a:lnTo>
                  <a:pt x="12185891" y="1600043"/>
                </a:lnTo>
                <a:lnTo>
                  <a:pt x="12185891" y="795119"/>
                </a:lnTo>
                <a:lnTo>
                  <a:pt x="12178431" y="786500"/>
                </a:lnTo>
                <a:cubicBezTo>
                  <a:pt x="12012240" y="620309"/>
                  <a:pt x="11742309" y="597187"/>
                  <a:pt x="11563230" y="603215"/>
                </a:cubicBezTo>
                <a:close/>
                <a:moveTo>
                  <a:pt x="1368216" y="0"/>
                </a:moveTo>
                <a:lnTo>
                  <a:pt x="0" y="0"/>
                </a:lnTo>
                <a:lnTo>
                  <a:pt x="0" y="1368215"/>
                </a:lnTo>
                <a:cubicBezTo>
                  <a:pt x="0" y="2126091"/>
                  <a:pt x="614365" y="2740456"/>
                  <a:pt x="1372241" y="2740456"/>
                </a:cubicBezTo>
                <a:lnTo>
                  <a:pt x="2740456" y="2740456"/>
                </a:lnTo>
                <a:lnTo>
                  <a:pt x="2740456" y="1372240"/>
                </a:lnTo>
                <a:cubicBezTo>
                  <a:pt x="2740456" y="614365"/>
                  <a:pt x="2126092" y="0"/>
                  <a:pt x="1368216" y="0"/>
                </a:cubicBezTo>
                <a:close/>
              </a:path>
            </a:pathLst>
          </a:custGeom>
          <a:blipFill dpi="0" rotWithShape="1">
            <a:blip r:embed="rId4">
              <a:alphaModFix amt="6000"/>
            </a:blip>
            <a:srcRect/>
            <a:tile tx="0" ty="0" sx="100000" sy="100000" flip="none" algn="tl"/>
          </a:blipFill>
          <a:ln w="9525" cap="flat">
            <a:noFill/>
            <a:prstDash val="solid"/>
            <a:miter/>
          </a:ln>
        </p:spPr>
        <p:txBody>
          <a:bodyPr rtlCol="0" anchor="ctr"/>
          <a:lstStyle/>
          <a:p>
            <a:endParaRPr lang="en-US" dirty="0"/>
          </a:p>
        </p:txBody>
      </p:sp>
      <p:sp useBgFill="1">
        <p:nvSpPr>
          <p:cNvPr id="11" name="Background Fill">
            <a:extLst>
              <a:ext uri="{FF2B5EF4-FFF2-40B4-BE49-F238E27FC236}">
                <a16:creationId xmlns:a16="http://schemas.microsoft.com/office/drawing/2014/main" id="{681F9FCB-1E38-43E9-8567-6292F48420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9525" cap="flat">
            <a:noFill/>
            <a:prstDash val="solid"/>
            <a:miter/>
          </a:ln>
        </p:spPr>
        <p:txBody>
          <a:bodyPr rtlCol="0" anchor="ctr"/>
          <a:lstStyle/>
          <a:p>
            <a:endParaRPr lang="en-US">
              <a:solidFill>
                <a:schemeClr val="tx1"/>
              </a:solidFill>
            </a:endParaRPr>
          </a:p>
        </p:txBody>
      </p:sp>
      <p:pic>
        <p:nvPicPr>
          <p:cNvPr id="4" name="Video 3" descr="Different Hand Drawn Graphs">
            <a:extLst>
              <a:ext uri="{FF2B5EF4-FFF2-40B4-BE49-F238E27FC236}">
                <a16:creationId xmlns:a16="http://schemas.microsoft.com/office/drawing/2014/main" id="{728649A2-A332-143E-7889-839083A52480}"/>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5">
            <a:alphaModFix/>
          </a:blip>
          <a:srcRect t="259" r="-1" b="-1"/>
          <a:stretch/>
        </p:blipFill>
        <p:spPr>
          <a:xfrm>
            <a:off x="1530" y="12105"/>
            <a:ext cx="12188941" cy="6857990"/>
          </a:xfrm>
          <a:prstGeom prst="rect">
            <a:avLst/>
          </a:prstGeom>
        </p:spPr>
      </p:pic>
      <p:sp>
        <p:nvSpPr>
          <p:cNvPr id="13" name="Rectangle 12">
            <a:extLst>
              <a:ext uri="{FF2B5EF4-FFF2-40B4-BE49-F238E27FC236}">
                <a16:creationId xmlns:a16="http://schemas.microsoft.com/office/drawing/2014/main" id="{E687037D-D197-4CDD-BB5E-43AEE9E534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4" y="3205874"/>
            <a:ext cx="12188952" cy="3652125"/>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C9B38A-0DF7-841A-A68A-E6501FB84F91}"/>
              </a:ext>
            </a:extLst>
          </p:cNvPr>
          <p:cNvSpPr>
            <a:spLocks noGrp="1"/>
          </p:cNvSpPr>
          <p:nvPr>
            <p:ph type="ctrTitle"/>
          </p:nvPr>
        </p:nvSpPr>
        <p:spPr>
          <a:xfrm>
            <a:off x="455541" y="4114799"/>
            <a:ext cx="6744188" cy="2013995"/>
          </a:xfrm>
        </p:spPr>
        <p:txBody>
          <a:bodyPr anchor="b">
            <a:normAutofit/>
          </a:bodyPr>
          <a:lstStyle/>
          <a:p>
            <a:r>
              <a:rPr lang="en-US">
                <a:solidFill>
                  <a:srgbClr val="FFFFFF"/>
                </a:solidFill>
              </a:rPr>
              <a:t>Descriptive and Analytical</a:t>
            </a:r>
          </a:p>
        </p:txBody>
      </p:sp>
      <p:sp>
        <p:nvSpPr>
          <p:cNvPr id="3" name="Subtitle 2">
            <a:extLst>
              <a:ext uri="{FF2B5EF4-FFF2-40B4-BE49-F238E27FC236}">
                <a16:creationId xmlns:a16="http://schemas.microsoft.com/office/drawing/2014/main" id="{57BE394D-A82B-F16B-EAE5-ABB4C78D9D5F}"/>
              </a:ext>
            </a:extLst>
          </p:cNvPr>
          <p:cNvSpPr>
            <a:spLocks noGrp="1"/>
          </p:cNvSpPr>
          <p:nvPr>
            <p:ph type="subTitle" idx="1"/>
          </p:nvPr>
        </p:nvSpPr>
        <p:spPr>
          <a:xfrm>
            <a:off x="7348052" y="4114799"/>
            <a:ext cx="4407621" cy="2013995"/>
          </a:xfrm>
        </p:spPr>
        <p:txBody>
          <a:bodyPr anchor="b">
            <a:normAutofit/>
          </a:bodyPr>
          <a:lstStyle/>
          <a:p>
            <a:endParaRPr lang="en-US">
              <a:solidFill>
                <a:srgbClr val="FFFFFF"/>
              </a:solidFill>
            </a:endParaRPr>
          </a:p>
        </p:txBody>
      </p:sp>
    </p:spTree>
    <p:extLst>
      <p:ext uri="{BB962C8B-B14F-4D97-AF65-F5344CB8AC3E}">
        <p14:creationId xmlns:p14="http://schemas.microsoft.com/office/powerpoint/2010/main" val="1229216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96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mute="1">
                <p:cTn id="12" repeatCount="indefinite" fill="hold" display="0">
                  <p:stCondLst>
                    <p:cond delay="indefinite"/>
                  </p:st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a:xfrm>
            <a:off x="838200" y="365125"/>
            <a:ext cx="10515600" cy="1325563"/>
          </a:xfrm>
        </p:spPr>
        <p:txBody>
          <a:bodyPr>
            <a:normAutofit/>
          </a:bodyPr>
          <a:lstStyle/>
          <a:p>
            <a:r>
              <a:rPr lang="en-IN" sz="5400"/>
              <a:t>MCQ -1</a:t>
            </a:r>
          </a:p>
        </p:txBody>
      </p:sp>
      <p:sp>
        <p:nvSpPr>
          <p:cNvPr id="2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p:cNvSpPr>
            <a:spLocks noGrp="1"/>
          </p:cNvSpPr>
          <p:nvPr>
            <p:ph idx="1"/>
          </p:nvPr>
        </p:nvSpPr>
        <p:spPr>
          <a:xfrm>
            <a:off x="838200" y="1929384"/>
            <a:ext cx="10515600" cy="4251960"/>
          </a:xfrm>
        </p:spPr>
        <p:txBody>
          <a:bodyPr>
            <a:normAutofit/>
          </a:bodyPr>
          <a:lstStyle/>
          <a:p>
            <a:pPr marL="0" indent="0">
              <a:buNone/>
            </a:pPr>
            <a:r>
              <a:rPr lang="en-US" sz="3200" dirty="0">
                <a:latin typeface="Times New Roman" panose="02020603050405020304" pitchFamily="18" charset="0"/>
                <a:cs typeface="Times New Roman" panose="02020603050405020304" pitchFamily="18" charset="0"/>
              </a:rPr>
              <a:t>1.Migration study is used to study:</a:t>
            </a:r>
          </a:p>
          <a:p>
            <a:pPr marL="457200" lvl="1" indent="0">
              <a:buNone/>
            </a:pPr>
            <a:r>
              <a:rPr lang="en-US" sz="3200" dirty="0">
                <a:latin typeface="Times New Roman" panose="02020603050405020304" pitchFamily="18" charset="0"/>
                <a:cs typeface="Times New Roman" panose="02020603050405020304" pitchFamily="18" charset="0"/>
              </a:rPr>
              <a:t>a. Sociodemographic reasons for migration of a population</a:t>
            </a:r>
          </a:p>
          <a:p>
            <a:pPr marL="457200" lvl="1" indent="0">
              <a:buNone/>
            </a:pPr>
            <a:r>
              <a:rPr lang="en-US" sz="3200" dirty="0">
                <a:latin typeface="Times New Roman" panose="02020603050405020304" pitchFamily="18" charset="0"/>
                <a:cs typeface="Times New Roman" panose="02020603050405020304" pitchFamily="18" charset="0"/>
              </a:rPr>
              <a:t>b. Prevalence of disease in a population</a:t>
            </a:r>
          </a:p>
          <a:p>
            <a:pPr marL="457200" lvl="1" indent="0">
              <a:buNone/>
            </a:pPr>
            <a:r>
              <a:rPr lang="en-US" sz="3200" dirty="0">
                <a:latin typeface="Times New Roman" panose="02020603050405020304" pitchFamily="18" charset="0"/>
                <a:cs typeface="Times New Roman" panose="02020603050405020304" pitchFamily="18" charset="0"/>
              </a:rPr>
              <a:t>c. Environmental &amp; genetic factors in a disease in population</a:t>
            </a:r>
          </a:p>
          <a:p>
            <a:pPr marL="457200" lvl="1" indent="0">
              <a:buNone/>
            </a:pPr>
            <a:r>
              <a:rPr lang="en-US" sz="3200" dirty="0">
                <a:latin typeface="Times New Roman" panose="02020603050405020304" pitchFamily="18" charset="0"/>
                <a:cs typeface="Times New Roman" panose="02020603050405020304" pitchFamily="18" charset="0"/>
              </a:rPr>
              <a:t>d. Diseases with long Incubation period</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8567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IN" sz="5400"/>
              <a:t>MCQ -2</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838200" y="1929384"/>
            <a:ext cx="10515600" cy="4251960"/>
          </a:xfrm>
        </p:spPr>
        <p:txBody>
          <a:bodyPr>
            <a:normAutofit/>
          </a:bodyPr>
          <a:lstStyle/>
          <a:p>
            <a:pPr marL="0" indent="0">
              <a:buNone/>
            </a:pPr>
            <a:r>
              <a:rPr lang="en-US" sz="3200" dirty="0">
                <a:latin typeface="Times New Roman" panose="02020603050405020304" pitchFamily="18" charset="0"/>
                <a:cs typeface="Times New Roman" panose="02020603050405020304" pitchFamily="18" charset="0"/>
              </a:rPr>
              <a:t>2.Descriptive Epidemiology includes all except</a:t>
            </a:r>
          </a:p>
          <a:p>
            <a:pPr marL="457200" lvl="1" indent="0">
              <a:buNone/>
            </a:pPr>
            <a:r>
              <a:rPr lang="en-US" sz="3200" dirty="0">
                <a:latin typeface="Times New Roman" panose="02020603050405020304" pitchFamily="18" charset="0"/>
                <a:cs typeface="Times New Roman" panose="02020603050405020304" pitchFamily="18" charset="0"/>
              </a:rPr>
              <a:t>a. Retrospective and Prospective study</a:t>
            </a:r>
          </a:p>
          <a:p>
            <a:pPr marL="457200" lvl="1" indent="0">
              <a:buNone/>
            </a:pPr>
            <a:r>
              <a:rPr lang="en-US" sz="3200" dirty="0">
                <a:latin typeface="Times New Roman" panose="02020603050405020304" pitchFamily="18" charset="0"/>
                <a:cs typeface="Times New Roman" panose="02020603050405020304" pitchFamily="18" charset="0"/>
              </a:rPr>
              <a:t>b. Disease</a:t>
            </a:r>
          </a:p>
          <a:p>
            <a:pPr marL="457200" lvl="1" indent="0">
              <a:buNone/>
            </a:pPr>
            <a:r>
              <a:rPr lang="en-US" sz="3200" dirty="0">
                <a:latin typeface="Times New Roman" panose="02020603050405020304" pitchFamily="18" charset="0"/>
                <a:cs typeface="Times New Roman" panose="02020603050405020304" pitchFamily="18" charset="0"/>
              </a:rPr>
              <a:t>c. Time</a:t>
            </a:r>
          </a:p>
          <a:p>
            <a:pPr marL="457200" lvl="1" indent="0">
              <a:buNone/>
            </a:pPr>
            <a:r>
              <a:rPr lang="en-US" sz="3200" dirty="0">
                <a:latin typeface="Times New Roman" panose="02020603050405020304" pitchFamily="18" charset="0"/>
                <a:cs typeface="Times New Roman" panose="02020603050405020304" pitchFamily="18" charset="0"/>
              </a:rPr>
              <a:t>d. Place</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7029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0080" y="325369"/>
            <a:ext cx="4368602" cy="1956841"/>
          </a:xfrm>
        </p:spPr>
        <p:txBody>
          <a:bodyPr anchor="b">
            <a:normAutofit/>
          </a:bodyPr>
          <a:lstStyle/>
          <a:p>
            <a:r>
              <a:rPr lang="en-IN" sz="5400"/>
              <a:t>MCQ - 3</a:t>
            </a:r>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40080" y="2872899"/>
            <a:ext cx="6319520" cy="3320668"/>
          </a:xfrm>
        </p:spPr>
        <p:txBody>
          <a:bodyPr>
            <a:normAutofit fontScale="92500"/>
          </a:bodyPr>
          <a:lstStyle/>
          <a:p>
            <a:pPr marL="0" indent="0">
              <a:buNone/>
            </a:pPr>
            <a:r>
              <a:rPr lang="en-US" sz="3200" dirty="0">
                <a:latin typeface="Times New Roman" panose="02020603050405020304" pitchFamily="18" charset="0"/>
                <a:cs typeface="Times New Roman" panose="02020603050405020304" pitchFamily="18" charset="0"/>
              </a:rPr>
              <a:t>3. A spot map is particularly useful for displaying:</a:t>
            </a:r>
          </a:p>
          <a:p>
            <a:pPr marL="457200" lvl="1" indent="0">
              <a:buNone/>
            </a:pPr>
            <a:r>
              <a:rPr lang="en-US" sz="3200" dirty="0">
                <a:latin typeface="Times New Roman" panose="02020603050405020304" pitchFamily="18" charset="0"/>
                <a:cs typeface="Times New Roman" panose="02020603050405020304" pitchFamily="18" charset="0"/>
              </a:rPr>
              <a:t>a. Geographic location of exposure of each case</a:t>
            </a:r>
          </a:p>
          <a:p>
            <a:pPr marL="457200" lvl="1" indent="0">
              <a:buNone/>
            </a:pPr>
            <a:r>
              <a:rPr lang="en-US" sz="3200" dirty="0">
                <a:latin typeface="Times New Roman" panose="02020603050405020304" pitchFamily="18" charset="0"/>
                <a:cs typeface="Times New Roman" panose="02020603050405020304" pitchFamily="18" charset="0"/>
              </a:rPr>
              <a:t>b. Incidence rate of disease by area</a:t>
            </a:r>
          </a:p>
          <a:p>
            <a:pPr marL="457200" lvl="1" indent="0">
              <a:buNone/>
            </a:pPr>
            <a:r>
              <a:rPr lang="en-US" sz="3200" dirty="0">
                <a:latin typeface="Times New Roman" panose="02020603050405020304" pitchFamily="18" charset="0"/>
                <a:cs typeface="Times New Roman" panose="02020603050405020304" pitchFamily="18" charset="0"/>
              </a:rPr>
              <a:t>c. Prevalence rate of disease by area</a:t>
            </a:r>
          </a:p>
          <a:p>
            <a:pPr marL="457200" lvl="1" indent="0">
              <a:buNone/>
            </a:pPr>
            <a:r>
              <a:rPr lang="en-US" sz="3200" dirty="0">
                <a:latin typeface="Times New Roman" panose="02020603050405020304" pitchFamily="18" charset="0"/>
                <a:cs typeface="Times New Roman" panose="02020603050405020304" pitchFamily="18" charset="0"/>
              </a:rPr>
              <a:t>d. Mortality rate of a disease</a:t>
            </a:r>
            <a:endParaRPr lang="en-IN" sz="3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6D7DF0E-DDA2-437F-7560-2F19D93C80F5}"/>
              </a:ext>
            </a:extLst>
          </p:cNvPr>
          <p:cNvPicPr>
            <a:picLocks noChangeAspect="1"/>
          </p:cNvPicPr>
          <p:nvPr/>
        </p:nvPicPr>
        <p:blipFill rotWithShape="1">
          <a:blip r:embed="rId2"/>
          <a:srcRect l="23563" r="20016"/>
          <a:stretch/>
        </p:blipFill>
        <p:spPr>
          <a:xfrm>
            <a:off x="7183320" y="10"/>
            <a:ext cx="5008680"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462413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itle 1"/>
          <p:cNvSpPr>
            <a:spLocks noGrp="1"/>
          </p:cNvSpPr>
          <p:nvPr>
            <p:ph type="title"/>
          </p:nvPr>
        </p:nvSpPr>
        <p:spPr>
          <a:xfrm>
            <a:off x="838200" y="401221"/>
            <a:ext cx="10515600" cy="1348065"/>
          </a:xfrm>
        </p:spPr>
        <p:txBody>
          <a:bodyPr>
            <a:normAutofit/>
          </a:bodyPr>
          <a:lstStyle/>
          <a:p>
            <a:r>
              <a:rPr lang="en-IN" sz="5400">
                <a:solidFill>
                  <a:srgbClr val="FFFFFF"/>
                </a:solidFill>
              </a:rPr>
              <a:t>MCQ - 4</a:t>
            </a:r>
          </a:p>
        </p:txBody>
      </p:sp>
      <p:sp>
        <p:nvSpPr>
          <p:cNvPr id="3" name="Content Placeholder 2"/>
          <p:cNvSpPr>
            <a:spLocks noGrp="1"/>
          </p:cNvSpPr>
          <p:nvPr>
            <p:ph idx="1"/>
          </p:nvPr>
        </p:nvSpPr>
        <p:spPr>
          <a:xfrm>
            <a:off x="838200" y="2586789"/>
            <a:ext cx="10515600" cy="3590174"/>
          </a:xfrm>
        </p:spPr>
        <p:txBody>
          <a:bodyPr>
            <a:normAutofit/>
          </a:bodyPr>
          <a:lstStyle/>
          <a:p>
            <a:pPr marL="0" indent="0">
              <a:buNone/>
            </a:pPr>
            <a:r>
              <a:rPr lang="en-US" sz="2200" dirty="0">
                <a:latin typeface="Times New Roman" panose="02020603050405020304" pitchFamily="18" charset="0"/>
                <a:cs typeface="Times New Roman" panose="02020603050405020304" pitchFamily="18" charset="0"/>
              </a:rPr>
              <a:t>4</a:t>
            </a:r>
            <a:r>
              <a:rPr lang="en-US" sz="3200" dirty="0">
                <a:latin typeface="Times New Roman" panose="02020603050405020304" pitchFamily="18" charset="0"/>
                <a:cs typeface="Times New Roman" panose="02020603050405020304" pitchFamily="18" charset="0"/>
              </a:rPr>
              <a:t>. Secular Trend refers to:</a:t>
            </a:r>
          </a:p>
          <a:p>
            <a:pPr marL="457200" lvl="1" indent="0">
              <a:buNone/>
            </a:pPr>
            <a:r>
              <a:rPr lang="en-US" sz="3200" dirty="0">
                <a:latin typeface="Times New Roman" panose="02020603050405020304" pitchFamily="18" charset="0"/>
                <a:cs typeface="Times New Roman" panose="02020603050405020304" pitchFamily="18" charset="0"/>
              </a:rPr>
              <a:t>a. Long term changes</a:t>
            </a:r>
          </a:p>
          <a:p>
            <a:pPr marL="457200" lvl="1" indent="0">
              <a:buNone/>
            </a:pPr>
            <a:r>
              <a:rPr lang="en-US" sz="3200" dirty="0">
                <a:latin typeface="Times New Roman" panose="02020603050405020304" pitchFamily="18" charset="0"/>
                <a:cs typeface="Times New Roman" panose="02020603050405020304" pitchFamily="18" charset="0"/>
              </a:rPr>
              <a:t>b. Short term changes</a:t>
            </a:r>
          </a:p>
          <a:p>
            <a:pPr marL="457200" lvl="1" indent="0">
              <a:buNone/>
            </a:pPr>
            <a:r>
              <a:rPr lang="en-US" sz="3200" dirty="0">
                <a:latin typeface="Times New Roman" panose="02020603050405020304" pitchFamily="18" charset="0"/>
                <a:cs typeface="Times New Roman" panose="02020603050405020304" pitchFamily="18" charset="0"/>
              </a:rPr>
              <a:t>c. Seasonal changes</a:t>
            </a:r>
          </a:p>
          <a:p>
            <a:pPr marL="457200" lvl="1" indent="0">
              <a:buNone/>
            </a:pPr>
            <a:r>
              <a:rPr lang="en-US" sz="3200" dirty="0">
                <a:latin typeface="Times New Roman" panose="02020603050405020304" pitchFamily="18" charset="0"/>
                <a:cs typeface="Times New Roman" panose="02020603050405020304" pitchFamily="18" charset="0"/>
              </a:rPr>
              <a:t>d. Periodical changes</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9668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IN" sz="5400" dirty="0"/>
              <a:t>MCQ - 5</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838200" y="1929384"/>
            <a:ext cx="10515600" cy="4251960"/>
          </a:xfrm>
        </p:spPr>
        <p:txBody>
          <a:bodyPr>
            <a:normAutofit/>
          </a:bodyPr>
          <a:lstStyle/>
          <a:p>
            <a:pPr marL="0" indent="0">
              <a:buNone/>
            </a:pPr>
            <a:r>
              <a:rPr lang="en-US" sz="3200" dirty="0">
                <a:latin typeface="Times New Roman" panose="02020603050405020304" pitchFamily="18" charset="0"/>
                <a:cs typeface="Times New Roman" panose="02020603050405020304" pitchFamily="18" charset="0"/>
              </a:rPr>
              <a:t>5. Father of Public health?</a:t>
            </a:r>
          </a:p>
          <a:p>
            <a:pPr marL="457200" lvl="1" indent="0">
              <a:buNone/>
            </a:pPr>
            <a:r>
              <a:rPr lang="en-US" sz="3200" dirty="0">
                <a:latin typeface="Times New Roman" panose="02020603050405020304" pitchFamily="18" charset="0"/>
                <a:cs typeface="Times New Roman" panose="02020603050405020304" pitchFamily="18" charset="0"/>
              </a:rPr>
              <a:t>a. Louis Pasteur</a:t>
            </a:r>
          </a:p>
          <a:p>
            <a:pPr marL="457200" lvl="1" indent="0">
              <a:buNone/>
            </a:pPr>
            <a:r>
              <a:rPr lang="en-US" sz="3200" dirty="0">
                <a:latin typeface="Times New Roman" panose="02020603050405020304" pitchFamily="18" charset="0"/>
                <a:cs typeface="Times New Roman" panose="02020603050405020304" pitchFamily="18" charset="0"/>
              </a:rPr>
              <a:t>b. Cholera</a:t>
            </a:r>
          </a:p>
          <a:p>
            <a:pPr marL="457200" lvl="1" indent="0">
              <a:buNone/>
            </a:pPr>
            <a:r>
              <a:rPr lang="en-US" sz="3200" dirty="0">
                <a:latin typeface="Times New Roman" panose="02020603050405020304" pitchFamily="18" charset="0"/>
                <a:cs typeface="Times New Roman" panose="02020603050405020304" pitchFamily="18" charset="0"/>
              </a:rPr>
              <a:t>c. John Snow</a:t>
            </a:r>
          </a:p>
          <a:p>
            <a:pPr marL="457200" lvl="1" indent="0">
              <a:buNone/>
            </a:pPr>
            <a:r>
              <a:rPr lang="en-US" sz="3200" dirty="0">
                <a:latin typeface="Times New Roman" panose="02020603050405020304" pitchFamily="18" charset="0"/>
                <a:cs typeface="Times New Roman" panose="02020603050405020304" pitchFamily="18" charset="0"/>
              </a:rPr>
              <a:t>d. Robert Koch</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70791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24C61-2B26-9A88-3CD7-F255D4FE34C7}"/>
              </a:ext>
            </a:extLst>
          </p:cNvPr>
          <p:cNvSpPr>
            <a:spLocks noGrp="1"/>
          </p:cNvSpPr>
          <p:nvPr>
            <p:ph type="title"/>
          </p:nvPr>
        </p:nvSpPr>
        <p:spPr>
          <a:xfrm>
            <a:off x="838201" y="559813"/>
            <a:ext cx="10348146" cy="1675009"/>
          </a:xfrm>
        </p:spPr>
        <p:txBody>
          <a:bodyPr anchor="t">
            <a:normAutofit/>
          </a:bodyPr>
          <a:lstStyle/>
          <a:p>
            <a:r>
              <a:rPr lang="en-US" dirty="0">
                <a:solidFill>
                  <a:schemeClr val="tx2"/>
                </a:solidFill>
              </a:rPr>
              <a:t>Steps</a:t>
            </a:r>
          </a:p>
        </p:txBody>
      </p:sp>
      <p:sp>
        <p:nvSpPr>
          <p:cNvPr id="3" name="Content Placeholder 2">
            <a:extLst>
              <a:ext uri="{FF2B5EF4-FFF2-40B4-BE49-F238E27FC236}">
                <a16:creationId xmlns:a16="http://schemas.microsoft.com/office/drawing/2014/main" id="{C5F2372E-8A92-D2EC-CDA6-6D5E61415D4D}"/>
              </a:ext>
            </a:extLst>
          </p:cNvPr>
          <p:cNvSpPr>
            <a:spLocks noGrp="1"/>
          </p:cNvSpPr>
          <p:nvPr>
            <p:ph idx="1"/>
          </p:nvPr>
        </p:nvSpPr>
        <p:spPr>
          <a:xfrm>
            <a:off x="1479987" y="1323597"/>
            <a:ext cx="9705991" cy="4916490"/>
          </a:xfrm>
        </p:spPr>
        <p:txBody>
          <a:bodyPr anchor="ctr">
            <a:normAutofit/>
          </a:bodyPr>
          <a:lstStyle/>
          <a:p>
            <a:r>
              <a:rPr lang="en-US" sz="2400" strike="sngStrike" dirty="0">
                <a:solidFill>
                  <a:schemeClr val="tx2"/>
                </a:solidFill>
                <a:latin typeface="Times New Roman"/>
                <a:cs typeface="Times New Roman"/>
              </a:rPr>
              <a:t>1. Defining the population to be studied </a:t>
            </a:r>
          </a:p>
          <a:p>
            <a:r>
              <a:rPr lang="en-US" sz="2400" strike="sngStrike" dirty="0">
                <a:solidFill>
                  <a:schemeClr val="tx2"/>
                </a:solidFill>
                <a:latin typeface="Times New Roman"/>
                <a:cs typeface="Times New Roman"/>
              </a:rPr>
              <a:t>2. Defining the disease under study </a:t>
            </a:r>
          </a:p>
          <a:p>
            <a:r>
              <a:rPr lang="en-US" sz="2400" strike="sngStrike" dirty="0">
                <a:solidFill>
                  <a:schemeClr val="tx2"/>
                </a:solidFill>
                <a:latin typeface="Times New Roman"/>
                <a:cs typeface="Times New Roman"/>
              </a:rPr>
              <a:t>3. Describing the disease by </a:t>
            </a:r>
          </a:p>
          <a:p>
            <a:pPr lvl="1"/>
            <a:r>
              <a:rPr lang="en-US" strike="sngStrike" dirty="0">
                <a:solidFill>
                  <a:schemeClr val="tx2"/>
                </a:solidFill>
                <a:latin typeface="Times New Roman"/>
                <a:cs typeface="Times New Roman"/>
              </a:rPr>
              <a:t>a. time </a:t>
            </a:r>
          </a:p>
          <a:p>
            <a:pPr lvl="1"/>
            <a:r>
              <a:rPr lang="en-US" strike="sngStrike" dirty="0">
                <a:solidFill>
                  <a:schemeClr val="tx2"/>
                </a:solidFill>
                <a:latin typeface="Times New Roman"/>
                <a:cs typeface="Times New Roman"/>
              </a:rPr>
              <a:t>b. place </a:t>
            </a:r>
          </a:p>
          <a:p>
            <a:pPr lvl="1"/>
            <a:r>
              <a:rPr lang="en-US" strike="sngStrike" dirty="0">
                <a:solidFill>
                  <a:schemeClr val="tx2"/>
                </a:solidFill>
                <a:latin typeface="Times New Roman"/>
                <a:cs typeface="Times New Roman"/>
              </a:rPr>
              <a:t>c. person </a:t>
            </a:r>
          </a:p>
          <a:p>
            <a:r>
              <a:rPr lang="en-US" sz="2400" dirty="0">
                <a:solidFill>
                  <a:schemeClr val="tx2"/>
                </a:solidFill>
                <a:latin typeface="Times New Roman"/>
                <a:cs typeface="Times New Roman"/>
              </a:rPr>
              <a:t>4. Measurement of disease </a:t>
            </a:r>
          </a:p>
          <a:p>
            <a:r>
              <a:rPr lang="en-US" sz="2400" dirty="0">
                <a:solidFill>
                  <a:schemeClr val="tx2"/>
                </a:solidFill>
                <a:latin typeface="Times New Roman"/>
                <a:cs typeface="Times New Roman"/>
              </a:rPr>
              <a:t>5. Comparing with known indices </a:t>
            </a:r>
          </a:p>
          <a:p>
            <a:r>
              <a:rPr lang="en-US" sz="2400" dirty="0">
                <a:solidFill>
                  <a:schemeClr val="tx2"/>
                </a:solidFill>
                <a:latin typeface="Times New Roman"/>
                <a:cs typeface="Times New Roman"/>
              </a:rPr>
              <a:t>6. Formulation of an </a:t>
            </a:r>
            <a:r>
              <a:rPr lang="en-US" sz="2400" dirty="0" err="1">
                <a:solidFill>
                  <a:schemeClr val="tx2"/>
                </a:solidFill>
                <a:latin typeface="Times New Roman"/>
                <a:cs typeface="Times New Roman"/>
              </a:rPr>
              <a:t>aetiological</a:t>
            </a:r>
            <a:r>
              <a:rPr lang="en-US" sz="2400" dirty="0">
                <a:solidFill>
                  <a:schemeClr val="tx2"/>
                </a:solidFill>
                <a:latin typeface="Times New Roman"/>
                <a:cs typeface="Times New Roman"/>
              </a:rPr>
              <a:t> hypothesis</a:t>
            </a:r>
          </a:p>
        </p:txBody>
      </p:sp>
      <p:sp>
        <p:nvSpPr>
          <p:cNvPr id="4" name="Slide Number Placeholder 3">
            <a:extLst>
              <a:ext uri="{FF2B5EF4-FFF2-40B4-BE49-F238E27FC236}">
                <a16:creationId xmlns:a16="http://schemas.microsoft.com/office/drawing/2014/main" id="{F1A85D9A-0B89-4B2C-B79F-0F7D4478D005}"/>
              </a:ext>
            </a:extLst>
          </p:cNvPr>
          <p:cNvSpPr>
            <a:spLocks noGrp="1"/>
          </p:cNvSpPr>
          <p:nvPr>
            <p:ph type="sldNum" sz="quarter" idx="12"/>
          </p:nvPr>
        </p:nvSpPr>
        <p:spPr>
          <a:xfrm>
            <a:off x="8610600" y="6324600"/>
            <a:ext cx="2743200" cy="365125"/>
          </a:xfrm>
        </p:spPr>
        <p:txBody>
          <a:bodyPr>
            <a:normAutofit/>
          </a:bodyPr>
          <a:lstStyle/>
          <a:p>
            <a:pPr>
              <a:spcAft>
                <a:spcPts val="600"/>
              </a:spcAft>
            </a:pPr>
            <a:fld id="{73B850FF-6169-4056-8077-06FFA93A5366}" type="slidenum">
              <a:rPr lang="en-US">
                <a:solidFill>
                  <a:schemeClr val="tx1">
                    <a:alpha val="60000"/>
                  </a:schemeClr>
                </a:solidFill>
              </a:rPr>
              <a:pPr>
                <a:spcAft>
                  <a:spcPts val="600"/>
                </a:spcAft>
              </a:pPr>
              <a:t>7</a:t>
            </a:fld>
            <a:endParaRPr lang="en-US">
              <a:solidFill>
                <a:schemeClr val="tx1">
                  <a:alpha val="60000"/>
                </a:schemeClr>
              </a:solidFill>
            </a:endParaRPr>
          </a:p>
        </p:txBody>
      </p:sp>
    </p:spTree>
    <p:extLst>
      <p:ext uri="{BB962C8B-B14F-4D97-AF65-F5344CB8AC3E}">
        <p14:creationId xmlns:p14="http://schemas.microsoft.com/office/powerpoint/2010/main" val="1757916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est tubes with one test tube in orange with drops">
            <a:extLst>
              <a:ext uri="{FF2B5EF4-FFF2-40B4-BE49-F238E27FC236}">
                <a16:creationId xmlns:a16="http://schemas.microsoft.com/office/drawing/2014/main" id="{7EFCAE87-ED28-B17E-1BF4-5CDBA691CCBD}"/>
              </a:ext>
            </a:extLst>
          </p:cNvPr>
          <p:cNvPicPr>
            <a:picLocks noChangeAspect="1"/>
          </p:cNvPicPr>
          <p:nvPr/>
        </p:nvPicPr>
        <p:blipFill rotWithShape="1">
          <a:blip r:embed="rId2">
            <a:alphaModFix amt="60000"/>
          </a:blip>
          <a:srcRect t="9098" r="-1" b="8463"/>
          <a:stretch/>
        </p:blipFill>
        <p:spPr>
          <a:xfrm>
            <a:off x="20" y="10"/>
            <a:ext cx="12188932" cy="6857990"/>
          </a:xfrm>
          <a:prstGeom prst="rect">
            <a:avLst/>
          </a:prstGeom>
        </p:spPr>
      </p:pic>
      <p:sp>
        <p:nvSpPr>
          <p:cNvPr id="2" name="Title 1">
            <a:extLst>
              <a:ext uri="{FF2B5EF4-FFF2-40B4-BE49-F238E27FC236}">
                <a16:creationId xmlns:a16="http://schemas.microsoft.com/office/drawing/2014/main" id="{A867E7D6-74F7-C649-EA2D-568469D1D49C}"/>
              </a:ext>
            </a:extLst>
          </p:cNvPr>
          <p:cNvSpPr>
            <a:spLocks noGrp="1"/>
          </p:cNvSpPr>
          <p:nvPr>
            <p:ph type="title"/>
          </p:nvPr>
        </p:nvSpPr>
        <p:spPr>
          <a:xfrm>
            <a:off x="2251967" y="77022"/>
            <a:ext cx="7685037" cy="1325563"/>
          </a:xfrm>
        </p:spPr>
        <p:txBody>
          <a:bodyPr>
            <a:normAutofit/>
          </a:bodyPr>
          <a:lstStyle/>
          <a:p>
            <a:r>
              <a:rPr lang="en-US" dirty="0">
                <a:solidFill>
                  <a:schemeClr val="tx1"/>
                </a:solidFill>
              </a:rPr>
              <a:t>Measurement of disease</a:t>
            </a:r>
          </a:p>
        </p:txBody>
      </p:sp>
      <p:sp>
        <p:nvSpPr>
          <p:cNvPr id="3" name="Content Placeholder 2">
            <a:extLst>
              <a:ext uri="{FF2B5EF4-FFF2-40B4-BE49-F238E27FC236}">
                <a16:creationId xmlns:a16="http://schemas.microsoft.com/office/drawing/2014/main" id="{CCC13244-734B-948C-4F32-9ABE22A7AAD7}"/>
              </a:ext>
            </a:extLst>
          </p:cNvPr>
          <p:cNvSpPr>
            <a:spLocks noGrp="1"/>
          </p:cNvSpPr>
          <p:nvPr>
            <p:ph idx="1"/>
          </p:nvPr>
        </p:nvSpPr>
        <p:spPr>
          <a:xfrm>
            <a:off x="457200" y="2096713"/>
            <a:ext cx="11178244" cy="4080250"/>
          </a:xfrm>
        </p:spPr>
        <p:txBody>
          <a:bodyPr>
            <a:normAutofit/>
          </a:bodyPr>
          <a:lstStyle/>
          <a:p>
            <a:r>
              <a:rPr lang="en-US" sz="3600" b="0" i="0" u="none" strike="noStrike" baseline="0" dirty="0">
                <a:solidFill>
                  <a:schemeClr val="tx1"/>
                </a:solidFill>
                <a:latin typeface="Times New Roman" panose="02020603050405020304" pitchFamily="18" charset="0"/>
              </a:rPr>
              <a:t>Available in terms of mortality, morbidity, disability, </a:t>
            </a:r>
            <a:r>
              <a:rPr lang="en-US" sz="3600" b="0" i="0" u="none" strike="noStrike" baseline="0" dirty="0" err="1">
                <a:solidFill>
                  <a:schemeClr val="tx1"/>
                </a:solidFill>
                <a:latin typeface="Times New Roman" panose="02020603050405020304" pitchFamily="18" charset="0"/>
              </a:rPr>
              <a:t>etc</a:t>
            </a:r>
            <a:endParaRPr lang="en-US" sz="3600" b="0" i="0" u="none" strike="noStrike" baseline="0" dirty="0">
              <a:solidFill>
                <a:schemeClr val="tx1"/>
              </a:solidFill>
              <a:latin typeface="Times New Roman" panose="02020603050405020304" pitchFamily="18" charset="0"/>
            </a:endParaRPr>
          </a:p>
          <a:p>
            <a:r>
              <a:rPr lang="en-US" sz="3600" b="0" i="0" u="none" strike="noStrike" baseline="0" dirty="0">
                <a:solidFill>
                  <a:schemeClr val="tx1"/>
                </a:solidFill>
                <a:latin typeface="Times New Roman" panose="02020603050405020304" pitchFamily="18" charset="0"/>
              </a:rPr>
              <a:t>Should be available for different subgroups</a:t>
            </a:r>
          </a:p>
          <a:p>
            <a:r>
              <a:rPr lang="en-US" sz="3600" b="0" i="0" u="none" strike="noStrike" baseline="0" dirty="0">
                <a:solidFill>
                  <a:schemeClr val="tx1"/>
                </a:solidFill>
                <a:latin typeface="Times New Roman" panose="02020603050405020304" pitchFamily="18" charset="0"/>
              </a:rPr>
              <a:t>Morbidity has two aspects - incidence and prevalence </a:t>
            </a:r>
          </a:p>
          <a:p>
            <a:r>
              <a:rPr lang="en-US" sz="3600" b="0" i="0" u="none" strike="noStrike" baseline="0" dirty="0">
                <a:solidFill>
                  <a:schemeClr val="tx1"/>
                </a:solidFill>
                <a:latin typeface="Times New Roman" panose="02020603050405020304" pitchFamily="18" charset="0"/>
              </a:rPr>
              <a:t>Incidence  - “longitudinal” studies</a:t>
            </a:r>
          </a:p>
          <a:p>
            <a:r>
              <a:rPr lang="en-US" sz="3600" b="0" i="0" u="none" strike="noStrike" baseline="0" dirty="0">
                <a:solidFill>
                  <a:schemeClr val="tx1"/>
                </a:solidFill>
                <a:latin typeface="Times New Roman" panose="02020603050405020304" pitchFamily="18" charset="0"/>
              </a:rPr>
              <a:t>Prevalence - “cross-sectional” studies. </a:t>
            </a:r>
          </a:p>
        </p:txBody>
      </p:sp>
    </p:spTree>
    <p:extLst>
      <p:ext uri="{BB962C8B-B14F-4D97-AF65-F5344CB8AC3E}">
        <p14:creationId xmlns:p14="http://schemas.microsoft.com/office/powerpoint/2010/main" val="42704137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185B6-D440-6F89-FB58-0C2B515A7B58}"/>
              </a:ext>
            </a:extLst>
          </p:cNvPr>
          <p:cNvSpPr>
            <a:spLocks noGrp="1"/>
          </p:cNvSpPr>
          <p:nvPr>
            <p:ph type="title"/>
          </p:nvPr>
        </p:nvSpPr>
        <p:spPr>
          <a:xfrm>
            <a:off x="2251957" y="317751"/>
            <a:ext cx="7685037" cy="747627"/>
          </a:xfrm>
        </p:spPr>
        <p:txBody>
          <a:bodyPr>
            <a:normAutofit/>
          </a:bodyPr>
          <a:lstStyle/>
          <a:p>
            <a:r>
              <a:rPr lang="en-US" dirty="0"/>
              <a:t>Cross-sectional studies</a:t>
            </a:r>
          </a:p>
        </p:txBody>
      </p:sp>
      <p:sp>
        <p:nvSpPr>
          <p:cNvPr id="3" name="Content Placeholder 2">
            <a:extLst>
              <a:ext uri="{FF2B5EF4-FFF2-40B4-BE49-F238E27FC236}">
                <a16:creationId xmlns:a16="http://schemas.microsoft.com/office/drawing/2014/main" id="{AECDE949-BC73-180E-D135-D766E90E83CC}"/>
              </a:ext>
            </a:extLst>
          </p:cNvPr>
          <p:cNvSpPr>
            <a:spLocks noGrp="1"/>
          </p:cNvSpPr>
          <p:nvPr>
            <p:ph idx="1"/>
          </p:nvPr>
        </p:nvSpPr>
        <p:spPr>
          <a:xfrm>
            <a:off x="162062" y="2018631"/>
            <a:ext cx="8753904" cy="2800112"/>
          </a:xfrm>
        </p:spPr>
        <p:txBody>
          <a:bodyPr>
            <a:normAutofit/>
          </a:bodyPr>
          <a:lstStyle/>
          <a:p>
            <a:r>
              <a:rPr lang="en-US" sz="2400" b="0" i="0" u="none" strike="noStrike" baseline="0" dirty="0">
                <a:latin typeface="Times New Roman" panose="02020603050405020304" pitchFamily="18" charset="0"/>
              </a:rPr>
              <a:t>Simplest form of an observational study. </a:t>
            </a:r>
          </a:p>
          <a:p>
            <a:r>
              <a:rPr lang="en-US" sz="2400" b="0" i="0" u="none" strike="noStrike" baseline="0" dirty="0">
                <a:latin typeface="Times New Roman" panose="02020603050405020304" pitchFamily="18" charset="0"/>
              </a:rPr>
              <a:t>It is based on a single examination of a cross-section of population at one point in time </a:t>
            </a:r>
          </a:p>
          <a:p>
            <a:r>
              <a:rPr lang="en-US" sz="2400" b="0" i="0" u="none" strike="noStrike" baseline="0" dirty="0">
                <a:latin typeface="Times New Roman" panose="02020603050405020304" pitchFamily="18" charset="0"/>
              </a:rPr>
              <a:t>Results of which can be projected on the whole population provided the sampling has been done correctly. </a:t>
            </a:r>
          </a:p>
          <a:p>
            <a:r>
              <a:rPr lang="en-US" sz="2400" b="0" i="0" u="none" strike="noStrike" baseline="0" dirty="0">
                <a:latin typeface="Times New Roman" panose="02020603050405020304" pitchFamily="18" charset="0"/>
              </a:rPr>
              <a:t>Cross-sectional study is also known as “prevalence study”.</a:t>
            </a:r>
          </a:p>
        </p:txBody>
      </p:sp>
    </p:spTree>
    <p:extLst>
      <p:ext uri="{BB962C8B-B14F-4D97-AF65-F5344CB8AC3E}">
        <p14:creationId xmlns:p14="http://schemas.microsoft.com/office/powerpoint/2010/main" val="4239410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185B6-D440-6F89-FB58-0C2B515A7B58}"/>
              </a:ext>
            </a:extLst>
          </p:cNvPr>
          <p:cNvSpPr>
            <a:spLocks noGrp="1"/>
          </p:cNvSpPr>
          <p:nvPr>
            <p:ph type="title"/>
          </p:nvPr>
        </p:nvSpPr>
        <p:spPr>
          <a:xfrm>
            <a:off x="2251957" y="317751"/>
            <a:ext cx="7685037" cy="747627"/>
          </a:xfrm>
        </p:spPr>
        <p:txBody>
          <a:bodyPr>
            <a:normAutofit/>
          </a:bodyPr>
          <a:lstStyle/>
          <a:p>
            <a:r>
              <a:rPr lang="en-US" dirty="0"/>
              <a:t>Cross-sectional studies</a:t>
            </a:r>
          </a:p>
        </p:txBody>
      </p:sp>
      <p:sp>
        <p:nvSpPr>
          <p:cNvPr id="3" name="Content Placeholder 2">
            <a:extLst>
              <a:ext uri="{FF2B5EF4-FFF2-40B4-BE49-F238E27FC236}">
                <a16:creationId xmlns:a16="http://schemas.microsoft.com/office/drawing/2014/main" id="{AECDE949-BC73-180E-D135-D766E90E83CC}"/>
              </a:ext>
            </a:extLst>
          </p:cNvPr>
          <p:cNvSpPr>
            <a:spLocks noGrp="1"/>
          </p:cNvSpPr>
          <p:nvPr>
            <p:ph idx="1"/>
          </p:nvPr>
        </p:nvSpPr>
        <p:spPr>
          <a:xfrm>
            <a:off x="162062" y="1383129"/>
            <a:ext cx="8753904" cy="5157120"/>
          </a:xfrm>
        </p:spPr>
        <p:txBody>
          <a:bodyPr>
            <a:normAutofit/>
          </a:bodyPr>
          <a:lstStyle/>
          <a:p>
            <a:r>
              <a:rPr lang="en-US" sz="2400" b="0" i="0" u="none" strike="noStrike" baseline="0" dirty="0">
                <a:highlight>
                  <a:srgbClr val="800000"/>
                </a:highlight>
                <a:latin typeface="Times New Roman" panose="02020603050405020304" pitchFamily="18" charset="0"/>
              </a:rPr>
              <a:t>More useful for chronic </a:t>
            </a:r>
            <a:r>
              <a:rPr lang="en-US" sz="2400" b="0" i="0" u="none" strike="noStrike" baseline="0" dirty="0">
                <a:latin typeface="Times New Roman" panose="02020603050405020304" pitchFamily="18" charset="0"/>
              </a:rPr>
              <a:t>than short-lived diseases.</a:t>
            </a:r>
          </a:p>
          <a:p>
            <a:r>
              <a:rPr lang="en-US" sz="2400" b="0" i="0" u="none" strike="noStrike" baseline="0" dirty="0">
                <a:latin typeface="Times New Roman" panose="02020603050405020304" pitchFamily="18" charset="0"/>
              </a:rPr>
              <a:t>In a study of hypertension, we can also collect data during the survey about age, sex, physical exercise, body weight, salt intake and other variables of interest. </a:t>
            </a:r>
          </a:p>
          <a:p>
            <a:r>
              <a:rPr lang="en-US" sz="2400" b="0" i="0" u="none" strike="noStrike" baseline="0" dirty="0">
                <a:latin typeface="Times New Roman" panose="02020603050405020304" pitchFamily="18" charset="0"/>
              </a:rPr>
              <a:t>We can determine how prevention of hypertension is related to certain variables simultaneously measured. </a:t>
            </a:r>
          </a:p>
          <a:p>
            <a:r>
              <a:rPr lang="en-US" sz="2400" b="0" i="0" u="none" strike="noStrike" baseline="0" dirty="0">
                <a:latin typeface="Times New Roman" panose="02020603050405020304" pitchFamily="18" charset="0"/>
              </a:rPr>
              <a:t>Study tells us about the </a:t>
            </a:r>
            <a:r>
              <a:rPr lang="en-US" sz="2400" b="0" i="0" u="none" strike="noStrike" baseline="0" dirty="0">
                <a:highlight>
                  <a:srgbClr val="800000"/>
                </a:highlight>
                <a:latin typeface="Times New Roman" panose="02020603050405020304" pitchFamily="18" charset="0"/>
              </a:rPr>
              <a:t>distribution of a disease in population</a:t>
            </a:r>
            <a:r>
              <a:rPr lang="en-US" sz="2400" b="0" i="0" u="none" strike="noStrike" baseline="0" dirty="0">
                <a:latin typeface="Times New Roman" panose="02020603050405020304" pitchFamily="18" charset="0"/>
              </a:rPr>
              <a:t> rather than its </a:t>
            </a:r>
            <a:r>
              <a:rPr lang="en-US" sz="2400" b="0" i="0" u="none" strike="noStrike" baseline="0" dirty="0" err="1">
                <a:latin typeface="Times New Roman" panose="02020603050405020304" pitchFamily="18" charset="0"/>
              </a:rPr>
              <a:t>aetiology</a:t>
            </a:r>
            <a:r>
              <a:rPr lang="en-US" sz="2400" b="0" i="0" u="none" strike="noStrike" baseline="0" dirty="0">
                <a:latin typeface="Times New Roman" panose="02020603050405020304" pitchFamily="18" charset="0"/>
              </a:rPr>
              <a:t>.</a:t>
            </a:r>
            <a:endParaRPr lang="en-US" sz="2400" dirty="0"/>
          </a:p>
        </p:txBody>
      </p:sp>
    </p:spTree>
    <p:extLst>
      <p:ext uri="{BB962C8B-B14F-4D97-AF65-F5344CB8AC3E}">
        <p14:creationId xmlns:p14="http://schemas.microsoft.com/office/powerpoint/2010/main" val="37901049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DB25B-D5BB-2061-4F68-94AF3C6670FE}"/>
              </a:ext>
            </a:extLst>
          </p:cNvPr>
          <p:cNvSpPr>
            <a:spLocks noGrp="1"/>
          </p:cNvSpPr>
          <p:nvPr>
            <p:ph type="title"/>
          </p:nvPr>
        </p:nvSpPr>
        <p:spPr>
          <a:xfrm>
            <a:off x="651089" y="213521"/>
            <a:ext cx="4640729" cy="647817"/>
          </a:xfrm>
        </p:spPr>
        <p:txBody>
          <a:bodyPr anchor="b">
            <a:normAutofit fontScale="90000"/>
          </a:bodyPr>
          <a:lstStyle/>
          <a:p>
            <a:r>
              <a:rPr lang="en-US" dirty="0"/>
              <a:t>Limitations</a:t>
            </a:r>
          </a:p>
        </p:txBody>
      </p:sp>
      <p:sp>
        <p:nvSpPr>
          <p:cNvPr id="3" name="Content Placeholder 2">
            <a:extLst>
              <a:ext uri="{FF2B5EF4-FFF2-40B4-BE49-F238E27FC236}">
                <a16:creationId xmlns:a16="http://schemas.microsoft.com/office/drawing/2014/main" id="{219E7CAC-CBB2-50EE-9C03-5994F7B7C799}"/>
              </a:ext>
            </a:extLst>
          </p:cNvPr>
          <p:cNvSpPr>
            <a:spLocks noGrp="1"/>
          </p:cNvSpPr>
          <p:nvPr>
            <p:ph idx="1"/>
          </p:nvPr>
        </p:nvSpPr>
        <p:spPr>
          <a:xfrm>
            <a:off x="-3048" y="1406770"/>
            <a:ext cx="5536550" cy="4766816"/>
          </a:xfrm>
        </p:spPr>
        <p:txBody>
          <a:bodyPr>
            <a:normAutofit fontScale="92500" lnSpcReduction="10000"/>
          </a:bodyPr>
          <a:lstStyle/>
          <a:p>
            <a:r>
              <a:rPr lang="en-US" sz="2400" dirty="0">
                <a:latin typeface="Times New Roman" panose="02020603050405020304" pitchFamily="18" charset="0"/>
                <a:cs typeface="Times New Roman" panose="02020603050405020304" pitchFamily="18" charset="0"/>
              </a:rPr>
              <a:t>Cannot establish causality</a:t>
            </a:r>
          </a:p>
          <a:p>
            <a:r>
              <a:rPr lang="en-US" sz="2400" dirty="0">
                <a:latin typeface="Times New Roman" panose="02020603050405020304" pitchFamily="18" charset="0"/>
                <a:cs typeface="Times New Roman" panose="02020603050405020304" pitchFamily="18" charset="0"/>
              </a:rPr>
              <a:t>Selection bias</a:t>
            </a:r>
          </a:p>
          <a:p>
            <a:r>
              <a:rPr lang="en-US" sz="2400" dirty="0">
                <a:latin typeface="Times New Roman" panose="02020603050405020304" pitchFamily="18" charset="0"/>
                <a:cs typeface="Times New Roman" panose="02020603050405020304" pitchFamily="18" charset="0"/>
              </a:rPr>
              <a:t>Information Bias</a:t>
            </a:r>
          </a:p>
          <a:p>
            <a:r>
              <a:rPr lang="en-US" sz="2400" dirty="0">
                <a:latin typeface="Times New Roman" panose="02020603050405020304" pitchFamily="18" charset="0"/>
                <a:cs typeface="Times New Roman" panose="02020603050405020304" pitchFamily="18" charset="0"/>
              </a:rPr>
              <a:t>Measurement bias</a:t>
            </a:r>
          </a:p>
          <a:p>
            <a:r>
              <a:rPr lang="en-US" sz="2400" dirty="0">
                <a:latin typeface="Times New Roman" panose="02020603050405020304" pitchFamily="18" charset="0"/>
                <a:cs typeface="Times New Roman" panose="02020603050405020304" pitchFamily="18" charset="0"/>
              </a:rPr>
              <a:t>Length biased sampling</a:t>
            </a:r>
          </a:p>
          <a:p>
            <a:pPr lvl="1"/>
            <a:r>
              <a:rPr lang="en-US" sz="2400" dirty="0">
                <a:latin typeface="Times New Roman" panose="02020603050405020304" pitchFamily="18" charset="0"/>
                <a:cs typeface="Times New Roman" panose="02020603050405020304" pitchFamily="18" charset="0"/>
              </a:rPr>
              <a:t>Cases over-represented if illness has long duration,</a:t>
            </a:r>
          </a:p>
          <a:p>
            <a:pPr lvl="1"/>
            <a:r>
              <a:rPr lang="en-US" sz="2400" dirty="0">
                <a:latin typeface="Times New Roman" panose="02020603050405020304" pitchFamily="18" charset="0"/>
                <a:cs typeface="Times New Roman" panose="02020603050405020304" pitchFamily="18" charset="0"/>
              </a:rPr>
              <a:t>Underrepresented if illness had short duration</a:t>
            </a:r>
          </a:p>
          <a:p>
            <a:r>
              <a:rPr lang="en-US" sz="2400" dirty="0">
                <a:latin typeface="Times New Roman" panose="02020603050405020304" pitchFamily="18" charset="0"/>
                <a:cs typeface="Times New Roman" panose="02020603050405020304" pitchFamily="18" charset="0"/>
              </a:rPr>
              <a:t>Recall Bias</a:t>
            </a:r>
          </a:p>
          <a:p>
            <a:pPr algn="l"/>
            <a:r>
              <a:rPr lang="en-US" sz="2400" b="0" i="0" u="none" strike="noStrike" baseline="0" dirty="0">
                <a:latin typeface="Times New Roman" panose="02020603050405020304" pitchFamily="18" charset="0"/>
              </a:rPr>
              <a:t>Information about the natural history of disease or about the rate of occurrence of new cases</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pic>
        <p:nvPicPr>
          <p:cNvPr id="1026" name="Picture 2" descr="Study design">
            <a:extLst>
              <a:ext uri="{FF2B5EF4-FFF2-40B4-BE49-F238E27FC236}">
                <a16:creationId xmlns:a16="http://schemas.microsoft.com/office/drawing/2014/main" id="{E5B4BB8A-F033-E70B-19E3-F188F5CD960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839326" y="1244130"/>
            <a:ext cx="6079958" cy="45295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1615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9815A-987B-2658-8453-83FADCBE205C}"/>
              </a:ext>
            </a:extLst>
          </p:cNvPr>
          <p:cNvSpPr>
            <a:spLocks noGrp="1"/>
          </p:cNvSpPr>
          <p:nvPr>
            <p:ph type="title"/>
          </p:nvPr>
        </p:nvSpPr>
        <p:spPr>
          <a:xfrm>
            <a:off x="2233042" y="628215"/>
            <a:ext cx="5351843" cy="677962"/>
          </a:xfrm>
        </p:spPr>
        <p:txBody>
          <a:bodyPr anchor="b">
            <a:normAutofit fontScale="90000"/>
          </a:bodyPr>
          <a:lstStyle/>
          <a:p>
            <a:r>
              <a:rPr lang="en-US" dirty="0"/>
              <a:t>Longitudinal studies</a:t>
            </a:r>
          </a:p>
        </p:txBody>
      </p:sp>
      <p:sp>
        <p:nvSpPr>
          <p:cNvPr id="3" name="Content Placeholder 2">
            <a:extLst>
              <a:ext uri="{FF2B5EF4-FFF2-40B4-BE49-F238E27FC236}">
                <a16:creationId xmlns:a16="http://schemas.microsoft.com/office/drawing/2014/main" id="{A8EAC9A8-4C9C-4FF7-C50D-2C6B1B01C381}"/>
              </a:ext>
            </a:extLst>
          </p:cNvPr>
          <p:cNvSpPr>
            <a:spLocks noGrp="1"/>
          </p:cNvSpPr>
          <p:nvPr>
            <p:ph idx="1"/>
          </p:nvPr>
        </p:nvSpPr>
        <p:spPr>
          <a:xfrm>
            <a:off x="130629" y="2271378"/>
            <a:ext cx="6543814" cy="3154860"/>
          </a:xfrm>
        </p:spPr>
        <p:txBody>
          <a:bodyPr>
            <a:normAutofit/>
          </a:bodyPr>
          <a:lstStyle/>
          <a:p>
            <a:r>
              <a:rPr lang="en-US" sz="2400" dirty="0">
                <a:latin typeface="Times New Roman" panose="02020603050405020304" pitchFamily="18" charset="0"/>
                <a:cs typeface="Times New Roman" panose="02020603050405020304" pitchFamily="18" charset="0"/>
              </a:rPr>
              <a:t>Observations are repeated in the same population over a prolonged period of time by means of follow-up examinations. </a:t>
            </a:r>
          </a:p>
          <a:p>
            <a:r>
              <a:rPr lang="en-US" sz="2400" dirty="0">
                <a:latin typeface="Times New Roman" panose="02020603050405020304" pitchFamily="18" charset="0"/>
                <a:cs typeface="Times New Roman" panose="02020603050405020304" pitchFamily="18" charset="0"/>
              </a:rPr>
              <a:t>Cross-sectional studies - photograph, longitudinal studies - cine film. </a:t>
            </a:r>
          </a:p>
          <a:p>
            <a:r>
              <a:rPr lang="en-US" sz="2400" dirty="0">
                <a:latin typeface="Times New Roman" panose="02020603050405020304" pitchFamily="18" charset="0"/>
                <a:cs typeface="Times New Roman" panose="02020603050405020304" pitchFamily="18" charset="0"/>
              </a:rPr>
              <a:t>Study the natural history of disease and its future outcome</a:t>
            </a:r>
          </a:p>
        </p:txBody>
      </p:sp>
      <p:pic>
        <p:nvPicPr>
          <p:cNvPr id="2050" name="Picture 2" descr="Cross-sectional vs longitudinal studies">
            <a:extLst>
              <a:ext uri="{FF2B5EF4-FFF2-40B4-BE49-F238E27FC236}">
                <a16:creationId xmlns:a16="http://schemas.microsoft.com/office/drawing/2014/main" id="{3DA63F63-66B4-96A8-232F-45017464870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4731" t="11408" r="4444" b="13050"/>
          <a:stretch/>
        </p:blipFill>
        <p:spPr bwMode="auto">
          <a:xfrm>
            <a:off x="7831005" y="1886747"/>
            <a:ext cx="3161338" cy="3217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88844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9815A-987B-2658-8453-83FADCBE205C}"/>
              </a:ext>
            </a:extLst>
          </p:cNvPr>
          <p:cNvSpPr>
            <a:spLocks noGrp="1"/>
          </p:cNvSpPr>
          <p:nvPr>
            <p:ph type="title"/>
          </p:nvPr>
        </p:nvSpPr>
        <p:spPr>
          <a:xfrm>
            <a:off x="2479162" y="542660"/>
            <a:ext cx="5351843" cy="677962"/>
          </a:xfrm>
        </p:spPr>
        <p:txBody>
          <a:bodyPr anchor="b">
            <a:normAutofit fontScale="90000"/>
          </a:bodyPr>
          <a:lstStyle/>
          <a:p>
            <a:r>
              <a:rPr lang="en-US" dirty="0"/>
              <a:t>Longitudinal studies</a:t>
            </a:r>
          </a:p>
        </p:txBody>
      </p:sp>
      <p:sp>
        <p:nvSpPr>
          <p:cNvPr id="3" name="Content Placeholder 2">
            <a:extLst>
              <a:ext uri="{FF2B5EF4-FFF2-40B4-BE49-F238E27FC236}">
                <a16:creationId xmlns:a16="http://schemas.microsoft.com/office/drawing/2014/main" id="{A8EAC9A8-4C9C-4FF7-C50D-2C6B1B01C381}"/>
              </a:ext>
            </a:extLst>
          </p:cNvPr>
          <p:cNvSpPr>
            <a:spLocks noGrp="1"/>
          </p:cNvSpPr>
          <p:nvPr>
            <p:ph idx="1"/>
          </p:nvPr>
        </p:nvSpPr>
        <p:spPr>
          <a:xfrm>
            <a:off x="90274" y="1820333"/>
            <a:ext cx="6610947" cy="3217333"/>
          </a:xfrm>
        </p:spPr>
        <p:txBody>
          <a:bodyPr>
            <a:normAutofit/>
          </a:bodyPr>
          <a:lstStyle/>
          <a:p>
            <a:r>
              <a:rPr lang="en-US" sz="2400" dirty="0">
                <a:latin typeface="Times New Roman" panose="02020603050405020304" pitchFamily="18" charset="0"/>
                <a:cs typeface="Times New Roman" panose="02020603050405020304" pitchFamily="18" charset="0"/>
              </a:rPr>
              <a:t>For identifying risk factors of disease, </a:t>
            </a:r>
          </a:p>
          <a:p>
            <a:r>
              <a:rPr lang="en-US" sz="2400" dirty="0">
                <a:latin typeface="Times New Roman" panose="02020603050405020304" pitchFamily="18" charset="0"/>
                <a:cs typeface="Times New Roman" panose="02020603050405020304" pitchFamily="18" charset="0"/>
              </a:rPr>
              <a:t>For finding out incidence rale or rate of occurrence of new cases of disease in the community. </a:t>
            </a:r>
          </a:p>
          <a:p>
            <a:r>
              <a:rPr lang="en-US" sz="2400" dirty="0">
                <a:latin typeface="Times New Roman" panose="02020603050405020304" pitchFamily="18" charset="0"/>
                <a:cs typeface="Times New Roman" panose="02020603050405020304" pitchFamily="18" charset="0"/>
              </a:rPr>
              <a:t>Longitudinal studies are difficult to organize and more time-consuming than cross-sectional studies.</a:t>
            </a:r>
          </a:p>
          <a:p>
            <a:r>
              <a:rPr lang="en-US" sz="2400" dirty="0">
                <a:latin typeface="Times New Roman" panose="02020603050405020304" pitchFamily="18" charset="0"/>
                <a:cs typeface="Times New Roman" panose="02020603050405020304" pitchFamily="18" charset="0"/>
              </a:rPr>
              <a:t>Measurement can also be extended to health states and events. </a:t>
            </a:r>
          </a:p>
        </p:txBody>
      </p:sp>
      <p:pic>
        <p:nvPicPr>
          <p:cNvPr id="2050" name="Picture 2" descr="Cross-sectional vs longitudinal studies">
            <a:extLst>
              <a:ext uri="{FF2B5EF4-FFF2-40B4-BE49-F238E27FC236}">
                <a16:creationId xmlns:a16="http://schemas.microsoft.com/office/drawing/2014/main" id="{3DA63F63-66B4-96A8-232F-45017464870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4731" t="11408" r="4444" b="13050"/>
          <a:stretch/>
        </p:blipFill>
        <p:spPr bwMode="auto">
          <a:xfrm>
            <a:off x="7831005" y="1886747"/>
            <a:ext cx="3161338" cy="3217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1569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olourful pills stacked to make a bar graph">
            <a:extLst>
              <a:ext uri="{FF2B5EF4-FFF2-40B4-BE49-F238E27FC236}">
                <a16:creationId xmlns:a16="http://schemas.microsoft.com/office/drawing/2014/main" id="{7D6319E1-761D-3C20-2E2D-CF11BD31B0ED}"/>
              </a:ext>
            </a:extLst>
          </p:cNvPr>
          <p:cNvPicPr>
            <a:picLocks noChangeAspect="1"/>
          </p:cNvPicPr>
          <p:nvPr/>
        </p:nvPicPr>
        <p:blipFill rotWithShape="1">
          <a:blip r:embed="rId2">
            <a:alphaModFix amt="60000"/>
          </a:blip>
          <a:srcRect t="17987" r="-1" b="174"/>
          <a:stretch/>
        </p:blipFill>
        <p:spPr>
          <a:xfrm>
            <a:off x="0" y="10"/>
            <a:ext cx="12188932" cy="6857990"/>
          </a:xfrm>
          <a:prstGeom prst="rect">
            <a:avLst/>
          </a:prstGeom>
        </p:spPr>
      </p:pic>
      <p:sp>
        <p:nvSpPr>
          <p:cNvPr id="2" name="Title 1">
            <a:extLst>
              <a:ext uri="{FF2B5EF4-FFF2-40B4-BE49-F238E27FC236}">
                <a16:creationId xmlns:a16="http://schemas.microsoft.com/office/drawing/2014/main" id="{9FE21AC5-3F58-F17C-8D57-7CEED3EE7529}"/>
              </a:ext>
            </a:extLst>
          </p:cNvPr>
          <p:cNvSpPr>
            <a:spLocks noGrp="1"/>
          </p:cNvSpPr>
          <p:nvPr>
            <p:ph type="title"/>
          </p:nvPr>
        </p:nvSpPr>
        <p:spPr>
          <a:xfrm>
            <a:off x="457200" y="205436"/>
            <a:ext cx="7685037" cy="951201"/>
          </a:xfrm>
        </p:spPr>
        <p:txBody>
          <a:bodyPr>
            <a:normAutofit/>
          </a:bodyPr>
          <a:lstStyle/>
          <a:p>
            <a:r>
              <a:rPr lang="en-US" dirty="0">
                <a:solidFill>
                  <a:schemeClr val="tx1"/>
                </a:solidFill>
              </a:rPr>
              <a:t>Comparing known indices</a:t>
            </a:r>
          </a:p>
        </p:txBody>
      </p:sp>
      <p:sp>
        <p:nvSpPr>
          <p:cNvPr id="3" name="Content Placeholder 2">
            <a:extLst>
              <a:ext uri="{FF2B5EF4-FFF2-40B4-BE49-F238E27FC236}">
                <a16:creationId xmlns:a16="http://schemas.microsoft.com/office/drawing/2014/main" id="{BF4D1BC9-88D1-776B-B8F4-9DDFBE1AB220}"/>
              </a:ext>
            </a:extLst>
          </p:cNvPr>
          <p:cNvSpPr>
            <a:spLocks noGrp="1"/>
          </p:cNvSpPr>
          <p:nvPr>
            <p:ph idx="1"/>
          </p:nvPr>
        </p:nvSpPr>
        <p:spPr>
          <a:xfrm>
            <a:off x="162279" y="1362063"/>
            <a:ext cx="9979344" cy="4782063"/>
          </a:xfrm>
        </p:spPr>
        <p:txBody>
          <a:bodyPr>
            <a:normAutofit/>
          </a:bodyPr>
          <a:lstStyle/>
          <a:p>
            <a:r>
              <a:rPr lang="en-US" sz="4000" b="0" i="0" u="none" strike="noStrike" baseline="0" dirty="0">
                <a:latin typeface="Times New Roman" panose="02020603050405020304" pitchFamily="18" charset="0"/>
              </a:rPr>
              <a:t>The essence of epidemiology is to make comparisons and ask questions. </a:t>
            </a:r>
          </a:p>
          <a:p>
            <a:r>
              <a:rPr lang="en-US" sz="4000" b="0" i="0" u="none" strike="noStrike" baseline="0" dirty="0">
                <a:latin typeface="Times New Roman" panose="02020603050405020304" pitchFamily="18" charset="0"/>
              </a:rPr>
              <a:t>By making comparisons between different populations, and subgroups of the same population, it is possible to arrive at clues to disease </a:t>
            </a:r>
            <a:r>
              <a:rPr lang="en-US" sz="4000" b="0" i="0" u="none" strike="noStrike" baseline="0" dirty="0" err="1">
                <a:latin typeface="Times New Roman" panose="02020603050405020304" pitchFamily="18" charset="0"/>
              </a:rPr>
              <a:t>aetiology</a:t>
            </a:r>
            <a:r>
              <a:rPr lang="en-US" sz="4000" b="0" i="0" u="none" strike="noStrike" baseline="0" dirty="0">
                <a:latin typeface="Times New Roman" panose="02020603050405020304" pitchFamily="18" charset="0"/>
              </a:rPr>
              <a:t>. </a:t>
            </a:r>
          </a:p>
          <a:p>
            <a:r>
              <a:rPr lang="en-US" sz="4000" b="0" i="0" u="none" strike="noStrike" baseline="0" dirty="0">
                <a:latin typeface="Times New Roman" panose="02020603050405020304" pitchFamily="18" charset="0"/>
              </a:rPr>
              <a:t>We can also identify or define groups which are at increased risk for certain diseases.</a:t>
            </a:r>
            <a:endParaRPr lang="en-US" sz="4000" dirty="0"/>
          </a:p>
        </p:txBody>
      </p:sp>
    </p:spTree>
    <p:extLst>
      <p:ext uri="{BB962C8B-B14F-4D97-AF65-F5344CB8AC3E}">
        <p14:creationId xmlns:p14="http://schemas.microsoft.com/office/powerpoint/2010/main" val="2468345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3CC93-9C88-D9CC-04B8-10615A899237}"/>
              </a:ext>
            </a:extLst>
          </p:cNvPr>
          <p:cNvSpPr>
            <a:spLocks noGrp="1"/>
          </p:cNvSpPr>
          <p:nvPr>
            <p:ph type="title"/>
          </p:nvPr>
        </p:nvSpPr>
        <p:spPr/>
        <p:txBody>
          <a:bodyPr/>
          <a:lstStyle/>
          <a:p>
            <a:r>
              <a:rPr lang="en-US" dirty="0"/>
              <a:t>Formulation of a hypothesis</a:t>
            </a:r>
          </a:p>
        </p:txBody>
      </p:sp>
      <p:sp>
        <p:nvSpPr>
          <p:cNvPr id="3" name="Content Placeholder 2">
            <a:extLst>
              <a:ext uri="{FF2B5EF4-FFF2-40B4-BE49-F238E27FC236}">
                <a16:creationId xmlns:a16="http://schemas.microsoft.com/office/drawing/2014/main" id="{6C464CCE-681F-54C1-AB1C-0BDFF6FB4D21}"/>
              </a:ext>
            </a:extLst>
          </p:cNvPr>
          <p:cNvSpPr>
            <a:spLocks noGrp="1"/>
          </p:cNvSpPr>
          <p:nvPr>
            <p:ph idx="1"/>
          </p:nvPr>
        </p:nvSpPr>
        <p:spPr/>
        <p:txBody>
          <a:bodyPr>
            <a:normAutofit/>
          </a:bodyPr>
          <a:lstStyle/>
          <a:p>
            <a:pPr algn="l"/>
            <a:r>
              <a:rPr lang="en-US" sz="1800" b="0" i="0" u="none" strike="noStrike" baseline="0" dirty="0">
                <a:latin typeface="Times New Roman" panose="02020603050405020304" pitchFamily="18" charset="0"/>
              </a:rPr>
              <a:t>A hypothesis is a supposition, arrived at from observation or reflection. </a:t>
            </a:r>
          </a:p>
          <a:p>
            <a:pPr algn="l"/>
            <a:r>
              <a:rPr lang="en-US" sz="1800" b="0" i="0" u="none" strike="noStrike" baseline="0" dirty="0">
                <a:latin typeface="Times New Roman" panose="02020603050405020304" pitchFamily="18" charset="0"/>
              </a:rPr>
              <a:t>It can be accepted or rejected, using the techniques of analytical epidemiology. </a:t>
            </a:r>
          </a:p>
          <a:p>
            <a:pPr algn="l"/>
            <a:r>
              <a:rPr lang="en-US" sz="1800" b="0" i="0" u="none" strike="noStrike" baseline="0" dirty="0">
                <a:latin typeface="Times New Roman" panose="02020603050405020304" pitchFamily="18" charset="0"/>
              </a:rPr>
              <a:t>An epidemiological hypothesis should specify the following</a:t>
            </a:r>
            <a:r>
              <a:rPr lang="en-US" sz="1800" b="0" i="1" u="none" strike="noStrike" baseline="0" dirty="0">
                <a:latin typeface="Times New Roman" panose="02020603050405020304" pitchFamily="18" charset="0"/>
              </a:rPr>
              <a:t>:</a:t>
            </a:r>
          </a:p>
          <a:p>
            <a:pPr algn="l"/>
            <a:r>
              <a:rPr lang="en-US" sz="1800" b="0" i="0" u="none" strike="noStrike" baseline="0" dirty="0">
                <a:latin typeface="Times New Roman" panose="02020603050405020304" pitchFamily="18" charset="0"/>
              </a:rPr>
              <a:t>The population - the characteristics of the persons to whom the hypothesis applies</a:t>
            </a:r>
          </a:p>
          <a:p>
            <a:pPr algn="l"/>
            <a:r>
              <a:rPr lang="en-US" sz="1800" dirty="0">
                <a:latin typeface="Times New Roman" panose="02020603050405020304" pitchFamily="18" charset="0"/>
              </a:rPr>
              <a:t>T</a:t>
            </a:r>
            <a:r>
              <a:rPr lang="en-US" sz="1800" b="0" i="0" u="none" strike="noStrike" baseline="0" dirty="0">
                <a:latin typeface="Times New Roman" panose="02020603050405020304" pitchFamily="18" charset="0"/>
              </a:rPr>
              <a:t>he specific cause being considered</a:t>
            </a:r>
          </a:p>
          <a:p>
            <a:pPr algn="l"/>
            <a:r>
              <a:rPr lang="en-US" sz="1800" dirty="0">
                <a:latin typeface="Times New Roman" panose="02020603050405020304" pitchFamily="18" charset="0"/>
              </a:rPr>
              <a:t>T</a:t>
            </a:r>
            <a:r>
              <a:rPr lang="en-US" sz="1800" b="0" i="0" u="none" strike="noStrike" baseline="0" dirty="0">
                <a:latin typeface="Times New Roman" panose="02020603050405020304" pitchFamily="18" charset="0"/>
              </a:rPr>
              <a:t>he expected outcome - the disease</a:t>
            </a:r>
          </a:p>
          <a:p>
            <a:pPr algn="l"/>
            <a:r>
              <a:rPr lang="en-US" sz="1800" dirty="0">
                <a:latin typeface="Times New Roman" panose="02020603050405020304" pitchFamily="18" charset="0"/>
              </a:rPr>
              <a:t>T</a:t>
            </a:r>
            <a:r>
              <a:rPr lang="en-US" sz="1800" b="0" i="0" u="none" strike="noStrike" baseline="0" dirty="0">
                <a:latin typeface="Times New Roman" panose="02020603050405020304" pitchFamily="18" charset="0"/>
              </a:rPr>
              <a:t>he dose-response relationship - the amount of the cause needed to lead to a stated incidence of the effect</a:t>
            </a:r>
          </a:p>
          <a:p>
            <a:pPr algn="l"/>
            <a:r>
              <a:rPr lang="en-US" sz="1800" dirty="0">
                <a:latin typeface="Times New Roman" panose="02020603050405020304" pitchFamily="18" charset="0"/>
              </a:rPr>
              <a:t>T</a:t>
            </a:r>
            <a:r>
              <a:rPr lang="en-US" sz="1800" b="0" i="0" u="none" strike="noStrike" baseline="0" dirty="0">
                <a:latin typeface="Times New Roman" panose="02020603050405020304" pitchFamily="18" charset="0"/>
              </a:rPr>
              <a:t>he time-response relationship - the time period that will elapse between exposure to the cause and observation of the effect.</a:t>
            </a:r>
            <a:endParaRPr lang="en-US" dirty="0"/>
          </a:p>
        </p:txBody>
      </p:sp>
    </p:spTree>
    <p:extLst>
      <p:ext uri="{BB962C8B-B14F-4D97-AF65-F5344CB8AC3E}">
        <p14:creationId xmlns:p14="http://schemas.microsoft.com/office/powerpoint/2010/main" val="34266172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28D95-F1AD-199B-DE66-BD3B5F97C2C2}"/>
              </a:ext>
            </a:extLst>
          </p:cNvPr>
          <p:cNvSpPr>
            <a:spLocks noGrp="1"/>
          </p:cNvSpPr>
          <p:nvPr>
            <p:ph type="title"/>
          </p:nvPr>
        </p:nvSpPr>
        <p:spPr>
          <a:xfrm>
            <a:off x="457200" y="668049"/>
            <a:ext cx="11187316" cy="1325563"/>
          </a:xfrm>
        </p:spPr>
        <p:txBody>
          <a:bodyPr>
            <a:normAutofit/>
          </a:bodyPr>
          <a:lstStyle/>
          <a:p>
            <a:r>
              <a:rPr lang="en-US" dirty="0"/>
              <a:t>Research question</a:t>
            </a:r>
          </a:p>
        </p:txBody>
      </p:sp>
      <p:graphicFrame>
        <p:nvGraphicFramePr>
          <p:cNvPr id="5" name="Content Placeholder 2">
            <a:extLst>
              <a:ext uri="{FF2B5EF4-FFF2-40B4-BE49-F238E27FC236}">
                <a16:creationId xmlns:a16="http://schemas.microsoft.com/office/drawing/2014/main" id="{2457DDF4-0A9F-C498-E31C-0745F1C2D091}"/>
              </a:ext>
            </a:extLst>
          </p:cNvPr>
          <p:cNvGraphicFramePr>
            <a:graphicFrameLocks noGrp="1"/>
          </p:cNvGraphicFramePr>
          <p:nvPr>
            <p:ph idx="1"/>
            <p:extLst>
              <p:ext uri="{D42A27DB-BD31-4B8C-83A1-F6EECF244321}">
                <p14:modId xmlns:p14="http://schemas.microsoft.com/office/powerpoint/2010/main" val="248406989"/>
              </p:ext>
            </p:extLst>
          </p:nvPr>
        </p:nvGraphicFramePr>
        <p:xfrm>
          <a:off x="114301" y="2076450"/>
          <a:ext cx="11953874" cy="41005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537343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814DD-3A55-65CE-4B64-CD114E36D4D9}"/>
              </a:ext>
            </a:extLst>
          </p:cNvPr>
          <p:cNvSpPr>
            <a:spLocks noGrp="1"/>
          </p:cNvSpPr>
          <p:nvPr>
            <p:ph type="title"/>
          </p:nvPr>
        </p:nvSpPr>
        <p:spPr>
          <a:xfrm>
            <a:off x="457200" y="668049"/>
            <a:ext cx="7685037" cy="747627"/>
          </a:xfrm>
        </p:spPr>
        <p:txBody>
          <a:bodyPr>
            <a:normAutofit/>
          </a:bodyPr>
          <a:lstStyle/>
          <a:p>
            <a:r>
              <a:rPr lang="en-US" dirty="0"/>
              <a:t>Uses of descriptive epidemiology</a:t>
            </a:r>
          </a:p>
        </p:txBody>
      </p:sp>
      <p:sp>
        <p:nvSpPr>
          <p:cNvPr id="3" name="Content Placeholder 2">
            <a:extLst>
              <a:ext uri="{FF2B5EF4-FFF2-40B4-BE49-F238E27FC236}">
                <a16:creationId xmlns:a16="http://schemas.microsoft.com/office/drawing/2014/main" id="{9122E629-C89F-AC80-4E61-8B7ADF5A30E7}"/>
              </a:ext>
            </a:extLst>
          </p:cNvPr>
          <p:cNvSpPr>
            <a:spLocks noGrp="1"/>
          </p:cNvSpPr>
          <p:nvPr>
            <p:ph idx="1"/>
          </p:nvPr>
        </p:nvSpPr>
        <p:spPr>
          <a:xfrm>
            <a:off x="197595" y="1711569"/>
            <a:ext cx="9914991" cy="4979352"/>
          </a:xfrm>
        </p:spPr>
        <p:txBody>
          <a:bodyPr>
            <a:normAutofit fontScale="92500" lnSpcReduction="20000"/>
          </a:bodyPr>
          <a:lstStyle/>
          <a:p>
            <a:r>
              <a:rPr lang="en-US" sz="2800" b="0" i="0" u="none" strike="noStrike" baseline="0" dirty="0">
                <a:latin typeface="Times New Roman" panose="02020603050405020304" pitchFamily="18" charset="0"/>
              </a:rPr>
              <a:t>Provide data regarding the magnitude of the disease load and types of disease problems in the community in terms of morbidity and mortality rates and ratios </a:t>
            </a:r>
          </a:p>
          <a:p>
            <a:r>
              <a:rPr lang="en-US" sz="2800" b="0" i="0" u="none" strike="noStrike" baseline="0" dirty="0">
                <a:latin typeface="Times New Roman" panose="02020603050405020304" pitchFamily="18" charset="0"/>
              </a:rPr>
              <a:t>Provide clues to disease </a:t>
            </a:r>
            <a:r>
              <a:rPr lang="en-US" sz="2800" b="0" i="0" u="none" strike="noStrike" baseline="0" dirty="0" err="1">
                <a:latin typeface="Times New Roman" panose="02020603050405020304" pitchFamily="18" charset="0"/>
              </a:rPr>
              <a:t>aetiology</a:t>
            </a:r>
            <a:r>
              <a:rPr lang="en-US" sz="2800" b="0" i="0" u="none" strike="noStrike" baseline="0" dirty="0">
                <a:latin typeface="Times New Roman" panose="02020603050405020304" pitchFamily="18" charset="0"/>
              </a:rPr>
              <a:t>, and help in the formulation of an </a:t>
            </a:r>
            <a:r>
              <a:rPr lang="en-US" sz="2800" b="0" i="0" u="none" strike="noStrike" baseline="0" dirty="0" err="1">
                <a:latin typeface="Times New Roman" panose="02020603050405020304" pitchFamily="18" charset="0"/>
              </a:rPr>
              <a:t>aetiological</a:t>
            </a:r>
            <a:r>
              <a:rPr lang="en-US" sz="2800" b="0" i="0" u="none" strike="noStrike" baseline="0" dirty="0">
                <a:latin typeface="Times New Roman" panose="02020603050405020304" pitchFamily="18" charset="0"/>
              </a:rPr>
              <a:t> hypothesis. </a:t>
            </a:r>
          </a:p>
          <a:p>
            <a:pPr lvl="1"/>
            <a:r>
              <a:rPr lang="en-US" sz="2800" b="0" i="0" u="none" strike="noStrike" baseline="0" dirty="0">
                <a:latin typeface="Times New Roman" panose="02020603050405020304" pitchFamily="18" charset="0"/>
              </a:rPr>
              <a:t>Existence of a possible causal association between a factor and a disease is usually recognized in descriptive studies.  Thus, if the disease is observed to be more frequent in a particular group than in others, hypotheses are formulated to explain the increased frequency. </a:t>
            </a:r>
          </a:p>
          <a:p>
            <a:r>
              <a:rPr lang="en-US" sz="2800" b="0" i="0" u="none" strike="noStrike" baseline="0" dirty="0">
                <a:latin typeface="Times New Roman" panose="02020603050405020304" pitchFamily="18" charset="0"/>
              </a:rPr>
              <a:t>Provide background data for planning, organizing and evaluating preventive and curative services, </a:t>
            </a:r>
          </a:p>
          <a:p>
            <a:r>
              <a:rPr lang="en-US" sz="2800" b="0" i="0" u="none" strike="noStrike" baseline="0" dirty="0">
                <a:latin typeface="Times New Roman" panose="02020603050405020304" pitchFamily="18" charset="0"/>
              </a:rPr>
              <a:t>They contribute to research by describing variations in disease occurrence by time, place and person,</a:t>
            </a:r>
            <a:endParaRPr lang="en-US" sz="2800" dirty="0"/>
          </a:p>
        </p:txBody>
      </p:sp>
    </p:spTree>
    <p:extLst>
      <p:ext uri="{BB962C8B-B14F-4D97-AF65-F5344CB8AC3E}">
        <p14:creationId xmlns:p14="http://schemas.microsoft.com/office/powerpoint/2010/main" val="13879453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Background Fill">
            <a:extLst>
              <a:ext uri="{FF2B5EF4-FFF2-40B4-BE49-F238E27FC236}">
                <a16:creationId xmlns:a16="http://schemas.microsoft.com/office/drawing/2014/main" id="{973CFC7D-374D-4D67-8994-8DA9D4E23B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9525" cap="flat">
            <a:noFill/>
            <a:prstDash val="solid"/>
            <a:miter/>
          </a:ln>
        </p:spPr>
        <p:txBody>
          <a:bodyPr rtlCol="0" anchor="ctr"/>
          <a:lstStyle/>
          <a:p>
            <a:endParaRPr lang="en-US">
              <a:solidFill>
                <a:schemeClr val="tx1"/>
              </a:solidFill>
            </a:endParaRPr>
          </a:p>
        </p:txBody>
      </p:sp>
      <p:sp>
        <p:nvSpPr>
          <p:cNvPr id="11" name="Color Fill">
            <a:extLst>
              <a:ext uri="{FF2B5EF4-FFF2-40B4-BE49-F238E27FC236}">
                <a16:creationId xmlns:a16="http://schemas.microsoft.com/office/drawing/2014/main" id="{8F7FA731-5B6E-499C-926D-C2D2D49466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75000"/>
              <a:lumOff val="25000"/>
              <a:alpha val="40000"/>
            </a:schemeClr>
          </a:solidFill>
          <a:ln w="9525" cap="flat">
            <a:noFill/>
            <a:prstDash val="solid"/>
            <a:miter/>
          </a:ln>
        </p:spPr>
        <p:txBody>
          <a:bodyPr rtlCol="0" anchor="ctr"/>
          <a:lstStyle/>
          <a:p>
            <a:endParaRPr lang="en-US">
              <a:solidFill>
                <a:schemeClr val="bg2">
                  <a:lumMod val="75000"/>
                  <a:lumOff val="25000"/>
                </a:schemeClr>
              </a:solidFill>
            </a:endParaRPr>
          </a:p>
        </p:txBody>
      </p:sp>
      <p:sp>
        <p:nvSpPr>
          <p:cNvPr id="13" name="Texture">
            <a:extLst>
              <a:ext uri="{FF2B5EF4-FFF2-40B4-BE49-F238E27FC236}">
                <a16:creationId xmlns:a16="http://schemas.microsoft.com/office/drawing/2014/main" id="{8592B821-10D5-48C0-8022-A904844B7F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blipFill dpi="0" rotWithShape="1">
            <a:blip r:embed="rId2">
              <a:alphaModFix amt="6000"/>
            </a:blip>
            <a:srcRect/>
            <a:tile tx="0" ty="0" sx="100000" sy="100000" flip="none" algn="tl"/>
          </a:blipFill>
          <a:ln w="9525"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B7121D6B-28C6-800C-2EAB-ECE06F4B44A5}"/>
              </a:ext>
            </a:extLst>
          </p:cNvPr>
          <p:cNvSpPr>
            <a:spLocks noGrp="1"/>
          </p:cNvSpPr>
          <p:nvPr>
            <p:ph type="title"/>
          </p:nvPr>
        </p:nvSpPr>
        <p:spPr>
          <a:xfrm>
            <a:off x="457200" y="668049"/>
            <a:ext cx="11187316" cy="1325563"/>
          </a:xfrm>
        </p:spPr>
        <p:txBody>
          <a:bodyPr>
            <a:normAutofit/>
          </a:bodyPr>
          <a:lstStyle/>
          <a:p>
            <a:r>
              <a:rPr lang="en-US" dirty="0"/>
              <a:t>Analytical Epidemiology</a:t>
            </a:r>
          </a:p>
        </p:txBody>
      </p:sp>
      <p:graphicFrame>
        <p:nvGraphicFramePr>
          <p:cNvPr id="5" name="Content Placeholder 2">
            <a:extLst>
              <a:ext uri="{FF2B5EF4-FFF2-40B4-BE49-F238E27FC236}">
                <a16:creationId xmlns:a16="http://schemas.microsoft.com/office/drawing/2014/main" id="{D451D4EC-63D4-2D4A-0BB7-5997EA777B19}"/>
              </a:ext>
            </a:extLst>
          </p:cNvPr>
          <p:cNvGraphicFramePr>
            <a:graphicFrameLocks noGrp="1"/>
          </p:cNvGraphicFramePr>
          <p:nvPr>
            <p:ph idx="1"/>
            <p:extLst>
              <p:ext uri="{D42A27DB-BD31-4B8C-83A1-F6EECF244321}">
                <p14:modId xmlns:p14="http://schemas.microsoft.com/office/powerpoint/2010/main" val="3307486081"/>
              </p:ext>
            </p:extLst>
          </p:nvPr>
        </p:nvGraphicFramePr>
        <p:xfrm>
          <a:off x="457200" y="2110076"/>
          <a:ext cx="11187390" cy="40798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07757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Background Fill">
            <a:extLst>
              <a:ext uri="{FF2B5EF4-FFF2-40B4-BE49-F238E27FC236}">
                <a16:creationId xmlns:a16="http://schemas.microsoft.com/office/drawing/2014/main" id="{FAFB3478-4AEC-431E-93B2-1593839C1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9525" cap="flat">
            <a:noFill/>
            <a:prstDash val="solid"/>
            <a:miter/>
          </a:ln>
        </p:spPr>
        <p:txBody>
          <a:bodyPr rtlCol="0" anchor="ctr"/>
          <a:lstStyle/>
          <a:p>
            <a:endParaRPr lang="en-US">
              <a:solidFill>
                <a:schemeClr val="tx1"/>
              </a:solidFill>
            </a:endParaRPr>
          </a:p>
        </p:txBody>
      </p:sp>
      <p:sp>
        <p:nvSpPr>
          <p:cNvPr id="11" name="Color Fill">
            <a:extLst>
              <a:ext uri="{FF2B5EF4-FFF2-40B4-BE49-F238E27FC236}">
                <a16:creationId xmlns:a16="http://schemas.microsoft.com/office/drawing/2014/main" id="{A8A68745-355E-4D81-AA5F-942C71082A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75000"/>
              <a:lumOff val="25000"/>
              <a:alpha val="40000"/>
            </a:schemeClr>
          </a:solidFill>
          <a:ln w="9525" cap="flat">
            <a:noFill/>
            <a:prstDash val="solid"/>
            <a:miter/>
          </a:ln>
        </p:spPr>
        <p:txBody>
          <a:bodyPr rtlCol="0" anchor="ctr"/>
          <a:lstStyle/>
          <a:p>
            <a:endParaRPr lang="en-US" dirty="0">
              <a:solidFill>
                <a:schemeClr val="bg2">
                  <a:lumMod val="75000"/>
                  <a:lumOff val="25000"/>
                </a:schemeClr>
              </a:solidFill>
            </a:endParaRPr>
          </a:p>
        </p:txBody>
      </p:sp>
      <p:sp>
        <p:nvSpPr>
          <p:cNvPr id="13" name="Graphic 9">
            <a:extLst>
              <a:ext uri="{FF2B5EF4-FFF2-40B4-BE49-F238E27FC236}">
                <a16:creationId xmlns:a16="http://schemas.microsoft.com/office/drawing/2014/main" id="{61D32E23-CD34-4C85-8167-14669FD3E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1818" y="16444"/>
            <a:ext cx="6893328" cy="6846993"/>
          </a:xfrm>
          <a:custGeom>
            <a:avLst/>
            <a:gdLst>
              <a:gd name="connsiteX0" fmla="*/ 6861546 w 6861545"/>
              <a:gd name="connsiteY0" fmla="*/ 6861546 h 6861545"/>
              <a:gd name="connsiteX1" fmla="*/ 3435812 w 6861545"/>
              <a:gd name="connsiteY1" fmla="*/ 6861546 h 6861545"/>
              <a:gd name="connsiteX2" fmla="*/ 0 w 6861545"/>
              <a:gd name="connsiteY2" fmla="*/ 3425734 h 6861545"/>
              <a:gd name="connsiteX3" fmla="*/ 0 w 6861545"/>
              <a:gd name="connsiteY3" fmla="*/ 0 h 6861545"/>
              <a:gd name="connsiteX4" fmla="*/ 3425734 w 6861545"/>
              <a:gd name="connsiteY4" fmla="*/ 0 h 6861545"/>
              <a:gd name="connsiteX5" fmla="*/ 6861546 w 6861545"/>
              <a:gd name="connsiteY5" fmla="*/ 3435812 h 6861545"/>
              <a:gd name="connsiteX6" fmla="*/ 6861546 w 6861545"/>
              <a:gd name="connsiteY6" fmla="*/ 6861546 h 686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1545" h="6861545">
                <a:moveTo>
                  <a:pt x="6861546" y="6861546"/>
                </a:moveTo>
                <a:lnTo>
                  <a:pt x="3435812" y="6861546"/>
                </a:lnTo>
                <a:cubicBezTo>
                  <a:pt x="1538245" y="6861546"/>
                  <a:pt x="0" y="5323301"/>
                  <a:pt x="0" y="3425734"/>
                </a:cubicBezTo>
                <a:lnTo>
                  <a:pt x="0" y="0"/>
                </a:lnTo>
                <a:lnTo>
                  <a:pt x="3425734" y="0"/>
                </a:lnTo>
                <a:cubicBezTo>
                  <a:pt x="5323301" y="0"/>
                  <a:pt x="6861546" y="1538245"/>
                  <a:pt x="6861546" y="3435812"/>
                </a:cubicBezTo>
                <a:lnTo>
                  <a:pt x="6861546" y="6861546"/>
                </a:lnTo>
                <a:close/>
              </a:path>
            </a:pathLst>
          </a:custGeom>
          <a:solidFill>
            <a:srgbClr val="FFFFFF"/>
          </a:solidFill>
          <a:ln w="38100" cap="flat">
            <a:solidFill>
              <a:srgbClr val="F7F7F7"/>
            </a:solidFill>
            <a:prstDash val="solid"/>
            <a:miter/>
          </a:ln>
        </p:spPr>
        <p:txBody>
          <a:bodyPr rtlCol="0" anchor="ctr"/>
          <a:lstStyle/>
          <a:p>
            <a:endParaRPr lang="en-US" dirty="0"/>
          </a:p>
        </p:txBody>
      </p:sp>
      <p:sp>
        <p:nvSpPr>
          <p:cNvPr id="15" name="Texture">
            <a:extLst>
              <a:ext uri="{FF2B5EF4-FFF2-40B4-BE49-F238E27FC236}">
                <a16:creationId xmlns:a16="http://schemas.microsoft.com/office/drawing/2014/main" id="{2E922E9E-A29B-4164-A634-B718A4336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blipFill dpi="0" rotWithShape="1">
            <a:blip r:embed="rId2">
              <a:alphaModFix amt="6000"/>
            </a:blip>
            <a:srcRect/>
            <a:tile tx="0" ty="0" sx="100000" sy="100000" flip="none" algn="tl"/>
          </a:blip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4E35CDA-00ED-9ADE-6A2B-231D29F9B495}"/>
              </a:ext>
            </a:extLst>
          </p:cNvPr>
          <p:cNvSpPr>
            <a:spLocks noGrp="1"/>
          </p:cNvSpPr>
          <p:nvPr>
            <p:ph type="title"/>
          </p:nvPr>
        </p:nvSpPr>
        <p:spPr>
          <a:xfrm>
            <a:off x="457200" y="758952"/>
            <a:ext cx="4640729" cy="1325563"/>
          </a:xfrm>
        </p:spPr>
        <p:txBody>
          <a:bodyPr anchor="b">
            <a:normAutofit/>
          </a:bodyPr>
          <a:lstStyle/>
          <a:p>
            <a:r>
              <a:rPr lang="en-US" dirty="0"/>
              <a:t>Types</a:t>
            </a:r>
          </a:p>
        </p:txBody>
      </p:sp>
      <p:sp>
        <p:nvSpPr>
          <p:cNvPr id="3" name="Content Placeholder 2">
            <a:extLst>
              <a:ext uri="{FF2B5EF4-FFF2-40B4-BE49-F238E27FC236}">
                <a16:creationId xmlns:a16="http://schemas.microsoft.com/office/drawing/2014/main" id="{9F17A1CC-0A00-42A3-FE79-6C47EEB77730}"/>
              </a:ext>
            </a:extLst>
          </p:cNvPr>
          <p:cNvSpPr>
            <a:spLocks noGrp="1"/>
          </p:cNvSpPr>
          <p:nvPr>
            <p:ph idx="1"/>
          </p:nvPr>
        </p:nvSpPr>
        <p:spPr>
          <a:xfrm>
            <a:off x="457200" y="2286000"/>
            <a:ext cx="4640729" cy="3887585"/>
          </a:xfrm>
        </p:spPr>
        <p:txBody>
          <a:bodyPr>
            <a:normAutofit/>
          </a:bodyPr>
          <a:lstStyle/>
          <a:p>
            <a:r>
              <a:rPr lang="en-US">
                <a:latin typeface="Times New Roman" panose="02020603050405020304" pitchFamily="18" charset="0"/>
                <a:cs typeface="Times New Roman" panose="02020603050405020304" pitchFamily="18" charset="0"/>
              </a:rPr>
              <a:t>Case – control Study</a:t>
            </a:r>
          </a:p>
          <a:p>
            <a:r>
              <a:rPr lang="en-US">
                <a:latin typeface="Times New Roman" panose="02020603050405020304" pitchFamily="18" charset="0"/>
                <a:cs typeface="Times New Roman" panose="02020603050405020304" pitchFamily="18" charset="0"/>
              </a:rPr>
              <a:t>Cohort Study</a:t>
            </a: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Determine</a:t>
            </a:r>
          </a:p>
          <a:p>
            <a:pPr lvl="1"/>
            <a:r>
              <a:rPr lang="en-US" b="0" i="0" u="none" strike="noStrike" baseline="0">
                <a:latin typeface="Times New Roman" panose="02020603050405020304" pitchFamily="18" charset="0"/>
                <a:cs typeface="Times New Roman" panose="02020603050405020304" pitchFamily="18" charset="0"/>
              </a:rPr>
              <a:t>Whether or not a statistical association exists between a disease and a suspected factor</a:t>
            </a:r>
          </a:p>
          <a:p>
            <a:pPr lvl="1"/>
            <a:r>
              <a:rPr lang="en-US" b="0" i="0" u="none" strike="noStrike" baseline="0">
                <a:latin typeface="Times New Roman" panose="02020603050405020304" pitchFamily="18" charset="0"/>
                <a:cs typeface="Times New Roman" panose="02020603050405020304" pitchFamily="18" charset="0"/>
              </a:rPr>
              <a:t>The strength of the Association.</a:t>
            </a:r>
            <a:endParaRPr lang="en-US">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51F2BC2-128D-5E22-8A66-4100A7007CF5}"/>
              </a:ext>
            </a:extLst>
          </p:cNvPr>
          <p:cNvPicPr>
            <a:picLocks noChangeAspect="1"/>
          </p:cNvPicPr>
          <p:nvPr/>
        </p:nvPicPr>
        <p:blipFill>
          <a:blip r:embed="rId3"/>
          <a:stretch>
            <a:fillRect/>
          </a:stretch>
        </p:blipFill>
        <p:spPr>
          <a:xfrm>
            <a:off x="6529388" y="1833949"/>
            <a:ext cx="4659872" cy="3320158"/>
          </a:xfrm>
          <a:prstGeom prst="rect">
            <a:avLst/>
          </a:prstGeom>
        </p:spPr>
      </p:pic>
    </p:spTree>
    <p:extLst>
      <p:ext uri="{BB962C8B-B14F-4D97-AF65-F5344CB8AC3E}">
        <p14:creationId xmlns:p14="http://schemas.microsoft.com/office/powerpoint/2010/main" val="40686616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CC957-6460-02B5-CF69-134D6F72166B}"/>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ADC2E4BC-45F2-9040-D212-D4A4DFD2898D}"/>
              </a:ext>
            </a:extLst>
          </p:cNvPr>
          <p:cNvSpPr>
            <a:spLocks noGrp="1"/>
          </p:cNvSpPr>
          <p:nvPr>
            <p:ph idx="1"/>
          </p:nvPr>
        </p:nvSpPr>
        <p:spPr>
          <a:xfrm>
            <a:off x="433137" y="1828800"/>
            <a:ext cx="11152311" cy="4092359"/>
          </a:xfrm>
        </p:spPr>
        <p:txBody>
          <a:bodyPr>
            <a:normAutofit/>
          </a:bodyPr>
          <a:lstStyle/>
          <a:p>
            <a:r>
              <a:rPr lang="en-US" sz="2400" b="0" i="0" u="none" strike="noStrike" baseline="0" dirty="0">
                <a:latin typeface="Times New Roman" panose="02020603050405020304" pitchFamily="18" charset="0"/>
              </a:rPr>
              <a:t>Common first approach to test causal hypothesis</a:t>
            </a:r>
            <a:endParaRPr lang="en-US" sz="2800" dirty="0"/>
          </a:p>
          <a:p>
            <a:r>
              <a:rPr lang="en-US" sz="2800" dirty="0"/>
              <a:t>Aka Retrospective studies</a:t>
            </a:r>
          </a:p>
          <a:p>
            <a:r>
              <a:rPr lang="en-US" sz="2800" dirty="0"/>
              <a:t>Features</a:t>
            </a:r>
          </a:p>
          <a:p>
            <a:pPr lvl="1"/>
            <a:r>
              <a:rPr lang="en-US" sz="2400" b="0" i="0" u="none" strike="noStrike" baseline="0" dirty="0">
                <a:latin typeface="Times New Roman" panose="02020603050405020304" pitchFamily="18" charset="0"/>
              </a:rPr>
              <a:t>Both exposure and outcome (disease) have occurred before the start of the study</a:t>
            </a:r>
          </a:p>
          <a:p>
            <a:pPr lvl="1"/>
            <a:r>
              <a:rPr lang="en-US" sz="2400" b="0" i="0" u="none" strike="noStrike" baseline="0" dirty="0">
                <a:latin typeface="Times New Roman" panose="02020603050405020304" pitchFamily="18" charset="0"/>
              </a:rPr>
              <a:t>The study proceeds backwards from effect to cause</a:t>
            </a:r>
          </a:p>
          <a:p>
            <a:pPr lvl="1"/>
            <a:r>
              <a:rPr lang="en-US" sz="2400" b="0" i="0" u="none" strike="noStrike" baseline="0" dirty="0">
                <a:latin typeface="Times New Roman" panose="02020603050405020304" pitchFamily="18" charset="0"/>
              </a:rPr>
              <a:t>It uses a control or comparison group to support or refute an inference.</a:t>
            </a:r>
          </a:p>
          <a:p>
            <a:pPr algn="l"/>
            <a:r>
              <a:rPr lang="en-US" sz="2400" b="0" i="0" u="none" strike="noStrike" baseline="0" dirty="0">
                <a:latin typeface="Times New Roman" panose="02020603050405020304" pitchFamily="18" charset="0"/>
              </a:rPr>
              <a:t>In case control studies, the unit is the individual rather than the group. </a:t>
            </a:r>
          </a:p>
          <a:p>
            <a:pPr algn="l"/>
            <a:r>
              <a:rPr lang="en-US" sz="2400" b="0" i="0" u="none" strike="noStrike" baseline="0" dirty="0">
                <a:latin typeface="Times New Roman" panose="02020603050405020304" pitchFamily="18" charset="0"/>
              </a:rPr>
              <a:t>The focus Is on a disease or some other health problem that has already developed.</a:t>
            </a:r>
            <a:endParaRPr lang="en-US" sz="2800" dirty="0"/>
          </a:p>
        </p:txBody>
      </p:sp>
    </p:spTree>
    <p:extLst>
      <p:ext uri="{BB962C8B-B14F-4D97-AF65-F5344CB8AC3E}">
        <p14:creationId xmlns:p14="http://schemas.microsoft.com/office/powerpoint/2010/main" val="15684495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4A973-8281-F9A8-4846-32F1AAB1551A}"/>
              </a:ext>
            </a:extLst>
          </p:cNvPr>
          <p:cNvSpPr>
            <a:spLocks noGrp="1"/>
          </p:cNvSpPr>
          <p:nvPr>
            <p:ph type="title"/>
          </p:nvPr>
        </p:nvSpPr>
        <p:spPr/>
        <p:txBody>
          <a:bodyPr/>
          <a:lstStyle/>
          <a:p>
            <a:r>
              <a:rPr lang="en-US" dirty="0"/>
              <a:t>Cases &amp; Controls</a:t>
            </a:r>
          </a:p>
        </p:txBody>
      </p:sp>
      <p:sp>
        <p:nvSpPr>
          <p:cNvPr id="3" name="Content Placeholder 2">
            <a:extLst>
              <a:ext uri="{FF2B5EF4-FFF2-40B4-BE49-F238E27FC236}">
                <a16:creationId xmlns:a16="http://schemas.microsoft.com/office/drawing/2014/main" id="{AF334853-CD26-66D0-0D5A-884ED21EEBB1}"/>
              </a:ext>
            </a:extLst>
          </p:cNvPr>
          <p:cNvSpPr>
            <a:spLocks noGrp="1"/>
          </p:cNvSpPr>
          <p:nvPr>
            <p:ph idx="1"/>
          </p:nvPr>
        </p:nvSpPr>
        <p:spPr/>
        <p:txBody>
          <a:bodyPr>
            <a:normAutofit lnSpcReduction="10000"/>
          </a:bodyPr>
          <a:lstStyle/>
          <a:p>
            <a:pPr algn="l"/>
            <a:r>
              <a:rPr lang="en-US" sz="2800" b="0" i="0" u="none" strike="noStrike" baseline="0" dirty="0">
                <a:latin typeface="Times New Roman" panose="02020603050405020304" pitchFamily="18" charset="0"/>
              </a:rPr>
              <a:t>Cases and controls must be comparable with respect to known “</a:t>
            </a:r>
            <a:r>
              <a:rPr lang="en-US" sz="2800" b="0" i="0" u="none" strike="noStrike" baseline="0" dirty="0">
                <a:highlight>
                  <a:srgbClr val="FFFF00"/>
                </a:highlight>
                <a:latin typeface="Times New Roman" panose="02020603050405020304" pitchFamily="18" charset="0"/>
              </a:rPr>
              <a:t>confounding factors</a:t>
            </a:r>
            <a:r>
              <a:rPr lang="en-US" sz="2800" b="0" i="0" u="none" strike="noStrike" baseline="0" dirty="0">
                <a:latin typeface="Times New Roman" panose="02020603050405020304" pitchFamily="18" charset="0"/>
              </a:rPr>
              <a:t>” such as age, sex, occupation, social status, etc. </a:t>
            </a:r>
          </a:p>
          <a:p>
            <a:pPr algn="l"/>
            <a:r>
              <a:rPr lang="en-US" sz="2800" b="0" i="0" u="none" strike="noStrike" baseline="0" dirty="0">
                <a:latin typeface="Times New Roman" panose="02020603050405020304" pitchFamily="18" charset="0"/>
              </a:rPr>
              <a:t>The questions asked relate to personal characteristics and antecedent exposures which may be responsible for the condition studied. </a:t>
            </a:r>
          </a:p>
          <a:p>
            <a:pPr algn="l"/>
            <a:r>
              <a:rPr lang="en-US" sz="2800" dirty="0">
                <a:latin typeface="Times New Roman" panose="02020603050405020304" pitchFamily="18" charset="0"/>
              </a:rPr>
              <a:t>Example - </a:t>
            </a:r>
            <a:r>
              <a:rPr lang="en-US" sz="2800" b="0" i="0" u="none" strike="noStrike" baseline="0" dirty="0">
                <a:latin typeface="Times New Roman" panose="02020603050405020304" pitchFamily="18" charset="0"/>
              </a:rPr>
              <a:t> one can use as “cases” the immunized children and use as “controls” un-immunized children and look for factors of interest in their past histories.</a:t>
            </a:r>
            <a:endParaRPr lang="en-US" sz="3200" dirty="0"/>
          </a:p>
        </p:txBody>
      </p:sp>
    </p:spTree>
    <p:extLst>
      <p:ext uri="{BB962C8B-B14F-4D97-AF65-F5344CB8AC3E}">
        <p14:creationId xmlns:p14="http://schemas.microsoft.com/office/powerpoint/2010/main" val="13220397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8C49F-BC92-0509-A90A-ACA8D4F4ACF7}"/>
              </a:ext>
            </a:extLst>
          </p:cNvPr>
          <p:cNvSpPr>
            <a:spLocks noGrp="1"/>
          </p:cNvSpPr>
          <p:nvPr>
            <p:ph type="title"/>
          </p:nvPr>
        </p:nvSpPr>
        <p:spPr/>
        <p:txBody>
          <a:bodyPr/>
          <a:lstStyle/>
          <a:p>
            <a:r>
              <a:rPr lang="en-US" dirty="0"/>
              <a:t>Basic design</a:t>
            </a:r>
          </a:p>
        </p:txBody>
      </p:sp>
      <p:graphicFrame>
        <p:nvGraphicFramePr>
          <p:cNvPr id="4" name="Table 4">
            <a:extLst>
              <a:ext uri="{FF2B5EF4-FFF2-40B4-BE49-F238E27FC236}">
                <a16:creationId xmlns:a16="http://schemas.microsoft.com/office/drawing/2014/main" id="{FFD5B72D-90C3-C21A-6C59-6858F825EEF8}"/>
              </a:ext>
            </a:extLst>
          </p:cNvPr>
          <p:cNvGraphicFramePr>
            <a:graphicFrameLocks noGrp="1"/>
          </p:cNvGraphicFramePr>
          <p:nvPr>
            <p:ph idx="1"/>
          </p:nvPr>
        </p:nvGraphicFramePr>
        <p:xfrm>
          <a:off x="838200" y="2147131"/>
          <a:ext cx="4695093" cy="3887756"/>
        </p:xfrm>
        <a:graphic>
          <a:graphicData uri="http://schemas.openxmlformats.org/drawingml/2006/table">
            <a:tbl>
              <a:tblPr firstRow="1" bandRow="1">
                <a:tableStyleId>{5C22544A-7EE6-4342-B048-85BDC9FD1C3A}</a:tableStyleId>
              </a:tblPr>
              <a:tblGrid>
                <a:gridCol w="1856873">
                  <a:extLst>
                    <a:ext uri="{9D8B030D-6E8A-4147-A177-3AD203B41FA5}">
                      <a16:colId xmlns:a16="http://schemas.microsoft.com/office/drawing/2014/main" val="100714515"/>
                    </a:ext>
                  </a:extLst>
                </a:gridCol>
                <a:gridCol w="1273189">
                  <a:extLst>
                    <a:ext uri="{9D8B030D-6E8A-4147-A177-3AD203B41FA5}">
                      <a16:colId xmlns:a16="http://schemas.microsoft.com/office/drawing/2014/main" val="1863603709"/>
                    </a:ext>
                  </a:extLst>
                </a:gridCol>
                <a:gridCol w="1565031">
                  <a:extLst>
                    <a:ext uri="{9D8B030D-6E8A-4147-A177-3AD203B41FA5}">
                      <a16:colId xmlns:a16="http://schemas.microsoft.com/office/drawing/2014/main" val="2320653335"/>
                    </a:ext>
                  </a:extLst>
                </a:gridCol>
              </a:tblGrid>
              <a:tr h="1627522">
                <a:tc>
                  <a:txBody>
                    <a:bodyPr/>
                    <a:lstStyle/>
                    <a:p>
                      <a:r>
                        <a:rPr lang="en-US" sz="3200" dirty="0"/>
                        <a:t>Suspected / Risk factors</a:t>
                      </a:r>
                    </a:p>
                  </a:txBody>
                  <a:tcPr/>
                </a:tc>
                <a:tc>
                  <a:txBody>
                    <a:bodyPr/>
                    <a:lstStyle/>
                    <a:p>
                      <a:r>
                        <a:rPr lang="en-US" sz="3200" dirty="0"/>
                        <a:t>Cases</a:t>
                      </a:r>
                    </a:p>
                  </a:txBody>
                  <a:tcPr/>
                </a:tc>
                <a:tc>
                  <a:txBody>
                    <a:bodyPr/>
                    <a:lstStyle/>
                    <a:p>
                      <a:r>
                        <a:rPr lang="en-US" sz="3200" dirty="0"/>
                        <a:t>Control</a:t>
                      </a:r>
                    </a:p>
                  </a:txBody>
                  <a:tcPr/>
                </a:tc>
                <a:extLst>
                  <a:ext uri="{0D108BD9-81ED-4DB2-BD59-A6C34878D82A}">
                    <a16:rowId xmlns:a16="http://schemas.microsoft.com/office/drawing/2014/main" val="1973071937"/>
                  </a:ext>
                </a:extLst>
              </a:tr>
              <a:tr h="1130117">
                <a:tc>
                  <a:txBody>
                    <a:bodyPr/>
                    <a:lstStyle/>
                    <a:p>
                      <a:r>
                        <a:rPr lang="en-US" sz="3200" dirty="0"/>
                        <a:t>Present</a:t>
                      </a:r>
                    </a:p>
                  </a:txBody>
                  <a:tcPr/>
                </a:tc>
                <a:tc>
                  <a:txBody>
                    <a:bodyPr/>
                    <a:lstStyle/>
                    <a:p>
                      <a:pPr algn="ctr"/>
                      <a:r>
                        <a:rPr lang="en-US" sz="3200" dirty="0"/>
                        <a:t>a </a:t>
                      </a:r>
                    </a:p>
                  </a:txBody>
                  <a:tcPr/>
                </a:tc>
                <a:tc>
                  <a:txBody>
                    <a:bodyPr/>
                    <a:lstStyle/>
                    <a:p>
                      <a:pPr algn="ctr"/>
                      <a:r>
                        <a:rPr lang="en-US" sz="3200" dirty="0"/>
                        <a:t> b</a:t>
                      </a:r>
                    </a:p>
                  </a:txBody>
                  <a:tcPr/>
                </a:tc>
                <a:extLst>
                  <a:ext uri="{0D108BD9-81ED-4DB2-BD59-A6C34878D82A}">
                    <a16:rowId xmlns:a16="http://schemas.microsoft.com/office/drawing/2014/main" val="3453298860"/>
                  </a:ext>
                </a:extLst>
              </a:tr>
              <a:tr h="1130117">
                <a:tc>
                  <a:txBody>
                    <a:bodyPr/>
                    <a:lstStyle/>
                    <a:p>
                      <a:r>
                        <a:rPr lang="en-US" sz="3200" dirty="0"/>
                        <a:t>Absent</a:t>
                      </a:r>
                    </a:p>
                  </a:txBody>
                  <a:tcPr/>
                </a:tc>
                <a:tc>
                  <a:txBody>
                    <a:bodyPr/>
                    <a:lstStyle/>
                    <a:p>
                      <a:pPr algn="ctr"/>
                      <a:r>
                        <a:rPr lang="en-US" sz="3200" dirty="0"/>
                        <a:t> c</a:t>
                      </a:r>
                    </a:p>
                  </a:txBody>
                  <a:tcPr/>
                </a:tc>
                <a:tc>
                  <a:txBody>
                    <a:bodyPr/>
                    <a:lstStyle/>
                    <a:p>
                      <a:pPr algn="ctr"/>
                      <a:r>
                        <a:rPr lang="en-US" sz="3200" dirty="0"/>
                        <a:t> d</a:t>
                      </a:r>
                    </a:p>
                  </a:txBody>
                  <a:tcPr/>
                </a:tc>
                <a:extLst>
                  <a:ext uri="{0D108BD9-81ED-4DB2-BD59-A6C34878D82A}">
                    <a16:rowId xmlns:a16="http://schemas.microsoft.com/office/drawing/2014/main" val="1965329359"/>
                  </a:ext>
                </a:extLst>
              </a:tr>
            </a:tbl>
          </a:graphicData>
        </a:graphic>
      </p:graphicFrame>
      <p:pic>
        <p:nvPicPr>
          <p:cNvPr id="1026" name="Picture 2" descr="Case Control Studies – howMed">
            <a:extLst>
              <a:ext uri="{FF2B5EF4-FFF2-40B4-BE49-F238E27FC236}">
                <a16:creationId xmlns:a16="http://schemas.microsoft.com/office/drawing/2014/main" id="{132A25D7-5AB2-C63D-55C3-FE5DA033331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684" t="27836" r="7719" b="8530"/>
          <a:stretch/>
        </p:blipFill>
        <p:spPr bwMode="auto">
          <a:xfrm>
            <a:off x="5533294" y="1909009"/>
            <a:ext cx="5820505" cy="436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62265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D7F63-6887-E4BB-8E40-988487F5CF24}"/>
              </a:ext>
            </a:extLst>
          </p:cNvPr>
          <p:cNvSpPr>
            <a:spLocks noGrp="1"/>
          </p:cNvSpPr>
          <p:nvPr>
            <p:ph type="title"/>
          </p:nvPr>
        </p:nvSpPr>
        <p:spPr/>
        <p:txBody>
          <a:bodyPr/>
          <a:lstStyle/>
          <a:p>
            <a:r>
              <a:rPr lang="en-US" dirty="0"/>
              <a:t>Basic steps</a:t>
            </a:r>
          </a:p>
        </p:txBody>
      </p:sp>
      <p:sp>
        <p:nvSpPr>
          <p:cNvPr id="3" name="Content Placeholder 2">
            <a:extLst>
              <a:ext uri="{FF2B5EF4-FFF2-40B4-BE49-F238E27FC236}">
                <a16:creationId xmlns:a16="http://schemas.microsoft.com/office/drawing/2014/main" id="{B5AED162-227F-BF96-1C23-35F7009F278E}"/>
              </a:ext>
            </a:extLst>
          </p:cNvPr>
          <p:cNvSpPr>
            <a:spLocks noGrp="1"/>
          </p:cNvSpPr>
          <p:nvPr>
            <p:ph idx="1"/>
          </p:nvPr>
        </p:nvSpPr>
        <p:spPr/>
        <p:txBody>
          <a:bodyPr>
            <a:normAutofit/>
          </a:bodyPr>
          <a:lstStyle/>
          <a:p>
            <a:pPr algn="l"/>
            <a:r>
              <a:rPr lang="en-US" sz="3200" b="0" i="0" u="none" strike="noStrike" baseline="0" dirty="0">
                <a:latin typeface="Times New Roman" panose="02020603050405020304" pitchFamily="18" charset="0"/>
              </a:rPr>
              <a:t>Selection of cases and controls</a:t>
            </a:r>
          </a:p>
          <a:p>
            <a:pPr algn="l"/>
            <a:r>
              <a:rPr lang="en-US" sz="3200" b="0" i="0" u="none" strike="noStrike" baseline="0" dirty="0">
                <a:latin typeface="Times New Roman" panose="02020603050405020304" pitchFamily="18" charset="0"/>
              </a:rPr>
              <a:t>Matching</a:t>
            </a:r>
          </a:p>
          <a:p>
            <a:pPr algn="l"/>
            <a:r>
              <a:rPr lang="en-US" sz="3200" b="0" i="0" u="none" strike="noStrike" baseline="0" dirty="0">
                <a:latin typeface="Times New Roman" panose="02020603050405020304" pitchFamily="18" charset="0"/>
              </a:rPr>
              <a:t>Measurement of exposure</a:t>
            </a:r>
          </a:p>
          <a:p>
            <a:pPr algn="l"/>
            <a:r>
              <a:rPr lang="en-US" sz="3200" b="0" i="0" u="none" strike="noStrike" baseline="0" dirty="0">
                <a:latin typeface="Times New Roman" panose="02020603050405020304" pitchFamily="18" charset="0"/>
              </a:rPr>
              <a:t>Analysis and interpretation.</a:t>
            </a:r>
            <a:endParaRPr lang="en-US" sz="3600" dirty="0"/>
          </a:p>
        </p:txBody>
      </p:sp>
    </p:spTree>
    <p:extLst>
      <p:ext uri="{BB962C8B-B14F-4D97-AF65-F5344CB8AC3E}">
        <p14:creationId xmlns:p14="http://schemas.microsoft.com/office/powerpoint/2010/main" val="3148718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674A0-E535-0051-93C9-0057BEDE2256}"/>
              </a:ext>
            </a:extLst>
          </p:cNvPr>
          <p:cNvSpPr>
            <a:spLocks noGrp="1"/>
          </p:cNvSpPr>
          <p:nvPr>
            <p:ph type="title"/>
          </p:nvPr>
        </p:nvSpPr>
        <p:spPr/>
        <p:txBody>
          <a:bodyPr/>
          <a:lstStyle/>
          <a:p>
            <a:r>
              <a:rPr lang="en-US" dirty="0"/>
              <a:t>Selection of cases</a:t>
            </a:r>
          </a:p>
        </p:txBody>
      </p:sp>
      <p:sp>
        <p:nvSpPr>
          <p:cNvPr id="3" name="Content Placeholder 2">
            <a:extLst>
              <a:ext uri="{FF2B5EF4-FFF2-40B4-BE49-F238E27FC236}">
                <a16:creationId xmlns:a16="http://schemas.microsoft.com/office/drawing/2014/main" id="{6F37F95C-963E-F77C-95D1-A1BBDA8CE99D}"/>
              </a:ext>
            </a:extLst>
          </p:cNvPr>
          <p:cNvSpPr>
            <a:spLocks noGrp="1"/>
          </p:cNvSpPr>
          <p:nvPr>
            <p:ph idx="1"/>
          </p:nvPr>
        </p:nvSpPr>
        <p:spPr/>
        <p:txBody>
          <a:bodyPr>
            <a:normAutofit fontScale="92500" lnSpcReduction="10000"/>
          </a:bodyPr>
          <a:lstStyle/>
          <a:p>
            <a:pPr algn="l"/>
            <a:r>
              <a:rPr lang="en-US" sz="2800" b="0" i="1" u="none" strike="noStrike" baseline="0" dirty="0">
                <a:latin typeface="Times New Roman" panose="02020603050405020304" pitchFamily="18" charset="0"/>
              </a:rPr>
              <a:t>Definition of a case </a:t>
            </a:r>
            <a:r>
              <a:rPr lang="en-US" sz="2800" b="0" i="0" u="none" strike="noStrike" baseline="0" dirty="0">
                <a:latin typeface="Times New Roman" panose="02020603050405020304" pitchFamily="18" charset="0"/>
              </a:rPr>
              <a:t>: The prior definition of what constitutes a “case” is crucial</a:t>
            </a:r>
          </a:p>
          <a:p>
            <a:pPr lvl="1"/>
            <a:r>
              <a:rPr lang="en-US" sz="2400" b="0" i="0" u="none" strike="noStrike" baseline="0" dirty="0">
                <a:latin typeface="Times New Roman" panose="02020603050405020304" pitchFamily="18" charset="0"/>
              </a:rPr>
              <a:t>DIAGNOSTIC CRITERIA : </a:t>
            </a:r>
            <a:r>
              <a:rPr lang="en-US" sz="2800" b="0" i="0" u="none" strike="noStrike" baseline="0" dirty="0">
                <a:latin typeface="Times New Roman" panose="02020603050405020304" pitchFamily="18" charset="0"/>
              </a:rPr>
              <a:t>The diagnostic criteria of the disease and the stage of disease, if any (e.g., breast cancer Stage I) to be included in the study must be specified before the study is undertaken. </a:t>
            </a:r>
            <a:endParaRPr lang="en-US" sz="2800" dirty="0">
              <a:latin typeface="Times New Roman" panose="02020603050405020304" pitchFamily="18" charset="0"/>
            </a:endParaRPr>
          </a:p>
          <a:p>
            <a:pPr lvl="1"/>
            <a:r>
              <a:rPr lang="en-US" sz="2400" b="0" i="0" u="none" strike="noStrike" baseline="0" dirty="0">
                <a:latin typeface="Times New Roman" panose="02020603050405020304" pitchFamily="18" charset="0"/>
              </a:rPr>
              <a:t>ELIGIBILITY CRITERIA : A criterion customarily </a:t>
            </a:r>
            <a:r>
              <a:rPr lang="en-US" sz="2800" b="0" i="0" u="none" strike="noStrike" baseline="0" dirty="0">
                <a:latin typeface="Times New Roman" panose="02020603050405020304" pitchFamily="18" charset="0"/>
              </a:rPr>
              <a:t>employed is the requirement that only newly diagnosed </a:t>
            </a:r>
            <a:r>
              <a:rPr lang="en-US" sz="2800" b="1" i="1" u="none" strike="noStrike" baseline="0" dirty="0">
                <a:latin typeface="Arial" panose="020B0604020202020204" pitchFamily="34" charset="0"/>
              </a:rPr>
              <a:t>(incident) </a:t>
            </a:r>
            <a:r>
              <a:rPr lang="en-US" sz="2800" b="0" i="0" u="none" strike="noStrike" baseline="0" dirty="0">
                <a:latin typeface="Times New Roman" panose="02020603050405020304" pitchFamily="18" charset="0"/>
              </a:rPr>
              <a:t>cases within a specified period of time are eligible than old cases or cases in advanced stages of the disease </a:t>
            </a:r>
            <a:r>
              <a:rPr lang="en-US" sz="2800" b="1" i="1" u="none" strike="noStrike" baseline="0" dirty="0">
                <a:latin typeface="Arial" panose="020B0604020202020204" pitchFamily="34" charset="0"/>
              </a:rPr>
              <a:t>(prevalent cases).</a:t>
            </a:r>
          </a:p>
        </p:txBody>
      </p:sp>
    </p:spTree>
    <p:extLst>
      <p:ext uri="{BB962C8B-B14F-4D97-AF65-F5344CB8AC3E}">
        <p14:creationId xmlns:p14="http://schemas.microsoft.com/office/powerpoint/2010/main" val="2967707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8CD93-8FCC-3DDC-7302-D62EEF0BDDD1}"/>
              </a:ext>
            </a:extLst>
          </p:cNvPr>
          <p:cNvSpPr>
            <a:spLocks noGrp="1"/>
          </p:cNvSpPr>
          <p:nvPr>
            <p:ph type="title"/>
          </p:nvPr>
        </p:nvSpPr>
        <p:spPr/>
        <p:txBody>
          <a:bodyPr/>
          <a:lstStyle/>
          <a:p>
            <a:r>
              <a:rPr lang="en-US" dirty="0"/>
              <a:t>Sources of cases</a:t>
            </a:r>
          </a:p>
        </p:txBody>
      </p:sp>
      <p:sp>
        <p:nvSpPr>
          <p:cNvPr id="3" name="Content Placeholder 2">
            <a:extLst>
              <a:ext uri="{FF2B5EF4-FFF2-40B4-BE49-F238E27FC236}">
                <a16:creationId xmlns:a16="http://schemas.microsoft.com/office/drawing/2014/main" id="{05D74D8A-FAAF-91C4-F21C-05984E9955C9}"/>
              </a:ext>
            </a:extLst>
          </p:cNvPr>
          <p:cNvSpPr>
            <a:spLocks noGrp="1"/>
          </p:cNvSpPr>
          <p:nvPr>
            <p:ph idx="1"/>
          </p:nvPr>
        </p:nvSpPr>
        <p:spPr/>
        <p:txBody>
          <a:bodyPr>
            <a:normAutofit fontScale="85000" lnSpcReduction="20000"/>
          </a:bodyPr>
          <a:lstStyle/>
          <a:p>
            <a:r>
              <a:rPr lang="en-US" sz="2400" b="0" i="0" u="none" strike="noStrike" baseline="0" dirty="0">
                <a:latin typeface="Times New Roman" panose="02020603050405020304" pitchFamily="18" charset="0"/>
              </a:rPr>
              <a:t>HOSPITALS : It is often convenient to select cases from hospitals. The cases </a:t>
            </a:r>
            <a:r>
              <a:rPr lang="en-US" sz="2800" b="0" i="0" u="none" strike="noStrike" baseline="0" dirty="0">
                <a:latin typeface="Times New Roman" panose="02020603050405020304" pitchFamily="18" charset="0"/>
              </a:rPr>
              <a:t>may be drawn from a single hospital or a network of hospitals, admitted during a specified period of time. </a:t>
            </a:r>
          </a:p>
          <a:p>
            <a:pPr lvl="1"/>
            <a:r>
              <a:rPr lang="en-US" sz="2400" b="0" i="0" u="none" strike="noStrike" baseline="0" dirty="0">
                <a:latin typeface="Times New Roman" panose="02020603050405020304" pitchFamily="18" charset="0"/>
              </a:rPr>
              <a:t>The </a:t>
            </a:r>
            <a:r>
              <a:rPr lang="en-US" sz="2800" b="0" i="0" u="none" strike="noStrike" baseline="0" dirty="0">
                <a:latin typeface="Times New Roman" panose="02020603050405020304" pitchFamily="18" charset="0"/>
              </a:rPr>
              <a:t>entire case series or a random sample of it is selected for study, </a:t>
            </a:r>
          </a:p>
          <a:p>
            <a:r>
              <a:rPr lang="en-US" sz="2800" b="0" i="0" u="none" strike="noStrike" baseline="0" dirty="0">
                <a:latin typeface="Times New Roman" panose="02020603050405020304" pitchFamily="18" charset="0"/>
              </a:rPr>
              <a:t>GENERAL POPULATION : In a population-based case control study, all cases of the study disease occurring within a defined geographic area during a specified period of time are ascertained, often through a survey, a disease registry or hospital network. The entire case series or a random sample of it is selected for study. The cases should be fairly representative of all cases in the community.</a:t>
            </a:r>
          </a:p>
          <a:p>
            <a:r>
              <a:rPr lang="en-US" sz="2800" dirty="0">
                <a:latin typeface="Times New Roman" panose="02020603050405020304" pitchFamily="18" charset="0"/>
              </a:rPr>
              <a:t>Cohort – Nested cases control study</a:t>
            </a:r>
            <a:endParaRPr lang="en-US" sz="2800" dirty="0"/>
          </a:p>
          <a:p>
            <a:endParaRPr lang="en-US" sz="2800" dirty="0"/>
          </a:p>
        </p:txBody>
      </p:sp>
    </p:spTree>
    <p:extLst>
      <p:ext uri="{BB962C8B-B14F-4D97-AF65-F5344CB8AC3E}">
        <p14:creationId xmlns:p14="http://schemas.microsoft.com/office/powerpoint/2010/main" val="13978801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DA109-3257-409D-E314-E9642151A52B}"/>
              </a:ext>
            </a:extLst>
          </p:cNvPr>
          <p:cNvSpPr>
            <a:spLocks noGrp="1"/>
          </p:cNvSpPr>
          <p:nvPr>
            <p:ph type="title"/>
          </p:nvPr>
        </p:nvSpPr>
        <p:spPr/>
        <p:txBody>
          <a:bodyPr/>
          <a:lstStyle/>
          <a:p>
            <a:r>
              <a:rPr lang="en-US" dirty="0"/>
              <a:t>Selection of controls</a:t>
            </a:r>
          </a:p>
        </p:txBody>
      </p:sp>
      <p:sp>
        <p:nvSpPr>
          <p:cNvPr id="3" name="Content Placeholder 2">
            <a:extLst>
              <a:ext uri="{FF2B5EF4-FFF2-40B4-BE49-F238E27FC236}">
                <a16:creationId xmlns:a16="http://schemas.microsoft.com/office/drawing/2014/main" id="{BCC5D8CD-C614-65DC-F2B2-87D474B4B83A}"/>
              </a:ext>
            </a:extLst>
          </p:cNvPr>
          <p:cNvSpPr>
            <a:spLocks noGrp="1"/>
          </p:cNvSpPr>
          <p:nvPr>
            <p:ph idx="1"/>
          </p:nvPr>
        </p:nvSpPr>
        <p:spPr/>
        <p:txBody>
          <a:bodyPr>
            <a:normAutofit fontScale="85000" lnSpcReduction="20000"/>
          </a:bodyPr>
          <a:lstStyle/>
          <a:p>
            <a:pPr algn="l"/>
            <a:r>
              <a:rPr lang="en-US" sz="3200" b="0" i="0" u="none" strike="noStrike" baseline="0" dirty="0">
                <a:latin typeface="Times New Roman" panose="02020603050405020304" pitchFamily="18" charset="0"/>
              </a:rPr>
              <a:t>The controls must be free from the disease under study. </a:t>
            </a:r>
          </a:p>
          <a:p>
            <a:pPr algn="l"/>
            <a:r>
              <a:rPr lang="en-US" sz="3200" b="0" i="0" u="none" strike="noStrike" baseline="0" dirty="0">
                <a:latin typeface="Times New Roman" panose="02020603050405020304" pitchFamily="18" charset="0"/>
              </a:rPr>
              <a:t>They must be as similar to the cases as possible, except for the absence of the disease under study. </a:t>
            </a:r>
          </a:p>
          <a:p>
            <a:pPr algn="l"/>
            <a:r>
              <a:rPr lang="en-US" sz="3200" b="0" i="0" u="none" strike="noStrike" baseline="0" dirty="0">
                <a:latin typeface="Times New Roman" panose="02020603050405020304" pitchFamily="18" charset="0"/>
              </a:rPr>
              <a:t>As a rule, a comparison group is identified before a study is done, comprising of persons who have not been exposed to the disease </a:t>
            </a:r>
            <a:r>
              <a:rPr lang="en-US" sz="3600" b="0" i="0" u="none" strike="noStrike" baseline="0" dirty="0">
                <a:latin typeface="Times New Roman" panose="02020603050405020304" pitchFamily="18" charset="0"/>
              </a:rPr>
              <a:t>or</a:t>
            </a:r>
            <a:r>
              <a:rPr lang="en-US" sz="3200" b="0" i="0" u="none" strike="noStrike" baseline="0" dirty="0">
                <a:latin typeface="Times New Roman" panose="02020603050405020304" pitchFamily="18" charset="0"/>
              </a:rPr>
              <a:t> some other factor whose influence is being studied. </a:t>
            </a:r>
          </a:p>
          <a:p>
            <a:pPr algn="l"/>
            <a:r>
              <a:rPr lang="en-US" sz="3200" b="0" i="0" u="none" strike="noStrike" baseline="0" dirty="0">
                <a:latin typeface="Times New Roman" panose="02020603050405020304" pitchFamily="18" charset="0"/>
              </a:rPr>
              <a:t>Difficulties may arise in the selection of controls if the disease under investigation occurs in subclinical forms whose diagnosis is difficult. </a:t>
            </a:r>
            <a:endParaRPr lang="en-US" sz="3600" dirty="0"/>
          </a:p>
        </p:txBody>
      </p:sp>
    </p:spTree>
    <p:extLst>
      <p:ext uri="{BB962C8B-B14F-4D97-AF65-F5344CB8AC3E}">
        <p14:creationId xmlns:p14="http://schemas.microsoft.com/office/powerpoint/2010/main" val="7697662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8BC47-1AA3-74AF-2289-F0C0B7FB527B}"/>
              </a:ext>
            </a:extLst>
          </p:cNvPr>
          <p:cNvSpPr>
            <a:spLocks noGrp="1"/>
          </p:cNvSpPr>
          <p:nvPr>
            <p:ph type="title"/>
          </p:nvPr>
        </p:nvSpPr>
        <p:spPr>
          <a:xfrm>
            <a:off x="838200" y="584990"/>
            <a:ext cx="10515600" cy="521915"/>
          </a:xfrm>
        </p:spPr>
        <p:txBody>
          <a:bodyPr>
            <a:normAutofit fontScale="90000"/>
          </a:bodyPr>
          <a:lstStyle/>
          <a:p>
            <a:r>
              <a:rPr lang="en-US" dirty="0"/>
              <a:t>Sources of Control</a:t>
            </a:r>
          </a:p>
        </p:txBody>
      </p:sp>
      <p:sp>
        <p:nvSpPr>
          <p:cNvPr id="3" name="Content Placeholder 2">
            <a:extLst>
              <a:ext uri="{FF2B5EF4-FFF2-40B4-BE49-F238E27FC236}">
                <a16:creationId xmlns:a16="http://schemas.microsoft.com/office/drawing/2014/main" id="{CFB66070-5C24-E5C6-519F-D83EF9D9ED43}"/>
              </a:ext>
            </a:extLst>
          </p:cNvPr>
          <p:cNvSpPr>
            <a:spLocks noGrp="1"/>
          </p:cNvSpPr>
          <p:nvPr>
            <p:ph idx="1"/>
          </p:nvPr>
        </p:nvSpPr>
        <p:spPr>
          <a:xfrm>
            <a:off x="144379" y="1315453"/>
            <a:ext cx="11903242" cy="5358063"/>
          </a:xfrm>
        </p:spPr>
        <p:txBody>
          <a:bodyPr>
            <a:normAutofit fontScale="92500"/>
          </a:bodyPr>
          <a:lstStyle/>
          <a:p>
            <a:pPr algn="l"/>
            <a:r>
              <a:rPr lang="en-US" sz="2800" b="0" i="0" u="none" strike="noStrike" baseline="0" dirty="0">
                <a:latin typeface="Times New Roman" panose="02020603050405020304" pitchFamily="18" charset="0"/>
              </a:rPr>
              <a:t>HOSPITAL CONTROLS: The controls may be selected from the same hospital as the cases, but with different </a:t>
            </a:r>
            <a:r>
              <a:rPr lang="en-US" sz="2800" b="0" i="0" u="none" strike="noStrike" baseline="0" dirty="0" err="1">
                <a:latin typeface="Times New Roman" panose="02020603050405020304" pitchFamily="18" charset="0"/>
              </a:rPr>
              <a:t>illneses</a:t>
            </a:r>
            <a:r>
              <a:rPr lang="en-US" sz="2800" b="0" i="0" u="none" strike="noStrike" baseline="0" dirty="0">
                <a:latin typeface="Times New Roman" panose="02020603050405020304" pitchFamily="18" charset="0"/>
              </a:rPr>
              <a:t> other than the study disease. </a:t>
            </a:r>
          </a:p>
          <a:p>
            <a:pPr algn="l"/>
            <a:r>
              <a:rPr lang="en-US" sz="2800" b="0" i="0" u="none" strike="noStrike" baseline="0" dirty="0">
                <a:latin typeface="Times New Roman" panose="02020603050405020304" pitchFamily="18" charset="0"/>
              </a:rPr>
              <a:t>Usually it is unwise to choose a control group from a group of patients with one disease. This is because hospital controls are often a source of “selection bias”. </a:t>
            </a:r>
          </a:p>
          <a:p>
            <a:pPr algn="l"/>
            <a:r>
              <a:rPr lang="en-US" sz="2800" b="0" i="0" u="none" strike="noStrike" baseline="0" dirty="0">
                <a:latin typeface="Times New Roman" panose="02020603050405020304" pitchFamily="18" charset="0"/>
              </a:rPr>
              <a:t>Many hospital patients may have diseases which are also influenced by the factor under study. For example, if one was studying the relationship of smoking and myocardial infarction and chooses bladder cancer cases as controls, the relationship between smoking and myocardial infarction may not have been demonstrated. </a:t>
            </a:r>
          </a:p>
          <a:p>
            <a:pPr algn="l"/>
            <a:r>
              <a:rPr lang="en-US" sz="2800" b="0" i="0" u="none" strike="noStrike" baseline="0" dirty="0">
                <a:latin typeface="Times New Roman" panose="02020603050405020304" pitchFamily="18" charset="0"/>
              </a:rPr>
              <a:t>Care must be taken when using other patients as comparison subjects, for they differ in many ways from a normal healthy population.</a:t>
            </a:r>
          </a:p>
          <a:p>
            <a:pPr algn="l"/>
            <a:r>
              <a:rPr lang="en-US" sz="2800" b="0" i="0" u="none" strike="noStrike" baseline="0" dirty="0">
                <a:latin typeface="Times New Roman" panose="02020603050405020304" pitchFamily="18" charset="0"/>
              </a:rPr>
              <a:t>Ideally the controls should have undergone the same diagnostic work-up as cases, but have been found to be negative. But this may not be acceptable to most controls</a:t>
            </a:r>
            <a:endParaRPr lang="en-US" sz="3200" dirty="0"/>
          </a:p>
        </p:txBody>
      </p:sp>
    </p:spTree>
    <p:extLst>
      <p:ext uri="{BB962C8B-B14F-4D97-AF65-F5344CB8AC3E}">
        <p14:creationId xmlns:p14="http://schemas.microsoft.com/office/powerpoint/2010/main" val="20247802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8BC47-1AA3-74AF-2289-F0C0B7FB527B}"/>
              </a:ext>
            </a:extLst>
          </p:cNvPr>
          <p:cNvSpPr>
            <a:spLocks noGrp="1"/>
          </p:cNvSpPr>
          <p:nvPr>
            <p:ph type="title"/>
          </p:nvPr>
        </p:nvSpPr>
        <p:spPr/>
        <p:txBody>
          <a:bodyPr/>
          <a:lstStyle/>
          <a:p>
            <a:r>
              <a:rPr lang="en-US" dirty="0"/>
              <a:t>Sources of Control</a:t>
            </a:r>
          </a:p>
        </p:txBody>
      </p:sp>
      <p:sp>
        <p:nvSpPr>
          <p:cNvPr id="3" name="Content Placeholder 2">
            <a:extLst>
              <a:ext uri="{FF2B5EF4-FFF2-40B4-BE49-F238E27FC236}">
                <a16:creationId xmlns:a16="http://schemas.microsoft.com/office/drawing/2014/main" id="{CFB66070-5C24-E5C6-519F-D83EF9D9ED43}"/>
              </a:ext>
            </a:extLst>
          </p:cNvPr>
          <p:cNvSpPr>
            <a:spLocks noGrp="1"/>
          </p:cNvSpPr>
          <p:nvPr>
            <p:ph idx="1"/>
          </p:nvPr>
        </p:nvSpPr>
        <p:spPr>
          <a:xfrm>
            <a:off x="401053" y="1701801"/>
            <a:ext cx="11534273" cy="4458367"/>
          </a:xfrm>
        </p:spPr>
        <p:txBody>
          <a:bodyPr>
            <a:normAutofit/>
          </a:bodyPr>
          <a:lstStyle/>
          <a:p>
            <a:pPr algn="l"/>
            <a:r>
              <a:rPr lang="en-US" sz="2400" b="0" i="0" u="none" strike="noStrike" baseline="0" dirty="0">
                <a:latin typeface="Times New Roman" panose="02020603050405020304" pitchFamily="18" charset="0"/>
              </a:rPr>
              <a:t>RELATIVES : The controls may also be taken up from relatives (spouses and siblings). </a:t>
            </a:r>
          </a:p>
          <a:p>
            <a:pPr lvl="1"/>
            <a:r>
              <a:rPr lang="en-US" sz="2000" b="0" i="0" u="none" strike="noStrike" baseline="0" dirty="0">
                <a:latin typeface="Times New Roman" panose="02020603050405020304" pitchFamily="18" charset="0"/>
              </a:rPr>
              <a:t>Sibling controls are </a:t>
            </a:r>
            <a:r>
              <a:rPr lang="en-US" sz="2400" b="0" i="0" u="none" strike="noStrike" baseline="0" dirty="0">
                <a:latin typeface="Times New Roman" panose="02020603050405020304" pitchFamily="18" charset="0"/>
              </a:rPr>
              <a:t>unsuitable where genetic conditions are under study.</a:t>
            </a:r>
          </a:p>
          <a:p>
            <a:pPr algn="l"/>
            <a:r>
              <a:rPr lang="en-US" sz="2400" b="0" i="0" u="none" strike="noStrike" baseline="0" dirty="0">
                <a:latin typeface="Times New Roman" panose="02020603050405020304" pitchFamily="18" charset="0"/>
              </a:rPr>
              <a:t>NEIGHBOURHOOD CONTROLS : The controls may be drawn from persons living in the same locality as cases, persons working in the same factory or children attending the same school.</a:t>
            </a:r>
          </a:p>
          <a:p>
            <a:pPr algn="l"/>
            <a:r>
              <a:rPr lang="en-US" sz="2400" b="0" i="0" u="none" strike="noStrike" baseline="0" dirty="0">
                <a:latin typeface="Times New Roman" panose="02020603050405020304" pitchFamily="18" charset="0"/>
              </a:rPr>
              <a:t>GENERAL POPULATION : Population controls can be obtained from defined geographic areas, by taking a random sample of individuals free of the study disease. </a:t>
            </a:r>
          </a:p>
          <a:p>
            <a:pPr lvl="1"/>
            <a:r>
              <a:rPr lang="en-US" sz="2000" b="0" i="0" u="none" strike="noStrike" baseline="0" dirty="0">
                <a:latin typeface="Times New Roman" panose="02020603050405020304" pitchFamily="18" charset="0"/>
              </a:rPr>
              <a:t>We must use great care in the selection of controls </a:t>
            </a:r>
            <a:r>
              <a:rPr lang="en-US" sz="2400" b="0" i="0" u="none" strike="noStrike" baseline="0" dirty="0">
                <a:latin typeface="Times New Roman" panose="02020603050405020304" pitchFamily="18" charset="0"/>
              </a:rPr>
              <a:t>to be certain that they accurately reflect the population that is free of the disease of interest.</a:t>
            </a:r>
            <a:endParaRPr lang="en-US" sz="2400" dirty="0"/>
          </a:p>
        </p:txBody>
      </p:sp>
    </p:spTree>
    <p:extLst>
      <p:ext uri="{BB962C8B-B14F-4D97-AF65-F5344CB8AC3E}">
        <p14:creationId xmlns:p14="http://schemas.microsoft.com/office/powerpoint/2010/main" val="6200836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F358BAA-9C8A-4E17-BAD8-32FD6FFEA7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9525" cap="flat">
            <a:noFill/>
            <a:prstDash val="solid"/>
            <a:miter/>
          </a:ln>
        </p:spPr>
        <p:txBody>
          <a:bodyPr rtlCol="0" anchor="ctr"/>
          <a:lstStyle/>
          <a:p>
            <a:endParaRPr lang="en-US">
              <a:solidFill>
                <a:schemeClr val="tx1"/>
              </a:solidFill>
            </a:endParaRPr>
          </a:p>
        </p:txBody>
      </p:sp>
      <p:sp>
        <p:nvSpPr>
          <p:cNvPr id="11" name="Color Fill">
            <a:extLst>
              <a:ext uri="{FF2B5EF4-FFF2-40B4-BE49-F238E27FC236}">
                <a16:creationId xmlns:a16="http://schemas.microsoft.com/office/drawing/2014/main" id="{4D6F41A4-BEE3-4935-9371-4ADEA67A22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75000"/>
              <a:lumOff val="25000"/>
              <a:alpha val="40000"/>
            </a:schemeClr>
          </a:solidFill>
          <a:ln w="9525" cap="flat">
            <a:noFill/>
            <a:prstDash val="solid"/>
            <a:miter/>
          </a:ln>
        </p:spPr>
        <p:txBody>
          <a:bodyPr rtlCol="0" anchor="ctr"/>
          <a:lstStyle/>
          <a:p>
            <a:endParaRPr lang="en-US" dirty="0">
              <a:solidFill>
                <a:schemeClr val="bg2">
                  <a:lumMod val="75000"/>
                  <a:lumOff val="25000"/>
                </a:schemeClr>
              </a:solidFill>
            </a:endParaRPr>
          </a:p>
        </p:txBody>
      </p:sp>
      <p:grpSp>
        <p:nvGrpSpPr>
          <p:cNvPr id="13" name="Group 12">
            <a:extLst>
              <a:ext uri="{FF2B5EF4-FFF2-40B4-BE49-F238E27FC236}">
                <a16:creationId xmlns:a16="http://schemas.microsoft.com/office/drawing/2014/main" id="{7726F010-956A-40BC-8A1F-8002DC729B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351566" y="0"/>
            <a:ext cx="3840434" cy="6858000"/>
            <a:chOff x="8351565" y="0"/>
            <a:chExt cx="3840434" cy="6858000"/>
          </a:xfrm>
        </p:grpSpPr>
        <p:sp>
          <p:nvSpPr>
            <p:cNvPr id="14" name="Oval 13">
              <a:extLst>
                <a:ext uri="{FF2B5EF4-FFF2-40B4-BE49-F238E27FC236}">
                  <a16:creationId xmlns:a16="http://schemas.microsoft.com/office/drawing/2014/main" id="{D386E468-0048-46C4-ADDD-FBE7A6AE9F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60165" y="519204"/>
              <a:ext cx="474635" cy="47463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5" name="Freeform: Shape 14">
              <a:extLst>
                <a:ext uri="{FF2B5EF4-FFF2-40B4-BE49-F238E27FC236}">
                  <a16:creationId xmlns:a16="http://schemas.microsoft.com/office/drawing/2014/main" id="{C5B35ED4-0C31-4C8C-A45E-6A3EDEAB28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385871" y="0"/>
              <a:ext cx="2955657" cy="679194"/>
            </a:xfrm>
            <a:custGeom>
              <a:avLst/>
              <a:gdLst>
                <a:gd name="connsiteX0" fmla="*/ 0 w 2955657"/>
                <a:gd name="connsiteY0" fmla="*/ 0 h 679194"/>
                <a:gd name="connsiteX1" fmla="*/ 2955657 w 2955657"/>
                <a:gd name="connsiteY1" fmla="*/ 0 h 679194"/>
                <a:gd name="connsiteX2" fmla="*/ 2892839 w 2955657"/>
                <a:gd name="connsiteY2" fmla="*/ 84007 h 679194"/>
                <a:gd name="connsiteX3" fmla="*/ 1630760 w 2955657"/>
                <a:gd name="connsiteY3" fmla="*/ 679194 h 679194"/>
                <a:gd name="connsiteX4" fmla="*/ 0 w 2955657"/>
                <a:gd name="connsiteY4" fmla="*/ 679194 h 679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5657" h="679194">
                  <a:moveTo>
                    <a:pt x="0" y="0"/>
                  </a:moveTo>
                  <a:lnTo>
                    <a:pt x="2955657" y="0"/>
                  </a:lnTo>
                  <a:lnTo>
                    <a:pt x="2892839" y="84007"/>
                  </a:lnTo>
                  <a:cubicBezTo>
                    <a:pt x="2592855" y="447504"/>
                    <a:pt x="2138868" y="679194"/>
                    <a:pt x="1630760" y="679194"/>
                  </a:cubicBezTo>
                  <a:lnTo>
                    <a:pt x="0" y="679194"/>
                  </a:lnTo>
                  <a:close/>
                </a:path>
              </a:pathLst>
            </a:custGeom>
            <a:solidFill>
              <a:schemeClr val="accent1">
                <a:lumMod val="60000"/>
                <a:lumOff val="40000"/>
                <a:alpha val="60000"/>
              </a:schemeClr>
            </a:solidFill>
            <a:ln w="9331" cap="flat">
              <a:noFill/>
              <a:prstDash val="solid"/>
              <a:miter/>
            </a:ln>
          </p:spPr>
          <p:txBody>
            <a:bodyPr rtlCol="0" anchor="ctr"/>
            <a:lstStyle/>
            <a:p>
              <a:pPr lvl="0"/>
              <a:endParaRPr lang="en-US"/>
            </a:p>
          </p:txBody>
        </p:sp>
        <p:sp>
          <p:nvSpPr>
            <p:cNvPr id="16" name="Freeform: Shape 15">
              <a:extLst>
                <a:ext uri="{FF2B5EF4-FFF2-40B4-BE49-F238E27FC236}">
                  <a16:creationId xmlns:a16="http://schemas.microsoft.com/office/drawing/2014/main" id="{B40A1EF3-FA93-48F4-9F82-BC0C796357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351565" y="4121414"/>
              <a:ext cx="3266317" cy="2736586"/>
            </a:xfrm>
            <a:custGeom>
              <a:avLst/>
              <a:gdLst>
                <a:gd name="connsiteX0" fmla="*/ 1635557 w 3266317"/>
                <a:gd name="connsiteY0" fmla="*/ 0 h 2736586"/>
                <a:gd name="connsiteX1" fmla="*/ 3266317 w 3266317"/>
                <a:gd name="connsiteY1" fmla="*/ 0 h 2736586"/>
                <a:gd name="connsiteX2" fmla="*/ 3266317 w 3266317"/>
                <a:gd name="connsiteY2" fmla="*/ 1630760 h 2736586"/>
                <a:gd name="connsiteX3" fmla="*/ 2892838 w 3266317"/>
                <a:gd name="connsiteY3" fmla="*/ 2671131 h 2736586"/>
                <a:gd name="connsiteX4" fmla="*/ 2833348 w 3266317"/>
                <a:gd name="connsiteY4" fmla="*/ 2736586 h 2736586"/>
                <a:gd name="connsiteX5" fmla="*/ 0 w 3266317"/>
                <a:gd name="connsiteY5" fmla="*/ 2736586 h 2736586"/>
                <a:gd name="connsiteX6" fmla="*/ 0 w 3266317"/>
                <a:gd name="connsiteY6" fmla="*/ 1635558 h 2736586"/>
                <a:gd name="connsiteX7" fmla="*/ 1635557 w 3266317"/>
                <a:gd name="connsiteY7" fmla="*/ 0 h 2736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6317" h="2736586">
                  <a:moveTo>
                    <a:pt x="1635557" y="0"/>
                  </a:moveTo>
                  <a:lnTo>
                    <a:pt x="3266317" y="0"/>
                  </a:lnTo>
                  <a:lnTo>
                    <a:pt x="3266317" y="1630760"/>
                  </a:lnTo>
                  <a:cubicBezTo>
                    <a:pt x="3266317" y="2025955"/>
                    <a:pt x="3126159" y="2388411"/>
                    <a:pt x="2892838" y="2671131"/>
                  </a:cubicBezTo>
                  <a:lnTo>
                    <a:pt x="2833348" y="2736586"/>
                  </a:lnTo>
                  <a:lnTo>
                    <a:pt x="0" y="2736586"/>
                  </a:lnTo>
                  <a:lnTo>
                    <a:pt x="0" y="1635558"/>
                  </a:lnTo>
                  <a:cubicBezTo>
                    <a:pt x="0" y="732255"/>
                    <a:pt x="732254" y="0"/>
                    <a:pt x="1635557" y="0"/>
                  </a:cubicBezTo>
                  <a:close/>
                </a:path>
              </a:pathLst>
            </a:custGeom>
            <a:solidFill>
              <a:schemeClr val="accent1">
                <a:lumMod val="60000"/>
                <a:lumOff val="40000"/>
                <a:alpha val="60000"/>
              </a:schemeClr>
            </a:solidFill>
            <a:ln w="9331" cap="flat">
              <a:noFill/>
              <a:prstDash val="solid"/>
              <a:miter/>
            </a:ln>
          </p:spPr>
          <p:txBody>
            <a:bodyPr rtlCol="0" anchor="ctr"/>
            <a:lstStyle/>
            <a:p>
              <a:pPr lvl="0"/>
              <a:endParaRPr lang="en-US" dirty="0"/>
            </a:p>
          </p:txBody>
        </p:sp>
        <p:sp>
          <p:nvSpPr>
            <p:cNvPr id="17" name="Freeform: Shape 16">
              <a:extLst>
                <a:ext uri="{FF2B5EF4-FFF2-40B4-BE49-F238E27FC236}">
                  <a16:creationId xmlns:a16="http://schemas.microsoft.com/office/drawing/2014/main" id="{A985F09D-6969-44D0-B04F-4EDE0FEDAF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755674" y="3386384"/>
              <a:ext cx="436325" cy="1309674"/>
            </a:xfrm>
            <a:custGeom>
              <a:avLst/>
              <a:gdLst>
                <a:gd name="connsiteX0" fmla="*/ 470325 w 477612"/>
                <a:gd name="connsiteY0" fmla="*/ 0 h 1433600"/>
                <a:gd name="connsiteX1" fmla="*/ 475607 w 477612"/>
                <a:gd name="connsiteY1" fmla="*/ 3701 h 1433600"/>
                <a:gd name="connsiteX2" fmla="*/ 477612 w 477612"/>
                <a:gd name="connsiteY2" fmla="*/ 5160 h 1433600"/>
                <a:gd name="connsiteX3" fmla="*/ 477612 w 477612"/>
                <a:gd name="connsiteY3" fmla="*/ 1428441 h 1433600"/>
                <a:gd name="connsiteX4" fmla="*/ 475607 w 477612"/>
                <a:gd name="connsiteY4" fmla="*/ 1429900 h 1433600"/>
                <a:gd name="connsiteX5" fmla="*/ 470325 w 477612"/>
                <a:gd name="connsiteY5" fmla="*/ 1433600 h 1433600"/>
                <a:gd name="connsiteX6" fmla="*/ 0 w 477612"/>
                <a:gd name="connsiteY6" fmla="*/ 716800 h 1433600"/>
                <a:gd name="connsiteX7" fmla="*/ 470325 w 477612"/>
                <a:gd name="connsiteY7" fmla="*/ 0 h 143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7612" h="1433600">
                  <a:moveTo>
                    <a:pt x="470325" y="0"/>
                  </a:moveTo>
                  <a:cubicBezTo>
                    <a:pt x="470325" y="0"/>
                    <a:pt x="472162" y="1254"/>
                    <a:pt x="475607" y="3701"/>
                  </a:cubicBezTo>
                  <a:lnTo>
                    <a:pt x="477612" y="5160"/>
                  </a:lnTo>
                  <a:lnTo>
                    <a:pt x="477612" y="1428441"/>
                  </a:lnTo>
                  <a:lnTo>
                    <a:pt x="475607" y="1429900"/>
                  </a:lnTo>
                  <a:cubicBezTo>
                    <a:pt x="472162" y="1432347"/>
                    <a:pt x="470325" y="1433600"/>
                    <a:pt x="470325" y="1433600"/>
                  </a:cubicBezTo>
                  <a:cubicBezTo>
                    <a:pt x="470325" y="1433600"/>
                    <a:pt x="0" y="1112672"/>
                    <a:pt x="0" y="716800"/>
                  </a:cubicBezTo>
                  <a:cubicBezTo>
                    <a:pt x="0" y="320929"/>
                    <a:pt x="470325" y="0"/>
                    <a:pt x="470325" y="0"/>
                  </a:cubicBezTo>
                  <a:close/>
                </a:path>
              </a:pathLst>
            </a:custGeom>
            <a:pattFill prst="pct5">
              <a:fgClr>
                <a:schemeClr val="accent4">
                  <a:lumMod val="20000"/>
                  <a:lumOff val="80000"/>
                </a:schemeClr>
              </a:fgClr>
              <a:bgClr>
                <a:schemeClr val="accent4">
                  <a:lumMod val="60000"/>
                  <a:lumOff val="40000"/>
                </a:schemeClr>
              </a:bgClr>
            </a:pattFill>
            <a:ln w="9525" cap="flat">
              <a:noFill/>
              <a:prstDash val="solid"/>
              <a:miter/>
            </a:ln>
          </p:spPr>
          <p:txBody>
            <a:bodyPr rtlCol="0" anchor="ctr"/>
            <a:lstStyle/>
            <a:p>
              <a:pPr lvl="0"/>
              <a:endParaRPr lang="en-US" dirty="0"/>
            </a:p>
          </p:txBody>
        </p:sp>
        <p:sp>
          <p:nvSpPr>
            <p:cNvPr id="18" name="Graphic 9">
              <a:extLst>
                <a:ext uri="{FF2B5EF4-FFF2-40B4-BE49-F238E27FC236}">
                  <a16:creationId xmlns:a16="http://schemas.microsoft.com/office/drawing/2014/main" id="{003913A0-A3C0-4ED8-8920-318068FBC4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385870" y="791588"/>
              <a:ext cx="3232012" cy="3232012"/>
            </a:xfrm>
            <a:custGeom>
              <a:avLst/>
              <a:gdLst>
                <a:gd name="connsiteX0" fmla="*/ 6861546 w 6861545"/>
                <a:gd name="connsiteY0" fmla="*/ 6861546 h 6861545"/>
                <a:gd name="connsiteX1" fmla="*/ 3435812 w 6861545"/>
                <a:gd name="connsiteY1" fmla="*/ 6861546 h 6861545"/>
                <a:gd name="connsiteX2" fmla="*/ 0 w 6861545"/>
                <a:gd name="connsiteY2" fmla="*/ 3425734 h 6861545"/>
                <a:gd name="connsiteX3" fmla="*/ 0 w 6861545"/>
                <a:gd name="connsiteY3" fmla="*/ 0 h 6861545"/>
                <a:gd name="connsiteX4" fmla="*/ 3425734 w 6861545"/>
                <a:gd name="connsiteY4" fmla="*/ 0 h 6861545"/>
                <a:gd name="connsiteX5" fmla="*/ 6861546 w 6861545"/>
                <a:gd name="connsiteY5" fmla="*/ 3435812 h 6861545"/>
                <a:gd name="connsiteX6" fmla="*/ 6861546 w 6861545"/>
                <a:gd name="connsiteY6" fmla="*/ 6861546 h 686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1545" h="6861545">
                  <a:moveTo>
                    <a:pt x="6861546" y="6861546"/>
                  </a:moveTo>
                  <a:lnTo>
                    <a:pt x="3435812" y="6861546"/>
                  </a:lnTo>
                  <a:cubicBezTo>
                    <a:pt x="1538245" y="6861546"/>
                    <a:pt x="0" y="5323301"/>
                    <a:pt x="0" y="3425734"/>
                  </a:cubicBezTo>
                  <a:lnTo>
                    <a:pt x="0" y="0"/>
                  </a:lnTo>
                  <a:lnTo>
                    <a:pt x="3425734" y="0"/>
                  </a:lnTo>
                  <a:cubicBezTo>
                    <a:pt x="5323301" y="0"/>
                    <a:pt x="6861546" y="1538245"/>
                    <a:pt x="6861546" y="3435812"/>
                  </a:cubicBezTo>
                  <a:lnTo>
                    <a:pt x="6861546" y="6861546"/>
                  </a:lnTo>
                  <a:close/>
                </a:path>
              </a:pathLst>
            </a:custGeom>
            <a:pattFill prst="pct5">
              <a:fgClr>
                <a:schemeClr val="accent4">
                  <a:lumMod val="60000"/>
                  <a:lumOff val="40000"/>
                </a:schemeClr>
              </a:fgClr>
              <a:bgClr>
                <a:schemeClr val="accent1">
                  <a:lumMod val="75000"/>
                </a:schemeClr>
              </a:bgClr>
            </a:pattFill>
            <a:ln w="9525" cap="flat">
              <a:noFill/>
              <a:prstDash val="solid"/>
              <a:miter/>
            </a:ln>
          </p:spPr>
          <p:txBody>
            <a:bodyPr rtlCol="0" anchor="ctr"/>
            <a:lstStyle/>
            <a:p>
              <a:pPr lvl="0"/>
              <a:endParaRPr lang="en-US"/>
            </a:p>
          </p:txBody>
        </p:sp>
      </p:grpSp>
      <p:sp>
        <p:nvSpPr>
          <p:cNvPr id="20" name="Texture">
            <a:extLst>
              <a:ext uri="{FF2B5EF4-FFF2-40B4-BE49-F238E27FC236}">
                <a16:creationId xmlns:a16="http://schemas.microsoft.com/office/drawing/2014/main" id="{7FE1D329-7CB2-4DF5-B0C0-36DD19EBC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blipFill dpi="0" rotWithShape="1">
            <a:blip r:embed="rId2">
              <a:alphaModFix amt="6000"/>
            </a:blip>
            <a:srcRect/>
            <a:tile tx="0" ty="0" sx="100000" sy="100000" flip="none" algn="tl"/>
          </a:blipFill>
          <a:ln w="9525" cap="flat">
            <a:noFill/>
            <a:prstDash val="solid"/>
            <a:miter/>
          </a:ln>
        </p:spPr>
        <p:txBody>
          <a:bodyPr rtlCol="0" anchor="ctr"/>
          <a:lstStyle/>
          <a:p>
            <a:endParaRPr lang="en-US" dirty="0"/>
          </a:p>
        </p:txBody>
      </p:sp>
      <p:sp useBgFill="1">
        <p:nvSpPr>
          <p:cNvPr id="22" name="Background Fill">
            <a:extLst>
              <a:ext uri="{FF2B5EF4-FFF2-40B4-BE49-F238E27FC236}">
                <a16:creationId xmlns:a16="http://schemas.microsoft.com/office/drawing/2014/main" id="{A7971386-B2B0-4A38-8D3B-8CF23AAA6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9525" cap="flat">
            <a:noFill/>
            <a:prstDash val="solid"/>
            <a:miter/>
          </a:ln>
        </p:spPr>
        <p:txBody>
          <a:bodyPr rtlCol="0" anchor="ctr"/>
          <a:lstStyle/>
          <a:p>
            <a:endParaRPr lang="en-US">
              <a:solidFill>
                <a:schemeClr val="tx1"/>
              </a:solidFill>
            </a:endParaRPr>
          </a:p>
        </p:txBody>
      </p:sp>
      <p:sp>
        <p:nvSpPr>
          <p:cNvPr id="24" name="Color Fill">
            <a:extLst>
              <a:ext uri="{FF2B5EF4-FFF2-40B4-BE49-F238E27FC236}">
                <a16:creationId xmlns:a16="http://schemas.microsoft.com/office/drawing/2014/main" id="{8BECD55C-E611-4BCD-B45E-BF01D62348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lumMod val="75000"/>
              <a:lumOff val="25000"/>
              <a:alpha val="40000"/>
            </a:schemeClr>
          </a:solidFill>
          <a:ln w="9525" cap="flat">
            <a:noFill/>
            <a:prstDash val="solid"/>
            <a:miter/>
          </a:ln>
        </p:spPr>
        <p:txBody>
          <a:bodyPr rtlCol="0" anchor="ctr"/>
          <a:lstStyle/>
          <a:p>
            <a:endParaRPr lang="en-US" dirty="0">
              <a:solidFill>
                <a:schemeClr val="bg2">
                  <a:lumMod val="75000"/>
                  <a:lumOff val="25000"/>
                </a:schemeClr>
              </a:solidFill>
            </a:endParaRPr>
          </a:p>
        </p:txBody>
      </p:sp>
      <p:sp>
        <p:nvSpPr>
          <p:cNvPr id="26" name="Graphic 9">
            <a:extLst>
              <a:ext uri="{FF2B5EF4-FFF2-40B4-BE49-F238E27FC236}">
                <a16:creationId xmlns:a16="http://schemas.microsoft.com/office/drawing/2014/main" id="{1B8F0E52-7B96-44E2-BC48-F2D2BAC461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2379" y="16681"/>
            <a:ext cx="6905281" cy="6827374"/>
          </a:xfrm>
          <a:custGeom>
            <a:avLst/>
            <a:gdLst>
              <a:gd name="connsiteX0" fmla="*/ 6861546 w 6861545"/>
              <a:gd name="connsiteY0" fmla="*/ 6861546 h 6861545"/>
              <a:gd name="connsiteX1" fmla="*/ 3435812 w 6861545"/>
              <a:gd name="connsiteY1" fmla="*/ 6861546 h 6861545"/>
              <a:gd name="connsiteX2" fmla="*/ 0 w 6861545"/>
              <a:gd name="connsiteY2" fmla="*/ 3425734 h 6861545"/>
              <a:gd name="connsiteX3" fmla="*/ 0 w 6861545"/>
              <a:gd name="connsiteY3" fmla="*/ 0 h 6861545"/>
              <a:gd name="connsiteX4" fmla="*/ 3425734 w 6861545"/>
              <a:gd name="connsiteY4" fmla="*/ 0 h 6861545"/>
              <a:gd name="connsiteX5" fmla="*/ 6861546 w 6861545"/>
              <a:gd name="connsiteY5" fmla="*/ 3435812 h 6861545"/>
              <a:gd name="connsiteX6" fmla="*/ 6861546 w 6861545"/>
              <a:gd name="connsiteY6" fmla="*/ 6861546 h 686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1545" h="6861545">
                <a:moveTo>
                  <a:pt x="6861546" y="6861546"/>
                </a:moveTo>
                <a:lnTo>
                  <a:pt x="3435812" y="6861546"/>
                </a:lnTo>
                <a:cubicBezTo>
                  <a:pt x="1538245" y="6861546"/>
                  <a:pt x="0" y="5323301"/>
                  <a:pt x="0" y="3425734"/>
                </a:cubicBezTo>
                <a:lnTo>
                  <a:pt x="0" y="0"/>
                </a:lnTo>
                <a:lnTo>
                  <a:pt x="3425734" y="0"/>
                </a:lnTo>
                <a:cubicBezTo>
                  <a:pt x="5323301" y="0"/>
                  <a:pt x="6861546" y="1538245"/>
                  <a:pt x="6861546" y="3435812"/>
                </a:cubicBezTo>
                <a:lnTo>
                  <a:pt x="6861546" y="6861546"/>
                </a:lnTo>
                <a:close/>
              </a:path>
            </a:pathLst>
          </a:custGeom>
          <a:solidFill>
            <a:srgbClr val="FFFFFF"/>
          </a:solidFill>
          <a:ln w="38100" cap="flat">
            <a:solidFill>
              <a:srgbClr val="F7F7F7"/>
            </a:solidFill>
            <a:prstDash val="solid"/>
            <a:miter/>
          </a:ln>
        </p:spPr>
        <p:txBody>
          <a:bodyPr rtlCol="0" anchor="ctr"/>
          <a:lstStyle/>
          <a:p>
            <a:endParaRPr lang="en-US" dirty="0"/>
          </a:p>
        </p:txBody>
      </p:sp>
      <p:sp>
        <p:nvSpPr>
          <p:cNvPr id="28" name="Texture">
            <a:extLst>
              <a:ext uri="{FF2B5EF4-FFF2-40B4-BE49-F238E27FC236}">
                <a16:creationId xmlns:a16="http://schemas.microsoft.com/office/drawing/2014/main" id="{0D29D77D-2D4E-4868-960B-BEDA724F5C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blipFill dpi="0" rotWithShape="1">
            <a:blip r:embed="rId2">
              <a:alphaModFix amt="6000"/>
            </a:blip>
            <a:srcRect/>
            <a:tile tx="0" ty="0" sx="100000" sy="100000" flip="none" algn="tl"/>
          </a:blip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A8AB9514-DE3D-A7A3-CC19-DA721C6C35A6}"/>
              </a:ext>
            </a:extLst>
          </p:cNvPr>
          <p:cNvSpPr>
            <a:spLocks noGrp="1"/>
          </p:cNvSpPr>
          <p:nvPr>
            <p:ph type="title"/>
          </p:nvPr>
        </p:nvSpPr>
        <p:spPr>
          <a:xfrm>
            <a:off x="457200" y="676656"/>
            <a:ext cx="4563482" cy="3063240"/>
          </a:xfrm>
        </p:spPr>
        <p:txBody>
          <a:bodyPr vert="horz" lIns="91440" tIns="45720" rIns="91440" bIns="45720" rtlCol="0" anchor="b">
            <a:normAutofit/>
          </a:bodyPr>
          <a:lstStyle/>
          <a:p>
            <a:r>
              <a:rPr lang="en-US" sz="5400"/>
              <a:t>Thanks</a:t>
            </a:r>
          </a:p>
        </p:txBody>
      </p:sp>
      <p:pic>
        <p:nvPicPr>
          <p:cNvPr id="6" name="Graphic 5" descr="Smiling Face with No Fill">
            <a:extLst>
              <a:ext uri="{FF2B5EF4-FFF2-40B4-BE49-F238E27FC236}">
                <a16:creationId xmlns:a16="http://schemas.microsoft.com/office/drawing/2014/main" id="{2A91B281-E91D-5327-8CD4-656C73C6D60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2448" y="1271159"/>
            <a:ext cx="4610529" cy="4610529"/>
          </a:xfrm>
          <a:prstGeom prst="rect">
            <a:avLst/>
          </a:prstGeom>
        </p:spPr>
      </p:pic>
    </p:spTree>
    <p:extLst>
      <p:ext uri="{BB962C8B-B14F-4D97-AF65-F5344CB8AC3E}">
        <p14:creationId xmlns:p14="http://schemas.microsoft.com/office/powerpoint/2010/main" val="3106218103"/>
      </p:ext>
    </p:extLst>
  </p:cSld>
  <p:clrMapOvr>
    <a:masterClrMapping/>
  </p:clrMapOvr>
</p:sld>
</file>

<file path=ppt/theme/theme1.xml><?xml version="1.0" encoding="utf-8"?>
<a:theme xmlns:a="http://schemas.openxmlformats.org/drawingml/2006/main" name="TropicVTI">
  <a:themeElements>
    <a:clrScheme name="AnalogousFromLightSeedLeftStep">
      <a:dk1>
        <a:srgbClr val="000000"/>
      </a:dk1>
      <a:lt1>
        <a:srgbClr val="FFFFFF"/>
      </a:lt1>
      <a:dk2>
        <a:srgbClr val="243041"/>
      </a:dk2>
      <a:lt2>
        <a:srgbClr val="E8E8E2"/>
      </a:lt2>
      <a:accent1>
        <a:srgbClr val="9796C6"/>
      </a:accent1>
      <a:accent2>
        <a:srgbClr val="7F96BA"/>
      </a:accent2>
      <a:accent3>
        <a:srgbClr val="7DACB7"/>
      </a:accent3>
      <a:accent4>
        <a:srgbClr val="78AFA3"/>
      </a:accent4>
      <a:accent5>
        <a:srgbClr val="83AE92"/>
      </a:accent5>
      <a:accent6>
        <a:srgbClr val="7DB27A"/>
      </a:accent6>
      <a:hlink>
        <a:srgbClr val="848651"/>
      </a:hlink>
      <a:folHlink>
        <a:srgbClr val="7F7F7F"/>
      </a:folHlink>
    </a:clrScheme>
    <a:fontScheme name="Tropic">
      <a:majorFont>
        <a:latin typeface="Gill Sans Nova"/>
        <a:ea typeface=""/>
        <a:cs typeface=""/>
      </a:majorFont>
      <a:minorFont>
        <a:latin typeface="Gill Sans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ropicVTI" id="{DE8751F2-0439-4D1D-A674-AFC241C9701D}" vid="{C41D9140-98E0-4A26-97C4-97FDCB8D6E0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211</TotalTime>
  <Words>1720</Words>
  <Application>Microsoft Office PowerPoint</Application>
  <PresentationFormat>Widescreen</PresentationFormat>
  <Paragraphs>170</Paragraphs>
  <Slides>29</Slides>
  <Notes>0</Notes>
  <HiddenSlides>0</HiddenSlides>
  <MMClips>1</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29</vt:i4>
      </vt:variant>
    </vt:vector>
  </HeadingPairs>
  <TitlesOfParts>
    <vt:vector size="36" baseType="lpstr">
      <vt:lpstr>Arial</vt:lpstr>
      <vt:lpstr>Calibri</vt:lpstr>
      <vt:lpstr>Calibri Light</vt:lpstr>
      <vt:lpstr>Gill Sans Nova</vt:lpstr>
      <vt:lpstr>Times New Roman</vt:lpstr>
      <vt:lpstr>TropicVTI</vt:lpstr>
      <vt:lpstr>Office Theme</vt:lpstr>
      <vt:lpstr>Descriptive and Analytical</vt:lpstr>
      <vt:lpstr>MCQ -1</vt:lpstr>
      <vt:lpstr>MCQ -2</vt:lpstr>
      <vt:lpstr>MCQ - 3</vt:lpstr>
      <vt:lpstr>MCQ - 4</vt:lpstr>
      <vt:lpstr>MCQ - 5</vt:lpstr>
      <vt:lpstr>Steps</vt:lpstr>
      <vt:lpstr>Measurement of disease</vt:lpstr>
      <vt:lpstr>Cross-sectional studies</vt:lpstr>
      <vt:lpstr>Cross-sectional studies</vt:lpstr>
      <vt:lpstr>Limitations</vt:lpstr>
      <vt:lpstr>Longitudinal studies</vt:lpstr>
      <vt:lpstr>Longitudinal studies</vt:lpstr>
      <vt:lpstr>Comparing known indices</vt:lpstr>
      <vt:lpstr>Formulation of a hypothesis</vt:lpstr>
      <vt:lpstr>Research question</vt:lpstr>
      <vt:lpstr>Uses of descriptive epidemiology</vt:lpstr>
      <vt:lpstr>Analytical Epidemiology</vt:lpstr>
      <vt:lpstr>Types</vt:lpstr>
      <vt:lpstr>Introduction</vt:lpstr>
      <vt:lpstr>Cases &amp; Controls</vt:lpstr>
      <vt:lpstr>Basic design</vt:lpstr>
      <vt:lpstr>Basic steps</vt:lpstr>
      <vt:lpstr>Selection of cases</vt:lpstr>
      <vt:lpstr>Sources of cases</vt:lpstr>
      <vt:lpstr>Selection of controls</vt:lpstr>
      <vt:lpstr>Sources of Control</vt:lpstr>
      <vt:lpstr>Sources of Control</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Descriptive and Analytical</dc:title>
  <dc:creator>mukul maheshwari</dc:creator>
  <cp:lastModifiedBy>mukul maheshwari</cp:lastModifiedBy>
  <cp:revision>2</cp:revision>
  <dcterms:created xsi:type="dcterms:W3CDTF">2023-06-05T11:59:32Z</dcterms:created>
  <dcterms:modified xsi:type="dcterms:W3CDTF">2024-05-01T19:38:00Z</dcterms:modified>
</cp:coreProperties>
</file>