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72" r:id="rId3"/>
    <p:sldId id="257" r:id="rId4"/>
    <p:sldId id="258" r:id="rId5"/>
    <p:sldId id="259" r:id="rId6"/>
    <p:sldId id="260" r:id="rId7"/>
    <p:sldId id="261" r:id="rId8"/>
    <p:sldId id="262" r:id="rId9"/>
    <p:sldId id="263" r:id="rId10"/>
    <p:sldId id="264" r:id="rId11"/>
    <p:sldId id="265" r:id="rId12"/>
    <p:sldId id="266" r:id="rId13"/>
    <p:sldId id="267" r:id="rId14"/>
    <p:sldId id="268"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70" r:id="rId30"/>
    <p:sldId id="271" r:id="rId31"/>
    <p:sldId id="287" r:id="rId32"/>
    <p:sldId id="288" r:id="rId33"/>
    <p:sldId id="26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14CEB3-8333-49CF-B7AF-FCBA5E0A5536}" v="22" dt="2024-05-22T10:22:38.0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109" d="100"/>
          <a:sy n="109" d="100"/>
        </p:scale>
        <p:origin x="6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8D14CEB3-8333-49CF-B7AF-FCBA5E0A5536}"/>
    <pc:docChg chg="undo custSel addSld modSld">
      <pc:chgData name="mukul maheshwari" userId="12cb43e2ca5f0d2c" providerId="LiveId" clId="{8D14CEB3-8333-49CF-B7AF-FCBA5E0A5536}" dt="2025-03-04T07:43:20.720" v="113" actId="14100"/>
      <pc:docMkLst>
        <pc:docMk/>
      </pc:docMkLst>
      <pc:sldChg chg="addSp delSp modSp mod setBg">
        <pc:chgData name="mukul maheshwari" userId="12cb43e2ca5f0d2c" providerId="LiveId" clId="{8D14CEB3-8333-49CF-B7AF-FCBA5E0A5536}" dt="2025-03-04T07:36:58.345" v="64" actId="255"/>
        <pc:sldMkLst>
          <pc:docMk/>
          <pc:sldMk cId="331976864" sldId="257"/>
        </pc:sldMkLst>
        <pc:spChg chg="mod">
          <ac:chgData name="mukul maheshwari" userId="12cb43e2ca5f0d2c" providerId="LiveId" clId="{8D14CEB3-8333-49CF-B7AF-FCBA5E0A5536}" dt="2025-03-04T07:36:43.370" v="61" actId="14100"/>
          <ac:spMkLst>
            <pc:docMk/>
            <pc:sldMk cId="331976864" sldId="257"/>
            <ac:spMk id="2" creationId="{F4AC1E9D-A85C-AF3A-D6C1-E072DA116533}"/>
          </ac:spMkLst>
        </pc:spChg>
        <pc:spChg chg="add del mod">
          <ac:chgData name="mukul maheshwari" userId="12cb43e2ca5f0d2c" providerId="LiveId" clId="{8D14CEB3-8333-49CF-B7AF-FCBA5E0A5536}" dt="2025-03-04T07:36:58.345" v="64" actId="255"/>
          <ac:spMkLst>
            <pc:docMk/>
            <pc:sldMk cId="331976864" sldId="257"/>
            <ac:spMk id="3" creationId="{241C3111-E7AD-FFF7-D0B1-A385798E466A}"/>
          </ac:spMkLst>
        </pc:spChg>
        <pc:spChg chg="add">
          <ac:chgData name="mukul maheshwari" userId="12cb43e2ca5f0d2c" providerId="LiveId" clId="{8D14CEB3-8333-49CF-B7AF-FCBA5E0A5536}" dt="2025-03-04T07:36:38.182" v="60" actId="26606"/>
          <ac:spMkLst>
            <pc:docMk/>
            <pc:sldMk cId="331976864" sldId="257"/>
            <ac:spMk id="8" creationId="{C51A08AC-F796-409C-AD97-8B476289EC51}"/>
          </ac:spMkLst>
        </pc:spChg>
        <pc:spChg chg="add del">
          <ac:chgData name="mukul maheshwari" userId="12cb43e2ca5f0d2c" providerId="LiveId" clId="{8D14CEB3-8333-49CF-B7AF-FCBA5E0A5536}" dt="2025-03-04T07:36:26.423" v="54" actId="26606"/>
          <ac:spMkLst>
            <pc:docMk/>
            <pc:sldMk cId="331976864" sldId="257"/>
            <ac:spMk id="9" creationId="{8181FC64-B306-4821-98E2-780662EFC486}"/>
          </ac:spMkLst>
        </pc:spChg>
        <pc:spChg chg="add del">
          <ac:chgData name="mukul maheshwari" userId="12cb43e2ca5f0d2c" providerId="LiveId" clId="{8D14CEB3-8333-49CF-B7AF-FCBA5E0A5536}" dt="2025-03-04T07:36:26.423" v="54" actId="26606"/>
          <ac:spMkLst>
            <pc:docMk/>
            <pc:sldMk cId="331976864" sldId="257"/>
            <ac:spMk id="11" creationId="{5871FC61-DD4E-47D4-81FD-8A7E7D12B371}"/>
          </ac:spMkLst>
        </pc:spChg>
        <pc:spChg chg="add del">
          <ac:chgData name="mukul maheshwari" userId="12cb43e2ca5f0d2c" providerId="LiveId" clId="{8D14CEB3-8333-49CF-B7AF-FCBA5E0A5536}" dt="2025-03-04T07:36:26.423" v="54" actId="26606"/>
          <ac:spMkLst>
            <pc:docMk/>
            <pc:sldMk cId="331976864" sldId="257"/>
            <ac:spMk id="13" creationId="{829A1E2C-5AC8-40FC-99E9-832069D39792}"/>
          </ac:spMkLst>
        </pc:spChg>
        <pc:spChg chg="add del">
          <ac:chgData name="mukul maheshwari" userId="12cb43e2ca5f0d2c" providerId="LiveId" clId="{8D14CEB3-8333-49CF-B7AF-FCBA5E0A5536}" dt="2025-03-04T07:36:26.423" v="54" actId="26606"/>
          <ac:spMkLst>
            <pc:docMk/>
            <pc:sldMk cId="331976864" sldId="257"/>
            <ac:spMk id="15" creationId="{55C54A75-E44A-4147-B9D0-FF46CFD31612}"/>
          </ac:spMkLst>
        </pc:spChg>
        <pc:spChg chg="add del">
          <ac:chgData name="mukul maheshwari" userId="12cb43e2ca5f0d2c" providerId="LiveId" clId="{8D14CEB3-8333-49CF-B7AF-FCBA5E0A5536}" dt="2025-03-04T07:36:27.495" v="56" actId="26606"/>
          <ac:spMkLst>
            <pc:docMk/>
            <pc:sldMk cId="331976864" sldId="257"/>
            <ac:spMk id="17" creationId="{36ACFB69-D148-449E-AC5A-C55AA20A7F7F}"/>
          </ac:spMkLst>
        </pc:spChg>
        <pc:spChg chg="add del">
          <ac:chgData name="mukul maheshwari" userId="12cb43e2ca5f0d2c" providerId="LiveId" clId="{8D14CEB3-8333-49CF-B7AF-FCBA5E0A5536}" dt="2025-03-04T07:36:27.495" v="56" actId="26606"/>
          <ac:spMkLst>
            <pc:docMk/>
            <pc:sldMk cId="331976864" sldId="257"/>
            <ac:spMk id="18" creationId="{47FC6A8B-34F9-40FB-AA2D-E34168F52850}"/>
          </ac:spMkLst>
        </pc:spChg>
        <pc:spChg chg="add del">
          <ac:chgData name="mukul maheshwari" userId="12cb43e2ca5f0d2c" providerId="LiveId" clId="{8D14CEB3-8333-49CF-B7AF-FCBA5E0A5536}" dt="2025-03-04T07:36:27.495" v="56" actId="26606"/>
          <ac:spMkLst>
            <pc:docMk/>
            <pc:sldMk cId="331976864" sldId="257"/>
            <ac:spMk id="19" creationId="{1EC86DB4-572A-4F71-AF8A-2395B4CA779F}"/>
          </ac:spMkLst>
        </pc:spChg>
        <pc:spChg chg="add del">
          <ac:chgData name="mukul maheshwari" userId="12cb43e2ca5f0d2c" providerId="LiveId" clId="{8D14CEB3-8333-49CF-B7AF-FCBA5E0A5536}" dt="2025-03-04T07:36:27.495" v="56" actId="26606"/>
          <ac:spMkLst>
            <pc:docMk/>
            <pc:sldMk cId="331976864" sldId="257"/>
            <ac:spMk id="20" creationId="{71BA53A4-C4B7-4189-9FC1-6350B1AB5DFE}"/>
          </ac:spMkLst>
        </pc:spChg>
        <pc:spChg chg="add del">
          <ac:chgData name="mukul maheshwari" userId="12cb43e2ca5f0d2c" providerId="LiveId" clId="{8D14CEB3-8333-49CF-B7AF-FCBA5E0A5536}" dt="2025-03-04T07:36:27.495" v="56" actId="26606"/>
          <ac:spMkLst>
            <pc:docMk/>
            <pc:sldMk cId="331976864" sldId="257"/>
            <ac:spMk id="21" creationId="{5558AD6E-B070-4640-AA07-87E208983ED8}"/>
          </ac:spMkLst>
        </pc:spChg>
        <pc:spChg chg="add del">
          <ac:chgData name="mukul maheshwari" userId="12cb43e2ca5f0d2c" providerId="LiveId" clId="{8D14CEB3-8333-49CF-B7AF-FCBA5E0A5536}" dt="2025-03-04T07:36:31.792" v="58" actId="26606"/>
          <ac:spMkLst>
            <pc:docMk/>
            <pc:sldMk cId="331976864" sldId="257"/>
            <ac:spMk id="24" creationId="{8181FC64-B306-4821-98E2-780662EFC486}"/>
          </ac:spMkLst>
        </pc:spChg>
        <pc:spChg chg="add del">
          <ac:chgData name="mukul maheshwari" userId="12cb43e2ca5f0d2c" providerId="LiveId" clId="{8D14CEB3-8333-49CF-B7AF-FCBA5E0A5536}" dt="2025-03-04T07:36:31.792" v="58" actId="26606"/>
          <ac:spMkLst>
            <pc:docMk/>
            <pc:sldMk cId="331976864" sldId="257"/>
            <ac:spMk id="25" creationId="{241C3111-E7AD-FFF7-D0B1-A385798E466A}"/>
          </ac:spMkLst>
        </pc:spChg>
        <pc:spChg chg="add del">
          <ac:chgData name="mukul maheshwari" userId="12cb43e2ca5f0d2c" providerId="LiveId" clId="{8D14CEB3-8333-49CF-B7AF-FCBA5E0A5536}" dt="2025-03-04T07:36:31.792" v="58" actId="26606"/>
          <ac:spMkLst>
            <pc:docMk/>
            <pc:sldMk cId="331976864" sldId="257"/>
            <ac:spMk id="26" creationId="{5871FC61-DD4E-47D4-81FD-8A7E7D12B371}"/>
          </ac:spMkLst>
        </pc:spChg>
        <pc:spChg chg="add del">
          <ac:chgData name="mukul maheshwari" userId="12cb43e2ca5f0d2c" providerId="LiveId" clId="{8D14CEB3-8333-49CF-B7AF-FCBA5E0A5536}" dt="2025-03-04T07:36:31.792" v="58" actId="26606"/>
          <ac:spMkLst>
            <pc:docMk/>
            <pc:sldMk cId="331976864" sldId="257"/>
            <ac:spMk id="27" creationId="{829A1E2C-5AC8-40FC-99E9-832069D39792}"/>
          </ac:spMkLst>
        </pc:spChg>
        <pc:spChg chg="add del">
          <ac:chgData name="mukul maheshwari" userId="12cb43e2ca5f0d2c" providerId="LiveId" clId="{8D14CEB3-8333-49CF-B7AF-FCBA5E0A5536}" dt="2025-03-04T07:36:31.792" v="58" actId="26606"/>
          <ac:spMkLst>
            <pc:docMk/>
            <pc:sldMk cId="331976864" sldId="257"/>
            <ac:spMk id="28" creationId="{55C54A75-E44A-4147-B9D0-FF46CFD31612}"/>
          </ac:spMkLst>
        </pc:spChg>
        <pc:grpChg chg="add">
          <ac:chgData name="mukul maheshwari" userId="12cb43e2ca5f0d2c" providerId="LiveId" clId="{8D14CEB3-8333-49CF-B7AF-FCBA5E0A5536}" dt="2025-03-04T07:36:38.182" v="60" actId="26606"/>
          <ac:grpSpMkLst>
            <pc:docMk/>
            <pc:sldMk cId="331976864" sldId="257"/>
            <ac:grpSpMk id="10" creationId="{1E1B312B-4E9A-405C-9CE8-10325438035E}"/>
          </ac:grpSpMkLst>
        </pc:grpChg>
        <pc:graphicFrameChg chg="add del">
          <ac:chgData name="mukul maheshwari" userId="12cb43e2ca5f0d2c" providerId="LiveId" clId="{8D14CEB3-8333-49CF-B7AF-FCBA5E0A5536}" dt="2025-03-04T07:36:27.495" v="56" actId="26606"/>
          <ac:graphicFrameMkLst>
            <pc:docMk/>
            <pc:sldMk cId="331976864" sldId="257"/>
            <ac:graphicFrameMk id="22" creationId="{C60A3327-92F8-E1B2-0337-DB5ED91D826A}"/>
          </ac:graphicFrameMkLst>
        </pc:graphicFrameChg>
        <pc:picChg chg="add del">
          <ac:chgData name="mukul maheshwari" userId="12cb43e2ca5f0d2c" providerId="LiveId" clId="{8D14CEB3-8333-49CF-B7AF-FCBA5E0A5536}" dt="2025-03-04T07:36:26.423" v="54" actId="26606"/>
          <ac:picMkLst>
            <pc:docMk/>
            <pc:sldMk cId="331976864" sldId="257"/>
            <ac:picMk id="5" creationId="{48F4AE49-A149-CE0B-8055-52E3EEEDE723}"/>
          </ac:picMkLst>
        </pc:picChg>
        <pc:picChg chg="add del">
          <ac:chgData name="mukul maheshwari" userId="12cb43e2ca5f0d2c" providerId="LiveId" clId="{8D14CEB3-8333-49CF-B7AF-FCBA5E0A5536}" dt="2025-03-04T07:36:31.792" v="58" actId="26606"/>
          <ac:picMkLst>
            <pc:docMk/>
            <pc:sldMk cId="331976864" sldId="257"/>
            <ac:picMk id="29" creationId="{48F4AE49-A149-CE0B-8055-52E3EEEDE723}"/>
          </ac:picMkLst>
        </pc:picChg>
      </pc:sldChg>
      <pc:sldChg chg="addSp delSp modSp mod setBg">
        <pc:chgData name="mukul maheshwari" userId="12cb43e2ca5f0d2c" providerId="LiveId" clId="{8D14CEB3-8333-49CF-B7AF-FCBA5E0A5536}" dt="2025-03-04T07:37:05.495" v="65" actId="26606"/>
        <pc:sldMkLst>
          <pc:docMk/>
          <pc:sldMk cId="936831845" sldId="258"/>
        </pc:sldMkLst>
        <pc:spChg chg="mod">
          <ac:chgData name="mukul maheshwari" userId="12cb43e2ca5f0d2c" providerId="LiveId" clId="{8D14CEB3-8333-49CF-B7AF-FCBA5E0A5536}" dt="2025-03-04T07:37:05.495" v="65" actId="26606"/>
          <ac:spMkLst>
            <pc:docMk/>
            <pc:sldMk cId="936831845" sldId="258"/>
            <ac:spMk id="2" creationId="{029A0D97-215A-344E-0866-6E43DD3AAAF0}"/>
          </ac:spMkLst>
        </pc:spChg>
        <pc:spChg chg="del">
          <ac:chgData name="mukul maheshwari" userId="12cb43e2ca5f0d2c" providerId="LiveId" clId="{8D14CEB3-8333-49CF-B7AF-FCBA5E0A5536}" dt="2025-03-04T07:37:05.495" v="65" actId="26606"/>
          <ac:spMkLst>
            <pc:docMk/>
            <pc:sldMk cId="936831845" sldId="258"/>
            <ac:spMk id="3" creationId="{0D3420B8-F7F6-87F5-9EE0-767464D9D088}"/>
          </ac:spMkLst>
        </pc:spChg>
        <pc:spChg chg="add">
          <ac:chgData name="mukul maheshwari" userId="12cb43e2ca5f0d2c" providerId="LiveId" clId="{8D14CEB3-8333-49CF-B7AF-FCBA5E0A5536}" dt="2025-03-04T07:37:05.495" v="65" actId="26606"/>
          <ac:spMkLst>
            <pc:docMk/>
            <pc:sldMk cId="936831845" sldId="258"/>
            <ac:spMk id="9" creationId="{AC14302F-E955-47D0-A56B-D1D1A6953B51}"/>
          </ac:spMkLst>
        </pc:spChg>
        <pc:grpChg chg="add">
          <ac:chgData name="mukul maheshwari" userId="12cb43e2ca5f0d2c" providerId="LiveId" clId="{8D14CEB3-8333-49CF-B7AF-FCBA5E0A5536}" dt="2025-03-04T07:37:05.495" v="65" actId="26606"/>
          <ac:grpSpMkLst>
            <pc:docMk/>
            <pc:sldMk cId="936831845" sldId="258"/>
            <ac:grpSpMk id="11" creationId="{DC310F6C-D8CB-4984-9F9B-BA18C171928E}"/>
          </ac:grpSpMkLst>
        </pc:grpChg>
        <pc:graphicFrameChg chg="add">
          <ac:chgData name="mukul maheshwari" userId="12cb43e2ca5f0d2c" providerId="LiveId" clId="{8D14CEB3-8333-49CF-B7AF-FCBA5E0A5536}" dt="2025-03-04T07:37:05.495" v="65" actId="26606"/>
          <ac:graphicFrameMkLst>
            <pc:docMk/>
            <pc:sldMk cId="936831845" sldId="258"/>
            <ac:graphicFrameMk id="5" creationId="{CE9F03A4-A461-EC54-1869-BB125E0B6700}"/>
          </ac:graphicFrameMkLst>
        </pc:graphicFrameChg>
      </pc:sldChg>
      <pc:sldChg chg="addSp modSp mod setBg">
        <pc:chgData name="mukul maheshwari" userId="12cb43e2ca5f0d2c" providerId="LiveId" clId="{8D14CEB3-8333-49CF-B7AF-FCBA5E0A5536}" dt="2025-03-04T07:38:03.372" v="70" actId="255"/>
        <pc:sldMkLst>
          <pc:docMk/>
          <pc:sldMk cId="934829908" sldId="259"/>
        </pc:sldMkLst>
        <pc:spChg chg="mod">
          <ac:chgData name="mukul maheshwari" userId="12cb43e2ca5f0d2c" providerId="LiveId" clId="{8D14CEB3-8333-49CF-B7AF-FCBA5E0A5536}" dt="2025-03-04T07:37:47.772" v="66" actId="26606"/>
          <ac:spMkLst>
            <pc:docMk/>
            <pc:sldMk cId="934829908" sldId="259"/>
            <ac:spMk id="2" creationId="{16B13753-9E6E-083B-A348-9EF73E60AE56}"/>
          </ac:spMkLst>
        </pc:spChg>
        <pc:spChg chg="mod">
          <ac:chgData name="mukul maheshwari" userId="12cb43e2ca5f0d2c" providerId="LiveId" clId="{8D14CEB3-8333-49CF-B7AF-FCBA5E0A5536}" dt="2025-03-04T07:38:03.372" v="70" actId="255"/>
          <ac:spMkLst>
            <pc:docMk/>
            <pc:sldMk cId="934829908" sldId="259"/>
            <ac:spMk id="3" creationId="{C1146FC6-FDF3-4F74-F765-2BC856B847BC}"/>
          </ac:spMkLst>
        </pc:spChg>
        <pc:spChg chg="add">
          <ac:chgData name="mukul maheshwari" userId="12cb43e2ca5f0d2c" providerId="LiveId" clId="{8D14CEB3-8333-49CF-B7AF-FCBA5E0A5536}" dt="2025-03-04T07:37:47.772" v="66" actId="26606"/>
          <ac:spMkLst>
            <pc:docMk/>
            <pc:sldMk cId="934829908" sldId="259"/>
            <ac:spMk id="8" creationId="{C51A08AC-F796-409C-AD97-8B476289EC51}"/>
          </ac:spMkLst>
        </pc:spChg>
        <pc:grpChg chg="add">
          <ac:chgData name="mukul maheshwari" userId="12cb43e2ca5f0d2c" providerId="LiveId" clId="{8D14CEB3-8333-49CF-B7AF-FCBA5E0A5536}" dt="2025-03-04T07:37:47.772" v="66" actId="26606"/>
          <ac:grpSpMkLst>
            <pc:docMk/>
            <pc:sldMk cId="934829908" sldId="259"/>
            <ac:grpSpMk id="10" creationId="{1E1B312B-4E9A-405C-9CE8-10325438035E}"/>
          </ac:grpSpMkLst>
        </pc:grpChg>
      </pc:sldChg>
      <pc:sldChg chg="addSp modSp mod setBg">
        <pc:chgData name="mukul maheshwari" userId="12cb43e2ca5f0d2c" providerId="LiveId" clId="{8D14CEB3-8333-49CF-B7AF-FCBA5E0A5536}" dt="2025-03-04T07:38:27.145" v="76" actId="255"/>
        <pc:sldMkLst>
          <pc:docMk/>
          <pc:sldMk cId="4017525010" sldId="260"/>
        </pc:sldMkLst>
        <pc:spChg chg="mod">
          <ac:chgData name="mukul maheshwari" userId="12cb43e2ca5f0d2c" providerId="LiveId" clId="{8D14CEB3-8333-49CF-B7AF-FCBA5E0A5536}" dt="2025-03-04T07:38:14.485" v="72" actId="14100"/>
          <ac:spMkLst>
            <pc:docMk/>
            <pc:sldMk cId="4017525010" sldId="260"/>
            <ac:spMk id="2" creationId="{E14853BC-9133-0FD9-EBFB-5A5C5B1255E2}"/>
          </ac:spMkLst>
        </pc:spChg>
        <pc:spChg chg="mod">
          <ac:chgData name="mukul maheshwari" userId="12cb43e2ca5f0d2c" providerId="LiveId" clId="{8D14CEB3-8333-49CF-B7AF-FCBA5E0A5536}" dt="2025-03-04T07:38:27.145" v="76" actId="255"/>
          <ac:spMkLst>
            <pc:docMk/>
            <pc:sldMk cId="4017525010" sldId="260"/>
            <ac:spMk id="3" creationId="{D1BE1070-3A62-BE8F-0902-D2C4A370FC46}"/>
          </ac:spMkLst>
        </pc:spChg>
        <pc:spChg chg="add">
          <ac:chgData name="mukul maheshwari" userId="12cb43e2ca5f0d2c" providerId="LiveId" clId="{8D14CEB3-8333-49CF-B7AF-FCBA5E0A5536}" dt="2025-03-04T07:38:10.423" v="71" actId="26606"/>
          <ac:spMkLst>
            <pc:docMk/>
            <pc:sldMk cId="4017525010" sldId="260"/>
            <ac:spMk id="8" creationId="{593B4D24-F4A8-4141-A20A-E0575D199633}"/>
          </ac:spMkLst>
        </pc:spChg>
        <pc:grpChg chg="add">
          <ac:chgData name="mukul maheshwari" userId="12cb43e2ca5f0d2c" providerId="LiveId" clId="{8D14CEB3-8333-49CF-B7AF-FCBA5E0A5536}" dt="2025-03-04T07:38:10.423" v="71" actId="26606"/>
          <ac:grpSpMkLst>
            <pc:docMk/>
            <pc:sldMk cId="4017525010" sldId="260"/>
            <ac:grpSpMk id="10" creationId="{6CCEEF8A-4A3A-4B35-AA57-D804767F5AD9}"/>
          </ac:grpSpMkLst>
        </pc:grpChg>
      </pc:sldChg>
      <pc:sldChg chg="addSp modSp mod setBg">
        <pc:chgData name="mukul maheshwari" userId="12cb43e2ca5f0d2c" providerId="LiveId" clId="{8D14CEB3-8333-49CF-B7AF-FCBA5E0A5536}" dt="2025-03-04T07:39:18.815" v="83" actId="1076"/>
        <pc:sldMkLst>
          <pc:docMk/>
          <pc:sldMk cId="191519138" sldId="261"/>
        </pc:sldMkLst>
        <pc:spChg chg="mod">
          <ac:chgData name="mukul maheshwari" userId="12cb43e2ca5f0d2c" providerId="LiveId" clId="{8D14CEB3-8333-49CF-B7AF-FCBA5E0A5536}" dt="2025-03-04T07:39:14.901" v="82" actId="27636"/>
          <ac:spMkLst>
            <pc:docMk/>
            <pc:sldMk cId="191519138" sldId="261"/>
            <ac:spMk id="2" creationId="{DE2D6E47-DE5E-52F2-A163-4FE4857E13B7}"/>
          </ac:spMkLst>
        </pc:spChg>
        <pc:spChg chg="mod">
          <ac:chgData name="mukul maheshwari" userId="12cb43e2ca5f0d2c" providerId="LiveId" clId="{8D14CEB3-8333-49CF-B7AF-FCBA5E0A5536}" dt="2025-03-04T07:39:18.815" v="83" actId="1076"/>
          <ac:spMkLst>
            <pc:docMk/>
            <pc:sldMk cId="191519138" sldId="261"/>
            <ac:spMk id="3" creationId="{6CD4B75E-BD54-035C-9840-79B20F76B56C}"/>
          </ac:spMkLst>
        </pc:spChg>
        <pc:spChg chg="add">
          <ac:chgData name="mukul maheshwari" userId="12cb43e2ca5f0d2c" providerId="LiveId" clId="{8D14CEB3-8333-49CF-B7AF-FCBA5E0A5536}" dt="2025-03-04T07:38:54.746" v="77" actId="26606"/>
          <ac:spMkLst>
            <pc:docMk/>
            <pc:sldMk cId="191519138" sldId="261"/>
            <ac:spMk id="8" creationId="{593B4D24-F4A8-4141-A20A-E0575D199633}"/>
          </ac:spMkLst>
        </pc:spChg>
        <pc:grpChg chg="add">
          <ac:chgData name="mukul maheshwari" userId="12cb43e2ca5f0d2c" providerId="LiveId" clId="{8D14CEB3-8333-49CF-B7AF-FCBA5E0A5536}" dt="2025-03-04T07:38:54.746" v="77" actId="26606"/>
          <ac:grpSpMkLst>
            <pc:docMk/>
            <pc:sldMk cId="191519138" sldId="261"/>
            <ac:grpSpMk id="10" creationId="{6CCEEF8A-4A3A-4B35-AA57-D804767F5AD9}"/>
          </ac:grpSpMkLst>
        </pc:grpChg>
      </pc:sldChg>
      <pc:sldChg chg="addSp modSp mod setBg">
        <pc:chgData name="mukul maheshwari" userId="12cb43e2ca5f0d2c" providerId="LiveId" clId="{8D14CEB3-8333-49CF-B7AF-FCBA5E0A5536}" dt="2025-03-04T07:40:06.169" v="87" actId="14100"/>
        <pc:sldMkLst>
          <pc:docMk/>
          <pc:sldMk cId="1454291483" sldId="262"/>
        </pc:sldMkLst>
        <pc:spChg chg="mod">
          <ac:chgData name="mukul maheshwari" userId="12cb43e2ca5f0d2c" providerId="LiveId" clId="{8D14CEB3-8333-49CF-B7AF-FCBA5E0A5536}" dt="2025-03-04T07:39:50.827" v="84" actId="26606"/>
          <ac:spMkLst>
            <pc:docMk/>
            <pc:sldMk cId="1454291483" sldId="262"/>
            <ac:spMk id="2" creationId="{C6EDF831-577A-AD39-8C10-0211087BCB21}"/>
          </ac:spMkLst>
        </pc:spChg>
        <pc:spChg chg="mod">
          <ac:chgData name="mukul maheshwari" userId="12cb43e2ca5f0d2c" providerId="LiveId" clId="{8D14CEB3-8333-49CF-B7AF-FCBA5E0A5536}" dt="2025-03-04T07:40:06.169" v="87" actId="14100"/>
          <ac:spMkLst>
            <pc:docMk/>
            <pc:sldMk cId="1454291483" sldId="262"/>
            <ac:spMk id="3" creationId="{DF90DFD0-536B-4E58-3F80-D4F5E3EDE4C6}"/>
          </ac:spMkLst>
        </pc:spChg>
        <pc:spChg chg="add">
          <ac:chgData name="mukul maheshwari" userId="12cb43e2ca5f0d2c" providerId="LiveId" clId="{8D14CEB3-8333-49CF-B7AF-FCBA5E0A5536}" dt="2025-03-04T07:39:50.827" v="84" actId="26606"/>
          <ac:spMkLst>
            <pc:docMk/>
            <pc:sldMk cId="1454291483" sldId="262"/>
            <ac:spMk id="8" creationId="{593B4D24-F4A8-4141-A20A-E0575D199633}"/>
          </ac:spMkLst>
        </pc:spChg>
        <pc:grpChg chg="add">
          <ac:chgData name="mukul maheshwari" userId="12cb43e2ca5f0d2c" providerId="LiveId" clId="{8D14CEB3-8333-49CF-B7AF-FCBA5E0A5536}" dt="2025-03-04T07:39:50.827" v="84" actId="26606"/>
          <ac:grpSpMkLst>
            <pc:docMk/>
            <pc:sldMk cId="1454291483" sldId="262"/>
            <ac:grpSpMk id="10" creationId="{6CCEEF8A-4A3A-4B35-AA57-D804767F5AD9}"/>
          </ac:grpSpMkLst>
        </pc:grpChg>
      </pc:sldChg>
      <pc:sldChg chg="modSp mod">
        <pc:chgData name="mukul maheshwari" userId="12cb43e2ca5f0d2c" providerId="LiveId" clId="{8D14CEB3-8333-49CF-B7AF-FCBA5E0A5536}" dt="2025-03-04T07:40:47.077" v="89" actId="255"/>
        <pc:sldMkLst>
          <pc:docMk/>
          <pc:sldMk cId="2735447345" sldId="264"/>
        </pc:sldMkLst>
        <pc:spChg chg="mod">
          <ac:chgData name="mukul maheshwari" userId="12cb43e2ca5f0d2c" providerId="LiveId" clId="{8D14CEB3-8333-49CF-B7AF-FCBA5E0A5536}" dt="2025-03-04T07:40:47.077" v="89" actId="255"/>
          <ac:spMkLst>
            <pc:docMk/>
            <pc:sldMk cId="2735447345" sldId="264"/>
            <ac:spMk id="3" creationId="{D4A13467-BB0B-B4DF-E37A-90A2A6FA50CF}"/>
          </ac:spMkLst>
        </pc:spChg>
      </pc:sldChg>
      <pc:sldChg chg="modSp mod">
        <pc:chgData name="mukul maheshwari" userId="12cb43e2ca5f0d2c" providerId="LiveId" clId="{8D14CEB3-8333-49CF-B7AF-FCBA5E0A5536}" dt="2025-03-04T07:40:55.229" v="90" actId="255"/>
        <pc:sldMkLst>
          <pc:docMk/>
          <pc:sldMk cId="2333813580" sldId="265"/>
        </pc:sldMkLst>
        <pc:spChg chg="mod">
          <ac:chgData name="mukul maheshwari" userId="12cb43e2ca5f0d2c" providerId="LiveId" clId="{8D14CEB3-8333-49CF-B7AF-FCBA5E0A5536}" dt="2025-03-04T07:40:55.229" v="90" actId="255"/>
          <ac:spMkLst>
            <pc:docMk/>
            <pc:sldMk cId="2333813580" sldId="265"/>
            <ac:spMk id="3" creationId="{1A5F6ED7-EE2D-3FD9-9875-558082C55DA7}"/>
          </ac:spMkLst>
        </pc:spChg>
      </pc:sldChg>
      <pc:sldChg chg="modSp mod">
        <pc:chgData name="mukul maheshwari" userId="12cb43e2ca5f0d2c" providerId="LiveId" clId="{8D14CEB3-8333-49CF-B7AF-FCBA5E0A5536}" dt="2025-03-04T07:41:11.214" v="91" actId="255"/>
        <pc:sldMkLst>
          <pc:docMk/>
          <pc:sldMk cId="4059778425" sldId="266"/>
        </pc:sldMkLst>
        <pc:spChg chg="mod">
          <ac:chgData name="mukul maheshwari" userId="12cb43e2ca5f0d2c" providerId="LiveId" clId="{8D14CEB3-8333-49CF-B7AF-FCBA5E0A5536}" dt="2025-03-04T07:41:11.214" v="91" actId="255"/>
          <ac:spMkLst>
            <pc:docMk/>
            <pc:sldMk cId="4059778425" sldId="266"/>
            <ac:spMk id="3" creationId="{1607BDCC-AF9D-A6E0-D105-786845CD29B3}"/>
          </ac:spMkLst>
        </pc:spChg>
      </pc:sldChg>
      <pc:sldChg chg="addSp modSp mod setBg modClrScheme chgLayout">
        <pc:chgData name="mukul maheshwari" userId="12cb43e2ca5f0d2c" providerId="LiveId" clId="{8D14CEB3-8333-49CF-B7AF-FCBA5E0A5536}" dt="2024-05-22T10:20:22.928" v="29" actId="1076"/>
        <pc:sldMkLst>
          <pc:docMk/>
          <pc:sldMk cId="3170059826" sldId="267"/>
        </pc:sldMkLst>
      </pc:sldChg>
      <pc:sldChg chg="modSp add mod">
        <pc:chgData name="mukul maheshwari" userId="12cb43e2ca5f0d2c" providerId="LiveId" clId="{8D14CEB3-8333-49CF-B7AF-FCBA5E0A5536}" dt="2024-05-22T10:22:38.202" v="44" actId="27636"/>
        <pc:sldMkLst>
          <pc:docMk/>
          <pc:sldMk cId="3059318379" sldId="270"/>
        </pc:sldMkLst>
      </pc:sldChg>
      <pc:sldChg chg="modSp add mod">
        <pc:chgData name="mukul maheshwari" userId="12cb43e2ca5f0d2c" providerId="LiveId" clId="{8D14CEB3-8333-49CF-B7AF-FCBA5E0A5536}" dt="2024-05-22T10:22:38.218" v="45" actId="27636"/>
        <pc:sldMkLst>
          <pc:docMk/>
          <pc:sldMk cId="1857433690" sldId="271"/>
        </pc:sldMkLst>
      </pc:sldChg>
      <pc:sldChg chg="addSp modSp add mod setBg">
        <pc:chgData name="mukul maheshwari" userId="12cb43e2ca5f0d2c" providerId="LiveId" clId="{8D14CEB3-8333-49CF-B7AF-FCBA5E0A5536}" dt="2025-03-04T07:34:24.573" v="46" actId="14100"/>
        <pc:sldMkLst>
          <pc:docMk/>
          <pc:sldMk cId="3574570090" sldId="272"/>
        </pc:sldMkLst>
        <pc:spChg chg="mod">
          <ac:chgData name="mukul maheshwari" userId="12cb43e2ca5f0d2c" providerId="LiveId" clId="{8D14CEB3-8333-49CF-B7AF-FCBA5E0A5536}" dt="2025-03-04T07:34:24.573" v="46" actId="14100"/>
          <ac:spMkLst>
            <pc:docMk/>
            <pc:sldMk cId="3574570090" sldId="272"/>
            <ac:spMk id="2" creationId="{06B3E50E-7FE8-94B0-1C1E-B7B7F979A100}"/>
          </ac:spMkLst>
        </pc:spChg>
      </pc:sldChg>
      <pc:sldChg chg="delSp add setBg delDesignElem">
        <pc:chgData name="mukul maheshwari" userId="12cb43e2ca5f0d2c" providerId="LiveId" clId="{8D14CEB3-8333-49CF-B7AF-FCBA5E0A5536}" dt="2024-05-22T10:22:38.015" v="34"/>
        <pc:sldMkLst>
          <pc:docMk/>
          <pc:sldMk cId="2568373444" sldId="273"/>
        </pc:sldMkLst>
      </pc:sldChg>
      <pc:sldChg chg="modSp add mod">
        <pc:chgData name="mukul maheshwari" userId="12cb43e2ca5f0d2c" providerId="LiveId" clId="{8D14CEB3-8333-49CF-B7AF-FCBA5E0A5536}" dt="2024-05-22T10:22:38.062" v="35" actId="27636"/>
        <pc:sldMkLst>
          <pc:docMk/>
          <pc:sldMk cId="1499788431" sldId="274"/>
        </pc:sldMkLst>
      </pc:sldChg>
      <pc:sldChg chg="addSp modSp add mod setBg">
        <pc:chgData name="mukul maheshwari" userId="12cb43e2ca5f0d2c" providerId="LiveId" clId="{8D14CEB3-8333-49CF-B7AF-FCBA5E0A5536}" dt="2025-03-04T07:42:02.653" v="100" actId="113"/>
        <pc:sldMkLst>
          <pc:docMk/>
          <pc:sldMk cId="83300158" sldId="275"/>
        </pc:sldMkLst>
        <pc:spChg chg="mod">
          <ac:chgData name="mukul maheshwari" userId="12cb43e2ca5f0d2c" providerId="LiveId" clId="{8D14CEB3-8333-49CF-B7AF-FCBA5E0A5536}" dt="2025-03-04T07:42:02.653" v="100" actId="113"/>
          <ac:spMkLst>
            <pc:docMk/>
            <pc:sldMk cId="83300158" sldId="275"/>
            <ac:spMk id="3" creationId="{7D83DDE7-8DAC-2C4F-1E9D-7DB3D9F853E0}"/>
          </ac:spMkLst>
        </pc:spChg>
        <pc:spChg chg="add">
          <ac:chgData name="mukul maheshwari" userId="12cb43e2ca5f0d2c" providerId="LiveId" clId="{8D14CEB3-8333-49CF-B7AF-FCBA5E0A5536}" dt="2025-03-04T07:41:35.559" v="92" actId="26606"/>
          <ac:spMkLst>
            <pc:docMk/>
            <pc:sldMk cId="83300158" sldId="275"/>
            <ac:spMk id="8" creationId="{593B4D24-F4A8-4141-A20A-E0575D199633}"/>
          </ac:spMkLst>
        </pc:spChg>
        <pc:grpChg chg="add">
          <ac:chgData name="mukul maheshwari" userId="12cb43e2ca5f0d2c" providerId="LiveId" clId="{8D14CEB3-8333-49CF-B7AF-FCBA5E0A5536}" dt="2025-03-04T07:41:35.559" v="92" actId="26606"/>
          <ac:grpSpMkLst>
            <pc:docMk/>
            <pc:sldMk cId="83300158" sldId="275"/>
            <ac:grpSpMk id="10" creationId="{6CCEEF8A-4A3A-4B35-AA57-D804767F5AD9}"/>
          </ac:grpSpMkLst>
        </pc:grpChg>
      </pc:sldChg>
      <pc:sldChg chg="addSp delSp modSp add mod setBg">
        <pc:chgData name="mukul maheshwari" userId="12cb43e2ca5f0d2c" providerId="LiveId" clId="{8D14CEB3-8333-49CF-B7AF-FCBA5E0A5536}" dt="2025-03-04T07:42:37.276" v="107" actId="27309"/>
        <pc:sldMkLst>
          <pc:docMk/>
          <pc:sldMk cId="2515300771" sldId="276"/>
        </pc:sldMkLst>
        <pc:spChg chg="mod">
          <ac:chgData name="mukul maheshwari" userId="12cb43e2ca5f0d2c" providerId="LiveId" clId="{8D14CEB3-8333-49CF-B7AF-FCBA5E0A5536}" dt="2025-03-04T07:42:31.107" v="105" actId="255"/>
          <ac:spMkLst>
            <pc:docMk/>
            <pc:sldMk cId="2515300771" sldId="276"/>
            <ac:spMk id="3" creationId="{3D8F7913-DFCF-4CA1-FCD1-04ED88A5C74E}"/>
          </ac:spMkLst>
        </pc:spChg>
        <pc:spChg chg="add">
          <ac:chgData name="mukul maheshwari" userId="12cb43e2ca5f0d2c" providerId="LiveId" clId="{8D14CEB3-8333-49CF-B7AF-FCBA5E0A5536}" dt="2025-03-04T07:42:08.500" v="101" actId="26606"/>
          <ac:spMkLst>
            <pc:docMk/>
            <pc:sldMk cId="2515300771" sldId="276"/>
            <ac:spMk id="8" creationId="{593B4D24-F4A8-4141-A20A-E0575D199633}"/>
          </ac:spMkLst>
        </pc:spChg>
        <pc:grpChg chg="add">
          <ac:chgData name="mukul maheshwari" userId="12cb43e2ca5f0d2c" providerId="LiveId" clId="{8D14CEB3-8333-49CF-B7AF-FCBA5E0A5536}" dt="2025-03-04T07:42:08.500" v="101" actId="26606"/>
          <ac:grpSpMkLst>
            <pc:docMk/>
            <pc:sldMk cId="2515300771" sldId="276"/>
            <ac:grpSpMk id="10" creationId="{6CCEEF8A-4A3A-4B35-AA57-D804767F5AD9}"/>
          </ac:grpSpMkLst>
        </pc:grpChg>
        <pc:graphicFrameChg chg="add del modGraphic">
          <ac:chgData name="mukul maheshwari" userId="12cb43e2ca5f0d2c" providerId="LiveId" clId="{8D14CEB3-8333-49CF-B7AF-FCBA5E0A5536}" dt="2025-03-04T07:42:37.276" v="107" actId="27309"/>
          <ac:graphicFrameMkLst>
            <pc:docMk/>
            <pc:sldMk cId="2515300771" sldId="276"/>
            <ac:graphicFrameMk id="4" creationId="{9A7AFF2E-DCBD-4DCF-9EA0-AC122595917C}"/>
          </ac:graphicFrameMkLst>
        </pc:graphicFrameChg>
      </pc:sldChg>
      <pc:sldChg chg="modSp add mod">
        <pc:chgData name="mukul maheshwari" userId="12cb43e2ca5f0d2c" providerId="LiveId" clId="{8D14CEB3-8333-49CF-B7AF-FCBA5E0A5536}" dt="2024-05-22T10:22:38.109" v="38" actId="27636"/>
        <pc:sldMkLst>
          <pc:docMk/>
          <pc:sldMk cId="1913124490" sldId="277"/>
        </pc:sldMkLst>
      </pc:sldChg>
      <pc:sldChg chg="add">
        <pc:chgData name="mukul maheshwari" userId="12cb43e2ca5f0d2c" providerId="LiveId" clId="{8D14CEB3-8333-49CF-B7AF-FCBA5E0A5536}" dt="2024-05-22T10:22:38.015" v="34"/>
        <pc:sldMkLst>
          <pc:docMk/>
          <pc:sldMk cId="3271432970" sldId="278"/>
        </pc:sldMkLst>
      </pc:sldChg>
      <pc:sldChg chg="modSp add mod">
        <pc:chgData name="mukul maheshwari" userId="12cb43e2ca5f0d2c" providerId="LiveId" clId="{8D14CEB3-8333-49CF-B7AF-FCBA5E0A5536}" dt="2024-05-22T10:22:38.124" v="39" actId="27636"/>
        <pc:sldMkLst>
          <pc:docMk/>
          <pc:sldMk cId="678394430" sldId="279"/>
        </pc:sldMkLst>
      </pc:sldChg>
      <pc:sldChg chg="delSp add setBg delDesignElem">
        <pc:chgData name="mukul maheshwari" userId="12cb43e2ca5f0d2c" providerId="LiveId" clId="{8D14CEB3-8333-49CF-B7AF-FCBA5E0A5536}" dt="2024-05-22T10:22:38.015" v="34"/>
        <pc:sldMkLst>
          <pc:docMk/>
          <pc:sldMk cId="1728459189" sldId="280"/>
        </pc:sldMkLst>
      </pc:sldChg>
      <pc:sldChg chg="modSp add mod">
        <pc:chgData name="mukul maheshwari" userId="12cb43e2ca5f0d2c" providerId="LiveId" clId="{8D14CEB3-8333-49CF-B7AF-FCBA5E0A5536}" dt="2024-05-22T10:22:38.140" v="40" actId="27636"/>
        <pc:sldMkLst>
          <pc:docMk/>
          <pc:sldMk cId="1146151060" sldId="281"/>
        </pc:sldMkLst>
      </pc:sldChg>
      <pc:sldChg chg="modSp add mod">
        <pc:chgData name="mukul maheshwari" userId="12cb43e2ca5f0d2c" providerId="LiveId" clId="{8D14CEB3-8333-49CF-B7AF-FCBA5E0A5536}" dt="2024-05-22T10:22:38.140" v="41" actId="27636"/>
        <pc:sldMkLst>
          <pc:docMk/>
          <pc:sldMk cId="452670313" sldId="282"/>
        </pc:sldMkLst>
      </pc:sldChg>
      <pc:sldChg chg="add">
        <pc:chgData name="mukul maheshwari" userId="12cb43e2ca5f0d2c" providerId="LiveId" clId="{8D14CEB3-8333-49CF-B7AF-FCBA5E0A5536}" dt="2024-05-22T10:22:38.015" v="34"/>
        <pc:sldMkLst>
          <pc:docMk/>
          <pc:sldMk cId="3812912722" sldId="283"/>
        </pc:sldMkLst>
      </pc:sldChg>
      <pc:sldChg chg="addSp delSp modSp add mod setBg delDesignElem">
        <pc:chgData name="mukul maheshwari" userId="12cb43e2ca5f0d2c" providerId="LiveId" clId="{8D14CEB3-8333-49CF-B7AF-FCBA5E0A5536}" dt="2025-03-04T07:43:20.720" v="113" actId="14100"/>
        <pc:sldMkLst>
          <pc:docMk/>
          <pc:sldMk cId="65523800" sldId="284"/>
        </pc:sldMkLst>
        <pc:spChg chg="mod">
          <ac:chgData name="mukul maheshwari" userId="12cb43e2ca5f0d2c" providerId="LiveId" clId="{8D14CEB3-8333-49CF-B7AF-FCBA5E0A5536}" dt="2025-03-04T07:42:57.642" v="108" actId="26606"/>
          <ac:spMkLst>
            <pc:docMk/>
            <pc:sldMk cId="65523800" sldId="284"/>
            <ac:spMk id="2" creationId="{03B93EB3-7403-FCA8-CC72-BDDFE79A5B4F}"/>
          </ac:spMkLst>
        </pc:spChg>
        <pc:spChg chg="mod">
          <ac:chgData name="mukul maheshwari" userId="12cb43e2ca5f0d2c" providerId="LiveId" clId="{8D14CEB3-8333-49CF-B7AF-FCBA5E0A5536}" dt="2025-03-04T07:43:20.720" v="113" actId="14100"/>
          <ac:spMkLst>
            <pc:docMk/>
            <pc:sldMk cId="65523800" sldId="284"/>
            <ac:spMk id="3" creationId="{53C1F91D-E1D7-73E2-70D1-ACD5AE183B81}"/>
          </ac:spMkLst>
        </pc:spChg>
        <pc:spChg chg="add">
          <ac:chgData name="mukul maheshwari" userId="12cb43e2ca5f0d2c" providerId="LiveId" clId="{8D14CEB3-8333-49CF-B7AF-FCBA5E0A5536}" dt="2025-03-04T07:42:57.642" v="108" actId="26606"/>
          <ac:spMkLst>
            <pc:docMk/>
            <pc:sldMk cId="65523800" sldId="284"/>
            <ac:spMk id="12" creationId="{3D5FBB81-B61B-416A-8F5D-A8DDF62530F1}"/>
          </ac:spMkLst>
        </pc:spChg>
        <pc:spChg chg="add">
          <ac:chgData name="mukul maheshwari" userId="12cb43e2ca5f0d2c" providerId="LiveId" clId="{8D14CEB3-8333-49CF-B7AF-FCBA5E0A5536}" dt="2025-03-04T07:42:57.642" v="108" actId="26606"/>
          <ac:spMkLst>
            <pc:docMk/>
            <pc:sldMk cId="65523800" sldId="284"/>
            <ac:spMk id="14" creationId="{40C0D7D4-D83D-4C58-87D1-955F0A9173D7}"/>
          </ac:spMkLst>
        </pc:spChg>
        <pc:spChg chg="add">
          <ac:chgData name="mukul maheshwari" userId="12cb43e2ca5f0d2c" providerId="LiveId" clId="{8D14CEB3-8333-49CF-B7AF-FCBA5E0A5536}" dt="2025-03-04T07:42:57.642" v="108" actId="26606"/>
          <ac:spMkLst>
            <pc:docMk/>
            <pc:sldMk cId="65523800" sldId="284"/>
            <ac:spMk id="16" creationId="{15F9A324-404E-4C5D-AFF0-C5D0D84182B0}"/>
          </ac:spMkLst>
        </pc:spChg>
        <pc:spChg chg="add">
          <ac:chgData name="mukul maheshwari" userId="12cb43e2ca5f0d2c" providerId="LiveId" clId="{8D14CEB3-8333-49CF-B7AF-FCBA5E0A5536}" dt="2025-03-04T07:42:57.642" v="108" actId="26606"/>
          <ac:spMkLst>
            <pc:docMk/>
            <pc:sldMk cId="65523800" sldId="284"/>
            <ac:spMk id="18" creationId="{AC4CE3C4-3600-4353-9FE1-B32D06BEF02B}"/>
          </ac:spMkLst>
        </pc:spChg>
        <pc:picChg chg="mod ord">
          <ac:chgData name="mukul maheshwari" userId="12cb43e2ca5f0d2c" providerId="LiveId" clId="{8D14CEB3-8333-49CF-B7AF-FCBA5E0A5536}" dt="2025-03-04T07:42:57.642" v="108" actId="26606"/>
          <ac:picMkLst>
            <pc:docMk/>
            <pc:sldMk cId="65523800" sldId="284"/>
            <ac:picMk id="7" creationId="{F85E732C-FD5D-0FA4-DD03-44C2D547B685}"/>
          </ac:picMkLst>
        </pc:picChg>
      </pc:sldChg>
      <pc:sldChg chg="modSp add mod">
        <pc:chgData name="mukul maheshwari" userId="12cb43e2ca5f0d2c" providerId="LiveId" clId="{8D14CEB3-8333-49CF-B7AF-FCBA5E0A5536}" dt="2024-05-22T10:22:38.202" v="43" actId="27636"/>
        <pc:sldMkLst>
          <pc:docMk/>
          <pc:sldMk cId="3016745097" sldId="285"/>
        </pc:sldMkLst>
      </pc:sldChg>
      <pc:sldChg chg="add">
        <pc:chgData name="mukul maheshwari" userId="12cb43e2ca5f0d2c" providerId="LiveId" clId="{8D14CEB3-8333-49CF-B7AF-FCBA5E0A5536}" dt="2024-05-22T10:22:38.015" v="34"/>
        <pc:sldMkLst>
          <pc:docMk/>
          <pc:sldMk cId="4081950248" sldId="286"/>
        </pc:sldMkLst>
      </pc:sldChg>
      <pc:sldChg chg="add">
        <pc:chgData name="mukul maheshwari" userId="12cb43e2ca5f0d2c" providerId="LiveId" clId="{8D14CEB3-8333-49CF-B7AF-FCBA5E0A5536}" dt="2024-05-22T10:22:38.015" v="34"/>
        <pc:sldMkLst>
          <pc:docMk/>
          <pc:sldMk cId="1095613848" sldId="287"/>
        </pc:sldMkLst>
      </pc:sldChg>
      <pc:sldChg chg="delSp add setBg delDesignElem">
        <pc:chgData name="mukul maheshwari" userId="12cb43e2ca5f0d2c" providerId="LiveId" clId="{8D14CEB3-8333-49CF-B7AF-FCBA5E0A5536}" dt="2024-05-22T10:22:38.015" v="34"/>
        <pc:sldMkLst>
          <pc:docMk/>
          <pc:sldMk cId="3687529998" sldId="288"/>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8146FC-3783-4287-89EE-2838564F709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5689676-E316-4F32-95B1-88CF3E3E4BF0}">
      <dgm:prSet/>
      <dgm:spPr/>
      <dgm:t>
        <a:bodyPr/>
        <a:lstStyle/>
        <a:p>
          <a:pPr>
            <a:lnSpc>
              <a:spcPct val="100000"/>
            </a:lnSpc>
          </a:pPr>
          <a:r>
            <a:rPr lang="en-US" b="0" i="0" u="sng" baseline="0" dirty="0"/>
            <a:t>How much will it benefit the community ? </a:t>
          </a:r>
          <a:endParaRPr lang="en-US" u="sng" dirty="0"/>
        </a:p>
      </dgm:t>
    </dgm:pt>
    <dgm:pt modelId="{EB8A3EDD-2B16-41AA-8A22-2FD5DA386F71}" type="parTrans" cxnId="{F3ADD331-B91E-4840-AEF1-D6C18DB4AC34}">
      <dgm:prSet/>
      <dgm:spPr/>
      <dgm:t>
        <a:bodyPr/>
        <a:lstStyle/>
        <a:p>
          <a:endParaRPr lang="en-US"/>
        </a:p>
      </dgm:t>
    </dgm:pt>
    <dgm:pt modelId="{9416CF63-248D-4AED-A8B8-933A16791A32}" type="sibTrans" cxnId="{F3ADD331-B91E-4840-AEF1-D6C18DB4AC34}">
      <dgm:prSet/>
      <dgm:spPr/>
      <dgm:t>
        <a:bodyPr/>
        <a:lstStyle/>
        <a:p>
          <a:endParaRPr lang="en-US"/>
        </a:p>
      </dgm:t>
    </dgm:pt>
    <dgm:pt modelId="{263FED0A-0347-43BC-AF2D-B6BFD648DBD5}">
      <dgm:prSet custT="1"/>
      <dgm:spPr/>
      <dgm:t>
        <a:bodyPr/>
        <a:lstStyle/>
        <a:p>
          <a:pPr>
            <a:lnSpc>
              <a:spcPct val="100000"/>
            </a:lnSpc>
          </a:pPr>
          <a:r>
            <a:rPr lang="en-US" sz="1800" b="0" i="0" baseline="0" dirty="0"/>
            <a:t>Effectiveness of the preventive measure and the acceptance of the measure by the community. </a:t>
          </a:r>
          <a:endParaRPr lang="en-US" sz="1800" dirty="0"/>
        </a:p>
      </dgm:t>
    </dgm:pt>
    <dgm:pt modelId="{835E9C6E-5465-422A-9697-179020FA13CE}" type="parTrans" cxnId="{E3C4D829-0F6F-4D78-91F6-C1A96D61E195}">
      <dgm:prSet/>
      <dgm:spPr/>
      <dgm:t>
        <a:bodyPr/>
        <a:lstStyle/>
        <a:p>
          <a:endParaRPr lang="en-US"/>
        </a:p>
      </dgm:t>
    </dgm:pt>
    <dgm:pt modelId="{D4DB2760-920A-4BE0-BD4A-047712796918}" type="sibTrans" cxnId="{E3C4D829-0F6F-4D78-91F6-C1A96D61E195}">
      <dgm:prSet/>
      <dgm:spPr/>
      <dgm:t>
        <a:bodyPr/>
        <a:lstStyle/>
        <a:p>
          <a:endParaRPr lang="en-US"/>
        </a:p>
      </dgm:t>
    </dgm:pt>
    <dgm:pt modelId="{1A0F240B-6A8D-4D0B-A474-80169459B655}">
      <dgm:prSet custT="1"/>
      <dgm:spPr/>
      <dgm:t>
        <a:bodyPr/>
        <a:lstStyle/>
        <a:p>
          <a:pPr>
            <a:lnSpc>
              <a:spcPct val="100000"/>
            </a:lnSpc>
          </a:pPr>
          <a:r>
            <a:rPr lang="en-US" sz="1800" b="0" i="0" baseline="0"/>
            <a:t>The combined outcome of effectiveness and acceptability is measured by the difference in the incidence rate among the experimental and control groups, </a:t>
          </a:r>
          <a:endParaRPr lang="en-US" sz="1800"/>
        </a:p>
      </dgm:t>
    </dgm:pt>
    <dgm:pt modelId="{25E41AA9-07E3-4698-8413-04FCD945942D}" type="parTrans" cxnId="{A3ACF130-5B60-4888-BCDB-F35F8EED0724}">
      <dgm:prSet/>
      <dgm:spPr/>
      <dgm:t>
        <a:bodyPr/>
        <a:lstStyle/>
        <a:p>
          <a:endParaRPr lang="en-US"/>
        </a:p>
      </dgm:t>
    </dgm:pt>
    <dgm:pt modelId="{3E3E55A9-F26D-494C-BAC1-6D2D8727E2C5}" type="sibTrans" cxnId="{A3ACF130-5B60-4888-BCDB-F35F8EED0724}">
      <dgm:prSet/>
      <dgm:spPr/>
      <dgm:t>
        <a:bodyPr/>
        <a:lstStyle/>
        <a:p>
          <a:endParaRPr lang="en-US"/>
        </a:p>
      </dgm:t>
    </dgm:pt>
    <dgm:pt modelId="{79884829-D43F-4E34-9654-68591A3E1217}">
      <dgm:prSet/>
      <dgm:spPr/>
      <dgm:t>
        <a:bodyPr/>
        <a:lstStyle/>
        <a:p>
          <a:pPr>
            <a:lnSpc>
              <a:spcPct val="100000"/>
            </a:lnSpc>
          </a:pPr>
          <a:r>
            <a:rPr lang="en-US" b="0" i="0" u="sng" baseline="0"/>
            <a:t>What are the risks to the recipients? </a:t>
          </a:r>
          <a:endParaRPr lang="en-US" u="sng"/>
        </a:p>
      </dgm:t>
    </dgm:pt>
    <dgm:pt modelId="{B4F22B0D-F610-465C-8E3B-363B32D9035C}" type="parTrans" cxnId="{8EC5CBA0-57E1-478B-AAC4-8EB86B0B7CEC}">
      <dgm:prSet/>
      <dgm:spPr/>
      <dgm:t>
        <a:bodyPr/>
        <a:lstStyle/>
        <a:p>
          <a:endParaRPr lang="en-US"/>
        </a:p>
      </dgm:t>
    </dgm:pt>
    <dgm:pt modelId="{D2E00388-660B-49BF-BEE3-693223910691}" type="sibTrans" cxnId="{8EC5CBA0-57E1-478B-AAC4-8EB86B0B7CEC}">
      <dgm:prSet/>
      <dgm:spPr/>
      <dgm:t>
        <a:bodyPr/>
        <a:lstStyle/>
        <a:p>
          <a:endParaRPr lang="en-US"/>
        </a:p>
      </dgm:t>
    </dgm:pt>
    <dgm:pt modelId="{CDC9DFE9-9CA6-4D27-87A4-CD853352946A}">
      <dgm:prSet custT="1"/>
      <dgm:spPr/>
      <dgm:t>
        <a:bodyPr/>
        <a:lstStyle/>
        <a:p>
          <a:pPr>
            <a:lnSpc>
              <a:spcPct val="100000"/>
            </a:lnSpc>
          </a:pPr>
          <a:r>
            <a:rPr lang="en-US" sz="1800" b="0" i="0" baseline="0" dirty="0"/>
            <a:t>Immediate and long-term risks, </a:t>
          </a:r>
          <a:endParaRPr lang="en-US" sz="1800" dirty="0"/>
        </a:p>
      </dgm:t>
    </dgm:pt>
    <dgm:pt modelId="{124C0B6B-DB61-4BAF-B240-3485CF7C0DB6}" type="parTrans" cxnId="{92EA255D-9332-485A-8BC1-E0AA2B543BA0}">
      <dgm:prSet/>
      <dgm:spPr/>
      <dgm:t>
        <a:bodyPr/>
        <a:lstStyle/>
        <a:p>
          <a:endParaRPr lang="en-US"/>
        </a:p>
      </dgm:t>
    </dgm:pt>
    <dgm:pt modelId="{5843B550-618F-42BF-BB7A-BF1604943D16}" type="sibTrans" cxnId="{92EA255D-9332-485A-8BC1-E0AA2B543BA0}">
      <dgm:prSet/>
      <dgm:spPr/>
      <dgm:t>
        <a:bodyPr/>
        <a:lstStyle/>
        <a:p>
          <a:endParaRPr lang="en-US"/>
        </a:p>
      </dgm:t>
    </dgm:pt>
    <dgm:pt modelId="{355FDF52-A1E0-4B63-8EBA-C6F629EFE687}">
      <dgm:prSet/>
      <dgm:spPr/>
      <dgm:t>
        <a:bodyPr/>
        <a:lstStyle/>
        <a:p>
          <a:pPr>
            <a:lnSpc>
              <a:spcPct val="100000"/>
            </a:lnSpc>
          </a:pPr>
          <a:r>
            <a:rPr lang="en-US" b="0" i="0" u="sng" baseline="0"/>
            <a:t>Cost in money and manpower? </a:t>
          </a:r>
          <a:endParaRPr lang="en-US" u="sng"/>
        </a:p>
      </dgm:t>
    </dgm:pt>
    <dgm:pt modelId="{C15EBA84-31B3-47F8-A154-3D747BE94E39}" type="parTrans" cxnId="{3AC661D3-F77D-449F-B8E2-4750FDBA25A8}">
      <dgm:prSet/>
      <dgm:spPr/>
      <dgm:t>
        <a:bodyPr/>
        <a:lstStyle/>
        <a:p>
          <a:endParaRPr lang="en-US"/>
        </a:p>
      </dgm:t>
    </dgm:pt>
    <dgm:pt modelId="{8F007044-F501-477C-BC60-1688AF2EB80C}" type="sibTrans" cxnId="{3AC661D3-F77D-449F-B8E2-4750FDBA25A8}">
      <dgm:prSet/>
      <dgm:spPr/>
      <dgm:t>
        <a:bodyPr/>
        <a:lstStyle/>
        <a:p>
          <a:endParaRPr lang="en-US"/>
        </a:p>
      </dgm:t>
    </dgm:pt>
    <dgm:pt modelId="{888CBCF0-5C1A-444A-B96A-21484A9CDEA1}">
      <dgm:prSet custT="1"/>
      <dgm:spPr/>
      <dgm:t>
        <a:bodyPr/>
        <a:lstStyle/>
        <a:p>
          <a:pPr>
            <a:lnSpc>
              <a:spcPct val="100000"/>
            </a:lnSpc>
          </a:pPr>
          <a:r>
            <a:rPr lang="en-US" sz="1800" b="0" i="0" baseline="0" dirty="0"/>
            <a:t>This is done to find out whether the preventive measure is economical and practical in terms of money spent. </a:t>
          </a:r>
          <a:endParaRPr lang="en-US" sz="1800" dirty="0"/>
        </a:p>
      </dgm:t>
    </dgm:pt>
    <dgm:pt modelId="{DD3596EC-DC91-4B88-BD59-4AF7318B677E}" type="parTrans" cxnId="{F4DAB950-AD79-4068-9E87-365B18DA0FED}">
      <dgm:prSet/>
      <dgm:spPr/>
      <dgm:t>
        <a:bodyPr/>
        <a:lstStyle/>
        <a:p>
          <a:endParaRPr lang="en-US"/>
        </a:p>
      </dgm:t>
    </dgm:pt>
    <dgm:pt modelId="{BDC09399-9C56-4B4E-A990-41D227218991}" type="sibTrans" cxnId="{F4DAB950-AD79-4068-9E87-365B18DA0FED}">
      <dgm:prSet/>
      <dgm:spPr/>
      <dgm:t>
        <a:bodyPr/>
        <a:lstStyle/>
        <a:p>
          <a:endParaRPr lang="en-US"/>
        </a:p>
      </dgm:t>
    </dgm:pt>
    <dgm:pt modelId="{1C7EA4DE-8A5A-4E4F-8940-9E580F0605D7}" type="pres">
      <dgm:prSet presAssocID="{608146FC-3783-4287-89EE-2838564F7097}" presName="root" presStyleCnt="0">
        <dgm:presLayoutVars>
          <dgm:dir/>
          <dgm:resizeHandles val="exact"/>
        </dgm:presLayoutVars>
      </dgm:prSet>
      <dgm:spPr/>
    </dgm:pt>
    <dgm:pt modelId="{48120ABF-58E1-42E5-950C-B335D71C2ABE}" type="pres">
      <dgm:prSet presAssocID="{15689676-E316-4F32-95B1-88CF3E3E4BF0}" presName="compNode" presStyleCnt="0"/>
      <dgm:spPr/>
    </dgm:pt>
    <dgm:pt modelId="{903F49A7-4844-476C-9045-780F9829E38A}" type="pres">
      <dgm:prSet presAssocID="{15689676-E316-4F32-95B1-88CF3E3E4BF0}" presName="bgRect" presStyleLbl="bgShp" presStyleIdx="0" presStyleCnt="3"/>
      <dgm:spPr/>
    </dgm:pt>
    <dgm:pt modelId="{D9D820CE-C8AA-4226-BA99-5184B414B77D}" type="pres">
      <dgm:prSet presAssocID="{15689676-E316-4F32-95B1-88CF3E3E4BF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B86A18AD-96B1-4386-8C55-3F6F050E5AE1}" type="pres">
      <dgm:prSet presAssocID="{15689676-E316-4F32-95B1-88CF3E3E4BF0}" presName="spaceRect" presStyleCnt="0"/>
      <dgm:spPr/>
    </dgm:pt>
    <dgm:pt modelId="{8715B014-DF03-4FB5-9AAC-F1B7F3C60256}" type="pres">
      <dgm:prSet presAssocID="{15689676-E316-4F32-95B1-88CF3E3E4BF0}" presName="parTx" presStyleLbl="revTx" presStyleIdx="0" presStyleCnt="6" custScaleX="57896" custLinFactNeighborX="-20088" custLinFactNeighborY="972">
        <dgm:presLayoutVars>
          <dgm:chMax val="0"/>
          <dgm:chPref val="0"/>
        </dgm:presLayoutVars>
      </dgm:prSet>
      <dgm:spPr/>
    </dgm:pt>
    <dgm:pt modelId="{BD01D165-7D49-4AD6-B502-66C5B6C2F261}" type="pres">
      <dgm:prSet presAssocID="{15689676-E316-4F32-95B1-88CF3E3E4BF0}" presName="desTx" presStyleLbl="revTx" presStyleIdx="1" presStyleCnt="6" custScaleX="134845" custLinFactNeighborX="28600" custLinFactNeighborY="-557">
        <dgm:presLayoutVars/>
      </dgm:prSet>
      <dgm:spPr/>
    </dgm:pt>
    <dgm:pt modelId="{5FDFF7E8-8144-4DF3-9CF1-0BCB421A54D7}" type="pres">
      <dgm:prSet presAssocID="{9416CF63-248D-4AED-A8B8-933A16791A32}" presName="sibTrans" presStyleCnt="0"/>
      <dgm:spPr/>
    </dgm:pt>
    <dgm:pt modelId="{2FA311F6-1D0A-4EDE-B4CE-D5EFD6237B44}" type="pres">
      <dgm:prSet presAssocID="{79884829-D43F-4E34-9654-68591A3E1217}" presName="compNode" presStyleCnt="0"/>
      <dgm:spPr/>
    </dgm:pt>
    <dgm:pt modelId="{DE48CA4F-630C-497F-90B5-B27587B3D8E1}" type="pres">
      <dgm:prSet presAssocID="{79884829-D43F-4E34-9654-68591A3E1217}" presName="bgRect" presStyleLbl="bgShp" presStyleIdx="1" presStyleCnt="3"/>
      <dgm:spPr/>
    </dgm:pt>
    <dgm:pt modelId="{F46C4150-E421-4065-824C-2E43F5E68AE5}" type="pres">
      <dgm:prSet presAssocID="{79884829-D43F-4E34-9654-68591A3E121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nger"/>
        </a:ext>
      </dgm:extLst>
    </dgm:pt>
    <dgm:pt modelId="{27FCB187-1076-45E9-B762-B56FB0C9D3BC}" type="pres">
      <dgm:prSet presAssocID="{79884829-D43F-4E34-9654-68591A3E1217}" presName="spaceRect" presStyleCnt="0"/>
      <dgm:spPr/>
    </dgm:pt>
    <dgm:pt modelId="{D6D53357-9804-455A-AE13-8F89DBA57EE7}" type="pres">
      <dgm:prSet presAssocID="{79884829-D43F-4E34-9654-68591A3E1217}" presName="parTx" presStyleLbl="revTx" presStyleIdx="2" presStyleCnt="6">
        <dgm:presLayoutVars>
          <dgm:chMax val="0"/>
          <dgm:chPref val="0"/>
        </dgm:presLayoutVars>
      </dgm:prSet>
      <dgm:spPr/>
    </dgm:pt>
    <dgm:pt modelId="{C8662C22-0AFE-427D-8973-9C584DD175E8}" type="pres">
      <dgm:prSet presAssocID="{79884829-D43F-4E34-9654-68591A3E1217}" presName="desTx" presStyleLbl="revTx" presStyleIdx="3" presStyleCnt="6">
        <dgm:presLayoutVars/>
      </dgm:prSet>
      <dgm:spPr/>
    </dgm:pt>
    <dgm:pt modelId="{257729DB-419B-4731-A53C-59B540E39441}" type="pres">
      <dgm:prSet presAssocID="{D2E00388-660B-49BF-BEE3-693223910691}" presName="sibTrans" presStyleCnt="0"/>
      <dgm:spPr/>
    </dgm:pt>
    <dgm:pt modelId="{E60B32AE-2A99-4451-84CF-754F9D6B398A}" type="pres">
      <dgm:prSet presAssocID="{355FDF52-A1E0-4B63-8EBA-C6F629EFE687}" presName="compNode" presStyleCnt="0"/>
      <dgm:spPr/>
    </dgm:pt>
    <dgm:pt modelId="{00F7B228-8BA3-45E6-9875-E57F4CF17A9C}" type="pres">
      <dgm:prSet presAssocID="{355FDF52-A1E0-4B63-8EBA-C6F629EFE687}" presName="bgRect" presStyleLbl="bgShp" presStyleIdx="2" presStyleCnt="3"/>
      <dgm:spPr/>
    </dgm:pt>
    <dgm:pt modelId="{F57522C4-D2C5-49AA-AECA-9B70BE06EA3F}" type="pres">
      <dgm:prSet presAssocID="{355FDF52-A1E0-4B63-8EBA-C6F629EFE68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lar"/>
        </a:ext>
      </dgm:extLst>
    </dgm:pt>
    <dgm:pt modelId="{D23EF695-EE08-466A-9AF4-289EAE1D32E5}" type="pres">
      <dgm:prSet presAssocID="{355FDF52-A1E0-4B63-8EBA-C6F629EFE687}" presName="spaceRect" presStyleCnt="0"/>
      <dgm:spPr/>
    </dgm:pt>
    <dgm:pt modelId="{13D7B13C-E1ED-47AF-853B-D26D72B26039}" type="pres">
      <dgm:prSet presAssocID="{355FDF52-A1E0-4B63-8EBA-C6F629EFE687}" presName="parTx" presStyleLbl="revTx" presStyleIdx="4" presStyleCnt="6">
        <dgm:presLayoutVars>
          <dgm:chMax val="0"/>
          <dgm:chPref val="0"/>
        </dgm:presLayoutVars>
      </dgm:prSet>
      <dgm:spPr/>
    </dgm:pt>
    <dgm:pt modelId="{B88CDED6-C5E8-4898-8AE6-39AE1A66D6E9}" type="pres">
      <dgm:prSet presAssocID="{355FDF52-A1E0-4B63-8EBA-C6F629EFE687}" presName="desTx" presStyleLbl="revTx" presStyleIdx="5" presStyleCnt="6">
        <dgm:presLayoutVars/>
      </dgm:prSet>
      <dgm:spPr/>
    </dgm:pt>
  </dgm:ptLst>
  <dgm:cxnLst>
    <dgm:cxn modelId="{EC697B10-22AF-4DF9-9974-4D56131B9E24}" type="presOf" srcId="{608146FC-3783-4287-89EE-2838564F7097}" destId="{1C7EA4DE-8A5A-4E4F-8940-9E580F0605D7}" srcOrd="0" destOrd="0" presId="urn:microsoft.com/office/officeart/2018/2/layout/IconVerticalSolidList"/>
    <dgm:cxn modelId="{279F361E-E4E9-42AE-A14B-A2E07099C1C2}" type="presOf" srcId="{888CBCF0-5C1A-444A-B96A-21484A9CDEA1}" destId="{B88CDED6-C5E8-4898-8AE6-39AE1A66D6E9}" srcOrd="0" destOrd="0" presId="urn:microsoft.com/office/officeart/2018/2/layout/IconVerticalSolidList"/>
    <dgm:cxn modelId="{E3C4D829-0F6F-4D78-91F6-C1A96D61E195}" srcId="{15689676-E316-4F32-95B1-88CF3E3E4BF0}" destId="{263FED0A-0347-43BC-AF2D-B6BFD648DBD5}" srcOrd="0" destOrd="0" parTransId="{835E9C6E-5465-422A-9697-179020FA13CE}" sibTransId="{D4DB2760-920A-4BE0-BD4A-047712796918}"/>
    <dgm:cxn modelId="{A3ACF130-5B60-4888-BCDB-F35F8EED0724}" srcId="{15689676-E316-4F32-95B1-88CF3E3E4BF0}" destId="{1A0F240B-6A8D-4D0B-A474-80169459B655}" srcOrd="1" destOrd="0" parTransId="{25E41AA9-07E3-4698-8413-04FCD945942D}" sibTransId="{3E3E55A9-F26D-494C-BAC1-6D2D8727E2C5}"/>
    <dgm:cxn modelId="{F3ADD331-B91E-4840-AEF1-D6C18DB4AC34}" srcId="{608146FC-3783-4287-89EE-2838564F7097}" destId="{15689676-E316-4F32-95B1-88CF3E3E4BF0}" srcOrd="0" destOrd="0" parTransId="{EB8A3EDD-2B16-41AA-8A22-2FD5DA386F71}" sibTransId="{9416CF63-248D-4AED-A8B8-933A16791A32}"/>
    <dgm:cxn modelId="{92EA255D-9332-485A-8BC1-E0AA2B543BA0}" srcId="{79884829-D43F-4E34-9654-68591A3E1217}" destId="{CDC9DFE9-9CA6-4D27-87A4-CD853352946A}" srcOrd="0" destOrd="0" parTransId="{124C0B6B-DB61-4BAF-B240-3485CF7C0DB6}" sibTransId="{5843B550-618F-42BF-BB7A-BF1604943D16}"/>
    <dgm:cxn modelId="{F4DAB950-AD79-4068-9E87-365B18DA0FED}" srcId="{355FDF52-A1E0-4B63-8EBA-C6F629EFE687}" destId="{888CBCF0-5C1A-444A-B96A-21484A9CDEA1}" srcOrd="0" destOrd="0" parTransId="{DD3596EC-DC91-4B88-BD59-4AF7318B677E}" sibTransId="{BDC09399-9C56-4B4E-A990-41D227218991}"/>
    <dgm:cxn modelId="{F619308B-4335-462E-BA19-35936B93AB07}" type="presOf" srcId="{1A0F240B-6A8D-4D0B-A474-80169459B655}" destId="{BD01D165-7D49-4AD6-B502-66C5B6C2F261}" srcOrd="0" destOrd="1" presId="urn:microsoft.com/office/officeart/2018/2/layout/IconVerticalSolidList"/>
    <dgm:cxn modelId="{2B0E40A0-797A-4DD0-9608-5FA83409DBD1}" type="presOf" srcId="{79884829-D43F-4E34-9654-68591A3E1217}" destId="{D6D53357-9804-455A-AE13-8F89DBA57EE7}" srcOrd="0" destOrd="0" presId="urn:microsoft.com/office/officeart/2018/2/layout/IconVerticalSolidList"/>
    <dgm:cxn modelId="{8EC5CBA0-57E1-478B-AAC4-8EB86B0B7CEC}" srcId="{608146FC-3783-4287-89EE-2838564F7097}" destId="{79884829-D43F-4E34-9654-68591A3E1217}" srcOrd="1" destOrd="0" parTransId="{B4F22B0D-F610-465C-8E3B-363B32D9035C}" sibTransId="{D2E00388-660B-49BF-BEE3-693223910691}"/>
    <dgm:cxn modelId="{6C08F2BB-291B-4B6E-BE03-747D398939AB}" type="presOf" srcId="{355FDF52-A1E0-4B63-8EBA-C6F629EFE687}" destId="{13D7B13C-E1ED-47AF-853B-D26D72B26039}" srcOrd="0" destOrd="0" presId="urn:microsoft.com/office/officeart/2018/2/layout/IconVerticalSolidList"/>
    <dgm:cxn modelId="{3AC661D3-F77D-449F-B8E2-4750FDBA25A8}" srcId="{608146FC-3783-4287-89EE-2838564F7097}" destId="{355FDF52-A1E0-4B63-8EBA-C6F629EFE687}" srcOrd="2" destOrd="0" parTransId="{C15EBA84-31B3-47F8-A154-3D747BE94E39}" sibTransId="{8F007044-F501-477C-BC60-1688AF2EB80C}"/>
    <dgm:cxn modelId="{D57812D5-E9AB-4914-9BDD-68D29B53A92D}" type="presOf" srcId="{263FED0A-0347-43BC-AF2D-B6BFD648DBD5}" destId="{BD01D165-7D49-4AD6-B502-66C5B6C2F261}" srcOrd="0" destOrd="0" presId="urn:microsoft.com/office/officeart/2018/2/layout/IconVerticalSolidList"/>
    <dgm:cxn modelId="{A33D94E4-AEB9-409C-B6AF-5AA7249FAA12}" type="presOf" srcId="{CDC9DFE9-9CA6-4D27-87A4-CD853352946A}" destId="{C8662C22-0AFE-427D-8973-9C584DD175E8}" srcOrd="0" destOrd="0" presId="urn:microsoft.com/office/officeart/2018/2/layout/IconVerticalSolidList"/>
    <dgm:cxn modelId="{349C31F7-8E45-40DC-B7B7-1912ED215FD3}" type="presOf" srcId="{15689676-E316-4F32-95B1-88CF3E3E4BF0}" destId="{8715B014-DF03-4FB5-9AAC-F1B7F3C60256}" srcOrd="0" destOrd="0" presId="urn:microsoft.com/office/officeart/2018/2/layout/IconVerticalSolidList"/>
    <dgm:cxn modelId="{C431DE92-87EE-416C-AEA7-F09C1EE6A0CF}" type="presParOf" srcId="{1C7EA4DE-8A5A-4E4F-8940-9E580F0605D7}" destId="{48120ABF-58E1-42E5-950C-B335D71C2ABE}" srcOrd="0" destOrd="0" presId="urn:microsoft.com/office/officeart/2018/2/layout/IconVerticalSolidList"/>
    <dgm:cxn modelId="{DFBC6266-C23E-43F6-B0B5-C9D81E6140A3}" type="presParOf" srcId="{48120ABF-58E1-42E5-950C-B335D71C2ABE}" destId="{903F49A7-4844-476C-9045-780F9829E38A}" srcOrd="0" destOrd="0" presId="urn:microsoft.com/office/officeart/2018/2/layout/IconVerticalSolidList"/>
    <dgm:cxn modelId="{A5896C69-F6CF-432A-95AB-8FE0DE6260E0}" type="presParOf" srcId="{48120ABF-58E1-42E5-950C-B335D71C2ABE}" destId="{D9D820CE-C8AA-4226-BA99-5184B414B77D}" srcOrd="1" destOrd="0" presId="urn:microsoft.com/office/officeart/2018/2/layout/IconVerticalSolidList"/>
    <dgm:cxn modelId="{96425B80-FB42-450C-B343-202DD3E03BD1}" type="presParOf" srcId="{48120ABF-58E1-42E5-950C-B335D71C2ABE}" destId="{B86A18AD-96B1-4386-8C55-3F6F050E5AE1}" srcOrd="2" destOrd="0" presId="urn:microsoft.com/office/officeart/2018/2/layout/IconVerticalSolidList"/>
    <dgm:cxn modelId="{67CDCC48-EA75-4599-A7D5-14F446B8D878}" type="presParOf" srcId="{48120ABF-58E1-42E5-950C-B335D71C2ABE}" destId="{8715B014-DF03-4FB5-9AAC-F1B7F3C60256}" srcOrd="3" destOrd="0" presId="urn:microsoft.com/office/officeart/2018/2/layout/IconVerticalSolidList"/>
    <dgm:cxn modelId="{9812183D-7B20-451D-B9C5-B92C9544392D}" type="presParOf" srcId="{48120ABF-58E1-42E5-950C-B335D71C2ABE}" destId="{BD01D165-7D49-4AD6-B502-66C5B6C2F261}" srcOrd="4" destOrd="0" presId="urn:microsoft.com/office/officeart/2018/2/layout/IconVerticalSolidList"/>
    <dgm:cxn modelId="{81B993B9-22CF-4F6F-BB6B-DD92E9E5E8A6}" type="presParOf" srcId="{1C7EA4DE-8A5A-4E4F-8940-9E580F0605D7}" destId="{5FDFF7E8-8144-4DF3-9CF1-0BCB421A54D7}" srcOrd="1" destOrd="0" presId="urn:microsoft.com/office/officeart/2018/2/layout/IconVerticalSolidList"/>
    <dgm:cxn modelId="{47A1B539-F573-4B8C-9E5E-7E0EBDDB24DE}" type="presParOf" srcId="{1C7EA4DE-8A5A-4E4F-8940-9E580F0605D7}" destId="{2FA311F6-1D0A-4EDE-B4CE-D5EFD6237B44}" srcOrd="2" destOrd="0" presId="urn:microsoft.com/office/officeart/2018/2/layout/IconVerticalSolidList"/>
    <dgm:cxn modelId="{19354C6F-CBD4-4268-B573-A108297A93ED}" type="presParOf" srcId="{2FA311F6-1D0A-4EDE-B4CE-D5EFD6237B44}" destId="{DE48CA4F-630C-497F-90B5-B27587B3D8E1}" srcOrd="0" destOrd="0" presId="urn:microsoft.com/office/officeart/2018/2/layout/IconVerticalSolidList"/>
    <dgm:cxn modelId="{A2894536-FA5B-4F8A-AF01-B0970273CEFF}" type="presParOf" srcId="{2FA311F6-1D0A-4EDE-B4CE-D5EFD6237B44}" destId="{F46C4150-E421-4065-824C-2E43F5E68AE5}" srcOrd="1" destOrd="0" presId="urn:microsoft.com/office/officeart/2018/2/layout/IconVerticalSolidList"/>
    <dgm:cxn modelId="{85E78E29-33AB-4D61-8EB6-F7C5714792D9}" type="presParOf" srcId="{2FA311F6-1D0A-4EDE-B4CE-D5EFD6237B44}" destId="{27FCB187-1076-45E9-B762-B56FB0C9D3BC}" srcOrd="2" destOrd="0" presId="urn:microsoft.com/office/officeart/2018/2/layout/IconVerticalSolidList"/>
    <dgm:cxn modelId="{1894B412-C220-470B-AA49-FCA9AC90E25F}" type="presParOf" srcId="{2FA311F6-1D0A-4EDE-B4CE-D5EFD6237B44}" destId="{D6D53357-9804-455A-AE13-8F89DBA57EE7}" srcOrd="3" destOrd="0" presId="urn:microsoft.com/office/officeart/2018/2/layout/IconVerticalSolidList"/>
    <dgm:cxn modelId="{3E203CB8-1F55-4DB0-9BB5-A662B1718ED6}" type="presParOf" srcId="{2FA311F6-1D0A-4EDE-B4CE-D5EFD6237B44}" destId="{C8662C22-0AFE-427D-8973-9C584DD175E8}" srcOrd="4" destOrd="0" presId="urn:microsoft.com/office/officeart/2018/2/layout/IconVerticalSolidList"/>
    <dgm:cxn modelId="{B528EE32-09BE-4971-863B-1E175D76BA95}" type="presParOf" srcId="{1C7EA4DE-8A5A-4E4F-8940-9E580F0605D7}" destId="{257729DB-419B-4731-A53C-59B540E39441}" srcOrd="3" destOrd="0" presId="urn:microsoft.com/office/officeart/2018/2/layout/IconVerticalSolidList"/>
    <dgm:cxn modelId="{BEE125DD-5AC2-43D9-A005-22AFC7325E9A}" type="presParOf" srcId="{1C7EA4DE-8A5A-4E4F-8940-9E580F0605D7}" destId="{E60B32AE-2A99-4451-84CF-754F9D6B398A}" srcOrd="4" destOrd="0" presId="urn:microsoft.com/office/officeart/2018/2/layout/IconVerticalSolidList"/>
    <dgm:cxn modelId="{73D4CAA2-187F-4095-B2F9-1566791953C8}" type="presParOf" srcId="{E60B32AE-2A99-4451-84CF-754F9D6B398A}" destId="{00F7B228-8BA3-45E6-9875-E57F4CF17A9C}" srcOrd="0" destOrd="0" presId="urn:microsoft.com/office/officeart/2018/2/layout/IconVerticalSolidList"/>
    <dgm:cxn modelId="{365F1C10-2981-49BB-95C2-2FB2ECE39C09}" type="presParOf" srcId="{E60B32AE-2A99-4451-84CF-754F9D6B398A}" destId="{F57522C4-D2C5-49AA-AECA-9B70BE06EA3F}" srcOrd="1" destOrd="0" presId="urn:microsoft.com/office/officeart/2018/2/layout/IconVerticalSolidList"/>
    <dgm:cxn modelId="{A3AFD969-D806-433F-A0F5-A5EEE3D512C0}" type="presParOf" srcId="{E60B32AE-2A99-4451-84CF-754F9D6B398A}" destId="{D23EF695-EE08-466A-9AF4-289EAE1D32E5}" srcOrd="2" destOrd="0" presId="urn:microsoft.com/office/officeart/2018/2/layout/IconVerticalSolidList"/>
    <dgm:cxn modelId="{3CAE843B-218F-432B-AF0F-21FE0851D441}" type="presParOf" srcId="{E60B32AE-2A99-4451-84CF-754F9D6B398A}" destId="{13D7B13C-E1ED-47AF-853B-D26D72B26039}" srcOrd="3" destOrd="0" presId="urn:microsoft.com/office/officeart/2018/2/layout/IconVerticalSolidList"/>
    <dgm:cxn modelId="{A1DC0AA8-C787-4240-9942-9EB01E9B8853}" type="presParOf" srcId="{E60B32AE-2A99-4451-84CF-754F9D6B398A}" destId="{B88CDED6-C5E8-4898-8AE6-39AE1A66D6E9}"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02A04F-F682-405D-A2B2-F266F7EA2C6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3EFDE56-EA1D-4778-89CA-94F4DAA2F2CD}">
      <dgm:prSet/>
      <dgm:spPr/>
      <dgm:t>
        <a:bodyPr/>
        <a:lstStyle/>
        <a:p>
          <a:r>
            <a:rPr lang="en-US" b="0" i="0" baseline="0"/>
            <a:t>Spurious association</a:t>
          </a:r>
          <a:endParaRPr lang="en-US"/>
        </a:p>
      </dgm:t>
    </dgm:pt>
    <dgm:pt modelId="{B340EC9D-822A-4DBD-8063-00D0D0BD3976}" type="parTrans" cxnId="{68A9A124-B87F-4D11-885C-70A7F5353491}">
      <dgm:prSet/>
      <dgm:spPr/>
      <dgm:t>
        <a:bodyPr/>
        <a:lstStyle/>
        <a:p>
          <a:endParaRPr lang="en-US"/>
        </a:p>
      </dgm:t>
    </dgm:pt>
    <dgm:pt modelId="{4B7C9332-A431-42C3-8A18-F4439C06B4A2}" type="sibTrans" cxnId="{68A9A124-B87F-4D11-885C-70A7F5353491}">
      <dgm:prSet/>
      <dgm:spPr/>
      <dgm:t>
        <a:bodyPr/>
        <a:lstStyle/>
        <a:p>
          <a:endParaRPr lang="en-US"/>
        </a:p>
      </dgm:t>
    </dgm:pt>
    <dgm:pt modelId="{B7974582-DC95-4BE1-84DE-9BDF15F211CF}">
      <dgm:prSet/>
      <dgm:spPr/>
      <dgm:t>
        <a:bodyPr/>
        <a:lstStyle/>
        <a:p>
          <a:r>
            <a:rPr lang="en-US" b="0" i="0" baseline="0"/>
            <a:t>Indirect association</a:t>
          </a:r>
          <a:endParaRPr lang="en-US"/>
        </a:p>
      </dgm:t>
    </dgm:pt>
    <dgm:pt modelId="{9408CF7C-5DB5-4C42-9F26-0BEDCBB21F42}" type="parTrans" cxnId="{4E9C96CB-67CA-4746-84B5-33FF5FE16281}">
      <dgm:prSet/>
      <dgm:spPr/>
      <dgm:t>
        <a:bodyPr/>
        <a:lstStyle/>
        <a:p>
          <a:endParaRPr lang="en-US"/>
        </a:p>
      </dgm:t>
    </dgm:pt>
    <dgm:pt modelId="{72469521-DDD6-4D94-98B8-534C15675D07}" type="sibTrans" cxnId="{4E9C96CB-67CA-4746-84B5-33FF5FE16281}">
      <dgm:prSet/>
      <dgm:spPr/>
      <dgm:t>
        <a:bodyPr/>
        <a:lstStyle/>
        <a:p>
          <a:endParaRPr lang="en-US"/>
        </a:p>
      </dgm:t>
    </dgm:pt>
    <dgm:pt modelId="{56A9CBDA-6E7B-493F-9274-C9165FA7F642}">
      <dgm:prSet/>
      <dgm:spPr/>
      <dgm:t>
        <a:bodyPr/>
        <a:lstStyle/>
        <a:p>
          <a:r>
            <a:rPr lang="en-US" b="0" i="0" baseline="0"/>
            <a:t>Direct (causal) association</a:t>
          </a:r>
          <a:endParaRPr lang="en-US"/>
        </a:p>
      </dgm:t>
    </dgm:pt>
    <dgm:pt modelId="{89E5CF85-FC34-49B2-A28D-DDC803C74214}" type="parTrans" cxnId="{AB8FBFCE-F5A7-4BA6-8182-1857A7AB9A7E}">
      <dgm:prSet/>
      <dgm:spPr/>
      <dgm:t>
        <a:bodyPr/>
        <a:lstStyle/>
        <a:p>
          <a:endParaRPr lang="en-US"/>
        </a:p>
      </dgm:t>
    </dgm:pt>
    <dgm:pt modelId="{1295949C-54A4-4291-A3FD-C3524F5B47A4}" type="sibTrans" cxnId="{AB8FBFCE-F5A7-4BA6-8182-1857A7AB9A7E}">
      <dgm:prSet/>
      <dgm:spPr/>
      <dgm:t>
        <a:bodyPr/>
        <a:lstStyle/>
        <a:p>
          <a:endParaRPr lang="en-US"/>
        </a:p>
      </dgm:t>
    </dgm:pt>
    <dgm:pt modelId="{93BD820D-8552-499A-B78A-1D98403E587C}">
      <dgm:prSet/>
      <dgm:spPr/>
      <dgm:t>
        <a:bodyPr/>
        <a:lstStyle/>
        <a:p>
          <a:r>
            <a:rPr lang="en-US" b="0" i="0" baseline="0"/>
            <a:t>One-to-one causal association</a:t>
          </a:r>
          <a:endParaRPr lang="en-US"/>
        </a:p>
      </dgm:t>
    </dgm:pt>
    <dgm:pt modelId="{8D15BDE3-A687-4105-AF1F-819D6816E342}" type="parTrans" cxnId="{D9A2752D-A06D-4F8D-B414-3F263875174B}">
      <dgm:prSet/>
      <dgm:spPr/>
      <dgm:t>
        <a:bodyPr/>
        <a:lstStyle/>
        <a:p>
          <a:endParaRPr lang="en-US"/>
        </a:p>
      </dgm:t>
    </dgm:pt>
    <dgm:pt modelId="{E93FEE87-FA48-42AA-9EAB-D80E9504AB10}" type="sibTrans" cxnId="{D9A2752D-A06D-4F8D-B414-3F263875174B}">
      <dgm:prSet/>
      <dgm:spPr/>
      <dgm:t>
        <a:bodyPr/>
        <a:lstStyle/>
        <a:p>
          <a:endParaRPr lang="en-US"/>
        </a:p>
      </dgm:t>
    </dgm:pt>
    <dgm:pt modelId="{26910FC8-CBC6-4531-8EAF-E85A14865F7E}">
      <dgm:prSet/>
      <dgm:spPr/>
      <dgm:t>
        <a:bodyPr/>
        <a:lstStyle/>
        <a:p>
          <a:r>
            <a:rPr lang="en-US" b="0" i="0" baseline="0"/>
            <a:t>Multifactorial causation</a:t>
          </a:r>
          <a:endParaRPr lang="en-US"/>
        </a:p>
      </dgm:t>
    </dgm:pt>
    <dgm:pt modelId="{08241769-1E67-4500-B0E5-C317E34AAF95}" type="parTrans" cxnId="{3C7B8ECC-CA02-4632-9859-5BD59C2C0273}">
      <dgm:prSet/>
      <dgm:spPr/>
      <dgm:t>
        <a:bodyPr/>
        <a:lstStyle/>
        <a:p>
          <a:endParaRPr lang="en-US"/>
        </a:p>
      </dgm:t>
    </dgm:pt>
    <dgm:pt modelId="{6FA05B2D-5C76-4D9D-98B7-2C3CBB3E6772}" type="sibTrans" cxnId="{3C7B8ECC-CA02-4632-9859-5BD59C2C0273}">
      <dgm:prSet/>
      <dgm:spPr/>
      <dgm:t>
        <a:bodyPr/>
        <a:lstStyle/>
        <a:p>
          <a:endParaRPr lang="en-US"/>
        </a:p>
      </dgm:t>
    </dgm:pt>
    <dgm:pt modelId="{F9AD2288-3CFB-4E68-9CCD-20E84A534738}" type="pres">
      <dgm:prSet presAssocID="{8D02A04F-F682-405D-A2B2-F266F7EA2C6A}" presName="linear" presStyleCnt="0">
        <dgm:presLayoutVars>
          <dgm:animLvl val="lvl"/>
          <dgm:resizeHandles val="exact"/>
        </dgm:presLayoutVars>
      </dgm:prSet>
      <dgm:spPr/>
    </dgm:pt>
    <dgm:pt modelId="{5527382E-5B5E-4832-8021-545BC78E4FD0}" type="pres">
      <dgm:prSet presAssocID="{D3EFDE56-EA1D-4778-89CA-94F4DAA2F2CD}" presName="parentText" presStyleLbl="node1" presStyleIdx="0" presStyleCnt="5">
        <dgm:presLayoutVars>
          <dgm:chMax val="0"/>
          <dgm:bulletEnabled val="1"/>
        </dgm:presLayoutVars>
      </dgm:prSet>
      <dgm:spPr/>
    </dgm:pt>
    <dgm:pt modelId="{AF162894-57DC-437C-B52D-590D10C793AB}" type="pres">
      <dgm:prSet presAssocID="{4B7C9332-A431-42C3-8A18-F4439C06B4A2}" presName="spacer" presStyleCnt="0"/>
      <dgm:spPr/>
    </dgm:pt>
    <dgm:pt modelId="{C0200753-947B-4604-8B61-47D8A7A19AE5}" type="pres">
      <dgm:prSet presAssocID="{B7974582-DC95-4BE1-84DE-9BDF15F211CF}" presName="parentText" presStyleLbl="node1" presStyleIdx="1" presStyleCnt="5">
        <dgm:presLayoutVars>
          <dgm:chMax val="0"/>
          <dgm:bulletEnabled val="1"/>
        </dgm:presLayoutVars>
      </dgm:prSet>
      <dgm:spPr/>
    </dgm:pt>
    <dgm:pt modelId="{9F107944-32EA-4262-98B1-362FCBC82E42}" type="pres">
      <dgm:prSet presAssocID="{72469521-DDD6-4D94-98B8-534C15675D07}" presName="spacer" presStyleCnt="0"/>
      <dgm:spPr/>
    </dgm:pt>
    <dgm:pt modelId="{56254E25-8D06-44DE-B445-FC2CADCD475A}" type="pres">
      <dgm:prSet presAssocID="{56A9CBDA-6E7B-493F-9274-C9165FA7F642}" presName="parentText" presStyleLbl="node1" presStyleIdx="2" presStyleCnt="5">
        <dgm:presLayoutVars>
          <dgm:chMax val="0"/>
          <dgm:bulletEnabled val="1"/>
        </dgm:presLayoutVars>
      </dgm:prSet>
      <dgm:spPr/>
    </dgm:pt>
    <dgm:pt modelId="{7E9896B3-11DC-407D-B99B-ED0ABFF27D1B}" type="pres">
      <dgm:prSet presAssocID="{1295949C-54A4-4291-A3FD-C3524F5B47A4}" presName="spacer" presStyleCnt="0"/>
      <dgm:spPr/>
    </dgm:pt>
    <dgm:pt modelId="{A0449C02-2D13-41A8-9EEE-B8BF2413A819}" type="pres">
      <dgm:prSet presAssocID="{93BD820D-8552-499A-B78A-1D98403E587C}" presName="parentText" presStyleLbl="node1" presStyleIdx="3" presStyleCnt="5">
        <dgm:presLayoutVars>
          <dgm:chMax val="0"/>
          <dgm:bulletEnabled val="1"/>
        </dgm:presLayoutVars>
      </dgm:prSet>
      <dgm:spPr/>
    </dgm:pt>
    <dgm:pt modelId="{D22BF2D2-F27B-45A3-A247-B8A9E041D12C}" type="pres">
      <dgm:prSet presAssocID="{E93FEE87-FA48-42AA-9EAB-D80E9504AB10}" presName="spacer" presStyleCnt="0"/>
      <dgm:spPr/>
    </dgm:pt>
    <dgm:pt modelId="{A88F3FF7-2107-4D1A-9A1A-C3164E602706}" type="pres">
      <dgm:prSet presAssocID="{26910FC8-CBC6-4531-8EAF-E85A14865F7E}" presName="parentText" presStyleLbl="node1" presStyleIdx="4" presStyleCnt="5">
        <dgm:presLayoutVars>
          <dgm:chMax val="0"/>
          <dgm:bulletEnabled val="1"/>
        </dgm:presLayoutVars>
      </dgm:prSet>
      <dgm:spPr/>
    </dgm:pt>
  </dgm:ptLst>
  <dgm:cxnLst>
    <dgm:cxn modelId="{005C241A-016E-4053-93EB-C77A59E6418D}" type="presOf" srcId="{26910FC8-CBC6-4531-8EAF-E85A14865F7E}" destId="{A88F3FF7-2107-4D1A-9A1A-C3164E602706}" srcOrd="0" destOrd="0" presId="urn:microsoft.com/office/officeart/2005/8/layout/vList2"/>
    <dgm:cxn modelId="{68A9A124-B87F-4D11-885C-70A7F5353491}" srcId="{8D02A04F-F682-405D-A2B2-F266F7EA2C6A}" destId="{D3EFDE56-EA1D-4778-89CA-94F4DAA2F2CD}" srcOrd="0" destOrd="0" parTransId="{B340EC9D-822A-4DBD-8063-00D0D0BD3976}" sibTransId="{4B7C9332-A431-42C3-8A18-F4439C06B4A2}"/>
    <dgm:cxn modelId="{D9A2752D-A06D-4F8D-B414-3F263875174B}" srcId="{8D02A04F-F682-405D-A2B2-F266F7EA2C6A}" destId="{93BD820D-8552-499A-B78A-1D98403E587C}" srcOrd="3" destOrd="0" parTransId="{8D15BDE3-A687-4105-AF1F-819D6816E342}" sibTransId="{E93FEE87-FA48-42AA-9EAB-D80E9504AB10}"/>
    <dgm:cxn modelId="{8F736755-F916-492E-B9D8-8BFE2B602C0D}" type="presOf" srcId="{D3EFDE56-EA1D-4778-89CA-94F4DAA2F2CD}" destId="{5527382E-5B5E-4832-8021-545BC78E4FD0}" srcOrd="0" destOrd="0" presId="urn:microsoft.com/office/officeart/2005/8/layout/vList2"/>
    <dgm:cxn modelId="{EBCD437E-8694-4869-A905-10164F008D01}" type="presOf" srcId="{8D02A04F-F682-405D-A2B2-F266F7EA2C6A}" destId="{F9AD2288-3CFB-4E68-9CCD-20E84A534738}" srcOrd="0" destOrd="0" presId="urn:microsoft.com/office/officeart/2005/8/layout/vList2"/>
    <dgm:cxn modelId="{10D582BD-2412-411F-B839-AC997E21BF41}" type="presOf" srcId="{56A9CBDA-6E7B-493F-9274-C9165FA7F642}" destId="{56254E25-8D06-44DE-B445-FC2CADCD475A}" srcOrd="0" destOrd="0" presId="urn:microsoft.com/office/officeart/2005/8/layout/vList2"/>
    <dgm:cxn modelId="{E29AE6BE-7920-44FD-921D-1DF942F35D7A}" type="presOf" srcId="{93BD820D-8552-499A-B78A-1D98403E587C}" destId="{A0449C02-2D13-41A8-9EEE-B8BF2413A819}" srcOrd="0" destOrd="0" presId="urn:microsoft.com/office/officeart/2005/8/layout/vList2"/>
    <dgm:cxn modelId="{4E9C96CB-67CA-4746-84B5-33FF5FE16281}" srcId="{8D02A04F-F682-405D-A2B2-F266F7EA2C6A}" destId="{B7974582-DC95-4BE1-84DE-9BDF15F211CF}" srcOrd="1" destOrd="0" parTransId="{9408CF7C-5DB5-4C42-9F26-0BEDCBB21F42}" sibTransId="{72469521-DDD6-4D94-98B8-534C15675D07}"/>
    <dgm:cxn modelId="{3C7B8ECC-CA02-4632-9859-5BD59C2C0273}" srcId="{8D02A04F-F682-405D-A2B2-F266F7EA2C6A}" destId="{26910FC8-CBC6-4531-8EAF-E85A14865F7E}" srcOrd="4" destOrd="0" parTransId="{08241769-1E67-4500-B0E5-C317E34AAF95}" sibTransId="{6FA05B2D-5C76-4D9D-98B7-2C3CBB3E6772}"/>
    <dgm:cxn modelId="{AB8FBFCE-F5A7-4BA6-8182-1857A7AB9A7E}" srcId="{8D02A04F-F682-405D-A2B2-F266F7EA2C6A}" destId="{56A9CBDA-6E7B-493F-9274-C9165FA7F642}" srcOrd="2" destOrd="0" parTransId="{89E5CF85-FC34-49B2-A28D-DDC803C74214}" sibTransId="{1295949C-54A4-4291-A3FD-C3524F5B47A4}"/>
    <dgm:cxn modelId="{F66BBEFE-2622-4B88-AB2C-EC90028B2CA4}" type="presOf" srcId="{B7974582-DC95-4BE1-84DE-9BDF15F211CF}" destId="{C0200753-947B-4604-8B61-47D8A7A19AE5}" srcOrd="0" destOrd="0" presId="urn:microsoft.com/office/officeart/2005/8/layout/vList2"/>
    <dgm:cxn modelId="{B5A561C6-B8A4-45B4-B6D4-10C1F2D64E14}" type="presParOf" srcId="{F9AD2288-3CFB-4E68-9CCD-20E84A534738}" destId="{5527382E-5B5E-4832-8021-545BC78E4FD0}" srcOrd="0" destOrd="0" presId="urn:microsoft.com/office/officeart/2005/8/layout/vList2"/>
    <dgm:cxn modelId="{A6125870-240C-422D-805E-74B8B926472A}" type="presParOf" srcId="{F9AD2288-3CFB-4E68-9CCD-20E84A534738}" destId="{AF162894-57DC-437C-B52D-590D10C793AB}" srcOrd="1" destOrd="0" presId="urn:microsoft.com/office/officeart/2005/8/layout/vList2"/>
    <dgm:cxn modelId="{32333D36-B24A-4A37-BAD9-1C203C1166C6}" type="presParOf" srcId="{F9AD2288-3CFB-4E68-9CCD-20E84A534738}" destId="{C0200753-947B-4604-8B61-47D8A7A19AE5}" srcOrd="2" destOrd="0" presId="urn:microsoft.com/office/officeart/2005/8/layout/vList2"/>
    <dgm:cxn modelId="{EE8F03C1-560A-4E4A-8018-DC4896972ED1}" type="presParOf" srcId="{F9AD2288-3CFB-4E68-9CCD-20E84A534738}" destId="{9F107944-32EA-4262-98B1-362FCBC82E42}" srcOrd="3" destOrd="0" presId="urn:microsoft.com/office/officeart/2005/8/layout/vList2"/>
    <dgm:cxn modelId="{2EBD3707-BD02-46F4-A3A8-255623A8B635}" type="presParOf" srcId="{F9AD2288-3CFB-4E68-9CCD-20E84A534738}" destId="{56254E25-8D06-44DE-B445-FC2CADCD475A}" srcOrd="4" destOrd="0" presId="urn:microsoft.com/office/officeart/2005/8/layout/vList2"/>
    <dgm:cxn modelId="{12A91D0F-2522-449F-9D04-9F5D6F8186F5}" type="presParOf" srcId="{F9AD2288-3CFB-4E68-9CCD-20E84A534738}" destId="{7E9896B3-11DC-407D-B99B-ED0ABFF27D1B}" srcOrd="5" destOrd="0" presId="urn:microsoft.com/office/officeart/2005/8/layout/vList2"/>
    <dgm:cxn modelId="{EB7610FB-84F1-4E58-8E7B-D94474D1DBBF}" type="presParOf" srcId="{F9AD2288-3CFB-4E68-9CCD-20E84A534738}" destId="{A0449C02-2D13-41A8-9EEE-B8BF2413A819}" srcOrd="6" destOrd="0" presId="urn:microsoft.com/office/officeart/2005/8/layout/vList2"/>
    <dgm:cxn modelId="{536ACD9A-039C-49A0-9143-0776BD96DEEA}" type="presParOf" srcId="{F9AD2288-3CFB-4E68-9CCD-20E84A534738}" destId="{D22BF2D2-F27B-45A3-A247-B8A9E041D12C}" srcOrd="7" destOrd="0" presId="urn:microsoft.com/office/officeart/2005/8/layout/vList2"/>
    <dgm:cxn modelId="{B1003ED9-B7B3-449F-9E1F-A0712CAA195A}" type="presParOf" srcId="{F9AD2288-3CFB-4E68-9CCD-20E84A534738}" destId="{A88F3FF7-2107-4D1A-9A1A-C3164E60270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DBFAE1A-3012-48D1-AB21-4414178125BD}"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501E7481-FE4A-47C2-8C10-5538600217FB}">
      <dgm:prSet custT="1"/>
      <dgm:spPr/>
      <dgm:t>
        <a:bodyPr/>
        <a:lstStyle/>
        <a:p>
          <a:r>
            <a:rPr lang="en-US" sz="2400" b="1" i="0" baseline="0" dirty="0"/>
            <a:t>Primary case </a:t>
          </a:r>
          <a:r>
            <a:rPr lang="en-US" sz="2400" b="0" i="0" baseline="0" dirty="0"/>
            <a:t>refers to the first case of a communicable disease introduced into the population unit being studied. </a:t>
          </a:r>
          <a:endParaRPr lang="en-US" sz="2400" dirty="0"/>
        </a:p>
      </dgm:t>
    </dgm:pt>
    <dgm:pt modelId="{1CAB98C3-13A3-4137-B3E1-A86CB15480B3}" type="parTrans" cxnId="{0482FE36-3B28-48E6-83A9-247AA20BDE2C}">
      <dgm:prSet/>
      <dgm:spPr/>
      <dgm:t>
        <a:bodyPr/>
        <a:lstStyle/>
        <a:p>
          <a:endParaRPr lang="en-US" sz="2000"/>
        </a:p>
      </dgm:t>
    </dgm:pt>
    <dgm:pt modelId="{C98A0146-5BD8-450B-A34D-B57BCF2B5F61}" type="sibTrans" cxnId="{0482FE36-3B28-48E6-83A9-247AA20BDE2C}">
      <dgm:prSet/>
      <dgm:spPr/>
      <dgm:t>
        <a:bodyPr/>
        <a:lstStyle/>
        <a:p>
          <a:endParaRPr lang="en-US" sz="2000"/>
        </a:p>
      </dgm:t>
    </dgm:pt>
    <dgm:pt modelId="{B99FD9EA-1BA7-4147-A9AB-CC673E2739C7}">
      <dgm:prSet custT="1"/>
      <dgm:spPr/>
      <dgm:t>
        <a:bodyPr/>
        <a:lstStyle/>
        <a:p>
          <a:r>
            <a:rPr lang="en-US" sz="2400" b="1" i="0" baseline="0" dirty="0"/>
            <a:t>Index case </a:t>
          </a:r>
          <a:r>
            <a:rPr lang="en-US" sz="2400" b="0" i="0" baseline="0" dirty="0"/>
            <a:t>refers to the first case to come to the attention of the investigator. </a:t>
          </a:r>
          <a:endParaRPr lang="en-US" sz="2400" dirty="0"/>
        </a:p>
      </dgm:t>
    </dgm:pt>
    <dgm:pt modelId="{7FE40801-A83B-4398-9F9F-04292F9F92AD}" type="parTrans" cxnId="{DA2477FB-C0B9-4A58-9B4B-68A695917311}">
      <dgm:prSet/>
      <dgm:spPr/>
      <dgm:t>
        <a:bodyPr/>
        <a:lstStyle/>
        <a:p>
          <a:endParaRPr lang="en-US" sz="2000"/>
        </a:p>
      </dgm:t>
    </dgm:pt>
    <dgm:pt modelId="{B9221406-FF85-488D-909F-3F470D26761E}" type="sibTrans" cxnId="{DA2477FB-C0B9-4A58-9B4B-68A695917311}">
      <dgm:prSet/>
      <dgm:spPr/>
      <dgm:t>
        <a:bodyPr/>
        <a:lstStyle/>
        <a:p>
          <a:endParaRPr lang="en-US" sz="2000"/>
        </a:p>
      </dgm:t>
    </dgm:pt>
    <dgm:pt modelId="{9141749C-F468-41BC-91CB-522F537D692F}">
      <dgm:prSet custT="1"/>
      <dgm:spPr/>
      <dgm:t>
        <a:bodyPr/>
        <a:lstStyle/>
        <a:p>
          <a:r>
            <a:rPr lang="en-US" sz="2400" b="1" i="0" baseline="0"/>
            <a:t>Secondary cases </a:t>
          </a:r>
          <a:r>
            <a:rPr lang="en-US" sz="2400" b="0" i="0" baseline="0"/>
            <a:t>are those developing from contact with primary case.</a:t>
          </a:r>
          <a:endParaRPr lang="en-US" sz="2400"/>
        </a:p>
      </dgm:t>
    </dgm:pt>
    <dgm:pt modelId="{04A3A690-A8E8-4948-9780-0211952263B3}" type="parTrans" cxnId="{03579C2C-ABAF-4A1B-B599-6AA7B82BB585}">
      <dgm:prSet/>
      <dgm:spPr/>
      <dgm:t>
        <a:bodyPr/>
        <a:lstStyle/>
        <a:p>
          <a:endParaRPr lang="en-US" sz="2000"/>
        </a:p>
      </dgm:t>
    </dgm:pt>
    <dgm:pt modelId="{1A42C601-7A5C-428F-A653-4111AEF752F1}" type="sibTrans" cxnId="{03579C2C-ABAF-4A1B-B599-6AA7B82BB585}">
      <dgm:prSet/>
      <dgm:spPr/>
      <dgm:t>
        <a:bodyPr/>
        <a:lstStyle/>
        <a:p>
          <a:endParaRPr lang="en-US" sz="2000"/>
        </a:p>
      </dgm:t>
    </dgm:pt>
    <dgm:pt modelId="{F42D52F2-E79A-42C3-8CBB-932579D63771}">
      <dgm:prSet custT="1"/>
      <dgm:spPr/>
      <dgm:t>
        <a:bodyPr/>
        <a:lstStyle/>
        <a:p>
          <a:r>
            <a:rPr lang="en-US" sz="2400" b="0" i="0" baseline="0"/>
            <a:t>A </a:t>
          </a:r>
          <a:r>
            <a:rPr lang="en-US" sz="2400" b="1" i="0" baseline="0"/>
            <a:t>suspect </a:t>
          </a:r>
          <a:r>
            <a:rPr lang="en-US" sz="2400" b="0" i="0" baseline="0"/>
            <a:t>case is an individual (or a group of individuals) who has all of the signs and symptoms of a disease or condition, yet has not been diagnosed as having the disease or had the cause of the symptoms connected to the suspected pathogen.</a:t>
          </a:r>
          <a:endParaRPr lang="en-US" sz="2400"/>
        </a:p>
      </dgm:t>
    </dgm:pt>
    <dgm:pt modelId="{2031AAB3-E7A7-4AED-A85C-9C0AD6508FD5}" type="parTrans" cxnId="{314F8145-DE77-4A66-BCF7-7A0833723FC8}">
      <dgm:prSet/>
      <dgm:spPr/>
      <dgm:t>
        <a:bodyPr/>
        <a:lstStyle/>
        <a:p>
          <a:endParaRPr lang="en-US" sz="2000"/>
        </a:p>
      </dgm:t>
    </dgm:pt>
    <dgm:pt modelId="{28A4493B-38D9-4AC6-BF61-149439B70089}" type="sibTrans" cxnId="{314F8145-DE77-4A66-BCF7-7A0833723FC8}">
      <dgm:prSet/>
      <dgm:spPr/>
      <dgm:t>
        <a:bodyPr/>
        <a:lstStyle/>
        <a:p>
          <a:endParaRPr lang="en-US" sz="2000"/>
        </a:p>
      </dgm:t>
    </dgm:pt>
    <dgm:pt modelId="{C18F0D93-F843-4198-9796-B143D2D2D4D7}" type="pres">
      <dgm:prSet presAssocID="{4DBFAE1A-3012-48D1-AB21-4414178125BD}" presName="vert0" presStyleCnt="0">
        <dgm:presLayoutVars>
          <dgm:dir/>
          <dgm:animOne val="branch"/>
          <dgm:animLvl val="lvl"/>
        </dgm:presLayoutVars>
      </dgm:prSet>
      <dgm:spPr/>
    </dgm:pt>
    <dgm:pt modelId="{D2E0F444-6C05-4AD0-8DD1-F2FA30807FD5}" type="pres">
      <dgm:prSet presAssocID="{501E7481-FE4A-47C2-8C10-5538600217FB}" presName="thickLine" presStyleLbl="alignNode1" presStyleIdx="0" presStyleCnt="4"/>
      <dgm:spPr/>
    </dgm:pt>
    <dgm:pt modelId="{5E2DEFAD-4D98-411C-B09F-14085DF2E172}" type="pres">
      <dgm:prSet presAssocID="{501E7481-FE4A-47C2-8C10-5538600217FB}" presName="horz1" presStyleCnt="0"/>
      <dgm:spPr/>
    </dgm:pt>
    <dgm:pt modelId="{CE7AFE69-3A6D-45EB-B547-A1E4D9478B93}" type="pres">
      <dgm:prSet presAssocID="{501E7481-FE4A-47C2-8C10-5538600217FB}" presName="tx1" presStyleLbl="revTx" presStyleIdx="0" presStyleCnt="4" custLinFactNeighborX="123" custLinFactNeighborY="0"/>
      <dgm:spPr/>
    </dgm:pt>
    <dgm:pt modelId="{969B8684-4375-468E-8763-880FAF2F2EC8}" type="pres">
      <dgm:prSet presAssocID="{501E7481-FE4A-47C2-8C10-5538600217FB}" presName="vert1" presStyleCnt="0"/>
      <dgm:spPr/>
    </dgm:pt>
    <dgm:pt modelId="{1722EDDD-40FB-4CE4-8989-B0875BBD2D45}" type="pres">
      <dgm:prSet presAssocID="{B99FD9EA-1BA7-4147-A9AB-CC673E2739C7}" presName="thickLine" presStyleLbl="alignNode1" presStyleIdx="1" presStyleCnt="4"/>
      <dgm:spPr/>
    </dgm:pt>
    <dgm:pt modelId="{FC03CB5E-7D56-4733-86C6-84861F12D0E4}" type="pres">
      <dgm:prSet presAssocID="{B99FD9EA-1BA7-4147-A9AB-CC673E2739C7}" presName="horz1" presStyleCnt="0"/>
      <dgm:spPr/>
    </dgm:pt>
    <dgm:pt modelId="{93D0942E-E942-4AE3-80AB-C25205451FA7}" type="pres">
      <dgm:prSet presAssocID="{B99FD9EA-1BA7-4147-A9AB-CC673E2739C7}" presName="tx1" presStyleLbl="revTx" presStyleIdx="1" presStyleCnt="4"/>
      <dgm:spPr/>
    </dgm:pt>
    <dgm:pt modelId="{B68081C6-84D6-44DF-A95C-C8103EA80291}" type="pres">
      <dgm:prSet presAssocID="{B99FD9EA-1BA7-4147-A9AB-CC673E2739C7}" presName="vert1" presStyleCnt="0"/>
      <dgm:spPr/>
    </dgm:pt>
    <dgm:pt modelId="{C01004B0-A323-42E0-80C2-5AFD85326464}" type="pres">
      <dgm:prSet presAssocID="{9141749C-F468-41BC-91CB-522F537D692F}" presName="thickLine" presStyleLbl="alignNode1" presStyleIdx="2" presStyleCnt="4"/>
      <dgm:spPr/>
    </dgm:pt>
    <dgm:pt modelId="{C6B9D6FA-D67E-49B5-B856-EF9BBA5E1289}" type="pres">
      <dgm:prSet presAssocID="{9141749C-F468-41BC-91CB-522F537D692F}" presName="horz1" presStyleCnt="0"/>
      <dgm:spPr/>
    </dgm:pt>
    <dgm:pt modelId="{668657A5-B939-45E8-9456-98DCD1532CCC}" type="pres">
      <dgm:prSet presAssocID="{9141749C-F468-41BC-91CB-522F537D692F}" presName="tx1" presStyleLbl="revTx" presStyleIdx="2" presStyleCnt="4"/>
      <dgm:spPr/>
    </dgm:pt>
    <dgm:pt modelId="{11BFD2D4-37A1-4583-9E40-74ABB413ABE5}" type="pres">
      <dgm:prSet presAssocID="{9141749C-F468-41BC-91CB-522F537D692F}" presName="vert1" presStyleCnt="0"/>
      <dgm:spPr/>
    </dgm:pt>
    <dgm:pt modelId="{B117381E-6A12-4635-AA4B-D276AB09A4F7}" type="pres">
      <dgm:prSet presAssocID="{F42D52F2-E79A-42C3-8CBB-932579D63771}" presName="thickLine" presStyleLbl="alignNode1" presStyleIdx="3" presStyleCnt="4"/>
      <dgm:spPr/>
    </dgm:pt>
    <dgm:pt modelId="{52BC8B69-6EB0-4217-953E-DD13287B4F02}" type="pres">
      <dgm:prSet presAssocID="{F42D52F2-E79A-42C3-8CBB-932579D63771}" presName="horz1" presStyleCnt="0"/>
      <dgm:spPr/>
    </dgm:pt>
    <dgm:pt modelId="{FEA1B7C5-EF79-4B94-9CA3-00E4C333D608}" type="pres">
      <dgm:prSet presAssocID="{F42D52F2-E79A-42C3-8CBB-932579D63771}" presName="tx1" presStyleLbl="revTx" presStyleIdx="3" presStyleCnt="4"/>
      <dgm:spPr/>
    </dgm:pt>
    <dgm:pt modelId="{78293DCF-05CB-41C3-A932-A3B4BCD5ABD7}" type="pres">
      <dgm:prSet presAssocID="{F42D52F2-E79A-42C3-8CBB-932579D63771}" presName="vert1" presStyleCnt="0"/>
      <dgm:spPr/>
    </dgm:pt>
  </dgm:ptLst>
  <dgm:cxnLst>
    <dgm:cxn modelId="{9F7AF811-ACF5-4428-A4DE-E72E51E088C1}" type="presOf" srcId="{9141749C-F468-41BC-91CB-522F537D692F}" destId="{668657A5-B939-45E8-9456-98DCD1532CCC}" srcOrd="0" destOrd="0" presId="urn:microsoft.com/office/officeart/2008/layout/LinedList"/>
    <dgm:cxn modelId="{03579C2C-ABAF-4A1B-B599-6AA7B82BB585}" srcId="{4DBFAE1A-3012-48D1-AB21-4414178125BD}" destId="{9141749C-F468-41BC-91CB-522F537D692F}" srcOrd="2" destOrd="0" parTransId="{04A3A690-A8E8-4948-9780-0211952263B3}" sibTransId="{1A42C601-7A5C-428F-A653-4111AEF752F1}"/>
    <dgm:cxn modelId="{0482FE36-3B28-48E6-83A9-247AA20BDE2C}" srcId="{4DBFAE1A-3012-48D1-AB21-4414178125BD}" destId="{501E7481-FE4A-47C2-8C10-5538600217FB}" srcOrd="0" destOrd="0" parTransId="{1CAB98C3-13A3-4137-B3E1-A86CB15480B3}" sibTransId="{C98A0146-5BD8-450B-A34D-B57BCF2B5F61}"/>
    <dgm:cxn modelId="{314F8145-DE77-4A66-BCF7-7A0833723FC8}" srcId="{4DBFAE1A-3012-48D1-AB21-4414178125BD}" destId="{F42D52F2-E79A-42C3-8CBB-932579D63771}" srcOrd="3" destOrd="0" parTransId="{2031AAB3-E7A7-4AED-A85C-9C0AD6508FD5}" sibTransId="{28A4493B-38D9-4AC6-BF61-149439B70089}"/>
    <dgm:cxn modelId="{2BEAFC4F-1D7D-4F33-9F2D-09683E10BEEB}" type="presOf" srcId="{4DBFAE1A-3012-48D1-AB21-4414178125BD}" destId="{C18F0D93-F843-4198-9796-B143D2D2D4D7}" srcOrd="0" destOrd="0" presId="urn:microsoft.com/office/officeart/2008/layout/LinedList"/>
    <dgm:cxn modelId="{912AAA89-92B3-4845-9A40-4CCACE972AE6}" type="presOf" srcId="{B99FD9EA-1BA7-4147-A9AB-CC673E2739C7}" destId="{93D0942E-E942-4AE3-80AB-C25205451FA7}" srcOrd="0" destOrd="0" presId="urn:microsoft.com/office/officeart/2008/layout/LinedList"/>
    <dgm:cxn modelId="{2DF958C0-05CC-4AD1-977E-30BBB1B0F397}" type="presOf" srcId="{501E7481-FE4A-47C2-8C10-5538600217FB}" destId="{CE7AFE69-3A6D-45EB-B547-A1E4D9478B93}" srcOrd="0" destOrd="0" presId="urn:microsoft.com/office/officeart/2008/layout/LinedList"/>
    <dgm:cxn modelId="{CC3B1ED9-3126-4DDA-87F1-D1A1D5312C70}" type="presOf" srcId="{F42D52F2-E79A-42C3-8CBB-932579D63771}" destId="{FEA1B7C5-EF79-4B94-9CA3-00E4C333D608}" srcOrd="0" destOrd="0" presId="urn:microsoft.com/office/officeart/2008/layout/LinedList"/>
    <dgm:cxn modelId="{DA2477FB-C0B9-4A58-9B4B-68A695917311}" srcId="{4DBFAE1A-3012-48D1-AB21-4414178125BD}" destId="{B99FD9EA-1BA7-4147-A9AB-CC673E2739C7}" srcOrd="1" destOrd="0" parTransId="{7FE40801-A83B-4398-9F9F-04292F9F92AD}" sibTransId="{B9221406-FF85-488D-909F-3F470D26761E}"/>
    <dgm:cxn modelId="{E25891FE-8EFC-40B9-B055-5000FC7FF800}" type="presParOf" srcId="{C18F0D93-F843-4198-9796-B143D2D2D4D7}" destId="{D2E0F444-6C05-4AD0-8DD1-F2FA30807FD5}" srcOrd="0" destOrd="0" presId="urn:microsoft.com/office/officeart/2008/layout/LinedList"/>
    <dgm:cxn modelId="{1BB1320F-6DDD-43F2-BACB-7DE6F6ED2004}" type="presParOf" srcId="{C18F0D93-F843-4198-9796-B143D2D2D4D7}" destId="{5E2DEFAD-4D98-411C-B09F-14085DF2E172}" srcOrd="1" destOrd="0" presId="urn:microsoft.com/office/officeart/2008/layout/LinedList"/>
    <dgm:cxn modelId="{083E1AE0-EF41-4B8D-B995-BAD6A425CD85}" type="presParOf" srcId="{5E2DEFAD-4D98-411C-B09F-14085DF2E172}" destId="{CE7AFE69-3A6D-45EB-B547-A1E4D9478B93}" srcOrd="0" destOrd="0" presId="urn:microsoft.com/office/officeart/2008/layout/LinedList"/>
    <dgm:cxn modelId="{4C07980C-B953-430C-BE16-1D0B7514FA74}" type="presParOf" srcId="{5E2DEFAD-4D98-411C-B09F-14085DF2E172}" destId="{969B8684-4375-468E-8763-880FAF2F2EC8}" srcOrd="1" destOrd="0" presId="urn:microsoft.com/office/officeart/2008/layout/LinedList"/>
    <dgm:cxn modelId="{A07F1D61-0CDD-4A9C-9E9B-691F537547AA}" type="presParOf" srcId="{C18F0D93-F843-4198-9796-B143D2D2D4D7}" destId="{1722EDDD-40FB-4CE4-8989-B0875BBD2D45}" srcOrd="2" destOrd="0" presId="urn:microsoft.com/office/officeart/2008/layout/LinedList"/>
    <dgm:cxn modelId="{BAF2C7FD-2F34-4C68-BCEE-5F428649D8FD}" type="presParOf" srcId="{C18F0D93-F843-4198-9796-B143D2D2D4D7}" destId="{FC03CB5E-7D56-4733-86C6-84861F12D0E4}" srcOrd="3" destOrd="0" presId="urn:microsoft.com/office/officeart/2008/layout/LinedList"/>
    <dgm:cxn modelId="{EA0EF118-2824-4886-BABF-EF3FD32F26D1}" type="presParOf" srcId="{FC03CB5E-7D56-4733-86C6-84861F12D0E4}" destId="{93D0942E-E942-4AE3-80AB-C25205451FA7}" srcOrd="0" destOrd="0" presId="urn:microsoft.com/office/officeart/2008/layout/LinedList"/>
    <dgm:cxn modelId="{1FE62765-6B60-4862-A86D-B08FC66ECFB4}" type="presParOf" srcId="{FC03CB5E-7D56-4733-86C6-84861F12D0E4}" destId="{B68081C6-84D6-44DF-A95C-C8103EA80291}" srcOrd="1" destOrd="0" presId="urn:microsoft.com/office/officeart/2008/layout/LinedList"/>
    <dgm:cxn modelId="{4AD90F8C-8748-49FB-9D81-1074A69C3D75}" type="presParOf" srcId="{C18F0D93-F843-4198-9796-B143D2D2D4D7}" destId="{C01004B0-A323-42E0-80C2-5AFD85326464}" srcOrd="4" destOrd="0" presId="urn:microsoft.com/office/officeart/2008/layout/LinedList"/>
    <dgm:cxn modelId="{592DAB2C-C232-44C7-AB2B-8D19F3B1B31D}" type="presParOf" srcId="{C18F0D93-F843-4198-9796-B143D2D2D4D7}" destId="{C6B9D6FA-D67E-49B5-B856-EF9BBA5E1289}" srcOrd="5" destOrd="0" presId="urn:microsoft.com/office/officeart/2008/layout/LinedList"/>
    <dgm:cxn modelId="{AF8E82DA-4062-43A7-B6F7-FFA393613C5E}" type="presParOf" srcId="{C6B9D6FA-D67E-49B5-B856-EF9BBA5E1289}" destId="{668657A5-B939-45E8-9456-98DCD1532CCC}" srcOrd="0" destOrd="0" presId="urn:microsoft.com/office/officeart/2008/layout/LinedList"/>
    <dgm:cxn modelId="{524A722D-A0EC-4EA2-9B8E-30CAA81DA3EF}" type="presParOf" srcId="{C6B9D6FA-D67E-49B5-B856-EF9BBA5E1289}" destId="{11BFD2D4-37A1-4583-9E40-74ABB413ABE5}" srcOrd="1" destOrd="0" presId="urn:microsoft.com/office/officeart/2008/layout/LinedList"/>
    <dgm:cxn modelId="{9208EE93-B9B7-4442-A9C7-8250C994C8CD}" type="presParOf" srcId="{C18F0D93-F843-4198-9796-B143D2D2D4D7}" destId="{B117381E-6A12-4635-AA4B-D276AB09A4F7}" srcOrd="6" destOrd="0" presId="urn:microsoft.com/office/officeart/2008/layout/LinedList"/>
    <dgm:cxn modelId="{68E67AB7-9E20-4886-9D14-AB0E470F1B51}" type="presParOf" srcId="{C18F0D93-F843-4198-9796-B143D2D2D4D7}" destId="{52BC8B69-6EB0-4217-953E-DD13287B4F02}" srcOrd="7" destOrd="0" presId="urn:microsoft.com/office/officeart/2008/layout/LinedList"/>
    <dgm:cxn modelId="{67E76343-D759-418B-9E3B-2C99584D8239}" type="presParOf" srcId="{52BC8B69-6EB0-4217-953E-DD13287B4F02}" destId="{FEA1B7C5-EF79-4B94-9CA3-00E4C333D608}" srcOrd="0" destOrd="0" presId="urn:microsoft.com/office/officeart/2008/layout/LinedList"/>
    <dgm:cxn modelId="{57802E7D-A279-44FF-9F38-9626EA506016}" type="presParOf" srcId="{52BC8B69-6EB0-4217-953E-DD13287B4F02}" destId="{78293DCF-05CB-41C3-A932-A3B4BCD5ABD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3F49A7-4844-476C-9045-780F9829E38A}">
      <dsp:nvSpPr>
        <dsp:cNvPr id="0" name=""/>
        <dsp:cNvSpPr/>
      </dsp:nvSpPr>
      <dsp:spPr>
        <a:xfrm>
          <a:off x="0" y="7532"/>
          <a:ext cx="11371217" cy="13533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D820CE-C8AA-4226-BA99-5184B414B77D}">
      <dsp:nvSpPr>
        <dsp:cNvPr id="0" name=""/>
        <dsp:cNvSpPr/>
      </dsp:nvSpPr>
      <dsp:spPr>
        <a:xfrm>
          <a:off x="409394" y="312040"/>
          <a:ext cx="744352" cy="7443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15B014-DF03-4FB5-9AAC-F1B7F3C60256}">
      <dsp:nvSpPr>
        <dsp:cNvPr id="0" name=""/>
        <dsp:cNvSpPr/>
      </dsp:nvSpPr>
      <dsp:spPr>
        <a:xfrm>
          <a:off x="1591699" y="20687"/>
          <a:ext cx="1715207" cy="135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232" tIns="143232" rIns="143232" bIns="143232" numCol="1" spcCol="1270" anchor="ctr" anchorCtr="0">
          <a:noAutofit/>
        </a:bodyPr>
        <a:lstStyle/>
        <a:p>
          <a:pPr marL="0" lvl="0" indent="0" algn="l" defTabSz="800100">
            <a:lnSpc>
              <a:spcPct val="100000"/>
            </a:lnSpc>
            <a:spcBef>
              <a:spcPct val="0"/>
            </a:spcBef>
            <a:spcAft>
              <a:spcPct val="35000"/>
            </a:spcAft>
            <a:buNone/>
          </a:pPr>
          <a:r>
            <a:rPr lang="en-US" sz="1800" b="0" i="0" u="sng" kern="1200" baseline="0" dirty="0"/>
            <a:t>How much will it benefit the community ? </a:t>
          </a:r>
          <a:endParaRPr lang="en-US" sz="1800" u="sng" kern="1200" dirty="0"/>
        </a:p>
      </dsp:txBody>
      <dsp:txXfrm>
        <a:off x="1591699" y="20687"/>
        <a:ext cx="1715207" cy="1353368"/>
      </dsp:txXfrm>
    </dsp:sp>
    <dsp:sp modelId="{BD01D165-7D49-4AD6-B502-66C5B6C2F261}">
      <dsp:nvSpPr>
        <dsp:cNvPr id="0" name=""/>
        <dsp:cNvSpPr/>
      </dsp:nvSpPr>
      <dsp:spPr>
        <a:xfrm>
          <a:off x="5049704" y="0"/>
          <a:ext cx="6321494" cy="135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232" tIns="143232" rIns="143232" bIns="143232" numCol="1" spcCol="1270" anchor="ctr" anchorCtr="0">
          <a:noAutofit/>
        </a:bodyPr>
        <a:lstStyle/>
        <a:p>
          <a:pPr marL="0" lvl="0" indent="0" algn="l" defTabSz="800100">
            <a:lnSpc>
              <a:spcPct val="100000"/>
            </a:lnSpc>
            <a:spcBef>
              <a:spcPct val="0"/>
            </a:spcBef>
            <a:spcAft>
              <a:spcPct val="35000"/>
            </a:spcAft>
            <a:buNone/>
          </a:pPr>
          <a:r>
            <a:rPr lang="en-US" sz="1800" b="0" i="0" kern="1200" baseline="0" dirty="0"/>
            <a:t>Effectiveness of the preventive measure and the acceptance of the measure by the community. </a:t>
          </a:r>
          <a:endParaRPr lang="en-US" sz="1800" kern="1200" dirty="0"/>
        </a:p>
        <a:p>
          <a:pPr marL="0" lvl="0" indent="0" algn="l" defTabSz="800100">
            <a:lnSpc>
              <a:spcPct val="100000"/>
            </a:lnSpc>
            <a:spcBef>
              <a:spcPct val="0"/>
            </a:spcBef>
            <a:spcAft>
              <a:spcPct val="35000"/>
            </a:spcAft>
            <a:buNone/>
          </a:pPr>
          <a:r>
            <a:rPr lang="en-US" sz="1800" b="0" i="0" kern="1200" baseline="0"/>
            <a:t>The combined outcome of effectiveness and acceptability is measured by the difference in the incidence rate among the experimental and control groups, </a:t>
          </a:r>
          <a:endParaRPr lang="en-US" sz="1800" kern="1200"/>
        </a:p>
      </dsp:txBody>
      <dsp:txXfrm>
        <a:off x="5049704" y="0"/>
        <a:ext cx="6321494" cy="1353368"/>
      </dsp:txXfrm>
    </dsp:sp>
    <dsp:sp modelId="{DE48CA4F-630C-497F-90B5-B27587B3D8E1}">
      <dsp:nvSpPr>
        <dsp:cNvPr id="0" name=""/>
        <dsp:cNvSpPr/>
      </dsp:nvSpPr>
      <dsp:spPr>
        <a:xfrm>
          <a:off x="0" y="1699243"/>
          <a:ext cx="11371217" cy="13533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6C4150-E421-4065-824C-2E43F5E68AE5}">
      <dsp:nvSpPr>
        <dsp:cNvPr id="0" name=""/>
        <dsp:cNvSpPr/>
      </dsp:nvSpPr>
      <dsp:spPr>
        <a:xfrm>
          <a:off x="409394" y="2003751"/>
          <a:ext cx="744352" cy="7443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6D53357-9804-455A-AE13-8F89DBA57EE7}">
      <dsp:nvSpPr>
        <dsp:cNvPr id="0" name=""/>
        <dsp:cNvSpPr/>
      </dsp:nvSpPr>
      <dsp:spPr>
        <a:xfrm>
          <a:off x="1563140" y="1699243"/>
          <a:ext cx="5117047" cy="135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232" tIns="143232" rIns="143232" bIns="143232" numCol="1" spcCol="1270" anchor="ctr" anchorCtr="0">
          <a:noAutofit/>
        </a:bodyPr>
        <a:lstStyle/>
        <a:p>
          <a:pPr marL="0" lvl="0" indent="0" algn="l" defTabSz="800100">
            <a:lnSpc>
              <a:spcPct val="100000"/>
            </a:lnSpc>
            <a:spcBef>
              <a:spcPct val="0"/>
            </a:spcBef>
            <a:spcAft>
              <a:spcPct val="35000"/>
            </a:spcAft>
            <a:buNone/>
          </a:pPr>
          <a:r>
            <a:rPr lang="en-US" sz="1800" b="0" i="0" u="sng" kern="1200" baseline="0"/>
            <a:t>What are the risks to the recipients? </a:t>
          </a:r>
          <a:endParaRPr lang="en-US" sz="1800" u="sng" kern="1200"/>
        </a:p>
      </dsp:txBody>
      <dsp:txXfrm>
        <a:off x="1563140" y="1699243"/>
        <a:ext cx="5117047" cy="1353368"/>
      </dsp:txXfrm>
    </dsp:sp>
    <dsp:sp modelId="{C8662C22-0AFE-427D-8973-9C584DD175E8}">
      <dsp:nvSpPr>
        <dsp:cNvPr id="0" name=""/>
        <dsp:cNvSpPr/>
      </dsp:nvSpPr>
      <dsp:spPr>
        <a:xfrm>
          <a:off x="6680188" y="1699243"/>
          <a:ext cx="4687971" cy="135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232" tIns="143232" rIns="143232" bIns="143232" numCol="1" spcCol="1270" anchor="ctr" anchorCtr="0">
          <a:noAutofit/>
        </a:bodyPr>
        <a:lstStyle/>
        <a:p>
          <a:pPr marL="0" lvl="0" indent="0" algn="l" defTabSz="800100">
            <a:lnSpc>
              <a:spcPct val="100000"/>
            </a:lnSpc>
            <a:spcBef>
              <a:spcPct val="0"/>
            </a:spcBef>
            <a:spcAft>
              <a:spcPct val="35000"/>
            </a:spcAft>
            <a:buNone/>
          </a:pPr>
          <a:r>
            <a:rPr lang="en-US" sz="1800" b="0" i="0" kern="1200" baseline="0" dirty="0"/>
            <a:t>Immediate and long-term risks, </a:t>
          </a:r>
          <a:endParaRPr lang="en-US" sz="1800" kern="1200" dirty="0"/>
        </a:p>
      </dsp:txBody>
      <dsp:txXfrm>
        <a:off x="6680188" y="1699243"/>
        <a:ext cx="4687971" cy="1353368"/>
      </dsp:txXfrm>
    </dsp:sp>
    <dsp:sp modelId="{00F7B228-8BA3-45E6-9875-E57F4CF17A9C}">
      <dsp:nvSpPr>
        <dsp:cNvPr id="0" name=""/>
        <dsp:cNvSpPr/>
      </dsp:nvSpPr>
      <dsp:spPr>
        <a:xfrm>
          <a:off x="0" y="3390954"/>
          <a:ext cx="11371217" cy="13533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7522C4-D2C5-49AA-AECA-9B70BE06EA3F}">
      <dsp:nvSpPr>
        <dsp:cNvPr id="0" name=""/>
        <dsp:cNvSpPr/>
      </dsp:nvSpPr>
      <dsp:spPr>
        <a:xfrm>
          <a:off x="409394" y="3695461"/>
          <a:ext cx="744352" cy="7443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3D7B13C-E1ED-47AF-853B-D26D72B26039}">
      <dsp:nvSpPr>
        <dsp:cNvPr id="0" name=""/>
        <dsp:cNvSpPr/>
      </dsp:nvSpPr>
      <dsp:spPr>
        <a:xfrm>
          <a:off x="1563140" y="3390954"/>
          <a:ext cx="5117047" cy="135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232" tIns="143232" rIns="143232" bIns="143232" numCol="1" spcCol="1270" anchor="ctr" anchorCtr="0">
          <a:noAutofit/>
        </a:bodyPr>
        <a:lstStyle/>
        <a:p>
          <a:pPr marL="0" lvl="0" indent="0" algn="l" defTabSz="800100">
            <a:lnSpc>
              <a:spcPct val="100000"/>
            </a:lnSpc>
            <a:spcBef>
              <a:spcPct val="0"/>
            </a:spcBef>
            <a:spcAft>
              <a:spcPct val="35000"/>
            </a:spcAft>
            <a:buNone/>
          </a:pPr>
          <a:r>
            <a:rPr lang="en-US" sz="1800" b="0" i="0" u="sng" kern="1200" baseline="0"/>
            <a:t>Cost in money and manpower? </a:t>
          </a:r>
          <a:endParaRPr lang="en-US" sz="1800" u="sng" kern="1200"/>
        </a:p>
      </dsp:txBody>
      <dsp:txXfrm>
        <a:off x="1563140" y="3390954"/>
        <a:ext cx="5117047" cy="1353368"/>
      </dsp:txXfrm>
    </dsp:sp>
    <dsp:sp modelId="{B88CDED6-C5E8-4898-8AE6-39AE1A66D6E9}">
      <dsp:nvSpPr>
        <dsp:cNvPr id="0" name=""/>
        <dsp:cNvSpPr/>
      </dsp:nvSpPr>
      <dsp:spPr>
        <a:xfrm>
          <a:off x="6680188" y="3390954"/>
          <a:ext cx="4687971" cy="135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232" tIns="143232" rIns="143232" bIns="143232" numCol="1" spcCol="1270" anchor="ctr" anchorCtr="0">
          <a:noAutofit/>
        </a:bodyPr>
        <a:lstStyle/>
        <a:p>
          <a:pPr marL="0" lvl="0" indent="0" algn="l" defTabSz="800100">
            <a:lnSpc>
              <a:spcPct val="100000"/>
            </a:lnSpc>
            <a:spcBef>
              <a:spcPct val="0"/>
            </a:spcBef>
            <a:spcAft>
              <a:spcPct val="35000"/>
            </a:spcAft>
            <a:buNone/>
          </a:pPr>
          <a:r>
            <a:rPr lang="en-US" sz="1800" b="0" i="0" kern="1200" baseline="0" dirty="0"/>
            <a:t>This is done to find out whether the preventive measure is economical and practical in terms of money spent. </a:t>
          </a:r>
          <a:endParaRPr lang="en-US" sz="1800" kern="1200" dirty="0"/>
        </a:p>
      </dsp:txBody>
      <dsp:txXfrm>
        <a:off x="6680188" y="3390954"/>
        <a:ext cx="4687971" cy="13533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27382E-5B5E-4832-8021-545BC78E4FD0}">
      <dsp:nvSpPr>
        <dsp:cNvPr id="0" name=""/>
        <dsp:cNvSpPr/>
      </dsp:nvSpPr>
      <dsp:spPr>
        <a:xfrm>
          <a:off x="0" y="520005"/>
          <a:ext cx="5076826" cy="72539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0" i="0" kern="1200" baseline="0"/>
            <a:t>Spurious association</a:t>
          </a:r>
          <a:endParaRPr lang="en-US" sz="3100" kern="1200"/>
        </a:p>
      </dsp:txBody>
      <dsp:txXfrm>
        <a:off x="35411" y="555416"/>
        <a:ext cx="5006004" cy="654577"/>
      </dsp:txXfrm>
    </dsp:sp>
    <dsp:sp modelId="{C0200753-947B-4604-8B61-47D8A7A19AE5}">
      <dsp:nvSpPr>
        <dsp:cNvPr id="0" name=""/>
        <dsp:cNvSpPr/>
      </dsp:nvSpPr>
      <dsp:spPr>
        <a:xfrm>
          <a:off x="0" y="1334685"/>
          <a:ext cx="5076826" cy="725399"/>
        </a:xfrm>
        <a:prstGeom prst="roundRect">
          <a:avLst/>
        </a:prstGeom>
        <a:solidFill>
          <a:schemeClr val="accent2">
            <a:hueOff val="373488"/>
            <a:satOff val="-255"/>
            <a:lumOff val="196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0" i="0" kern="1200" baseline="0"/>
            <a:t>Indirect association</a:t>
          </a:r>
          <a:endParaRPr lang="en-US" sz="3100" kern="1200"/>
        </a:p>
      </dsp:txBody>
      <dsp:txXfrm>
        <a:off x="35411" y="1370096"/>
        <a:ext cx="5006004" cy="654577"/>
      </dsp:txXfrm>
    </dsp:sp>
    <dsp:sp modelId="{56254E25-8D06-44DE-B445-FC2CADCD475A}">
      <dsp:nvSpPr>
        <dsp:cNvPr id="0" name=""/>
        <dsp:cNvSpPr/>
      </dsp:nvSpPr>
      <dsp:spPr>
        <a:xfrm>
          <a:off x="0" y="2149365"/>
          <a:ext cx="5076826" cy="725399"/>
        </a:xfrm>
        <a:prstGeom prst="roundRect">
          <a:avLst/>
        </a:prstGeom>
        <a:solidFill>
          <a:schemeClr val="accent2">
            <a:hueOff val="746975"/>
            <a:satOff val="-510"/>
            <a:lumOff val="392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0" i="0" kern="1200" baseline="0"/>
            <a:t>Direct (causal) association</a:t>
          </a:r>
          <a:endParaRPr lang="en-US" sz="3100" kern="1200"/>
        </a:p>
      </dsp:txBody>
      <dsp:txXfrm>
        <a:off x="35411" y="2184776"/>
        <a:ext cx="5006004" cy="654577"/>
      </dsp:txXfrm>
    </dsp:sp>
    <dsp:sp modelId="{A0449C02-2D13-41A8-9EEE-B8BF2413A819}">
      <dsp:nvSpPr>
        <dsp:cNvPr id="0" name=""/>
        <dsp:cNvSpPr/>
      </dsp:nvSpPr>
      <dsp:spPr>
        <a:xfrm>
          <a:off x="0" y="2964045"/>
          <a:ext cx="5076826" cy="725399"/>
        </a:xfrm>
        <a:prstGeom prst="roundRect">
          <a:avLst/>
        </a:prstGeom>
        <a:solidFill>
          <a:schemeClr val="accent2">
            <a:hueOff val="1120463"/>
            <a:satOff val="-764"/>
            <a:lumOff val="5882"/>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0" i="0" kern="1200" baseline="0"/>
            <a:t>One-to-one causal association</a:t>
          </a:r>
          <a:endParaRPr lang="en-US" sz="3100" kern="1200"/>
        </a:p>
      </dsp:txBody>
      <dsp:txXfrm>
        <a:off x="35411" y="2999456"/>
        <a:ext cx="5006004" cy="654577"/>
      </dsp:txXfrm>
    </dsp:sp>
    <dsp:sp modelId="{A88F3FF7-2107-4D1A-9A1A-C3164E602706}">
      <dsp:nvSpPr>
        <dsp:cNvPr id="0" name=""/>
        <dsp:cNvSpPr/>
      </dsp:nvSpPr>
      <dsp:spPr>
        <a:xfrm>
          <a:off x="0" y="3778725"/>
          <a:ext cx="5076826" cy="725399"/>
        </a:xfrm>
        <a:prstGeom prst="roundRect">
          <a:avLst/>
        </a:prstGeom>
        <a:solidFill>
          <a:schemeClr val="accent2">
            <a:hueOff val="1493950"/>
            <a:satOff val="-1019"/>
            <a:lumOff val="7842"/>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0" i="0" kern="1200" baseline="0"/>
            <a:t>Multifactorial causation</a:t>
          </a:r>
          <a:endParaRPr lang="en-US" sz="3100" kern="1200"/>
        </a:p>
      </dsp:txBody>
      <dsp:txXfrm>
        <a:off x="35411" y="3814136"/>
        <a:ext cx="5006004" cy="6545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E0F444-6C05-4AD0-8DD1-F2FA30807FD5}">
      <dsp:nvSpPr>
        <dsp:cNvPr id="0" name=""/>
        <dsp:cNvSpPr/>
      </dsp:nvSpPr>
      <dsp:spPr>
        <a:xfrm>
          <a:off x="0" y="0"/>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7AFE69-3A6D-45EB-B547-A1E4D9478B93}">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i="0" kern="1200" baseline="0" dirty="0"/>
            <a:t>Primary case </a:t>
          </a:r>
          <a:r>
            <a:rPr lang="en-US" sz="2400" b="0" i="0" kern="1200" baseline="0" dirty="0"/>
            <a:t>refers to the first case of a communicable disease introduced into the population unit being studied. </a:t>
          </a:r>
          <a:endParaRPr lang="en-US" sz="2400" kern="1200" dirty="0"/>
        </a:p>
      </dsp:txBody>
      <dsp:txXfrm>
        <a:off x="0" y="0"/>
        <a:ext cx="6900512" cy="1384035"/>
      </dsp:txXfrm>
    </dsp:sp>
    <dsp:sp modelId="{1722EDDD-40FB-4CE4-8989-B0875BBD2D45}">
      <dsp:nvSpPr>
        <dsp:cNvPr id="0" name=""/>
        <dsp:cNvSpPr/>
      </dsp:nvSpPr>
      <dsp:spPr>
        <a:xfrm>
          <a:off x="0" y="1384035"/>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D0942E-E942-4AE3-80AB-C25205451FA7}">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i="0" kern="1200" baseline="0" dirty="0"/>
            <a:t>Index case </a:t>
          </a:r>
          <a:r>
            <a:rPr lang="en-US" sz="2400" b="0" i="0" kern="1200" baseline="0" dirty="0"/>
            <a:t>refers to the first case to come to the attention of the investigator. </a:t>
          </a:r>
          <a:endParaRPr lang="en-US" sz="2400" kern="1200" dirty="0"/>
        </a:p>
      </dsp:txBody>
      <dsp:txXfrm>
        <a:off x="0" y="1384035"/>
        <a:ext cx="6900512" cy="1384035"/>
      </dsp:txXfrm>
    </dsp:sp>
    <dsp:sp modelId="{C01004B0-A323-42E0-80C2-5AFD85326464}">
      <dsp:nvSpPr>
        <dsp:cNvPr id="0" name=""/>
        <dsp:cNvSpPr/>
      </dsp:nvSpPr>
      <dsp:spPr>
        <a:xfrm>
          <a:off x="0" y="2768070"/>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8657A5-B939-45E8-9456-98DCD1532CCC}">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i="0" kern="1200" baseline="0"/>
            <a:t>Secondary cases </a:t>
          </a:r>
          <a:r>
            <a:rPr lang="en-US" sz="2400" b="0" i="0" kern="1200" baseline="0"/>
            <a:t>are those developing from contact with primary case.</a:t>
          </a:r>
          <a:endParaRPr lang="en-US" sz="2400" kern="1200"/>
        </a:p>
      </dsp:txBody>
      <dsp:txXfrm>
        <a:off x="0" y="2768070"/>
        <a:ext cx="6900512" cy="1384035"/>
      </dsp:txXfrm>
    </dsp:sp>
    <dsp:sp modelId="{B117381E-6A12-4635-AA4B-D276AB09A4F7}">
      <dsp:nvSpPr>
        <dsp:cNvPr id="0" name=""/>
        <dsp:cNvSpPr/>
      </dsp:nvSpPr>
      <dsp:spPr>
        <a:xfrm>
          <a:off x="0" y="4152105"/>
          <a:ext cx="690051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A1B7C5-EF79-4B94-9CA3-00E4C333D608}">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t>A </a:t>
          </a:r>
          <a:r>
            <a:rPr lang="en-US" sz="2400" b="1" i="0" kern="1200" baseline="0"/>
            <a:t>suspect </a:t>
          </a:r>
          <a:r>
            <a:rPr lang="en-US" sz="2400" b="0" i="0" kern="1200" baseline="0"/>
            <a:t>case is an individual (or a group of individuals) who has all of the signs and symptoms of a disease or condition, yet has not been diagnosed as having the disease or had the cause of the symptoms connected to the suspected pathogen.</a:t>
          </a:r>
          <a:endParaRPr lang="en-US" sz="2400" kern="1200"/>
        </a:p>
      </dsp:txBody>
      <dsp:txXfrm>
        <a:off x="0" y="4152105"/>
        <a:ext cx="6900512" cy="13840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3/4/2025</a:t>
            </a:fld>
            <a:endParaRPr lang="en-US" dirty="0"/>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dirty="0"/>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dirty="0"/>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1024903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3/4/2025</a:t>
            </a:fld>
            <a:endParaRPr lang="en-US" dirty="0"/>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42250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endParaRPr lang="en-US" dirty="0"/>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dirty="0"/>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3/4/2025</a:t>
            </a:fld>
            <a:endParaRPr lang="en-US" dirty="0"/>
          </a:p>
        </p:txBody>
      </p:sp>
    </p:spTree>
    <p:extLst>
      <p:ext uri="{BB962C8B-B14F-4D97-AF65-F5344CB8AC3E}">
        <p14:creationId xmlns:p14="http://schemas.microsoft.com/office/powerpoint/2010/main" val="2538563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3/4/2025</a:t>
            </a:fld>
            <a:endParaRPr lang="en-US" dirty="0"/>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234918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3/4/2025</a:t>
            </a:fld>
            <a:endParaRPr lang="en-US" dirty="0"/>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4429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3/4/2025</a:t>
            </a:fld>
            <a:endParaRPr lang="en-US" dirty="0"/>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152534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3/4/2025</a:t>
            </a:fld>
            <a:endParaRPr lang="en-US" dirty="0"/>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868460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3/4/2025</a:t>
            </a:fld>
            <a:endParaRPr lang="en-US" dirty="0"/>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dirty="0"/>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453072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3/4/2025</a:t>
            </a:fld>
            <a:endParaRPr lang="en-US" dirty="0"/>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dirty="0"/>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880193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3/4/2025</a:t>
            </a:fld>
            <a:endParaRPr lang="en-US" dirty="0"/>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728552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3/4/2025</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0192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3/4/2025</a:t>
            </a:fld>
            <a:endParaRPr lang="en-US" dirty="0"/>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dirty="0"/>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424894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88" r:id="rId5"/>
    <p:sldLayoutId id="2147483693" r:id="rId6"/>
    <p:sldLayoutId id="2147483689" r:id="rId7"/>
    <p:sldLayoutId id="2147483690" r:id="rId8"/>
    <p:sldLayoutId id="2147483691" r:id="rId9"/>
    <p:sldLayoutId id="2147483692" r:id="rId10"/>
    <p:sldLayoutId id="2147483694"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A2892E27-B984-56B7-199D-4D3A8B01BD4C}"/>
              </a:ext>
            </a:extLst>
          </p:cNvPr>
          <p:cNvSpPr>
            <a:spLocks noGrp="1"/>
          </p:cNvSpPr>
          <p:nvPr>
            <p:ph type="ctrTitle"/>
          </p:nvPr>
        </p:nvSpPr>
        <p:spPr>
          <a:xfrm>
            <a:off x="6090045" y="1346200"/>
            <a:ext cx="5624118" cy="3284538"/>
          </a:xfrm>
        </p:spPr>
        <p:txBody>
          <a:bodyPr anchor="b">
            <a:normAutofit/>
          </a:bodyPr>
          <a:lstStyle/>
          <a:p>
            <a:r>
              <a:rPr lang="en-US"/>
              <a:t>Association and Causation</a:t>
            </a:r>
            <a:endParaRPr lang="en-US" dirty="0"/>
          </a:p>
        </p:txBody>
      </p:sp>
      <p:sp>
        <p:nvSpPr>
          <p:cNvPr id="16" name="Freeform: Shape 10">
            <a:extLst>
              <a:ext uri="{FF2B5EF4-FFF2-40B4-BE49-F238E27FC236}">
                <a16:creationId xmlns:a16="http://schemas.microsoft.com/office/drawing/2014/main" id="{96CB0275-66F1-4491-93B8-121D0C717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14"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18D32C3D-8F76-4E99-BE56-0836CC38C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84938"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17" name="Picture 3">
            <a:extLst>
              <a:ext uri="{FF2B5EF4-FFF2-40B4-BE49-F238E27FC236}">
                <a16:creationId xmlns:a16="http://schemas.microsoft.com/office/drawing/2014/main" id="{CAE9642E-5E2E-ED38-89A4-BD4B03E5BB50}"/>
              </a:ext>
            </a:extLst>
          </p:cNvPr>
          <p:cNvPicPr>
            <a:picLocks noChangeAspect="1"/>
          </p:cNvPicPr>
          <p:nvPr/>
        </p:nvPicPr>
        <p:blipFill rotWithShape="1">
          <a:blip r:embed="rId2"/>
          <a:srcRect l="33811" r="24174" b="1"/>
          <a:stretch/>
        </p:blipFill>
        <p:spPr>
          <a:xfrm>
            <a:off x="153" y="10"/>
            <a:ext cx="5033023" cy="6857990"/>
          </a:xfrm>
          <a:custGeom>
            <a:avLst/>
            <a:gdLst/>
            <a:ahLst/>
            <a:cxnLst/>
            <a:rect l="l" t="t" r="r" b="b"/>
            <a:pathLst>
              <a:path w="4710787" h="6858000">
                <a:moveTo>
                  <a:pt x="0" y="0"/>
                </a:moveTo>
                <a:lnTo>
                  <a:pt x="1214365" y="0"/>
                </a:lnTo>
                <a:lnTo>
                  <a:pt x="1994531" y="0"/>
                </a:lnTo>
                <a:lnTo>
                  <a:pt x="3087764" y="0"/>
                </a:lnTo>
                <a:lnTo>
                  <a:pt x="3109888" y="14997"/>
                </a:lnTo>
                <a:cubicBezTo>
                  <a:pt x="4137051" y="754641"/>
                  <a:pt x="4710787" y="2093192"/>
                  <a:pt x="4710787" y="3621656"/>
                </a:cubicBezTo>
                <a:cubicBezTo>
                  <a:pt x="4710787" y="4969131"/>
                  <a:pt x="3782062" y="5602839"/>
                  <a:pt x="2836437" y="6374814"/>
                </a:cubicBezTo>
                <a:cubicBezTo>
                  <a:pt x="2664234" y="6515397"/>
                  <a:pt x="2493607" y="6653108"/>
                  <a:pt x="2319789" y="6780599"/>
                </a:cubicBezTo>
                <a:lnTo>
                  <a:pt x="2208033" y="6858000"/>
                </a:lnTo>
                <a:lnTo>
                  <a:pt x="1994531" y="6858000"/>
                </a:lnTo>
                <a:lnTo>
                  <a:pt x="1214365" y="6858000"/>
                </a:lnTo>
                <a:lnTo>
                  <a:pt x="0" y="6858000"/>
                </a:lnTo>
                <a:close/>
              </a:path>
            </a:pathLst>
          </a:custGeom>
        </p:spPr>
      </p:pic>
      <p:sp>
        <p:nvSpPr>
          <p:cNvPr id="15" name="Freeform: Shape 14">
            <a:extLst>
              <a:ext uri="{FF2B5EF4-FFF2-40B4-BE49-F238E27FC236}">
                <a16:creationId xmlns:a16="http://schemas.microsoft.com/office/drawing/2014/main" id="{70766076-46F5-42D5-A773-2B3BEF2B8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557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2007145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FC6A8B-34F9-40FB-AA2D-E34168F52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1EC86DB4-572A-4F71-AF8A-2395B4CA7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756583" y="0"/>
            <a:ext cx="11435265" cy="6858000"/>
          </a:xfrm>
          <a:custGeom>
            <a:avLst/>
            <a:gdLst>
              <a:gd name="connsiteX0" fmla="*/ 9925983 w 11435265"/>
              <a:gd name="connsiteY0" fmla="*/ 6858000 h 6858000"/>
              <a:gd name="connsiteX1" fmla="*/ 0 w 11435265"/>
              <a:gd name="connsiteY1" fmla="*/ 6858000 h 6858000"/>
              <a:gd name="connsiteX2" fmla="*/ 0 w 11435265"/>
              <a:gd name="connsiteY2" fmla="*/ 0 h 6858000"/>
              <a:gd name="connsiteX3" fmla="*/ 996904 w 11435265"/>
              <a:gd name="connsiteY3" fmla="*/ 0 h 6858000"/>
              <a:gd name="connsiteX4" fmla="*/ 2426875 w 11435265"/>
              <a:gd name="connsiteY4" fmla="*/ 0 h 6858000"/>
              <a:gd name="connsiteX5" fmla="*/ 4014127 w 11435265"/>
              <a:gd name="connsiteY5" fmla="*/ 0 h 6858000"/>
              <a:gd name="connsiteX6" fmla="*/ 4359595 w 11435265"/>
              <a:gd name="connsiteY6" fmla="*/ 0 h 6858000"/>
              <a:gd name="connsiteX7" fmla="*/ 4647960 w 11435265"/>
              <a:gd name="connsiteY7" fmla="*/ 0 h 6858000"/>
              <a:gd name="connsiteX8" fmla="*/ 4691093 w 11435265"/>
              <a:gd name="connsiteY8" fmla="*/ 0 h 6858000"/>
              <a:gd name="connsiteX9" fmla="*/ 5558544 w 11435265"/>
              <a:gd name="connsiteY9" fmla="*/ 0 h 6858000"/>
              <a:gd name="connsiteX10" fmla="*/ 5570664 w 11435265"/>
              <a:gd name="connsiteY10" fmla="*/ 0 h 6858000"/>
              <a:gd name="connsiteX11" fmla="*/ 5695183 w 11435265"/>
              <a:gd name="connsiteY11" fmla="*/ 0 h 6858000"/>
              <a:gd name="connsiteX12" fmla="*/ 7177357 w 11435265"/>
              <a:gd name="connsiteY12" fmla="*/ 0 h 6858000"/>
              <a:gd name="connsiteX13" fmla="*/ 9824163 w 11435265"/>
              <a:gd name="connsiteY13" fmla="*/ 0 h 6858000"/>
              <a:gd name="connsiteX14" fmla="*/ 9846125 w 11435265"/>
              <a:gd name="connsiteY14" fmla="*/ 16892 h 6858000"/>
              <a:gd name="connsiteX15" fmla="*/ 11435265 w 11435265"/>
              <a:gd name="connsiteY15" fmla="*/ 4079318 h 6858000"/>
              <a:gd name="connsiteX16" fmla="*/ 10261404 w 11435265"/>
              <a:gd name="connsiteY16"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35265" h="6858000">
                <a:moveTo>
                  <a:pt x="9925983" y="6858000"/>
                </a:moveTo>
                <a:lnTo>
                  <a:pt x="0" y="6858000"/>
                </a:lnTo>
                <a:lnTo>
                  <a:pt x="0" y="0"/>
                </a:lnTo>
                <a:lnTo>
                  <a:pt x="996904" y="0"/>
                </a:lnTo>
                <a:lnTo>
                  <a:pt x="2426875" y="0"/>
                </a:lnTo>
                <a:lnTo>
                  <a:pt x="4014127" y="0"/>
                </a:lnTo>
                <a:lnTo>
                  <a:pt x="4359595" y="0"/>
                </a:lnTo>
                <a:lnTo>
                  <a:pt x="4647960" y="0"/>
                </a:lnTo>
                <a:lnTo>
                  <a:pt x="4691093" y="0"/>
                </a:lnTo>
                <a:lnTo>
                  <a:pt x="5558544" y="0"/>
                </a:lnTo>
                <a:lnTo>
                  <a:pt x="5570664" y="0"/>
                </a:lnTo>
                <a:lnTo>
                  <a:pt x="5695183" y="0"/>
                </a:lnTo>
                <a:lnTo>
                  <a:pt x="7177357" y="0"/>
                </a:lnTo>
                <a:lnTo>
                  <a:pt x="9824163" y="0"/>
                </a:lnTo>
                <a:lnTo>
                  <a:pt x="9846125" y="16892"/>
                </a:lnTo>
                <a:cubicBezTo>
                  <a:pt x="10865743" y="850004"/>
                  <a:pt x="11435265" y="2357705"/>
                  <a:pt x="11435265" y="4079318"/>
                </a:cubicBezTo>
                <a:cubicBezTo>
                  <a:pt x="11435265" y="5217633"/>
                  <a:pt x="10916694" y="5903717"/>
                  <a:pt x="10261404" y="654244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71BA53A4-C4B7-4189-9FC1-6350B1AB5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341199" y="0"/>
            <a:ext cx="1518348" cy="6858000"/>
          </a:xfrm>
          <a:custGeom>
            <a:avLst/>
            <a:gdLst>
              <a:gd name="connsiteX0" fmla="*/ 19178 w 1518348"/>
              <a:gd name="connsiteY0" fmla="*/ 6858000 h 6858000"/>
              <a:gd name="connsiteX1" fmla="*/ 0 w 1518348"/>
              <a:gd name="connsiteY1" fmla="*/ 6858000 h 6858000"/>
              <a:gd name="connsiteX2" fmla="*/ 241394 w 1518348"/>
              <a:gd name="connsiteY2" fmla="*/ 6638611 h 6858000"/>
              <a:gd name="connsiteX3" fmla="*/ 1493356 w 1518348"/>
              <a:gd name="connsiteY3" fmla="*/ 4142424 h 6858000"/>
              <a:gd name="connsiteX4" fmla="*/ 282053 w 1518348"/>
              <a:gd name="connsiteY4" fmla="*/ 26474 h 6858000"/>
              <a:gd name="connsiteX5" fmla="*/ 256233 w 1518348"/>
              <a:gd name="connsiteY5" fmla="*/ 0 h 6858000"/>
              <a:gd name="connsiteX6" fmla="*/ 273463 w 1518348"/>
              <a:gd name="connsiteY6" fmla="*/ 0 h 6858000"/>
              <a:gd name="connsiteX7" fmla="*/ 300199 w 1518348"/>
              <a:gd name="connsiteY7" fmla="*/ 27414 h 6858000"/>
              <a:gd name="connsiteX8" fmla="*/ 1511501 w 1518348"/>
              <a:gd name="connsiteY8" fmla="*/ 4143362 h 6858000"/>
              <a:gd name="connsiteX9" fmla="*/ 259539 w 1518348"/>
              <a:gd name="connsiteY9" fmla="*/ 663954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8348" h="6858000">
                <a:moveTo>
                  <a:pt x="19178" y="6858000"/>
                </a:moveTo>
                <a:lnTo>
                  <a:pt x="0" y="6858000"/>
                </a:lnTo>
                <a:lnTo>
                  <a:pt x="241394" y="6638611"/>
                </a:lnTo>
                <a:cubicBezTo>
                  <a:pt x="909582" y="6009084"/>
                  <a:pt x="1445892" y="5323498"/>
                  <a:pt x="1493356" y="4142424"/>
                </a:cubicBezTo>
                <a:cubicBezTo>
                  <a:pt x="1560655" y="2467784"/>
                  <a:pt x="1130049" y="962858"/>
                  <a:pt x="282053" y="26474"/>
                </a:cubicBezTo>
                <a:lnTo>
                  <a:pt x="256233" y="0"/>
                </a:lnTo>
                <a:lnTo>
                  <a:pt x="273463" y="0"/>
                </a:lnTo>
                <a:lnTo>
                  <a:pt x="300199" y="27414"/>
                </a:lnTo>
                <a:cubicBezTo>
                  <a:pt x="1148195" y="963796"/>
                  <a:pt x="1578800" y="2468723"/>
                  <a:pt x="1511501" y="4143362"/>
                </a:cubicBezTo>
                <a:cubicBezTo>
                  <a:pt x="1464037" y="5324436"/>
                  <a:pt x="927728" y="6010023"/>
                  <a:pt x="259539" y="6639549"/>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5558AD6E-B070-4640-AA07-87E208983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552928" y="0"/>
            <a:ext cx="1644534" cy="6858000"/>
          </a:xfrm>
          <a:custGeom>
            <a:avLst/>
            <a:gdLst>
              <a:gd name="connsiteX0" fmla="*/ 135252 w 1644534"/>
              <a:gd name="connsiteY0" fmla="*/ 6858000 h 6858000"/>
              <a:gd name="connsiteX1" fmla="*/ 101819 w 1644534"/>
              <a:gd name="connsiteY1" fmla="*/ 6858000 h 6858000"/>
              <a:gd name="connsiteX2" fmla="*/ 437240 w 1644534"/>
              <a:gd name="connsiteY2" fmla="*/ 6542447 h 6858000"/>
              <a:gd name="connsiteX3" fmla="*/ 1611101 w 1644534"/>
              <a:gd name="connsiteY3" fmla="*/ 4079318 h 6858000"/>
              <a:gd name="connsiteX4" fmla="*/ 21961 w 1644534"/>
              <a:gd name="connsiteY4" fmla="*/ 16892 h 6858000"/>
              <a:gd name="connsiteX5" fmla="*/ 0 w 1644534"/>
              <a:gd name="connsiteY5" fmla="*/ 0 h 6858000"/>
              <a:gd name="connsiteX6" fmla="*/ 33433 w 1644534"/>
              <a:gd name="connsiteY6" fmla="*/ 0 h 6858000"/>
              <a:gd name="connsiteX7" fmla="*/ 55394 w 1644534"/>
              <a:gd name="connsiteY7" fmla="*/ 16892 h 6858000"/>
              <a:gd name="connsiteX8" fmla="*/ 1644534 w 1644534"/>
              <a:gd name="connsiteY8" fmla="*/ 4079318 h 6858000"/>
              <a:gd name="connsiteX9" fmla="*/ 470673 w 1644534"/>
              <a:gd name="connsiteY9"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4534" h="6858000">
                <a:moveTo>
                  <a:pt x="135252" y="6858000"/>
                </a:moveTo>
                <a:lnTo>
                  <a:pt x="101819" y="6858000"/>
                </a:lnTo>
                <a:lnTo>
                  <a:pt x="437240" y="6542447"/>
                </a:lnTo>
                <a:cubicBezTo>
                  <a:pt x="1092531" y="5903717"/>
                  <a:pt x="1611101" y="5217633"/>
                  <a:pt x="1611101" y="4079318"/>
                </a:cubicBezTo>
                <a:cubicBezTo>
                  <a:pt x="1611101" y="2357705"/>
                  <a:pt x="1041580" y="850004"/>
                  <a:pt x="21961" y="16892"/>
                </a:cubicBezTo>
                <a:lnTo>
                  <a:pt x="0" y="0"/>
                </a:lnTo>
                <a:lnTo>
                  <a:pt x="33433" y="0"/>
                </a:lnTo>
                <a:lnTo>
                  <a:pt x="55394" y="16892"/>
                </a:lnTo>
                <a:cubicBezTo>
                  <a:pt x="1075012" y="850004"/>
                  <a:pt x="1644534" y="2357705"/>
                  <a:pt x="1644534" y="4079318"/>
                </a:cubicBezTo>
                <a:cubicBezTo>
                  <a:pt x="1644534" y="5217633"/>
                  <a:pt x="1125963" y="5903717"/>
                  <a:pt x="470673" y="654244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36ACFB69-D148-449E-AC5A-C55AA20A7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88858" y="0"/>
            <a:ext cx="1461546" cy="6858000"/>
          </a:xfrm>
          <a:custGeom>
            <a:avLst/>
            <a:gdLst>
              <a:gd name="connsiteX0" fmla="*/ 107940 w 1461546"/>
              <a:gd name="connsiteY0" fmla="*/ 6858000 h 6858000"/>
              <a:gd name="connsiteX1" fmla="*/ 91317 w 1461546"/>
              <a:gd name="connsiteY1" fmla="*/ 6858000 h 6858000"/>
              <a:gd name="connsiteX2" fmla="*/ 392141 w 1461546"/>
              <a:gd name="connsiteY2" fmla="*/ 6542447 h 6858000"/>
              <a:gd name="connsiteX3" fmla="*/ 1444924 w 1461546"/>
              <a:gd name="connsiteY3" fmla="*/ 4079318 h 6858000"/>
              <a:gd name="connsiteX4" fmla="*/ 19696 w 1461546"/>
              <a:gd name="connsiteY4" fmla="*/ 16892 h 6858000"/>
              <a:gd name="connsiteX5" fmla="*/ 0 w 1461546"/>
              <a:gd name="connsiteY5" fmla="*/ 0 h 6858000"/>
              <a:gd name="connsiteX6" fmla="*/ 16622 w 1461546"/>
              <a:gd name="connsiteY6" fmla="*/ 0 h 6858000"/>
              <a:gd name="connsiteX7" fmla="*/ 36319 w 1461546"/>
              <a:gd name="connsiteY7" fmla="*/ 16892 h 6858000"/>
              <a:gd name="connsiteX8" fmla="*/ 1461546 w 1461546"/>
              <a:gd name="connsiteY8" fmla="*/ 4079318 h 6858000"/>
              <a:gd name="connsiteX9" fmla="*/ 408763 w 1461546"/>
              <a:gd name="connsiteY9"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1546" h="6858000">
                <a:moveTo>
                  <a:pt x="107940" y="6858000"/>
                </a:moveTo>
                <a:lnTo>
                  <a:pt x="91317" y="6858000"/>
                </a:lnTo>
                <a:lnTo>
                  <a:pt x="392141" y="6542447"/>
                </a:lnTo>
                <a:cubicBezTo>
                  <a:pt x="979841" y="5903717"/>
                  <a:pt x="1444924" y="5217633"/>
                  <a:pt x="1444924" y="4079318"/>
                </a:cubicBezTo>
                <a:cubicBezTo>
                  <a:pt x="1444924" y="2357705"/>
                  <a:pt x="934146" y="850004"/>
                  <a:pt x="19696" y="16892"/>
                </a:cubicBezTo>
                <a:lnTo>
                  <a:pt x="0" y="0"/>
                </a:lnTo>
                <a:lnTo>
                  <a:pt x="16622" y="0"/>
                </a:lnTo>
                <a:lnTo>
                  <a:pt x="36319" y="16892"/>
                </a:lnTo>
                <a:cubicBezTo>
                  <a:pt x="950768" y="850004"/>
                  <a:pt x="1461546" y="2357705"/>
                  <a:pt x="1461546" y="4079318"/>
                </a:cubicBezTo>
                <a:cubicBezTo>
                  <a:pt x="1461546" y="5217633"/>
                  <a:pt x="996464" y="5903717"/>
                  <a:pt x="408763" y="654244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06B3E50E-7FE8-94B0-1C1E-B7B7F979A100}"/>
              </a:ext>
            </a:extLst>
          </p:cNvPr>
          <p:cNvSpPr>
            <a:spLocks noGrp="1"/>
          </p:cNvSpPr>
          <p:nvPr>
            <p:ph type="title"/>
          </p:nvPr>
        </p:nvSpPr>
        <p:spPr>
          <a:xfrm>
            <a:off x="2377440" y="442220"/>
            <a:ext cx="8397987" cy="850249"/>
          </a:xfrm>
        </p:spPr>
        <p:txBody>
          <a:bodyPr anchor="b">
            <a:normAutofit/>
          </a:bodyPr>
          <a:lstStyle/>
          <a:p>
            <a:r>
              <a:rPr lang="en-US" dirty="0"/>
              <a:t>Evaluation of preventive measures</a:t>
            </a:r>
          </a:p>
        </p:txBody>
      </p:sp>
      <p:graphicFrame>
        <p:nvGraphicFramePr>
          <p:cNvPr id="5" name="Content Placeholder 2">
            <a:extLst>
              <a:ext uri="{FF2B5EF4-FFF2-40B4-BE49-F238E27FC236}">
                <a16:creationId xmlns:a16="http://schemas.microsoft.com/office/drawing/2014/main" id="{4E49BCF5-8499-73BB-676A-2667A98B42CC}"/>
              </a:ext>
            </a:extLst>
          </p:cNvPr>
          <p:cNvGraphicFramePr>
            <a:graphicFrameLocks noGrp="1"/>
          </p:cNvGraphicFramePr>
          <p:nvPr>
            <p:ph idx="1"/>
            <p:extLst>
              <p:ext uri="{D42A27DB-BD31-4B8C-83A1-F6EECF244321}">
                <p14:modId xmlns:p14="http://schemas.microsoft.com/office/powerpoint/2010/main" val="2272113596"/>
              </p:ext>
            </p:extLst>
          </p:nvPr>
        </p:nvGraphicFramePr>
        <p:xfrm>
          <a:off x="267855" y="1787489"/>
          <a:ext cx="11371217" cy="47518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4570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6" name="Freeform: Shape 5">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7" name="Freeform: Shape 6">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F4AC1E9D-A85C-AF3A-D6C1-E072DA116533}"/>
              </a:ext>
            </a:extLst>
          </p:cNvPr>
          <p:cNvSpPr>
            <a:spLocks noGrp="1"/>
          </p:cNvSpPr>
          <p:nvPr>
            <p:ph type="title"/>
          </p:nvPr>
        </p:nvSpPr>
        <p:spPr>
          <a:xfrm>
            <a:off x="1920875" y="442913"/>
            <a:ext cx="6857365" cy="776287"/>
          </a:xfrm>
        </p:spPr>
        <p:txBody>
          <a:bodyPr anchor="b">
            <a:normAutofit/>
          </a:bodyPr>
          <a:lstStyle/>
          <a:p>
            <a:r>
              <a:rPr lang="en-US" dirty="0"/>
              <a:t>Definition</a:t>
            </a:r>
          </a:p>
        </p:txBody>
      </p:sp>
      <p:sp>
        <p:nvSpPr>
          <p:cNvPr id="3" name="Content Placeholder 2">
            <a:extLst>
              <a:ext uri="{FF2B5EF4-FFF2-40B4-BE49-F238E27FC236}">
                <a16:creationId xmlns:a16="http://schemas.microsoft.com/office/drawing/2014/main" id="{241C3111-E7AD-FFF7-D0B1-A385798E466A}"/>
              </a:ext>
            </a:extLst>
          </p:cNvPr>
          <p:cNvSpPr>
            <a:spLocks noGrp="1"/>
          </p:cNvSpPr>
          <p:nvPr>
            <p:ph idx="1"/>
          </p:nvPr>
        </p:nvSpPr>
        <p:spPr>
          <a:xfrm>
            <a:off x="457201" y="1447800"/>
            <a:ext cx="11382374" cy="5381626"/>
          </a:xfrm>
        </p:spPr>
        <p:txBody>
          <a:bodyPr>
            <a:normAutofit/>
          </a:bodyPr>
          <a:lstStyle/>
          <a:p>
            <a:pPr marL="285750" indent="-285750">
              <a:lnSpc>
                <a:spcPct val="130000"/>
              </a:lnSpc>
              <a:buFont typeface="Arial" panose="020B0604020202020204" pitchFamily="34" charset="0"/>
              <a:buChar char="•"/>
            </a:pPr>
            <a:r>
              <a:rPr lang="en-US" sz="2400" b="1" i="0" u="none" strike="noStrike" baseline="0" dirty="0">
                <a:latin typeface="Times New Roman" panose="02020603050405020304" pitchFamily="18" charset="0"/>
              </a:rPr>
              <a:t>Association</a:t>
            </a:r>
            <a:r>
              <a:rPr lang="en-US" sz="2400" b="0" i="0" u="none" strike="noStrike" baseline="0" dirty="0">
                <a:latin typeface="Times New Roman" panose="02020603050405020304" pitchFamily="18" charset="0"/>
              </a:rPr>
              <a:t> - Concurrence of two variables more often than would be expected by chance.</a:t>
            </a:r>
          </a:p>
          <a:p>
            <a:pPr marL="285750" indent="-285750">
              <a:lnSpc>
                <a:spcPct val="130000"/>
              </a:lnSpc>
              <a:buFont typeface="Arial" panose="020B0604020202020204" pitchFamily="34" charset="0"/>
              <a:buChar char="•"/>
            </a:pPr>
            <a:r>
              <a:rPr lang="en-US" sz="2400" b="1" i="0" u="none" strike="noStrike" baseline="0" dirty="0">
                <a:latin typeface="Times New Roman" panose="02020603050405020304" pitchFamily="18" charset="0"/>
              </a:rPr>
              <a:t>Correlation</a:t>
            </a:r>
            <a:r>
              <a:rPr lang="en-US" sz="2400" b="0" i="0" u="none" strike="noStrike" baseline="0" dirty="0">
                <a:latin typeface="Times New Roman" panose="02020603050405020304" pitchFamily="18" charset="0"/>
              </a:rPr>
              <a:t> indicates the </a:t>
            </a:r>
            <a:r>
              <a:rPr lang="en-US" sz="2400" b="0" i="1" u="none" strike="noStrike" baseline="0" dirty="0">
                <a:latin typeface="Times New Roman" panose="02020603050405020304" pitchFamily="18" charset="0"/>
              </a:rPr>
              <a:t>degree </a:t>
            </a:r>
            <a:r>
              <a:rPr lang="en-US" sz="2400" b="0" i="0" u="none" strike="noStrike" baseline="0" dirty="0">
                <a:latin typeface="Times New Roman" panose="02020603050405020304" pitchFamily="18" charset="0"/>
              </a:rPr>
              <a:t>of association between two characteristics. The correlation coefficients range from -1.0 to +1.0. </a:t>
            </a:r>
            <a:endParaRPr lang="en-US" sz="2400" dirty="0">
              <a:latin typeface="Times New Roman" panose="02020603050405020304" pitchFamily="18" charset="0"/>
            </a:endParaRPr>
          </a:p>
          <a:p>
            <a:pPr marL="285750" indent="-285750">
              <a:lnSpc>
                <a:spcPct val="130000"/>
              </a:lnSpc>
              <a:buFont typeface="Arial" panose="020B0604020202020204" pitchFamily="34" charset="0"/>
              <a:buChar char="•"/>
            </a:pPr>
            <a:r>
              <a:rPr lang="en-US" sz="2400" b="0" i="0" u="none" strike="noStrike" baseline="0" dirty="0">
                <a:latin typeface="Times New Roman" panose="02020603050405020304" pitchFamily="18" charset="0"/>
              </a:rPr>
              <a:t>Correlation cannot be used to invoke causation, because the sequence of exposure preceding disease (temporal association) cannot be assumed to have occurred. Secondly, correlation does not measure risk. </a:t>
            </a:r>
          </a:p>
          <a:p>
            <a:pPr marL="285750" indent="-285750">
              <a:lnSpc>
                <a:spcPct val="130000"/>
              </a:lnSpc>
              <a:buFont typeface="Arial" panose="020B0604020202020204" pitchFamily="34" charset="0"/>
              <a:buChar char="•"/>
            </a:pPr>
            <a:r>
              <a:rPr lang="en-US" sz="2400" b="0" i="0" u="none" strike="noStrike" baseline="0" dirty="0">
                <a:latin typeface="Times New Roman" panose="02020603050405020304" pitchFamily="18" charset="0"/>
              </a:rPr>
              <a:t>It may be said that causation implies correlation, but correlation does not imply causation.</a:t>
            </a:r>
            <a:endParaRPr lang="en-US" sz="2400" dirty="0"/>
          </a:p>
        </p:txBody>
      </p:sp>
    </p:spTree>
    <p:extLst>
      <p:ext uri="{BB962C8B-B14F-4D97-AF65-F5344CB8AC3E}">
        <p14:creationId xmlns:p14="http://schemas.microsoft.com/office/powerpoint/2010/main" val="331976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C14302F-E955-47D0-A56B-D1D1A6953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3" y="-9274"/>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1" name="Group 10">
            <a:extLst>
              <a:ext uri="{FF2B5EF4-FFF2-40B4-BE49-F238E27FC236}">
                <a16:creationId xmlns:a16="http://schemas.microsoft.com/office/drawing/2014/main" id="{DC310F6C-D8CB-4984-9F9B-BA18C17192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2079" y="1033741"/>
            <a:ext cx="4908132" cy="4613915"/>
            <a:chOff x="659679" y="950330"/>
            <a:chExt cx="4908132" cy="4613915"/>
          </a:xfrm>
        </p:grpSpPr>
        <p:sp>
          <p:nvSpPr>
            <p:cNvPr id="12" name="Freeform: Shape 11">
              <a:extLst>
                <a:ext uri="{FF2B5EF4-FFF2-40B4-BE49-F238E27FC236}">
                  <a16:creationId xmlns:a16="http://schemas.microsoft.com/office/drawing/2014/main" id="{6750E550-BE93-4743-8659-1531F86CB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16216" y="1107426"/>
              <a:ext cx="4619072" cy="434218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BE626DC7-F0FE-49A7-AA4C-A8DB1F7EB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64593" y="1253260"/>
              <a:ext cx="4488025" cy="4074679"/>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EBB781F-78E5-4C66-811C-9FF8B5D50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1300000" flipH="1">
              <a:off x="659679" y="950330"/>
              <a:ext cx="4908132" cy="461391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029A0D97-215A-344E-0866-6E43DD3AAAF0}"/>
              </a:ext>
            </a:extLst>
          </p:cNvPr>
          <p:cNvSpPr>
            <a:spLocks noGrp="1"/>
          </p:cNvSpPr>
          <p:nvPr>
            <p:ph type="title"/>
          </p:nvPr>
        </p:nvSpPr>
        <p:spPr>
          <a:xfrm>
            <a:off x="1829849" y="1899904"/>
            <a:ext cx="3312116" cy="2934031"/>
          </a:xfrm>
        </p:spPr>
        <p:txBody>
          <a:bodyPr anchor="ctr">
            <a:normAutofit/>
          </a:bodyPr>
          <a:lstStyle/>
          <a:p>
            <a:r>
              <a:rPr lang="en-US" dirty="0"/>
              <a:t>Types</a:t>
            </a:r>
          </a:p>
        </p:txBody>
      </p:sp>
      <p:graphicFrame>
        <p:nvGraphicFramePr>
          <p:cNvPr id="5" name="Content Placeholder 2">
            <a:extLst>
              <a:ext uri="{FF2B5EF4-FFF2-40B4-BE49-F238E27FC236}">
                <a16:creationId xmlns:a16="http://schemas.microsoft.com/office/drawing/2014/main" id="{CE9F03A4-A461-EC54-1869-BB125E0B6700}"/>
              </a:ext>
            </a:extLst>
          </p:cNvPr>
          <p:cNvGraphicFramePr>
            <a:graphicFrameLocks noGrp="1"/>
          </p:cNvGraphicFramePr>
          <p:nvPr>
            <p:ph idx="1"/>
            <p:extLst>
              <p:ext uri="{D42A27DB-BD31-4B8C-83A1-F6EECF244321}">
                <p14:modId xmlns:p14="http://schemas.microsoft.com/office/powerpoint/2010/main" val="984924025"/>
              </p:ext>
            </p:extLst>
          </p:nvPr>
        </p:nvGraphicFramePr>
        <p:xfrm>
          <a:off x="6095999" y="940107"/>
          <a:ext cx="5076826" cy="5024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6831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16B13753-9E6E-083B-A348-9EF73E60AE56}"/>
              </a:ext>
            </a:extLst>
          </p:cNvPr>
          <p:cNvSpPr>
            <a:spLocks noGrp="1"/>
          </p:cNvSpPr>
          <p:nvPr>
            <p:ph type="title"/>
          </p:nvPr>
        </p:nvSpPr>
        <p:spPr>
          <a:xfrm>
            <a:off x="1920875" y="442913"/>
            <a:ext cx="6857365" cy="1344612"/>
          </a:xfrm>
        </p:spPr>
        <p:txBody>
          <a:bodyPr anchor="b">
            <a:normAutofit/>
          </a:bodyPr>
          <a:lstStyle/>
          <a:p>
            <a:r>
              <a:rPr lang="en-US" dirty="0"/>
              <a:t>Spurious association</a:t>
            </a:r>
          </a:p>
        </p:txBody>
      </p:sp>
      <p:sp>
        <p:nvSpPr>
          <p:cNvPr id="3" name="Content Placeholder 2">
            <a:extLst>
              <a:ext uri="{FF2B5EF4-FFF2-40B4-BE49-F238E27FC236}">
                <a16:creationId xmlns:a16="http://schemas.microsoft.com/office/drawing/2014/main" id="{C1146FC6-FDF3-4F74-F765-2BC856B847BC}"/>
              </a:ext>
            </a:extLst>
          </p:cNvPr>
          <p:cNvSpPr>
            <a:spLocks noGrp="1"/>
          </p:cNvSpPr>
          <p:nvPr>
            <p:ph idx="1"/>
          </p:nvPr>
        </p:nvSpPr>
        <p:spPr>
          <a:xfrm>
            <a:off x="590550" y="2312988"/>
            <a:ext cx="11172825" cy="3651250"/>
          </a:xfrm>
        </p:spPr>
        <p:txBody>
          <a:bodyPr>
            <a:noAutofit/>
          </a:bodyPr>
          <a:lstStyle/>
          <a:p>
            <a:r>
              <a:rPr lang="en-US" sz="2400" b="0" i="0" u="none" strike="noStrike" baseline="0" dirty="0">
                <a:latin typeface="Times New Roman" panose="02020603050405020304" pitchFamily="18" charset="0"/>
              </a:rPr>
              <a:t>A study in UK of 5174 births at home and 11,156 births in hospitals showed perinatal mortality rates of 5.4 per 1000 in the home births, and 27.8 per 1000 in the hospital births.</a:t>
            </a:r>
          </a:p>
          <a:p>
            <a:endParaRPr lang="en-US" sz="2400" dirty="0">
              <a:latin typeface="Times New Roman" panose="02020603050405020304" pitchFamily="18" charset="0"/>
            </a:endParaRPr>
          </a:p>
          <a:p>
            <a:r>
              <a:rPr lang="en-US" sz="2400" b="0" i="0" u="none" strike="noStrike" baseline="0" dirty="0">
                <a:latin typeface="Times New Roman" panose="02020603050405020304" pitchFamily="18" charset="0"/>
              </a:rPr>
              <a:t>This type of bias where “like” is not compared with “like” (selection bias) is very important in epidemiological studies. It may lead to a spurious association or an association when none actually existed.</a:t>
            </a:r>
            <a:endParaRPr lang="en-US" sz="2400" dirty="0"/>
          </a:p>
        </p:txBody>
      </p:sp>
    </p:spTree>
    <p:extLst>
      <p:ext uri="{BB962C8B-B14F-4D97-AF65-F5344CB8AC3E}">
        <p14:creationId xmlns:p14="http://schemas.microsoft.com/office/powerpoint/2010/main" val="934829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6CCEEF8A-4A3A-4B35-AA57-D804767F5A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1" name="Freeform: Shape 10">
              <a:extLst>
                <a:ext uri="{FF2B5EF4-FFF2-40B4-BE49-F238E27FC236}">
                  <a16:creationId xmlns:a16="http://schemas.microsoft.com/office/drawing/2014/main" id="{55A741C2-AB82-4BF5-9324-5D0B56A3D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DCD46807-BF17-4E5D-90A8-A062604C0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3926DB-76C8-474A-B5FB-F43C59E33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3C1F5347-E00A-4E12-AC11-18E0B1AF2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E14853BC-9133-0FD9-EBFB-5A5C5B1255E2}"/>
              </a:ext>
            </a:extLst>
          </p:cNvPr>
          <p:cNvSpPr>
            <a:spLocks noGrp="1"/>
          </p:cNvSpPr>
          <p:nvPr>
            <p:ph type="title"/>
          </p:nvPr>
        </p:nvSpPr>
        <p:spPr>
          <a:xfrm>
            <a:off x="1920875" y="442913"/>
            <a:ext cx="6857365" cy="784836"/>
          </a:xfrm>
        </p:spPr>
        <p:txBody>
          <a:bodyPr anchor="b">
            <a:normAutofit/>
          </a:bodyPr>
          <a:lstStyle/>
          <a:p>
            <a:r>
              <a:rPr lang="en-US" dirty="0"/>
              <a:t>Indirect association</a:t>
            </a:r>
          </a:p>
        </p:txBody>
      </p:sp>
      <p:sp>
        <p:nvSpPr>
          <p:cNvPr id="3" name="Content Placeholder 2">
            <a:extLst>
              <a:ext uri="{FF2B5EF4-FFF2-40B4-BE49-F238E27FC236}">
                <a16:creationId xmlns:a16="http://schemas.microsoft.com/office/drawing/2014/main" id="{D1BE1070-3A62-BE8F-0902-D2C4A370FC46}"/>
              </a:ext>
            </a:extLst>
          </p:cNvPr>
          <p:cNvSpPr>
            <a:spLocks noGrp="1"/>
          </p:cNvSpPr>
          <p:nvPr>
            <p:ph idx="1"/>
          </p:nvPr>
        </p:nvSpPr>
        <p:spPr>
          <a:xfrm>
            <a:off x="495301" y="2107096"/>
            <a:ext cx="11039474" cy="3914411"/>
          </a:xfrm>
        </p:spPr>
        <p:txBody>
          <a:bodyPr>
            <a:noAutofit/>
          </a:bodyPr>
          <a:lstStyle/>
          <a:p>
            <a:pPr>
              <a:lnSpc>
                <a:spcPct val="130000"/>
              </a:lnSpc>
            </a:pPr>
            <a:r>
              <a:rPr lang="en-US" sz="2400" b="0" i="0" u="none" strike="noStrike" baseline="0" dirty="0">
                <a:latin typeface="Times New Roman" panose="02020603050405020304" pitchFamily="18" charset="0"/>
              </a:rPr>
              <a:t>Many associations which at first appeared to be causal have been found on further study to be due to indirect association. </a:t>
            </a:r>
          </a:p>
          <a:p>
            <a:pPr>
              <a:lnSpc>
                <a:spcPct val="130000"/>
              </a:lnSpc>
            </a:pPr>
            <a:r>
              <a:rPr lang="en-US" sz="2400" b="0" i="0" u="none" strike="noStrike" baseline="0" dirty="0">
                <a:latin typeface="Times New Roman" panose="02020603050405020304" pitchFamily="18" charset="0"/>
              </a:rPr>
              <a:t>The indirect association is a statistical association between a characteristic (or variable) of interest and a disease due to the presence of another factor, known or unknown, that is common to both the characteristic and the disease.</a:t>
            </a:r>
          </a:p>
          <a:p>
            <a:pPr>
              <a:lnSpc>
                <a:spcPct val="130000"/>
              </a:lnSpc>
            </a:pPr>
            <a:r>
              <a:rPr lang="en-US" sz="2400" dirty="0">
                <a:latin typeface="Times New Roman" panose="02020603050405020304" pitchFamily="18" charset="0"/>
              </a:rPr>
              <a:t>E.g. – Altitude and endemic </a:t>
            </a:r>
            <a:r>
              <a:rPr lang="en-US" sz="2400" dirty="0" err="1">
                <a:latin typeface="Times New Roman" panose="02020603050405020304" pitchFamily="18" charset="0"/>
              </a:rPr>
              <a:t>goitre</a:t>
            </a:r>
            <a:endParaRPr lang="en-US" sz="2400" dirty="0">
              <a:latin typeface="Times New Roman" panose="02020603050405020304" pitchFamily="18" charset="0"/>
            </a:endParaRPr>
          </a:p>
          <a:p>
            <a:pPr>
              <a:lnSpc>
                <a:spcPct val="130000"/>
              </a:lnSpc>
            </a:pPr>
            <a:r>
              <a:rPr lang="en-US" sz="2400" dirty="0">
                <a:latin typeface="Times New Roman" panose="02020603050405020304" pitchFamily="18" charset="0"/>
              </a:rPr>
              <a:t>- Sucrose and CHD</a:t>
            </a:r>
            <a:endParaRPr lang="en-US" sz="2400" dirty="0"/>
          </a:p>
        </p:txBody>
      </p:sp>
    </p:spTree>
    <p:extLst>
      <p:ext uri="{BB962C8B-B14F-4D97-AF65-F5344CB8AC3E}">
        <p14:creationId xmlns:p14="http://schemas.microsoft.com/office/powerpoint/2010/main" val="4017525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6CCEEF8A-4A3A-4B35-AA57-D804767F5A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1" name="Freeform: Shape 10">
              <a:extLst>
                <a:ext uri="{FF2B5EF4-FFF2-40B4-BE49-F238E27FC236}">
                  <a16:creationId xmlns:a16="http://schemas.microsoft.com/office/drawing/2014/main" id="{55A741C2-AB82-4BF5-9324-5D0B56A3D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DCD46807-BF17-4E5D-90A8-A062604C0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3926DB-76C8-474A-B5FB-F43C59E33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3C1F5347-E00A-4E12-AC11-18E0B1AF2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DE2D6E47-DE5E-52F2-A163-4FE4857E13B7}"/>
              </a:ext>
            </a:extLst>
          </p:cNvPr>
          <p:cNvSpPr>
            <a:spLocks noGrp="1"/>
          </p:cNvSpPr>
          <p:nvPr>
            <p:ph type="title"/>
          </p:nvPr>
        </p:nvSpPr>
        <p:spPr>
          <a:xfrm>
            <a:off x="1920875" y="442913"/>
            <a:ext cx="6857365" cy="558746"/>
          </a:xfrm>
        </p:spPr>
        <p:txBody>
          <a:bodyPr anchor="b">
            <a:normAutofit fontScale="90000"/>
          </a:bodyPr>
          <a:lstStyle/>
          <a:p>
            <a:r>
              <a:rPr lang="en-US" dirty="0"/>
              <a:t>One – to – one causal relationship</a:t>
            </a:r>
          </a:p>
        </p:txBody>
      </p:sp>
      <p:sp>
        <p:nvSpPr>
          <p:cNvPr id="3" name="Content Placeholder 2">
            <a:extLst>
              <a:ext uri="{FF2B5EF4-FFF2-40B4-BE49-F238E27FC236}">
                <a16:creationId xmlns:a16="http://schemas.microsoft.com/office/drawing/2014/main" id="{6CD4B75E-BD54-035C-9840-79B20F76B56C}"/>
              </a:ext>
            </a:extLst>
          </p:cNvPr>
          <p:cNvSpPr>
            <a:spLocks noGrp="1"/>
          </p:cNvSpPr>
          <p:nvPr>
            <p:ph idx="1"/>
          </p:nvPr>
        </p:nvSpPr>
        <p:spPr>
          <a:xfrm>
            <a:off x="380845" y="1337985"/>
            <a:ext cx="11429999" cy="2846567"/>
          </a:xfrm>
        </p:spPr>
        <p:txBody>
          <a:bodyPr>
            <a:noAutofit/>
          </a:bodyPr>
          <a:lstStyle/>
          <a:p>
            <a:pPr>
              <a:lnSpc>
                <a:spcPct val="130000"/>
              </a:lnSpc>
            </a:pPr>
            <a:r>
              <a:rPr lang="en-US" sz="2400" b="0" i="0" u="none" strike="noStrike" baseline="0" dirty="0">
                <a:latin typeface="Times New Roman" panose="02020603050405020304" pitchFamily="18" charset="0"/>
              </a:rPr>
              <a:t>Two variables are stated to be causally related (AB) if a change in A is followed by a change in B.</a:t>
            </a:r>
          </a:p>
          <a:p>
            <a:pPr>
              <a:lnSpc>
                <a:spcPct val="130000"/>
              </a:lnSpc>
            </a:pPr>
            <a:r>
              <a:rPr lang="en-US" sz="2400" b="0" i="0" u="none" strike="noStrike" baseline="0" dirty="0">
                <a:latin typeface="Times New Roman" panose="02020603050405020304" pitchFamily="18" charset="0"/>
              </a:rPr>
              <a:t>This model suggests that when the factor A is present, the disease B must result. Conversely, when the disease is present, the factor must also be present.</a:t>
            </a:r>
          </a:p>
          <a:p>
            <a:pPr>
              <a:lnSpc>
                <a:spcPct val="130000"/>
              </a:lnSpc>
            </a:pPr>
            <a:r>
              <a:rPr lang="en-US" sz="2400" b="0" i="0" u="none" strike="noStrike" baseline="0" dirty="0">
                <a:latin typeface="Times New Roman" panose="02020603050405020304" pitchFamily="18" charset="0"/>
              </a:rPr>
              <a:t>The above concept of one-to-one causal relationship was the essence of Koch’s postulates. The proponents of the germ theory of disease insisted that the cause must be :</a:t>
            </a:r>
          </a:p>
          <a:p>
            <a:pPr>
              <a:lnSpc>
                <a:spcPct val="130000"/>
              </a:lnSpc>
            </a:pPr>
            <a:r>
              <a:rPr lang="en-US" sz="2400" b="0" i="0" u="none" strike="noStrike" baseline="0" dirty="0">
                <a:latin typeface="Times New Roman" panose="02020603050405020304" pitchFamily="18" charset="0"/>
              </a:rPr>
              <a:t>a. necessary</a:t>
            </a:r>
          </a:p>
          <a:p>
            <a:pPr>
              <a:lnSpc>
                <a:spcPct val="130000"/>
              </a:lnSpc>
            </a:pPr>
            <a:r>
              <a:rPr lang="en-US" sz="2400" b="0" i="0" u="none" strike="noStrike" baseline="0" dirty="0">
                <a:latin typeface="Times New Roman" panose="02020603050405020304" pitchFamily="18" charset="0"/>
              </a:rPr>
              <a:t>b. sufficient for the occurrence of disease</a:t>
            </a:r>
            <a:endParaRPr lang="en-US" sz="2400" dirty="0"/>
          </a:p>
        </p:txBody>
      </p:sp>
    </p:spTree>
    <p:extLst>
      <p:ext uri="{BB962C8B-B14F-4D97-AF65-F5344CB8AC3E}">
        <p14:creationId xmlns:p14="http://schemas.microsoft.com/office/powerpoint/2010/main" val="191519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6CCEEF8A-4A3A-4B35-AA57-D804767F5A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1" name="Freeform: Shape 10">
              <a:extLst>
                <a:ext uri="{FF2B5EF4-FFF2-40B4-BE49-F238E27FC236}">
                  <a16:creationId xmlns:a16="http://schemas.microsoft.com/office/drawing/2014/main" id="{55A741C2-AB82-4BF5-9324-5D0B56A3D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DCD46807-BF17-4E5D-90A8-A062604C0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3926DB-76C8-474A-B5FB-F43C59E33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3C1F5347-E00A-4E12-AC11-18E0B1AF2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C6EDF831-577A-AD39-8C10-0211087BCB21}"/>
              </a:ext>
            </a:extLst>
          </p:cNvPr>
          <p:cNvSpPr>
            <a:spLocks noGrp="1"/>
          </p:cNvSpPr>
          <p:nvPr>
            <p:ph type="title"/>
          </p:nvPr>
        </p:nvSpPr>
        <p:spPr>
          <a:xfrm>
            <a:off x="1920875" y="442913"/>
            <a:ext cx="6857365" cy="1344612"/>
          </a:xfrm>
        </p:spPr>
        <p:txBody>
          <a:bodyPr anchor="b">
            <a:normAutofit/>
          </a:bodyPr>
          <a:lstStyle/>
          <a:p>
            <a:r>
              <a:rPr lang="en-US" dirty="0"/>
              <a:t>Multifactorial causation</a:t>
            </a:r>
          </a:p>
        </p:txBody>
      </p:sp>
      <p:sp>
        <p:nvSpPr>
          <p:cNvPr id="3" name="Content Placeholder 2">
            <a:extLst>
              <a:ext uri="{FF2B5EF4-FFF2-40B4-BE49-F238E27FC236}">
                <a16:creationId xmlns:a16="http://schemas.microsoft.com/office/drawing/2014/main" id="{DF90DFD0-536B-4E58-3F80-D4F5E3EDE4C6}"/>
              </a:ext>
            </a:extLst>
          </p:cNvPr>
          <p:cNvSpPr>
            <a:spLocks noGrp="1"/>
          </p:cNvSpPr>
          <p:nvPr>
            <p:ph idx="1"/>
          </p:nvPr>
        </p:nvSpPr>
        <p:spPr>
          <a:xfrm>
            <a:off x="447675" y="2107096"/>
            <a:ext cx="11468100" cy="2846567"/>
          </a:xfrm>
        </p:spPr>
        <p:txBody>
          <a:bodyPr>
            <a:noAutofit/>
          </a:bodyPr>
          <a:lstStyle/>
          <a:p>
            <a:pPr>
              <a:lnSpc>
                <a:spcPct val="130000"/>
              </a:lnSpc>
            </a:pPr>
            <a:r>
              <a:rPr lang="en-US" sz="2400" dirty="0"/>
              <a:t>Causal factors can act independently</a:t>
            </a:r>
          </a:p>
          <a:p>
            <a:pPr>
              <a:lnSpc>
                <a:spcPct val="130000"/>
              </a:lnSpc>
            </a:pPr>
            <a:r>
              <a:rPr lang="en-US" sz="2400" dirty="0"/>
              <a:t>- Lung cancer</a:t>
            </a:r>
          </a:p>
          <a:p>
            <a:pPr>
              <a:lnSpc>
                <a:spcPct val="130000"/>
              </a:lnSpc>
            </a:pPr>
            <a:r>
              <a:rPr lang="en-US" sz="2400" dirty="0"/>
              <a:t>Causal factors act cumulatively (synergistic effect)</a:t>
            </a:r>
          </a:p>
          <a:p>
            <a:pPr>
              <a:lnSpc>
                <a:spcPct val="130000"/>
              </a:lnSpc>
            </a:pPr>
            <a:r>
              <a:rPr lang="en-US" sz="2400" dirty="0"/>
              <a:t>- CHD</a:t>
            </a:r>
          </a:p>
          <a:p>
            <a:pPr>
              <a:lnSpc>
                <a:spcPct val="130000"/>
              </a:lnSpc>
            </a:pPr>
            <a:r>
              <a:rPr lang="en-US" sz="2400" dirty="0">
                <a:latin typeface="Times New Roman" panose="02020603050405020304" pitchFamily="18" charset="0"/>
              </a:rPr>
              <a:t>** In biological phenomena, the requirement that “cause” is both “necessary” and  “sufficient” condition is not easily reached, because of the existence of multiple factors in disease </a:t>
            </a:r>
            <a:r>
              <a:rPr lang="en-US" sz="2400" dirty="0" err="1">
                <a:latin typeface="Times New Roman" panose="02020603050405020304" pitchFamily="18" charset="0"/>
              </a:rPr>
              <a:t>aetiology</a:t>
            </a:r>
            <a:r>
              <a:rPr lang="en-US" sz="2400" dirty="0">
                <a:latin typeface="Times New Roman" panose="02020603050405020304" pitchFamily="18" charset="0"/>
              </a:rPr>
              <a:t>. This has created a serious problem to the epidemiologist, who is in search of causes of disease.</a:t>
            </a:r>
          </a:p>
        </p:txBody>
      </p:sp>
    </p:spTree>
    <p:extLst>
      <p:ext uri="{BB962C8B-B14F-4D97-AF65-F5344CB8AC3E}">
        <p14:creationId xmlns:p14="http://schemas.microsoft.com/office/powerpoint/2010/main" val="1454291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14CD9-30EF-10D2-7E58-14014515F56E}"/>
              </a:ext>
            </a:extLst>
          </p:cNvPr>
          <p:cNvSpPr>
            <a:spLocks noGrp="1"/>
          </p:cNvSpPr>
          <p:nvPr>
            <p:ph type="title"/>
          </p:nvPr>
        </p:nvSpPr>
        <p:spPr/>
        <p:txBody>
          <a:bodyPr/>
          <a:lstStyle/>
          <a:p>
            <a:r>
              <a:rPr lang="en-US" dirty="0"/>
              <a:t>Hill’s Criteria of causal association</a:t>
            </a:r>
          </a:p>
        </p:txBody>
      </p:sp>
      <p:sp>
        <p:nvSpPr>
          <p:cNvPr id="3" name="Content Placeholder 2">
            <a:extLst>
              <a:ext uri="{FF2B5EF4-FFF2-40B4-BE49-F238E27FC236}">
                <a16:creationId xmlns:a16="http://schemas.microsoft.com/office/drawing/2014/main" id="{030918CC-6583-4829-BC80-3D148E0E2BF7}"/>
              </a:ext>
            </a:extLst>
          </p:cNvPr>
          <p:cNvSpPr>
            <a:spLocks noGrp="1"/>
          </p:cNvSpPr>
          <p:nvPr>
            <p:ph idx="1"/>
          </p:nvPr>
        </p:nvSpPr>
        <p:spPr/>
        <p:txBody>
          <a:bodyPr numCol="2">
            <a:normAutofit/>
          </a:bodyPr>
          <a:lstStyle/>
          <a:p>
            <a:pPr marL="342900" indent="-342900">
              <a:buFont typeface="+mj-lt"/>
              <a:buAutoNum type="arabicPeriod"/>
            </a:pPr>
            <a:r>
              <a:rPr lang="en-US" sz="2800" dirty="0"/>
              <a:t>Temporality</a:t>
            </a:r>
          </a:p>
          <a:p>
            <a:pPr marL="342900" indent="-342900">
              <a:buFont typeface="+mj-lt"/>
              <a:buAutoNum type="arabicPeriod"/>
            </a:pPr>
            <a:r>
              <a:rPr lang="en-US" sz="2800" dirty="0"/>
              <a:t>Strength of association</a:t>
            </a:r>
          </a:p>
          <a:p>
            <a:pPr marL="342900" indent="-342900">
              <a:buFont typeface="+mj-lt"/>
              <a:buAutoNum type="arabicPeriod"/>
            </a:pPr>
            <a:r>
              <a:rPr lang="en-US" sz="2800" dirty="0"/>
              <a:t>Consistency</a:t>
            </a:r>
          </a:p>
          <a:p>
            <a:pPr marL="342900" indent="-342900">
              <a:buFont typeface="+mj-lt"/>
              <a:buAutoNum type="arabicPeriod"/>
            </a:pPr>
            <a:r>
              <a:rPr lang="en-US" sz="2800" dirty="0"/>
              <a:t>Biological gradient</a:t>
            </a:r>
          </a:p>
          <a:p>
            <a:pPr marL="342900" indent="-342900">
              <a:buFont typeface="+mj-lt"/>
              <a:buAutoNum type="arabicPeriod"/>
            </a:pPr>
            <a:r>
              <a:rPr lang="en-US" sz="2800" dirty="0"/>
              <a:t>Biological plausibility</a:t>
            </a:r>
          </a:p>
          <a:p>
            <a:pPr marL="342900" indent="-342900">
              <a:buFont typeface="+mj-lt"/>
              <a:buAutoNum type="arabicPeriod"/>
            </a:pPr>
            <a:r>
              <a:rPr lang="en-US" sz="2800" dirty="0"/>
              <a:t>Experimental evidence</a:t>
            </a:r>
          </a:p>
          <a:p>
            <a:pPr marL="342900" indent="-342900">
              <a:buFont typeface="+mj-lt"/>
              <a:buAutoNum type="arabicPeriod"/>
            </a:pPr>
            <a:r>
              <a:rPr lang="en-US" sz="2800" dirty="0"/>
              <a:t>Laboratory proof</a:t>
            </a:r>
          </a:p>
          <a:p>
            <a:pPr marL="342900" indent="-342900">
              <a:buFont typeface="+mj-lt"/>
              <a:buAutoNum type="arabicPeriod"/>
            </a:pPr>
            <a:r>
              <a:rPr lang="en-US" sz="2800" dirty="0"/>
              <a:t>Analogy</a:t>
            </a:r>
          </a:p>
          <a:p>
            <a:pPr marL="342900" indent="-342900">
              <a:buFont typeface="+mj-lt"/>
              <a:buAutoNum type="arabicPeriod"/>
            </a:pPr>
            <a:r>
              <a:rPr lang="en-US" sz="2800" dirty="0"/>
              <a:t>Specificity</a:t>
            </a:r>
          </a:p>
          <a:p>
            <a:pPr marL="342900" indent="-342900">
              <a:buFont typeface="+mj-lt"/>
              <a:buAutoNum type="arabicPeriod"/>
            </a:pPr>
            <a:r>
              <a:rPr lang="en-US" sz="2800" dirty="0"/>
              <a:t>Coherence</a:t>
            </a:r>
          </a:p>
        </p:txBody>
      </p:sp>
    </p:spTree>
    <p:extLst>
      <p:ext uri="{BB962C8B-B14F-4D97-AF65-F5344CB8AC3E}">
        <p14:creationId xmlns:p14="http://schemas.microsoft.com/office/powerpoint/2010/main" val="35551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BC17A-59CB-3581-2C63-18EA728224DD}"/>
              </a:ext>
            </a:extLst>
          </p:cNvPr>
          <p:cNvSpPr>
            <a:spLocks noGrp="1"/>
          </p:cNvSpPr>
          <p:nvPr>
            <p:ph type="title"/>
          </p:nvPr>
        </p:nvSpPr>
        <p:spPr/>
        <p:txBody>
          <a:bodyPr/>
          <a:lstStyle/>
          <a:p>
            <a:r>
              <a:rPr lang="en-US" dirty="0"/>
              <a:t>Should be fulfilled</a:t>
            </a:r>
          </a:p>
        </p:txBody>
      </p:sp>
      <p:sp>
        <p:nvSpPr>
          <p:cNvPr id="3" name="Content Placeholder 2">
            <a:extLst>
              <a:ext uri="{FF2B5EF4-FFF2-40B4-BE49-F238E27FC236}">
                <a16:creationId xmlns:a16="http://schemas.microsoft.com/office/drawing/2014/main" id="{D4A13467-BB0B-B4DF-E37A-90A2A6FA50CF}"/>
              </a:ext>
            </a:extLst>
          </p:cNvPr>
          <p:cNvSpPr>
            <a:spLocks noGrp="1"/>
          </p:cNvSpPr>
          <p:nvPr>
            <p:ph idx="1"/>
          </p:nvPr>
        </p:nvSpPr>
        <p:spPr>
          <a:xfrm>
            <a:off x="1076326" y="2312276"/>
            <a:ext cx="9614486" cy="3651504"/>
          </a:xfrm>
        </p:spPr>
        <p:txBody>
          <a:bodyPr>
            <a:normAutofit/>
          </a:bodyPr>
          <a:lstStyle/>
          <a:p>
            <a:r>
              <a:rPr lang="en-US" sz="2400" dirty="0"/>
              <a:t>Temporality, </a:t>
            </a:r>
          </a:p>
          <a:p>
            <a:r>
              <a:rPr lang="en-US" sz="2400" dirty="0"/>
              <a:t>Strength of association </a:t>
            </a:r>
          </a:p>
          <a:p>
            <a:r>
              <a:rPr lang="en-US" sz="2400" dirty="0"/>
              <a:t>Consistency</a:t>
            </a:r>
          </a:p>
          <a:p>
            <a:r>
              <a:rPr lang="en-US" sz="2400" dirty="0"/>
              <a:t> Temporality – suspected cause preceded the outcome</a:t>
            </a:r>
          </a:p>
          <a:p>
            <a:endParaRPr lang="en-US" sz="2400" dirty="0"/>
          </a:p>
        </p:txBody>
      </p:sp>
    </p:spTree>
    <p:extLst>
      <p:ext uri="{BB962C8B-B14F-4D97-AF65-F5344CB8AC3E}">
        <p14:creationId xmlns:p14="http://schemas.microsoft.com/office/powerpoint/2010/main" val="2735447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F8C3E-4A77-5021-ABF2-DF706695E962}"/>
              </a:ext>
            </a:extLst>
          </p:cNvPr>
          <p:cNvSpPr>
            <a:spLocks noGrp="1"/>
          </p:cNvSpPr>
          <p:nvPr>
            <p:ph type="title"/>
          </p:nvPr>
        </p:nvSpPr>
        <p:spPr/>
        <p:txBody>
          <a:bodyPr/>
          <a:lstStyle/>
          <a:p>
            <a:r>
              <a:rPr lang="en-US" dirty="0"/>
              <a:t>Lend additional strength </a:t>
            </a:r>
          </a:p>
        </p:txBody>
      </p:sp>
      <p:sp>
        <p:nvSpPr>
          <p:cNvPr id="3" name="Content Placeholder 2">
            <a:extLst>
              <a:ext uri="{FF2B5EF4-FFF2-40B4-BE49-F238E27FC236}">
                <a16:creationId xmlns:a16="http://schemas.microsoft.com/office/drawing/2014/main" id="{1A5F6ED7-EE2D-3FD9-9875-558082C55DA7}"/>
              </a:ext>
            </a:extLst>
          </p:cNvPr>
          <p:cNvSpPr>
            <a:spLocks noGrp="1"/>
          </p:cNvSpPr>
          <p:nvPr>
            <p:ph idx="1"/>
          </p:nvPr>
        </p:nvSpPr>
        <p:spPr/>
        <p:txBody>
          <a:bodyPr>
            <a:normAutofit/>
          </a:bodyPr>
          <a:lstStyle/>
          <a:p>
            <a:r>
              <a:rPr lang="en-US" sz="2400" dirty="0"/>
              <a:t>Biological gradient – increasing dose of exposure should be associated with increasing occurrence of outcome</a:t>
            </a:r>
          </a:p>
          <a:p>
            <a:r>
              <a:rPr lang="en-US" sz="2400" dirty="0"/>
              <a:t>Biological plausibility – cause effect should stand to reasoning</a:t>
            </a:r>
          </a:p>
          <a:p>
            <a:r>
              <a:rPr lang="en-US" sz="2400" dirty="0"/>
              <a:t>Experimental evidence</a:t>
            </a:r>
          </a:p>
          <a:p>
            <a:r>
              <a:rPr lang="en-US" sz="2400" dirty="0"/>
              <a:t>Laboratory proof</a:t>
            </a:r>
          </a:p>
        </p:txBody>
      </p:sp>
    </p:spTree>
    <p:extLst>
      <p:ext uri="{BB962C8B-B14F-4D97-AF65-F5344CB8AC3E}">
        <p14:creationId xmlns:p14="http://schemas.microsoft.com/office/powerpoint/2010/main" val="2333813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CDEC6-D481-DFC2-1620-2E0399043B2E}"/>
              </a:ext>
            </a:extLst>
          </p:cNvPr>
          <p:cNvSpPr>
            <a:spLocks noGrp="1"/>
          </p:cNvSpPr>
          <p:nvPr>
            <p:ph type="title"/>
          </p:nvPr>
        </p:nvSpPr>
        <p:spPr/>
        <p:txBody>
          <a:bodyPr/>
          <a:lstStyle/>
          <a:p>
            <a:r>
              <a:rPr lang="en-US" dirty="0"/>
              <a:t>May be considered</a:t>
            </a:r>
          </a:p>
        </p:txBody>
      </p:sp>
      <p:sp>
        <p:nvSpPr>
          <p:cNvPr id="3" name="Content Placeholder 2">
            <a:extLst>
              <a:ext uri="{FF2B5EF4-FFF2-40B4-BE49-F238E27FC236}">
                <a16:creationId xmlns:a16="http://schemas.microsoft.com/office/drawing/2014/main" id="{1607BDCC-AF9D-A6E0-D105-786845CD29B3}"/>
              </a:ext>
            </a:extLst>
          </p:cNvPr>
          <p:cNvSpPr>
            <a:spLocks noGrp="1"/>
          </p:cNvSpPr>
          <p:nvPr>
            <p:ph idx="1"/>
          </p:nvPr>
        </p:nvSpPr>
        <p:spPr/>
        <p:txBody>
          <a:bodyPr>
            <a:noAutofit/>
          </a:bodyPr>
          <a:lstStyle/>
          <a:p>
            <a:r>
              <a:rPr lang="en-US" sz="2400" dirty="0"/>
              <a:t>Analogy – one cause has been shown to result in particular effect, same cause is most likely to result into other effect of similar nature</a:t>
            </a:r>
          </a:p>
          <a:p>
            <a:r>
              <a:rPr lang="en-US" sz="2400" dirty="0"/>
              <a:t>Specificity – for particular effect, there should be one and only exclusive cause </a:t>
            </a:r>
          </a:p>
          <a:p>
            <a:r>
              <a:rPr lang="en-US" sz="2400" dirty="0"/>
              <a:t>Coherence – findings should not be in conflict with known history of disease</a:t>
            </a:r>
          </a:p>
        </p:txBody>
      </p:sp>
    </p:spTree>
    <p:extLst>
      <p:ext uri="{BB962C8B-B14F-4D97-AF65-F5344CB8AC3E}">
        <p14:creationId xmlns:p14="http://schemas.microsoft.com/office/powerpoint/2010/main" val="4059778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950AD4C-6AF3-49F8-94E1-DBCAFB394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disease&#10;&#10;Description automatically generated">
            <a:extLst>
              <a:ext uri="{FF2B5EF4-FFF2-40B4-BE49-F238E27FC236}">
                <a16:creationId xmlns:a16="http://schemas.microsoft.com/office/drawing/2014/main" id="{CA159C1F-F5B4-FFAA-D9E4-D24CC5EA297B}"/>
              </a:ext>
            </a:extLst>
          </p:cNvPr>
          <p:cNvPicPr>
            <a:picLocks noGrp="1" noChangeAspect="1"/>
          </p:cNvPicPr>
          <p:nvPr>
            <p:ph idx="4294967295"/>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1194271" y="643467"/>
            <a:ext cx="9816855" cy="5571066"/>
          </a:xfrm>
          <a:prstGeom prst="rect">
            <a:avLst/>
          </a:prstGeom>
        </p:spPr>
      </p:pic>
      <p:sp>
        <p:nvSpPr>
          <p:cNvPr id="2" name="Title 1">
            <a:extLst>
              <a:ext uri="{FF2B5EF4-FFF2-40B4-BE49-F238E27FC236}">
                <a16:creationId xmlns:a16="http://schemas.microsoft.com/office/drawing/2014/main" id="{B0F48BCA-BACE-A910-6D59-04642AE580F6}"/>
              </a:ext>
            </a:extLst>
          </p:cNvPr>
          <p:cNvSpPr>
            <a:spLocks noGrp="1"/>
          </p:cNvSpPr>
          <p:nvPr>
            <p:ph type="title" idx="4294967295"/>
          </p:nvPr>
        </p:nvSpPr>
        <p:spPr>
          <a:xfrm>
            <a:off x="1718023" y="-701145"/>
            <a:ext cx="8769350" cy="1344612"/>
          </a:xfrm>
        </p:spPr>
        <p:txBody>
          <a:bodyPr/>
          <a:lstStyle/>
          <a:p>
            <a:pPr algn="ctr"/>
            <a:r>
              <a:rPr lang="en-US" dirty="0"/>
              <a:t>Uses of epidemiology</a:t>
            </a:r>
          </a:p>
        </p:txBody>
      </p:sp>
    </p:spTree>
    <p:extLst>
      <p:ext uri="{BB962C8B-B14F-4D97-AF65-F5344CB8AC3E}">
        <p14:creationId xmlns:p14="http://schemas.microsoft.com/office/powerpoint/2010/main" val="3170059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7AD4E-5F21-4324-0FA9-9C7F845539DD}"/>
              </a:ext>
            </a:extLst>
          </p:cNvPr>
          <p:cNvSpPr>
            <a:spLocks noGrp="1"/>
          </p:cNvSpPr>
          <p:nvPr>
            <p:ph type="title"/>
          </p:nvPr>
        </p:nvSpPr>
        <p:spPr/>
        <p:txBody>
          <a:bodyPr/>
          <a:lstStyle/>
          <a:p>
            <a:r>
              <a:rPr lang="en-US" dirty="0"/>
              <a:t>Investigation of an epidemic</a:t>
            </a:r>
          </a:p>
        </p:txBody>
      </p:sp>
      <p:sp>
        <p:nvSpPr>
          <p:cNvPr id="3" name="Content Placeholder 2">
            <a:extLst>
              <a:ext uri="{FF2B5EF4-FFF2-40B4-BE49-F238E27FC236}">
                <a16:creationId xmlns:a16="http://schemas.microsoft.com/office/drawing/2014/main" id="{BFE9BCB6-13BF-EF3D-6549-8CB09509E4DC}"/>
              </a:ext>
            </a:extLst>
          </p:cNvPr>
          <p:cNvSpPr>
            <a:spLocks noGrp="1"/>
          </p:cNvSpPr>
          <p:nvPr>
            <p:ph idx="1"/>
          </p:nvPr>
        </p:nvSpPr>
        <p:spPr/>
        <p:txBody>
          <a:bodyPr numCol="2">
            <a:normAutofit/>
          </a:bodyPr>
          <a:lstStyle/>
          <a:p>
            <a:pPr marL="342900" indent="-342900">
              <a:buFont typeface="+mj-lt"/>
              <a:buAutoNum type="arabicPeriod"/>
            </a:pPr>
            <a:r>
              <a:rPr lang="en-US" dirty="0"/>
              <a:t>Verification of diagnosis</a:t>
            </a:r>
          </a:p>
          <a:p>
            <a:pPr marL="342900" indent="-342900">
              <a:buFont typeface="+mj-lt"/>
              <a:buAutoNum type="arabicPeriod"/>
            </a:pPr>
            <a:r>
              <a:rPr lang="en-US" dirty="0"/>
              <a:t>Confirmation of the existence of an epidemic</a:t>
            </a:r>
          </a:p>
          <a:p>
            <a:pPr marL="342900" indent="-342900">
              <a:buFont typeface="+mj-lt"/>
              <a:buAutoNum type="arabicPeriod"/>
            </a:pPr>
            <a:r>
              <a:rPr lang="en-US" dirty="0"/>
              <a:t>Defining the population at risk</a:t>
            </a:r>
          </a:p>
          <a:p>
            <a:pPr marL="342900" indent="-342900">
              <a:buFont typeface="+mj-lt"/>
              <a:buAutoNum type="arabicPeriod"/>
            </a:pPr>
            <a:r>
              <a:rPr lang="en-US" dirty="0"/>
              <a:t>Rapid search for all cases and their characteristics</a:t>
            </a:r>
          </a:p>
          <a:p>
            <a:pPr marL="342900" indent="-342900">
              <a:buFont typeface="+mj-lt"/>
              <a:buAutoNum type="arabicPeriod"/>
            </a:pPr>
            <a:r>
              <a:rPr lang="en-US" dirty="0"/>
              <a:t>Data analysis</a:t>
            </a:r>
          </a:p>
          <a:p>
            <a:pPr marL="342900" indent="-342900">
              <a:buFont typeface="+mj-lt"/>
              <a:buAutoNum type="arabicPeriod"/>
            </a:pPr>
            <a:r>
              <a:rPr lang="en-US" dirty="0"/>
              <a:t>Formulation of hypotheses</a:t>
            </a:r>
          </a:p>
          <a:p>
            <a:pPr marL="342900" indent="-342900">
              <a:buFont typeface="+mj-lt"/>
              <a:buAutoNum type="arabicPeriod"/>
            </a:pPr>
            <a:r>
              <a:rPr lang="en-US" dirty="0"/>
              <a:t>Testing of hypotheses</a:t>
            </a:r>
          </a:p>
          <a:p>
            <a:pPr marL="342900" indent="-342900">
              <a:buFont typeface="+mj-lt"/>
              <a:buAutoNum type="arabicPeriod"/>
            </a:pPr>
            <a:r>
              <a:rPr lang="en-US" dirty="0"/>
              <a:t>Evaluation of ecological factors</a:t>
            </a:r>
          </a:p>
          <a:p>
            <a:pPr marL="342900" indent="-342900">
              <a:buFont typeface="+mj-lt"/>
              <a:buAutoNum type="arabicPeriod"/>
            </a:pPr>
            <a:r>
              <a:rPr lang="en-US" dirty="0"/>
              <a:t>Further investigation of population at risk</a:t>
            </a:r>
          </a:p>
          <a:p>
            <a:pPr marL="342900" indent="-342900">
              <a:buFont typeface="+mj-lt"/>
              <a:buAutoNum type="arabicPeriod"/>
            </a:pPr>
            <a:r>
              <a:rPr lang="en-US" dirty="0"/>
              <a:t>Writing the report</a:t>
            </a:r>
          </a:p>
        </p:txBody>
      </p:sp>
    </p:spTree>
    <p:extLst>
      <p:ext uri="{BB962C8B-B14F-4D97-AF65-F5344CB8AC3E}">
        <p14:creationId xmlns:p14="http://schemas.microsoft.com/office/powerpoint/2010/main" val="2047246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Viruses suspended on mid-air">
            <a:extLst>
              <a:ext uri="{FF2B5EF4-FFF2-40B4-BE49-F238E27FC236}">
                <a16:creationId xmlns:a16="http://schemas.microsoft.com/office/drawing/2014/main" id="{C2A259F6-06FB-0965-A5AE-2625E9960777}"/>
              </a:ext>
            </a:extLst>
          </p:cNvPr>
          <p:cNvPicPr>
            <a:picLocks noChangeAspect="1"/>
          </p:cNvPicPr>
          <p:nvPr/>
        </p:nvPicPr>
        <p:blipFill rotWithShape="1">
          <a:blip r:embed="rId2"/>
          <a:srcRect t="12638" b="12362"/>
          <a:stretch/>
        </p:blipFill>
        <p:spPr>
          <a:xfrm>
            <a:off x="1" y="10"/>
            <a:ext cx="12191999" cy="6857990"/>
          </a:xfrm>
          <a:prstGeom prst="rect">
            <a:avLst/>
          </a:prstGeom>
        </p:spPr>
      </p:pic>
      <p:sp>
        <p:nvSpPr>
          <p:cNvPr id="2" name="Title 1">
            <a:extLst>
              <a:ext uri="{FF2B5EF4-FFF2-40B4-BE49-F238E27FC236}">
                <a16:creationId xmlns:a16="http://schemas.microsoft.com/office/drawing/2014/main" id="{1437E5E0-8740-DF26-128A-69F06FDA2A4D}"/>
              </a:ext>
            </a:extLst>
          </p:cNvPr>
          <p:cNvSpPr>
            <a:spLocks noGrp="1"/>
          </p:cNvSpPr>
          <p:nvPr>
            <p:ph type="ctrTitle"/>
          </p:nvPr>
        </p:nvSpPr>
        <p:spPr>
          <a:xfrm>
            <a:off x="3325473" y="1524000"/>
            <a:ext cx="5541054" cy="2688545"/>
          </a:xfrm>
        </p:spPr>
        <p:txBody>
          <a:bodyPr>
            <a:normAutofit/>
          </a:bodyPr>
          <a:lstStyle/>
          <a:p>
            <a:r>
              <a:rPr lang="en-US" sz="4400" b="1"/>
              <a:t>Infectious disease epidemiology</a:t>
            </a:r>
          </a:p>
        </p:txBody>
      </p:sp>
      <p:sp>
        <p:nvSpPr>
          <p:cNvPr id="3" name="Subtitle 2">
            <a:extLst>
              <a:ext uri="{FF2B5EF4-FFF2-40B4-BE49-F238E27FC236}">
                <a16:creationId xmlns:a16="http://schemas.microsoft.com/office/drawing/2014/main" id="{2FBF3F82-95EA-FCF1-F920-4F36EC572993}"/>
              </a:ext>
            </a:extLst>
          </p:cNvPr>
          <p:cNvSpPr>
            <a:spLocks noGrp="1"/>
          </p:cNvSpPr>
          <p:nvPr>
            <p:ph type="subTitle" idx="1"/>
          </p:nvPr>
        </p:nvSpPr>
        <p:spPr>
          <a:xfrm>
            <a:off x="3880419" y="4300833"/>
            <a:ext cx="4431162" cy="1337967"/>
          </a:xfrm>
        </p:spPr>
        <p:txBody>
          <a:bodyPr>
            <a:normAutofit/>
          </a:bodyPr>
          <a:lstStyle/>
          <a:p>
            <a:endParaRPr lang="en-US"/>
          </a:p>
        </p:txBody>
      </p:sp>
    </p:spTree>
    <p:extLst>
      <p:ext uri="{BB962C8B-B14F-4D97-AF65-F5344CB8AC3E}">
        <p14:creationId xmlns:p14="http://schemas.microsoft.com/office/powerpoint/2010/main" val="256837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F6756-74EB-8D79-47E8-4E3BAE0FD08F}"/>
              </a:ext>
            </a:extLst>
          </p:cNvPr>
          <p:cNvSpPr>
            <a:spLocks noGrp="1"/>
          </p:cNvSpPr>
          <p:nvPr>
            <p:ph type="title"/>
          </p:nvPr>
        </p:nvSpPr>
        <p:spPr/>
        <p:txBody>
          <a:bodyPr/>
          <a:lstStyle/>
          <a:p>
            <a:r>
              <a:rPr lang="en-US" dirty="0"/>
              <a:t>Operational definitions</a:t>
            </a:r>
          </a:p>
        </p:txBody>
      </p:sp>
      <p:sp>
        <p:nvSpPr>
          <p:cNvPr id="3" name="Content Placeholder 2">
            <a:extLst>
              <a:ext uri="{FF2B5EF4-FFF2-40B4-BE49-F238E27FC236}">
                <a16:creationId xmlns:a16="http://schemas.microsoft.com/office/drawing/2014/main" id="{8DC6678E-96B3-4CC9-4EC3-85577D465CC4}"/>
              </a:ext>
            </a:extLst>
          </p:cNvPr>
          <p:cNvSpPr>
            <a:spLocks noGrp="1"/>
          </p:cNvSpPr>
          <p:nvPr>
            <p:ph idx="1"/>
          </p:nvPr>
        </p:nvSpPr>
        <p:spPr/>
        <p:txBody>
          <a:bodyPr>
            <a:normAutofit fontScale="70000" lnSpcReduction="20000"/>
          </a:bodyPr>
          <a:lstStyle/>
          <a:p>
            <a:pPr>
              <a:lnSpc>
                <a:spcPct val="100000"/>
              </a:lnSpc>
            </a:pPr>
            <a:r>
              <a:rPr lang="en-US" sz="2800" dirty="0"/>
              <a:t>Infection - </a:t>
            </a:r>
            <a:r>
              <a:rPr lang="en-US" sz="2600" dirty="0">
                <a:latin typeface="Times New Roman" panose="02020603050405020304" pitchFamily="18" charset="0"/>
              </a:rPr>
              <a:t>The entry and development or multiplication of an infectious agent in an organism, including the body of man or animals. It also implies that the body responds in some way to defend itself against the invader, either in the form of an immune response or disease. </a:t>
            </a:r>
          </a:p>
          <a:p>
            <a:pPr lvl="1">
              <a:lnSpc>
                <a:spcPct val="100000"/>
              </a:lnSpc>
            </a:pPr>
            <a:r>
              <a:rPr lang="en-US" i="1" dirty="0">
                <a:latin typeface="Times New Roman" panose="02020603050405020304" pitchFamily="18" charset="0"/>
              </a:rPr>
              <a:t>Colonization </a:t>
            </a:r>
          </a:p>
          <a:p>
            <a:pPr lvl="1">
              <a:lnSpc>
                <a:spcPct val="100000"/>
              </a:lnSpc>
            </a:pPr>
            <a:r>
              <a:rPr lang="en-US" i="1" dirty="0">
                <a:latin typeface="Times New Roman" panose="02020603050405020304" pitchFamily="18" charset="0"/>
              </a:rPr>
              <a:t>Subclinical</a:t>
            </a:r>
          </a:p>
          <a:p>
            <a:pPr lvl="1">
              <a:lnSpc>
                <a:spcPct val="100000"/>
              </a:lnSpc>
            </a:pPr>
            <a:r>
              <a:rPr lang="pt-BR" i="1" dirty="0">
                <a:latin typeface="Times New Roman" panose="02020603050405020304" pitchFamily="18" charset="0"/>
              </a:rPr>
              <a:t>Latent infection </a:t>
            </a:r>
          </a:p>
          <a:p>
            <a:pPr lvl="1">
              <a:lnSpc>
                <a:spcPct val="100000"/>
              </a:lnSpc>
            </a:pPr>
            <a:r>
              <a:rPr lang="en-US" i="1" dirty="0">
                <a:latin typeface="Times New Roman" panose="02020603050405020304" pitchFamily="18" charset="0"/>
              </a:rPr>
              <a:t>Clinical infection</a:t>
            </a:r>
          </a:p>
          <a:p>
            <a:pPr>
              <a:lnSpc>
                <a:spcPct val="100000"/>
              </a:lnSpc>
            </a:pPr>
            <a:r>
              <a:rPr lang="en-US" dirty="0">
                <a:latin typeface="Times New Roman" panose="02020603050405020304" pitchFamily="18" charset="0"/>
              </a:rPr>
              <a:t>Contamination - </a:t>
            </a:r>
            <a:r>
              <a:rPr lang="en-US" sz="2600" dirty="0">
                <a:latin typeface="Times New Roman" panose="02020603050405020304" pitchFamily="18" charset="0"/>
              </a:rPr>
              <a:t>The presence of an infectious agent on a body surface also on or in clothes, beddings, toys, surgical instruments or dressings, or other inanimate articles or substances including water, milk and food. </a:t>
            </a:r>
          </a:p>
          <a:p>
            <a:pPr>
              <a:lnSpc>
                <a:spcPct val="100000"/>
              </a:lnSpc>
            </a:pPr>
            <a:r>
              <a:rPr lang="en-US" dirty="0">
                <a:latin typeface="Times New Roman" panose="02020603050405020304" pitchFamily="18" charset="0"/>
              </a:rPr>
              <a:t>Infestation - </a:t>
            </a:r>
            <a:r>
              <a:rPr lang="en-US" sz="2600" dirty="0">
                <a:latin typeface="Times New Roman" panose="02020603050405020304" pitchFamily="18" charset="0"/>
              </a:rPr>
              <a:t>For persons or animals the lodgment, development and reproduction of arthropods on the surface of the body or in the clothing</a:t>
            </a:r>
          </a:p>
        </p:txBody>
      </p:sp>
    </p:spTree>
    <p:extLst>
      <p:ext uri="{BB962C8B-B14F-4D97-AF65-F5344CB8AC3E}">
        <p14:creationId xmlns:p14="http://schemas.microsoft.com/office/powerpoint/2010/main" val="1499788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6CCEEF8A-4A3A-4B35-AA57-D804767F5A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1" name="Freeform: Shape 10">
              <a:extLst>
                <a:ext uri="{FF2B5EF4-FFF2-40B4-BE49-F238E27FC236}">
                  <a16:creationId xmlns:a16="http://schemas.microsoft.com/office/drawing/2014/main" id="{55A741C2-AB82-4BF5-9324-5D0B56A3D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DCD46807-BF17-4E5D-90A8-A062604C0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3926DB-76C8-474A-B5FB-F43C59E33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3C1F5347-E00A-4E12-AC11-18E0B1AF2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3" name="Content Placeholder 2">
            <a:extLst>
              <a:ext uri="{FF2B5EF4-FFF2-40B4-BE49-F238E27FC236}">
                <a16:creationId xmlns:a16="http://schemas.microsoft.com/office/drawing/2014/main" id="{7D83DDE7-8DAC-2C4F-1E9D-7DB3D9F853E0}"/>
              </a:ext>
            </a:extLst>
          </p:cNvPr>
          <p:cNvSpPr>
            <a:spLocks noGrp="1"/>
          </p:cNvSpPr>
          <p:nvPr>
            <p:ph idx="1"/>
          </p:nvPr>
        </p:nvSpPr>
        <p:spPr>
          <a:xfrm>
            <a:off x="200025" y="200026"/>
            <a:ext cx="11877675" cy="6505574"/>
          </a:xfrm>
        </p:spPr>
        <p:txBody>
          <a:bodyPr>
            <a:noAutofit/>
          </a:bodyPr>
          <a:lstStyle/>
          <a:p>
            <a:pPr>
              <a:lnSpc>
                <a:spcPct val="130000"/>
              </a:lnSpc>
            </a:pPr>
            <a:r>
              <a:rPr lang="en-US" sz="2000" b="1" dirty="0"/>
              <a:t>Host</a:t>
            </a:r>
            <a:r>
              <a:rPr lang="en-US" sz="2000" dirty="0"/>
              <a:t> - </a:t>
            </a:r>
            <a:r>
              <a:rPr lang="en-US" sz="2000" b="0" i="0" u="none" strike="noStrike" baseline="0" dirty="0">
                <a:latin typeface="Times New Roman" panose="02020603050405020304" pitchFamily="18" charset="0"/>
              </a:rPr>
              <a:t>A person or other living animal, including birds and arthropods, that affords subsistence or </a:t>
            </a:r>
            <a:r>
              <a:rPr lang="en-US" sz="2000" b="0" i="0" u="none" strike="noStrike" baseline="0" dirty="0" err="1">
                <a:latin typeface="Times New Roman" panose="02020603050405020304" pitchFamily="18" charset="0"/>
              </a:rPr>
              <a:t>lodgement</a:t>
            </a:r>
            <a:r>
              <a:rPr lang="en-US" sz="2000" b="0" i="0" u="none" strike="noStrike" baseline="0" dirty="0">
                <a:latin typeface="Times New Roman" panose="02020603050405020304" pitchFamily="18" charset="0"/>
              </a:rPr>
              <a:t> to an infectious agent under natural (as opposed to experimental) conditions.</a:t>
            </a:r>
          </a:p>
          <a:p>
            <a:pPr lvl="1">
              <a:lnSpc>
                <a:spcPct val="130000"/>
              </a:lnSpc>
            </a:pPr>
            <a:r>
              <a:rPr lang="en-US" sz="2000" b="0" i="1" u="none" strike="noStrike" baseline="0" dirty="0">
                <a:latin typeface="Times New Roman" panose="02020603050405020304" pitchFamily="18" charset="0"/>
              </a:rPr>
              <a:t>Obligate host</a:t>
            </a:r>
          </a:p>
          <a:p>
            <a:pPr lvl="1">
              <a:lnSpc>
                <a:spcPct val="130000"/>
              </a:lnSpc>
            </a:pPr>
            <a:r>
              <a:rPr lang="en-US" sz="2000" b="0" i="1" u="none" strike="noStrike" baseline="0" dirty="0">
                <a:latin typeface="Times New Roman" panose="02020603050405020304" pitchFamily="18" charset="0"/>
              </a:rPr>
              <a:t>Definitive </a:t>
            </a:r>
            <a:r>
              <a:rPr lang="en-US" sz="2000" b="0" i="0" u="none" strike="noStrike" baseline="0" dirty="0">
                <a:latin typeface="Times New Roman" panose="02020603050405020304" pitchFamily="18" charset="0"/>
              </a:rPr>
              <a:t>hosts</a:t>
            </a:r>
          </a:p>
          <a:p>
            <a:pPr lvl="1">
              <a:lnSpc>
                <a:spcPct val="130000"/>
              </a:lnSpc>
            </a:pPr>
            <a:r>
              <a:rPr lang="en-US" sz="2000" b="0" i="1" u="none" strike="noStrike" baseline="0" dirty="0">
                <a:latin typeface="Times New Roman" panose="02020603050405020304" pitchFamily="18" charset="0"/>
              </a:rPr>
              <a:t>Intermediate </a:t>
            </a:r>
            <a:r>
              <a:rPr lang="en-US" sz="2000" b="0" i="0" u="none" strike="noStrike" baseline="0" dirty="0">
                <a:latin typeface="Times New Roman" panose="02020603050405020304" pitchFamily="18" charset="0"/>
              </a:rPr>
              <a:t>hosts</a:t>
            </a:r>
          </a:p>
          <a:p>
            <a:pPr lvl="1">
              <a:lnSpc>
                <a:spcPct val="130000"/>
              </a:lnSpc>
            </a:pPr>
            <a:r>
              <a:rPr lang="en-US" sz="2000" b="0" i="1" u="none" strike="noStrike" baseline="0" dirty="0">
                <a:latin typeface="Times New Roman" panose="02020603050405020304" pitchFamily="18" charset="0"/>
              </a:rPr>
              <a:t>Transport </a:t>
            </a:r>
            <a:r>
              <a:rPr lang="en-US" sz="2000" b="0" i="0" u="none" strike="noStrike" baseline="0" dirty="0">
                <a:latin typeface="Times New Roman" panose="02020603050405020304" pitchFamily="18" charset="0"/>
              </a:rPr>
              <a:t>host</a:t>
            </a:r>
          </a:p>
          <a:p>
            <a:pPr>
              <a:lnSpc>
                <a:spcPct val="130000"/>
              </a:lnSpc>
            </a:pPr>
            <a:r>
              <a:rPr lang="en-US" sz="2000" b="1" dirty="0"/>
              <a:t>Infectious disease </a:t>
            </a:r>
            <a:r>
              <a:rPr lang="en-US" sz="2000" dirty="0"/>
              <a:t>- </a:t>
            </a:r>
            <a:r>
              <a:rPr lang="en-US" sz="2000" b="0" i="1" u="none" strike="noStrike" baseline="0" dirty="0">
                <a:latin typeface="Times New Roman" panose="02020603050405020304" pitchFamily="18" charset="0"/>
              </a:rPr>
              <a:t>A </a:t>
            </a:r>
            <a:r>
              <a:rPr lang="en-US" sz="2000" b="0" i="0" u="none" strike="noStrike" baseline="0" dirty="0">
                <a:latin typeface="Times New Roman" panose="02020603050405020304" pitchFamily="18" charset="0"/>
              </a:rPr>
              <a:t>disease due to an infectious agent. While some infectious diseases are contagious, others are noncontagious. All infectious diseases and infestations are communicable diseases</a:t>
            </a:r>
            <a:endParaRPr lang="en-US" sz="2000" dirty="0"/>
          </a:p>
          <a:p>
            <a:pPr>
              <a:lnSpc>
                <a:spcPct val="130000"/>
              </a:lnSpc>
            </a:pPr>
            <a:r>
              <a:rPr lang="en-US" sz="2000" b="1" dirty="0"/>
              <a:t>Contagious disease</a:t>
            </a:r>
          </a:p>
          <a:p>
            <a:pPr>
              <a:lnSpc>
                <a:spcPct val="130000"/>
              </a:lnSpc>
            </a:pPr>
            <a:r>
              <a:rPr lang="en-US" sz="2000" b="1" dirty="0"/>
              <a:t>Communicable disease </a:t>
            </a:r>
            <a:r>
              <a:rPr lang="en-US" sz="2000" dirty="0"/>
              <a:t>- </a:t>
            </a:r>
            <a:r>
              <a:rPr lang="en-US" sz="2000" b="0" i="0" u="none" strike="noStrike" baseline="0" dirty="0">
                <a:latin typeface="Times New Roman" panose="02020603050405020304" pitchFamily="18" charset="0"/>
              </a:rPr>
              <a:t>An illness due to a specific infectious agent or its toxic products that arises through transmission of that agent or its products from an infected person, animal, or reservoir to a susceptible host, either directly or indirectly through an intermediate plant or animal host, vector, or the inanimate environment</a:t>
            </a:r>
            <a:endParaRPr lang="en-US" sz="2000" dirty="0"/>
          </a:p>
        </p:txBody>
      </p:sp>
    </p:spTree>
    <p:extLst>
      <p:ext uri="{BB962C8B-B14F-4D97-AF65-F5344CB8AC3E}">
        <p14:creationId xmlns:p14="http://schemas.microsoft.com/office/powerpoint/2010/main" val="83300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6CCEEF8A-4A3A-4B35-AA57-D804767F5A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1" name="Freeform: Shape 10">
              <a:extLst>
                <a:ext uri="{FF2B5EF4-FFF2-40B4-BE49-F238E27FC236}">
                  <a16:creationId xmlns:a16="http://schemas.microsoft.com/office/drawing/2014/main" id="{55A741C2-AB82-4BF5-9324-5D0B56A3D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DCD46807-BF17-4E5D-90A8-A062604C0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3926DB-76C8-474A-B5FB-F43C59E33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3C1F5347-E00A-4E12-AC11-18E0B1AF2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3" name="Content Placeholder 2">
            <a:extLst>
              <a:ext uri="{FF2B5EF4-FFF2-40B4-BE49-F238E27FC236}">
                <a16:creationId xmlns:a16="http://schemas.microsoft.com/office/drawing/2014/main" id="{3D8F7913-DFCF-4CA1-FCD1-04ED88A5C74E}"/>
              </a:ext>
            </a:extLst>
          </p:cNvPr>
          <p:cNvSpPr>
            <a:spLocks noGrp="1"/>
          </p:cNvSpPr>
          <p:nvPr>
            <p:ph idx="1"/>
          </p:nvPr>
        </p:nvSpPr>
        <p:spPr>
          <a:xfrm>
            <a:off x="361951" y="438151"/>
            <a:ext cx="11509816" cy="6184458"/>
          </a:xfrm>
        </p:spPr>
        <p:txBody>
          <a:bodyPr>
            <a:noAutofit/>
          </a:bodyPr>
          <a:lstStyle/>
          <a:p>
            <a:pPr>
              <a:lnSpc>
                <a:spcPct val="130000"/>
              </a:lnSpc>
            </a:pPr>
            <a:r>
              <a:rPr lang="en-US" sz="2000" b="0" i="1" u="none" strike="noStrike" baseline="0" dirty="0">
                <a:latin typeface="Times New Roman" panose="02020603050405020304" pitchFamily="18" charset="0"/>
              </a:rPr>
              <a:t>EPIDEMIC - [Epi </a:t>
            </a:r>
            <a:r>
              <a:rPr lang="en-US" sz="2000" b="0" i="0" u="none" strike="noStrike" baseline="0" dirty="0">
                <a:latin typeface="Times New Roman" panose="02020603050405020304" pitchFamily="18" charset="0"/>
              </a:rPr>
              <a:t>(upon), </a:t>
            </a:r>
            <a:r>
              <a:rPr lang="en-US" sz="2000" b="0" i="1" u="none" strike="noStrike" baseline="0" dirty="0">
                <a:latin typeface="Times New Roman" panose="02020603050405020304" pitchFamily="18" charset="0"/>
              </a:rPr>
              <a:t>demos </a:t>
            </a:r>
            <a:r>
              <a:rPr lang="en-US" sz="2000" b="0" i="0" u="none" strike="noStrike" baseline="0" dirty="0">
                <a:latin typeface="Times New Roman" panose="02020603050405020304" pitchFamily="18" charset="0"/>
              </a:rPr>
              <a:t>(people)]. The occurrence in a community or region of cases of an illness, specific health related </a:t>
            </a:r>
            <a:r>
              <a:rPr lang="en-US" sz="2000" b="0" i="0" u="none" strike="noStrike" baseline="0" dirty="0" err="1">
                <a:latin typeface="Times New Roman" panose="02020603050405020304" pitchFamily="18" charset="0"/>
              </a:rPr>
              <a:t>behaviour</a:t>
            </a:r>
            <a:r>
              <a:rPr lang="en-US" sz="2000" b="0" i="0" u="none" strike="noStrike" baseline="0" dirty="0">
                <a:latin typeface="Times New Roman" panose="02020603050405020304" pitchFamily="18" charset="0"/>
              </a:rPr>
              <a:t>, or other health-related events clearly in excess of normal expectancy. </a:t>
            </a:r>
          </a:p>
          <a:p>
            <a:pPr lvl="1">
              <a:lnSpc>
                <a:spcPct val="130000"/>
              </a:lnSpc>
            </a:pPr>
            <a:r>
              <a:rPr lang="en-US" sz="2000" b="0" i="0" u="none" strike="noStrike" baseline="0" dirty="0" err="1">
                <a:latin typeface="Times New Roman" panose="02020603050405020304" pitchFamily="18" charset="0"/>
              </a:rPr>
              <a:t>Epidemicity</a:t>
            </a:r>
            <a:r>
              <a:rPr lang="en-US" sz="2000" b="0" i="0" u="none" strike="noStrike" baseline="0" dirty="0">
                <a:latin typeface="Times New Roman" panose="02020603050405020304" pitchFamily="18" charset="0"/>
              </a:rPr>
              <a:t> is thus relative to usual frequency of the disease in the same area, among the specified population, at the same season of the year.</a:t>
            </a:r>
          </a:p>
          <a:p>
            <a:pPr lvl="1">
              <a:lnSpc>
                <a:spcPct val="130000"/>
              </a:lnSpc>
            </a:pPr>
            <a:endParaRPr lang="en-US" sz="2000" dirty="0">
              <a:latin typeface="Times New Roman" panose="02020603050405020304" pitchFamily="18" charset="0"/>
            </a:endParaRPr>
          </a:p>
          <a:p>
            <a:pPr lvl="1">
              <a:lnSpc>
                <a:spcPct val="130000"/>
              </a:lnSpc>
            </a:pPr>
            <a:endParaRPr lang="en-US" sz="2000" dirty="0">
              <a:latin typeface="Times New Roman" panose="02020603050405020304" pitchFamily="18" charset="0"/>
            </a:endParaRPr>
          </a:p>
          <a:p>
            <a:pPr>
              <a:lnSpc>
                <a:spcPct val="130000"/>
              </a:lnSpc>
            </a:pPr>
            <a:r>
              <a:rPr lang="en-US" sz="2000" dirty="0">
                <a:latin typeface="Times New Roman" panose="02020603050405020304" pitchFamily="18" charset="0"/>
              </a:rPr>
              <a:t>ENDEMIC - </a:t>
            </a:r>
            <a:r>
              <a:rPr lang="en-US" sz="2000" b="0" i="0" u="none" strike="noStrike" baseline="0" dirty="0">
                <a:latin typeface="Times New Roman" panose="02020603050405020304" pitchFamily="18" charset="0"/>
              </a:rPr>
              <a:t>(En = in; demos=people). It refers to the constant presence of a disease or infectious agent within a given geographic area or population group, without importation from outside; may also refer to the “usual” or expected frequency of the disease within such area or population group.</a:t>
            </a:r>
          </a:p>
          <a:p>
            <a:pPr lvl="1">
              <a:lnSpc>
                <a:spcPct val="130000"/>
              </a:lnSpc>
            </a:pPr>
            <a:r>
              <a:rPr lang="en-US" sz="2000" dirty="0">
                <a:latin typeface="Times New Roman" panose="02020603050405020304" pitchFamily="18" charset="0"/>
              </a:rPr>
              <a:t>Hyper-endemic</a:t>
            </a:r>
          </a:p>
          <a:p>
            <a:pPr lvl="1">
              <a:lnSpc>
                <a:spcPct val="130000"/>
              </a:lnSpc>
            </a:pPr>
            <a:r>
              <a:rPr lang="en-US" sz="2000" dirty="0" err="1">
                <a:latin typeface="Times New Roman" panose="02020603050405020304" pitchFamily="18" charset="0"/>
              </a:rPr>
              <a:t>Holo</a:t>
            </a:r>
            <a:r>
              <a:rPr lang="en-US" sz="2000" dirty="0">
                <a:latin typeface="Times New Roman" panose="02020603050405020304" pitchFamily="18" charset="0"/>
              </a:rPr>
              <a:t> – endemic</a:t>
            </a:r>
          </a:p>
        </p:txBody>
      </p:sp>
    </p:spTree>
    <p:extLst>
      <p:ext uri="{BB962C8B-B14F-4D97-AF65-F5344CB8AC3E}">
        <p14:creationId xmlns:p14="http://schemas.microsoft.com/office/powerpoint/2010/main" val="2515300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4C7C35-AC75-220F-1E09-549411C90537}"/>
              </a:ext>
            </a:extLst>
          </p:cNvPr>
          <p:cNvSpPr>
            <a:spLocks noGrp="1"/>
          </p:cNvSpPr>
          <p:nvPr>
            <p:ph idx="1"/>
          </p:nvPr>
        </p:nvSpPr>
        <p:spPr>
          <a:xfrm>
            <a:off x="838200" y="290286"/>
            <a:ext cx="10515600" cy="5886677"/>
          </a:xfrm>
        </p:spPr>
        <p:txBody>
          <a:bodyPr>
            <a:normAutofit fontScale="85000" lnSpcReduction="20000"/>
          </a:bodyPr>
          <a:lstStyle/>
          <a:p>
            <a:pPr algn="l"/>
            <a:r>
              <a:rPr lang="en-US" sz="3200" dirty="0">
                <a:latin typeface="Times New Roman" panose="02020603050405020304" pitchFamily="18" charset="0"/>
              </a:rPr>
              <a:t>SPORADIC – scattered; </a:t>
            </a:r>
            <a:r>
              <a:rPr lang="en-US" sz="3200" b="0" i="0" u="none" strike="noStrike" baseline="0" dirty="0">
                <a:latin typeface="Times New Roman" panose="02020603050405020304" pitchFamily="18" charset="0"/>
              </a:rPr>
              <a:t>The cases occur irregularly, haphazardly from time to time, and generally infrequently</a:t>
            </a:r>
          </a:p>
          <a:p>
            <a:pPr algn="l"/>
            <a:endParaRPr lang="en-US" sz="3200" b="0" i="0" u="none" strike="noStrike" baseline="0" dirty="0">
              <a:latin typeface="Times New Roman" panose="02020603050405020304" pitchFamily="18" charset="0"/>
            </a:endParaRPr>
          </a:p>
          <a:p>
            <a:pPr algn="l"/>
            <a:r>
              <a:rPr lang="en-US" sz="3200" b="0" i="1" u="none" strike="noStrike" baseline="0" dirty="0">
                <a:latin typeface="Times New Roman" panose="02020603050405020304" pitchFamily="18" charset="0"/>
              </a:rPr>
              <a:t>PANDEMIC -  </a:t>
            </a:r>
            <a:r>
              <a:rPr lang="en-US" sz="3200" b="0" i="0" u="none" strike="noStrike" baseline="0" dirty="0">
                <a:latin typeface="Times New Roman" panose="02020603050405020304" pitchFamily="18" charset="0"/>
              </a:rPr>
              <a:t>An epidemic occurring over a very wide area, crossing international boundaries, and usually affecting many people. Only some pandemics cause severe disease in some individuals or at a population level.</a:t>
            </a:r>
          </a:p>
          <a:p>
            <a:pPr lvl="1"/>
            <a:r>
              <a:rPr lang="en-US" b="0" i="0" u="none" strike="noStrike" baseline="0" dirty="0">
                <a:latin typeface="Times New Roman" panose="02020603050405020304" pitchFamily="18" charset="0"/>
              </a:rPr>
              <a:t>Characteristics of an infectious agent influencing the causation of a pandemic include : the agent must be able to infect humans, to cause disease in humans and to spread easily from human to human.</a:t>
            </a:r>
          </a:p>
          <a:p>
            <a:pPr lvl="1"/>
            <a:endParaRPr lang="en-US" dirty="0">
              <a:latin typeface="Times New Roman" panose="02020603050405020304" pitchFamily="18" charset="0"/>
            </a:endParaRPr>
          </a:p>
          <a:p>
            <a:pPr algn="l"/>
            <a:r>
              <a:rPr lang="en-US" dirty="0">
                <a:latin typeface="Times New Roman" panose="02020603050405020304" pitchFamily="18" charset="0"/>
              </a:rPr>
              <a:t>EXOTIC - </a:t>
            </a:r>
            <a:r>
              <a:rPr lang="en-US" sz="2400" b="0" i="0" u="none" strike="noStrike" baseline="0" dirty="0">
                <a:latin typeface="Times New Roman" panose="02020603050405020304" pitchFamily="18" charset="0"/>
              </a:rPr>
              <a:t>Diseases which are imported into a country in which they do not otherwise occur.</a:t>
            </a:r>
          </a:p>
          <a:p>
            <a:endParaRPr lang="en-US" sz="3600" dirty="0"/>
          </a:p>
          <a:p>
            <a:endParaRPr lang="en-US" sz="3600" dirty="0"/>
          </a:p>
        </p:txBody>
      </p:sp>
    </p:spTree>
    <p:extLst>
      <p:ext uri="{BB962C8B-B14F-4D97-AF65-F5344CB8AC3E}">
        <p14:creationId xmlns:p14="http://schemas.microsoft.com/office/powerpoint/2010/main" val="1913124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03D1DF-5B22-8934-770F-F683710679CA}"/>
              </a:ext>
            </a:extLst>
          </p:cNvPr>
          <p:cNvSpPr>
            <a:spLocks noGrp="1"/>
          </p:cNvSpPr>
          <p:nvPr>
            <p:ph idx="1"/>
          </p:nvPr>
        </p:nvSpPr>
        <p:spPr>
          <a:xfrm>
            <a:off x="838200" y="333829"/>
            <a:ext cx="10515600" cy="5843134"/>
          </a:xfrm>
        </p:spPr>
        <p:txBody>
          <a:bodyPr>
            <a:normAutofit/>
          </a:bodyPr>
          <a:lstStyle/>
          <a:p>
            <a:pPr algn="l"/>
            <a:r>
              <a:rPr lang="en-US" dirty="0"/>
              <a:t>ZOONOSES - </a:t>
            </a:r>
            <a:r>
              <a:rPr lang="en-US" sz="1800" b="0" i="0" u="none" strike="noStrike" baseline="0" dirty="0">
                <a:solidFill>
                  <a:srgbClr val="000000"/>
                </a:solidFill>
                <a:latin typeface="Times New Roman" panose="02020603050405020304" pitchFamily="18" charset="0"/>
              </a:rPr>
              <a:t>An infection or infectious disease transmissible under natural conditions from vertebrate animals to man. May be enzootic or epizootic </a:t>
            </a:r>
          </a:p>
          <a:p>
            <a:pPr algn="l"/>
            <a:r>
              <a:rPr lang="en-US" sz="1800" b="0" i="0" u="none" strike="noStrike" baseline="0" dirty="0">
                <a:solidFill>
                  <a:srgbClr val="000000"/>
                </a:solidFill>
                <a:latin typeface="Times New Roman" panose="02020603050405020304" pitchFamily="18" charset="0"/>
              </a:rPr>
              <a:t>(a) </a:t>
            </a:r>
            <a:r>
              <a:rPr lang="en-US" sz="1800" b="0" i="1" u="none" strike="noStrike" baseline="0" dirty="0" err="1">
                <a:solidFill>
                  <a:srgbClr val="000000"/>
                </a:solidFill>
                <a:latin typeface="Times New Roman" panose="02020603050405020304" pitchFamily="18" charset="0"/>
              </a:rPr>
              <a:t>anthropozoonoses</a:t>
            </a:r>
            <a:r>
              <a:rPr lang="en-US" sz="1800" b="0" i="1" u="none" strike="noStrike" baseline="0" dirty="0">
                <a:solidFill>
                  <a:srgbClr val="000000"/>
                </a:solidFill>
                <a:latin typeface="Times New Roman" panose="02020603050405020304" pitchFamily="18" charset="0"/>
              </a:rPr>
              <a:t> </a:t>
            </a:r>
            <a:r>
              <a:rPr lang="en-US" sz="1800" b="0" i="0" u="none" strike="noStrike" baseline="0" dirty="0">
                <a:solidFill>
                  <a:srgbClr val="000000"/>
                </a:solidFill>
                <a:latin typeface="Times New Roman" panose="02020603050405020304" pitchFamily="18" charset="0"/>
              </a:rPr>
              <a:t>: infections transmitted to man from vertebrate animals, e.g., rabies, plague, hydatid disease, anthrax and trichinosis; </a:t>
            </a:r>
          </a:p>
          <a:p>
            <a:pPr algn="l"/>
            <a:r>
              <a:rPr lang="en-US" sz="1800" b="0" i="0" u="none" strike="noStrike" baseline="0" dirty="0">
                <a:solidFill>
                  <a:srgbClr val="000000"/>
                </a:solidFill>
                <a:latin typeface="Times New Roman" panose="02020603050405020304" pitchFamily="18" charset="0"/>
              </a:rPr>
              <a:t>(b) </a:t>
            </a:r>
            <a:r>
              <a:rPr lang="en-US" sz="1800" b="0" i="1" u="none" strike="noStrike" baseline="0" dirty="0" err="1">
                <a:solidFill>
                  <a:srgbClr val="000000"/>
                </a:solidFill>
                <a:latin typeface="Times New Roman" panose="02020603050405020304" pitchFamily="18" charset="0"/>
              </a:rPr>
              <a:t>zooanthroponoses</a:t>
            </a:r>
            <a:r>
              <a:rPr lang="en-US" sz="1800" b="0" i="1" u="none" strike="noStrike" baseline="0" dirty="0">
                <a:solidFill>
                  <a:srgbClr val="000000"/>
                </a:solidFill>
                <a:latin typeface="Times New Roman" panose="02020603050405020304" pitchFamily="18" charset="0"/>
              </a:rPr>
              <a:t> </a:t>
            </a:r>
            <a:r>
              <a:rPr lang="en-US" sz="1800" b="0" i="0" u="none" strike="noStrike" baseline="0" dirty="0">
                <a:solidFill>
                  <a:srgbClr val="000000"/>
                </a:solidFill>
                <a:latin typeface="Times New Roman" panose="02020603050405020304" pitchFamily="18" charset="0"/>
              </a:rPr>
              <a:t>: that is, infections transmitted from man to vertebrate animals, e.g., human tuberculosis in cattle</a:t>
            </a:r>
          </a:p>
          <a:p>
            <a:pPr algn="l"/>
            <a:r>
              <a:rPr lang="en-US" sz="1800" b="0" i="0" u="none" strike="noStrike" baseline="0" dirty="0">
                <a:solidFill>
                  <a:srgbClr val="000000"/>
                </a:solidFill>
                <a:latin typeface="Times New Roman" panose="02020603050405020304" pitchFamily="18" charset="0"/>
              </a:rPr>
              <a:t>(c) </a:t>
            </a:r>
            <a:r>
              <a:rPr lang="en-US" sz="1800" b="0" i="1" u="none" strike="noStrike" baseline="0" dirty="0" err="1">
                <a:solidFill>
                  <a:srgbClr val="000000"/>
                </a:solidFill>
                <a:latin typeface="Times New Roman" panose="02020603050405020304" pitchFamily="18" charset="0"/>
              </a:rPr>
              <a:t>amphixenoses</a:t>
            </a:r>
            <a:r>
              <a:rPr lang="en-US" sz="1800" b="0" i="1" u="none" strike="noStrike" baseline="0" dirty="0">
                <a:solidFill>
                  <a:srgbClr val="000000"/>
                </a:solidFill>
                <a:latin typeface="Times New Roman" panose="02020603050405020304" pitchFamily="18" charset="0"/>
              </a:rPr>
              <a:t> - </a:t>
            </a:r>
            <a:r>
              <a:rPr lang="en-US" sz="1800" b="0" i="0" u="none" strike="noStrike" baseline="0" dirty="0">
                <a:solidFill>
                  <a:srgbClr val="000000"/>
                </a:solidFill>
                <a:latin typeface="Times New Roman" panose="02020603050405020304" pitchFamily="18" charset="0"/>
              </a:rPr>
              <a:t>that is infections maintained in both man and lower vertebrate animals that may be transmitted in either direction, e.g., </a:t>
            </a:r>
            <a:r>
              <a:rPr lang="en-US" sz="1800" b="0" i="1" u="none" strike="noStrike" baseline="0" dirty="0" err="1">
                <a:solidFill>
                  <a:srgbClr val="000000"/>
                </a:solidFill>
                <a:latin typeface="Times New Roman" panose="02020603050405020304" pitchFamily="18" charset="0"/>
              </a:rPr>
              <a:t>T.cruzi</a:t>
            </a:r>
            <a:r>
              <a:rPr lang="en-US" sz="1800" b="0" i="1" u="none" strike="noStrike" baseline="0" dirty="0">
                <a:solidFill>
                  <a:srgbClr val="000000"/>
                </a:solidFill>
                <a:latin typeface="Times New Roman" panose="02020603050405020304" pitchFamily="18" charset="0"/>
              </a:rPr>
              <a:t>, </a:t>
            </a:r>
            <a:r>
              <a:rPr lang="en-US" sz="1800" b="0" i="0" u="none" strike="noStrike" baseline="0" dirty="0">
                <a:solidFill>
                  <a:srgbClr val="000000"/>
                </a:solidFill>
                <a:latin typeface="Times New Roman" panose="02020603050405020304" pitchFamily="18" charset="0"/>
              </a:rPr>
              <a:t>and </a:t>
            </a:r>
            <a:r>
              <a:rPr lang="en-US" sz="1800" b="0" i="1" u="none" strike="noStrike" baseline="0" dirty="0" err="1">
                <a:solidFill>
                  <a:srgbClr val="000000"/>
                </a:solidFill>
                <a:latin typeface="Times New Roman" panose="02020603050405020304" pitchFamily="18" charset="0"/>
              </a:rPr>
              <a:t>S.japonicum</a:t>
            </a:r>
            <a:r>
              <a:rPr lang="en-US" sz="1800" b="0" i="1" u="none" strike="noStrike" baseline="0" dirty="0">
                <a:solidFill>
                  <a:srgbClr val="000000"/>
                </a:solidFill>
                <a:latin typeface="Times New Roman" panose="02020603050405020304" pitchFamily="18" charset="0"/>
              </a:rPr>
              <a:t> </a:t>
            </a:r>
          </a:p>
          <a:p>
            <a:pPr algn="l"/>
            <a:endParaRPr lang="en-US" sz="1800" i="1" dirty="0">
              <a:solidFill>
                <a:srgbClr val="000000"/>
              </a:solidFill>
              <a:latin typeface="Times New Roman" panose="02020603050405020304" pitchFamily="18" charset="0"/>
            </a:endParaRPr>
          </a:p>
          <a:p>
            <a:pPr algn="l"/>
            <a:r>
              <a:rPr lang="en-US" sz="1800" i="1" dirty="0">
                <a:solidFill>
                  <a:srgbClr val="000000"/>
                </a:solidFill>
                <a:latin typeface="Times New Roman" panose="02020603050405020304" pitchFamily="18" charset="0"/>
              </a:rPr>
              <a:t>NOSOCOMIAL INFECTION </a:t>
            </a:r>
          </a:p>
          <a:p>
            <a:pPr algn="l"/>
            <a:r>
              <a:rPr lang="en-US" sz="1800" i="1" dirty="0">
                <a:solidFill>
                  <a:srgbClr val="000000"/>
                </a:solidFill>
                <a:latin typeface="Times New Roman" panose="02020603050405020304" pitchFamily="18" charset="0"/>
              </a:rPr>
              <a:t>OPPORTUNISTIC INFECTION</a:t>
            </a:r>
          </a:p>
          <a:p>
            <a:pPr algn="l"/>
            <a:r>
              <a:rPr lang="en-US" sz="1800" i="1" dirty="0">
                <a:solidFill>
                  <a:srgbClr val="000000"/>
                </a:solidFill>
                <a:latin typeface="Times New Roman" panose="02020603050405020304" pitchFamily="18" charset="0"/>
              </a:rPr>
              <a:t>IATROGENIC INFECTION</a:t>
            </a:r>
            <a:endParaRPr lang="en-US" dirty="0"/>
          </a:p>
        </p:txBody>
      </p:sp>
    </p:spTree>
    <p:extLst>
      <p:ext uri="{BB962C8B-B14F-4D97-AF65-F5344CB8AC3E}">
        <p14:creationId xmlns:p14="http://schemas.microsoft.com/office/powerpoint/2010/main" val="3271432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1B78A-E570-74D1-6CB2-2E74A76427CA}"/>
              </a:ext>
            </a:extLst>
          </p:cNvPr>
          <p:cNvSpPr>
            <a:spLocks noGrp="1"/>
          </p:cNvSpPr>
          <p:nvPr>
            <p:ph type="title"/>
          </p:nvPr>
        </p:nvSpPr>
        <p:spPr/>
        <p:txBody>
          <a:bodyPr/>
          <a:lstStyle/>
          <a:p>
            <a:r>
              <a:rPr lang="en-US" dirty="0"/>
              <a:t>DYNAMICS</a:t>
            </a:r>
          </a:p>
        </p:txBody>
      </p:sp>
      <p:sp>
        <p:nvSpPr>
          <p:cNvPr id="3" name="Content Placeholder 2">
            <a:extLst>
              <a:ext uri="{FF2B5EF4-FFF2-40B4-BE49-F238E27FC236}">
                <a16:creationId xmlns:a16="http://schemas.microsoft.com/office/drawing/2014/main" id="{0038C858-2CB6-A1D7-082A-946DF0471B7F}"/>
              </a:ext>
            </a:extLst>
          </p:cNvPr>
          <p:cNvSpPr>
            <a:spLocks noGrp="1"/>
          </p:cNvSpPr>
          <p:nvPr>
            <p:ph idx="1"/>
          </p:nvPr>
        </p:nvSpPr>
        <p:spPr/>
        <p:txBody>
          <a:bodyPr>
            <a:normAutofit fontScale="62500" lnSpcReduction="20000"/>
          </a:bodyPr>
          <a:lstStyle/>
          <a:p>
            <a:r>
              <a:rPr lang="en-US" dirty="0"/>
              <a:t>SOURCES and RESERVOIR</a:t>
            </a:r>
          </a:p>
          <a:p>
            <a:pPr algn="l"/>
            <a:r>
              <a:rPr lang="en-US" sz="2400" b="0" i="0" u="none" strike="noStrike" baseline="0" dirty="0">
                <a:latin typeface="Times New Roman" panose="02020603050405020304" pitchFamily="18" charset="0"/>
              </a:rPr>
              <a:t>The </a:t>
            </a:r>
            <a:r>
              <a:rPr lang="en-US" sz="2400" b="1" i="0" u="none" strike="noStrike" baseline="0" dirty="0">
                <a:latin typeface="Times New Roman" panose="02020603050405020304" pitchFamily="18" charset="0"/>
              </a:rPr>
              <a:t>source </a:t>
            </a:r>
            <a:r>
              <a:rPr lang="en-US" sz="2400" b="0" i="0" u="none" strike="noStrike" baseline="0" dirty="0">
                <a:latin typeface="Times New Roman" panose="02020603050405020304" pitchFamily="18" charset="0"/>
              </a:rPr>
              <a:t>of infection is defined as “the person, animal, object or substance from which an infectious agent passes or is disseminated to the host”</a:t>
            </a:r>
            <a:r>
              <a:rPr lang="en-US" sz="2400" b="0" i="1" u="none" strike="noStrike" baseline="0" dirty="0">
                <a:latin typeface="Times New Roman" panose="02020603050405020304" pitchFamily="18" charset="0"/>
              </a:rPr>
              <a:t>. </a:t>
            </a:r>
          </a:p>
          <a:p>
            <a:pPr algn="l"/>
            <a:r>
              <a:rPr lang="en-US" sz="2400" b="0" i="0" u="none" strike="noStrike" baseline="0" dirty="0">
                <a:latin typeface="Times New Roman" panose="02020603050405020304" pitchFamily="18" charset="0"/>
              </a:rPr>
              <a:t>A </a:t>
            </a:r>
            <a:r>
              <a:rPr lang="en-US" sz="2400" b="1" i="0" u="none" strike="noStrike" baseline="0" dirty="0">
                <a:latin typeface="Times New Roman" panose="02020603050405020304" pitchFamily="18" charset="0"/>
              </a:rPr>
              <a:t>reservoir </a:t>
            </a:r>
            <a:r>
              <a:rPr lang="en-US" sz="2400" b="0" i="0" u="none" strike="noStrike" baseline="0" dirty="0">
                <a:latin typeface="Times New Roman" panose="02020603050405020304" pitchFamily="18" charset="0"/>
              </a:rPr>
              <a:t>is defined as any person, animal, arthropod, plant, soil or substance (or combination of these) in which an infectious agent lives and multiplies, on which it depends primarily for survival, and where it reproduces itself in such manner that it can be  transmitted to a susceptible host”</a:t>
            </a:r>
          </a:p>
          <a:p>
            <a:pPr algn="l"/>
            <a:r>
              <a:rPr lang="en-US" sz="2400" dirty="0">
                <a:latin typeface="Times New Roman" panose="02020603050405020304" pitchFamily="18" charset="0"/>
              </a:rPr>
              <a:t>Human reservoir – Cases, Carrier </a:t>
            </a:r>
          </a:p>
          <a:p>
            <a:pPr algn="l"/>
            <a:r>
              <a:rPr lang="en-US" sz="2400" dirty="0">
                <a:latin typeface="Times New Roman" panose="02020603050405020304" pitchFamily="18" charset="0"/>
              </a:rPr>
              <a:t>Animal Reservoir</a:t>
            </a:r>
          </a:p>
          <a:p>
            <a:pPr algn="l"/>
            <a:r>
              <a:rPr lang="en-US" sz="2400" dirty="0">
                <a:latin typeface="Times New Roman" panose="02020603050405020304" pitchFamily="18" charset="0"/>
              </a:rPr>
              <a:t>Non – living reservoir</a:t>
            </a:r>
            <a:endParaRPr lang="en-US" sz="3600" dirty="0"/>
          </a:p>
        </p:txBody>
      </p:sp>
    </p:spTree>
    <p:extLst>
      <p:ext uri="{BB962C8B-B14F-4D97-AF65-F5344CB8AC3E}">
        <p14:creationId xmlns:p14="http://schemas.microsoft.com/office/powerpoint/2010/main" val="678394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0F84B-0582-7C07-9191-48A69DDAC910}"/>
              </a:ext>
            </a:extLst>
          </p:cNvPr>
          <p:cNvSpPr>
            <a:spLocks noGrp="1"/>
          </p:cNvSpPr>
          <p:nvPr>
            <p:ph type="title"/>
          </p:nvPr>
        </p:nvSpPr>
        <p:spPr>
          <a:xfrm>
            <a:off x="635000" y="640823"/>
            <a:ext cx="3418659" cy="5583148"/>
          </a:xfrm>
        </p:spPr>
        <p:txBody>
          <a:bodyPr anchor="ctr">
            <a:normAutofit/>
          </a:bodyPr>
          <a:lstStyle/>
          <a:p>
            <a:r>
              <a:rPr lang="en-US" sz="5400"/>
              <a:t>Cases</a:t>
            </a:r>
          </a:p>
        </p:txBody>
      </p:sp>
      <p:graphicFrame>
        <p:nvGraphicFramePr>
          <p:cNvPr id="5" name="Content Placeholder 2">
            <a:extLst>
              <a:ext uri="{FF2B5EF4-FFF2-40B4-BE49-F238E27FC236}">
                <a16:creationId xmlns:a16="http://schemas.microsoft.com/office/drawing/2014/main" id="{565B3F82-F3FA-6F99-30B9-4235C7A654C8}"/>
              </a:ext>
            </a:extLst>
          </p:cNvPr>
          <p:cNvGraphicFramePr>
            <a:graphicFrameLocks noGrp="1"/>
          </p:cNvGraphicFramePr>
          <p:nvPr>
            <p:ph idx="1"/>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8459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F233C-05FC-4977-2C98-6D7E45D23505}"/>
              </a:ext>
            </a:extLst>
          </p:cNvPr>
          <p:cNvSpPr>
            <a:spLocks noGrp="1"/>
          </p:cNvSpPr>
          <p:nvPr>
            <p:ph type="title"/>
          </p:nvPr>
        </p:nvSpPr>
        <p:spPr/>
        <p:txBody>
          <a:bodyPr/>
          <a:lstStyle/>
          <a:p>
            <a:r>
              <a:rPr lang="en-US" dirty="0"/>
              <a:t>Carrier – By type</a:t>
            </a:r>
          </a:p>
        </p:txBody>
      </p:sp>
      <p:sp>
        <p:nvSpPr>
          <p:cNvPr id="3" name="Content Placeholder 2">
            <a:extLst>
              <a:ext uri="{FF2B5EF4-FFF2-40B4-BE49-F238E27FC236}">
                <a16:creationId xmlns:a16="http://schemas.microsoft.com/office/drawing/2014/main" id="{C8AC7122-8D6E-0DB9-AA86-627C643402FF}"/>
              </a:ext>
            </a:extLst>
          </p:cNvPr>
          <p:cNvSpPr>
            <a:spLocks noGrp="1"/>
          </p:cNvSpPr>
          <p:nvPr>
            <p:ph idx="1"/>
          </p:nvPr>
        </p:nvSpPr>
        <p:spPr/>
        <p:txBody>
          <a:bodyPr>
            <a:normAutofit fontScale="62500" lnSpcReduction="20000"/>
          </a:bodyPr>
          <a:lstStyle/>
          <a:p>
            <a:pPr algn="l"/>
            <a:r>
              <a:rPr lang="en-US" sz="2600" dirty="0"/>
              <a:t>Incubatory</a:t>
            </a:r>
            <a:r>
              <a:rPr lang="en-US" dirty="0"/>
              <a:t> -  </a:t>
            </a:r>
            <a:r>
              <a:rPr lang="en-US" sz="2400" dirty="0">
                <a:latin typeface="Times New Roman" panose="02020603050405020304" pitchFamily="18" charset="0"/>
              </a:rPr>
              <a:t>T</a:t>
            </a:r>
            <a:r>
              <a:rPr lang="en-US" sz="2400" b="0" i="0" u="none" strike="noStrike" baseline="0" dirty="0">
                <a:latin typeface="Times New Roman" panose="02020603050405020304" pitchFamily="18" charset="0"/>
              </a:rPr>
              <a:t>hose who shed the infectious agent during the incubation period of disease</a:t>
            </a:r>
            <a:endParaRPr lang="en-US" sz="2400" dirty="0"/>
          </a:p>
          <a:p>
            <a:pPr algn="l"/>
            <a:r>
              <a:rPr lang="en-US" sz="2600" dirty="0"/>
              <a:t>Convalescent</a:t>
            </a:r>
            <a:r>
              <a:rPr lang="en-US" dirty="0"/>
              <a:t> - </a:t>
            </a:r>
            <a:r>
              <a:rPr lang="en-US" sz="2400" dirty="0">
                <a:latin typeface="Times New Roman" panose="02020603050405020304" pitchFamily="18" charset="0"/>
              </a:rPr>
              <a:t>Those who continue to shed the disease agent during the period of convalescence, e.g., typhoid fever, dysentery (bacillary and amoebic), cholera, diphtheria and whooping cough. In these diseases, clinical recovery does not coincide with bacteriological recovery. A convalescent carrier can pose a serious threat to the unprotected</a:t>
            </a:r>
          </a:p>
          <a:p>
            <a:pPr algn="l"/>
            <a:r>
              <a:rPr lang="en-US" sz="2600" dirty="0"/>
              <a:t>Healthy</a:t>
            </a:r>
            <a:r>
              <a:rPr lang="en-US" dirty="0"/>
              <a:t> - </a:t>
            </a:r>
            <a:r>
              <a:rPr lang="en-US" sz="2400" dirty="0">
                <a:latin typeface="Times New Roman" panose="02020603050405020304" pitchFamily="18" charset="0"/>
              </a:rPr>
              <a:t>Healthy carriers emerge from subclinical cases. They are victims of subclinical infection who have developed carrier state without suffering from overt disease, but are nevertheless shedding the disease agent, e.g., poliomyelitis, cholera, meningococcal meningitis, salmonellosis, and diphtheria</a:t>
            </a:r>
          </a:p>
          <a:p>
            <a:endParaRPr lang="en-US" dirty="0"/>
          </a:p>
        </p:txBody>
      </p:sp>
    </p:spTree>
    <p:extLst>
      <p:ext uri="{BB962C8B-B14F-4D97-AF65-F5344CB8AC3E}">
        <p14:creationId xmlns:p14="http://schemas.microsoft.com/office/powerpoint/2010/main" val="11461510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F233C-05FC-4977-2C98-6D7E45D23505}"/>
              </a:ext>
            </a:extLst>
          </p:cNvPr>
          <p:cNvSpPr>
            <a:spLocks noGrp="1"/>
          </p:cNvSpPr>
          <p:nvPr>
            <p:ph type="title"/>
          </p:nvPr>
        </p:nvSpPr>
        <p:spPr/>
        <p:txBody>
          <a:bodyPr/>
          <a:lstStyle/>
          <a:p>
            <a:r>
              <a:rPr lang="en-US" dirty="0"/>
              <a:t>Carrier – By duration</a:t>
            </a:r>
          </a:p>
        </p:txBody>
      </p:sp>
      <p:sp>
        <p:nvSpPr>
          <p:cNvPr id="3" name="Content Placeholder 2">
            <a:extLst>
              <a:ext uri="{FF2B5EF4-FFF2-40B4-BE49-F238E27FC236}">
                <a16:creationId xmlns:a16="http://schemas.microsoft.com/office/drawing/2014/main" id="{C8AC7122-8D6E-0DB9-AA86-627C643402FF}"/>
              </a:ext>
            </a:extLst>
          </p:cNvPr>
          <p:cNvSpPr>
            <a:spLocks noGrp="1"/>
          </p:cNvSpPr>
          <p:nvPr>
            <p:ph idx="1"/>
          </p:nvPr>
        </p:nvSpPr>
        <p:spPr/>
        <p:txBody>
          <a:bodyPr>
            <a:normAutofit fontScale="92500"/>
          </a:bodyPr>
          <a:lstStyle/>
          <a:p>
            <a:pPr algn="l"/>
            <a:r>
              <a:rPr lang="en-US" sz="2600" dirty="0"/>
              <a:t>Temporary</a:t>
            </a:r>
            <a:r>
              <a:rPr lang="en-US" dirty="0"/>
              <a:t> -  </a:t>
            </a:r>
            <a:r>
              <a:rPr lang="en-US" sz="2400" dirty="0">
                <a:latin typeface="Times New Roman" panose="02020603050405020304" pitchFamily="18" charset="0"/>
              </a:rPr>
              <a:t>Temporary carriers are those who shed the infectious agent for short periods of time. </a:t>
            </a:r>
          </a:p>
          <a:p>
            <a:pPr algn="l"/>
            <a:r>
              <a:rPr lang="en-US" sz="2600" dirty="0"/>
              <a:t>Chronic</a:t>
            </a:r>
            <a:r>
              <a:rPr lang="en-US" dirty="0"/>
              <a:t> - </a:t>
            </a:r>
            <a:r>
              <a:rPr lang="en-US" sz="2400" dirty="0">
                <a:latin typeface="Times New Roman" panose="02020603050405020304" pitchFamily="18" charset="0"/>
              </a:rPr>
              <a:t>A chronic carrier is one who excretes the infectious agent for indefinite periods. Chronic carriers are far more important sources of infection than cases. The longer the carrier state, the greater the risk to the community. </a:t>
            </a:r>
            <a:endParaRPr lang="en-US" dirty="0"/>
          </a:p>
        </p:txBody>
      </p:sp>
    </p:spTree>
    <p:extLst>
      <p:ext uri="{BB962C8B-B14F-4D97-AF65-F5344CB8AC3E}">
        <p14:creationId xmlns:p14="http://schemas.microsoft.com/office/powerpoint/2010/main" val="452670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F233C-05FC-4977-2C98-6D7E45D23505}"/>
              </a:ext>
            </a:extLst>
          </p:cNvPr>
          <p:cNvSpPr>
            <a:spLocks noGrp="1"/>
          </p:cNvSpPr>
          <p:nvPr>
            <p:ph type="title"/>
          </p:nvPr>
        </p:nvSpPr>
        <p:spPr/>
        <p:txBody>
          <a:bodyPr/>
          <a:lstStyle/>
          <a:p>
            <a:r>
              <a:rPr lang="en-US" dirty="0"/>
              <a:t>Carrier – By portal of exit</a:t>
            </a:r>
          </a:p>
        </p:txBody>
      </p:sp>
      <p:sp>
        <p:nvSpPr>
          <p:cNvPr id="3" name="Content Placeholder 2">
            <a:extLst>
              <a:ext uri="{FF2B5EF4-FFF2-40B4-BE49-F238E27FC236}">
                <a16:creationId xmlns:a16="http://schemas.microsoft.com/office/drawing/2014/main" id="{C8AC7122-8D6E-0DB9-AA86-627C643402FF}"/>
              </a:ext>
            </a:extLst>
          </p:cNvPr>
          <p:cNvSpPr>
            <a:spLocks noGrp="1"/>
          </p:cNvSpPr>
          <p:nvPr>
            <p:ph idx="1"/>
          </p:nvPr>
        </p:nvSpPr>
        <p:spPr/>
        <p:txBody>
          <a:bodyPr>
            <a:normAutofit/>
          </a:bodyPr>
          <a:lstStyle/>
          <a:p>
            <a:pPr algn="l"/>
            <a:r>
              <a:rPr lang="en-US" sz="2600" dirty="0"/>
              <a:t>Urinary</a:t>
            </a:r>
          </a:p>
          <a:p>
            <a:pPr algn="l"/>
            <a:r>
              <a:rPr lang="en-US" sz="2600" dirty="0"/>
              <a:t>Intestinal</a:t>
            </a:r>
          </a:p>
          <a:p>
            <a:pPr algn="l"/>
            <a:r>
              <a:rPr lang="en-US" sz="2600" dirty="0"/>
              <a:t>Respiratory</a:t>
            </a:r>
          </a:p>
          <a:p>
            <a:pPr algn="l"/>
            <a:r>
              <a:rPr lang="en-US" sz="2600" dirty="0"/>
              <a:t>Nasal</a:t>
            </a:r>
          </a:p>
          <a:p>
            <a:pPr algn="l"/>
            <a:r>
              <a:rPr lang="en-US" sz="2600" dirty="0"/>
              <a:t>Skin eruptions</a:t>
            </a:r>
          </a:p>
          <a:p>
            <a:pPr algn="l"/>
            <a:endParaRPr lang="en-US" dirty="0"/>
          </a:p>
        </p:txBody>
      </p:sp>
    </p:spTree>
    <p:extLst>
      <p:ext uri="{BB962C8B-B14F-4D97-AF65-F5344CB8AC3E}">
        <p14:creationId xmlns:p14="http://schemas.microsoft.com/office/powerpoint/2010/main" val="3812912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03B93EB3-7403-FCA8-CC72-BDDFE79A5B4F}"/>
              </a:ext>
            </a:extLst>
          </p:cNvPr>
          <p:cNvSpPr>
            <a:spLocks noGrp="1"/>
          </p:cNvSpPr>
          <p:nvPr>
            <p:ph type="title"/>
          </p:nvPr>
        </p:nvSpPr>
        <p:spPr>
          <a:xfrm>
            <a:off x="992518" y="442913"/>
            <a:ext cx="5185645" cy="1639888"/>
          </a:xfrm>
        </p:spPr>
        <p:txBody>
          <a:bodyPr anchor="b">
            <a:normAutofit/>
          </a:bodyPr>
          <a:lstStyle/>
          <a:p>
            <a:r>
              <a:rPr lang="en-US"/>
              <a:t>Modes of transmission</a:t>
            </a:r>
          </a:p>
        </p:txBody>
      </p:sp>
      <p:sp>
        <p:nvSpPr>
          <p:cNvPr id="3" name="Content Placeholder 2">
            <a:extLst>
              <a:ext uri="{FF2B5EF4-FFF2-40B4-BE49-F238E27FC236}">
                <a16:creationId xmlns:a16="http://schemas.microsoft.com/office/drawing/2014/main" id="{53C1F91D-E1D7-73E2-70D1-ACD5AE183B81}"/>
              </a:ext>
            </a:extLst>
          </p:cNvPr>
          <p:cNvSpPr>
            <a:spLocks noGrp="1"/>
          </p:cNvSpPr>
          <p:nvPr>
            <p:ph idx="1"/>
          </p:nvPr>
        </p:nvSpPr>
        <p:spPr>
          <a:xfrm>
            <a:off x="992518" y="2312988"/>
            <a:ext cx="5979781" cy="3651250"/>
          </a:xfrm>
        </p:spPr>
        <p:txBody>
          <a:bodyPr numCol="2">
            <a:noAutofit/>
          </a:bodyPr>
          <a:lstStyle/>
          <a:p>
            <a:pPr>
              <a:lnSpc>
                <a:spcPct val="130000"/>
              </a:lnSpc>
            </a:pPr>
            <a:r>
              <a:rPr lang="en-US" dirty="0"/>
              <a:t>Direct </a:t>
            </a:r>
          </a:p>
          <a:p>
            <a:pPr lvl="1">
              <a:lnSpc>
                <a:spcPct val="130000"/>
              </a:lnSpc>
            </a:pPr>
            <a:r>
              <a:rPr lang="en-US" sz="1800" dirty="0"/>
              <a:t>Direct contact</a:t>
            </a:r>
          </a:p>
          <a:p>
            <a:pPr lvl="1">
              <a:lnSpc>
                <a:spcPct val="130000"/>
              </a:lnSpc>
            </a:pPr>
            <a:r>
              <a:rPr lang="en-US" sz="1800" dirty="0"/>
              <a:t>Droplet (30 – 60cm)</a:t>
            </a:r>
          </a:p>
          <a:p>
            <a:pPr lvl="1">
              <a:lnSpc>
                <a:spcPct val="130000"/>
              </a:lnSpc>
            </a:pPr>
            <a:r>
              <a:rPr lang="en-US" sz="1800" dirty="0"/>
              <a:t>Contact with soil</a:t>
            </a:r>
          </a:p>
          <a:p>
            <a:pPr lvl="1">
              <a:lnSpc>
                <a:spcPct val="130000"/>
              </a:lnSpc>
            </a:pPr>
            <a:r>
              <a:rPr lang="en-US" sz="1800" dirty="0"/>
              <a:t>Inoculation with skin or mucosa</a:t>
            </a:r>
          </a:p>
          <a:p>
            <a:pPr lvl="1">
              <a:lnSpc>
                <a:spcPct val="130000"/>
              </a:lnSpc>
            </a:pPr>
            <a:r>
              <a:rPr lang="en-US" sz="1800" dirty="0"/>
              <a:t>Transplacental</a:t>
            </a:r>
          </a:p>
          <a:p>
            <a:pPr>
              <a:lnSpc>
                <a:spcPct val="130000"/>
              </a:lnSpc>
            </a:pPr>
            <a:r>
              <a:rPr lang="en-US" dirty="0"/>
              <a:t>Indirect </a:t>
            </a:r>
          </a:p>
          <a:p>
            <a:pPr lvl="1">
              <a:lnSpc>
                <a:spcPct val="130000"/>
              </a:lnSpc>
            </a:pPr>
            <a:r>
              <a:rPr lang="en-US" sz="1800" dirty="0"/>
              <a:t>Vehicle borne</a:t>
            </a:r>
          </a:p>
          <a:p>
            <a:pPr lvl="1">
              <a:lnSpc>
                <a:spcPct val="130000"/>
              </a:lnSpc>
            </a:pPr>
            <a:r>
              <a:rPr lang="en-US" sz="1800" dirty="0"/>
              <a:t>Vector borne – mechanical / biological</a:t>
            </a:r>
          </a:p>
          <a:p>
            <a:pPr lvl="1">
              <a:lnSpc>
                <a:spcPct val="130000"/>
              </a:lnSpc>
            </a:pPr>
            <a:r>
              <a:rPr lang="en-US" sz="1800" dirty="0"/>
              <a:t>Air borne – droplet nuclei / dust</a:t>
            </a:r>
          </a:p>
          <a:p>
            <a:pPr lvl="1">
              <a:lnSpc>
                <a:spcPct val="130000"/>
              </a:lnSpc>
            </a:pPr>
            <a:r>
              <a:rPr lang="en-US" sz="1800" dirty="0"/>
              <a:t>Fomite borne</a:t>
            </a:r>
          </a:p>
          <a:p>
            <a:pPr lvl="1">
              <a:lnSpc>
                <a:spcPct val="130000"/>
              </a:lnSpc>
            </a:pPr>
            <a:r>
              <a:rPr lang="en-US" sz="1800" dirty="0"/>
              <a:t>Unclean hands and fingers</a:t>
            </a:r>
          </a:p>
          <a:p>
            <a:pPr>
              <a:lnSpc>
                <a:spcPct val="130000"/>
              </a:lnSpc>
            </a:pPr>
            <a:endParaRPr lang="en-US" dirty="0"/>
          </a:p>
        </p:txBody>
      </p:sp>
      <p:pic>
        <p:nvPicPr>
          <p:cNvPr id="7" name="Graphic 6" descr="Grasshopper">
            <a:extLst>
              <a:ext uri="{FF2B5EF4-FFF2-40B4-BE49-F238E27FC236}">
                <a16:creationId xmlns:a16="http://schemas.microsoft.com/office/drawing/2014/main" id="{F85E732C-FD5D-0FA4-DD03-44C2D547B6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7967" y="1934660"/>
            <a:ext cx="2988679" cy="2988679"/>
          </a:xfrm>
          <a:prstGeom prst="rect">
            <a:avLst/>
          </a:prstGeom>
        </p:spPr>
      </p:pic>
    </p:spTree>
    <p:extLst>
      <p:ext uri="{BB962C8B-B14F-4D97-AF65-F5344CB8AC3E}">
        <p14:creationId xmlns:p14="http://schemas.microsoft.com/office/powerpoint/2010/main" val="65523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86BF6-BDAB-0DE2-792F-52A8CD539EE7}"/>
              </a:ext>
            </a:extLst>
          </p:cNvPr>
          <p:cNvSpPr>
            <a:spLocks noGrp="1"/>
          </p:cNvSpPr>
          <p:nvPr>
            <p:ph type="title"/>
          </p:nvPr>
        </p:nvSpPr>
        <p:spPr/>
        <p:txBody>
          <a:bodyPr/>
          <a:lstStyle/>
          <a:p>
            <a:r>
              <a:rPr lang="en-US" dirty="0"/>
              <a:t>Vector borne disease</a:t>
            </a:r>
          </a:p>
        </p:txBody>
      </p:sp>
      <p:sp>
        <p:nvSpPr>
          <p:cNvPr id="3" name="Content Placeholder 2">
            <a:extLst>
              <a:ext uri="{FF2B5EF4-FFF2-40B4-BE49-F238E27FC236}">
                <a16:creationId xmlns:a16="http://schemas.microsoft.com/office/drawing/2014/main" id="{A96C6B3B-6689-1319-B1D9-816354321402}"/>
              </a:ext>
            </a:extLst>
          </p:cNvPr>
          <p:cNvSpPr>
            <a:spLocks noGrp="1"/>
          </p:cNvSpPr>
          <p:nvPr>
            <p:ph idx="1"/>
          </p:nvPr>
        </p:nvSpPr>
        <p:spPr/>
        <p:txBody>
          <a:bodyPr numCol="2">
            <a:normAutofit fontScale="70000" lnSpcReduction="20000"/>
          </a:bodyPr>
          <a:lstStyle/>
          <a:p>
            <a:r>
              <a:rPr lang="en-US" dirty="0"/>
              <a:t>By vector – invertebrate or vertebrate</a:t>
            </a:r>
          </a:p>
          <a:p>
            <a:r>
              <a:rPr lang="en-US" dirty="0"/>
              <a:t>Transmission chain</a:t>
            </a:r>
          </a:p>
          <a:p>
            <a:pPr algn="l"/>
            <a:r>
              <a:rPr lang="en-US" sz="2000" b="0" i="0" u="none" strike="noStrike" baseline="0" dirty="0">
                <a:latin typeface="Times New Roman" panose="02020603050405020304" pitchFamily="18" charset="0"/>
              </a:rPr>
              <a:t>Man and a non-vertebrate host</a:t>
            </a:r>
          </a:p>
          <a:p>
            <a:pPr algn="l"/>
            <a:r>
              <a:rPr lang="en-US" sz="2000" b="0" i="0" u="none" strike="noStrike" baseline="0" dirty="0">
                <a:latin typeface="Times New Roman" panose="02020603050405020304" pitchFamily="18" charset="0"/>
              </a:rPr>
              <a:t>1) Man-arthropod-man (malaria)</a:t>
            </a:r>
          </a:p>
          <a:p>
            <a:pPr algn="l"/>
            <a:r>
              <a:rPr lang="en-US" sz="2000" b="0" i="0" u="none" strike="noStrike" baseline="0" dirty="0">
                <a:latin typeface="Times New Roman" panose="02020603050405020304" pitchFamily="18" charset="0"/>
              </a:rPr>
              <a:t>2) Man-snail-man (schistosomiasis).</a:t>
            </a:r>
          </a:p>
          <a:p>
            <a:pPr algn="l"/>
            <a:r>
              <a:rPr lang="en-US" sz="2000" b="0" i="0" u="none" strike="noStrike" baseline="0" dirty="0">
                <a:latin typeface="Times New Roman" panose="02020603050405020304" pitchFamily="18" charset="0"/>
              </a:rPr>
              <a:t>Man, another vertebrate host, and a non-vertebrate host</a:t>
            </a:r>
          </a:p>
          <a:p>
            <a:pPr algn="l"/>
            <a:r>
              <a:rPr lang="en-US" sz="2000" b="0" i="0" u="none" strike="noStrike" baseline="0" dirty="0">
                <a:latin typeface="Times New Roman" panose="02020603050405020304" pitchFamily="18" charset="0"/>
              </a:rPr>
              <a:t>1) Mammal-arthropod-man (plague)</a:t>
            </a:r>
          </a:p>
          <a:p>
            <a:pPr algn="l"/>
            <a:r>
              <a:rPr lang="en-US" sz="2000" b="0" i="0" u="none" strike="noStrike" baseline="0" dirty="0">
                <a:latin typeface="Times New Roman" panose="02020603050405020304" pitchFamily="18" charset="0"/>
              </a:rPr>
              <a:t>2) Bird-arthropod-man (encephalitis).</a:t>
            </a:r>
          </a:p>
          <a:p>
            <a:pPr algn="l"/>
            <a:r>
              <a:rPr lang="en-US" sz="2000" b="0" i="0" u="none" strike="noStrike" baseline="0" dirty="0">
                <a:latin typeface="Times New Roman" panose="02020603050405020304" pitchFamily="18" charset="0"/>
              </a:rPr>
              <a:t>Man and 2 intermediate hosts</a:t>
            </a:r>
          </a:p>
          <a:p>
            <a:pPr algn="l"/>
            <a:r>
              <a:rPr lang="en-US" sz="2000" b="0" i="0" u="none" strike="noStrike" baseline="0" dirty="0">
                <a:latin typeface="Times New Roman" panose="02020603050405020304" pitchFamily="18" charset="0"/>
              </a:rPr>
              <a:t>1) Man-cyclops-fish-man (fish tape worm)</a:t>
            </a:r>
          </a:p>
          <a:p>
            <a:pPr algn="l"/>
            <a:r>
              <a:rPr lang="en-US" sz="2000" b="0" i="0" u="none" strike="noStrike" baseline="0" dirty="0">
                <a:latin typeface="Times New Roman" panose="02020603050405020304" pitchFamily="18" charset="0"/>
              </a:rPr>
              <a:t>2) Man-snail-fish-man (Clonorchis sinensis)</a:t>
            </a:r>
          </a:p>
          <a:p>
            <a:pPr algn="l"/>
            <a:r>
              <a:rPr lang="en-US" sz="2000" b="0" i="0" u="none" strike="noStrike" baseline="0" dirty="0">
                <a:latin typeface="Times New Roman" panose="02020603050405020304" pitchFamily="18" charset="0"/>
              </a:rPr>
              <a:t>3) Man-snail-crab-man (Paragonimiasis).</a:t>
            </a:r>
          </a:p>
          <a:p>
            <a:pPr algn="l"/>
            <a:r>
              <a:rPr lang="en-US" dirty="0"/>
              <a:t>Method of transmission</a:t>
            </a:r>
          </a:p>
          <a:p>
            <a:pPr lvl="1"/>
            <a:r>
              <a:rPr lang="en-US" sz="2000" dirty="0">
                <a:latin typeface="Times New Roman" panose="02020603050405020304" pitchFamily="18" charset="0"/>
              </a:rPr>
              <a:t>Biting</a:t>
            </a:r>
          </a:p>
          <a:p>
            <a:pPr lvl="1"/>
            <a:r>
              <a:rPr lang="en-US" sz="2000" dirty="0">
                <a:latin typeface="Times New Roman" panose="02020603050405020304" pitchFamily="18" charset="0"/>
              </a:rPr>
              <a:t>Regurgitation</a:t>
            </a:r>
          </a:p>
          <a:p>
            <a:pPr lvl="1"/>
            <a:r>
              <a:rPr lang="en-US" sz="2000" dirty="0">
                <a:latin typeface="Times New Roman" panose="02020603050405020304" pitchFamily="18" charset="0"/>
              </a:rPr>
              <a:t>Scratching </a:t>
            </a:r>
          </a:p>
          <a:p>
            <a:pPr lvl="1"/>
            <a:r>
              <a:rPr lang="en-US" sz="2000" dirty="0">
                <a:latin typeface="Times New Roman" panose="02020603050405020304" pitchFamily="18" charset="0"/>
              </a:rPr>
              <a:t>Contamination with body fluid of vector</a:t>
            </a:r>
            <a:endParaRPr lang="en-US" sz="2000" dirty="0"/>
          </a:p>
        </p:txBody>
      </p:sp>
    </p:spTree>
    <p:extLst>
      <p:ext uri="{BB962C8B-B14F-4D97-AF65-F5344CB8AC3E}">
        <p14:creationId xmlns:p14="http://schemas.microsoft.com/office/powerpoint/2010/main" val="3016745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0BB24-A0E0-E25D-D09C-53C4C779AA5C}"/>
              </a:ext>
            </a:extLst>
          </p:cNvPr>
          <p:cNvSpPr>
            <a:spLocks noGrp="1"/>
          </p:cNvSpPr>
          <p:nvPr>
            <p:ph type="title"/>
          </p:nvPr>
        </p:nvSpPr>
        <p:spPr/>
        <p:txBody>
          <a:bodyPr/>
          <a:lstStyle/>
          <a:p>
            <a:r>
              <a:rPr lang="en-US" dirty="0"/>
              <a:t>Susceptible host</a:t>
            </a:r>
          </a:p>
        </p:txBody>
      </p:sp>
      <p:sp>
        <p:nvSpPr>
          <p:cNvPr id="3" name="Content Placeholder 2">
            <a:extLst>
              <a:ext uri="{FF2B5EF4-FFF2-40B4-BE49-F238E27FC236}">
                <a16:creationId xmlns:a16="http://schemas.microsoft.com/office/drawing/2014/main" id="{95818654-0DB5-432B-6242-561094BF9FE9}"/>
              </a:ext>
            </a:extLst>
          </p:cNvPr>
          <p:cNvSpPr>
            <a:spLocks noGrp="1"/>
          </p:cNvSpPr>
          <p:nvPr>
            <p:ph idx="1"/>
          </p:nvPr>
        </p:nvSpPr>
        <p:spPr/>
        <p:txBody>
          <a:bodyPr/>
          <a:lstStyle/>
          <a:p>
            <a:r>
              <a:rPr lang="en-US" dirty="0"/>
              <a:t>Successful parasitism</a:t>
            </a:r>
          </a:p>
          <a:p>
            <a:pPr lvl="1"/>
            <a:r>
              <a:rPr lang="en-US" dirty="0"/>
              <a:t>Portal of entry</a:t>
            </a:r>
          </a:p>
          <a:p>
            <a:pPr lvl="1"/>
            <a:r>
              <a:rPr lang="en-US" dirty="0"/>
              <a:t>Site of election</a:t>
            </a:r>
          </a:p>
          <a:p>
            <a:pPr lvl="1"/>
            <a:r>
              <a:rPr lang="en-US" dirty="0"/>
              <a:t>Portal of exit</a:t>
            </a:r>
          </a:p>
          <a:p>
            <a:pPr lvl="1"/>
            <a:r>
              <a:rPr lang="en-US" dirty="0"/>
              <a:t>Survival in external environment</a:t>
            </a:r>
          </a:p>
        </p:txBody>
      </p:sp>
    </p:spTree>
    <p:extLst>
      <p:ext uri="{BB962C8B-B14F-4D97-AF65-F5344CB8AC3E}">
        <p14:creationId xmlns:p14="http://schemas.microsoft.com/office/powerpoint/2010/main" val="4081950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5B363-42C5-F6FF-D8F5-F243E9C686FF}"/>
              </a:ext>
            </a:extLst>
          </p:cNvPr>
          <p:cNvSpPr>
            <a:spLocks noGrp="1"/>
          </p:cNvSpPr>
          <p:nvPr>
            <p:ph type="title"/>
          </p:nvPr>
        </p:nvSpPr>
        <p:spPr/>
        <p:txBody>
          <a:bodyPr/>
          <a:lstStyle/>
          <a:p>
            <a:r>
              <a:rPr lang="en-US" dirty="0"/>
              <a:t>Incubation period</a:t>
            </a:r>
          </a:p>
        </p:txBody>
      </p:sp>
      <p:sp>
        <p:nvSpPr>
          <p:cNvPr id="3" name="Content Placeholder 2">
            <a:extLst>
              <a:ext uri="{FF2B5EF4-FFF2-40B4-BE49-F238E27FC236}">
                <a16:creationId xmlns:a16="http://schemas.microsoft.com/office/drawing/2014/main" id="{DCF45A68-FD16-33B5-185A-927610DC3EF8}"/>
              </a:ext>
            </a:extLst>
          </p:cNvPr>
          <p:cNvSpPr>
            <a:spLocks noGrp="1"/>
          </p:cNvSpPr>
          <p:nvPr>
            <p:ph idx="1"/>
          </p:nvPr>
        </p:nvSpPr>
        <p:spPr/>
        <p:txBody>
          <a:bodyPr>
            <a:normAutofit fontScale="70000" lnSpcReduction="20000"/>
          </a:bodyPr>
          <a:lstStyle/>
          <a:p>
            <a:pPr algn="l"/>
            <a:r>
              <a:rPr lang="en-US" b="0" i="0" u="none" strike="noStrike" baseline="0" dirty="0">
                <a:latin typeface="Times New Roman" panose="02020603050405020304" pitchFamily="18" charset="0"/>
              </a:rPr>
              <a:t>“The time interval between invasion by an infectious agent and appearance of the first sign or symptom of the disease in question”.</a:t>
            </a:r>
          </a:p>
          <a:p>
            <a:pPr algn="l"/>
            <a:r>
              <a:rPr lang="en-US" dirty="0">
                <a:latin typeface="Times New Roman" panose="02020603050405020304" pitchFamily="18" charset="0"/>
              </a:rPr>
              <a:t>Median incubation period - </a:t>
            </a:r>
            <a:r>
              <a:rPr lang="en-US" b="0" i="0" u="none" strike="noStrike" baseline="0" dirty="0">
                <a:latin typeface="Times New Roman" panose="02020603050405020304" pitchFamily="18" charset="0"/>
              </a:rPr>
              <a:t>time required for 50 per cent of the cases to occur following exposure</a:t>
            </a:r>
          </a:p>
          <a:p>
            <a:pPr algn="l"/>
            <a:r>
              <a:rPr lang="en-US" dirty="0">
                <a:latin typeface="Times New Roman" panose="02020603050405020304" pitchFamily="18" charset="0"/>
              </a:rPr>
              <a:t>Depend on – generation time, infective dose, portal of entry, individual susceptibility</a:t>
            </a:r>
          </a:p>
          <a:p>
            <a:pPr algn="l"/>
            <a:r>
              <a:rPr lang="en-US" dirty="0">
                <a:latin typeface="Times New Roman" panose="02020603050405020304" pitchFamily="18" charset="0"/>
              </a:rPr>
              <a:t>Importance – tracing the source of infection</a:t>
            </a:r>
          </a:p>
          <a:p>
            <a:pPr lvl="1"/>
            <a:r>
              <a:rPr lang="en-US" sz="2000" dirty="0">
                <a:latin typeface="Times New Roman" panose="02020603050405020304" pitchFamily="18" charset="0"/>
              </a:rPr>
              <a:t>Period of surveillance</a:t>
            </a:r>
          </a:p>
          <a:p>
            <a:pPr lvl="1"/>
            <a:r>
              <a:rPr lang="en-US" sz="2000" dirty="0">
                <a:latin typeface="Times New Roman" panose="02020603050405020304" pitchFamily="18" charset="0"/>
              </a:rPr>
              <a:t>Immunization</a:t>
            </a:r>
          </a:p>
          <a:p>
            <a:pPr lvl="1"/>
            <a:r>
              <a:rPr lang="en-US" sz="2000" dirty="0">
                <a:latin typeface="Times New Roman" panose="02020603050405020304" pitchFamily="18" charset="0"/>
              </a:rPr>
              <a:t>Identification of point source / propagated epidemic</a:t>
            </a:r>
          </a:p>
          <a:p>
            <a:pPr lvl="1"/>
            <a:r>
              <a:rPr lang="en-US" sz="2000" dirty="0">
                <a:latin typeface="Times New Roman" panose="02020603050405020304" pitchFamily="18" charset="0"/>
              </a:rPr>
              <a:t>Prognosis </a:t>
            </a:r>
            <a:endParaRPr lang="en-US" sz="2000" dirty="0"/>
          </a:p>
        </p:txBody>
      </p:sp>
    </p:spTree>
    <p:extLst>
      <p:ext uri="{BB962C8B-B14F-4D97-AF65-F5344CB8AC3E}">
        <p14:creationId xmlns:p14="http://schemas.microsoft.com/office/powerpoint/2010/main" val="3059318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1E1011-566A-8259-D519-F808B97C2680}"/>
              </a:ext>
            </a:extLst>
          </p:cNvPr>
          <p:cNvSpPr>
            <a:spLocks noGrp="1"/>
          </p:cNvSpPr>
          <p:nvPr>
            <p:ph idx="1"/>
          </p:nvPr>
        </p:nvSpPr>
        <p:spPr>
          <a:xfrm>
            <a:off x="838200" y="508000"/>
            <a:ext cx="10515600" cy="5668963"/>
          </a:xfrm>
        </p:spPr>
        <p:txBody>
          <a:bodyPr>
            <a:normAutofit fontScale="92500" lnSpcReduction="10000"/>
          </a:bodyPr>
          <a:lstStyle/>
          <a:p>
            <a:pPr algn="l"/>
            <a:r>
              <a:rPr lang="en-US" sz="4000" dirty="0"/>
              <a:t>Serial interval – </a:t>
            </a:r>
            <a:r>
              <a:rPr lang="en-US" b="0" i="0" u="none" strike="noStrike" baseline="0" dirty="0">
                <a:latin typeface="Times New Roman" panose="02020603050405020304" pitchFamily="18" charset="0"/>
              </a:rPr>
              <a:t>The gap in time between the onset of the primary case and the secondary case is called the “serial interval”</a:t>
            </a:r>
            <a:endParaRPr lang="en-US" sz="4000" dirty="0"/>
          </a:p>
          <a:p>
            <a:endParaRPr lang="en-US" sz="4000" dirty="0"/>
          </a:p>
          <a:p>
            <a:pPr algn="l"/>
            <a:r>
              <a:rPr lang="en-US" sz="4000" dirty="0"/>
              <a:t>Generation time - </a:t>
            </a:r>
            <a:r>
              <a:rPr lang="en-US" b="0" i="0" u="none" strike="noStrike" baseline="0" dirty="0">
                <a:latin typeface="Times New Roman" panose="02020603050405020304" pitchFamily="18" charset="0"/>
              </a:rPr>
              <a:t>the interval of time between receipt of infection by a host and maximal infectivity of that host</a:t>
            </a:r>
            <a:endParaRPr lang="en-US" sz="4000" dirty="0"/>
          </a:p>
          <a:p>
            <a:endParaRPr lang="en-US" sz="4000" dirty="0"/>
          </a:p>
          <a:p>
            <a:pPr algn="l"/>
            <a:r>
              <a:rPr lang="en-US" sz="4000" dirty="0"/>
              <a:t> Communicable period - </a:t>
            </a:r>
            <a:r>
              <a:rPr lang="en-US" b="0" i="0" u="none" strike="noStrike" baseline="0" dirty="0">
                <a:latin typeface="Times New Roman" panose="02020603050405020304" pitchFamily="18" charset="0"/>
              </a:rPr>
              <a:t>“the time during which an infectious agent may be transferred directly or indirectly from an infected person to another person, from an infected animal to man, or from an infected person to an animal, including arthropods”</a:t>
            </a:r>
            <a:endParaRPr lang="en-US" sz="4000" dirty="0"/>
          </a:p>
        </p:txBody>
      </p:sp>
    </p:spTree>
    <p:extLst>
      <p:ext uri="{BB962C8B-B14F-4D97-AF65-F5344CB8AC3E}">
        <p14:creationId xmlns:p14="http://schemas.microsoft.com/office/powerpoint/2010/main" val="1857433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A65D-6B43-30C0-DB51-602D77D47F92}"/>
              </a:ext>
            </a:extLst>
          </p:cNvPr>
          <p:cNvSpPr>
            <a:spLocks noGrp="1"/>
          </p:cNvSpPr>
          <p:nvPr>
            <p:ph type="title"/>
          </p:nvPr>
        </p:nvSpPr>
        <p:spPr/>
        <p:txBody>
          <a:bodyPr/>
          <a:lstStyle/>
          <a:p>
            <a:r>
              <a:rPr lang="en-US" dirty="0"/>
              <a:t>Specific defenses</a:t>
            </a:r>
          </a:p>
        </p:txBody>
      </p:sp>
      <p:sp>
        <p:nvSpPr>
          <p:cNvPr id="3" name="Content Placeholder 2">
            <a:extLst>
              <a:ext uri="{FF2B5EF4-FFF2-40B4-BE49-F238E27FC236}">
                <a16:creationId xmlns:a16="http://schemas.microsoft.com/office/drawing/2014/main" id="{C4026448-9226-0081-FD1C-17613FB593A2}"/>
              </a:ext>
            </a:extLst>
          </p:cNvPr>
          <p:cNvSpPr>
            <a:spLocks noGrp="1"/>
          </p:cNvSpPr>
          <p:nvPr>
            <p:ph idx="1"/>
          </p:nvPr>
        </p:nvSpPr>
        <p:spPr/>
        <p:txBody>
          <a:bodyPr/>
          <a:lstStyle/>
          <a:p>
            <a:r>
              <a:rPr lang="en-US" dirty="0"/>
              <a:t>Active – clinical infection, subclinical / inapparent infection, immunization</a:t>
            </a:r>
          </a:p>
          <a:p>
            <a:endParaRPr lang="en-US" dirty="0"/>
          </a:p>
          <a:p>
            <a:r>
              <a:rPr lang="en-US" dirty="0"/>
              <a:t>Passive immunity - immunoglobulin, maternal Ab</a:t>
            </a:r>
          </a:p>
          <a:p>
            <a:endParaRPr lang="en-US" dirty="0"/>
          </a:p>
          <a:p>
            <a:r>
              <a:rPr lang="en-US" dirty="0"/>
              <a:t>Herd immunity</a:t>
            </a:r>
          </a:p>
          <a:p>
            <a:endParaRPr lang="en-US" dirty="0"/>
          </a:p>
        </p:txBody>
      </p:sp>
    </p:spTree>
    <p:extLst>
      <p:ext uri="{BB962C8B-B14F-4D97-AF65-F5344CB8AC3E}">
        <p14:creationId xmlns:p14="http://schemas.microsoft.com/office/powerpoint/2010/main" val="10956138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93FC2-124D-9877-3CFF-E2C2577BEAE5}"/>
              </a:ext>
            </a:extLst>
          </p:cNvPr>
          <p:cNvSpPr>
            <a:spLocks noGrp="1"/>
          </p:cNvSpPr>
          <p:nvPr>
            <p:ph type="title"/>
          </p:nvPr>
        </p:nvSpPr>
        <p:spPr>
          <a:xfrm>
            <a:off x="841248" y="256032"/>
            <a:ext cx="10506456" cy="1014984"/>
          </a:xfrm>
        </p:spPr>
        <p:txBody>
          <a:bodyPr anchor="b">
            <a:normAutofit/>
          </a:bodyPr>
          <a:lstStyle/>
          <a:p>
            <a:r>
              <a:rPr lang="en-US" dirty="0"/>
              <a:t>Prevention</a:t>
            </a:r>
          </a:p>
        </p:txBody>
      </p:sp>
      <p:graphicFrame>
        <p:nvGraphicFramePr>
          <p:cNvPr id="4" name="Table 4">
            <a:extLst>
              <a:ext uri="{FF2B5EF4-FFF2-40B4-BE49-F238E27FC236}">
                <a16:creationId xmlns:a16="http://schemas.microsoft.com/office/drawing/2014/main" id="{5E1CAD31-7C57-D0E9-09A3-466B2866EFA9}"/>
              </a:ext>
            </a:extLst>
          </p:cNvPr>
          <p:cNvGraphicFramePr>
            <a:graphicFrameLocks noGrp="1"/>
          </p:cNvGraphicFramePr>
          <p:nvPr>
            <p:ph idx="1"/>
          </p:nvPr>
        </p:nvGraphicFramePr>
        <p:xfrm>
          <a:off x="1378797" y="2629796"/>
          <a:ext cx="9434408" cy="2950464"/>
        </p:xfrm>
        <a:graphic>
          <a:graphicData uri="http://schemas.openxmlformats.org/drawingml/2006/table">
            <a:tbl>
              <a:tblPr firstRow="1" bandRow="1">
                <a:tableStyleId>{5C22544A-7EE6-4342-B048-85BDC9FD1C3A}</a:tableStyleId>
              </a:tblPr>
              <a:tblGrid>
                <a:gridCol w="2579794">
                  <a:extLst>
                    <a:ext uri="{9D8B030D-6E8A-4147-A177-3AD203B41FA5}">
                      <a16:colId xmlns:a16="http://schemas.microsoft.com/office/drawing/2014/main" val="4265693791"/>
                    </a:ext>
                  </a:extLst>
                </a:gridCol>
                <a:gridCol w="2346960">
                  <a:extLst>
                    <a:ext uri="{9D8B030D-6E8A-4147-A177-3AD203B41FA5}">
                      <a16:colId xmlns:a16="http://schemas.microsoft.com/office/drawing/2014/main" val="2936266437"/>
                    </a:ext>
                  </a:extLst>
                </a:gridCol>
                <a:gridCol w="1811444">
                  <a:extLst>
                    <a:ext uri="{9D8B030D-6E8A-4147-A177-3AD203B41FA5}">
                      <a16:colId xmlns:a16="http://schemas.microsoft.com/office/drawing/2014/main" val="525133370"/>
                    </a:ext>
                  </a:extLst>
                </a:gridCol>
                <a:gridCol w="2696210">
                  <a:extLst>
                    <a:ext uri="{9D8B030D-6E8A-4147-A177-3AD203B41FA5}">
                      <a16:colId xmlns:a16="http://schemas.microsoft.com/office/drawing/2014/main" val="1164453349"/>
                    </a:ext>
                  </a:extLst>
                </a:gridCol>
              </a:tblGrid>
              <a:tr h="737616">
                <a:tc>
                  <a:txBody>
                    <a:bodyPr/>
                    <a:lstStyle/>
                    <a:p>
                      <a:endParaRPr lang="en-US" sz="3300"/>
                    </a:p>
                  </a:txBody>
                  <a:tcPr marL="167640" marR="167640" marT="83820" marB="83820"/>
                </a:tc>
                <a:tc>
                  <a:txBody>
                    <a:bodyPr/>
                    <a:lstStyle/>
                    <a:p>
                      <a:r>
                        <a:rPr lang="en-US" sz="3300"/>
                        <a:t>Individual</a:t>
                      </a:r>
                    </a:p>
                  </a:txBody>
                  <a:tcPr marL="167640" marR="167640" marT="83820" marB="83820"/>
                </a:tc>
                <a:tc>
                  <a:txBody>
                    <a:bodyPr/>
                    <a:lstStyle/>
                    <a:p>
                      <a:r>
                        <a:rPr lang="en-US" sz="3300"/>
                        <a:t>Family</a:t>
                      </a:r>
                    </a:p>
                  </a:txBody>
                  <a:tcPr marL="167640" marR="167640" marT="83820" marB="83820"/>
                </a:tc>
                <a:tc>
                  <a:txBody>
                    <a:bodyPr/>
                    <a:lstStyle/>
                    <a:p>
                      <a:r>
                        <a:rPr lang="en-US" sz="3300"/>
                        <a:t>Community</a:t>
                      </a:r>
                    </a:p>
                  </a:txBody>
                  <a:tcPr marL="167640" marR="167640" marT="83820" marB="83820"/>
                </a:tc>
                <a:extLst>
                  <a:ext uri="{0D108BD9-81ED-4DB2-BD59-A6C34878D82A}">
                    <a16:rowId xmlns:a16="http://schemas.microsoft.com/office/drawing/2014/main" val="2609088080"/>
                  </a:ext>
                </a:extLst>
              </a:tr>
              <a:tr h="737616">
                <a:tc>
                  <a:txBody>
                    <a:bodyPr/>
                    <a:lstStyle/>
                    <a:p>
                      <a:r>
                        <a:rPr lang="en-US" sz="3300"/>
                        <a:t>Primary</a:t>
                      </a:r>
                    </a:p>
                  </a:txBody>
                  <a:tcPr marL="167640" marR="167640" marT="83820" marB="83820"/>
                </a:tc>
                <a:tc>
                  <a:txBody>
                    <a:bodyPr/>
                    <a:lstStyle/>
                    <a:p>
                      <a:endParaRPr lang="en-US" sz="3300"/>
                    </a:p>
                  </a:txBody>
                  <a:tcPr marL="167640" marR="167640" marT="83820" marB="83820"/>
                </a:tc>
                <a:tc>
                  <a:txBody>
                    <a:bodyPr/>
                    <a:lstStyle/>
                    <a:p>
                      <a:endParaRPr lang="en-US" sz="3300"/>
                    </a:p>
                  </a:txBody>
                  <a:tcPr marL="167640" marR="167640" marT="83820" marB="83820"/>
                </a:tc>
                <a:tc>
                  <a:txBody>
                    <a:bodyPr/>
                    <a:lstStyle/>
                    <a:p>
                      <a:endParaRPr lang="en-US" sz="3300"/>
                    </a:p>
                  </a:txBody>
                  <a:tcPr marL="167640" marR="167640" marT="83820" marB="83820"/>
                </a:tc>
                <a:extLst>
                  <a:ext uri="{0D108BD9-81ED-4DB2-BD59-A6C34878D82A}">
                    <a16:rowId xmlns:a16="http://schemas.microsoft.com/office/drawing/2014/main" val="72181570"/>
                  </a:ext>
                </a:extLst>
              </a:tr>
              <a:tr h="737616">
                <a:tc>
                  <a:txBody>
                    <a:bodyPr/>
                    <a:lstStyle/>
                    <a:p>
                      <a:r>
                        <a:rPr lang="en-US" sz="3300"/>
                        <a:t>Secondary</a:t>
                      </a:r>
                    </a:p>
                  </a:txBody>
                  <a:tcPr marL="167640" marR="167640" marT="83820" marB="83820"/>
                </a:tc>
                <a:tc>
                  <a:txBody>
                    <a:bodyPr/>
                    <a:lstStyle/>
                    <a:p>
                      <a:endParaRPr lang="en-US" sz="3300"/>
                    </a:p>
                  </a:txBody>
                  <a:tcPr marL="167640" marR="167640" marT="83820" marB="83820"/>
                </a:tc>
                <a:tc>
                  <a:txBody>
                    <a:bodyPr/>
                    <a:lstStyle/>
                    <a:p>
                      <a:endParaRPr lang="en-US" sz="3300"/>
                    </a:p>
                  </a:txBody>
                  <a:tcPr marL="167640" marR="167640" marT="83820" marB="83820"/>
                </a:tc>
                <a:tc>
                  <a:txBody>
                    <a:bodyPr/>
                    <a:lstStyle/>
                    <a:p>
                      <a:endParaRPr lang="en-US" sz="3300"/>
                    </a:p>
                  </a:txBody>
                  <a:tcPr marL="167640" marR="167640" marT="83820" marB="83820"/>
                </a:tc>
                <a:extLst>
                  <a:ext uri="{0D108BD9-81ED-4DB2-BD59-A6C34878D82A}">
                    <a16:rowId xmlns:a16="http://schemas.microsoft.com/office/drawing/2014/main" val="1300113763"/>
                  </a:ext>
                </a:extLst>
              </a:tr>
              <a:tr h="737616">
                <a:tc>
                  <a:txBody>
                    <a:bodyPr/>
                    <a:lstStyle/>
                    <a:p>
                      <a:r>
                        <a:rPr lang="en-US" sz="3300"/>
                        <a:t>Tertary</a:t>
                      </a:r>
                    </a:p>
                  </a:txBody>
                  <a:tcPr marL="167640" marR="167640" marT="83820" marB="83820"/>
                </a:tc>
                <a:tc>
                  <a:txBody>
                    <a:bodyPr/>
                    <a:lstStyle/>
                    <a:p>
                      <a:endParaRPr lang="en-US" sz="3300"/>
                    </a:p>
                  </a:txBody>
                  <a:tcPr marL="167640" marR="167640" marT="83820" marB="83820"/>
                </a:tc>
                <a:tc>
                  <a:txBody>
                    <a:bodyPr/>
                    <a:lstStyle/>
                    <a:p>
                      <a:endParaRPr lang="en-US" sz="3300"/>
                    </a:p>
                  </a:txBody>
                  <a:tcPr marL="167640" marR="167640" marT="83820" marB="83820"/>
                </a:tc>
                <a:tc>
                  <a:txBody>
                    <a:bodyPr/>
                    <a:lstStyle/>
                    <a:p>
                      <a:endParaRPr lang="en-US" sz="3300"/>
                    </a:p>
                  </a:txBody>
                  <a:tcPr marL="167640" marR="167640" marT="83820" marB="83820"/>
                </a:tc>
                <a:extLst>
                  <a:ext uri="{0D108BD9-81ED-4DB2-BD59-A6C34878D82A}">
                    <a16:rowId xmlns:a16="http://schemas.microsoft.com/office/drawing/2014/main" val="2768490606"/>
                  </a:ext>
                </a:extLst>
              </a:tr>
            </a:tbl>
          </a:graphicData>
        </a:graphic>
      </p:graphicFrame>
    </p:spTree>
    <p:extLst>
      <p:ext uri="{BB962C8B-B14F-4D97-AF65-F5344CB8AC3E}">
        <p14:creationId xmlns:p14="http://schemas.microsoft.com/office/powerpoint/2010/main" val="36875299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9B0F7D69-D93C-4C38-A23D-76E000D69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8CD419D4-EA9D-42D9-BF62-B07F0B7B6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1C6FEC9B-9608-4181-A9E5-A1B80E720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AB1564ED-F26F-451D-97D6-A6EC3E83F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0CA184B6-3482-4F43-87F0-BC765DCFD8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6C869923-8380-4244-9548-802C33063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C06255F2-BC67-4DDE-B34E-AC4BA21838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4" name="Freeform: Shape 23">
            <a:extLst>
              <a:ext uri="{FF2B5EF4-FFF2-40B4-BE49-F238E27FC236}">
                <a16:creationId xmlns:a16="http://schemas.microsoft.com/office/drawing/2014/main" id="{55169443-FCCD-4C0A-8C69-18CD3FA09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useBgFill="1">
        <p:nvSpPr>
          <p:cNvPr id="26" name="Rectangle 25">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C0B8F30E-A76C-5AC6-53EE-22F7B83FF061}"/>
              </a:ext>
            </a:extLst>
          </p:cNvPr>
          <p:cNvSpPr>
            <a:spLocks noGrp="1"/>
          </p:cNvSpPr>
          <p:nvPr>
            <p:ph type="title"/>
          </p:nvPr>
        </p:nvSpPr>
        <p:spPr>
          <a:xfrm>
            <a:off x="6090045" y="1346200"/>
            <a:ext cx="5624118" cy="3284538"/>
          </a:xfrm>
        </p:spPr>
        <p:txBody>
          <a:bodyPr vert="horz" lIns="109728" tIns="109728" rIns="109728" bIns="91440" rtlCol="0" anchor="b">
            <a:normAutofit/>
          </a:bodyPr>
          <a:lstStyle/>
          <a:p>
            <a:pPr>
              <a:lnSpc>
                <a:spcPct val="120000"/>
              </a:lnSpc>
            </a:pPr>
            <a:r>
              <a:rPr lang="en-US" sz="5400">
                <a:solidFill>
                  <a:schemeClr val="tx1">
                    <a:lumMod val="85000"/>
                    <a:lumOff val="15000"/>
                  </a:schemeClr>
                </a:solidFill>
              </a:rPr>
              <a:t>Thanks</a:t>
            </a:r>
          </a:p>
        </p:txBody>
      </p:sp>
      <p:sp>
        <p:nvSpPr>
          <p:cNvPr id="28" name="Freeform: Shape 27">
            <a:extLst>
              <a:ext uri="{FF2B5EF4-FFF2-40B4-BE49-F238E27FC236}">
                <a16:creationId xmlns:a16="http://schemas.microsoft.com/office/drawing/2014/main" id="{96CB0275-66F1-4491-93B8-121D0C717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18D32C3D-8F76-4E99-BE56-0836CC38C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84938"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2" name="Freeform: Shape 31">
            <a:extLst>
              <a:ext uri="{FF2B5EF4-FFF2-40B4-BE49-F238E27FC236}">
                <a16:creationId xmlns:a16="http://schemas.microsoft.com/office/drawing/2014/main" id="{70766076-46F5-42D5-A773-2B3BEF2B8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557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7" name="Graphic 6" descr="Smiling Face with No Fill">
            <a:extLst>
              <a:ext uri="{FF2B5EF4-FFF2-40B4-BE49-F238E27FC236}">
                <a16:creationId xmlns:a16="http://schemas.microsoft.com/office/drawing/2014/main" id="{832B7A93-9FF0-FB4E-0548-14841DBDC6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2571" y="1794394"/>
            <a:ext cx="3217333" cy="3217333"/>
          </a:xfrm>
          <a:prstGeom prst="rect">
            <a:avLst/>
          </a:prstGeom>
        </p:spPr>
      </p:pic>
    </p:spTree>
    <p:extLst>
      <p:ext uri="{BB962C8B-B14F-4D97-AF65-F5344CB8AC3E}">
        <p14:creationId xmlns:p14="http://schemas.microsoft.com/office/powerpoint/2010/main" val="3933338734"/>
      </p:ext>
    </p:extLst>
  </p:cSld>
  <p:clrMapOvr>
    <a:masterClrMapping/>
  </p:clrMapOvr>
</p:sld>
</file>

<file path=ppt/theme/theme1.xml><?xml version="1.0" encoding="utf-8"?>
<a:theme xmlns:a="http://schemas.openxmlformats.org/drawingml/2006/main" name="SketchLinesVTI">
  <a:themeElements>
    <a:clrScheme name="AnalogousFromRegularSeedRightStep">
      <a:dk1>
        <a:srgbClr val="000000"/>
      </a:dk1>
      <a:lt1>
        <a:srgbClr val="FFFFFF"/>
      </a:lt1>
      <a:dk2>
        <a:srgbClr val="301D1B"/>
      </a:dk2>
      <a:lt2>
        <a:srgbClr val="F3F1F0"/>
      </a:lt2>
      <a:accent1>
        <a:srgbClr val="23B0C5"/>
      </a:accent1>
      <a:accent2>
        <a:srgbClr val="176DD5"/>
      </a:accent2>
      <a:accent3>
        <a:srgbClr val="2D34E7"/>
      </a:accent3>
      <a:accent4>
        <a:srgbClr val="5F17D5"/>
      </a:accent4>
      <a:accent5>
        <a:srgbClr val="C029E7"/>
      </a:accent5>
      <a:accent6>
        <a:srgbClr val="D517AC"/>
      </a:accent6>
      <a:hlink>
        <a:srgbClr val="BF503F"/>
      </a:hlink>
      <a:folHlink>
        <a:srgbClr val="7F7F7F"/>
      </a:folHlink>
    </a:clrScheme>
    <a:fontScheme name="Custom 1">
      <a:majorFont>
        <a:latin typeface="Times New Roman"/>
        <a:ea typeface=""/>
        <a:cs typeface=""/>
      </a:majorFont>
      <a:minorFont>
        <a:latin typeface="Times New Roman"/>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docProps/app.xml><?xml version="1.0" encoding="utf-8"?>
<Properties xmlns="http://schemas.openxmlformats.org/officeDocument/2006/extended-properties" xmlns:vt="http://schemas.openxmlformats.org/officeDocument/2006/docPropsVTypes">
  <TotalTime>227</TotalTime>
  <Words>2063</Words>
  <Application>Microsoft Office PowerPoint</Application>
  <PresentationFormat>Widescreen</PresentationFormat>
  <Paragraphs>206</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Meiryo</vt:lpstr>
      <vt:lpstr>Arial</vt:lpstr>
      <vt:lpstr>Corbel</vt:lpstr>
      <vt:lpstr>Times New Roman</vt:lpstr>
      <vt:lpstr>SketchLinesVTI</vt:lpstr>
      <vt:lpstr>Association and Causation</vt:lpstr>
      <vt:lpstr>Evaluation of preventive measures</vt:lpstr>
      <vt:lpstr>Definition</vt:lpstr>
      <vt:lpstr>Types</vt:lpstr>
      <vt:lpstr>Spurious association</vt:lpstr>
      <vt:lpstr>Indirect association</vt:lpstr>
      <vt:lpstr>One – to – one causal relationship</vt:lpstr>
      <vt:lpstr>Multifactorial causation</vt:lpstr>
      <vt:lpstr>Hill’s Criteria of causal association</vt:lpstr>
      <vt:lpstr>Should be fulfilled</vt:lpstr>
      <vt:lpstr>Lend additional strength </vt:lpstr>
      <vt:lpstr>May be considered</vt:lpstr>
      <vt:lpstr>Uses of epidemiology</vt:lpstr>
      <vt:lpstr>Investigation of an epidemic</vt:lpstr>
      <vt:lpstr>Infectious disease epidemiology</vt:lpstr>
      <vt:lpstr>Operational definitions</vt:lpstr>
      <vt:lpstr>PowerPoint Presentation</vt:lpstr>
      <vt:lpstr>PowerPoint Presentation</vt:lpstr>
      <vt:lpstr>PowerPoint Presentation</vt:lpstr>
      <vt:lpstr>PowerPoint Presentation</vt:lpstr>
      <vt:lpstr>DYNAMICS</vt:lpstr>
      <vt:lpstr>Cases</vt:lpstr>
      <vt:lpstr>Carrier – By type</vt:lpstr>
      <vt:lpstr>Carrier – By duration</vt:lpstr>
      <vt:lpstr>Carrier – By portal of exit</vt:lpstr>
      <vt:lpstr>Modes of transmission</vt:lpstr>
      <vt:lpstr>Vector borne disease</vt:lpstr>
      <vt:lpstr>Susceptible host</vt:lpstr>
      <vt:lpstr>Incubation period</vt:lpstr>
      <vt:lpstr>PowerPoint Presentation</vt:lpstr>
      <vt:lpstr>Specific defenses</vt:lpstr>
      <vt:lpstr>Prevention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Association and Causation</dc:title>
  <dc:creator>mukul maheshwari</dc:creator>
  <cp:lastModifiedBy>mukul maheshwari</cp:lastModifiedBy>
  <cp:revision>1</cp:revision>
  <dcterms:created xsi:type="dcterms:W3CDTF">2023-07-31T14:15:44Z</dcterms:created>
  <dcterms:modified xsi:type="dcterms:W3CDTF">2025-03-04T07:43:25Z</dcterms:modified>
</cp:coreProperties>
</file>