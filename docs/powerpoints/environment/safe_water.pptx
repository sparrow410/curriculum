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9"/>
  </p:notesMasterIdLst>
  <p:handoutMasterIdLst>
    <p:handoutMasterId r:id="rId60"/>
  </p:handoutMasterIdLst>
  <p:sldIdLst>
    <p:sldId id="459" r:id="rId2"/>
    <p:sldId id="510" r:id="rId3"/>
    <p:sldId id="532" r:id="rId4"/>
    <p:sldId id="560" r:id="rId5"/>
    <p:sldId id="597" r:id="rId6"/>
    <p:sldId id="598" r:id="rId7"/>
    <p:sldId id="599" r:id="rId8"/>
    <p:sldId id="600" r:id="rId9"/>
    <p:sldId id="564" r:id="rId10"/>
    <p:sldId id="536" r:id="rId11"/>
    <p:sldId id="542" r:id="rId12"/>
    <p:sldId id="546" r:id="rId13"/>
    <p:sldId id="601" r:id="rId14"/>
    <p:sldId id="602" r:id="rId15"/>
    <p:sldId id="548" r:id="rId16"/>
    <p:sldId id="554" r:id="rId17"/>
    <p:sldId id="553" r:id="rId18"/>
    <p:sldId id="540" r:id="rId19"/>
    <p:sldId id="543" r:id="rId20"/>
    <p:sldId id="545" r:id="rId21"/>
    <p:sldId id="541" r:id="rId22"/>
    <p:sldId id="603" r:id="rId23"/>
    <p:sldId id="604" r:id="rId24"/>
    <p:sldId id="563" r:id="rId25"/>
    <p:sldId id="568" r:id="rId26"/>
    <p:sldId id="571" r:id="rId27"/>
    <p:sldId id="581" r:id="rId28"/>
    <p:sldId id="578" r:id="rId29"/>
    <p:sldId id="579" r:id="rId30"/>
    <p:sldId id="580" r:id="rId31"/>
    <p:sldId id="574" r:id="rId32"/>
    <p:sldId id="575" r:id="rId33"/>
    <p:sldId id="576" r:id="rId34"/>
    <p:sldId id="577" r:id="rId35"/>
    <p:sldId id="605" r:id="rId36"/>
    <p:sldId id="582" r:id="rId37"/>
    <p:sldId id="591" r:id="rId38"/>
    <p:sldId id="583" r:id="rId39"/>
    <p:sldId id="588" r:id="rId40"/>
    <p:sldId id="584" r:id="rId41"/>
    <p:sldId id="608" r:id="rId42"/>
    <p:sldId id="585" r:id="rId43"/>
    <p:sldId id="606" r:id="rId44"/>
    <p:sldId id="586" r:id="rId45"/>
    <p:sldId id="587" r:id="rId46"/>
    <p:sldId id="589" r:id="rId47"/>
    <p:sldId id="592" r:id="rId48"/>
    <p:sldId id="593" r:id="rId49"/>
    <p:sldId id="594" r:id="rId50"/>
    <p:sldId id="595" r:id="rId51"/>
    <p:sldId id="566" r:id="rId52"/>
    <p:sldId id="607" r:id="rId53"/>
    <p:sldId id="609" r:id="rId54"/>
    <p:sldId id="610" r:id="rId55"/>
    <p:sldId id="572" r:id="rId56"/>
    <p:sldId id="573" r:id="rId57"/>
    <p:sldId id="408" r:id="rId58"/>
  </p:sldIdLst>
  <p:sldSz cx="10287000" cy="6858000" type="35mm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2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4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 autoAdjust="0"/>
    <p:restoredTop sz="94718" autoAdjust="0"/>
  </p:normalViewPr>
  <p:slideViewPr>
    <p:cSldViewPr>
      <p:cViewPr varScale="1">
        <p:scale>
          <a:sx n="107" d="100"/>
          <a:sy n="107" d="100"/>
        </p:scale>
        <p:origin x="1350" y="102"/>
      </p:cViewPr>
      <p:guideLst>
        <p:guide orient="horz" pos="2160"/>
        <p:guide pos="3240"/>
      </p:guideLst>
    </p:cSldViewPr>
  </p:slideViewPr>
  <p:outlineViewPr>
    <p:cViewPr>
      <p:scale>
        <a:sx n="33" d="100"/>
        <a:sy n="33" d="100"/>
      </p:scale>
      <p:origin x="0" y="480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handoutMaster" Target="handoutMasters/handoutMaster1.xml"/><Relationship Id="rId65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ukul maheshwari" userId="12cb43e2ca5f0d2c" providerId="LiveId" clId="{3D7D3980-5B49-4E0C-AEBB-F427294DBE70}"/>
    <pc:docChg chg="undo custSel addSld delSld modSld">
      <pc:chgData name="mukul maheshwari" userId="12cb43e2ca5f0d2c" providerId="LiveId" clId="{3D7D3980-5B49-4E0C-AEBB-F427294DBE70}" dt="2024-11-05T18:26:49.866" v="11" actId="47"/>
      <pc:docMkLst>
        <pc:docMk/>
      </pc:docMkLst>
      <pc:sldChg chg="modSp mod">
        <pc:chgData name="mukul maheshwari" userId="12cb43e2ca5f0d2c" providerId="LiveId" clId="{3D7D3980-5B49-4E0C-AEBB-F427294DBE70}" dt="2024-11-05T18:24:12.820" v="1" actId="27636"/>
        <pc:sldMkLst>
          <pc:docMk/>
          <pc:sldMk cId="0" sldId="459"/>
        </pc:sldMkLst>
        <pc:spChg chg="mod">
          <ac:chgData name="mukul maheshwari" userId="12cb43e2ca5f0d2c" providerId="LiveId" clId="{3D7D3980-5B49-4E0C-AEBB-F427294DBE70}" dt="2024-11-05T18:24:12.820" v="1" actId="27636"/>
          <ac:spMkLst>
            <pc:docMk/>
            <pc:sldMk cId="0" sldId="459"/>
            <ac:spMk id="8" creationId="{00000000-0000-0000-0000-000000000000}"/>
          </ac:spMkLst>
        </pc:spChg>
      </pc:sldChg>
      <pc:sldChg chg="del">
        <pc:chgData name="mukul maheshwari" userId="12cb43e2ca5f0d2c" providerId="LiveId" clId="{3D7D3980-5B49-4E0C-AEBB-F427294DBE70}" dt="2024-11-05T18:24:28.209" v="2" actId="47"/>
        <pc:sldMkLst>
          <pc:docMk/>
          <pc:sldMk cId="0" sldId="462"/>
        </pc:sldMkLst>
      </pc:sldChg>
      <pc:sldChg chg="del">
        <pc:chgData name="mukul maheshwari" userId="12cb43e2ca5f0d2c" providerId="LiveId" clId="{3D7D3980-5B49-4E0C-AEBB-F427294DBE70}" dt="2024-11-05T18:24:28.209" v="2" actId="47"/>
        <pc:sldMkLst>
          <pc:docMk/>
          <pc:sldMk cId="0" sldId="531"/>
        </pc:sldMkLst>
      </pc:sldChg>
      <pc:sldChg chg="del">
        <pc:chgData name="mukul maheshwari" userId="12cb43e2ca5f0d2c" providerId="LiveId" clId="{3D7D3980-5B49-4E0C-AEBB-F427294DBE70}" dt="2024-11-05T18:25:14.695" v="5" actId="47"/>
        <pc:sldMkLst>
          <pc:docMk/>
          <pc:sldMk cId="0" sldId="544"/>
        </pc:sldMkLst>
      </pc:sldChg>
      <pc:sldChg chg="del">
        <pc:chgData name="mukul maheshwari" userId="12cb43e2ca5f0d2c" providerId="LiveId" clId="{3D7D3980-5B49-4E0C-AEBB-F427294DBE70}" dt="2024-11-05T18:25:47.719" v="7" actId="47"/>
        <pc:sldMkLst>
          <pc:docMk/>
          <pc:sldMk cId="0" sldId="547"/>
        </pc:sldMkLst>
      </pc:sldChg>
      <pc:sldChg chg="del">
        <pc:chgData name="mukul maheshwari" userId="12cb43e2ca5f0d2c" providerId="LiveId" clId="{3D7D3980-5B49-4E0C-AEBB-F427294DBE70}" dt="2024-11-05T18:25:17.349" v="6" actId="47"/>
        <pc:sldMkLst>
          <pc:docMk/>
          <pc:sldMk cId="0" sldId="551"/>
        </pc:sldMkLst>
      </pc:sldChg>
      <pc:sldChg chg="del">
        <pc:chgData name="mukul maheshwari" userId="12cb43e2ca5f0d2c" providerId="LiveId" clId="{3D7D3980-5B49-4E0C-AEBB-F427294DBE70}" dt="2024-11-05T18:24:28.209" v="2" actId="47"/>
        <pc:sldMkLst>
          <pc:docMk/>
          <pc:sldMk cId="0" sldId="552"/>
        </pc:sldMkLst>
      </pc:sldChg>
      <pc:sldChg chg="del">
        <pc:chgData name="mukul maheshwari" userId="12cb43e2ca5f0d2c" providerId="LiveId" clId="{3D7D3980-5B49-4E0C-AEBB-F427294DBE70}" dt="2024-11-05T18:24:51.926" v="4" actId="47"/>
        <pc:sldMkLst>
          <pc:docMk/>
          <pc:sldMk cId="2722760826" sldId="555"/>
        </pc:sldMkLst>
      </pc:sldChg>
      <pc:sldChg chg="del">
        <pc:chgData name="mukul maheshwari" userId="12cb43e2ca5f0d2c" providerId="LiveId" clId="{3D7D3980-5B49-4E0C-AEBB-F427294DBE70}" dt="2024-11-05T18:24:51.926" v="4" actId="47"/>
        <pc:sldMkLst>
          <pc:docMk/>
          <pc:sldMk cId="0" sldId="556"/>
        </pc:sldMkLst>
      </pc:sldChg>
      <pc:sldChg chg="del">
        <pc:chgData name="mukul maheshwari" userId="12cb43e2ca5f0d2c" providerId="LiveId" clId="{3D7D3980-5B49-4E0C-AEBB-F427294DBE70}" dt="2024-11-05T18:24:40.042" v="3" actId="47"/>
        <pc:sldMkLst>
          <pc:docMk/>
          <pc:sldMk cId="0" sldId="559"/>
        </pc:sldMkLst>
      </pc:sldChg>
      <pc:sldChg chg="del">
        <pc:chgData name="mukul maheshwari" userId="12cb43e2ca5f0d2c" providerId="LiveId" clId="{3D7D3980-5B49-4E0C-AEBB-F427294DBE70}" dt="2024-11-05T18:24:51.926" v="4" actId="47"/>
        <pc:sldMkLst>
          <pc:docMk/>
          <pc:sldMk cId="0" sldId="561"/>
        </pc:sldMkLst>
      </pc:sldChg>
      <pc:sldChg chg="del">
        <pc:chgData name="mukul maheshwari" userId="12cb43e2ca5f0d2c" providerId="LiveId" clId="{3D7D3980-5B49-4E0C-AEBB-F427294DBE70}" dt="2024-11-05T18:26:11.277" v="8" actId="47"/>
        <pc:sldMkLst>
          <pc:docMk/>
          <pc:sldMk cId="0" sldId="562"/>
        </pc:sldMkLst>
      </pc:sldChg>
      <pc:sldChg chg="add del">
        <pc:chgData name="mukul maheshwari" userId="12cb43e2ca5f0d2c" providerId="LiveId" clId="{3D7D3980-5B49-4E0C-AEBB-F427294DBE70}" dt="2024-11-05T18:26:21.021" v="10" actId="47"/>
        <pc:sldMkLst>
          <pc:docMk/>
          <pc:sldMk cId="3608250845" sldId="563"/>
        </pc:sldMkLst>
      </pc:sldChg>
      <pc:sldChg chg="del">
        <pc:chgData name="mukul maheshwari" userId="12cb43e2ca5f0d2c" providerId="LiveId" clId="{3D7D3980-5B49-4E0C-AEBB-F427294DBE70}" dt="2024-11-05T18:26:49.866" v="11" actId="47"/>
        <pc:sldMkLst>
          <pc:docMk/>
          <pc:sldMk cId="0" sldId="596"/>
        </pc:sldMkLst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image" Target="../media/image7.jpeg"/><Relationship Id="rId4" Type="http://schemas.openxmlformats.org/officeDocument/2006/relationships/image" Target="../media/image10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image" Target="../media/image7.jpeg"/><Relationship Id="rId4" Type="http://schemas.openxmlformats.org/officeDocument/2006/relationships/image" Target="../media/image1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1#2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0E353CC-92D5-4B5E-913E-9A7B82E647E3}" type="doc">
      <dgm:prSet loTypeId="urn:microsoft.com/office/officeart/2005/8/layout/hierarchy4" loCatId="list" qsTypeId="urn:microsoft.com/office/officeart/2005/8/quickstyle/3d1" qsCatId="3D" csTypeId="urn:microsoft.com/office/officeart/2005/8/colors/colorful1#1" csCatId="colorful" phldr="1"/>
      <dgm:spPr/>
      <dgm:t>
        <a:bodyPr/>
        <a:lstStyle/>
        <a:p>
          <a:endParaRPr lang="en-IN"/>
        </a:p>
      </dgm:t>
    </dgm:pt>
    <dgm:pt modelId="{7B5CC1CF-0A78-4C30-AD78-8C7999E32CD7}">
      <dgm:prSet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pPr rtl="0"/>
          <a:r>
            <a:rPr lang="en-IN" sz="4400" dirty="0">
              <a:solidFill>
                <a:schemeClr val="tx1"/>
              </a:solidFill>
              <a:latin typeface="Cambria" pitchFamily="18" charset="0"/>
            </a:rPr>
            <a:t>Surface water</a:t>
          </a:r>
        </a:p>
      </dgm:t>
    </dgm:pt>
    <dgm:pt modelId="{4D50C685-1D27-4DAC-AB6B-60F5C68D830C}" type="parTrans" cxnId="{07B3CC27-BA8E-47C1-B1F6-85C52F761CCC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7763E253-60E1-44B0-AB10-E6E4DAFCDB6A}" type="sibTrans" cxnId="{07B3CC27-BA8E-47C1-B1F6-85C52F761CCC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D26FBDC0-8E89-4466-B436-85BA21ACCC67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Rain</a:t>
          </a:r>
        </a:p>
      </dgm:t>
    </dgm:pt>
    <dgm:pt modelId="{03D14215-700A-4CB8-8C6D-075C0E2D3B42}" type="parTrans" cxnId="{11DC9228-7C75-44FC-8C8F-2397440314E4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CE28EB55-EF00-43EE-B497-9CB836626E3D}" type="sibTrans" cxnId="{11DC9228-7C75-44FC-8C8F-2397440314E4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BF081F0A-25DE-4AFB-A87C-E0C5232545DC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Rivers &amp; streams</a:t>
          </a:r>
        </a:p>
      </dgm:t>
    </dgm:pt>
    <dgm:pt modelId="{304802F4-B0C0-4242-A6CC-22F12D64A956}" type="parTrans" cxnId="{896AA178-BAB7-4FF1-BE61-4C951835D6F4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9F79B38D-BF71-4702-8393-A0D362053459}" type="sibTrans" cxnId="{896AA178-BAB7-4FF1-BE61-4C951835D6F4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7C1CE33C-409D-4F2A-9DB0-D91B2A761BCD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Impound-</a:t>
          </a:r>
          <a:r>
            <a:rPr lang="en-IN" sz="1400" dirty="0" err="1">
              <a:latin typeface="Cambria" pitchFamily="18" charset="0"/>
            </a:rPr>
            <a:t>ing</a:t>
          </a:r>
          <a:r>
            <a:rPr lang="en-IN" sz="1400" dirty="0">
              <a:latin typeface="Cambria" pitchFamily="18" charset="0"/>
            </a:rPr>
            <a:t> reservoirs</a:t>
          </a:r>
        </a:p>
      </dgm:t>
    </dgm:pt>
    <dgm:pt modelId="{4621EF24-D773-43A9-86A5-A16E400BD254}" type="parTrans" cxnId="{1A055AAA-68B1-4B9E-9337-048CA550F82A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D7ECCFC1-0BB7-47AC-9E31-9F78CD406AA7}" type="sibTrans" cxnId="{1A055AAA-68B1-4B9E-9337-048CA550F82A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429F2223-26AC-4F84-956D-0C68D581BA97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Tanks &amp; ponds</a:t>
          </a:r>
        </a:p>
      </dgm:t>
    </dgm:pt>
    <dgm:pt modelId="{8A77E7D0-EA48-4DC5-9916-DA747B7FED14}" type="parTrans" cxnId="{9FC565E0-A1D2-4014-B7D5-8FA710DD5E6B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5DBC246D-BF57-4FBC-B588-0CB7225DC6FF}" type="sibTrans" cxnId="{9FC565E0-A1D2-4014-B7D5-8FA710DD5E6B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61D476A0-B065-4C6E-982F-A4FB4AE1BD60}">
      <dgm:prSet custT="1"/>
      <dgm:spPr>
        <a:blipFill rotWithShape="0">
          <a:blip xmlns:r="http://schemas.openxmlformats.org/officeDocument/2006/relationships" r:embed="rId1"/>
          <a:tile tx="0" ty="0" sx="100000" sy="100000" flip="none" algn="tl"/>
        </a:blipFill>
      </dgm:spPr>
      <dgm:t>
        <a:bodyPr/>
        <a:lstStyle/>
        <a:p>
          <a:pPr rtl="0"/>
          <a:r>
            <a:rPr lang="en-IN" sz="4400" dirty="0">
              <a:solidFill>
                <a:schemeClr val="tx1"/>
              </a:solidFill>
              <a:latin typeface="Cambria" pitchFamily="18" charset="0"/>
            </a:rPr>
            <a:t>Ground water</a:t>
          </a:r>
        </a:p>
      </dgm:t>
    </dgm:pt>
    <dgm:pt modelId="{5B45088B-5214-42CB-A5ED-17F40335B999}" type="parTrans" cxnId="{FC7C9EA4-BB93-4CA1-8EE2-D3F861D868EA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43C14C5E-2ACB-4952-BF86-BA43C6AD707E}" type="sibTrans" cxnId="{FC7C9EA4-BB93-4CA1-8EE2-D3F861D868EA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B67B443D-2053-45A3-B76B-099669F714F0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Shallow wells</a:t>
          </a:r>
        </a:p>
      </dgm:t>
    </dgm:pt>
    <dgm:pt modelId="{553B71EE-674E-476F-AFBB-2FC51FC15A5B}" type="parTrans" cxnId="{FF1C6B6B-2FA4-4607-BD58-6FA3A9144031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BB821C26-8238-4B3B-BBEF-522E317D8D5A}" type="sibTrans" cxnId="{FF1C6B6B-2FA4-4607-BD58-6FA3A9144031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0F3EC315-19CE-4437-996C-C52AF65E8526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Deep wells</a:t>
          </a:r>
        </a:p>
      </dgm:t>
    </dgm:pt>
    <dgm:pt modelId="{24294B96-7516-4D9D-B6F9-1C648EF3CF32}" type="parTrans" cxnId="{61A39CB8-5DC8-4FF3-A0E9-4105342E774C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AD9360FE-0870-4368-AC08-FAE053805E66}" type="sibTrans" cxnId="{61A39CB8-5DC8-4FF3-A0E9-4105342E774C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AFBC1F3A-0310-4CFF-80A1-3A14F16E1A0F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Springs</a:t>
          </a:r>
        </a:p>
      </dgm:t>
    </dgm:pt>
    <dgm:pt modelId="{199D2818-7A90-4B09-88E9-C88A277D5726}" type="parTrans" cxnId="{861869CA-C4CF-42FA-AD4C-C59A0174CDE7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13C89EFE-24B3-4BC3-BAE8-F8D2430B56FA}" type="sibTrans" cxnId="{861869CA-C4CF-42FA-AD4C-C59A0174CDE7}">
      <dgm:prSet/>
      <dgm:spPr/>
      <dgm:t>
        <a:bodyPr/>
        <a:lstStyle/>
        <a:p>
          <a:endParaRPr lang="en-IN" sz="2800">
            <a:latin typeface="Cambria" pitchFamily="18" charset="0"/>
          </a:endParaRPr>
        </a:p>
      </dgm:t>
    </dgm:pt>
    <dgm:pt modelId="{585D0294-D256-4D47-A825-6E42DBF30BA2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None in India, Used in </a:t>
          </a:r>
          <a:r>
            <a:rPr lang="en-IN" sz="1400" dirty="0" err="1">
              <a:latin typeface="Cambria" pitchFamily="18" charset="0"/>
            </a:rPr>
            <a:t>Gibralter</a:t>
          </a:r>
          <a:endParaRPr lang="en-IN" sz="1400" dirty="0">
            <a:latin typeface="Cambria" pitchFamily="18" charset="0"/>
          </a:endParaRPr>
        </a:p>
      </dgm:t>
    </dgm:pt>
    <dgm:pt modelId="{2DB6F1F8-6C46-47EF-8287-4FEFB840A827}" type="parTrans" cxnId="{4094A00D-0545-4767-A91C-94E171DA3091}">
      <dgm:prSet/>
      <dgm:spPr/>
      <dgm:t>
        <a:bodyPr/>
        <a:lstStyle/>
        <a:p>
          <a:endParaRPr lang="en-US" sz="2800"/>
        </a:p>
      </dgm:t>
    </dgm:pt>
    <dgm:pt modelId="{A95FB953-07B9-40C3-8A59-9DC21DBE6C80}" type="sibTrans" cxnId="{4094A00D-0545-4767-A91C-94E171DA3091}">
      <dgm:prSet/>
      <dgm:spPr/>
      <dgm:t>
        <a:bodyPr/>
        <a:lstStyle/>
        <a:p>
          <a:endParaRPr lang="en-US" sz="2800"/>
        </a:p>
      </dgm:t>
    </dgm:pt>
    <dgm:pt modelId="{E6CD4055-CC2F-48B9-B5C9-438EC62B26F1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Mumbai, Chennai, Nagpur</a:t>
          </a:r>
        </a:p>
      </dgm:t>
    </dgm:pt>
    <dgm:pt modelId="{B4758E35-FD6F-4AF6-8CEE-1AF78CD10531}" type="parTrans" cxnId="{18E8DCCC-BB40-4AAE-9A02-B79DA1F2A384}">
      <dgm:prSet/>
      <dgm:spPr/>
      <dgm:t>
        <a:bodyPr/>
        <a:lstStyle/>
        <a:p>
          <a:endParaRPr lang="en-US" sz="2800"/>
        </a:p>
      </dgm:t>
    </dgm:pt>
    <dgm:pt modelId="{FBAB6C9B-8C00-4628-9EF1-5C7EAEEAB7C2}" type="sibTrans" cxnId="{18E8DCCC-BB40-4AAE-9A02-B79DA1F2A384}">
      <dgm:prSet/>
      <dgm:spPr/>
      <dgm:t>
        <a:bodyPr/>
        <a:lstStyle/>
        <a:p>
          <a:endParaRPr lang="en-US" sz="2800"/>
        </a:p>
      </dgm:t>
    </dgm:pt>
    <dgm:pt modelId="{E1C4E89F-A472-4DF5-9C15-4591AAC18C59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Delhi, Kolkata, Allahabad, Bhopal</a:t>
          </a:r>
        </a:p>
      </dgm:t>
    </dgm:pt>
    <dgm:pt modelId="{2B4F2DED-0CBA-4BD6-B122-D80FC7C57B90}" type="parTrans" cxnId="{C7997F59-AADE-4CFC-9270-A82E98B79BE2}">
      <dgm:prSet/>
      <dgm:spPr/>
      <dgm:t>
        <a:bodyPr/>
        <a:lstStyle/>
        <a:p>
          <a:endParaRPr lang="en-US" sz="2800"/>
        </a:p>
      </dgm:t>
    </dgm:pt>
    <dgm:pt modelId="{3014FD3E-3100-4BCE-82C2-C84022A00D1D}" type="sibTrans" cxnId="{C7997F59-AADE-4CFC-9270-A82E98B79BE2}">
      <dgm:prSet/>
      <dgm:spPr/>
      <dgm:t>
        <a:bodyPr/>
        <a:lstStyle/>
        <a:p>
          <a:endParaRPr lang="en-US" sz="2800"/>
        </a:p>
      </dgm:t>
    </dgm:pt>
    <dgm:pt modelId="{88AC3EDE-B394-4115-8FB8-4E0D82DC3989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Some villages</a:t>
          </a:r>
        </a:p>
      </dgm:t>
    </dgm:pt>
    <dgm:pt modelId="{9BC8BCD6-B5C2-4CAF-B519-6AC04AF9E059}" type="parTrans" cxnId="{3D96AE87-8BA5-4D6A-8020-8EB562CEBAD4}">
      <dgm:prSet/>
      <dgm:spPr/>
      <dgm:t>
        <a:bodyPr/>
        <a:lstStyle/>
        <a:p>
          <a:endParaRPr lang="en-US" sz="2800"/>
        </a:p>
      </dgm:t>
    </dgm:pt>
    <dgm:pt modelId="{BE29F0A5-7256-4FD2-82DF-1569D6D4B531}" type="sibTrans" cxnId="{3D96AE87-8BA5-4D6A-8020-8EB562CEBAD4}">
      <dgm:prSet/>
      <dgm:spPr/>
      <dgm:t>
        <a:bodyPr/>
        <a:lstStyle/>
        <a:p>
          <a:endParaRPr lang="en-US" sz="2800"/>
        </a:p>
      </dgm:t>
    </dgm:pt>
    <dgm:pt modelId="{F367025F-D0C0-460C-B62B-05FF65C8F0C4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Lakes</a:t>
          </a:r>
        </a:p>
      </dgm:t>
    </dgm:pt>
    <dgm:pt modelId="{24F1F8A8-E85D-4AD3-9EDD-39E8CFB3378F}" type="parTrans" cxnId="{9B11B3FC-C791-4C38-81AE-0360361FC83D}">
      <dgm:prSet/>
      <dgm:spPr/>
      <dgm:t>
        <a:bodyPr/>
        <a:lstStyle/>
        <a:p>
          <a:endParaRPr lang="en-US" sz="2800"/>
        </a:p>
      </dgm:t>
    </dgm:pt>
    <dgm:pt modelId="{2FC5D794-E996-4FD4-AEFF-9F5ADDF0159F}" type="sibTrans" cxnId="{9B11B3FC-C791-4C38-81AE-0360361FC83D}">
      <dgm:prSet/>
      <dgm:spPr/>
      <dgm:t>
        <a:bodyPr/>
        <a:lstStyle/>
        <a:p>
          <a:endParaRPr lang="en-US" sz="2800"/>
        </a:p>
      </dgm:t>
    </dgm:pt>
    <dgm:pt modelId="{E386F03E-F008-48D4-948F-9E07D840418A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Bhopal</a:t>
          </a:r>
        </a:p>
      </dgm:t>
    </dgm:pt>
    <dgm:pt modelId="{1C9BC6B4-5178-428D-9EC2-835742B4D3F4}" type="parTrans" cxnId="{8D221091-58A2-485D-9C6D-E0E33725086B}">
      <dgm:prSet/>
      <dgm:spPr/>
      <dgm:t>
        <a:bodyPr/>
        <a:lstStyle/>
        <a:p>
          <a:endParaRPr lang="en-US" sz="2800"/>
        </a:p>
      </dgm:t>
    </dgm:pt>
    <dgm:pt modelId="{BDC14BD8-E5AB-4F5F-96B0-C897F231A7A9}" type="sibTrans" cxnId="{8D221091-58A2-485D-9C6D-E0E33725086B}">
      <dgm:prSet/>
      <dgm:spPr/>
      <dgm:t>
        <a:bodyPr/>
        <a:lstStyle/>
        <a:p>
          <a:endParaRPr lang="en-US" sz="2800"/>
        </a:p>
      </dgm:t>
    </dgm:pt>
    <dgm:pt modelId="{ABEBCE46-FAD8-4690-A9CE-0084D58BC731}">
      <dgm:prSet custT="1"/>
      <dgm:spPr>
        <a:solidFill>
          <a:srgbClr val="0070C0"/>
        </a:solidFill>
      </dgm:spPr>
      <dgm:t>
        <a:bodyPr/>
        <a:lstStyle/>
        <a:p>
          <a:pPr rtl="0"/>
          <a:r>
            <a:rPr lang="en-IN" sz="1700" dirty="0">
              <a:latin typeface="Cambria" pitchFamily="18" charset="0"/>
            </a:rPr>
            <a:t>Sea water</a:t>
          </a:r>
        </a:p>
      </dgm:t>
    </dgm:pt>
    <dgm:pt modelId="{B5E1746A-B584-4002-BC9D-11E1786322DB}" type="parTrans" cxnId="{4B3BAD40-984A-4C59-B672-C3E70454EFF1}">
      <dgm:prSet/>
      <dgm:spPr/>
      <dgm:t>
        <a:bodyPr/>
        <a:lstStyle/>
        <a:p>
          <a:endParaRPr lang="en-US" sz="2800"/>
        </a:p>
      </dgm:t>
    </dgm:pt>
    <dgm:pt modelId="{91C46642-C5B5-449D-BE52-031C39F60674}" type="sibTrans" cxnId="{4B3BAD40-984A-4C59-B672-C3E70454EFF1}">
      <dgm:prSet/>
      <dgm:spPr/>
      <dgm:t>
        <a:bodyPr/>
        <a:lstStyle/>
        <a:p>
          <a:endParaRPr lang="en-US" sz="2800"/>
        </a:p>
      </dgm:t>
    </dgm:pt>
    <dgm:pt modelId="{320DBCDE-B67D-4163-B5FF-CBBAF9978048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Costly to desalinate</a:t>
          </a:r>
        </a:p>
      </dgm:t>
    </dgm:pt>
    <dgm:pt modelId="{28D7E106-88B3-45B9-9080-3E76FCDCE1D4}" type="parTrans" cxnId="{4D6D9B37-EDC4-497B-96BA-10B9561D9E16}">
      <dgm:prSet/>
      <dgm:spPr/>
      <dgm:t>
        <a:bodyPr/>
        <a:lstStyle/>
        <a:p>
          <a:endParaRPr lang="en-US" sz="2800"/>
        </a:p>
      </dgm:t>
    </dgm:pt>
    <dgm:pt modelId="{E806BA0C-1C2A-44C6-9708-28B113C0C5F3}" type="sibTrans" cxnId="{4D6D9B37-EDC4-497B-96BA-10B9561D9E16}">
      <dgm:prSet/>
      <dgm:spPr/>
      <dgm:t>
        <a:bodyPr/>
        <a:lstStyle/>
        <a:p>
          <a:endParaRPr lang="en-US" sz="2800"/>
        </a:p>
      </dgm:t>
    </dgm:pt>
    <dgm:pt modelId="{2D86BE7C-AB61-47BD-8ECA-9BD435467809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 err="1">
              <a:latin typeface="Cambria" pitchFamily="18" charset="0"/>
            </a:rPr>
            <a:t>Chandi-garh</a:t>
          </a:r>
          <a:endParaRPr lang="en-IN" sz="1400" dirty="0">
            <a:latin typeface="Cambria" pitchFamily="18" charset="0"/>
          </a:endParaRPr>
        </a:p>
      </dgm:t>
    </dgm:pt>
    <dgm:pt modelId="{37CDB13D-AB59-4674-BBB7-82F18665166F}" type="parTrans" cxnId="{F2D4DA69-B731-47F1-840C-F998DA5C0C1A}">
      <dgm:prSet/>
      <dgm:spPr/>
      <dgm:t>
        <a:bodyPr/>
        <a:lstStyle/>
        <a:p>
          <a:endParaRPr lang="en-US" sz="2800"/>
        </a:p>
      </dgm:t>
    </dgm:pt>
    <dgm:pt modelId="{7921C954-8CF4-46AE-A306-6F8E1D0A660D}" type="sibTrans" cxnId="{F2D4DA69-B731-47F1-840C-F998DA5C0C1A}">
      <dgm:prSet/>
      <dgm:spPr/>
      <dgm:t>
        <a:bodyPr/>
        <a:lstStyle/>
        <a:p>
          <a:endParaRPr lang="en-US" sz="2800"/>
        </a:p>
      </dgm:t>
    </dgm:pt>
    <dgm:pt modelId="{3EC57980-FFC0-495F-9CD8-0A1E9E13E6B3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In most villages</a:t>
          </a:r>
        </a:p>
      </dgm:t>
    </dgm:pt>
    <dgm:pt modelId="{CF8F2F02-707D-4C7D-A0F2-BB989E79A594}" type="parTrans" cxnId="{81481C8C-9FE9-4767-873D-A5529E3EC4E8}">
      <dgm:prSet/>
      <dgm:spPr/>
      <dgm:t>
        <a:bodyPr/>
        <a:lstStyle/>
        <a:p>
          <a:endParaRPr lang="en-US" sz="2800"/>
        </a:p>
      </dgm:t>
    </dgm:pt>
    <dgm:pt modelId="{84373A24-0191-45C4-BADC-5B70AAB87C30}" type="sibTrans" cxnId="{81481C8C-9FE9-4767-873D-A5529E3EC4E8}">
      <dgm:prSet/>
      <dgm:spPr/>
      <dgm:t>
        <a:bodyPr/>
        <a:lstStyle/>
        <a:p>
          <a:endParaRPr lang="en-US" sz="2800"/>
        </a:p>
      </dgm:t>
    </dgm:pt>
    <dgm:pt modelId="{DB238ED5-4631-4F85-BB9E-2061D2AFEB92}">
      <dgm:prSet custT="1"/>
      <dgm:spPr>
        <a:solidFill>
          <a:srgbClr val="00B050"/>
        </a:solidFill>
      </dgm:spPr>
      <dgm:t>
        <a:bodyPr/>
        <a:lstStyle/>
        <a:p>
          <a:pPr rtl="0"/>
          <a:r>
            <a:rPr lang="en-IN" sz="1400" dirty="0">
              <a:latin typeface="Cambria" pitchFamily="18" charset="0"/>
            </a:rPr>
            <a:t>Hilly areas</a:t>
          </a:r>
        </a:p>
      </dgm:t>
    </dgm:pt>
    <dgm:pt modelId="{0D3EB808-D3F1-4A79-9101-5ADDD28937EB}" type="parTrans" cxnId="{76550608-CFAB-4284-BF38-F1C8091605F2}">
      <dgm:prSet/>
      <dgm:spPr/>
      <dgm:t>
        <a:bodyPr/>
        <a:lstStyle/>
        <a:p>
          <a:endParaRPr lang="en-US" sz="2800"/>
        </a:p>
      </dgm:t>
    </dgm:pt>
    <dgm:pt modelId="{790136E5-3FD1-4BA0-BD38-388513CDC672}" type="sibTrans" cxnId="{76550608-CFAB-4284-BF38-F1C8091605F2}">
      <dgm:prSet/>
      <dgm:spPr/>
      <dgm:t>
        <a:bodyPr/>
        <a:lstStyle/>
        <a:p>
          <a:endParaRPr lang="en-US" sz="2800"/>
        </a:p>
      </dgm:t>
    </dgm:pt>
    <dgm:pt modelId="{18B76610-0BC0-40D5-BA03-775B847125C9}" type="pres">
      <dgm:prSet presAssocID="{C0E353CC-92D5-4B5E-913E-9A7B82E647E3}" presName="Name0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C14A71F-35C3-429B-996D-B91EFF05C1AD}" type="pres">
      <dgm:prSet presAssocID="{7B5CC1CF-0A78-4C30-AD78-8C7999E32CD7}" presName="vertOne" presStyleCnt="0"/>
      <dgm:spPr/>
    </dgm:pt>
    <dgm:pt modelId="{0DB5ABD8-ECC6-4ECC-ACB6-79FEBBEDCD16}" type="pres">
      <dgm:prSet presAssocID="{7B5CC1CF-0A78-4C30-AD78-8C7999E32CD7}" presName="txOne" presStyleLbl="node0" presStyleIdx="0" presStyleCnt="2">
        <dgm:presLayoutVars>
          <dgm:chPref val="3"/>
        </dgm:presLayoutVars>
      </dgm:prSet>
      <dgm:spPr/>
    </dgm:pt>
    <dgm:pt modelId="{15AAE28E-82AF-4296-8D99-99E45D6B08E7}" type="pres">
      <dgm:prSet presAssocID="{7B5CC1CF-0A78-4C30-AD78-8C7999E32CD7}" presName="parTransOne" presStyleCnt="0"/>
      <dgm:spPr/>
    </dgm:pt>
    <dgm:pt modelId="{89C88811-E8D9-4F69-BA53-7E957C7CD38A}" type="pres">
      <dgm:prSet presAssocID="{7B5CC1CF-0A78-4C30-AD78-8C7999E32CD7}" presName="horzOne" presStyleCnt="0"/>
      <dgm:spPr/>
    </dgm:pt>
    <dgm:pt modelId="{4EB9F8E0-2F80-41E6-B603-5F2B920DBDC7}" type="pres">
      <dgm:prSet presAssocID="{D26FBDC0-8E89-4466-B436-85BA21ACCC67}" presName="vertTwo" presStyleCnt="0"/>
      <dgm:spPr/>
    </dgm:pt>
    <dgm:pt modelId="{7D6663BF-F5F8-49D4-A8AE-2B3C4FC10825}" type="pres">
      <dgm:prSet presAssocID="{D26FBDC0-8E89-4466-B436-85BA21ACCC67}" presName="txTwo" presStyleLbl="node2" presStyleIdx="0" presStyleCnt="9">
        <dgm:presLayoutVars>
          <dgm:chPref val="3"/>
        </dgm:presLayoutVars>
      </dgm:prSet>
      <dgm:spPr/>
    </dgm:pt>
    <dgm:pt modelId="{DD54DBBC-6C0A-4289-80EC-EBE78A698D59}" type="pres">
      <dgm:prSet presAssocID="{D26FBDC0-8E89-4466-B436-85BA21ACCC67}" presName="parTransTwo" presStyleCnt="0"/>
      <dgm:spPr/>
    </dgm:pt>
    <dgm:pt modelId="{1B569797-C269-4144-AC8A-46877AF22920}" type="pres">
      <dgm:prSet presAssocID="{D26FBDC0-8E89-4466-B436-85BA21ACCC67}" presName="horzTwo" presStyleCnt="0"/>
      <dgm:spPr/>
    </dgm:pt>
    <dgm:pt modelId="{243D09C5-C58E-45A1-9A2B-1AF0356F4E91}" type="pres">
      <dgm:prSet presAssocID="{585D0294-D256-4D47-A825-6E42DBF30BA2}" presName="vertThree" presStyleCnt="0"/>
      <dgm:spPr/>
    </dgm:pt>
    <dgm:pt modelId="{A1E5ECA0-9D47-426C-B445-AED4A109DE1C}" type="pres">
      <dgm:prSet presAssocID="{585D0294-D256-4D47-A825-6E42DBF30BA2}" presName="txThree" presStyleLbl="node3" presStyleIdx="0" presStyleCnt="9">
        <dgm:presLayoutVars>
          <dgm:chPref val="3"/>
        </dgm:presLayoutVars>
      </dgm:prSet>
      <dgm:spPr/>
    </dgm:pt>
    <dgm:pt modelId="{773133D3-5235-47CD-98C1-268609D8C51D}" type="pres">
      <dgm:prSet presAssocID="{585D0294-D256-4D47-A825-6E42DBF30BA2}" presName="horzThree" presStyleCnt="0"/>
      <dgm:spPr/>
    </dgm:pt>
    <dgm:pt modelId="{D142213C-FFDE-4514-9CB7-6C2CF9FE4150}" type="pres">
      <dgm:prSet presAssocID="{CE28EB55-EF00-43EE-B497-9CB836626E3D}" presName="sibSpaceTwo" presStyleCnt="0"/>
      <dgm:spPr/>
    </dgm:pt>
    <dgm:pt modelId="{09A25E56-9D66-4223-8DE3-924E4BE5706D}" type="pres">
      <dgm:prSet presAssocID="{BF081F0A-25DE-4AFB-A87C-E0C5232545DC}" presName="vertTwo" presStyleCnt="0"/>
      <dgm:spPr/>
    </dgm:pt>
    <dgm:pt modelId="{CED03286-A63E-47B1-BBA0-9E5E9A92C4C1}" type="pres">
      <dgm:prSet presAssocID="{BF081F0A-25DE-4AFB-A87C-E0C5232545DC}" presName="txTwo" presStyleLbl="node2" presStyleIdx="1" presStyleCnt="9">
        <dgm:presLayoutVars>
          <dgm:chPref val="3"/>
        </dgm:presLayoutVars>
      </dgm:prSet>
      <dgm:spPr/>
    </dgm:pt>
    <dgm:pt modelId="{02A6EFAC-92FB-4CB9-8582-A60CD8A4320B}" type="pres">
      <dgm:prSet presAssocID="{BF081F0A-25DE-4AFB-A87C-E0C5232545DC}" presName="parTransTwo" presStyleCnt="0"/>
      <dgm:spPr/>
    </dgm:pt>
    <dgm:pt modelId="{1DC3BF3F-D28E-4573-B598-C1C85DBE32F5}" type="pres">
      <dgm:prSet presAssocID="{BF081F0A-25DE-4AFB-A87C-E0C5232545DC}" presName="horzTwo" presStyleCnt="0"/>
      <dgm:spPr/>
    </dgm:pt>
    <dgm:pt modelId="{5ED4DB12-2222-45D9-BC3A-8CB920648BDC}" type="pres">
      <dgm:prSet presAssocID="{E1C4E89F-A472-4DF5-9C15-4591AAC18C59}" presName="vertThree" presStyleCnt="0"/>
      <dgm:spPr/>
    </dgm:pt>
    <dgm:pt modelId="{16AFDDF1-6CFD-4967-AEB7-9023F4F34393}" type="pres">
      <dgm:prSet presAssocID="{E1C4E89F-A472-4DF5-9C15-4591AAC18C59}" presName="txThree" presStyleLbl="node3" presStyleIdx="1" presStyleCnt="9">
        <dgm:presLayoutVars>
          <dgm:chPref val="3"/>
        </dgm:presLayoutVars>
      </dgm:prSet>
      <dgm:spPr/>
    </dgm:pt>
    <dgm:pt modelId="{E03B7431-9799-452E-80AF-3F1BC79BA254}" type="pres">
      <dgm:prSet presAssocID="{E1C4E89F-A472-4DF5-9C15-4591AAC18C59}" presName="horzThree" presStyleCnt="0"/>
      <dgm:spPr/>
    </dgm:pt>
    <dgm:pt modelId="{65C3805C-141D-49CA-B35F-AF62FA2A82BC}" type="pres">
      <dgm:prSet presAssocID="{9F79B38D-BF71-4702-8393-A0D362053459}" presName="sibSpaceTwo" presStyleCnt="0"/>
      <dgm:spPr/>
    </dgm:pt>
    <dgm:pt modelId="{10ADFBF5-93A9-4E3A-B5C6-732E8B92A242}" type="pres">
      <dgm:prSet presAssocID="{7C1CE33C-409D-4F2A-9DB0-D91B2A761BCD}" presName="vertTwo" presStyleCnt="0"/>
      <dgm:spPr/>
    </dgm:pt>
    <dgm:pt modelId="{E6B726C7-2985-43EF-AD7F-7B0458A8B021}" type="pres">
      <dgm:prSet presAssocID="{7C1CE33C-409D-4F2A-9DB0-D91B2A761BCD}" presName="txTwo" presStyleLbl="node2" presStyleIdx="2" presStyleCnt="9">
        <dgm:presLayoutVars>
          <dgm:chPref val="3"/>
        </dgm:presLayoutVars>
      </dgm:prSet>
      <dgm:spPr/>
    </dgm:pt>
    <dgm:pt modelId="{8331A9B4-0FC2-445A-816B-4F207A525FBF}" type="pres">
      <dgm:prSet presAssocID="{7C1CE33C-409D-4F2A-9DB0-D91B2A761BCD}" presName="parTransTwo" presStyleCnt="0"/>
      <dgm:spPr/>
    </dgm:pt>
    <dgm:pt modelId="{D033A18A-517F-4A0B-98E7-B029C96B3445}" type="pres">
      <dgm:prSet presAssocID="{7C1CE33C-409D-4F2A-9DB0-D91B2A761BCD}" presName="horzTwo" presStyleCnt="0"/>
      <dgm:spPr/>
    </dgm:pt>
    <dgm:pt modelId="{683F16CC-905D-4C8A-BB27-E560DE89B616}" type="pres">
      <dgm:prSet presAssocID="{E6CD4055-CC2F-48B9-B5C9-438EC62B26F1}" presName="vertThree" presStyleCnt="0"/>
      <dgm:spPr/>
    </dgm:pt>
    <dgm:pt modelId="{18E14705-7C82-444E-8182-1D811EC423CD}" type="pres">
      <dgm:prSet presAssocID="{E6CD4055-CC2F-48B9-B5C9-438EC62B26F1}" presName="txThree" presStyleLbl="node3" presStyleIdx="2" presStyleCnt="9">
        <dgm:presLayoutVars>
          <dgm:chPref val="3"/>
        </dgm:presLayoutVars>
      </dgm:prSet>
      <dgm:spPr/>
    </dgm:pt>
    <dgm:pt modelId="{7AED8542-2118-46AA-9C1F-5B339FF24357}" type="pres">
      <dgm:prSet presAssocID="{E6CD4055-CC2F-48B9-B5C9-438EC62B26F1}" presName="horzThree" presStyleCnt="0"/>
      <dgm:spPr/>
    </dgm:pt>
    <dgm:pt modelId="{88DB37C5-682C-455C-A351-E64C419B18B5}" type="pres">
      <dgm:prSet presAssocID="{D7ECCFC1-0BB7-47AC-9E31-9F78CD406AA7}" presName="sibSpaceTwo" presStyleCnt="0"/>
      <dgm:spPr/>
    </dgm:pt>
    <dgm:pt modelId="{C453A833-735B-4900-A748-B5BFAE72D78B}" type="pres">
      <dgm:prSet presAssocID="{429F2223-26AC-4F84-956D-0C68D581BA97}" presName="vertTwo" presStyleCnt="0"/>
      <dgm:spPr/>
    </dgm:pt>
    <dgm:pt modelId="{E3A201DD-522D-4CE5-B7F0-0060B47BE404}" type="pres">
      <dgm:prSet presAssocID="{429F2223-26AC-4F84-956D-0C68D581BA97}" presName="txTwo" presStyleLbl="node2" presStyleIdx="3" presStyleCnt="9">
        <dgm:presLayoutVars>
          <dgm:chPref val="3"/>
        </dgm:presLayoutVars>
      </dgm:prSet>
      <dgm:spPr/>
    </dgm:pt>
    <dgm:pt modelId="{46121F50-53F0-49B3-A210-305C613723DD}" type="pres">
      <dgm:prSet presAssocID="{429F2223-26AC-4F84-956D-0C68D581BA97}" presName="parTransTwo" presStyleCnt="0"/>
      <dgm:spPr/>
    </dgm:pt>
    <dgm:pt modelId="{43401CAE-6DF9-4BE7-9D63-630BA8BE8070}" type="pres">
      <dgm:prSet presAssocID="{429F2223-26AC-4F84-956D-0C68D581BA97}" presName="horzTwo" presStyleCnt="0"/>
      <dgm:spPr/>
    </dgm:pt>
    <dgm:pt modelId="{4A050D3F-C368-4323-B807-F796DB3715DE}" type="pres">
      <dgm:prSet presAssocID="{88AC3EDE-B394-4115-8FB8-4E0D82DC3989}" presName="vertThree" presStyleCnt="0"/>
      <dgm:spPr/>
    </dgm:pt>
    <dgm:pt modelId="{04997432-D64A-49A1-80FD-AB9F01643F0D}" type="pres">
      <dgm:prSet presAssocID="{88AC3EDE-B394-4115-8FB8-4E0D82DC3989}" presName="txThree" presStyleLbl="node3" presStyleIdx="3" presStyleCnt="9">
        <dgm:presLayoutVars>
          <dgm:chPref val="3"/>
        </dgm:presLayoutVars>
      </dgm:prSet>
      <dgm:spPr/>
    </dgm:pt>
    <dgm:pt modelId="{47B41B43-7F4C-47D7-9B1E-C6472F78DDD8}" type="pres">
      <dgm:prSet presAssocID="{88AC3EDE-B394-4115-8FB8-4E0D82DC3989}" presName="horzThree" presStyleCnt="0"/>
      <dgm:spPr/>
    </dgm:pt>
    <dgm:pt modelId="{70685AB9-BAA5-4508-A8C7-E0803404BF3A}" type="pres">
      <dgm:prSet presAssocID="{5DBC246D-BF57-4FBC-B588-0CB7225DC6FF}" presName="sibSpaceTwo" presStyleCnt="0"/>
      <dgm:spPr/>
    </dgm:pt>
    <dgm:pt modelId="{9568B41C-2D68-4862-AC7F-5A7199CCFE7E}" type="pres">
      <dgm:prSet presAssocID="{F367025F-D0C0-460C-B62B-05FF65C8F0C4}" presName="vertTwo" presStyleCnt="0"/>
      <dgm:spPr/>
    </dgm:pt>
    <dgm:pt modelId="{16F99D68-25E8-418E-8663-AD5DFD9724B5}" type="pres">
      <dgm:prSet presAssocID="{F367025F-D0C0-460C-B62B-05FF65C8F0C4}" presName="txTwo" presStyleLbl="node2" presStyleIdx="4" presStyleCnt="9">
        <dgm:presLayoutVars>
          <dgm:chPref val="3"/>
        </dgm:presLayoutVars>
      </dgm:prSet>
      <dgm:spPr/>
    </dgm:pt>
    <dgm:pt modelId="{76E530F6-C3EE-482A-B0FF-E4AAB47AB62B}" type="pres">
      <dgm:prSet presAssocID="{F367025F-D0C0-460C-B62B-05FF65C8F0C4}" presName="parTransTwo" presStyleCnt="0"/>
      <dgm:spPr/>
    </dgm:pt>
    <dgm:pt modelId="{22F5A3B4-CE6F-4CB0-9EAC-2D521861F552}" type="pres">
      <dgm:prSet presAssocID="{F367025F-D0C0-460C-B62B-05FF65C8F0C4}" presName="horzTwo" presStyleCnt="0"/>
      <dgm:spPr/>
    </dgm:pt>
    <dgm:pt modelId="{7B84C445-10AD-4B54-B1EE-EBD12106787F}" type="pres">
      <dgm:prSet presAssocID="{E386F03E-F008-48D4-948F-9E07D840418A}" presName="vertThree" presStyleCnt="0"/>
      <dgm:spPr/>
    </dgm:pt>
    <dgm:pt modelId="{8DC9459D-1555-4453-A171-3860FDA20BA8}" type="pres">
      <dgm:prSet presAssocID="{E386F03E-F008-48D4-948F-9E07D840418A}" presName="txThree" presStyleLbl="node3" presStyleIdx="4" presStyleCnt="9">
        <dgm:presLayoutVars>
          <dgm:chPref val="3"/>
        </dgm:presLayoutVars>
      </dgm:prSet>
      <dgm:spPr/>
    </dgm:pt>
    <dgm:pt modelId="{5145E469-6AAD-4AF9-95CF-FF19542F06F0}" type="pres">
      <dgm:prSet presAssocID="{E386F03E-F008-48D4-948F-9E07D840418A}" presName="horzThree" presStyleCnt="0"/>
      <dgm:spPr/>
    </dgm:pt>
    <dgm:pt modelId="{685AB8C9-E909-416F-94F6-5A90BD664512}" type="pres">
      <dgm:prSet presAssocID="{2FC5D794-E996-4FD4-AEFF-9F5ADDF0159F}" presName="sibSpaceTwo" presStyleCnt="0"/>
      <dgm:spPr/>
    </dgm:pt>
    <dgm:pt modelId="{302252BC-E64E-47E6-8CC4-39853EB935AC}" type="pres">
      <dgm:prSet presAssocID="{ABEBCE46-FAD8-4690-A9CE-0084D58BC731}" presName="vertTwo" presStyleCnt="0"/>
      <dgm:spPr/>
    </dgm:pt>
    <dgm:pt modelId="{26404DE9-5CC8-441B-9832-937959995BDE}" type="pres">
      <dgm:prSet presAssocID="{ABEBCE46-FAD8-4690-A9CE-0084D58BC731}" presName="txTwo" presStyleLbl="node2" presStyleIdx="5" presStyleCnt="9">
        <dgm:presLayoutVars>
          <dgm:chPref val="3"/>
        </dgm:presLayoutVars>
      </dgm:prSet>
      <dgm:spPr/>
    </dgm:pt>
    <dgm:pt modelId="{00712D96-DCB9-4E3C-B392-6E1BAB09E3FC}" type="pres">
      <dgm:prSet presAssocID="{ABEBCE46-FAD8-4690-A9CE-0084D58BC731}" presName="parTransTwo" presStyleCnt="0"/>
      <dgm:spPr/>
    </dgm:pt>
    <dgm:pt modelId="{D93CA046-20DC-4F9C-9EAA-BE0AD21DEED1}" type="pres">
      <dgm:prSet presAssocID="{ABEBCE46-FAD8-4690-A9CE-0084D58BC731}" presName="horzTwo" presStyleCnt="0"/>
      <dgm:spPr/>
    </dgm:pt>
    <dgm:pt modelId="{F2D56973-40D5-4FD9-9B1F-D7BB7E180938}" type="pres">
      <dgm:prSet presAssocID="{320DBCDE-B67D-4163-B5FF-CBBAF9978048}" presName="vertThree" presStyleCnt="0"/>
      <dgm:spPr/>
    </dgm:pt>
    <dgm:pt modelId="{BCB35203-AC02-447C-A648-670C4AD45B29}" type="pres">
      <dgm:prSet presAssocID="{320DBCDE-B67D-4163-B5FF-CBBAF9978048}" presName="txThree" presStyleLbl="node3" presStyleIdx="5" presStyleCnt="9">
        <dgm:presLayoutVars>
          <dgm:chPref val="3"/>
        </dgm:presLayoutVars>
      </dgm:prSet>
      <dgm:spPr/>
    </dgm:pt>
    <dgm:pt modelId="{CD95A511-DC8F-47EA-B8D2-BD17469C8BA5}" type="pres">
      <dgm:prSet presAssocID="{320DBCDE-B67D-4163-B5FF-CBBAF9978048}" presName="horzThree" presStyleCnt="0"/>
      <dgm:spPr/>
    </dgm:pt>
    <dgm:pt modelId="{00D0176F-0E4A-4C6E-9C12-8CD41BA04929}" type="pres">
      <dgm:prSet presAssocID="{7763E253-60E1-44B0-AB10-E6E4DAFCDB6A}" presName="sibSpaceOne" presStyleCnt="0"/>
      <dgm:spPr/>
    </dgm:pt>
    <dgm:pt modelId="{7F9FC4C6-2ACC-4800-ADD0-3B499CF6A3E8}" type="pres">
      <dgm:prSet presAssocID="{61D476A0-B065-4C6E-982F-A4FB4AE1BD60}" presName="vertOne" presStyleCnt="0"/>
      <dgm:spPr/>
    </dgm:pt>
    <dgm:pt modelId="{A89C1191-EB04-4A46-8727-90F252B79DE0}" type="pres">
      <dgm:prSet presAssocID="{61D476A0-B065-4C6E-982F-A4FB4AE1BD60}" presName="txOne" presStyleLbl="node0" presStyleIdx="1" presStyleCnt="2">
        <dgm:presLayoutVars>
          <dgm:chPref val="3"/>
        </dgm:presLayoutVars>
      </dgm:prSet>
      <dgm:spPr/>
    </dgm:pt>
    <dgm:pt modelId="{03A46B13-4524-4166-BE4A-9114E1245020}" type="pres">
      <dgm:prSet presAssocID="{61D476A0-B065-4C6E-982F-A4FB4AE1BD60}" presName="parTransOne" presStyleCnt="0"/>
      <dgm:spPr/>
    </dgm:pt>
    <dgm:pt modelId="{50006C4D-26A9-4F3D-858C-F89F6282B4BA}" type="pres">
      <dgm:prSet presAssocID="{61D476A0-B065-4C6E-982F-A4FB4AE1BD60}" presName="horzOne" presStyleCnt="0"/>
      <dgm:spPr/>
    </dgm:pt>
    <dgm:pt modelId="{161F5725-B944-45DC-8861-D27A9F254822}" type="pres">
      <dgm:prSet presAssocID="{B67B443D-2053-45A3-B76B-099669F714F0}" presName="vertTwo" presStyleCnt="0"/>
      <dgm:spPr/>
    </dgm:pt>
    <dgm:pt modelId="{B8DCA8E1-340E-4CBE-84F8-125E97624439}" type="pres">
      <dgm:prSet presAssocID="{B67B443D-2053-45A3-B76B-099669F714F0}" presName="txTwo" presStyleLbl="node2" presStyleIdx="6" presStyleCnt="9">
        <dgm:presLayoutVars>
          <dgm:chPref val="3"/>
        </dgm:presLayoutVars>
      </dgm:prSet>
      <dgm:spPr/>
    </dgm:pt>
    <dgm:pt modelId="{8E46AF69-3CFB-4951-AC14-D6DAA888B259}" type="pres">
      <dgm:prSet presAssocID="{B67B443D-2053-45A3-B76B-099669F714F0}" presName="parTransTwo" presStyleCnt="0"/>
      <dgm:spPr/>
    </dgm:pt>
    <dgm:pt modelId="{7AA894D8-8B62-4657-8AAE-6762CD206462}" type="pres">
      <dgm:prSet presAssocID="{B67B443D-2053-45A3-B76B-099669F714F0}" presName="horzTwo" presStyleCnt="0"/>
      <dgm:spPr/>
    </dgm:pt>
    <dgm:pt modelId="{FDDC7216-7179-4A3C-BC27-EDA278EBC240}" type="pres">
      <dgm:prSet presAssocID="{3EC57980-FFC0-495F-9CD8-0A1E9E13E6B3}" presName="vertThree" presStyleCnt="0"/>
      <dgm:spPr/>
    </dgm:pt>
    <dgm:pt modelId="{DED1076C-D2C3-41BF-96B0-8F652D03BD2C}" type="pres">
      <dgm:prSet presAssocID="{3EC57980-FFC0-495F-9CD8-0A1E9E13E6B3}" presName="txThree" presStyleLbl="node3" presStyleIdx="6" presStyleCnt="9">
        <dgm:presLayoutVars>
          <dgm:chPref val="3"/>
        </dgm:presLayoutVars>
      </dgm:prSet>
      <dgm:spPr/>
    </dgm:pt>
    <dgm:pt modelId="{CC40AFAE-EC98-49F0-AAD5-7754E52D5E36}" type="pres">
      <dgm:prSet presAssocID="{3EC57980-FFC0-495F-9CD8-0A1E9E13E6B3}" presName="horzThree" presStyleCnt="0"/>
      <dgm:spPr/>
    </dgm:pt>
    <dgm:pt modelId="{C10DC086-AE52-4A53-AFE7-CC262F78B492}" type="pres">
      <dgm:prSet presAssocID="{BB821C26-8238-4B3B-BBEF-522E317D8D5A}" presName="sibSpaceTwo" presStyleCnt="0"/>
      <dgm:spPr/>
    </dgm:pt>
    <dgm:pt modelId="{F3BCB999-298E-4D07-A7E5-70E9E8EF07D7}" type="pres">
      <dgm:prSet presAssocID="{0F3EC315-19CE-4437-996C-C52AF65E8526}" presName="vertTwo" presStyleCnt="0"/>
      <dgm:spPr/>
    </dgm:pt>
    <dgm:pt modelId="{3E3A5DB5-79DF-41B8-8BB1-4EB5DEAFC103}" type="pres">
      <dgm:prSet presAssocID="{0F3EC315-19CE-4437-996C-C52AF65E8526}" presName="txTwo" presStyleLbl="node2" presStyleIdx="7" presStyleCnt="9">
        <dgm:presLayoutVars>
          <dgm:chPref val="3"/>
        </dgm:presLayoutVars>
      </dgm:prSet>
      <dgm:spPr/>
    </dgm:pt>
    <dgm:pt modelId="{B9CEF13D-F315-48EE-890F-BDA50CA54951}" type="pres">
      <dgm:prSet presAssocID="{0F3EC315-19CE-4437-996C-C52AF65E8526}" presName="parTransTwo" presStyleCnt="0"/>
      <dgm:spPr/>
    </dgm:pt>
    <dgm:pt modelId="{7BA398EC-63AC-4FBE-A4B6-3037EA39734E}" type="pres">
      <dgm:prSet presAssocID="{0F3EC315-19CE-4437-996C-C52AF65E8526}" presName="horzTwo" presStyleCnt="0"/>
      <dgm:spPr/>
    </dgm:pt>
    <dgm:pt modelId="{537A0271-A5D0-4652-ADEE-66B5DC79544D}" type="pres">
      <dgm:prSet presAssocID="{2D86BE7C-AB61-47BD-8ECA-9BD435467809}" presName="vertThree" presStyleCnt="0"/>
      <dgm:spPr/>
    </dgm:pt>
    <dgm:pt modelId="{A1A994AB-2473-4655-AC28-68992DA400DC}" type="pres">
      <dgm:prSet presAssocID="{2D86BE7C-AB61-47BD-8ECA-9BD435467809}" presName="txThree" presStyleLbl="node3" presStyleIdx="7" presStyleCnt="9">
        <dgm:presLayoutVars>
          <dgm:chPref val="3"/>
        </dgm:presLayoutVars>
      </dgm:prSet>
      <dgm:spPr/>
    </dgm:pt>
    <dgm:pt modelId="{A44CF0BC-1FD9-4E2B-8602-B3D530FCB3D0}" type="pres">
      <dgm:prSet presAssocID="{2D86BE7C-AB61-47BD-8ECA-9BD435467809}" presName="horzThree" presStyleCnt="0"/>
      <dgm:spPr/>
    </dgm:pt>
    <dgm:pt modelId="{56CCE28D-413D-435A-9A35-3DA3B167EE33}" type="pres">
      <dgm:prSet presAssocID="{AD9360FE-0870-4368-AC08-FAE053805E66}" presName="sibSpaceTwo" presStyleCnt="0"/>
      <dgm:spPr/>
    </dgm:pt>
    <dgm:pt modelId="{1550D8C1-E5E6-4552-9748-D6E7DE78107C}" type="pres">
      <dgm:prSet presAssocID="{AFBC1F3A-0310-4CFF-80A1-3A14F16E1A0F}" presName="vertTwo" presStyleCnt="0"/>
      <dgm:spPr/>
    </dgm:pt>
    <dgm:pt modelId="{FEF13FD3-DF79-40D1-9513-185317082D50}" type="pres">
      <dgm:prSet presAssocID="{AFBC1F3A-0310-4CFF-80A1-3A14F16E1A0F}" presName="txTwo" presStyleLbl="node2" presStyleIdx="8" presStyleCnt="9">
        <dgm:presLayoutVars>
          <dgm:chPref val="3"/>
        </dgm:presLayoutVars>
      </dgm:prSet>
      <dgm:spPr/>
    </dgm:pt>
    <dgm:pt modelId="{543A6B26-B3DC-4FA5-B4FE-4E24EEAB1F21}" type="pres">
      <dgm:prSet presAssocID="{AFBC1F3A-0310-4CFF-80A1-3A14F16E1A0F}" presName="parTransTwo" presStyleCnt="0"/>
      <dgm:spPr/>
    </dgm:pt>
    <dgm:pt modelId="{2B2F441D-78FC-4ADC-8948-F509A1891269}" type="pres">
      <dgm:prSet presAssocID="{AFBC1F3A-0310-4CFF-80A1-3A14F16E1A0F}" presName="horzTwo" presStyleCnt="0"/>
      <dgm:spPr/>
    </dgm:pt>
    <dgm:pt modelId="{70B9D875-ECA5-4F03-8AC0-3F92B1AF9783}" type="pres">
      <dgm:prSet presAssocID="{DB238ED5-4631-4F85-BB9E-2061D2AFEB92}" presName="vertThree" presStyleCnt="0"/>
      <dgm:spPr/>
    </dgm:pt>
    <dgm:pt modelId="{67D1B2DE-C7FF-464B-85AD-C024CC85295A}" type="pres">
      <dgm:prSet presAssocID="{DB238ED5-4631-4F85-BB9E-2061D2AFEB92}" presName="txThree" presStyleLbl="node3" presStyleIdx="8" presStyleCnt="9">
        <dgm:presLayoutVars>
          <dgm:chPref val="3"/>
        </dgm:presLayoutVars>
      </dgm:prSet>
      <dgm:spPr/>
    </dgm:pt>
    <dgm:pt modelId="{9DCCA2DA-5FAE-4A1B-9541-FBA064EBDC47}" type="pres">
      <dgm:prSet presAssocID="{DB238ED5-4631-4F85-BB9E-2061D2AFEB92}" presName="horzThree" presStyleCnt="0"/>
      <dgm:spPr/>
    </dgm:pt>
  </dgm:ptLst>
  <dgm:cxnLst>
    <dgm:cxn modelId="{BCDCF005-62C2-4590-B278-D55188908E64}" type="presOf" srcId="{7C1CE33C-409D-4F2A-9DB0-D91B2A761BCD}" destId="{E6B726C7-2985-43EF-AD7F-7B0458A8B021}" srcOrd="0" destOrd="0" presId="urn:microsoft.com/office/officeart/2005/8/layout/hierarchy4"/>
    <dgm:cxn modelId="{76550608-CFAB-4284-BF38-F1C8091605F2}" srcId="{AFBC1F3A-0310-4CFF-80A1-3A14F16E1A0F}" destId="{DB238ED5-4631-4F85-BB9E-2061D2AFEB92}" srcOrd="0" destOrd="0" parTransId="{0D3EB808-D3F1-4A79-9101-5ADDD28937EB}" sibTransId="{790136E5-3FD1-4BA0-BD38-388513CDC672}"/>
    <dgm:cxn modelId="{4094A00D-0545-4767-A91C-94E171DA3091}" srcId="{D26FBDC0-8E89-4466-B436-85BA21ACCC67}" destId="{585D0294-D256-4D47-A825-6E42DBF30BA2}" srcOrd="0" destOrd="0" parTransId="{2DB6F1F8-6C46-47EF-8287-4FEFB840A827}" sibTransId="{A95FB953-07B9-40C3-8A59-9DC21DBE6C80}"/>
    <dgm:cxn modelId="{B92C6715-A5DF-4275-B1A9-2A261A285AFE}" type="presOf" srcId="{88AC3EDE-B394-4115-8FB8-4E0D82DC3989}" destId="{04997432-D64A-49A1-80FD-AB9F01643F0D}" srcOrd="0" destOrd="0" presId="urn:microsoft.com/office/officeart/2005/8/layout/hierarchy4"/>
    <dgm:cxn modelId="{07B3CC27-BA8E-47C1-B1F6-85C52F761CCC}" srcId="{C0E353CC-92D5-4B5E-913E-9A7B82E647E3}" destId="{7B5CC1CF-0A78-4C30-AD78-8C7999E32CD7}" srcOrd="0" destOrd="0" parTransId="{4D50C685-1D27-4DAC-AB6B-60F5C68D830C}" sibTransId="{7763E253-60E1-44B0-AB10-E6E4DAFCDB6A}"/>
    <dgm:cxn modelId="{11DC9228-7C75-44FC-8C8F-2397440314E4}" srcId="{7B5CC1CF-0A78-4C30-AD78-8C7999E32CD7}" destId="{D26FBDC0-8E89-4466-B436-85BA21ACCC67}" srcOrd="0" destOrd="0" parTransId="{03D14215-700A-4CB8-8C6D-075C0E2D3B42}" sibTransId="{CE28EB55-EF00-43EE-B497-9CB836626E3D}"/>
    <dgm:cxn modelId="{397CB82F-BDEB-4CDE-8B8E-6B0395FB269C}" type="presOf" srcId="{E386F03E-F008-48D4-948F-9E07D840418A}" destId="{8DC9459D-1555-4453-A171-3860FDA20BA8}" srcOrd="0" destOrd="0" presId="urn:microsoft.com/office/officeart/2005/8/layout/hierarchy4"/>
    <dgm:cxn modelId="{53166331-3E43-4539-8C57-2C19D1B40069}" type="presOf" srcId="{E1C4E89F-A472-4DF5-9C15-4591AAC18C59}" destId="{16AFDDF1-6CFD-4967-AEB7-9023F4F34393}" srcOrd="0" destOrd="0" presId="urn:microsoft.com/office/officeart/2005/8/layout/hierarchy4"/>
    <dgm:cxn modelId="{1ECE2632-BCBC-4B1B-98D2-823C4559BB15}" type="presOf" srcId="{DB238ED5-4631-4F85-BB9E-2061D2AFEB92}" destId="{67D1B2DE-C7FF-464B-85AD-C024CC85295A}" srcOrd="0" destOrd="0" presId="urn:microsoft.com/office/officeart/2005/8/layout/hierarchy4"/>
    <dgm:cxn modelId="{B6486734-3465-4D18-AE09-EE6DBAE44E93}" type="presOf" srcId="{585D0294-D256-4D47-A825-6E42DBF30BA2}" destId="{A1E5ECA0-9D47-426C-B445-AED4A109DE1C}" srcOrd="0" destOrd="0" presId="urn:microsoft.com/office/officeart/2005/8/layout/hierarchy4"/>
    <dgm:cxn modelId="{4D6D9B37-EDC4-497B-96BA-10B9561D9E16}" srcId="{ABEBCE46-FAD8-4690-A9CE-0084D58BC731}" destId="{320DBCDE-B67D-4163-B5FF-CBBAF9978048}" srcOrd="0" destOrd="0" parTransId="{28D7E106-88B3-45B9-9080-3E76FCDCE1D4}" sibTransId="{E806BA0C-1C2A-44C6-9708-28B113C0C5F3}"/>
    <dgm:cxn modelId="{4B3BAD40-984A-4C59-B672-C3E70454EFF1}" srcId="{7B5CC1CF-0A78-4C30-AD78-8C7999E32CD7}" destId="{ABEBCE46-FAD8-4690-A9CE-0084D58BC731}" srcOrd="5" destOrd="0" parTransId="{B5E1746A-B584-4002-BC9D-11E1786322DB}" sibTransId="{91C46642-C5B5-449D-BE52-031C39F60674}"/>
    <dgm:cxn modelId="{2CAD0744-D079-4741-AE5C-62FBFC147349}" type="presOf" srcId="{ABEBCE46-FAD8-4690-A9CE-0084D58BC731}" destId="{26404DE9-5CC8-441B-9832-937959995BDE}" srcOrd="0" destOrd="0" presId="urn:microsoft.com/office/officeart/2005/8/layout/hierarchy4"/>
    <dgm:cxn modelId="{0131D644-C47F-4A44-AED2-A9150A8C1095}" type="presOf" srcId="{E6CD4055-CC2F-48B9-B5C9-438EC62B26F1}" destId="{18E14705-7C82-444E-8182-1D811EC423CD}" srcOrd="0" destOrd="0" presId="urn:microsoft.com/office/officeart/2005/8/layout/hierarchy4"/>
    <dgm:cxn modelId="{F2D4DA69-B731-47F1-840C-F998DA5C0C1A}" srcId="{0F3EC315-19CE-4437-996C-C52AF65E8526}" destId="{2D86BE7C-AB61-47BD-8ECA-9BD435467809}" srcOrd="0" destOrd="0" parTransId="{37CDB13D-AB59-4674-BBB7-82F18665166F}" sibTransId="{7921C954-8CF4-46AE-A306-6F8E1D0A660D}"/>
    <dgm:cxn modelId="{FF1C6B6B-2FA4-4607-BD58-6FA3A9144031}" srcId="{61D476A0-B065-4C6E-982F-A4FB4AE1BD60}" destId="{B67B443D-2053-45A3-B76B-099669F714F0}" srcOrd="0" destOrd="0" parTransId="{553B71EE-674E-476F-AFBB-2FC51FC15A5B}" sibTransId="{BB821C26-8238-4B3B-BBEF-522E317D8D5A}"/>
    <dgm:cxn modelId="{5D829176-5315-40D3-A935-7E3E5A38AFCB}" type="presOf" srcId="{429F2223-26AC-4F84-956D-0C68D581BA97}" destId="{E3A201DD-522D-4CE5-B7F0-0060B47BE404}" srcOrd="0" destOrd="0" presId="urn:microsoft.com/office/officeart/2005/8/layout/hierarchy4"/>
    <dgm:cxn modelId="{896AA178-BAB7-4FF1-BE61-4C951835D6F4}" srcId="{7B5CC1CF-0A78-4C30-AD78-8C7999E32CD7}" destId="{BF081F0A-25DE-4AFB-A87C-E0C5232545DC}" srcOrd="1" destOrd="0" parTransId="{304802F4-B0C0-4242-A6CC-22F12D64A956}" sibTransId="{9F79B38D-BF71-4702-8393-A0D362053459}"/>
    <dgm:cxn modelId="{C7997F59-AADE-4CFC-9270-A82E98B79BE2}" srcId="{BF081F0A-25DE-4AFB-A87C-E0C5232545DC}" destId="{E1C4E89F-A472-4DF5-9C15-4591AAC18C59}" srcOrd="0" destOrd="0" parTransId="{2B4F2DED-0CBA-4BD6-B122-D80FC7C57B90}" sibTransId="{3014FD3E-3100-4BCE-82C2-C84022A00D1D}"/>
    <dgm:cxn modelId="{3D96AE87-8BA5-4D6A-8020-8EB562CEBAD4}" srcId="{429F2223-26AC-4F84-956D-0C68D581BA97}" destId="{88AC3EDE-B394-4115-8FB8-4E0D82DC3989}" srcOrd="0" destOrd="0" parTransId="{9BC8BCD6-B5C2-4CAF-B519-6AC04AF9E059}" sibTransId="{BE29F0A5-7256-4FD2-82DF-1569D6D4B531}"/>
    <dgm:cxn modelId="{81481C8C-9FE9-4767-873D-A5529E3EC4E8}" srcId="{B67B443D-2053-45A3-B76B-099669F714F0}" destId="{3EC57980-FFC0-495F-9CD8-0A1E9E13E6B3}" srcOrd="0" destOrd="0" parTransId="{CF8F2F02-707D-4C7D-A0F2-BB989E79A594}" sibTransId="{84373A24-0191-45C4-BADC-5B70AAB87C30}"/>
    <dgm:cxn modelId="{F7F67D8D-E7DD-4BB9-A55E-A0C3CA65D292}" type="presOf" srcId="{F367025F-D0C0-460C-B62B-05FF65C8F0C4}" destId="{16F99D68-25E8-418E-8663-AD5DFD9724B5}" srcOrd="0" destOrd="0" presId="urn:microsoft.com/office/officeart/2005/8/layout/hierarchy4"/>
    <dgm:cxn modelId="{8D221091-58A2-485D-9C6D-E0E33725086B}" srcId="{F367025F-D0C0-460C-B62B-05FF65C8F0C4}" destId="{E386F03E-F008-48D4-948F-9E07D840418A}" srcOrd="0" destOrd="0" parTransId="{1C9BC6B4-5178-428D-9EC2-835742B4D3F4}" sibTransId="{BDC14BD8-E5AB-4F5F-96B0-C897F231A7A9}"/>
    <dgm:cxn modelId="{E1B3D89D-4985-4E0D-B0C7-63D0B8BB5678}" type="presOf" srcId="{2D86BE7C-AB61-47BD-8ECA-9BD435467809}" destId="{A1A994AB-2473-4655-AC28-68992DA400DC}" srcOrd="0" destOrd="0" presId="urn:microsoft.com/office/officeart/2005/8/layout/hierarchy4"/>
    <dgm:cxn modelId="{FC7C9EA4-BB93-4CA1-8EE2-D3F861D868EA}" srcId="{C0E353CC-92D5-4B5E-913E-9A7B82E647E3}" destId="{61D476A0-B065-4C6E-982F-A4FB4AE1BD60}" srcOrd="1" destOrd="0" parTransId="{5B45088B-5214-42CB-A5ED-17F40335B999}" sibTransId="{43C14C5E-2ACB-4952-BF86-BA43C6AD707E}"/>
    <dgm:cxn modelId="{1A055AAA-68B1-4B9E-9337-048CA550F82A}" srcId="{7B5CC1CF-0A78-4C30-AD78-8C7999E32CD7}" destId="{7C1CE33C-409D-4F2A-9DB0-D91B2A761BCD}" srcOrd="2" destOrd="0" parTransId="{4621EF24-D773-43A9-86A5-A16E400BD254}" sibTransId="{D7ECCFC1-0BB7-47AC-9E31-9F78CD406AA7}"/>
    <dgm:cxn modelId="{1263C1B5-EA93-42A3-BE90-1E44B5CDDDA1}" type="presOf" srcId="{AFBC1F3A-0310-4CFF-80A1-3A14F16E1A0F}" destId="{FEF13FD3-DF79-40D1-9513-185317082D50}" srcOrd="0" destOrd="0" presId="urn:microsoft.com/office/officeart/2005/8/layout/hierarchy4"/>
    <dgm:cxn modelId="{61A39CB8-5DC8-4FF3-A0E9-4105342E774C}" srcId="{61D476A0-B065-4C6E-982F-A4FB4AE1BD60}" destId="{0F3EC315-19CE-4437-996C-C52AF65E8526}" srcOrd="1" destOrd="0" parTransId="{24294B96-7516-4D9D-B6F9-1C648EF3CF32}" sibTransId="{AD9360FE-0870-4368-AC08-FAE053805E66}"/>
    <dgm:cxn modelId="{E09177B9-EE65-48E8-9C3D-B339C9331D7E}" type="presOf" srcId="{61D476A0-B065-4C6E-982F-A4FB4AE1BD60}" destId="{A89C1191-EB04-4A46-8727-90F252B79DE0}" srcOrd="0" destOrd="0" presId="urn:microsoft.com/office/officeart/2005/8/layout/hierarchy4"/>
    <dgm:cxn modelId="{FCB5E6C9-8C75-40B9-9CE2-896E39A23FAB}" type="presOf" srcId="{0F3EC315-19CE-4437-996C-C52AF65E8526}" destId="{3E3A5DB5-79DF-41B8-8BB1-4EB5DEAFC103}" srcOrd="0" destOrd="0" presId="urn:microsoft.com/office/officeart/2005/8/layout/hierarchy4"/>
    <dgm:cxn modelId="{861869CA-C4CF-42FA-AD4C-C59A0174CDE7}" srcId="{61D476A0-B065-4C6E-982F-A4FB4AE1BD60}" destId="{AFBC1F3A-0310-4CFF-80A1-3A14F16E1A0F}" srcOrd="2" destOrd="0" parTransId="{199D2818-7A90-4B09-88E9-C88A277D5726}" sibTransId="{13C89EFE-24B3-4BC3-BAE8-F8D2430B56FA}"/>
    <dgm:cxn modelId="{40A046CC-5811-4857-BFC9-7F141E1BDE08}" type="presOf" srcId="{3EC57980-FFC0-495F-9CD8-0A1E9E13E6B3}" destId="{DED1076C-D2C3-41BF-96B0-8F652D03BD2C}" srcOrd="0" destOrd="0" presId="urn:microsoft.com/office/officeart/2005/8/layout/hierarchy4"/>
    <dgm:cxn modelId="{18E8DCCC-BB40-4AAE-9A02-B79DA1F2A384}" srcId="{7C1CE33C-409D-4F2A-9DB0-D91B2A761BCD}" destId="{E6CD4055-CC2F-48B9-B5C9-438EC62B26F1}" srcOrd="0" destOrd="0" parTransId="{B4758E35-FD6F-4AF6-8CEE-1AF78CD10531}" sibTransId="{FBAB6C9B-8C00-4628-9EF1-5C7EAEEAB7C2}"/>
    <dgm:cxn modelId="{8157B8D7-7C81-4EE9-AB8F-FCAF9A977E18}" type="presOf" srcId="{7B5CC1CF-0A78-4C30-AD78-8C7999E32CD7}" destId="{0DB5ABD8-ECC6-4ECC-ACB6-79FEBBEDCD16}" srcOrd="0" destOrd="0" presId="urn:microsoft.com/office/officeart/2005/8/layout/hierarchy4"/>
    <dgm:cxn modelId="{E57388DF-114F-47B8-B36B-6A193B1C716D}" type="presOf" srcId="{320DBCDE-B67D-4163-B5FF-CBBAF9978048}" destId="{BCB35203-AC02-447C-A648-670C4AD45B29}" srcOrd="0" destOrd="0" presId="urn:microsoft.com/office/officeart/2005/8/layout/hierarchy4"/>
    <dgm:cxn modelId="{9FC565E0-A1D2-4014-B7D5-8FA710DD5E6B}" srcId="{7B5CC1CF-0A78-4C30-AD78-8C7999E32CD7}" destId="{429F2223-26AC-4F84-956D-0C68D581BA97}" srcOrd="3" destOrd="0" parTransId="{8A77E7D0-EA48-4DC5-9916-DA747B7FED14}" sibTransId="{5DBC246D-BF57-4FBC-B588-0CB7225DC6FF}"/>
    <dgm:cxn modelId="{61F667E4-5831-4E35-B6B1-951D151557A9}" type="presOf" srcId="{D26FBDC0-8E89-4466-B436-85BA21ACCC67}" destId="{7D6663BF-F5F8-49D4-A8AE-2B3C4FC10825}" srcOrd="0" destOrd="0" presId="urn:microsoft.com/office/officeart/2005/8/layout/hierarchy4"/>
    <dgm:cxn modelId="{D217D8E5-690A-44C1-9A01-390BEABE8A63}" type="presOf" srcId="{B67B443D-2053-45A3-B76B-099669F714F0}" destId="{B8DCA8E1-340E-4CBE-84F8-125E97624439}" srcOrd="0" destOrd="0" presId="urn:microsoft.com/office/officeart/2005/8/layout/hierarchy4"/>
    <dgm:cxn modelId="{BBAD28E9-D1B8-4CA7-8E9E-A8D0C6E96ABC}" type="presOf" srcId="{C0E353CC-92D5-4B5E-913E-9A7B82E647E3}" destId="{18B76610-0BC0-40D5-BA03-775B847125C9}" srcOrd="0" destOrd="0" presId="urn:microsoft.com/office/officeart/2005/8/layout/hierarchy4"/>
    <dgm:cxn modelId="{3A726DF4-17A6-40AA-B691-EEF1AD61AF1D}" type="presOf" srcId="{BF081F0A-25DE-4AFB-A87C-E0C5232545DC}" destId="{CED03286-A63E-47B1-BBA0-9E5E9A92C4C1}" srcOrd="0" destOrd="0" presId="urn:microsoft.com/office/officeart/2005/8/layout/hierarchy4"/>
    <dgm:cxn modelId="{9B11B3FC-C791-4C38-81AE-0360361FC83D}" srcId="{7B5CC1CF-0A78-4C30-AD78-8C7999E32CD7}" destId="{F367025F-D0C0-460C-B62B-05FF65C8F0C4}" srcOrd="4" destOrd="0" parTransId="{24F1F8A8-E85D-4AD3-9EDD-39E8CFB3378F}" sibTransId="{2FC5D794-E996-4FD4-AEFF-9F5ADDF0159F}"/>
    <dgm:cxn modelId="{BB4065FC-88B2-45BD-B903-F2D062BF9404}" type="presParOf" srcId="{18B76610-0BC0-40D5-BA03-775B847125C9}" destId="{7C14A71F-35C3-429B-996D-B91EFF05C1AD}" srcOrd="0" destOrd="0" presId="urn:microsoft.com/office/officeart/2005/8/layout/hierarchy4"/>
    <dgm:cxn modelId="{ED86F6DB-A97A-4C8C-8335-47486F619098}" type="presParOf" srcId="{7C14A71F-35C3-429B-996D-B91EFF05C1AD}" destId="{0DB5ABD8-ECC6-4ECC-ACB6-79FEBBEDCD16}" srcOrd="0" destOrd="0" presId="urn:microsoft.com/office/officeart/2005/8/layout/hierarchy4"/>
    <dgm:cxn modelId="{95DB1950-BD2A-4277-8004-11232D22FDF1}" type="presParOf" srcId="{7C14A71F-35C3-429B-996D-B91EFF05C1AD}" destId="{15AAE28E-82AF-4296-8D99-99E45D6B08E7}" srcOrd="1" destOrd="0" presId="urn:microsoft.com/office/officeart/2005/8/layout/hierarchy4"/>
    <dgm:cxn modelId="{08A3A415-FF07-4538-8BB3-FFFD134AEEC0}" type="presParOf" srcId="{7C14A71F-35C3-429B-996D-B91EFF05C1AD}" destId="{89C88811-E8D9-4F69-BA53-7E957C7CD38A}" srcOrd="2" destOrd="0" presId="urn:microsoft.com/office/officeart/2005/8/layout/hierarchy4"/>
    <dgm:cxn modelId="{E4753979-89F6-4240-856E-53898FADA05C}" type="presParOf" srcId="{89C88811-E8D9-4F69-BA53-7E957C7CD38A}" destId="{4EB9F8E0-2F80-41E6-B603-5F2B920DBDC7}" srcOrd="0" destOrd="0" presId="urn:microsoft.com/office/officeart/2005/8/layout/hierarchy4"/>
    <dgm:cxn modelId="{905D2589-8AA0-4234-9BD1-99C354E32D14}" type="presParOf" srcId="{4EB9F8E0-2F80-41E6-B603-5F2B920DBDC7}" destId="{7D6663BF-F5F8-49D4-A8AE-2B3C4FC10825}" srcOrd="0" destOrd="0" presId="urn:microsoft.com/office/officeart/2005/8/layout/hierarchy4"/>
    <dgm:cxn modelId="{47B6E864-88D1-4A0C-A8DE-5511E6D69C56}" type="presParOf" srcId="{4EB9F8E0-2F80-41E6-B603-5F2B920DBDC7}" destId="{DD54DBBC-6C0A-4289-80EC-EBE78A698D59}" srcOrd="1" destOrd="0" presId="urn:microsoft.com/office/officeart/2005/8/layout/hierarchy4"/>
    <dgm:cxn modelId="{F39F8047-9E8B-42CC-B7D6-7B9E6D36557F}" type="presParOf" srcId="{4EB9F8E0-2F80-41E6-B603-5F2B920DBDC7}" destId="{1B569797-C269-4144-AC8A-46877AF22920}" srcOrd="2" destOrd="0" presId="urn:microsoft.com/office/officeart/2005/8/layout/hierarchy4"/>
    <dgm:cxn modelId="{DF2A0CC4-D4F2-4EEE-AA28-BE809E2CB533}" type="presParOf" srcId="{1B569797-C269-4144-AC8A-46877AF22920}" destId="{243D09C5-C58E-45A1-9A2B-1AF0356F4E91}" srcOrd="0" destOrd="0" presId="urn:microsoft.com/office/officeart/2005/8/layout/hierarchy4"/>
    <dgm:cxn modelId="{D676C642-4E94-4983-9DDD-D592524C6B0D}" type="presParOf" srcId="{243D09C5-C58E-45A1-9A2B-1AF0356F4E91}" destId="{A1E5ECA0-9D47-426C-B445-AED4A109DE1C}" srcOrd="0" destOrd="0" presId="urn:microsoft.com/office/officeart/2005/8/layout/hierarchy4"/>
    <dgm:cxn modelId="{457534FE-5B94-41BA-9E7D-20BAE444CE78}" type="presParOf" srcId="{243D09C5-C58E-45A1-9A2B-1AF0356F4E91}" destId="{773133D3-5235-47CD-98C1-268609D8C51D}" srcOrd="1" destOrd="0" presId="urn:microsoft.com/office/officeart/2005/8/layout/hierarchy4"/>
    <dgm:cxn modelId="{BE58E859-2A43-4A02-84F6-0152960298EB}" type="presParOf" srcId="{89C88811-E8D9-4F69-BA53-7E957C7CD38A}" destId="{D142213C-FFDE-4514-9CB7-6C2CF9FE4150}" srcOrd="1" destOrd="0" presId="urn:microsoft.com/office/officeart/2005/8/layout/hierarchy4"/>
    <dgm:cxn modelId="{6D726658-6F14-4CAF-9B2C-CE0E946207C5}" type="presParOf" srcId="{89C88811-E8D9-4F69-BA53-7E957C7CD38A}" destId="{09A25E56-9D66-4223-8DE3-924E4BE5706D}" srcOrd="2" destOrd="0" presId="urn:microsoft.com/office/officeart/2005/8/layout/hierarchy4"/>
    <dgm:cxn modelId="{C2EE5421-B49F-4716-9712-C3AE63493764}" type="presParOf" srcId="{09A25E56-9D66-4223-8DE3-924E4BE5706D}" destId="{CED03286-A63E-47B1-BBA0-9E5E9A92C4C1}" srcOrd="0" destOrd="0" presId="urn:microsoft.com/office/officeart/2005/8/layout/hierarchy4"/>
    <dgm:cxn modelId="{CF5D1D5A-942F-4556-9C1A-9ACA7FFF6D5E}" type="presParOf" srcId="{09A25E56-9D66-4223-8DE3-924E4BE5706D}" destId="{02A6EFAC-92FB-4CB9-8582-A60CD8A4320B}" srcOrd="1" destOrd="0" presId="urn:microsoft.com/office/officeart/2005/8/layout/hierarchy4"/>
    <dgm:cxn modelId="{1A166911-97D1-4F0E-B437-68FE69BE3561}" type="presParOf" srcId="{09A25E56-9D66-4223-8DE3-924E4BE5706D}" destId="{1DC3BF3F-D28E-4573-B598-C1C85DBE32F5}" srcOrd="2" destOrd="0" presId="urn:microsoft.com/office/officeart/2005/8/layout/hierarchy4"/>
    <dgm:cxn modelId="{9195AD78-9B60-4642-895E-1288A85BBAB7}" type="presParOf" srcId="{1DC3BF3F-D28E-4573-B598-C1C85DBE32F5}" destId="{5ED4DB12-2222-45D9-BC3A-8CB920648BDC}" srcOrd="0" destOrd="0" presId="urn:microsoft.com/office/officeart/2005/8/layout/hierarchy4"/>
    <dgm:cxn modelId="{4411D6B8-04B7-405E-ACE8-AC1B3611DB46}" type="presParOf" srcId="{5ED4DB12-2222-45D9-BC3A-8CB920648BDC}" destId="{16AFDDF1-6CFD-4967-AEB7-9023F4F34393}" srcOrd="0" destOrd="0" presId="urn:microsoft.com/office/officeart/2005/8/layout/hierarchy4"/>
    <dgm:cxn modelId="{0EF38D1A-D6FA-4C36-A7AB-36D818EEA53E}" type="presParOf" srcId="{5ED4DB12-2222-45D9-BC3A-8CB920648BDC}" destId="{E03B7431-9799-452E-80AF-3F1BC79BA254}" srcOrd="1" destOrd="0" presId="urn:microsoft.com/office/officeart/2005/8/layout/hierarchy4"/>
    <dgm:cxn modelId="{79076DC9-43D9-42D6-B6A4-82C34C61C2F9}" type="presParOf" srcId="{89C88811-E8D9-4F69-BA53-7E957C7CD38A}" destId="{65C3805C-141D-49CA-B35F-AF62FA2A82BC}" srcOrd="3" destOrd="0" presId="urn:microsoft.com/office/officeart/2005/8/layout/hierarchy4"/>
    <dgm:cxn modelId="{0B04DB69-75FB-4585-BC87-D8D89E5B5492}" type="presParOf" srcId="{89C88811-E8D9-4F69-BA53-7E957C7CD38A}" destId="{10ADFBF5-93A9-4E3A-B5C6-732E8B92A242}" srcOrd="4" destOrd="0" presId="urn:microsoft.com/office/officeart/2005/8/layout/hierarchy4"/>
    <dgm:cxn modelId="{8105E334-5337-4420-8EE4-60E3326EA344}" type="presParOf" srcId="{10ADFBF5-93A9-4E3A-B5C6-732E8B92A242}" destId="{E6B726C7-2985-43EF-AD7F-7B0458A8B021}" srcOrd="0" destOrd="0" presId="urn:microsoft.com/office/officeart/2005/8/layout/hierarchy4"/>
    <dgm:cxn modelId="{5FAB2037-E70D-47FC-B237-C1EA22F7A928}" type="presParOf" srcId="{10ADFBF5-93A9-4E3A-B5C6-732E8B92A242}" destId="{8331A9B4-0FC2-445A-816B-4F207A525FBF}" srcOrd="1" destOrd="0" presId="urn:microsoft.com/office/officeart/2005/8/layout/hierarchy4"/>
    <dgm:cxn modelId="{B032AADF-E592-49E9-87B0-6E9ADE0B9210}" type="presParOf" srcId="{10ADFBF5-93A9-4E3A-B5C6-732E8B92A242}" destId="{D033A18A-517F-4A0B-98E7-B029C96B3445}" srcOrd="2" destOrd="0" presId="urn:microsoft.com/office/officeart/2005/8/layout/hierarchy4"/>
    <dgm:cxn modelId="{26F3D130-86FB-496D-BFC3-3BD682DB2E2D}" type="presParOf" srcId="{D033A18A-517F-4A0B-98E7-B029C96B3445}" destId="{683F16CC-905D-4C8A-BB27-E560DE89B616}" srcOrd="0" destOrd="0" presId="urn:microsoft.com/office/officeart/2005/8/layout/hierarchy4"/>
    <dgm:cxn modelId="{F06E56B1-5F5E-40B3-A7EB-8D73A8FA7765}" type="presParOf" srcId="{683F16CC-905D-4C8A-BB27-E560DE89B616}" destId="{18E14705-7C82-444E-8182-1D811EC423CD}" srcOrd="0" destOrd="0" presId="urn:microsoft.com/office/officeart/2005/8/layout/hierarchy4"/>
    <dgm:cxn modelId="{21DCE2C1-6B9A-4F5D-A7BC-72CB48BF3836}" type="presParOf" srcId="{683F16CC-905D-4C8A-BB27-E560DE89B616}" destId="{7AED8542-2118-46AA-9C1F-5B339FF24357}" srcOrd="1" destOrd="0" presId="urn:microsoft.com/office/officeart/2005/8/layout/hierarchy4"/>
    <dgm:cxn modelId="{3B30F6F8-7C47-4B34-8365-EBC827DCD968}" type="presParOf" srcId="{89C88811-E8D9-4F69-BA53-7E957C7CD38A}" destId="{88DB37C5-682C-455C-A351-E64C419B18B5}" srcOrd="5" destOrd="0" presId="urn:microsoft.com/office/officeart/2005/8/layout/hierarchy4"/>
    <dgm:cxn modelId="{0CA2732B-A209-43BD-8959-B596F9E20902}" type="presParOf" srcId="{89C88811-E8D9-4F69-BA53-7E957C7CD38A}" destId="{C453A833-735B-4900-A748-B5BFAE72D78B}" srcOrd="6" destOrd="0" presId="urn:microsoft.com/office/officeart/2005/8/layout/hierarchy4"/>
    <dgm:cxn modelId="{A20C0D76-2B21-46DF-A8BB-9CAD7D8512CD}" type="presParOf" srcId="{C453A833-735B-4900-A748-B5BFAE72D78B}" destId="{E3A201DD-522D-4CE5-B7F0-0060B47BE404}" srcOrd="0" destOrd="0" presId="urn:microsoft.com/office/officeart/2005/8/layout/hierarchy4"/>
    <dgm:cxn modelId="{7A4A299D-195F-4295-B3DE-49BB1D628B25}" type="presParOf" srcId="{C453A833-735B-4900-A748-B5BFAE72D78B}" destId="{46121F50-53F0-49B3-A210-305C613723DD}" srcOrd="1" destOrd="0" presId="urn:microsoft.com/office/officeart/2005/8/layout/hierarchy4"/>
    <dgm:cxn modelId="{17FC7EB1-08AE-469B-A21D-5BD1CDF85D1D}" type="presParOf" srcId="{C453A833-735B-4900-A748-B5BFAE72D78B}" destId="{43401CAE-6DF9-4BE7-9D63-630BA8BE8070}" srcOrd="2" destOrd="0" presId="urn:microsoft.com/office/officeart/2005/8/layout/hierarchy4"/>
    <dgm:cxn modelId="{7D3A5839-FD60-4083-BC6A-14A685B43B9B}" type="presParOf" srcId="{43401CAE-6DF9-4BE7-9D63-630BA8BE8070}" destId="{4A050D3F-C368-4323-B807-F796DB3715DE}" srcOrd="0" destOrd="0" presId="urn:microsoft.com/office/officeart/2005/8/layout/hierarchy4"/>
    <dgm:cxn modelId="{3CDF1634-14E9-4BFD-97E9-B6E7053BCFC8}" type="presParOf" srcId="{4A050D3F-C368-4323-B807-F796DB3715DE}" destId="{04997432-D64A-49A1-80FD-AB9F01643F0D}" srcOrd="0" destOrd="0" presId="urn:microsoft.com/office/officeart/2005/8/layout/hierarchy4"/>
    <dgm:cxn modelId="{6D79BBE7-C152-4EB8-8643-0621AAE416BD}" type="presParOf" srcId="{4A050D3F-C368-4323-B807-F796DB3715DE}" destId="{47B41B43-7F4C-47D7-9B1E-C6472F78DDD8}" srcOrd="1" destOrd="0" presId="urn:microsoft.com/office/officeart/2005/8/layout/hierarchy4"/>
    <dgm:cxn modelId="{32496E1C-6D9C-4C53-9385-34E89CD65B3D}" type="presParOf" srcId="{89C88811-E8D9-4F69-BA53-7E957C7CD38A}" destId="{70685AB9-BAA5-4508-A8C7-E0803404BF3A}" srcOrd="7" destOrd="0" presId="urn:microsoft.com/office/officeart/2005/8/layout/hierarchy4"/>
    <dgm:cxn modelId="{1C0F503C-0D74-43CE-AFF6-AFE9F7AABF99}" type="presParOf" srcId="{89C88811-E8D9-4F69-BA53-7E957C7CD38A}" destId="{9568B41C-2D68-4862-AC7F-5A7199CCFE7E}" srcOrd="8" destOrd="0" presId="urn:microsoft.com/office/officeart/2005/8/layout/hierarchy4"/>
    <dgm:cxn modelId="{9F72A973-A4F0-4E48-A7EB-B496D7F162A2}" type="presParOf" srcId="{9568B41C-2D68-4862-AC7F-5A7199CCFE7E}" destId="{16F99D68-25E8-418E-8663-AD5DFD9724B5}" srcOrd="0" destOrd="0" presId="urn:microsoft.com/office/officeart/2005/8/layout/hierarchy4"/>
    <dgm:cxn modelId="{A1343CF5-889D-45D2-99AB-6CE736ABD803}" type="presParOf" srcId="{9568B41C-2D68-4862-AC7F-5A7199CCFE7E}" destId="{76E530F6-C3EE-482A-B0FF-E4AAB47AB62B}" srcOrd="1" destOrd="0" presId="urn:microsoft.com/office/officeart/2005/8/layout/hierarchy4"/>
    <dgm:cxn modelId="{6759ADA5-4AEA-4FE7-ADE8-13B1B01B6224}" type="presParOf" srcId="{9568B41C-2D68-4862-AC7F-5A7199CCFE7E}" destId="{22F5A3B4-CE6F-4CB0-9EAC-2D521861F552}" srcOrd="2" destOrd="0" presId="urn:microsoft.com/office/officeart/2005/8/layout/hierarchy4"/>
    <dgm:cxn modelId="{6792D555-9F21-4B89-85D8-20059C1E2154}" type="presParOf" srcId="{22F5A3B4-CE6F-4CB0-9EAC-2D521861F552}" destId="{7B84C445-10AD-4B54-B1EE-EBD12106787F}" srcOrd="0" destOrd="0" presId="urn:microsoft.com/office/officeart/2005/8/layout/hierarchy4"/>
    <dgm:cxn modelId="{BC55A925-4826-4942-B78C-B215F57048CE}" type="presParOf" srcId="{7B84C445-10AD-4B54-B1EE-EBD12106787F}" destId="{8DC9459D-1555-4453-A171-3860FDA20BA8}" srcOrd="0" destOrd="0" presId="urn:microsoft.com/office/officeart/2005/8/layout/hierarchy4"/>
    <dgm:cxn modelId="{8168C3F8-48DE-4DF7-964E-DEC4D496F7AF}" type="presParOf" srcId="{7B84C445-10AD-4B54-B1EE-EBD12106787F}" destId="{5145E469-6AAD-4AF9-95CF-FF19542F06F0}" srcOrd="1" destOrd="0" presId="urn:microsoft.com/office/officeart/2005/8/layout/hierarchy4"/>
    <dgm:cxn modelId="{5D2D4C7F-50F8-437E-8930-9CB5A22EFB91}" type="presParOf" srcId="{89C88811-E8D9-4F69-BA53-7E957C7CD38A}" destId="{685AB8C9-E909-416F-94F6-5A90BD664512}" srcOrd="9" destOrd="0" presId="urn:microsoft.com/office/officeart/2005/8/layout/hierarchy4"/>
    <dgm:cxn modelId="{5B36ED0E-3D7A-4045-80D6-A32534CD8B39}" type="presParOf" srcId="{89C88811-E8D9-4F69-BA53-7E957C7CD38A}" destId="{302252BC-E64E-47E6-8CC4-39853EB935AC}" srcOrd="10" destOrd="0" presId="urn:microsoft.com/office/officeart/2005/8/layout/hierarchy4"/>
    <dgm:cxn modelId="{879B2B7A-E6EF-4A16-B77A-70C32A248C3D}" type="presParOf" srcId="{302252BC-E64E-47E6-8CC4-39853EB935AC}" destId="{26404DE9-5CC8-441B-9832-937959995BDE}" srcOrd="0" destOrd="0" presId="urn:microsoft.com/office/officeart/2005/8/layout/hierarchy4"/>
    <dgm:cxn modelId="{1F770FA8-77C7-4C81-A635-12CE1EBA2EC6}" type="presParOf" srcId="{302252BC-E64E-47E6-8CC4-39853EB935AC}" destId="{00712D96-DCB9-4E3C-B392-6E1BAB09E3FC}" srcOrd="1" destOrd="0" presId="urn:microsoft.com/office/officeart/2005/8/layout/hierarchy4"/>
    <dgm:cxn modelId="{F0B7BBF4-1DE2-4249-9972-423606AD6D74}" type="presParOf" srcId="{302252BC-E64E-47E6-8CC4-39853EB935AC}" destId="{D93CA046-20DC-4F9C-9EAA-BE0AD21DEED1}" srcOrd="2" destOrd="0" presId="urn:microsoft.com/office/officeart/2005/8/layout/hierarchy4"/>
    <dgm:cxn modelId="{45BAF60C-50EF-4DA0-9CE8-1A0C3A61E446}" type="presParOf" srcId="{D93CA046-20DC-4F9C-9EAA-BE0AD21DEED1}" destId="{F2D56973-40D5-4FD9-9B1F-D7BB7E180938}" srcOrd="0" destOrd="0" presId="urn:microsoft.com/office/officeart/2005/8/layout/hierarchy4"/>
    <dgm:cxn modelId="{B71FC357-5938-4D5D-89EC-55936B474B4A}" type="presParOf" srcId="{F2D56973-40D5-4FD9-9B1F-D7BB7E180938}" destId="{BCB35203-AC02-447C-A648-670C4AD45B29}" srcOrd="0" destOrd="0" presId="urn:microsoft.com/office/officeart/2005/8/layout/hierarchy4"/>
    <dgm:cxn modelId="{9991D935-90BC-47B8-94C0-D0714DC6CD1F}" type="presParOf" srcId="{F2D56973-40D5-4FD9-9B1F-D7BB7E180938}" destId="{CD95A511-DC8F-47EA-B8D2-BD17469C8BA5}" srcOrd="1" destOrd="0" presId="urn:microsoft.com/office/officeart/2005/8/layout/hierarchy4"/>
    <dgm:cxn modelId="{1D6875B4-61A0-4D3F-8D0C-6D53156905D9}" type="presParOf" srcId="{18B76610-0BC0-40D5-BA03-775B847125C9}" destId="{00D0176F-0E4A-4C6E-9C12-8CD41BA04929}" srcOrd="1" destOrd="0" presId="urn:microsoft.com/office/officeart/2005/8/layout/hierarchy4"/>
    <dgm:cxn modelId="{9CE881E8-490D-4BFD-B8D0-29A047C0B772}" type="presParOf" srcId="{18B76610-0BC0-40D5-BA03-775B847125C9}" destId="{7F9FC4C6-2ACC-4800-ADD0-3B499CF6A3E8}" srcOrd="2" destOrd="0" presId="urn:microsoft.com/office/officeart/2005/8/layout/hierarchy4"/>
    <dgm:cxn modelId="{65989F4F-046E-46C7-9696-C7BAE620D376}" type="presParOf" srcId="{7F9FC4C6-2ACC-4800-ADD0-3B499CF6A3E8}" destId="{A89C1191-EB04-4A46-8727-90F252B79DE0}" srcOrd="0" destOrd="0" presId="urn:microsoft.com/office/officeart/2005/8/layout/hierarchy4"/>
    <dgm:cxn modelId="{D5A0A760-4F1F-430B-8746-E206E03F16E7}" type="presParOf" srcId="{7F9FC4C6-2ACC-4800-ADD0-3B499CF6A3E8}" destId="{03A46B13-4524-4166-BE4A-9114E1245020}" srcOrd="1" destOrd="0" presId="urn:microsoft.com/office/officeart/2005/8/layout/hierarchy4"/>
    <dgm:cxn modelId="{BFBF9270-82D0-491D-B231-3C5BD803ED99}" type="presParOf" srcId="{7F9FC4C6-2ACC-4800-ADD0-3B499CF6A3E8}" destId="{50006C4D-26A9-4F3D-858C-F89F6282B4BA}" srcOrd="2" destOrd="0" presId="urn:microsoft.com/office/officeart/2005/8/layout/hierarchy4"/>
    <dgm:cxn modelId="{F2A10E7A-79AC-48E2-99DE-F6E37AFCF155}" type="presParOf" srcId="{50006C4D-26A9-4F3D-858C-F89F6282B4BA}" destId="{161F5725-B944-45DC-8861-D27A9F254822}" srcOrd="0" destOrd="0" presId="urn:microsoft.com/office/officeart/2005/8/layout/hierarchy4"/>
    <dgm:cxn modelId="{5C2C4829-8495-49CD-B03D-DE555C82CD88}" type="presParOf" srcId="{161F5725-B944-45DC-8861-D27A9F254822}" destId="{B8DCA8E1-340E-4CBE-84F8-125E97624439}" srcOrd="0" destOrd="0" presId="urn:microsoft.com/office/officeart/2005/8/layout/hierarchy4"/>
    <dgm:cxn modelId="{318D505D-2200-47BD-AE61-A54F88E2433B}" type="presParOf" srcId="{161F5725-B944-45DC-8861-D27A9F254822}" destId="{8E46AF69-3CFB-4951-AC14-D6DAA888B259}" srcOrd="1" destOrd="0" presId="urn:microsoft.com/office/officeart/2005/8/layout/hierarchy4"/>
    <dgm:cxn modelId="{D9CC081B-6DBA-4102-A0A2-65DEE4858464}" type="presParOf" srcId="{161F5725-B944-45DC-8861-D27A9F254822}" destId="{7AA894D8-8B62-4657-8AAE-6762CD206462}" srcOrd="2" destOrd="0" presId="urn:microsoft.com/office/officeart/2005/8/layout/hierarchy4"/>
    <dgm:cxn modelId="{B7A267CD-2257-4528-BAF9-AABEEDEFEC8A}" type="presParOf" srcId="{7AA894D8-8B62-4657-8AAE-6762CD206462}" destId="{FDDC7216-7179-4A3C-BC27-EDA278EBC240}" srcOrd="0" destOrd="0" presId="urn:microsoft.com/office/officeart/2005/8/layout/hierarchy4"/>
    <dgm:cxn modelId="{3717D77B-776F-46EF-A2A7-192624DD01D7}" type="presParOf" srcId="{FDDC7216-7179-4A3C-BC27-EDA278EBC240}" destId="{DED1076C-D2C3-41BF-96B0-8F652D03BD2C}" srcOrd="0" destOrd="0" presId="urn:microsoft.com/office/officeart/2005/8/layout/hierarchy4"/>
    <dgm:cxn modelId="{30AF9039-EFFC-4643-BE7D-57C003277246}" type="presParOf" srcId="{FDDC7216-7179-4A3C-BC27-EDA278EBC240}" destId="{CC40AFAE-EC98-49F0-AAD5-7754E52D5E36}" srcOrd="1" destOrd="0" presId="urn:microsoft.com/office/officeart/2005/8/layout/hierarchy4"/>
    <dgm:cxn modelId="{D2A70871-6E55-4840-8189-56E7851612C4}" type="presParOf" srcId="{50006C4D-26A9-4F3D-858C-F89F6282B4BA}" destId="{C10DC086-AE52-4A53-AFE7-CC262F78B492}" srcOrd="1" destOrd="0" presId="urn:microsoft.com/office/officeart/2005/8/layout/hierarchy4"/>
    <dgm:cxn modelId="{1FA860ED-7D9F-4ED1-83F6-747C3CF36A3E}" type="presParOf" srcId="{50006C4D-26A9-4F3D-858C-F89F6282B4BA}" destId="{F3BCB999-298E-4D07-A7E5-70E9E8EF07D7}" srcOrd="2" destOrd="0" presId="urn:microsoft.com/office/officeart/2005/8/layout/hierarchy4"/>
    <dgm:cxn modelId="{8AC01B68-D6A9-450B-BBE8-433230BC54C4}" type="presParOf" srcId="{F3BCB999-298E-4D07-A7E5-70E9E8EF07D7}" destId="{3E3A5DB5-79DF-41B8-8BB1-4EB5DEAFC103}" srcOrd="0" destOrd="0" presId="urn:microsoft.com/office/officeart/2005/8/layout/hierarchy4"/>
    <dgm:cxn modelId="{F32ADE46-5F4D-4B83-B7BE-B0FAC4B750AB}" type="presParOf" srcId="{F3BCB999-298E-4D07-A7E5-70E9E8EF07D7}" destId="{B9CEF13D-F315-48EE-890F-BDA50CA54951}" srcOrd="1" destOrd="0" presId="urn:microsoft.com/office/officeart/2005/8/layout/hierarchy4"/>
    <dgm:cxn modelId="{AB44A62F-7584-41C4-81A0-7FF80D4B0682}" type="presParOf" srcId="{F3BCB999-298E-4D07-A7E5-70E9E8EF07D7}" destId="{7BA398EC-63AC-4FBE-A4B6-3037EA39734E}" srcOrd="2" destOrd="0" presId="urn:microsoft.com/office/officeart/2005/8/layout/hierarchy4"/>
    <dgm:cxn modelId="{FA921D58-1F69-45FC-9BA1-BAB489A029A9}" type="presParOf" srcId="{7BA398EC-63AC-4FBE-A4B6-3037EA39734E}" destId="{537A0271-A5D0-4652-ADEE-66B5DC79544D}" srcOrd="0" destOrd="0" presId="urn:microsoft.com/office/officeart/2005/8/layout/hierarchy4"/>
    <dgm:cxn modelId="{DA12D755-A6DF-410F-910E-E9D3140C2A36}" type="presParOf" srcId="{537A0271-A5D0-4652-ADEE-66B5DC79544D}" destId="{A1A994AB-2473-4655-AC28-68992DA400DC}" srcOrd="0" destOrd="0" presId="urn:microsoft.com/office/officeart/2005/8/layout/hierarchy4"/>
    <dgm:cxn modelId="{1D8E56FE-DE81-43F0-9842-15271EB47EF1}" type="presParOf" srcId="{537A0271-A5D0-4652-ADEE-66B5DC79544D}" destId="{A44CF0BC-1FD9-4E2B-8602-B3D530FCB3D0}" srcOrd="1" destOrd="0" presId="urn:microsoft.com/office/officeart/2005/8/layout/hierarchy4"/>
    <dgm:cxn modelId="{5BCCB566-A168-4467-AD48-88673D267B45}" type="presParOf" srcId="{50006C4D-26A9-4F3D-858C-F89F6282B4BA}" destId="{56CCE28D-413D-435A-9A35-3DA3B167EE33}" srcOrd="3" destOrd="0" presId="urn:microsoft.com/office/officeart/2005/8/layout/hierarchy4"/>
    <dgm:cxn modelId="{BDBA66DC-C3FF-45C5-A87D-74DAD0A6E1D9}" type="presParOf" srcId="{50006C4D-26A9-4F3D-858C-F89F6282B4BA}" destId="{1550D8C1-E5E6-4552-9748-D6E7DE78107C}" srcOrd="4" destOrd="0" presId="urn:microsoft.com/office/officeart/2005/8/layout/hierarchy4"/>
    <dgm:cxn modelId="{26F250CC-C0C8-4153-9FF1-82437F3AB148}" type="presParOf" srcId="{1550D8C1-E5E6-4552-9748-D6E7DE78107C}" destId="{FEF13FD3-DF79-40D1-9513-185317082D50}" srcOrd="0" destOrd="0" presId="urn:microsoft.com/office/officeart/2005/8/layout/hierarchy4"/>
    <dgm:cxn modelId="{CB120FCB-72CF-422F-AED2-C6D1248A0D0A}" type="presParOf" srcId="{1550D8C1-E5E6-4552-9748-D6E7DE78107C}" destId="{543A6B26-B3DC-4FA5-B4FE-4E24EEAB1F21}" srcOrd="1" destOrd="0" presId="urn:microsoft.com/office/officeart/2005/8/layout/hierarchy4"/>
    <dgm:cxn modelId="{7AE61214-EF28-4355-8669-4B79B12662CA}" type="presParOf" srcId="{1550D8C1-E5E6-4552-9748-D6E7DE78107C}" destId="{2B2F441D-78FC-4ADC-8948-F509A1891269}" srcOrd="2" destOrd="0" presId="urn:microsoft.com/office/officeart/2005/8/layout/hierarchy4"/>
    <dgm:cxn modelId="{DA93A1AE-9C22-4D61-B4F0-E7294DF2F009}" type="presParOf" srcId="{2B2F441D-78FC-4ADC-8948-F509A1891269}" destId="{70B9D875-ECA5-4F03-8AC0-3F92B1AF9783}" srcOrd="0" destOrd="0" presId="urn:microsoft.com/office/officeart/2005/8/layout/hierarchy4"/>
    <dgm:cxn modelId="{DE221B80-D5EB-468A-BE33-A9405790F124}" type="presParOf" srcId="{70B9D875-ECA5-4F03-8AC0-3F92B1AF9783}" destId="{67D1B2DE-C7FF-464B-85AD-C024CC85295A}" srcOrd="0" destOrd="0" presId="urn:microsoft.com/office/officeart/2005/8/layout/hierarchy4"/>
    <dgm:cxn modelId="{4E5A5427-63F1-4EF9-A345-3589A411402C}" type="presParOf" srcId="{70B9D875-ECA5-4F03-8AC0-3F92B1AF9783}" destId="{9DCCA2DA-5FAE-4A1B-9541-FBA064EBDC47}" srcOrd="1" destOrd="0" presId="urn:microsoft.com/office/officeart/2005/8/layout/hierarchy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B4464E6-8D8A-4BE6-B185-F65C8F77B931}" type="doc">
      <dgm:prSet loTypeId="urn:microsoft.com/office/officeart/2005/8/layout/default#1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E755E32-B4EA-4ACE-971B-E995747A4C88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Free from pathogens</a:t>
          </a:r>
          <a:endParaRPr lang="en-US" dirty="0">
            <a:latin typeface="Cambria" pitchFamily="18" charset="0"/>
          </a:endParaRPr>
        </a:p>
      </dgm:t>
    </dgm:pt>
    <dgm:pt modelId="{1EC5FEC3-E3A2-443C-97CC-51C59CCBF10E}" type="parTrans" cxnId="{B40E3D39-026E-4FCF-9FF3-34E541CE4E61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08C1F141-9316-450A-9592-709D6D50C692}" type="sibTrans" cxnId="{B40E3D39-026E-4FCF-9FF3-34E541CE4E61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018F4907-518E-46F5-870B-BD3C4D9A14E0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Free from harmful chemical substances</a:t>
          </a:r>
          <a:endParaRPr lang="en-US" dirty="0">
            <a:latin typeface="Cambria" pitchFamily="18" charset="0"/>
          </a:endParaRPr>
        </a:p>
      </dgm:t>
    </dgm:pt>
    <dgm:pt modelId="{460F0836-DA74-4D38-B92E-F986B53329C6}" type="parTrans" cxnId="{B453E1A3-D4BA-447B-AD9B-BC03D445D9C9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C284DE91-10C3-46EF-B198-4C96DA0ABB38}" type="sibTrans" cxnId="{B453E1A3-D4BA-447B-AD9B-BC03D445D9C9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D6D74CAC-AA97-4C0F-9E27-BE74F092FBEA}">
      <dgm:prSet/>
      <dgm:spPr>
        <a:solidFill>
          <a:srgbClr val="7030A0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Pleasant to taste (free from bad odour or taste)</a:t>
          </a:r>
          <a:endParaRPr lang="en-US" dirty="0">
            <a:latin typeface="Cambria" pitchFamily="18" charset="0"/>
          </a:endParaRPr>
        </a:p>
      </dgm:t>
    </dgm:pt>
    <dgm:pt modelId="{7FA6E765-BD4F-4157-B274-570D2DA22871}" type="parTrans" cxnId="{78DC8C97-DE33-4046-AC7F-6933ADB49E67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134C91F5-4A91-473B-AF6B-7779D993B0D8}" type="sibTrans" cxnId="{78DC8C97-DE33-4046-AC7F-6933ADB49E67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B30D3406-AC57-4C99-82C7-E169661E69B0}">
      <dgm:prSet/>
      <dgm:spPr>
        <a:solidFill>
          <a:srgbClr val="005426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Usable for domestic purposes</a:t>
          </a:r>
        </a:p>
      </dgm:t>
    </dgm:pt>
    <dgm:pt modelId="{55A4A2C9-21A1-4C84-9772-CC61D4274A60}" type="parTrans" cxnId="{F3713EE8-4196-4AA6-9C30-3C553584CBEB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6F1CCAA3-C642-4B20-B2CB-30F5C8664547}" type="sibTrans" cxnId="{F3713EE8-4196-4AA6-9C30-3C553584CBEB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44F16861-909F-4FD3-8DD2-FF74403BD2C7}" type="pres">
      <dgm:prSet presAssocID="{3B4464E6-8D8A-4BE6-B185-F65C8F77B931}" presName="diagram" presStyleCnt="0">
        <dgm:presLayoutVars>
          <dgm:dir/>
          <dgm:resizeHandles val="exact"/>
        </dgm:presLayoutVars>
      </dgm:prSet>
      <dgm:spPr/>
    </dgm:pt>
    <dgm:pt modelId="{62837DF3-CCAB-4F07-9DD1-5A7D5BF7F8D0}" type="pres">
      <dgm:prSet presAssocID="{FE755E32-B4EA-4ACE-971B-E995747A4C88}" presName="node" presStyleLbl="node1" presStyleIdx="0" presStyleCnt="4">
        <dgm:presLayoutVars>
          <dgm:bulletEnabled val="1"/>
        </dgm:presLayoutVars>
      </dgm:prSet>
      <dgm:spPr/>
    </dgm:pt>
    <dgm:pt modelId="{F387E25A-C1AD-4A48-8C63-09E065F946C5}" type="pres">
      <dgm:prSet presAssocID="{08C1F141-9316-450A-9592-709D6D50C692}" presName="sibTrans" presStyleCnt="0"/>
      <dgm:spPr/>
    </dgm:pt>
    <dgm:pt modelId="{3264E1B5-4059-4DED-AC4F-2A250704932D}" type="pres">
      <dgm:prSet presAssocID="{018F4907-518E-46F5-870B-BD3C4D9A14E0}" presName="node" presStyleLbl="node1" presStyleIdx="1" presStyleCnt="4">
        <dgm:presLayoutVars>
          <dgm:bulletEnabled val="1"/>
        </dgm:presLayoutVars>
      </dgm:prSet>
      <dgm:spPr/>
    </dgm:pt>
    <dgm:pt modelId="{B89E4F72-FF4F-4D82-8B2A-580B37C6565A}" type="pres">
      <dgm:prSet presAssocID="{C284DE91-10C3-46EF-B198-4C96DA0ABB38}" presName="sibTrans" presStyleCnt="0"/>
      <dgm:spPr/>
    </dgm:pt>
    <dgm:pt modelId="{D2CA726D-74FE-467A-8DE7-A659EE5E4CDC}" type="pres">
      <dgm:prSet presAssocID="{D6D74CAC-AA97-4C0F-9E27-BE74F092FBEA}" presName="node" presStyleLbl="node1" presStyleIdx="2" presStyleCnt="4">
        <dgm:presLayoutVars>
          <dgm:bulletEnabled val="1"/>
        </dgm:presLayoutVars>
      </dgm:prSet>
      <dgm:spPr/>
    </dgm:pt>
    <dgm:pt modelId="{BAA5C5F0-510A-4C43-B667-C87271D86278}" type="pres">
      <dgm:prSet presAssocID="{134C91F5-4A91-473B-AF6B-7779D993B0D8}" presName="sibTrans" presStyleCnt="0"/>
      <dgm:spPr/>
    </dgm:pt>
    <dgm:pt modelId="{0A919B9B-8EEB-4081-ABDD-05E51C35C805}" type="pres">
      <dgm:prSet presAssocID="{B30D3406-AC57-4C99-82C7-E169661E69B0}" presName="node" presStyleLbl="node1" presStyleIdx="3" presStyleCnt="4">
        <dgm:presLayoutVars>
          <dgm:bulletEnabled val="1"/>
        </dgm:presLayoutVars>
      </dgm:prSet>
      <dgm:spPr/>
    </dgm:pt>
  </dgm:ptLst>
  <dgm:cxnLst>
    <dgm:cxn modelId="{61ADA902-452A-40EB-B9F3-BEBB31497F38}" type="presOf" srcId="{FE755E32-B4EA-4ACE-971B-E995747A4C88}" destId="{62837DF3-CCAB-4F07-9DD1-5A7D5BF7F8D0}" srcOrd="0" destOrd="0" presId="urn:microsoft.com/office/officeart/2005/8/layout/default#1"/>
    <dgm:cxn modelId="{1030C736-BAF2-432C-BD1E-5A33815AC63E}" type="presOf" srcId="{B30D3406-AC57-4C99-82C7-E169661E69B0}" destId="{0A919B9B-8EEB-4081-ABDD-05E51C35C805}" srcOrd="0" destOrd="0" presId="urn:microsoft.com/office/officeart/2005/8/layout/default#1"/>
    <dgm:cxn modelId="{B40E3D39-026E-4FCF-9FF3-34E541CE4E61}" srcId="{3B4464E6-8D8A-4BE6-B185-F65C8F77B931}" destId="{FE755E32-B4EA-4ACE-971B-E995747A4C88}" srcOrd="0" destOrd="0" parTransId="{1EC5FEC3-E3A2-443C-97CC-51C59CCBF10E}" sibTransId="{08C1F141-9316-450A-9592-709D6D50C692}"/>
    <dgm:cxn modelId="{F39EB07C-70D6-4080-876D-C20453A9B6CE}" type="presOf" srcId="{3B4464E6-8D8A-4BE6-B185-F65C8F77B931}" destId="{44F16861-909F-4FD3-8DD2-FF74403BD2C7}" srcOrd="0" destOrd="0" presId="urn:microsoft.com/office/officeart/2005/8/layout/default#1"/>
    <dgm:cxn modelId="{78DC8C97-DE33-4046-AC7F-6933ADB49E67}" srcId="{3B4464E6-8D8A-4BE6-B185-F65C8F77B931}" destId="{D6D74CAC-AA97-4C0F-9E27-BE74F092FBEA}" srcOrd="2" destOrd="0" parTransId="{7FA6E765-BD4F-4157-B274-570D2DA22871}" sibTransId="{134C91F5-4A91-473B-AF6B-7779D993B0D8}"/>
    <dgm:cxn modelId="{B6E43299-872D-4359-9DF6-870BB66DD4F6}" type="presOf" srcId="{D6D74CAC-AA97-4C0F-9E27-BE74F092FBEA}" destId="{D2CA726D-74FE-467A-8DE7-A659EE5E4CDC}" srcOrd="0" destOrd="0" presId="urn:microsoft.com/office/officeart/2005/8/layout/default#1"/>
    <dgm:cxn modelId="{B453E1A3-D4BA-447B-AD9B-BC03D445D9C9}" srcId="{3B4464E6-8D8A-4BE6-B185-F65C8F77B931}" destId="{018F4907-518E-46F5-870B-BD3C4D9A14E0}" srcOrd="1" destOrd="0" parTransId="{460F0836-DA74-4D38-B92E-F986B53329C6}" sibTransId="{C284DE91-10C3-46EF-B198-4C96DA0ABB38}"/>
    <dgm:cxn modelId="{F3713EE8-4196-4AA6-9C30-3C553584CBEB}" srcId="{3B4464E6-8D8A-4BE6-B185-F65C8F77B931}" destId="{B30D3406-AC57-4C99-82C7-E169661E69B0}" srcOrd="3" destOrd="0" parTransId="{55A4A2C9-21A1-4C84-9772-CC61D4274A60}" sibTransId="{6F1CCAA3-C642-4B20-B2CB-30F5C8664547}"/>
    <dgm:cxn modelId="{D115DBF7-191C-4FFE-8038-ECA3148FFC03}" type="presOf" srcId="{018F4907-518E-46F5-870B-BD3C4D9A14E0}" destId="{3264E1B5-4059-4DED-AC4F-2A250704932D}" srcOrd="0" destOrd="0" presId="urn:microsoft.com/office/officeart/2005/8/layout/default#1"/>
    <dgm:cxn modelId="{49219A8C-3FF3-4C12-9CBF-429EACA1F339}" type="presParOf" srcId="{44F16861-909F-4FD3-8DD2-FF74403BD2C7}" destId="{62837DF3-CCAB-4F07-9DD1-5A7D5BF7F8D0}" srcOrd="0" destOrd="0" presId="urn:microsoft.com/office/officeart/2005/8/layout/default#1"/>
    <dgm:cxn modelId="{18C98428-DF89-4250-8971-E0646DE8E4CB}" type="presParOf" srcId="{44F16861-909F-4FD3-8DD2-FF74403BD2C7}" destId="{F387E25A-C1AD-4A48-8C63-09E065F946C5}" srcOrd="1" destOrd="0" presId="urn:microsoft.com/office/officeart/2005/8/layout/default#1"/>
    <dgm:cxn modelId="{F329AAD7-58BF-40FF-B375-3CDF55F05373}" type="presParOf" srcId="{44F16861-909F-4FD3-8DD2-FF74403BD2C7}" destId="{3264E1B5-4059-4DED-AC4F-2A250704932D}" srcOrd="2" destOrd="0" presId="urn:microsoft.com/office/officeart/2005/8/layout/default#1"/>
    <dgm:cxn modelId="{21EEEC5C-571F-43AC-81D5-9FFE79873D9C}" type="presParOf" srcId="{44F16861-909F-4FD3-8DD2-FF74403BD2C7}" destId="{B89E4F72-FF4F-4D82-8B2A-580B37C6565A}" srcOrd="3" destOrd="0" presId="urn:microsoft.com/office/officeart/2005/8/layout/default#1"/>
    <dgm:cxn modelId="{02CB55B0-7E44-47AF-A113-599F62606A3B}" type="presParOf" srcId="{44F16861-909F-4FD3-8DD2-FF74403BD2C7}" destId="{D2CA726D-74FE-467A-8DE7-A659EE5E4CDC}" srcOrd="4" destOrd="0" presId="urn:microsoft.com/office/officeart/2005/8/layout/default#1"/>
    <dgm:cxn modelId="{8FA48B88-5576-4CC9-A5C0-A9FE4D0D51E7}" type="presParOf" srcId="{44F16861-909F-4FD3-8DD2-FF74403BD2C7}" destId="{BAA5C5F0-510A-4C43-B667-C87271D86278}" srcOrd="5" destOrd="0" presId="urn:microsoft.com/office/officeart/2005/8/layout/default#1"/>
    <dgm:cxn modelId="{A6A18CEF-FF50-43D8-9EC7-C8C0F81A88F4}" type="presParOf" srcId="{44F16861-909F-4FD3-8DD2-FF74403BD2C7}" destId="{0A919B9B-8EEB-4081-ABDD-05E51C35C805}" srcOrd="6" destOrd="0" presId="urn:microsoft.com/office/officeart/2005/8/layout/default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B4464E6-8D8A-4BE6-B185-F65C8F77B931}" type="doc">
      <dgm:prSet loTypeId="urn:microsoft.com/office/officeart/2005/8/layout/default#2" loCatId="list" qsTypeId="urn:microsoft.com/office/officeart/2005/8/quickstyle/3d2" qsCatId="3D" csTypeId="urn:microsoft.com/office/officeart/2005/8/colors/colorful3" csCatId="colorful" phldr="1"/>
      <dgm:spPr/>
      <dgm:t>
        <a:bodyPr/>
        <a:lstStyle/>
        <a:p>
          <a:endParaRPr lang="en-US"/>
        </a:p>
      </dgm:t>
    </dgm:pt>
    <dgm:pt modelId="{FE755E32-B4EA-4ACE-971B-E995747A4C88}">
      <dgm:prSet/>
      <dgm:spPr>
        <a:solidFill>
          <a:schemeClr val="accent2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Free from pathogens</a:t>
          </a:r>
          <a:endParaRPr lang="en-US" dirty="0">
            <a:latin typeface="Cambria" pitchFamily="18" charset="0"/>
          </a:endParaRPr>
        </a:p>
      </dgm:t>
    </dgm:pt>
    <dgm:pt modelId="{1EC5FEC3-E3A2-443C-97CC-51C59CCBF10E}" type="parTrans" cxnId="{B40E3D39-026E-4FCF-9FF3-34E541CE4E61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08C1F141-9316-450A-9592-709D6D50C692}" type="sibTrans" cxnId="{B40E3D39-026E-4FCF-9FF3-34E541CE4E61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018F4907-518E-46F5-870B-BD3C4D9A14E0}">
      <dgm:prSet/>
      <dgm:spPr>
        <a:solidFill>
          <a:srgbClr val="0070C0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Free from harmful chemical substances</a:t>
          </a:r>
          <a:endParaRPr lang="en-US" dirty="0">
            <a:latin typeface="Cambria" pitchFamily="18" charset="0"/>
          </a:endParaRPr>
        </a:p>
      </dgm:t>
    </dgm:pt>
    <dgm:pt modelId="{460F0836-DA74-4D38-B92E-F986B53329C6}" type="parTrans" cxnId="{B453E1A3-D4BA-447B-AD9B-BC03D445D9C9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C284DE91-10C3-46EF-B198-4C96DA0ABB38}" type="sibTrans" cxnId="{B453E1A3-D4BA-447B-AD9B-BC03D445D9C9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D6D74CAC-AA97-4C0F-9E27-BE74F092FBEA}">
      <dgm:prSet/>
      <dgm:spPr>
        <a:solidFill>
          <a:srgbClr val="7030A0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Pleasant to taste (free from bad odour or taste)</a:t>
          </a:r>
          <a:endParaRPr lang="en-US" dirty="0">
            <a:latin typeface="Cambria" pitchFamily="18" charset="0"/>
          </a:endParaRPr>
        </a:p>
      </dgm:t>
    </dgm:pt>
    <dgm:pt modelId="{7FA6E765-BD4F-4157-B274-570D2DA22871}" type="parTrans" cxnId="{78DC8C97-DE33-4046-AC7F-6933ADB49E67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134C91F5-4A91-473B-AF6B-7779D993B0D8}" type="sibTrans" cxnId="{78DC8C97-DE33-4046-AC7F-6933ADB49E67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B30D3406-AC57-4C99-82C7-E169661E69B0}">
      <dgm:prSet/>
      <dgm:spPr>
        <a:solidFill>
          <a:srgbClr val="005426"/>
        </a:solidFill>
      </dgm:spPr>
      <dgm:t>
        <a:bodyPr/>
        <a:lstStyle/>
        <a:p>
          <a:pPr rtl="0"/>
          <a:r>
            <a:rPr lang="en-IN" dirty="0">
              <a:latin typeface="Cambria" pitchFamily="18" charset="0"/>
            </a:rPr>
            <a:t>Usable for domestic purposes</a:t>
          </a:r>
        </a:p>
      </dgm:t>
    </dgm:pt>
    <dgm:pt modelId="{55A4A2C9-21A1-4C84-9772-CC61D4274A60}" type="parTrans" cxnId="{F3713EE8-4196-4AA6-9C30-3C553584CBEB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6F1CCAA3-C642-4B20-B2CB-30F5C8664547}" type="sibTrans" cxnId="{F3713EE8-4196-4AA6-9C30-3C553584CBEB}">
      <dgm:prSet/>
      <dgm:spPr/>
      <dgm:t>
        <a:bodyPr/>
        <a:lstStyle/>
        <a:p>
          <a:endParaRPr lang="en-US">
            <a:latin typeface="Cambria" pitchFamily="18" charset="0"/>
          </a:endParaRPr>
        </a:p>
      </dgm:t>
    </dgm:pt>
    <dgm:pt modelId="{44F16861-909F-4FD3-8DD2-FF74403BD2C7}" type="pres">
      <dgm:prSet presAssocID="{3B4464E6-8D8A-4BE6-B185-F65C8F77B931}" presName="diagram" presStyleCnt="0">
        <dgm:presLayoutVars>
          <dgm:dir/>
          <dgm:resizeHandles val="exact"/>
        </dgm:presLayoutVars>
      </dgm:prSet>
      <dgm:spPr/>
    </dgm:pt>
    <dgm:pt modelId="{62837DF3-CCAB-4F07-9DD1-5A7D5BF7F8D0}" type="pres">
      <dgm:prSet presAssocID="{FE755E32-B4EA-4ACE-971B-E995747A4C88}" presName="node" presStyleLbl="node1" presStyleIdx="0" presStyleCnt="4">
        <dgm:presLayoutVars>
          <dgm:bulletEnabled val="1"/>
        </dgm:presLayoutVars>
      </dgm:prSet>
      <dgm:spPr/>
    </dgm:pt>
    <dgm:pt modelId="{F387E25A-C1AD-4A48-8C63-09E065F946C5}" type="pres">
      <dgm:prSet presAssocID="{08C1F141-9316-450A-9592-709D6D50C692}" presName="sibTrans" presStyleCnt="0"/>
      <dgm:spPr/>
    </dgm:pt>
    <dgm:pt modelId="{3264E1B5-4059-4DED-AC4F-2A250704932D}" type="pres">
      <dgm:prSet presAssocID="{018F4907-518E-46F5-870B-BD3C4D9A14E0}" presName="node" presStyleLbl="node1" presStyleIdx="1" presStyleCnt="4">
        <dgm:presLayoutVars>
          <dgm:bulletEnabled val="1"/>
        </dgm:presLayoutVars>
      </dgm:prSet>
      <dgm:spPr/>
    </dgm:pt>
    <dgm:pt modelId="{B89E4F72-FF4F-4D82-8B2A-580B37C6565A}" type="pres">
      <dgm:prSet presAssocID="{C284DE91-10C3-46EF-B198-4C96DA0ABB38}" presName="sibTrans" presStyleCnt="0"/>
      <dgm:spPr/>
    </dgm:pt>
    <dgm:pt modelId="{D2CA726D-74FE-467A-8DE7-A659EE5E4CDC}" type="pres">
      <dgm:prSet presAssocID="{D6D74CAC-AA97-4C0F-9E27-BE74F092FBEA}" presName="node" presStyleLbl="node1" presStyleIdx="2" presStyleCnt="4">
        <dgm:presLayoutVars>
          <dgm:bulletEnabled val="1"/>
        </dgm:presLayoutVars>
      </dgm:prSet>
      <dgm:spPr/>
    </dgm:pt>
    <dgm:pt modelId="{BAA5C5F0-510A-4C43-B667-C87271D86278}" type="pres">
      <dgm:prSet presAssocID="{134C91F5-4A91-473B-AF6B-7779D993B0D8}" presName="sibTrans" presStyleCnt="0"/>
      <dgm:spPr/>
    </dgm:pt>
    <dgm:pt modelId="{0A919B9B-8EEB-4081-ABDD-05E51C35C805}" type="pres">
      <dgm:prSet presAssocID="{B30D3406-AC57-4C99-82C7-E169661E69B0}" presName="node" presStyleLbl="node1" presStyleIdx="3" presStyleCnt="4">
        <dgm:presLayoutVars>
          <dgm:bulletEnabled val="1"/>
        </dgm:presLayoutVars>
      </dgm:prSet>
      <dgm:spPr/>
    </dgm:pt>
  </dgm:ptLst>
  <dgm:cxnLst>
    <dgm:cxn modelId="{70940F19-D64E-461D-A8B0-2B88480D943B}" type="presOf" srcId="{018F4907-518E-46F5-870B-BD3C4D9A14E0}" destId="{3264E1B5-4059-4DED-AC4F-2A250704932D}" srcOrd="0" destOrd="0" presId="urn:microsoft.com/office/officeart/2005/8/layout/default#2"/>
    <dgm:cxn modelId="{B40E3D39-026E-4FCF-9FF3-34E541CE4E61}" srcId="{3B4464E6-8D8A-4BE6-B185-F65C8F77B931}" destId="{FE755E32-B4EA-4ACE-971B-E995747A4C88}" srcOrd="0" destOrd="0" parTransId="{1EC5FEC3-E3A2-443C-97CC-51C59CCBF10E}" sibTransId="{08C1F141-9316-450A-9592-709D6D50C692}"/>
    <dgm:cxn modelId="{8B795F5C-9048-4FAE-8EFF-BF3728A06D17}" type="presOf" srcId="{D6D74CAC-AA97-4C0F-9E27-BE74F092FBEA}" destId="{D2CA726D-74FE-467A-8DE7-A659EE5E4CDC}" srcOrd="0" destOrd="0" presId="urn:microsoft.com/office/officeart/2005/8/layout/default#2"/>
    <dgm:cxn modelId="{7E41B842-A46A-462C-A52E-166B9E44AB25}" type="presOf" srcId="{B30D3406-AC57-4C99-82C7-E169661E69B0}" destId="{0A919B9B-8EEB-4081-ABDD-05E51C35C805}" srcOrd="0" destOrd="0" presId="urn:microsoft.com/office/officeart/2005/8/layout/default#2"/>
    <dgm:cxn modelId="{78DC8C97-DE33-4046-AC7F-6933ADB49E67}" srcId="{3B4464E6-8D8A-4BE6-B185-F65C8F77B931}" destId="{D6D74CAC-AA97-4C0F-9E27-BE74F092FBEA}" srcOrd="2" destOrd="0" parTransId="{7FA6E765-BD4F-4157-B274-570D2DA22871}" sibTransId="{134C91F5-4A91-473B-AF6B-7779D993B0D8}"/>
    <dgm:cxn modelId="{B453E1A3-D4BA-447B-AD9B-BC03D445D9C9}" srcId="{3B4464E6-8D8A-4BE6-B185-F65C8F77B931}" destId="{018F4907-518E-46F5-870B-BD3C4D9A14E0}" srcOrd="1" destOrd="0" parTransId="{460F0836-DA74-4D38-B92E-F986B53329C6}" sibTransId="{C284DE91-10C3-46EF-B198-4C96DA0ABB38}"/>
    <dgm:cxn modelId="{F3713EE8-4196-4AA6-9C30-3C553584CBEB}" srcId="{3B4464E6-8D8A-4BE6-B185-F65C8F77B931}" destId="{B30D3406-AC57-4C99-82C7-E169661E69B0}" srcOrd="3" destOrd="0" parTransId="{55A4A2C9-21A1-4C84-9772-CC61D4274A60}" sibTransId="{6F1CCAA3-C642-4B20-B2CB-30F5C8664547}"/>
    <dgm:cxn modelId="{A90019EE-4CE5-489C-B9E7-7D19672486FA}" type="presOf" srcId="{FE755E32-B4EA-4ACE-971B-E995747A4C88}" destId="{62837DF3-CCAB-4F07-9DD1-5A7D5BF7F8D0}" srcOrd="0" destOrd="0" presId="urn:microsoft.com/office/officeart/2005/8/layout/default#2"/>
    <dgm:cxn modelId="{6A8108F5-A985-4B9D-BB54-3F8D69679922}" type="presOf" srcId="{3B4464E6-8D8A-4BE6-B185-F65C8F77B931}" destId="{44F16861-909F-4FD3-8DD2-FF74403BD2C7}" srcOrd="0" destOrd="0" presId="urn:microsoft.com/office/officeart/2005/8/layout/default#2"/>
    <dgm:cxn modelId="{1F3B8C40-36FE-43E7-80D3-798EE6DDF8D3}" type="presParOf" srcId="{44F16861-909F-4FD3-8DD2-FF74403BD2C7}" destId="{62837DF3-CCAB-4F07-9DD1-5A7D5BF7F8D0}" srcOrd="0" destOrd="0" presId="urn:microsoft.com/office/officeart/2005/8/layout/default#2"/>
    <dgm:cxn modelId="{86DA3FDD-F2DF-4808-9E70-6A8593E98A14}" type="presParOf" srcId="{44F16861-909F-4FD3-8DD2-FF74403BD2C7}" destId="{F387E25A-C1AD-4A48-8C63-09E065F946C5}" srcOrd="1" destOrd="0" presId="urn:microsoft.com/office/officeart/2005/8/layout/default#2"/>
    <dgm:cxn modelId="{DE61159E-8178-4E0F-A9CA-76EF0235A217}" type="presParOf" srcId="{44F16861-909F-4FD3-8DD2-FF74403BD2C7}" destId="{3264E1B5-4059-4DED-AC4F-2A250704932D}" srcOrd="2" destOrd="0" presId="urn:microsoft.com/office/officeart/2005/8/layout/default#2"/>
    <dgm:cxn modelId="{B088B611-58BB-4111-8B6C-D364172A5CF0}" type="presParOf" srcId="{44F16861-909F-4FD3-8DD2-FF74403BD2C7}" destId="{B89E4F72-FF4F-4D82-8B2A-580B37C6565A}" srcOrd="3" destOrd="0" presId="urn:microsoft.com/office/officeart/2005/8/layout/default#2"/>
    <dgm:cxn modelId="{F8FEC328-C405-4CCD-ADC3-8001CD4CEFB8}" type="presParOf" srcId="{44F16861-909F-4FD3-8DD2-FF74403BD2C7}" destId="{D2CA726D-74FE-467A-8DE7-A659EE5E4CDC}" srcOrd="4" destOrd="0" presId="urn:microsoft.com/office/officeart/2005/8/layout/default#2"/>
    <dgm:cxn modelId="{FFE0E1AE-63E0-4C17-B7D4-322CA6EC975E}" type="presParOf" srcId="{44F16861-909F-4FD3-8DD2-FF74403BD2C7}" destId="{BAA5C5F0-510A-4C43-B667-C87271D86278}" srcOrd="5" destOrd="0" presId="urn:microsoft.com/office/officeart/2005/8/layout/default#2"/>
    <dgm:cxn modelId="{5BEE1428-2C24-467D-A9D5-24A70FC8C3FC}" type="presParOf" srcId="{44F16861-909F-4FD3-8DD2-FF74403BD2C7}" destId="{0A919B9B-8EEB-4081-ABDD-05E51C35C805}" srcOrd="6" destOrd="0" presId="urn:microsoft.com/office/officeart/2005/8/layout/default#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9247ADDF-0E00-458A-9E73-0295B24251FA}" type="doc">
      <dgm:prSet loTypeId="urn:microsoft.com/office/officeart/2005/8/layout/pList2#1" loCatId="list" qsTypeId="urn:microsoft.com/office/officeart/2005/8/quickstyle/simple1" qsCatId="simple" csTypeId="urn:microsoft.com/office/officeart/2005/8/colors/colorful1#2" csCatId="colorful" phldr="1"/>
      <dgm:spPr/>
      <dgm:t>
        <a:bodyPr/>
        <a:lstStyle/>
        <a:p>
          <a:endParaRPr lang="en-US"/>
        </a:p>
      </dgm:t>
    </dgm:pt>
    <dgm:pt modelId="{67044D97-E38C-4512-A8AA-92F70A36F0E6}">
      <dgm:prSet custT="1"/>
      <dgm:spPr/>
      <dgm:t>
        <a:bodyPr/>
        <a:lstStyle/>
        <a:p>
          <a:pPr rtl="0"/>
          <a:r>
            <a:rPr lang="en-US" sz="2400" dirty="0">
              <a:latin typeface="Cambria" pitchFamily="18" charset="0"/>
            </a:rPr>
            <a:t>Supply</a:t>
          </a:r>
        </a:p>
      </dgm:t>
    </dgm:pt>
    <dgm:pt modelId="{B003FC46-BFFC-48E4-8504-790746F9CA65}" type="parTrans" cxnId="{02768BB7-A28C-4C16-81A9-A01561B1AB35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316C6F2F-1DB5-4161-8CEF-6EB4DE7A502E}" type="sibTrans" cxnId="{02768BB7-A28C-4C16-81A9-A01561B1AB35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BF88F1C9-2AE5-43D4-BE5C-40B53332694B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Water is treated to make it safe</a:t>
          </a:r>
        </a:p>
      </dgm:t>
    </dgm:pt>
    <dgm:pt modelId="{E8F96A8A-9097-4338-8BD2-1B28097A94E4}" type="parTrans" cxnId="{230C7501-E201-4376-A47F-6B59831E870E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FDC39F21-3931-462B-8271-99ED25BAB8B0}" type="sibTrans" cxnId="{230C7501-E201-4376-A47F-6B59831E870E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2DE01091-D17B-4E64-ACEF-3471DFE3731A}">
      <dgm:prSet custT="1"/>
      <dgm:spPr/>
      <dgm:t>
        <a:bodyPr/>
        <a:lstStyle/>
        <a:p>
          <a:pPr rtl="0"/>
          <a:r>
            <a:rPr lang="en-US" sz="2400" dirty="0">
              <a:latin typeface="Cambria" pitchFamily="18" charset="0"/>
            </a:rPr>
            <a:t>Storage</a:t>
          </a:r>
        </a:p>
      </dgm:t>
    </dgm:pt>
    <dgm:pt modelId="{BB4BEEC7-43BB-4E74-AD23-3585C1A59517}" type="parTrans" cxnId="{3153F8B5-7634-493F-AEB1-BDFAE659A44B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ECE7F672-9CD1-422F-B515-6E13D6CC14FB}" type="sibTrans" cxnId="{3153F8B5-7634-493F-AEB1-BDFAE659A44B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BCF51DF9-3673-4F46-9BC7-7782347AF9F1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Water is stored to prevent contamination</a:t>
          </a:r>
        </a:p>
      </dgm:t>
    </dgm:pt>
    <dgm:pt modelId="{99619042-5748-49CA-A12D-ECC0F3C74ED0}" type="parTrans" cxnId="{F6FD386A-605C-48DE-83CA-FB1A78929C94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DDC56F5C-6FD7-4977-94B8-BA2B908FB07B}" type="sibTrans" cxnId="{F6FD386A-605C-48DE-83CA-FB1A78929C94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23F8FC45-BEC8-41B4-A1D6-BBA4810C6B38}">
      <dgm:prSet custT="1"/>
      <dgm:spPr/>
      <dgm:t>
        <a:bodyPr/>
        <a:lstStyle/>
        <a:p>
          <a:pPr rtl="0"/>
          <a:r>
            <a:rPr lang="en-US" sz="2400" dirty="0">
              <a:latin typeface="Cambria" pitchFamily="18" charset="0"/>
            </a:rPr>
            <a:t>Retrieval</a:t>
          </a:r>
        </a:p>
      </dgm:t>
    </dgm:pt>
    <dgm:pt modelId="{229F850B-AF98-4FE5-9711-C9C8D913CEAF}" type="parTrans" cxnId="{1387F241-6E31-4228-A0B8-A3F53D66778B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A84EDAD0-EC14-493A-BE83-65B1236668DB}" type="sibTrans" cxnId="{1387F241-6E31-4228-A0B8-A3F53D66778B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EE3D99B7-4645-455B-B2B7-8E05ADB2CE0F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Water is retrieved to keep it safe</a:t>
          </a:r>
        </a:p>
      </dgm:t>
    </dgm:pt>
    <dgm:pt modelId="{B13DDED0-A573-4D13-A8B6-A7C15E1624F2}" type="parTrans" cxnId="{C3122F63-6D8D-4D7D-9DE7-A947FC2A778C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EAF7DB0D-DC0C-45B1-8865-666BD7F91E94}" type="sibTrans" cxnId="{C3122F63-6D8D-4D7D-9DE7-A947FC2A778C}">
      <dgm:prSet/>
      <dgm:spPr/>
      <dgm:t>
        <a:bodyPr/>
        <a:lstStyle/>
        <a:p>
          <a:endParaRPr lang="en-US" sz="2000">
            <a:latin typeface="Cambria" pitchFamily="18" charset="0"/>
          </a:endParaRPr>
        </a:p>
      </dgm:t>
    </dgm:pt>
    <dgm:pt modelId="{4C2F1651-21A8-4015-A0DF-B9BC4E61B270}">
      <dgm:prSet custT="1"/>
      <dgm:spPr/>
      <dgm:t>
        <a:bodyPr/>
        <a:lstStyle/>
        <a:p>
          <a:pPr rtl="0"/>
          <a:r>
            <a:rPr lang="en-US" sz="2400" dirty="0">
              <a:latin typeface="Cambria" pitchFamily="18" charset="0"/>
            </a:rPr>
            <a:t>Treatment</a:t>
          </a:r>
        </a:p>
      </dgm:t>
    </dgm:pt>
    <dgm:pt modelId="{3247F4CD-CBDC-480D-A60D-A8D153739A70}" type="parTrans" cxnId="{0A2D0FD4-73BB-4987-86E1-564A0542B9D8}">
      <dgm:prSet/>
      <dgm:spPr/>
      <dgm:t>
        <a:bodyPr/>
        <a:lstStyle/>
        <a:p>
          <a:endParaRPr lang="en-US" sz="2000"/>
        </a:p>
      </dgm:t>
    </dgm:pt>
    <dgm:pt modelId="{81764123-07AE-4D52-9023-0BD6A2D15CE6}" type="sibTrans" cxnId="{0A2D0FD4-73BB-4987-86E1-564A0542B9D8}">
      <dgm:prSet/>
      <dgm:spPr/>
      <dgm:t>
        <a:bodyPr/>
        <a:lstStyle/>
        <a:p>
          <a:endParaRPr lang="en-US" sz="2000"/>
        </a:p>
      </dgm:t>
    </dgm:pt>
    <dgm:pt modelId="{D9AF50F4-E798-47FD-BA16-1A4F84EC1913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Availability</a:t>
          </a:r>
        </a:p>
      </dgm:t>
    </dgm:pt>
    <dgm:pt modelId="{120F3227-1CB7-4D81-8DA9-73FADD690264}" type="parTrans" cxnId="{B68D6EBE-6953-493D-9C38-074CA2BCD50D}">
      <dgm:prSet/>
      <dgm:spPr/>
      <dgm:t>
        <a:bodyPr/>
        <a:lstStyle/>
        <a:p>
          <a:endParaRPr lang="en-US" sz="2000"/>
        </a:p>
      </dgm:t>
    </dgm:pt>
    <dgm:pt modelId="{A4D66FC6-2357-4D8E-9505-AFB7041296AE}" type="sibTrans" cxnId="{B68D6EBE-6953-493D-9C38-074CA2BCD50D}">
      <dgm:prSet/>
      <dgm:spPr/>
      <dgm:t>
        <a:bodyPr/>
        <a:lstStyle/>
        <a:p>
          <a:endParaRPr lang="en-US" sz="2000"/>
        </a:p>
      </dgm:t>
    </dgm:pt>
    <dgm:pt modelId="{5CEC49D3-EB2E-450B-A890-B6ADAA527FE8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Accessibility</a:t>
          </a:r>
        </a:p>
      </dgm:t>
    </dgm:pt>
    <dgm:pt modelId="{A1AFBC79-0D63-41DA-B402-AD9B16A89C0C}" type="parTrans" cxnId="{0C226A4D-50E1-4F37-8CD7-9DD71D6E97E4}">
      <dgm:prSet/>
      <dgm:spPr/>
      <dgm:t>
        <a:bodyPr/>
        <a:lstStyle/>
        <a:p>
          <a:endParaRPr lang="en-US" sz="2000"/>
        </a:p>
      </dgm:t>
    </dgm:pt>
    <dgm:pt modelId="{A5A1EA90-24A5-4350-B93C-EB580CE7718C}" type="sibTrans" cxnId="{0C226A4D-50E1-4F37-8CD7-9DD71D6E97E4}">
      <dgm:prSet/>
      <dgm:spPr/>
      <dgm:t>
        <a:bodyPr/>
        <a:lstStyle/>
        <a:p>
          <a:endParaRPr lang="en-US" sz="2000"/>
        </a:p>
      </dgm:t>
    </dgm:pt>
    <dgm:pt modelId="{A3B79CC3-283A-4F4C-802F-146E368FF4DF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Affordability</a:t>
          </a:r>
        </a:p>
      </dgm:t>
    </dgm:pt>
    <dgm:pt modelId="{3092960D-A009-4A61-89DB-10627656D4FF}" type="parTrans" cxnId="{A64971DD-6886-4B91-A20F-390368B13E30}">
      <dgm:prSet/>
      <dgm:spPr/>
      <dgm:t>
        <a:bodyPr/>
        <a:lstStyle/>
        <a:p>
          <a:endParaRPr lang="en-US" sz="2000"/>
        </a:p>
      </dgm:t>
    </dgm:pt>
    <dgm:pt modelId="{2D49EB75-8B7F-40B5-A049-1703A2244E1B}" type="sibTrans" cxnId="{A64971DD-6886-4B91-A20F-390368B13E30}">
      <dgm:prSet/>
      <dgm:spPr/>
      <dgm:t>
        <a:bodyPr/>
        <a:lstStyle/>
        <a:p>
          <a:endParaRPr lang="en-US" sz="2000"/>
        </a:p>
      </dgm:t>
    </dgm:pt>
    <dgm:pt modelId="{792137E2-66A7-4918-B20F-0E048DF5D6BB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Adequate</a:t>
          </a:r>
        </a:p>
      </dgm:t>
    </dgm:pt>
    <dgm:pt modelId="{3B896836-C083-4E7D-B2C1-2BF206DF84CE}" type="parTrans" cxnId="{1C3F61CF-A438-4796-8C7C-19BAD1C803DE}">
      <dgm:prSet/>
      <dgm:spPr/>
      <dgm:t>
        <a:bodyPr/>
        <a:lstStyle/>
        <a:p>
          <a:endParaRPr lang="en-US" sz="2000"/>
        </a:p>
      </dgm:t>
    </dgm:pt>
    <dgm:pt modelId="{0B5AD328-DF2F-43A6-94F3-EFB536B81275}" type="sibTrans" cxnId="{1C3F61CF-A438-4796-8C7C-19BAD1C803DE}">
      <dgm:prSet/>
      <dgm:spPr/>
      <dgm:t>
        <a:bodyPr/>
        <a:lstStyle/>
        <a:p>
          <a:endParaRPr lang="en-US" sz="2000"/>
        </a:p>
      </dgm:t>
    </dgm:pt>
    <dgm:pt modelId="{B5B02046-0F8B-4086-BD0F-438AEB9F4144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Improved</a:t>
          </a:r>
        </a:p>
      </dgm:t>
    </dgm:pt>
    <dgm:pt modelId="{ABF55616-7FF9-44D9-9ECF-CD9A08517984}" type="parTrans" cxnId="{E7576A25-B21B-4ECA-BCA5-8854197800D1}">
      <dgm:prSet/>
      <dgm:spPr/>
      <dgm:t>
        <a:bodyPr/>
        <a:lstStyle/>
        <a:p>
          <a:endParaRPr lang="en-US" sz="2000"/>
        </a:p>
      </dgm:t>
    </dgm:pt>
    <dgm:pt modelId="{A31C5DE6-19BF-429E-923D-550FA3C2F6B9}" type="sibTrans" cxnId="{E7576A25-B21B-4ECA-BCA5-8854197800D1}">
      <dgm:prSet/>
      <dgm:spPr/>
      <dgm:t>
        <a:bodyPr/>
        <a:lstStyle/>
        <a:p>
          <a:endParaRPr lang="en-US" sz="2000"/>
        </a:p>
      </dgm:t>
    </dgm:pt>
    <dgm:pt modelId="{33963CAE-F4DD-42E2-8816-DDCB0147B580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Community-level or at level of house</a:t>
          </a:r>
        </a:p>
      </dgm:t>
    </dgm:pt>
    <dgm:pt modelId="{CE79F992-8614-476F-8398-FE557B38FBC0}" type="parTrans" cxnId="{5DA2760E-437E-4047-B0AC-30AFE7CA6931}">
      <dgm:prSet/>
      <dgm:spPr/>
    </dgm:pt>
    <dgm:pt modelId="{F2BBABC1-246F-4475-8A1A-B778D7764DFD}" type="sibTrans" cxnId="{5DA2760E-437E-4047-B0AC-30AFE7CA6931}">
      <dgm:prSet/>
      <dgm:spPr/>
    </dgm:pt>
    <dgm:pt modelId="{949E0495-7416-4932-9FA5-2C2C4D2ADCDB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Household level</a:t>
          </a:r>
        </a:p>
      </dgm:t>
    </dgm:pt>
    <dgm:pt modelId="{CF7B9AD9-68A2-4CDF-ACBF-186DD1234A70}" type="parTrans" cxnId="{8B1AB176-642D-40C7-9EFC-366D6609EC62}">
      <dgm:prSet/>
      <dgm:spPr/>
    </dgm:pt>
    <dgm:pt modelId="{91DE88C2-CDA6-451C-A1C1-DB8998E8A533}" type="sibTrans" cxnId="{8B1AB176-642D-40C7-9EFC-366D6609EC62}">
      <dgm:prSet/>
      <dgm:spPr/>
    </dgm:pt>
    <dgm:pt modelId="{94112020-A38B-428A-98C0-45FA79DD14DA}">
      <dgm:prSet custT="1"/>
      <dgm:spPr/>
      <dgm:t>
        <a:bodyPr/>
        <a:lstStyle/>
        <a:p>
          <a:pPr rtl="0"/>
          <a:r>
            <a:rPr lang="en-US" sz="1800" dirty="0">
              <a:latin typeface="Cambria" pitchFamily="18" charset="0"/>
            </a:rPr>
            <a:t>Covered/ uncovered</a:t>
          </a:r>
        </a:p>
      </dgm:t>
    </dgm:pt>
    <dgm:pt modelId="{B1B0EC9F-028E-4320-8D84-073ED7652B24}" type="parTrans" cxnId="{84ECA979-C38F-4CAB-B218-EB0F11EF9E8D}">
      <dgm:prSet/>
      <dgm:spPr/>
    </dgm:pt>
    <dgm:pt modelId="{0089D39E-2CB0-48A7-A2C3-6AAC9C123E16}" type="sibTrans" cxnId="{84ECA979-C38F-4CAB-B218-EB0F11EF9E8D}">
      <dgm:prSet/>
      <dgm:spPr/>
    </dgm:pt>
    <dgm:pt modelId="{C007BFFC-D1C3-4A57-85B6-3A10137AE14A}" type="pres">
      <dgm:prSet presAssocID="{9247ADDF-0E00-458A-9E73-0295B24251FA}" presName="Name0" presStyleCnt="0">
        <dgm:presLayoutVars>
          <dgm:dir/>
          <dgm:resizeHandles val="exact"/>
        </dgm:presLayoutVars>
      </dgm:prSet>
      <dgm:spPr/>
    </dgm:pt>
    <dgm:pt modelId="{1501FD99-0897-41BE-82B4-737E2BE04D2E}" type="pres">
      <dgm:prSet presAssocID="{9247ADDF-0E00-458A-9E73-0295B24251FA}" presName="bkgdShp" presStyleLbl="alignAccFollowNode1" presStyleIdx="0" presStyleCnt="1"/>
      <dgm:spPr/>
    </dgm:pt>
    <dgm:pt modelId="{E25F610F-2C7B-4124-ABC8-8D8865F54C2B}" type="pres">
      <dgm:prSet presAssocID="{9247ADDF-0E00-458A-9E73-0295B24251FA}" presName="linComp" presStyleCnt="0"/>
      <dgm:spPr/>
    </dgm:pt>
    <dgm:pt modelId="{804FFEBB-75AF-465C-8181-88A3A2408715}" type="pres">
      <dgm:prSet presAssocID="{67044D97-E38C-4512-A8AA-92F70A36F0E6}" presName="compNode" presStyleCnt="0"/>
      <dgm:spPr/>
    </dgm:pt>
    <dgm:pt modelId="{4898A01C-77F8-4AA4-9416-3F0943DD0520}" type="pres">
      <dgm:prSet presAssocID="{67044D97-E38C-4512-A8AA-92F70A36F0E6}" presName="node" presStyleLbl="node1" presStyleIdx="0" presStyleCnt="4">
        <dgm:presLayoutVars>
          <dgm:bulletEnabled val="1"/>
        </dgm:presLayoutVars>
      </dgm:prSet>
      <dgm:spPr/>
    </dgm:pt>
    <dgm:pt modelId="{865AD183-A5B9-4D16-AD27-DD2CBCA54694}" type="pres">
      <dgm:prSet presAssocID="{67044D97-E38C-4512-A8AA-92F70A36F0E6}" presName="invisiNode" presStyleLbl="node1" presStyleIdx="0" presStyleCnt="4"/>
      <dgm:spPr/>
    </dgm:pt>
    <dgm:pt modelId="{4CD43E1F-5F73-446C-839E-68A7EDE452C8}" type="pres">
      <dgm:prSet presAssocID="{67044D97-E38C-4512-A8AA-92F70A36F0E6}" presName="imagNode" presStyleLbl="fgImgPlace1" presStyleIdx="0" presStyleCnt="4" custLinFactNeighborX="270" custLinFactNeighborY="2226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</dgm:pt>
    <dgm:pt modelId="{BD62DD9C-BD8E-4264-9EEB-47F55F95E921}" type="pres">
      <dgm:prSet presAssocID="{316C6F2F-1DB5-4161-8CEF-6EB4DE7A502E}" presName="sibTrans" presStyleLbl="sibTrans2D1" presStyleIdx="0" presStyleCnt="0"/>
      <dgm:spPr/>
    </dgm:pt>
    <dgm:pt modelId="{FF3D4194-1FEE-451A-B6C1-658CFDFFCA80}" type="pres">
      <dgm:prSet presAssocID="{4C2F1651-21A8-4015-A0DF-B9BC4E61B270}" presName="compNode" presStyleCnt="0"/>
      <dgm:spPr/>
    </dgm:pt>
    <dgm:pt modelId="{FF10C743-41F7-4823-8C55-38C95D62E132}" type="pres">
      <dgm:prSet presAssocID="{4C2F1651-21A8-4015-A0DF-B9BC4E61B270}" presName="node" presStyleLbl="node1" presStyleIdx="1" presStyleCnt="4">
        <dgm:presLayoutVars>
          <dgm:bulletEnabled val="1"/>
        </dgm:presLayoutVars>
      </dgm:prSet>
      <dgm:spPr/>
    </dgm:pt>
    <dgm:pt modelId="{BA1ACFC0-ADA5-4C58-9546-53382964EA59}" type="pres">
      <dgm:prSet presAssocID="{4C2F1651-21A8-4015-A0DF-B9BC4E61B270}" presName="invisiNode" presStyleLbl="node1" presStyleIdx="1" presStyleCnt="4"/>
      <dgm:spPr/>
    </dgm:pt>
    <dgm:pt modelId="{9FE94A4F-B2D1-4601-AE1F-7BD1D3ED141E}" type="pres">
      <dgm:prSet presAssocID="{4C2F1651-21A8-4015-A0DF-B9BC4E61B270}" presName="imagNode" presStyleLbl="fgImgPlace1" presStyleIdx="1" presStyleCnt="4"/>
      <dgm:spPr>
        <a:blipFill rotWithShape="0">
          <a:blip xmlns:r="http://schemas.openxmlformats.org/officeDocument/2006/relationships" r:embed="rId2"/>
          <a:stretch>
            <a:fillRect/>
          </a:stretch>
        </a:blipFill>
      </dgm:spPr>
    </dgm:pt>
    <dgm:pt modelId="{AAA75388-AB61-4478-9B38-9B0DE19252CB}" type="pres">
      <dgm:prSet presAssocID="{81764123-07AE-4D52-9023-0BD6A2D15CE6}" presName="sibTrans" presStyleLbl="sibTrans2D1" presStyleIdx="0" presStyleCnt="0"/>
      <dgm:spPr/>
    </dgm:pt>
    <dgm:pt modelId="{5B39B32C-EED6-4F04-8F1E-6530F0126B1F}" type="pres">
      <dgm:prSet presAssocID="{2DE01091-D17B-4E64-ACEF-3471DFE3731A}" presName="compNode" presStyleCnt="0"/>
      <dgm:spPr/>
    </dgm:pt>
    <dgm:pt modelId="{05CAB4A7-16D4-4394-82F1-BB34C72F7061}" type="pres">
      <dgm:prSet presAssocID="{2DE01091-D17B-4E64-ACEF-3471DFE3731A}" presName="node" presStyleLbl="node1" presStyleIdx="2" presStyleCnt="4" custScaleX="111304">
        <dgm:presLayoutVars>
          <dgm:bulletEnabled val="1"/>
        </dgm:presLayoutVars>
      </dgm:prSet>
      <dgm:spPr/>
    </dgm:pt>
    <dgm:pt modelId="{1A0EF06F-CDEA-4C36-88FB-A3BAE2E45F11}" type="pres">
      <dgm:prSet presAssocID="{2DE01091-D17B-4E64-ACEF-3471DFE3731A}" presName="invisiNode" presStyleLbl="node1" presStyleIdx="2" presStyleCnt="4"/>
      <dgm:spPr/>
    </dgm:pt>
    <dgm:pt modelId="{B29681EC-968F-40BD-8DA9-CFC29BB6D9FB}" type="pres">
      <dgm:prSet presAssocID="{2DE01091-D17B-4E64-ACEF-3471DFE3731A}" presName="imagNode" presStyleLbl="fgImgPlace1" presStyleIdx="2" presStyleCnt="4"/>
      <dgm:spPr>
        <a:blipFill rotWithShape="0">
          <a:blip xmlns:r="http://schemas.openxmlformats.org/officeDocument/2006/relationships" r:embed="rId3"/>
          <a:stretch>
            <a:fillRect/>
          </a:stretch>
        </a:blipFill>
      </dgm:spPr>
    </dgm:pt>
    <dgm:pt modelId="{B42F2E79-7E1B-4480-9B5F-32B06AD55DDF}" type="pres">
      <dgm:prSet presAssocID="{ECE7F672-9CD1-422F-B515-6E13D6CC14FB}" presName="sibTrans" presStyleLbl="sibTrans2D1" presStyleIdx="0" presStyleCnt="0"/>
      <dgm:spPr/>
    </dgm:pt>
    <dgm:pt modelId="{65009CE2-46B0-447D-88A3-12E6FD10A688}" type="pres">
      <dgm:prSet presAssocID="{23F8FC45-BEC8-41B4-A1D6-BBA4810C6B38}" presName="compNode" presStyleCnt="0"/>
      <dgm:spPr/>
    </dgm:pt>
    <dgm:pt modelId="{C0597CBA-46DE-462B-BFF9-BA28704C60D7}" type="pres">
      <dgm:prSet presAssocID="{23F8FC45-BEC8-41B4-A1D6-BBA4810C6B38}" presName="node" presStyleLbl="node1" presStyleIdx="3" presStyleCnt="4">
        <dgm:presLayoutVars>
          <dgm:bulletEnabled val="1"/>
        </dgm:presLayoutVars>
      </dgm:prSet>
      <dgm:spPr/>
    </dgm:pt>
    <dgm:pt modelId="{BDD7F5A1-B5E4-4D27-9BC3-AE6E793D57F2}" type="pres">
      <dgm:prSet presAssocID="{23F8FC45-BEC8-41B4-A1D6-BBA4810C6B38}" presName="invisiNode" presStyleLbl="node1" presStyleIdx="3" presStyleCnt="4"/>
      <dgm:spPr/>
    </dgm:pt>
    <dgm:pt modelId="{A5892A8D-C897-4F67-9335-0B29568B6E9E}" type="pres">
      <dgm:prSet presAssocID="{23F8FC45-BEC8-41B4-A1D6-BBA4810C6B38}" presName="imagNode" presStyleLbl="fgImgPlace1" presStyleIdx="3" presStyleCnt="4"/>
      <dgm:spPr>
        <a:blipFill rotWithShape="0">
          <a:blip xmlns:r="http://schemas.openxmlformats.org/officeDocument/2006/relationships" r:embed="rId4"/>
          <a:stretch>
            <a:fillRect/>
          </a:stretch>
        </a:blipFill>
      </dgm:spPr>
    </dgm:pt>
  </dgm:ptLst>
  <dgm:cxnLst>
    <dgm:cxn modelId="{230C7501-E201-4376-A47F-6B59831E870E}" srcId="{4C2F1651-21A8-4015-A0DF-B9BC4E61B270}" destId="{BF88F1C9-2AE5-43D4-BE5C-40B53332694B}" srcOrd="0" destOrd="0" parTransId="{E8F96A8A-9097-4338-8BD2-1B28097A94E4}" sibTransId="{FDC39F21-3931-462B-8271-99ED25BAB8B0}"/>
    <dgm:cxn modelId="{5DA2760E-437E-4047-B0AC-30AFE7CA6931}" srcId="{4C2F1651-21A8-4015-A0DF-B9BC4E61B270}" destId="{33963CAE-F4DD-42E2-8816-DDCB0147B580}" srcOrd="1" destOrd="0" parTransId="{CE79F992-8614-476F-8398-FE557B38FBC0}" sibTransId="{F2BBABC1-246F-4475-8A1A-B778D7764DFD}"/>
    <dgm:cxn modelId="{CF1C2D13-C7D7-4B76-9428-5F36018892EE}" type="presOf" srcId="{EE3D99B7-4645-455B-B2B7-8E05ADB2CE0F}" destId="{C0597CBA-46DE-462B-BFF9-BA28704C60D7}" srcOrd="0" destOrd="1" presId="urn:microsoft.com/office/officeart/2005/8/layout/pList2#1"/>
    <dgm:cxn modelId="{6BCD101C-11BB-44A6-8061-80850F51F10E}" type="presOf" srcId="{949E0495-7416-4932-9FA5-2C2C4D2ADCDB}" destId="{05CAB4A7-16D4-4394-82F1-BB34C72F7061}" srcOrd="0" destOrd="2" presId="urn:microsoft.com/office/officeart/2005/8/layout/pList2#1"/>
    <dgm:cxn modelId="{E7576A25-B21B-4ECA-BCA5-8854197800D1}" srcId="{67044D97-E38C-4512-A8AA-92F70A36F0E6}" destId="{B5B02046-0F8B-4086-BD0F-438AEB9F4144}" srcOrd="4" destOrd="0" parTransId="{ABF55616-7FF9-44D9-9ECF-CD9A08517984}" sibTransId="{A31C5DE6-19BF-429E-923D-550FA3C2F6B9}"/>
    <dgm:cxn modelId="{BAA4E660-721E-4740-94B5-4B407E7DD9D5}" type="presOf" srcId="{792137E2-66A7-4918-B20F-0E048DF5D6BB}" destId="{4898A01C-77F8-4AA4-9416-3F0943DD0520}" srcOrd="0" destOrd="4" presId="urn:microsoft.com/office/officeart/2005/8/layout/pList2#1"/>
    <dgm:cxn modelId="{1387F241-6E31-4228-A0B8-A3F53D66778B}" srcId="{9247ADDF-0E00-458A-9E73-0295B24251FA}" destId="{23F8FC45-BEC8-41B4-A1D6-BBA4810C6B38}" srcOrd="3" destOrd="0" parTransId="{229F850B-AF98-4FE5-9711-C9C8D913CEAF}" sibTransId="{A84EDAD0-EC14-493A-BE83-65B1236668DB}"/>
    <dgm:cxn modelId="{C3122F63-6D8D-4D7D-9DE7-A947FC2A778C}" srcId="{23F8FC45-BEC8-41B4-A1D6-BBA4810C6B38}" destId="{EE3D99B7-4645-455B-B2B7-8E05ADB2CE0F}" srcOrd="0" destOrd="0" parTransId="{B13DDED0-A573-4D13-A8B6-A7C15E1624F2}" sibTransId="{EAF7DB0D-DC0C-45B1-8865-666BD7F91E94}"/>
    <dgm:cxn modelId="{E42A0C46-207E-4DEB-AC5E-866A9CC80DC7}" type="presOf" srcId="{81764123-07AE-4D52-9023-0BD6A2D15CE6}" destId="{AAA75388-AB61-4478-9B38-9B0DE19252CB}" srcOrd="0" destOrd="0" presId="urn:microsoft.com/office/officeart/2005/8/layout/pList2#1"/>
    <dgm:cxn modelId="{F6FD386A-605C-48DE-83CA-FB1A78929C94}" srcId="{2DE01091-D17B-4E64-ACEF-3471DFE3731A}" destId="{BCF51DF9-3673-4F46-9BC7-7782347AF9F1}" srcOrd="0" destOrd="0" parTransId="{99619042-5748-49CA-A12D-ECC0F3C74ED0}" sibTransId="{DDC56F5C-6FD7-4977-94B8-BA2B908FB07B}"/>
    <dgm:cxn modelId="{0C226A4D-50E1-4F37-8CD7-9DD71D6E97E4}" srcId="{67044D97-E38C-4512-A8AA-92F70A36F0E6}" destId="{5CEC49D3-EB2E-450B-A890-B6ADAA527FE8}" srcOrd="2" destOrd="0" parTransId="{A1AFBC79-0D63-41DA-B402-AD9B16A89C0C}" sibTransId="{A5A1EA90-24A5-4350-B93C-EB580CE7718C}"/>
    <dgm:cxn modelId="{8B1AB176-642D-40C7-9EFC-366D6609EC62}" srcId="{2DE01091-D17B-4E64-ACEF-3471DFE3731A}" destId="{949E0495-7416-4932-9FA5-2C2C4D2ADCDB}" srcOrd="1" destOrd="0" parTransId="{CF7B9AD9-68A2-4CDF-ACBF-186DD1234A70}" sibTransId="{91DE88C2-CDA6-451C-A1C1-DB8998E8A533}"/>
    <dgm:cxn modelId="{AF440559-8B48-432F-B720-F62AD1F580C7}" type="presOf" srcId="{23F8FC45-BEC8-41B4-A1D6-BBA4810C6B38}" destId="{C0597CBA-46DE-462B-BFF9-BA28704C60D7}" srcOrd="0" destOrd="0" presId="urn:microsoft.com/office/officeart/2005/8/layout/pList2#1"/>
    <dgm:cxn modelId="{EC6A7159-A5A6-447A-A22D-B95B1D5B8337}" type="presOf" srcId="{33963CAE-F4DD-42E2-8816-DDCB0147B580}" destId="{FF10C743-41F7-4823-8C55-38C95D62E132}" srcOrd="0" destOrd="2" presId="urn:microsoft.com/office/officeart/2005/8/layout/pList2#1"/>
    <dgm:cxn modelId="{84ECA979-C38F-4CAB-B218-EB0F11EF9E8D}" srcId="{2DE01091-D17B-4E64-ACEF-3471DFE3731A}" destId="{94112020-A38B-428A-98C0-45FA79DD14DA}" srcOrd="2" destOrd="0" parTransId="{B1B0EC9F-028E-4320-8D84-073ED7652B24}" sibTransId="{0089D39E-2CB0-48A7-A2C3-6AAC9C123E16}"/>
    <dgm:cxn modelId="{E366827B-79A9-4A4C-9439-0230FA1AA1BE}" type="presOf" srcId="{5CEC49D3-EB2E-450B-A890-B6ADAA527FE8}" destId="{4898A01C-77F8-4AA4-9416-3F0943DD0520}" srcOrd="0" destOrd="3" presId="urn:microsoft.com/office/officeart/2005/8/layout/pList2#1"/>
    <dgm:cxn modelId="{0AEDAF7D-F890-4D4E-A4EA-90CB120CE5B2}" type="presOf" srcId="{B5B02046-0F8B-4086-BD0F-438AEB9F4144}" destId="{4898A01C-77F8-4AA4-9416-3F0943DD0520}" srcOrd="0" destOrd="5" presId="urn:microsoft.com/office/officeart/2005/8/layout/pList2#1"/>
    <dgm:cxn modelId="{6EEA8A98-EC3B-4FFF-941B-A1C827A103D6}" type="presOf" srcId="{BCF51DF9-3673-4F46-9BC7-7782347AF9F1}" destId="{05CAB4A7-16D4-4394-82F1-BB34C72F7061}" srcOrd="0" destOrd="1" presId="urn:microsoft.com/office/officeart/2005/8/layout/pList2#1"/>
    <dgm:cxn modelId="{376ABD9B-5DA7-4E6B-9D74-8F75E0533338}" type="presOf" srcId="{94112020-A38B-428A-98C0-45FA79DD14DA}" destId="{05CAB4A7-16D4-4394-82F1-BB34C72F7061}" srcOrd="0" destOrd="3" presId="urn:microsoft.com/office/officeart/2005/8/layout/pList2#1"/>
    <dgm:cxn modelId="{65D5D9A7-0004-4371-B53F-C9ECB4D47F45}" type="presOf" srcId="{BF88F1C9-2AE5-43D4-BE5C-40B53332694B}" destId="{FF10C743-41F7-4823-8C55-38C95D62E132}" srcOrd="0" destOrd="1" presId="urn:microsoft.com/office/officeart/2005/8/layout/pList2#1"/>
    <dgm:cxn modelId="{D11D73AA-1F9A-4F2B-9EF6-7D035EECF15E}" type="presOf" srcId="{D9AF50F4-E798-47FD-BA16-1A4F84EC1913}" destId="{4898A01C-77F8-4AA4-9416-3F0943DD0520}" srcOrd="0" destOrd="1" presId="urn:microsoft.com/office/officeart/2005/8/layout/pList2#1"/>
    <dgm:cxn modelId="{3153F8B5-7634-493F-AEB1-BDFAE659A44B}" srcId="{9247ADDF-0E00-458A-9E73-0295B24251FA}" destId="{2DE01091-D17B-4E64-ACEF-3471DFE3731A}" srcOrd="2" destOrd="0" parTransId="{BB4BEEC7-43BB-4E74-AD23-3585C1A59517}" sibTransId="{ECE7F672-9CD1-422F-B515-6E13D6CC14FB}"/>
    <dgm:cxn modelId="{02768BB7-A28C-4C16-81A9-A01561B1AB35}" srcId="{9247ADDF-0E00-458A-9E73-0295B24251FA}" destId="{67044D97-E38C-4512-A8AA-92F70A36F0E6}" srcOrd="0" destOrd="0" parTransId="{B003FC46-BFFC-48E4-8504-790746F9CA65}" sibTransId="{316C6F2F-1DB5-4161-8CEF-6EB4DE7A502E}"/>
    <dgm:cxn modelId="{525C08BA-FB3D-4F59-A9FD-7D5D67FCE0A9}" type="presOf" srcId="{67044D97-E38C-4512-A8AA-92F70A36F0E6}" destId="{4898A01C-77F8-4AA4-9416-3F0943DD0520}" srcOrd="0" destOrd="0" presId="urn:microsoft.com/office/officeart/2005/8/layout/pList2#1"/>
    <dgm:cxn modelId="{B68D6EBE-6953-493D-9C38-074CA2BCD50D}" srcId="{67044D97-E38C-4512-A8AA-92F70A36F0E6}" destId="{D9AF50F4-E798-47FD-BA16-1A4F84EC1913}" srcOrd="0" destOrd="0" parTransId="{120F3227-1CB7-4D81-8DA9-73FADD690264}" sibTransId="{A4D66FC6-2357-4D8E-9505-AFB7041296AE}"/>
    <dgm:cxn modelId="{2574E2BE-8CF1-44D0-BA04-565B9B8DC840}" type="presOf" srcId="{9247ADDF-0E00-458A-9E73-0295B24251FA}" destId="{C007BFFC-D1C3-4A57-85B6-3A10137AE14A}" srcOrd="0" destOrd="0" presId="urn:microsoft.com/office/officeart/2005/8/layout/pList2#1"/>
    <dgm:cxn modelId="{0C59F7C4-523A-4CA7-B886-2E951519D6AF}" type="presOf" srcId="{2DE01091-D17B-4E64-ACEF-3471DFE3731A}" destId="{05CAB4A7-16D4-4394-82F1-BB34C72F7061}" srcOrd="0" destOrd="0" presId="urn:microsoft.com/office/officeart/2005/8/layout/pList2#1"/>
    <dgm:cxn modelId="{10F067C7-A97D-4CBB-B755-A528864BECBC}" type="presOf" srcId="{316C6F2F-1DB5-4161-8CEF-6EB4DE7A502E}" destId="{BD62DD9C-BD8E-4264-9EEB-47F55F95E921}" srcOrd="0" destOrd="0" presId="urn:microsoft.com/office/officeart/2005/8/layout/pList2#1"/>
    <dgm:cxn modelId="{AE002FCA-9455-4926-A2A4-51BA7BD0B615}" type="presOf" srcId="{ECE7F672-9CD1-422F-B515-6E13D6CC14FB}" destId="{B42F2E79-7E1B-4480-9B5F-32B06AD55DDF}" srcOrd="0" destOrd="0" presId="urn:microsoft.com/office/officeart/2005/8/layout/pList2#1"/>
    <dgm:cxn modelId="{1C3F61CF-A438-4796-8C7C-19BAD1C803DE}" srcId="{67044D97-E38C-4512-A8AA-92F70A36F0E6}" destId="{792137E2-66A7-4918-B20F-0E048DF5D6BB}" srcOrd="3" destOrd="0" parTransId="{3B896836-C083-4E7D-B2C1-2BF206DF84CE}" sibTransId="{0B5AD328-DF2F-43A6-94F3-EFB536B81275}"/>
    <dgm:cxn modelId="{0A2D0FD4-73BB-4987-86E1-564A0542B9D8}" srcId="{9247ADDF-0E00-458A-9E73-0295B24251FA}" destId="{4C2F1651-21A8-4015-A0DF-B9BC4E61B270}" srcOrd="1" destOrd="0" parTransId="{3247F4CD-CBDC-480D-A60D-A8D153739A70}" sibTransId="{81764123-07AE-4D52-9023-0BD6A2D15CE6}"/>
    <dgm:cxn modelId="{A64971DD-6886-4B91-A20F-390368B13E30}" srcId="{67044D97-E38C-4512-A8AA-92F70A36F0E6}" destId="{A3B79CC3-283A-4F4C-802F-146E368FF4DF}" srcOrd="1" destOrd="0" parTransId="{3092960D-A009-4A61-89DB-10627656D4FF}" sibTransId="{2D49EB75-8B7F-40B5-A049-1703A2244E1B}"/>
    <dgm:cxn modelId="{4506AAEE-776B-4292-8F54-4A29AB06A4A5}" type="presOf" srcId="{A3B79CC3-283A-4F4C-802F-146E368FF4DF}" destId="{4898A01C-77F8-4AA4-9416-3F0943DD0520}" srcOrd="0" destOrd="2" presId="urn:microsoft.com/office/officeart/2005/8/layout/pList2#1"/>
    <dgm:cxn modelId="{D05310FC-2B63-4C99-B3F0-37AF920443B5}" type="presOf" srcId="{4C2F1651-21A8-4015-A0DF-B9BC4E61B270}" destId="{FF10C743-41F7-4823-8C55-38C95D62E132}" srcOrd="0" destOrd="0" presId="urn:microsoft.com/office/officeart/2005/8/layout/pList2#1"/>
    <dgm:cxn modelId="{571826F3-A1AB-4969-B294-5D9BADD03682}" type="presParOf" srcId="{C007BFFC-D1C3-4A57-85B6-3A10137AE14A}" destId="{1501FD99-0897-41BE-82B4-737E2BE04D2E}" srcOrd="0" destOrd="0" presId="urn:microsoft.com/office/officeart/2005/8/layout/pList2#1"/>
    <dgm:cxn modelId="{E10DAADF-D702-4C5D-88DC-563ABE729CB2}" type="presParOf" srcId="{C007BFFC-D1C3-4A57-85B6-3A10137AE14A}" destId="{E25F610F-2C7B-4124-ABC8-8D8865F54C2B}" srcOrd="1" destOrd="0" presId="urn:microsoft.com/office/officeart/2005/8/layout/pList2#1"/>
    <dgm:cxn modelId="{442673A0-7141-40A3-B205-CA7A8B406115}" type="presParOf" srcId="{E25F610F-2C7B-4124-ABC8-8D8865F54C2B}" destId="{804FFEBB-75AF-465C-8181-88A3A2408715}" srcOrd="0" destOrd="0" presId="urn:microsoft.com/office/officeart/2005/8/layout/pList2#1"/>
    <dgm:cxn modelId="{A774F13C-E807-4137-AD0B-5565835A4324}" type="presParOf" srcId="{804FFEBB-75AF-465C-8181-88A3A2408715}" destId="{4898A01C-77F8-4AA4-9416-3F0943DD0520}" srcOrd="0" destOrd="0" presId="urn:microsoft.com/office/officeart/2005/8/layout/pList2#1"/>
    <dgm:cxn modelId="{6B70905A-15A1-49A7-A508-2CC260E97D05}" type="presParOf" srcId="{804FFEBB-75AF-465C-8181-88A3A2408715}" destId="{865AD183-A5B9-4D16-AD27-DD2CBCA54694}" srcOrd="1" destOrd="0" presId="urn:microsoft.com/office/officeart/2005/8/layout/pList2#1"/>
    <dgm:cxn modelId="{FE8D434C-DEF2-4350-B204-AFF178454465}" type="presParOf" srcId="{804FFEBB-75AF-465C-8181-88A3A2408715}" destId="{4CD43E1F-5F73-446C-839E-68A7EDE452C8}" srcOrd="2" destOrd="0" presId="urn:microsoft.com/office/officeart/2005/8/layout/pList2#1"/>
    <dgm:cxn modelId="{FDCC532E-5791-43AE-BED5-48437C7D8C95}" type="presParOf" srcId="{E25F610F-2C7B-4124-ABC8-8D8865F54C2B}" destId="{BD62DD9C-BD8E-4264-9EEB-47F55F95E921}" srcOrd="1" destOrd="0" presId="urn:microsoft.com/office/officeart/2005/8/layout/pList2#1"/>
    <dgm:cxn modelId="{22F760D5-E3E6-46F1-9A03-2FC444BD84CA}" type="presParOf" srcId="{E25F610F-2C7B-4124-ABC8-8D8865F54C2B}" destId="{FF3D4194-1FEE-451A-B6C1-658CFDFFCA80}" srcOrd="2" destOrd="0" presId="urn:microsoft.com/office/officeart/2005/8/layout/pList2#1"/>
    <dgm:cxn modelId="{D0AB7434-67FD-49E4-863B-35A6F4658875}" type="presParOf" srcId="{FF3D4194-1FEE-451A-B6C1-658CFDFFCA80}" destId="{FF10C743-41F7-4823-8C55-38C95D62E132}" srcOrd="0" destOrd="0" presId="urn:microsoft.com/office/officeart/2005/8/layout/pList2#1"/>
    <dgm:cxn modelId="{62427B72-7677-4315-BE48-EFA722EC02BB}" type="presParOf" srcId="{FF3D4194-1FEE-451A-B6C1-658CFDFFCA80}" destId="{BA1ACFC0-ADA5-4C58-9546-53382964EA59}" srcOrd="1" destOrd="0" presId="urn:microsoft.com/office/officeart/2005/8/layout/pList2#1"/>
    <dgm:cxn modelId="{998083B0-A115-4DFC-BFE6-12BB463BF1ED}" type="presParOf" srcId="{FF3D4194-1FEE-451A-B6C1-658CFDFFCA80}" destId="{9FE94A4F-B2D1-4601-AE1F-7BD1D3ED141E}" srcOrd="2" destOrd="0" presId="urn:microsoft.com/office/officeart/2005/8/layout/pList2#1"/>
    <dgm:cxn modelId="{C5514C93-7DC4-430E-B9C8-02FFCBF503E0}" type="presParOf" srcId="{E25F610F-2C7B-4124-ABC8-8D8865F54C2B}" destId="{AAA75388-AB61-4478-9B38-9B0DE19252CB}" srcOrd="3" destOrd="0" presId="urn:microsoft.com/office/officeart/2005/8/layout/pList2#1"/>
    <dgm:cxn modelId="{E1DF47D1-6E6E-4CDA-87BA-2A3A44909227}" type="presParOf" srcId="{E25F610F-2C7B-4124-ABC8-8D8865F54C2B}" destId="{5B39B32C-EED6-4F04-8F1E-6530F0126B1F}" srcOrd="4" destOrd="0" presId="urn:microsoft.com/office/officeart/2005/8/layout/pList2#1"/>
    <dgm:cxn modelId="{FFAF8F40-F77D-413D-A77E-0765317C19C6}" type="presParOf" srcId="{5B39B32C-EED6-4F04-8F1E-6530F0126B1F}" destId="{05CAB4A7-16D4-4394-82F1-BB34C72F7061}" srcOrd="0" destOrd="0" presId="urn:microsoft.com/office/officeart/2005/8/layout/pList2#1"/>
    <dgm:cxn modelId="{FAC66A61-E8EB-4E1E-BBAD-DE68380422CF}" type="presParOf" srcId="{5B39B32C-EED6-4F04-8F1E-6530F0126B1F}" destId="{1A0EF06F-CDEA-4C36-88FB-A3BAE2E45F11}" srcOrd="1" destOrd="0" presId="urn:microsoft.com/office/officeart/2005/8/layout/pList2#1"/>
    <dgm:cxn modelId="{00F1170E-7E07-4D24-8867-322604C4DDF1}" type="presParOf" srcId="{5B39B32C-EED6-4F04-8F1E-6530F0126B1F}" destId="{B29681EC-968F-40BD-8DA9-CFC29BB6D9FB}" srcOrd="2" destOrd="0" presId="urn:microsoft.com/office/officeart/2005/8/layout/pList2#1"/>
    <dgm:cxn modelId="{C94246C4-0762-4695-BD44-095E7505CF98}" type="presParOf" srcId="{E25F610F-2C7B-4124-ABC8-8D8865F54C2B}" destId="{B42F2E79-7E1B-4480-9B5F-32B06AD55DDF}" srcOrd="5" destOrd="0" presId="urn:microsoft.com/office/officeart/2005/8/layout/pList2#1"/>
    <dgm:cxn modelId="{C714B8B4-55D5-4067-8E98-4CFAAD36EC9B}" type="presParOf" srcId="{E25F610F-2C7B-4124-ABC8-8D8865F54C2B}" destId="{65009CE2-46B0-447D-88A3-12E6FD10A688}" srcOrd="6" destOrd="0" presId="urn:microsoft.com/office/officeart/2005/8/layout/pList2#1"/>
    <dgm:cxn modelId="{EB667889-C2A3-47A8-B765-131C50D7B96A}" type="presParOf" srcId="{65009CE2-46B0-447D-88A3-12E6FD10A688}" destId="{C0597CBA-46DE-462B-BFF9-BA28704C60D7}" srcOrd="0" destOrd="0" presId="urn:microsoft.com/office/officeart/2005/8/layout/pList2#1"/>
    <dgm:cxn modelId="{516CBF43-73DA-46D8-BCD1-ABD1C3C420FB}" type="presParOf" srcId="{65009CE2-46B0-447D-88A3-12E6FD10A688}" destId="{BDD7F5A1-B5E4-4D27-9BC3-AE6E793D57F2}" srcOrd="1" destOrd="0" presId="urn:microsoft.com/office/officeart/2005/8/layout/pList2#1"/>
    <dgm:cxn modelId="{671C39C4-5576-469A-8E23-F9FAFB8243A0}" type="presParOf" srcId="{65009CE2-46B0-447D-88A3-12E6FD10A688}" destId="{A5892A8D-C897-4F67-9335-0B29568B6E9E}" srcOrd="2" destOrd="0" presId="urn:microsoft.com/office/officeart/2005/8/layout/pList2#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B5ABD8-ECC6-4ECC-ACB6-79FEBBEDCD16}">
      <dsp:nvSpPr>
        <dsp:cNvPr id="0" name=""/>
        <dsp:cNvSpPr/>
      </dsp:nvSpPr>
      <dsp:spPr>
        <a:xfrm>
          <a:off x="3795" y="824"/>
          <a:ext cx="6087490" cy="14011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>
              <a:solidFill>
                <a:schemeClr val="tx1"/>
              </a:solidFill>
              <a:latin typeface="Cambria" pitchFamily="18" charset="0"/>
            </a:rPr>
            <a:t>Surface water</a:t>
          </a:r>
        </a:p>
      </dsp:txBody>
      <dsp:txXfrm>
        <a:off x="44832" y="41861"/>
        <a:ext cx="6005416" cy="1319029"/>
      </dsp:txXfrm>
    </dsp:sp>
    <dsp:sp modelId="{7D6663BF-F5F8-49D4-A8AE-2B3C4FC10825}">
      <dsp:nvSpPr>
        <dsp:cNvPr id="0" name=""/>
        <dsp:cNvSpPr/>
      </dsp:nvSpPr>
      <dsp:spPr>
        <a:xfrm>
          <a:off x="3795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Rain</a:t>
          </a:r>
        </a:p>
      </dsp:txBody>
      <dsp:txXfrm>
        <a:off x="31567" y="1590201"/>
        <a:ext cx="892663" cy="1345559"/>
      </dsp:txXfrm>
    </dsp:sp>
    <dsp:sp modelId="{A1E5ECA0-9D47-426C-B445-AED4A109DE1C}">
      <dsp:nvSpPr>
        <dsp:cNvPr id="0" name=""/>
        <dsp:cNvSpPr/>
      </dsp:nvSpPr>
      <dsp:spPr>
        <a:xfrm>
          <a:off x="3795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None in India, Used in </a:t>
          </a:r>
          <a:r>
            <a:rPr lang="en-IN" sz="1400" kern="1200" dirty="0" err="1">
              <a:latin typeface="Cambria" pitchFamily="18" charset="0"/>
            </a:rPr>
            <a:t>Gibralter</a:t>
          </a:r>
          <a:endParaRPr lang="en-IN" sz="1400" kern="1200" dirty="0">
            <a:latin typeface="Cambria" pitchFamily="18" charset="0"/>
          </a:endParaRPr>
        </a:p>
      </dsp:txBody>
      <dsp:txXfrm>
        <a:off x="31567" y="3151806"/>
        <a:ext cx="892663" cy="1345559"/>
      </dsp:txXfrm>
    </dsp:sp>
    <dsp:sp modelId="{CED03286-A63E-47B1-BBA0-9E5E9A92C4C1}">
      <dsp:nvSpPr>
        <dsp:cNvPr id="0" name=""/>
        <dsp:cNvSpPr/>
      </dsp:nvSpPr>
      <dsp:spPr>
        <a:xfrm>
          <a:off x="1031651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Rivers &amp; streams</a:t>
          </a:r>
        </a:p>
      </dsp:txBody>
      <dsp:txXfrm>
        <a:off x="1059423" y="1590201"/>
        <a:ext cx="892663" cy="1345559"/>
      </dsp:txXfrm>
    </dsp:sp>
    <dsp:sp modelId="{16AFDDF1-6CFD-4967-AEB7-9023F4F34393}">
      <dsp:nvSpPr>
        <dsp:cNvPr id="0" name=""/>
        <dsp:cNvSpPr/>
      </dsp:nvSpPr>
      <dsp:spPr>
        <a:xfrm>
          <a:off x="1031651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Delhi, Kolkata, Allahabad, Bhopal</a:t>
          </a:r>
        </a:p>
      </dsp:txBody>
      <dsp:txXfrm>
        <a:off x="1059423" y="3151806"/>
        <a:ext cx="892663" cy="1345559"/>
      </dsp:txXfrm>
    </dsp:sp>
    <dsp:sp modelId="{E6B726C7-2985-43EF-AD7F-7B0458A8B021}">
      <dsp:nvSpPr>
        <dsp:cNvPr id="0" name=""/>
        <dsp:cNvSpPr/>
      </dsp:nvSpPr>
      <dsp:spPr>
        <a:xfrm>
          <a:off x="2059508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Impound-</a:t>
          </a:r>
          <a:r>
            <a:rPr lang="en-IN" sz="1400" kern="1200" dirty="0" err="1">
              <a:latin typeface="Cambria" pitchFamily="18" charset="0"/>
            </a:rPr>
            <a:t>ing</a:t>
          </a:r>
          <a:r>
            <a:rPr lang="en-IN" sz="1400" kern="1200" dirty="0">
              <a:latin typeface="Cambria" pitchFamily="18" charset="0"/>
            </a:rPr>
            <a:t> reservoirs</a:t>
          </a:r>
        </a:p>
      </dsp:txBody>
      <dsp:txXfrm>
        <a:off x="2087280" y="1590201"/>
        <a:ext cx="892663" cy="1345559"/>
      </dsp:txXfrm>
    </dsp:sp>
    <dsp:sp modelId="{18E14705-7C82-444E-8182-1D811EC423CD}">
      <dsp:nvSpPr>
        <dsp:cNvPr id="0" name=""/>
        <dsp:cNvSpPr/>
      </dsp:nvSpPr>
      <dsp:spPr>
        <a:xfrm>
          <a:off x="2059508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Mumbai, Chennai, Nagpur</a:t>
          </a:r>
        </a:p>
      </dsp:txBody>
      <dsp:txXfrm>
        <a:off x="2087280" y="3151806"/>
        <a:ext cx="892663" cy="1345559"/>
      </dsp:txXfrm>
    </dsp:sp>
    <dsp:sp modelId="{E3A201DD-522D-4CE5-B7F0-0060B47BE404}">
      <dsp:nvSpPr>
        <dsp:cNvPr id="0" name=""/>
        <dsp:cNvSpPr/>
      </dsp:nvSpPr>
      <dsp:spPr>
        <a:xfrm>
          <a:off x="3087365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Tanks &amp; ponds</a:t>
          </a:r>
        </a:p>
      </dsp:txBody>
      <dsp:txXfrm>
        <a:off x="3115137" y="1590201"/>
        <a:ext cx="892663" cy="1345559"/>
      </dsp:txXfrm>
    </dsp:sp>
    <dsp:sp modelId="{04997432-D64A-49A1-80FD-AB9F01643F0D}">
      <dsp:nvSpPr>
        <dsp:cNvPr id="0" name=""/>
        <dsp:cNvSpPr/>
      </dsp:nvSpPr>
      <dsp:spPr>
        <a:xfrm>
          <a:off x="3087365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Some villages</a:t>
          </a:r>
        </a:p>
      </dsp:txBody>
      <dsp:txXfrm>
        <a:off x="3115137" y="3151806"/>
        <a:ext cx="892663" cy="1345559"/>
      </dsp:txXfrm>
    </dsp:sp>
    <dsp:sp modelId="{16F99D68-25E8-418E-8663-AD5DFD9724B5}">
      <dsp:nvSpPr>
        <dsp:cNvPr id="0" name=""/>
        <dsp:cNvSpPr/>
      </dsp:nvSpPr>
      <dsp:spPr>
        <a:xfrm>
          <a:off x="4115221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Lakes</a:t>
          </a:r>
        </a:p>
      </dsp:txBody>
      <dsp:txXfrm>
        <a:off x="4142993" y="1590201"/>
        <a:ext cx="892663" cy="1345559"/>
      </dsp:txXfrm>
    </dsp:sp>
    <dsp:sp modelId="{8DC9459D-1555-4453-A171-3860FDA20BA8}">
      <dsp:nvSpPr>
        <dsp:cNvPr id="0" name=""/>
        <dsp:cNvSpPr/>
      </dsp:nvSpPr>
      <dsp:spPr>
        <a:xfrm>
          <a:off x="4115221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Bhopal</a:t>
          </a:r>
        </a:p>
      </dsp:txBody>
      <dsp:txXfrm>
        <a:off x="4142993" y="3151806"/>
        <a:ext cx="892663" cy="1345559"/>
      </dsp:txXfrm>
    </dsp:sp>
    <dsp:sp modelId="{26404DE9-5CC8-441B-9832-937959995BDE}">
      <dsp:nvSpPr>
        <dsp:cNvPr id="0" name=""/>
        <dsp:cNvSpPr/>
      </dsp:nvSpPr>
      <dsp:spPr>
        <a:xfrm>
          <a:off x="5143078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Sea water</a:t>
          </a:r>
        </a:p>
      </dsp:txBody>
      <dsp:txXfrm>
        <a:off x="5170850" y="1590201"/>
        <a:ext cx="892663" cy="1345559"/>
      </dsp:txXfrm>
    </dsp:sp>
    <dsp:sp modelId="{BCB35203-AC02-447C-A648-670C4AD45B29}">
      <dsp:nvSpPr>
        <dsp:cNvPr id="0" name=""/>
        <dsp:cNvSpPr/>
      </dsp:nvSpPr>
      <dsp:spPr>
        <a:xfrm>
          <a:off x="5143078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Costly to desalinate</a:t>
          </a:r>
        </a:p>
      </dsp:txBody>
      <dsp:txXfrm>
        <a:off x="5170850" y="3151806"/>
        <a:ext cx="892663" cy="1345559"/>
      </dsp:txXfrm>
    </dsp:sp>
    <dsp:sp modelId="{A89C1191-EB04-4A46-8727-90F252B79DE0}">
      <dsp:nvSpPr>
        <dsp:cNvPr id="0" name=""/>
        <dsp:cNvSpPr/>
      </dsp:nvSpPr>
      <dsp:spPr>
        <a:xfrm>
          <a:off x="6250584" y="824"/>
          <a:ext cx="3003920" cy="1401103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tile tx="0" ty="0" sx="100000" sy="100000" flip="none" algn="tl"/>
        </a:blip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67640" tIns="167640" rIns="167640" bIns="167640" numCol="1" spcCol="1270" anchor="ctr" anchorCtr="0">
          <a:noAutofit/>
        </a:bodyPr>
        <a:lstStyle/>
        <a:p>
          <a:pPr marL="0" lvl="0" indent="0" algn="ctr" defTabSz="1955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4400" kern="1200" dirty="0">
              <a:solidFill>
                <a:schemeClr val="tx1"/>
              </a:solidFill>
              <a:latin typeface="Cambria" pitchFamily="18" charset="0"/>
            </a:rPr>
            <a:t>Ground water</a:t>
          </a:r>
        </a:p>
      </dsp:txBody>
      <dsp:txXfrm>
        <a:off x="6291621" y="41861"/>
        <a:ext cx="2921846" cy="1319029"/>
      </dsp:txXfrm>
    </dsp:sp>
    <dsp:sp modelId="{B8DCA8E1-340E-4CBE-84F8-125E97624439}">
      <dsp:nvSpPr>
        <dsp:cNvPr id="0" name=""/>
        <dsp:cNvSpPr/>
      </dsp:nvSpPr>
      <dsp:spPr>
        <a:xfrm>
          <a:off x="6250584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Shallow wells</a:t>
          </a:r>
        </a:p>
      </dsp:txBody>
      <dsp:txXfrm>
        <a:off x="6278356" y="1590201"/>
        <a:ext cx="892663" cy="1345559"/>
      </dsp:txXfrm>
    </dsp:sp>
    <dsp:sp modelId="{DED1076C-D2C3-41BF-96B0-8F652D03BD2C}">
      <dsp:nvSpPr>
        <dsp:cNvPr id="0" name=""/>
        <dsp:cNvSpPr/>
      </dsp:nvSpPr>
      <dsp:spPr>
        <a:xfrm>
          <a:off x="6250584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In most villages</a:t>
          </a:r>
        </a:p>
      </dsp:txBody>
      <dsp:txXfrm>
        <a:off x="6278356" y="3151806"/>
        <a:ext cx="892663" cy="1345559"/>
      </dsp:txXfrm>
    </dsp:sp>
    <dsp:sp modelId="{3E3A5DB5-79DF-41B8-8BB1-4EB5DEAFC103}">
      <dsp:nvSpPr>
        <dsp:cNvPr id="0" name=""/>
        <dsp:cNvSpPr/>
      </dsp:nvSpPr>
      <dsp:spPr>
        <a:xfrm>
          <a:off x="7278441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Deep wells</a:t>
          </a:r>
        </a:p>
      </dsp:txBody>
      <dsp:txXfrm>
        <a:off x="7306213" y="1590201"/>
        <a:ext cx="892663" cy="1345559"/>
      </dsp:txXfrm>
    </dsp:sp>
    <dsp:sp modelId="{A1A994AB-2473-4655-AC28-68992DA400DC}">
      <dsp:nvSpPr>
        <dsp:cNvPr id="0" name=""/>
        <dsp:cNvSpPr/>
      </dsp:nvSpPr>
      <dsp:spPr>
        <a:xfrm>
          <a:off x="7278441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 err="1">
              <a:latin typeface="Cambria" pitchFamily="18" charset="0"/>
            </a:rPr>
            <a:t>Chandi-garh</a:t>
          </a:r>
          <a:endParaRPr lang="en-IN" sz="1400" kern="1200" dirty="0">
            <a:latin typeface="Cambria" pitchFamily="18" charset="0"/>
          </a:endParaRPr>
        </a:p>
      </dsp:txBody>
      <dsp:txXfrm>
        <a:off x="7306213" y="3151806"/>
        <a:ext cx="892663" cy="1345559"/>
      </dsp:txXfrm>
    </dsp:sp>
    <dsp:sp modelId="{FEF13FD3-DF79-40D1-9513-185317082D50}">
      <dsp:nvSpPr>
        <dsp:cNvPr id="0" name=""/>
        <dsp:cNvSpPr/>
      </dsp:nvSpPr>
      <dsp:spPr>
        <a:xfrm>
          <a:off x="8306297" y="1562429"/>
          <a:ext cx="948207" cy="1401103"/>
        </a:xfrm>
        <a:prstGeom prst="roundRect">
          <a:avLst>
            <a:gd name="adj" fmla="val 10000"/>
          </a:avLst>
        </a:prstGeom>
        <a:solidFill>
          <a:srgbClr val="0070C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700" kern="1200" dirty="0">
              <a:latin typeface="Cambria" pitchFamily="18" charset="0"/>
            </a:rPr>
            <a:t>Springs</a:t>
          </a:r>
        </a:p>
      </dsp:txBody>
      <dsp:txXfrm>
        <a:off x="8334069" y="1590201"/>
        <a:ext cx="892663" cy="1345559"/>
      </dsp:txXfrm>
    </dsp:sp>
    <dsp:sp modelId="{67D1B2DE-C7FF-464B-85AD-C024CC85295A}">
      <dsp:nvSpPr>
        <dsp:cNvPr id="0" name=""/>
        <dsp:cNvSpPr/>
      </dsp:nvSpPr>
      <dsp:spPr>
        <a:xfrm>
          <a:off x="8306297" y="3124034"/>
          <a:ext cx="948207" cy="1401103"/>
        </a:xfrm>
        <a:prstGeom prst="roundRect">
          <a:avLst>
            <a:gd name="adj" fmla="val 10000"/>
          </a:avLst>
        </a:prstGeom>
        <a:solidFill>
          <a:srgbClr val="00B050"/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 dirty="0">
              <a:latin typeface="Cambria" pitchFamily="18" charset="0"/>
            </a:rPr>
            <a:t>Hilly areas</a:t>
          </a:r>
        </a:p>
      </dsp:txBody>
      <dsp:txXfrm>
        <a:off x="8334069" y="3151806"/>
        <a:ext cx="892663" cy="134555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37DF3-CCAB-4F07-9DD1-5A7D5BF7F8D0}">
      <dsp:nvSpPr>
        <dsp:cNvPr id="0" name=""/>
        <dsp:cNvSpPr/>
      </dsp:nvSpPr>
      <dsp:spPr>
        <a:xfrm>
          <a:off x="974201" y="394"/>
          <a:ext cx="3480903" cy="2088542"/>
        </a:xfrm>
        <a:prstGeom prst="rect">
          <a:avLst/>
        </a:prstGeom>
        <a:solidFill>
          <a:schemeClr val="accent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Free from pathogens</a:t>
          </a:r>
          <a:endParaRPr lang="en-US" sz="3400" kern="1200" dirty="0">
            <a:latin typeface="Cambria" pitchFamily="18" charset="0"/>
          </a:endParaRPr>
        </a:p>
      </dsp:txBody>
      <dsp:txXfrm>
        <a:off x="974201" y="394"/>
        <a:ext cx="3480903" cy="2088542"/>
      </dsp:txXfrm>
    </dsp:sp>
    <dsp:sp modelId="{3264E1B5-4059-4DED-AC4F-2A250704932D}">
      <dsp:nvSpPr>
        <dsp:cNvPr id="0" name=""/>
        <dsp:cNvSpPr/>
      </dsp:nvSpPr>
      <dsp:spPr>
        <a:xfrm>
          <a:off x="4803195" y="394"/>
          <a:ext cx="3480903" cy="2088542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Free from harmful chemical substances</a:t>
          </a:r>
          <a:endParaRPr lang="en-US" sz="3400" kern="1200" dirty="0">
            <a:latin typeface="Cambria" pitchFamily="18" charset="0"/>
          </a:endParaRPr>
        </a:p>
      </dsp:txBody>
      <dsp:txXfrm>
        <a:off x="4803195" y="394"/>
        <a:ext cx="3480903" cy="2088542"/>
      </dsp:txXfrm>
    </dsp:sp>
    <dsp:sp modelId="{D2CA726D-74FE-467A-8DE7-A659EE5E4CDC}">
      <dsp:nvSpPr>
        <dsp:cNvPr id="0" name=""/>
        <dsp:cNvSpPr/>
      </dsp:nvSpPr>
      <dsp:spPr>
        <a:xfrm>
          <a:off x="974201" y="2437026"/>
          <a:ext cx="3480903" cy="2088542"/>
        </a:xfrm>
        <a:prstGeom prst="rect">
          <a:avLst/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Pleasant to taste (free from bad odour or taste)</a:t>
          </a:r>
          <a:endParaRPr lang="en-US" sz="3400" kern="1200" dirty="0">
            <a:latin typeface="Cambria" pitchFamily="18" charset="0"/>
          </a:endParaRPr>
        </a:p>
      </dsp:txBody>
      <dsp:txXfrm>
        <a:off x="974201" y="2437026"/>
        <a:ext cx="3480903" cy="2088542"/>
      </dsp:txXfrm>
    </dsp:sp>
    <dsp:sp modelId="{0A919B9B-8EEB-4081-ABDD-05E51C35C805}">
      <dsp:nvSpPr>
        <dsp:cNvPr id="0" name=""/>
        <dsp:cNvSpPr/>
      </dsp:nvSpPr>
      <dsp:spPr>
        <a:xfrm>
          <a:off x="4803195" y="2437026"/>
          <a:ext cx="3480903" cy="2088542"/>
        </a:xfrm>
        <a:prstGeom prst="rect">
          <a:avLst/>
        </a:prstGeom>
        <a:solidFill>
          <a:srgbClr val="00542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Usable for domestic purposes</a:t>
          </a:r>
        </a:p>
      </dsp:txBody>
      <dsp:txXfrm>
        <a:off x="4803195" y="2437026"/>
        <a:ext cx="3480903" cy="208854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837DF3-CCAB-4F07-9DD1-5A7D5BF7F8D0}">
      <dsp:nvSpPr>
        <dsp:cNvPr id="0" name=""/>
        <dsp:cNvSpPr/>
      </dsp:nvSpPr>
      <dsp:spPr>
        <a:xfrm>
          <a:off x="974201" y="394"/>
          <a:ext cx="3480903" cy="2088542"/>
        </a:xfrm>
        <a:prstGeom prst="rect">
          <a:avLst/>
        </a:prstGeom>
        <a:solidFill>
          <a:schemeClr val="accent2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Free from pathogens</a:t>
          </a:r>
          <a:endParaRPr lang="en-US" sz="3400" kern="1200" dirty="0">
            <a:latin typeface="Cambria" pitchFamily="18" charset="0"/>
          </a:endParaRPr>
        </a:p>
      </dsp:txBody>
      <dsp:txXfrm>
        <a:off x="974201" y="394"/>
        <a:ext cx="3480903" cy="2088542"/>
      </dsp:txXfrm>
    </dsp:sp>
    <dsp:sp modelId="{3264E1B5-4059-4DED-AC4F-2A250704932D}">
      <dsp:nvSpPr>
        <dsp:cNvPr id="0" name=""/>
        <dsp:cNvSpPr/>
      </dsp:nvSpPr>
      <dsp:spPr>
        <a:xfrm>
          <a:off x="4803195" y="394"/>
          <a:ext cx="3480903" cy="2088542"/>
        </a:xfrm>
        <a:prstGeom prst="rect">
          <a:avLst/>
        </a:prstGeom>
        <a:solidFill>
          <a:srgbClr val="0070C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Free from harmful chemical substances</a:t>
          </a:r>
          <a:endParaRPr lang="en-US" sz="3400" kern="1200" dirty="0">
            <a:latin typeface="Cambria" pitchFamily="18" charset="0"/>
          </a:endParaRPr>
        </a:p>
      </dsp:txBody>
      <dsp:txXfrm>
        <a:off x="4803195" y="394"/>
        <a:ext cx="3480903" cy="2088542"/>
      </dsp:txXfrm>
    </dsp:sp>
    <dsp:sp modelId="{D2CA726D-74FE-467A-8DE7-A659EE5E4CDC}">
      <dsp:nvSpPr>
        <dsp:cNvPr id="0" name=""/>
        <dsp:cNvSpPr/>
      </dsp:nvSpPr>
      <dsp:spPr>
        <a:xfrm>
          <a:off x="974201" y="2437026"/>
          <a:ext cx="3480903" cy="2088542"/>
        </a:xfrm>
        <a:prstGeom prst="rect">
          <a:avLst/>
        </a:prstGeom>
        <a:solidFill>
          <a:srgbClr val="7030A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Pleasant to taste (free from bad odour or taste)</a:t>
          </a:r>
          <a:endParaRPr lang="en-US" sz="3400" kern="1200" dirty="0">
            <a:latin typeface="Cambria" pitchFamily="18" charset="0"/>
          </a:endParaRPr>
        </a:p>
      </dsp:txBody>
      <dsp:txXfrm>
        <a:off x="974201" y="2437026"/>
        <a:ext cx="3480903" cy="2088542"/>
      </dsp:txXfrm>
    </dsp:sp>
    <dsp:sp modelId="{0A919B9B-8EEB-4081-ABDD-05E51C35C805}">
      <dsp:nvSpPr>
        <dsp:cNvPr id="0" name=""/>
        <dsp:cNvSpPr/>
      </dsp:nvSpPr>
      <dsp:spPr>
        <a:xfrm>
          <a:off x="4803195" y="2437026"/>
          <a:ext cx="3480903" cy="2088542"/>
        </a:xfrm>
        <a:prstGeom prst="rect">
          <a:avLst/>
        </a:prstGeom>
        <a:solidFill>
          <a:srgbClr val="005426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threePt" dir="t">
            <a:rot lat="0" lon="0" rev="7500000"/>
          </a:lightRig>
        </a:scene3d>
        <a:sp3d prstMaterial="plastic">
          <a:bevelT w="127000" h="25400" prst="relaxedInset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marL="0" lvl="0" indent="0" algn="ctr" defTabSz="15113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400" kern="1200" dirty="0">
              <a:latin typeface="Cambria" pitchFamily="18" charset="0"/>
            </a:rPr>
            <a:t>Usable for domestic purposes</a:t>
          </a:r>
        </a:p>
      </dsp:txBody>
      <dsp:txXfrm>
        <a:off x="4803195" y="2437026"/>
        <a:ext cx="3480903" cy="2088542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01FD99-0897-41BE-82B4-737E2BE04D2E}">
      <dsp:nvSpPr>
        <dsp:cNvPr id="0" name=""/>
        <dsp:cNvSpPr/>
      </dsp:nvSpPr>
      <dsp:spPr>
        <a:xfrm>
          <a:off x="0" y="0"/>
          <a:ext cx="9258300" cy="2036683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CD43E1F-5F73-446C-839E-68A7EDE452C8}">
      <dsp:nvSpPr>
        <dsp:cNvPr id="0" name=""/>
        <dsp:cNvSpPr/>
      </dsp:nvSpPr>
      <dsp:spPr>
        <a:xfrm>
          <a:off x="283815" y="304804"/>
          <a:ext cx="1971728" cy="149356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898A01C-77F8-4AA4-9416-3F0943DD0520}">
      <dsp:nvSpPr>
        <dsp:cNvPr id="0" name=""/>
        <dsp:cNvSpPr/>
      </dsp:nvSpPr>
      <dsp:spPr>
        <a:xfrm rot="10800000">
          <a:off x="278491" y="2036683"/>
          <a:ext cx="1971728" cy="2489279"/>
        </a:xfrm>
        <a:prstGeom prst="round2SameRect">
          <a:avLst>
            <a:gd name="adj1" fmla="val 10500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mbria" pitchFamily="18" charset="0"/>
            </a:rPr>
            <a:t>Supply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Availability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Affordability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Accessibility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Adequate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Improved</a:t>
          </a:r>
        </a:p>
      </dsp:txBody>
      <dsp:txXfrm rot="10800000">
        <a:off x="339128" y="2036683"/>
        <a:ext cx="1850454" cy="2428642"/>
      </dsp:txXfrm>
    </dsp:sp>
    <dsp:sp modelId="{9FE94A4F-B2D1-4601-AE1F-7BD1D3ED141E}">
      <dsp:nvSpPr>
        <dsp:cNvPr id="0" name=""/>
        <dsp:cNvSpPr/>
      </dsp:nvSpPr>
      <dsp:spPr>
        <a:xfrm>
          <a:off x="2447392" y="271557"/>
          <a:ext cx="1971728" cy="149356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2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10C743-41F7-4823-8C55-38C95D62E132}">
      <dsp:nvSpPr>
        <dsp:cNvPr id="0" name=""/>
        <dsp:cNvSpPr/>
      </dsp:nvSpPr>
      <dsp:spPr>
        <a:xfrm rot="10800000">
          <a:off x="2447392" y="2036683"/>
          <a:ext cx="1971728" cy="2489279"/>
        </a:xfrm>
        <a:prstGeom prst="round2SameRect">
          <a:avLst>
            <a:gd name="adj1" fmla="val 10500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mbria" pitchFamily="18" charset="0"/>
            </a:rPr>
            <a:t>Treatment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Water is treated to make it safe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Community-level or at level of house</a:t>
          </a:r>
        </a:p>
      </dsp:txBody>
      <dsp:txXfrm rot="10800000">
        <a:off x="2508029" y="2036683"/>
        <a:ext cx="1850454" cy="2428642"/>
      </dsp:txXfrm>
    </dsp:sp>
    <dsp:sp modelId="{B29681EC-968F-40BD-8DA9-CFC29BB6D9FB}">
      <dsp:nvSpPr>
        <dsp:cNvPr id="0" name=""/>
        <dsp:cNvSpPr/>
      </dsp:nvSpPr>
      <dsp:spPr>
        <a:xfrm>
          <a:off x="4727736" y="271557"/>
          <a:ext cx="1971728" cy="149356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3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CAB4A7-16D4-4394-82F1-BB34C72F7061}">
      <dsp:nvSpPr>
        <dsp:cNvPr id="0" name=""/>
        <dsp:cNvSpPr/>
      </dsp:nvSpPr>
      <dsp:spPr>
        <a:xfrm rot="10800000">
          <a:off x="4616294" y="2036683"/>
          <a:ext cx="2194612" cy="2489279"/>
        </a:xfrm>
        <a:prstGeom prst="round2SameRect">
          <a:avLst>
            <a:gd name="adj1" fmla="val 10500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mbria" pitchFamily="18" charset="0"/>
            </a:rPr>
            <a:t>Storage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Water is stored to prevent contamination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Household level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Covered/ uncovered</a:t>
          </a:r>
        </a:p>
      </dsp:txBody>
      <dsp:txXfrm rot="10800000">
        <a:off x="4683786" y="2036683"/>
        <a:ext cx="2059628" cy="2421787"/>
      </dsp:txXfrm>
    </dsp:sp>
    <dsp:sp modelId="{A5892A8D-C897-4F67-9335-0B29568B6E9E}">
      <dsp:nvSpPr>
        <dsp:cNvPr id="0" name=""/>
        <dsp:cNvSpPr/>
      </dsp:nvSpPr>
      <dsp:spPr>
        <a:xfrm>
          <a:off x="7008079" y="271557"/>
          <a:ext cx="1971728" cy="1493567"/>
        </a:xfrm>
        <a:prstGeom prst="roundRect">
          <a:avLst>
            <a:gd name="adj" fmla="val 10000"/>
          </a:avLst>
        </a:prstGeom>
        <a:blipFill rotWithShape="0">
          <a:blip xmlns:r="http://schemas.openxmlformats.org/officeDocument/2006/relationships" r:embed="rId4"/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597CBA-46DE-462B-BFF9-BA28704C60D7}">
      <dsp:nvSpPr>
        <dsp:cNvPr id="0" name=""/>
        <dsp:cNvSpPr/>
      </dsp:nvSpPr>
      <dsp:spPr>
        <a:xfrm rot="10800000">
          <a:off x="7008079" y="2036683"/>
          <a:ext cx="1971728" cy="2489279"/>
        </a:xfrm>
        <a:prstGeom prst="round2SameRect">
          <a:avLst>
            <a:gd name="adj1" fmla="val 10500"/>
            <a:gd name="adj2" fmla="val 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t" anchorCtr="0">
          <a:noAutofit/>
        </a:bodyPr>
        <a:lstStyle/>
        <a:p>
          <a:pPr marL="0" lvl="0" indent="0" algn="l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>
              <a:latin typeface="Cambria" pitchFamily="18" charset="0"/>
            </a:rPr>
            <a:t>Retrieval</a:t>
          </a:r>
        </a:p>
        <a:p>
          <a:pPr marL="171450" lvl="1" indent="-171450" algn="l" defTabSz="800100" rtl="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800" kern="1200" dirty="0">
              <a:latin typeface="Cambria" pitchFamily="18" charset="0"/>
            </a:rPr>
            <a:t>Water is retrieved to keep it safe</a:t>
          </a:r>
        </a:p>
      </dsp:txBody>
      <dsp:txXfrm rot="10800000">
        <a:off x="7068716" y="2036683"/>
        <a:ext cx="1850454" cy="242864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4">
  <dgm:title val=""/>
  <dgm:desc val=""/>
  <dgm:catLst>
    <dgm:cat type="hierarchy" pri="4000"/>
    <dgm:cat type="list" pri="24000"/>
    <dgm:cat type="relationship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Name0">
    <dgm:varLst>
      <dgm:chPref val="1"/>
      <dgm:dir/>
      <dgm:animOne val="branch"/>
      <dgm:animLvl val="lvl"/>
      <dgm:resizeHandles/>
    </dgm:varLst>
    <dgm:choose name="Name1">
      <dgm:if name="Name2" func="var" arg="dir" op="equ" val="norm">
        <dgm:alg type="lin">
          <dgm:param type="linDir" val="fromL"/>
          <dgm:param type="nodeVertAlign" val="t"/>
        </dgm:alg>
      </dgm:if>
      <dgm:else name="Name3">
        <dgm:alg type="lin">
          <dgm:param type="linDir" val="fromR"/>
          <dgm:param type="nodeVertAlign" val="t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vertOne" refType="w"/>
      <dgm:constr type="w" for="des" forName="horzOne" refType="w"/>
      <dgm:constr type="w" for="des" forName="txOne" refType="w"/>
      <dgm:constr type="w" for="des" forName="vertTwo" refType="w"/>
      <dgm:constr type="w" for="des" forName="horzTwo" refType="w"/>
      <dgm:constr type="w" for="des" forName="txTwo" refType="w"/>
      <dgm:constr type="w" for="des" forName="vertThree" refType="w"/>
      <dgm:constr type="w" for="des" forName="horzThree" refType="w"/>
      <dgm:constr type="w" for="des" forName="txThree" refType="w"/>
      <dgm:constr type="w" for="des" forName="vertFour" refType="w"/>
      <dgm:constr type="w" for="des" forName="horzFour" refType="w"/>
      <dgm:constr type="w" for="des" forName="txFour" refType="w"/>
      <dgm:constr type="h" for="des" ptType="node" op="equ"/>
      <dgm:constr type="h" for="des" forName="txOne" refType="h"/>
      <dgm:constr type="userH" for="des" ptType="node" refType="h" refFor="des" refForName="txOne"/>
      <dgm:constr type="primFontSz" for="des" forName="txOne" val="65"/>
      <dgm:constr type="primFontSz" for="des" forName="txTwo" val="65"/>
      <dgm:constr type="primFontSz" for="des" forName="txTwo" refType="primFontSz" refFor="des" refForName="txOne" op="lte"/>
      <dgm:constr type="primFontSz" for="des" forName="txThree" val="65"/>
      <dgm:constr type="primFontSz" for="des" forName="txThree" refType="primFontSz" refFor="des" refForName="txOne" op="lte"/>
      <dgm:constr type="primFontSz" for="des" forName="txThree" refType="primFontSz" refFor="des" refForName="txTwo" op="lte"/>
      <dgm:constr type="primFontSz" for="des" forName="txFour" val="65"/>
      <dgm:constr type="primFontSz" for="des" forName="txFour" refType="primFontSz" refFor="des" refForName="txOne" op="lte"/>
      <dgm:constr type="primFontSz" for="des" forName="txFour" refType="primFontSz" refFor="des" refForName="txTwo" op="lte"/>
      <dgm:constr type="primFontSz" for="des" forName="txFour" refType="primFontSz" refFor="des" refForName="txThree" op="lte"/>
      <dgm:constr type="w" for="des" forName="sibSpaceOne" refType="w" fact="0.168"/>
      <dgm:constr type="w" for="des" forName="sibSpaceTwo" refType="w" refFor="des" refForName="sibSpaceOne" op="equ" fact="0.5"/>
      <dgm:constr type="w" for="des" forName="sibSpaceThree" refType="w" refFor="des" refForName="sibSpaceTwo" op="equ" fact="0.5"/>
      <dgm:constr type="w" for="des" forName="sibSpaceFour" refType="w" refFor="des" refForName="sibSpaceThree" op="equ" fact="0.5"/>
      <dgm:constr type="h" for="des" forName="parTransOne" refType="w" fact="0.056"/>
      <dgm:constr type="h" for="des" forName="parTransTwo" refType="h" refFor="des" refForName="parTransOne" op="equ"/>
      <dgm:constr type="h" for="des" forName="parTransThree" refType="h" refFor="des" refForName="parTransTwo" op="equ"/>
      <dgm:constr type="h" for="des" forName="parTransFour" refType="h" refFor="des" refForName="parTransThree" op="equ"/>
    </dgm:constrLst>
    <dgm:ruleLst/>
    <dgm:forEach name="Name4" axis="ch" ptType="node">
      <dgm:layoutNode name="vertOne">
        <dgm:alg type="lin">
          <dgm:param type="linDir" val="fromT"/>
        </dgm:alg>
        <dgm:shape xmlns:r="http://schemas.openxmlformats.org/officeDocument/2006/relationships" r:blip="">
          <dgm:adjLst/>
        </dgm:shape>
        <dgm:presOf/>
        <dgm:constrLst>
          <dgm:constr type="w" for="ch" forName="txOne" refType="w" refFor="ch" refForName="horzOne" op="gte"/>
        </dgm:constrLst>
        <dgm:ruleLst/>
        <dgm:layoutNode name="txOne" styleLbl="node0">
          <dgm:varLst>
            <dgm:chPref val="3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5">
          <dgm:if name="Name6" axis="des" ptType="node" func="cnt" op="gt" val="0">
            <dgm:layoutNode name="parTrans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if>
          <dgm:else name="Name7"/>
        </dgm:choose>
        <dgm:layoutNode name="horzOne">
          <dgm:choose name="Name8">
            <dgm:if name="Name9" func="var" arg="dir" op="equ" val="norm">
              <dgm:alg type="lin">
                <dgm:param type="linDir" val="fromL"/>
                <dgm:param type="nodeVertAlign" val="t"/>
              </dgm:alg>
            </dgm:if>
            <dgm:else name="Name10">
              <dgm:alg type="lin">
                <dgm:param type="linDir" val="fromR"/>
                <dgm:param type="nodeVertAlign" val="t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>
            <dgm:rule type="w" val="INF" fact="NaN" max="NaN"/>
          </dgm:ruleLst>
          <dgm:forEach name="Name11" axis="ch" ptType="node">
            <dgm:layoutNode name="vertTwo">
              <dgm:alg type="lin">
                <dgm:param type="linDir" val="fromT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xTwo" refType="w" refFor="ch" refForName="horzTwo" op="gte"/>
              </dgm:constrLst>
              <dgm:ruleLst/>
              <dgm:layoutNode name="txTwo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userH"/>
                  <dgm:constr type="h" refType="userH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choose name="Name12">
                <dgm:if name="Name13" axis="des" ptType="node" func="cnt" op="gt" val="0">
                  <dgm:layoutNode name="parTrans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if>
                <dgm:else name="Name14"/>
              </dgm:choose>
              <dgm:layoutNode name="horzTwo">
                <dgm:choose name="Name15">
                  <dgm:if name="Name16" func="var" arg="dir" op="equ" val="norm">
                    <dgm:alg type="lin">
                      <dgm:param type="linDir" val="fromL"/>
                      <dgm:param type="nodeVertAlign" val="t"/>
                    </dgm:alg>
                  </dgm:if>
                  <dgm:else name="Name17">
                    <dgm:alg type="lin">
                      <dgm:param type="linDir" val="fromR"/>
                      <dgm:param type="nodeVertAlign" val="t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>
                  <dgm:rule type="w" val="INF" fact="NaN" max="NaN"/>
                </dgm:ruleLst>
                <dgm:forEach name="Name18" axis="ch" ptType="node">
                  <dgm:layoutNode name="vertThree">
                    <dgm:alg type="lin">
                      <dgm:param type="linDir" val="fromT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txThree" refType="w" refFor="ch" refForName="horzThree" op="gte"/>
                    </dgm:constrLst>
                    <dgm:ruleLst/>
                    <dgm:layoutNode name="txThree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userH"/>
                        <dgm:constr type="h" refType="userH"/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choose name="Name19">
                      <dgm:if name="Name20" axis="des" ptType="node" func="cnt" op="gt" val="0">
                        <dgm:layoutNode name="parTrans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if>
                      <dgm:else name="Name21"/>
                    </dgm:choose>
                    <dgm:layoutNode name="horzThree">
                      <dgm:choose name="Name22">
                        <dgm:if name="Name23" func="var" arg="dir" op="equ" val="norm">
                          <dgm:alg type="lin">
                            <dgm:param type="linDir" val="fromL"/>
                            <dgm:param type="nodeVertAlign" val="t"/>
                          </dgm:alg>
                        </dgm:if>
                        <dgm:else name="Name24">
                          <dgm:alg type="lin">
                            <dgm:param type="linDir" val="fromR"/>
                            <dgm:param type="nodeVertAlign" val="t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>
                        <dgm:rule type="w" val="INF" fact="NaN" max="NaN"/>
                      </dgm:ruleLst>
                      <dgm:forEach name="repeat" axis="ch" ptType="node">
                        <dgm:layoutNode name="vertFour">
                          <dgm:varLst>
                            <dgm:chPref val="3"/>
                          </dgm:varLst>
                          <dgm:alg type="lin">
                            <dgm:param type="linDir" val="fromT"/>
                          </dgm:alg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w" for="ch" forName="txFour" refType="w" refFor="ch" refForName="horzFour" op="gte"/>
                          </dgm:constrLst>
                          <dgm:ruleLst/>
                          <dgm:layoutNode name="txFour">
                            <dgm:varLst>
                              <dgm:chPref val="3"/>
                            </dgm:varLst>
                            <dgm:alg type="tx"/>
                            <dgm:shape xmlns:r="http://schemas.openxmlformats.org/officeDocument/2006/relationships" type="roundRect" r:blip="">
                              <dgm:adjLst>
                                <dgm:adj idx="1" val="0.1"/>
                              </dgm:adjLst>
                            </dgm:shape>
                            <dgm:presOf axis="self"/>
                            <dgm:constrLst>
                              <dgm:constr type="userH"/>
                              <dgm:constr type="h" refType="userH"/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  <dgm:choose name="Name25">
                            <dgm:if name="Name26" axis="des" ptType="node" func="cnt" op="gt" val="0">
                              <dgm:layoutNode name="parTrans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if>
                            <dgm:else name="Name27"/>
                          </dgm:choose>
                          <dgm:layoutNode name="horzFour">
                            <dgm:choose name="Name28">
                              <dgm:if name="Name29" func="var" arg="dir" op="equ" val="norm">
                                <dgm:alg type="lin">
                                  <dgm:param type="linDir" val="fromL"/>
                                  <dgm:param type="nodeVertAlign" val="t"/>
                                </dgm:alg>
                              </dgm:if>
                              <dgm:else name="Name30">
                                <dgm:alg type="lin">
                                  <dgm:param type="linDir" val="fromR"/>
                                  <dgm:param type="nodeVertAlign" val="t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>
                              <dgm:rule type="w" val="INF" fact="NaN" max="NaN"/>
                            </dgm:ruleLst>
                            <dgm:forEach name="Name31" ref="repeat"/>
                          </dgm:layoutNode>
                        </dgm:layoutNode>
                        <dgm:choose name="Name32">
                          <dgm:if name="Name33" axis="self" ptType="node" func="revPos" op="gte" val="2">
                            <dgm:forEach name="Name34" axis="followSib" ptType="sibTrans" cnt="1">
                              <dgm:layoutNode name="sibSpaceFour">
                                <dgm:alg type="sp"/>
                                <dgm:shape xmlns:r="http://schemas.openxmlformats.org/officeDocument/2006/relationships" r:blip="">
                                  <dgm:adjLst/>
                                </dgm:shape>
                                <dgm:presOf/>
                                <dgm:constrLst/>
                                <dgm:ruleLst/>
                              </dgm:layoutNode>
                            </dgm:forEach>
                          </dgm:if>
                          <dgm:else name="Name35"/>
                        </dgm:choose>
                      </dgm:forEach>
                    </dgm:layoutNode>
                  </dgm:layoutNode>
                  <dgm:choose name="Name36">
                    <dgm:if name="Name37" axis="self" ptType="node" func="revPos" op="gte" val="2">
                      <dgm:forEach name="Name38" axis="followSib" ptType="sibTrans" cnt="1">
                        <dgm:layoutNode name="sibSpaceThree">
                          <dgm:alg type="sp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/>
                          <dgm:ruleLst/>
                        </dgm:layoutNode>
                      </dgm:forEach>
                    </dgm:if>
                    <dgm:else name="Name39"/>
                  </dgm:choose>
                </dgm:forEach>
              </dgm:layoutNode>
            </dgm:layoutNode>
            <dgm:choose name="Name40">
              <dgm:if name="Name41" axis="self" ptType="node" func="revPos" op="gte" val="2">
                <dgm:forEach name="Name42" axis="followSib" ptType="sibTrans" cnt="1">
                  <dgm:layoutNode name="sibSpaceTwo">
                    <dgm:alg type="sp"/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</dgm:layoutNode>
                </dgm:forEach>
              </dgm:if>
              <dgm:else name="Name43"/>
            </dgm:choose>
          </dgm:forEach>
        </dgm:layoutNode>
      </dgm:layoutNode>
      <dgm:choose name="Name44">
        <dgm:if name="Name45" axis="self" ptType="node" func="revPos" op="gte" val="2">
          <dgm:forEach name="Name46" axis="followSib" ptType="sibTrans" cnt="1">
            <dgm:layoutNode name="sibSpaceOn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if>
        <dgm:else name="Name47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#1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#2">
  <dgm:title val=""/>
  <dgm:desc val=""/>
  <dgm:catLst>
    <dgm:cat type="list" pri="1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pList2#1">
  <dgm:title val=""/>
  <dgm:desc val=""/>
  <dgm:catLst>
    <dgm:cat type="list" pri="1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bkgdShp" refType="w"/>
      <dgm:constr type="h" for="ch" forName="bkgdShp" refType="h" fact="0.45"/>
      <dgm:constr type="t" for="ch" forName="bkgdShp"/>
      <dgm:constr type="w" for="ch" forName="linComp" refType="w" fact="0.94"/>
      <dgm:constr type="h" for="ch" forName="linComp" refType="h"/>
      <dgm:constr type="ctrX" for="ch" forName="linComp" refType="w" fact="0.5"/>
    </dgm:constrLst>
    <dgm:ruleLst/>
    <dgm:choose name="Name1">
      <dgm:if name="Name2" axis="ch" ptType="node" func="cnt" op="gte" val="1">
        <dgm:layoutNode name="bkgdShp" styleLbl="alignAccFollowNode1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linComp">
          <dgm:choose name="Name3">
            <dgm:if name="Name4" func="var" arg="dir" op="equ" val="norm">
              <dgm:alg type="lin"/>
            </dgm:if>
            <dgm:else name="Name5">
              <dgm:alg type="lin">
                <dgm:param type="linDir" val="from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w" for="ch" forName="compNode" refType="w"/>
            <dgm:constr type="h" for="ch" forName="compNode" refType="h"/>
            <dgm:constr type="w" for="ch" ptType="sibTrans" refType="w" refFor="ch" refForName="compNode" fact="0.1"/>
            <dgm:constr type="h" for="ch" ptType="sibTrans" op="equ"/>
            <dgm:constr type="h" for="ch" forName="compNode" op="equ"/>
            <dgm:constr type="primFontSz" for="des" forName="node" op="equ"/>
          </dgm:constrLst>
          <dgm:ruleLst/>
          <dgm:forEach name="nodesForEach" axis="ch" ptType="node">
            <dgm:layoutNode name="compNode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node" refType="w"/>
                <dgm:constr type="h" for="ch" forName="node" refType="h" fact="0.55"/>
                <dgm:constr type="b" for="ch" forName="node" refType="h"/>
                <dgm:constr type="w" for="ch" forName="invisiNode" refType="w" fact="0.75"/>
                <dgm:constr type="h" for="ch" forName="invisiNode" refType="h" fact="0.06"/>
                <dgm:constr type="t" for="ch" forName="invisiNode"/>
                <dgm:constr type="w" for="ch" forName="imagNode" refType="w"/>
                <dgm:constr type="h" for="ch" forName="imagNode" refType="h" fact="0.33"/>
                <dgm:constr type="ctrX" for="ch" forName="imagNode" refType="w" fact="0.5"/>
                <dgm:constr type="t" for="ch" forName="imagNode" refType="h" fact="0.06"/>
              </dgm:constrLst>
              <dgm:ruleLst/>
              <dgm:layoutNode name="node" styleLbl="node1">
                <dgm:varLst>
                  <dgm:bulletEnabled val="1"/>
                </dgm:varLst>
                <dgm:alg type="tx">
                  <dgm:param type="txAnchorVert" val="t"/>
                </dgm:alg>
                <dgm:shape xmlns:r="http://schemas.openxmlformats.org/officeDocument/2006/relationships" rot="180" type="round2SameRect" r:blip="">
                  <dgm:adjLst>
                    <dgm:adj idx="1" val="0.105"/>
                  </dgm:adjLst>
                </dgm:shape>
                <dgm:presOf axis="desOrSelf" ptType="node"/>
                <dgm:constrLst>
                  <dgm:constr type="primFontSz" val="65"/>
                </dgm:constrLst>
                <dgm:ruleLst>
                  <dgm:rule type="primFontSz" val="5" fact="NaN" max="NaN"/>
                </dgm:ruleLst>
              </dgm:layoutNode>
              <dgm:layoutNode name="invisiNode">
                <dgm:alg type="sp"/>
                <dgm:shape xmlns:r="http://schemas.openxmlformats.org/officeDocument/2006/relationships" type="roundRect" r:blip="" hideGeom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  <dgm:layoutNode name="imagNode" styleLbl="fgImgPlace1">
                <dgm:alg type="sp"/>
                <dgm:shape xmlns:r="http://schemas.openxmlformats.org/officeDocument/2006/relationships" type="roundRect" r:blip="" zOrderOff="-2" blipPhldr="1">
                  <dgm:adjLst>
                    <dgm:adj idx="1" val="0.1"/>
                  </dgm:adjLst>
                </dgm:shape>
                <dgm:presOf/>
                <dgm:constrLst/>
                <dgm:ruleLst/>
              </dgm:layoutNode>
            </dgm:layoutNode>
            <dgm:forEach name="sibTransForEach" axis="followSib" ptType="sibTrans" cnt="1">
              <dgm:layoutNode name="sibTrans">
                <dgm:alg type="sp"/>
                <dgm:shape xmlns:r="http://schemas.openxmlformats.org/officeDocument/2006/relationships" type="rect" r:blip="" hideGeom="1">
                  <dgm:adjLst/>
                </dgm:shape>
                <dgm:presOf axis="self"/>
                <dgm:constrLst/>
                <dgm:ruleLst/>
              </dgm:layoutNode>
            </dgm:forEach>
          </dgm:forEach>
        </dgm:layoutNode>
      </dgm:if>
      <dgm:else name="Name6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3d2">
  <dgm:title val=""/>
  <dgm:desc val=""/>
  <dgm:catLst>
    <dgm:cat type="3D" pri="11200"/>
  </dgm:catLst>
  <dgm:scene3d>
    <a:camera prst="orthographicFront"/>
    <a:lightRig rig="threePt" dir="t"/>
  </dgm:scene3d>
  <dgm:styleLbl name="node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tx1"/>
      </a:fontRef>
    </dgm:style>
  </dgm:styleLbl>
  <dgm:styleLbl name="aling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>
        <a:rot lat="0" lon="0" rev="7500000"/>
      </a:lightRig>
    </dgm:scene3d>
    <dgm:sp3d z="254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>
        <a:rot lat="0" lon="0" rev="7500000"/>
      </a:lightRig>
    </dgm:scene3d>
    <dgm:sp3d z="-1524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>
        <a:rot lat="0" lon="0" rev="7500000"/>
      </a:lightRig>
    </dgm:scene3d>
    <dgm:sp3d z="-700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>
        <a:rot lat="0" lon="0" rev="7500000"/>
      </a:lightRig>
    </dgm:scene3d>
    <dgm:sp3d z="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>
        <a:rot lat="0" lon="0" rev="7500000"/>
      </a:lightRig>
    </dgm:scene3d>
    <dgm:sp3d z="-152400" extrusionH="63500" prstMaterial="matte">
      <a:bevelT w="25400" h="63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>
        <a:rot lat="0" lon="0" rev="7500000"/>
      </a:lightRig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>
        <a:rot lat="0" lon="0" rev="7500000"/>
      </a:lightRig>
    </dgm:scene3d>
    <dgm:sp3d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>
        <a:rot lat="0" lon="0" rev="7500000"/>
      </a:lightRig>
    </dgm:scene3d>
    <dgm:sp3d z="60000" prstMaterial="flat">
      <a:bevelT w="120900" h="88900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>
        <a:rot lat="0" lon="0" rev="7500000"/>
      </a:lightRig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>
        <a:rot lat="0" lon="0" rev="7500000"/>
      </a:lightRig>
    </dgm:scene3d>
    <dgm:sp3d extrusionH="190500" prstMaterial="dkEdge">
      <a:bevelT w="13540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>
        <a:rot lat="0" lon="0" rev="7500000"/>
      </a:lightRig>
    </dgm:scene3d>
    <dgm:sp3d prstMaterial="plastic">
      <a:bevelT w="127000" h="354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24450" h="1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0800" h="190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>
        <a:rot lat="0" lon="0" rev="7500000"/>
      </a:lightRig>
    </dgm:scene3d>
    <dgm:sp3d extrusionH="190500" prstMaterial="dkEdge">
      <a:bevelT w="120650" h="38100" prst="relaxedInset"/>
      <a:bevelB w="120650" h="571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>
        <a:rot lat="0" lon="0" rev="7500000"/>
      </a:lightRig>
    </dgm:scene3d>
    <dgm:sp3d z="-152400" extrusionH="63500" prstMaterial="dkEdge">
      <a:bevelT w="14445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>
        <a:rot lat="0" lon="0" rev="7500000"/>
      </a:lightRig>
    </dgm:scene3d>
    <dgm:sp3d z="152400" extrusionH="63500" prstMaterial="dkEdge">
      <a:bevelT w="125400" h="36350" prst="relaxedInset"/>
      <a:contourClr>
        <a:schemeClr val="bg1"/>
      </a:contourClr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>
        <a:rot lat="0" lon="0" rev="7500000"/>
      </a:lightRig>
    </dgm:scene3d>
    <dgm:sp3d z="-152400" extrusionH="63500" prstMaterial="matte">
      <a:bevelT w="144450" h="6350" prst="relaxedInset"/>
      <a:contourClr>
        <a:schemeClr val="bg1"/>
      </a:contourClr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>
        <a:rot lat="0" lon="0" rev="7500000"/>
      </a:lightRig>
    </dgm:scene3d>
    <dgm:sp3d prstMaterial="plastic">
      <a:bevelT w="127000" h="25400" prst="relaxedInset"/>
      <a:bevelB w="88900" h="121750" prst="angle"/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>
        <a:rot lat="0" lon="0" rev="7500000"/>
      </a:lightRig>
    </dgm:scene3d>
    <dgm:sp3d z="152400" extrusionH="63500" prstMaterial="matte">
      <a:bevelT w="50800" h="19050" prst="relaxedInset"/>
      <a:contourClr>
        <a:schemeClr val="bg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220AD-4A0A-4266-A4FA-A11858B53C1D}" type="datetimeFigureOut">
              <a:rPr lang="en-US" smtClean="0"/>
              <a:pPr/>
              <a:t>11/5/2024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BD2241-A130-4ECF-9509-79FB89900A7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8744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4847C7-363F-4D9C-ABA5-70BA360286F1}" type="datetimeFigureOut">
              <a:rPr lang="en-IN" smtClean="0"/>
              <a:pPr/>
              <a:t>05-11-2024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857250" y="685800"/>
            <a:ext cx="51435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92D49A-F212-4AC2-ACCD-062BA10B9357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032007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1525" y="2130426"/>
            <a:ext cx="8743950" cy="1470025"/>
          </a:xfrm>
        </p:spPr>
        <p:txBody>
          <a:bodyPr/>
          <a:lstStyle>
            <a:lvl1pPr>
              <a:defRPr b="1">
                <a:solidFill>
                  <a:srgbClr val="FFC000"/>
                </a:solidFill>
                <a:latin typeface="Book Antiqua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43050" y="3886200"/>
            <a:ext cx="72009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accent6">
                    <a:lumMod val="75000"/>
                  </a:schemeClr>
                </a:solidFill>
                <a:latin typeface="Bookman Old Style" pitchFamily="18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417D23-4039-4CA6-9E51-E23C275761A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4924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>
            <a:lvl1pPr>
              <a:defRPr sz="4400">
                <a:latin typeface="Tahoma" pitchFamily="34" charset="0"/>
                <a:ea typeface="Tahoma" pitchFamily="34" charset="0"/>
                <a:cs typeface="Tahoma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50000"/>
              </a:lnSpc>
              <a:defRPr>
                <a:latin typeface="Rockwell" pitchFamily="18" charset="0"/>
              </a:defRPr>
            </a:lvl1pPr>
            <a:lvl2pPr>
              <a:lnSpc>
                <a:spcPct val="150000"/>
              </a:lnSpc>
              <a:defRPr>
                <a:latin typeface="Rockwell" pitchFamily="18" charset="0"/>
              </a:defRPr>
            </a:lvl2pPr>
            <a:lvl3pPr>
              <a:lnSpc>
                <a:spcPct val="150000"/>
              </a:lnSpc>
              <a:defRPr>
                <a:latin typeface="Rockwell" pitchFamily="18" charset="0"/>
              </a:defRPr>
            </a:lvl3pPr>
            <a:lvl4pPr>
              <a:lnSpc>
                <a:spcPct val="150000"/>
              </a:lnSpc>
              <a:defRPr>
                <a:latin typeface="Rockwell" pitchFamily="18" charset="0"/>
              </a:defRPr>
            </a:lvl4pPr>
            <a:lvl5pPr>
              <a:lnSpc>
                <a:spcPct val="150000"/>
              </a:lnSpc>
              <a:defRPr>
                <a:latin typeface="Rockwell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765216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02" y="4406901"/>
            <a:ext cx="874395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12602" y="2906713"/>
            <a:ext cx="8743950" cy="1500187"/>
          </a:xfrm>
        </p:spPr>
        <p:txBody>
          <a:bodyPr anchor="b">
            <a:normAutofit/>
          </a:bodyPr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2EA1-FEBC-42D9-AC52-CE945A29DB07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1789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1">
                <a:latin typeface="Book Antiqua" pitchFamily="18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4350" y="1600201"/>
            <a:ext cx="45434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29225" y="1600201"/>
            <a:ext cx="454342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23F2EF-711C-4A25-93AC-6BD289271AED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83724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535113"/>
            <a:ext cx="454521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350" y="2174875"/>
            <a:ext cx="454521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25654" y="1535113"/>
            <a:ext cx="454699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25654" y="2174875"/>
            <a:ext cx="454699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030805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A098D2-331C-4116-8BF2-D0000192671A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3570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F2A6F8-2A01-40A6-94D9-0EF722D4FAD6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97077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273050"/>
            <a:ext cx="3384352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1931" y="273051"/>
            <a:ext cx="575071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1435101"/>
            <a:ext cx="3384352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CE5099-E587-4CA2-9E58-9EC41EE466B9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577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6324" y="4800600"/>
            <a:ext cx="6172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016324" y="612775"/>
            <a:ext cx="6172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016324" y="5367338"/>
            <a:ext cx="6172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D32ED-FD62-497E-BA83-96AEAA471D07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7512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2476C-8971-4872-B1CA-FCD21FB04FE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63458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58075" y="274639"/>
            <a:ext cx="2314575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4350" y="274639"/>
            <a:ext cx="6772275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67D413-EA7A-4AC8-AF45-037BEBB03B76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448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gif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gif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gif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gi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0" y="1600201"/>
            <a:ext cx="92583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4350" y="6356351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E62EFB-A4C4-414B-B892-1E1FC11E676E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14725" y="6356351"/>
            <a:ext cx="32575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2350" y="6356351"/>
            <a:ext cx="24003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A209AC-393B-424F-BA6E-FA57294C793E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01220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000" b="1" kern="1200">
          <a:solidFill>
            <a:schemeClr val="accent6">
              <a:lumMod val="75000"/>
            </a:schemeClr>
          </a:solidFill>
          <a:latin typeface="Bookman Old Style" pitchFamily="18" charset="0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Tx/>
        <a:buBlip>
          <a:blip r:embed="rId13"/>
        </a:buBlip>
        <a:defRPr sz="3200" kern="1200">
          <a:solidFill>
            <a:srgbClr val="FFC000"/>
          </a:solidFill>
          <a:latin typeface="Bookman Old Style" pitchFamily="18" charset="0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Tx/>
        <a:buBlip>
          <a:blip r:embed="rId14"/>
        </a:buBlip>
        <a:defRPr sz="2800" kern="1200">
          <a:solidFill>
            <a:srgbClr val="FFC000"/>
          </a:solidFill>
          <a:latin typeface="Bookman Old Style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Tx/>
        <a:buBlip>
          <a:blip r:embed="rId15"/>
        </a:buBlip>
        <a:defRPr sz="2400" kern="1200">
          <a:solidFill>
            <a:srgbClr val="FFC000"/>
          </a:solidFill>
          <a:latin typeface="Bookman Old Style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Tx/>
        <a:buBlip>
          <a:blip r:embed="rId16"/>
        </a:buBlip>
        <a:defRPr sz="2000" kern="1200">
          <a:solidFill>
            <a:srgbClr val="FFC000"/>
          </a:solidFill>
          <a:latin typeface="Bookman Old Style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rgbClr val="FFC000"/>
          </a:solidFill>
          <a:latin typeface="Bookman Old Style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hyperlink" Target="http://indiawater.gov.in/IMISReports/" TargetMode="Externa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7" Type="http://schemas.openxmlformats.org/officeDocument/2006/relationships/image" Target="../media/image31.jpeg"/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jpeg"/><Relationship Id="rId5" Type="http://schemas.openxmlformats.org/officeDocument/2006/relationships/image" Target="../media/image29.jpeg"/><Relationship Id="rId4" Type="http://schemas.openxmlformats.org/officeDocument/2006/relationships/image" Target="../media/image28.jpe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>
          <a:xfrm>
            <a:off x="771525" y="1066800"/>
            <a:ext cx="8743950" cy="2971800"/>
          </a:xfrm>
        </p:spPr>
        <p:txBody>
          <a:bodyPr>
            <a:noAutofit/>
          </a:bodyPr>
          <a:lstStyle/>
          <a:p>
            <a:r>
              <a:rPr lang="en-IN" sz="7200" dirty="0"/>
              <a:t>Safe Water Provision in India</a:t>
            </a:r>
            <a:endParaRPr lang="en-US" sz="7200" dirty="0"/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>
          <a:xfrm>
            <a:off x="1543050" y="4495800"/>
            <a:ext cx="7200900" cy="1143000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 usual…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Which of the following is a water-washed disease?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/>
              <a:t>Trachoma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 err="1"/>
              <a:t>Leptospirosis</a:t>
            </a:r>
            <a:endParaRPr lang="en-IN" dirty="0"/>
          </a:p>
          <a:p>
            <a:pPr marL="971550" lvl="1" indent="-514350">
              <a:buFont typeface="+mj-lt"/>
              <a:buAutoNum type="alphaUcPeriod"/>
            </a:pPr>
            <a:r>
              <a:rPr lang="en-IN" dirty="0"/>
              <a:t>Acute Hepatitis A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/>
              <a:t>Legionnaire’s Disease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2382-C252-4520-A547-8E89FF377B53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120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As usual…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Which of the following is a water-washed disease?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b="1" dirty="0">
                <a:solidFill>
                  <a:schemeClr val="bg1"/>
                </a:solidFill>
              </a:rPr>
              <a:t>Trachoma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 err="1"/>
              <a:t>Leptospirosis</a:t>
            </a:r>
            <a:endParaRPr lang="en-IN" dirty="0"/>
          </a:p>
          <a:p>
            <a:pPr marL="971550" lvl="1" indent="-514350">
              <a:buFont typeface="+mj-lt"/>
              <a:buAutoNum type="alphaUcPeriod"/>
            </a:pPr>
            <a:r>
              <a:rPr lang="en-IN" dirty="0"/>
              <a:t>Acute Hepatitis A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IN" dirty="0"/>
              <a:t>Legionnaire’s Disease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0C2382-C252-4520-A547-8E89FF377B53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5412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5400" dirty="0"/>
              <a:t>Sources of Water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9104199"/>
              </p:ext>
            </p:extLst>
          </p:nvPr>
        </p:nvGraphicFramePr>
        <p:xfrm>
          <a:off x="514350" y="1600201"/>
          <a:ext cx="92583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560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Purest water in nature is from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Rains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Lakes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Ponds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Springs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</a:t>
            </a:fld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Purest water in nature is from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b="1" dirty="0">
                <a:solidFill>
                  <a:schemeClr val="bg1"/>
                </a:solidFill>
              </a:rPr>
              <a:t>Rains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Lakes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Ponds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sz="3200" dirty="0"/>
              <a:t>Springs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6</a:t>
            </a:fld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05740" y="1600201"/>
            <a:ext cx="9875520" cy="4525963"/>
          </a:xfrm>
        </p:spPr>
        <p:txBody>
          <a:bodyPr/>
          <a:lstStyle/>
          <a:p>
            <a:r>
              <a:rPr lang="en-US" dirty="0"/>
              <a:t>While collecting water for biological testing, which of the following should NOT be done?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Using sterile container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Sealing the top with paper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Discarding the initial water from source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Cleaning the container before sample collection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7</a:t>
            </a:fld>
            <a:endParaRPr lang="en-IN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2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05740" y="1600201"/>
            <a:ext cx="9875520" cy="4525963"/>
          </a:xfrm>
        </p:spPr>
        <p:txBody>
          <a:bodyPr>
            <a:normAutofit/>
          </a:bodyPr>
          <a:lstStyle/>
          <a:p>
            <a:r>
              <a:rPr lang="en-US" dirty="0"/>
              <a:t>While collecting water for biological testing, which of the following should NOT be done?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Using sterile container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Sealing the top with paper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dirty="0"/>
              <a:t>Discarding the initial water from source</a:t>
            </a:r>
          </a:p>
          <a:p>
            <a:pPr marL="971550" lvl="1" indent="-514350">
              <a:buFont typeface="+mj-lt"/>
              <a:buAutoNum type="alphaUcPeriod"/>
            </a:pPr>
            <a:r>
              <a:rPr lang="en-US" b="1" dirty="0">
                <a:solidFill>
                  <a:schemeClr val="bg1"/>
                </a:solidFill>
              </a:rPr>
              <a:t>Cleaning the container before sample collection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8</a:t>
            </a:fld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Concept of Safe Water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514350" y="1600201"/>
          <a:ext cx="92583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837DF3-CCAB-4F07-9DD1-5A7D5BF7F8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62837DF3-CCAB-4F07-9DD1-5A7D5BF7F8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64E1B5-4059-4DED-AC4F-2A25070493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3264E1B5-4059-4DED-AC4F-2A25070493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2CA726D-74FE-467A-8DE7-A659EE5E4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graphicEl>
                                              <a:dgm id="{D2CA726D-74FE-467A-8DE7-A659EE5E4C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919B9B-8EEB-4081-ABDD-05E51C35C8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graphicEl>
                                              <a:dgm id="{0A919B9B-8EEB-4081-ABDD-05E51C35C8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400" dirty="0">
                <a:latin typeface="Tahoma" pitchFamily="34" charset="0"/>
                <a:ea typeface="Tahoma" pitchFamily="34" charset="0"/>
                <a:cs typeface="Tahoma" pitchFamily="34" charset="0"/>
              </a:rPr>
              <a:t>Safe Drinking Water can have..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Improved Sources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Piped household</a:t>
            </a:r>
          </a:p>
          <a:p>
            <a:r>
              <a:rPr lang="en-IN" dirty="0"/>
              <a:t>Public standpipe</a:t>
            </a:r>
          </a:p>
          <a:p>
            <a:r>
              <a:rPr lang="en-IN" dirty="0"/>
              <a:t>Borehole</a:t>
            </a:r>
          </a:p>
          <a:p>
            <a:r>
              <a:rPr lang="en-IN" dirty="0"/>
              <a:t>Protected </a:t>
            </a:r>
            <a:r>
              <a:rPr lang="en-IN" dirty="0" err="1"/>
              <a:t>dugwell</a:t>
            </a:r>
            <a:endParaRPr lang="en-IN" dirty="0"/>
          </a:p>
          <a:p>
            <a:r>
              <a:rPr lang="en-IN" dirty="0"/>
              <a:t>Protected spring</a:t>
            </a:r>
          </a:p>
          <a:p>
            <a:r>
              <a:rPr lang="en-IN" dirty="0"/>
              <a:t>Rainwater collection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Unimproved Sources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quarter" idx="4"/>
          </p:nvPr>
        </p:nvSpPr>
        <p:spPr>
          <a:xfrm>
            <a:off x="5225654" y="2174875"/>
            <a:ext cx="4546997" cy="3616325"/>
          </a:xfrm>
        </p:spPr>
        <p:txBody>
          <a:bodyPr/>
          <a:lstStyle/>
          <a:p>
            <a:r>
              <a:rPr lang="en-IN" dirty="0"/>
              <a:t>Unprotected dug-well</a:t>
            </a:r>
          </a:p>
          <a:p>
            <a:r>
              <a:rPr lang="en-IN" dirty="0"/>
              <a:t>Unprotected spring</a:t>
            </a:r>
          </a:p>
          <a:p>
            <a:r>
              <a:rPr lang="en-IN" dirty="0"/>
              <a:t>Surface water (river, dam, lake, pond, stream, canal, irrigation channel)</a:t>
            </a:r>
          </a:p>
          <a:p>
            <a:r>
              <a:rPr lang="en-IN" dirty="0"/>
              <a:t>Vendor-provided water (carts, tanker truck etc)</a:t>
            </a:r>
          </a:p>
          <a:p>
            <a:r>
              <a:rPr lang="en-IN" dirty="0"/>
              <a:t>Bottled water*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10</a:t>
            </a:fld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266700" y="5986046"/>
            <a:ext cx="982980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>
                <a:solidFill>
                  <a:schemeClr val="bg1"/>
                </a:solidFill>
                <a:latin typeface="Cambria" pitchFamily="18" charset="0"/>
              </a:rPr>
              <a:t>Bottled water is not considered improved due to limitations in the potential quantity, not quality, of the water</a:t>
            </a:r>
          </a:p>
        </p:txBody>
      </p:sp>
    </p:spTree>
    <p:extLst>
      <p:ext uri="{BB962C8B-B14F-4D97-AF65-F5344CB8AC3E}">
        <p14:creationId xmlns:p14="http://schemas.microsoft.com/office/powerpoint/2010/main" val="305286307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Legal Commitment!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 provision of clean drinking water has been given priority in the Constitution </a:t>
            </a:r>
          </a:p>
          <a:p>
            <a:r>
              <a:rPr lang="en-US" dirty="0"/>
              <a:t>Article 47 conferring the duty of providing clean drinking water and improving public health standards to the State (i.e. Indian Union)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11</a:t>
            </a:fld>
            <a:endParaRPr lang="en-IN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/>
              <a:t>Indian Government norms for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Availability of </a:t>
            </a:r>
            <a:r>
              <a:rPr lang="en-IN" dirty="0">
                <a:solidFill>
                  <a:schemeClr val="bg1"/>
                </a:solidFill>
              </a:rPr>
              <a:t>40 litres </a:t>
            </a:r>
            <a:r>
              <a:rPr lang="en-IN" dirty="0"/>
              <a:t>of </a:t>
            </a:r>
            <a:r>
              <a:rPr lang="en-IN" dirty="0">
                <a:solidFill>
                  <a:schemeClr val="bg1"/>
                </a:solidFill>
              </a:rPr>
              <a:t>safe</a:t>
            </a:r>
            <a:r>
              <a:rPr lang="en-IN" dirty="0"/>
              <a:t> drinking water per capita per day for rural areas, AND</a:t>
            </a:r>
          </a:p>
          <a:p>
            <a:r>
              <a:rPr lang="en-IN" dirty="0"/>
              <a:t>At least one hand-pump / spot-source for every 250 persons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12</a:t>
            </a:fld>
            <a:endParaRPr lang="en-IN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Vital layer is present in</a:t>
            </a:r>
          </a:p>
          <a:p>
            <a:pPr lvl="1"/>
            <a:r>
              <a:rPr lang="en-US" sz="3200" dirty="0"/>
              <a:t>Slow sand filter</a:t>
            </a:r>
          </a:p>
          <a:p>
            <a:pPr lvl="1"/>
            <a:r>
              <a:rPr lang="en-US" sz="3200" dirty="0"/>
              <a:t>Rapid sand filter</a:t>
            </a:r>
          </a:p>
          <a:p>
            <a:pPr lvl="1"/>
            <a:r>
              <a:rPr lang="en-US" sz="3200" dirty="0"/>
              <a:t>Reverse osmosis filter</a:t>
            </a:r>
          </a:p>
          <a:p>
            <a:pPr lvl="1"/>
            <a:r>
              <a:rPr lang="en-US" sz="3200" dirty="0"/>
              <a:t>Solar distillation apparatus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13</a:t>
            </a:fld>
            <a:endParaRPr lang="en-IN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600" dirty="0"/>
              <a:t>Vital layer is present in</a:t>
            </a:r>
          </a:p>
          <a:p>
            <a:pPr lvl="1"/>
            <a:r>
              <a:rPr lang="en-US" sz="3200" b="1" dirty="0">
                <a:solidFill>
                  <a:schemeClr val="bg1"/>
                </a:solidFill>
              </a:rPr>
              <a:t>Slow sand filter</a:t>
            </a:r>
          </a:p>
          <a:p>
            <a:pPr lvl="1"/>
            <a:r>
              <a:rPr lang="en-US" sz="3200" dirty="0"/>
              <a:t>Rapid sand filter</a:t>
            </a:r>
          </a:p>
          <a:p>
            <a:pPr lvl="1"/>
            <a:r>
              <a:rPr lang="en-US" sz="3200" dirty="0"/>
              <a:t>Reverse osmosis filter</a:t>
            </a:r>
          </a:p>
          <a:p>
            <a:pPr lvl="1"/>
            <a:r>
              <a:rPr lang="en-US" sz="3200" dirty="0"/>
              <a:t>Solar distillation apparatus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14</a:t>
            </a:fld>
            <a:endParaRPr lang="en-IN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of Drinking Water Resources (Census 2011)..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251460" y="1981200"/>
          <a:ext cx="9784080" cy="2609344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914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S No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Availability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India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Madhya Pradesh</a:t>
                      </a:r>
                    </a:p>
                  </a:txBody>
                  <a:tcPr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Within the Premises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46.6%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23.9%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Near</a:t>
                      </a:r>
                      <a:r>
                        <a:rPr lang="en-US" sz="2800" baseline="0" dirty="0">
                          <a:latin typeface="Cambria" pitchFamily="18" charset="0"/>
                        </a:rPr>
                        <a:t> the Premises</a:t>
                      </a:r>
                      <a:endParaRPr lang="en-US" sz="2800" dirty="0">
                        <a:latin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35.8%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45.6%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Away from the Premises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17.6%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en-US" sz="2800" dirty="0">
                          <a:latin typeface="Cambria" pitchFamily="18" charset="0"/>
                        </a:rPr>
                        <a:t>30.5%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15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421825" y="6031468"/>
            <a:ext cx="544335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More information available at 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cs typeface="Arial" pitchFamily="34" charset="0"/>
                <a:hlinkClick r:id="rId2"/>
              </a:rPr>
              <a:t>http://indiawater.gov.in/IMISReports/</a:t>
            </a:r>
            <a:r>
              <a:rPr lang="en-US" sz="1400" dirty="0">
                <a:solidFill>
                  <a:srgbClr val="FF0000"/>
                </a:solidFill>
                <a:latin typeface="Arial" pitchFamily="34" charset="0"/>
                <a:cs typeface="Arial" pitchFamily="34" charset="0"/>
              </a:rPr>
              <a:t> </a:t>
            </a:r>
          </a:p>
        </p:txBody>
      </p:sp>
      <p:sp>
        <p:nvSpPr>
          <p:cNvPr id="9" name="Rectangle 8"/>
          <p:cNvSpPr/>
          <p:nvPr/>
        </p:nvSpPr>
        <p:spPr>
          <a:xfrm>
            <a:off x="228600" y="5068669"/>
            <a:ext cx="98298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>
                <a:solidFill>
                  <a:schemeClr val="bg1"/>
                </a:solidFill>
              </a:rPr>
              <a:t>94 %</a:t>
            </a:r>
            <a:r>
              <a:rPr lang="en-US" sz="2800" dirty="0">
                <a:solidFill>
                  <a:srgbClr val="FFC000"/>
                </a:solidFill>
              </a:rPr>
              <a:t> of the rural population and </a:t>
            </a:r>
            <a:r>
              <a:rPr lang="en-US" sz="2800" b="1" dirty="0">
                <a:solidFill>
                  <a:schemeClr val="bg1"/>
                </a:solidFill>
              </a:rPr>
              <a:t>91 %</a:t>
            </a:r>
            <a:r>
              <a:rPr lang="en-US" sz="2800" dirty="0">
                <a:solidFill>
                  <a:srgbClr val="FFC000"/>
                </a:solidFill>
              </a:rPr>
              <a:t> of the people living in urban areas have access to safe drinking water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FAA810-59AE-43EB-BA8F-B0C80542AFF0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Health Communication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16</a:t>
            </a:fld>
            <a:endParaRPr lang="en-IN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768" y="324605"/>
            <a:ext cx="9267463" cy="6208789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Miles to go before we sleep..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Fine, should we focus on problems rather than </a:t>
            </a:r>
            <a:r>
              <a:rPr lang="en-US" b="1" i="1" dirty="0"/>
              <a:t>“achievements”</a:t>
            </a:r>
            <a:r>
              <a:rPr lang="en-US" dirty="0"/>
              <a:t>?</a:t>
            </a:r>
          </a:p>
          <a:p>
            <a:r>
              <a:rPr lang="en-US" dirty="0"/>
              <a:t>Problems</a:t>
            </a:r>
          </a:p>
          <a:p>
            <a:pPr lvl="1"/>
            <a:r>
              <a:rPr lang="en-US" dirty="0"/>
              <a:t>Unsafe water</a:t>
            </a:r>
          </a:p>
          <a:p>
            <a:pPr lvl="1"/>
            <a:r>
              <a:rPr lang="en-US" dirty="0"/>
              <a:t>Unimproved water</a:t>
            </a:r>
          </a:p>
          <a:p>
            <a:pPr lvl="1"/>
            <a:r>
              <a:rPr lang="en-US" dirty="0"/>
              <a:t>Unpalatable water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17</a:t>
            </a:fld>
            <a:endParaRPr lang="en-IN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Burden of Unsafe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1.5 million children die of </a:t>
            </a:r>
            <a:r>
              <a:rPr lang="en-US" dirty="0" err="1"/>
              <a:t>diarrhoea</a:t>
            </a:r>
            <a:r>
              <a:rPr lang="en-US" dirty="0"/>
              <a:t> per year</a:t>
            </a:r>
          </a:p>
          <a:p>
            <a:r>
              <a:rPr lang="en-US" dirty="0"/>
              <a:t>37.7 million cases of waterborne diseases annually</a:t>
            </a:r>
          </a:p>
          <a:p>
            <a:r>
              <a:rPr lang="en-US" dirty="0"/>
              <a:t>73 million working days are lost annually</a:t>
            </a:r>
          </a:p>
          <a:p>
            <a:r>
              <a:rPr lang="en-US" dirty="0"/>
              <a:t>$600 million a year is economic loss annually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18</a:t>
            </a:fld>
            <a:endParaRPr lang="en-IN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Vulnerable Populations..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rural population </a:t>
            </a:r>
          </a:p>
          <a:p>
            <a:pPr lvl="1"/>
            <a:r>
              <a:rPr lang="en-US" dirty="0"/>
              <a:t>&gt;700 million people </a:t>
            </a:r>
          </a:p>
          <a:p>
            <a:pPr lvl="1"/>
            <a:r>
              <a:rPr lang="en-US" dirty="0"/>
              <a:t>residing in about 1.42 million habitations </a:t>
            </a:r>
          </a:p>
          <a:p>
            <a:pPr lvl="1"/>
            <a:r>
              <a:rPr lang="en-US" dirty="0"/>
              <a:t>spread over 15 diverse ecological regions</a:t>
            </a:r>
          </a:p>
          <a:p>
            <a:r>
              <a:rPr lang="en-US" dirty="0"/>
              <a:t>Urban slums</a:t>
            </a:r>
          </a:p>
          <a:p>
            <a:r>
              <a:rPr lang="en-US" dirty="0"/>
              <a:t>Nomadic populations groups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19</a:t>
            </a:fld>
            <a:endParaRPr lang="en-IN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“Problem Village”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800" dirty="0"/>
              <a:t>No source of safe water available within a distance of 1.6 kilometers, OR</a:t>
            </a:r>
          </a:p>
          <a:p>
            <a:r>
              <a:rPr lang="en-US" sz="2800" dirty="0"/>
              <a:t>Water available at depth of more than 15 </a:t>
            </a:r>
            <a:r>
              <a:rPr lang="en-US" sz="2800" dirty="0" err="1"/>
              <a:t>metres</a:t>
            </a:r>
            <a:r>
              <a:rPr lang="en-US" sz="2800" dirty="0"/>
              <a:t>, OR</a:t>
            </a:r>
          </a:p>
          <a:p>
            <a:r>
              <a:rPr lang="en-US" sz="2800" dirty="0"/>
              <a:t>Water source has excess salinity, iron, fluorides, and other toxic elements, OR</a:t>
            </a:r>
          </a:p>
          <a:p>
            <a:r>
              <a:rPr lang="en-US" sz="2800" dirty="0"/>
              <a:t>Water exposed to risks of cholera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20</a:t>
            </a:fld>
            <a:endParaRPr lang="en-IN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Challenges..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The major chemical parameters of concern are fluoride and arsenic</a:t>
            </a:r>
          </a:p>
          <a:p>
            <a:pPr lvl="1"/>
            <a:r>
              <a:rPr lang="en-US" dirty="0"/>
              <a:t>66 million Indians at risk due to excess fluoride</a:t>
            </a:r>
          </a:p>
          <a:p>
            <a:pPr lvl="1"/>
            <a:r>
              <a:rPr lang="en-US" dirty="0"/>
              <a:t>10 million due to excess arsenic</a:t>
            </a:r>
          </a:p>
          <a:p>
            <a:r>
              <a:rPr lang="en-US" dirty="0"/>
              <a:t>Iron and Nitrates are also emerging as major problems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21</a:t>
            </a:fld>
            <a:endParaRPr lang="en-IN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5400"/>
              </a:lnSpc>
            </a:pPr>
            <a:r>
              <a:rPr lang="en-US" sz="3600" dirty="0"/>
              <a:t>Chlorination does not affect in normal doses</a:t>
            </a:r>
          </a:p>
          <a:p>
            <a:pPr lvl="1">
              <a:lnSpc>
                <a:spcPts val="5400"/>
              </a:lnSpc>
            </a:pPr>
            <a:r>
              <a:rPr lang="it-IT" sz="3200" dirty="0"/>
              <a:t>HIV</a:t>
            </a:r>
            <a:endParaRPr lang="en-US" sz="3200" dirty="0"/>
          </a:p>
          <a:p>
            <a:pPr lvl="1">
              <a:lnSpc>
                <a:spcPts val="5400"/>
              </a:lnSpc>
            </a:pPr>
            <a:r>
              <a:rPr lang="it-IT" sz="3200" dirty="0"/>
              <a:t>Polio</a:t>
            </a:r>
          </a:p>
          <a:p>
            <a:pPr lvl="1">
              <a:lnSpc>
                <a:spcPts val="5400"/>
              </a:lnSpc>
            </a:pPr>
            <a:r>
              <a:rPr lang="it-IT" sz="3200" dirty="0"/>
              <a:t>Shigella</a:t>
            </a:r>
          </a:p>
          <a:p>
            <a:pPr lvl="1">
              <a:lnSpc>
                <a:spcPts val="5400"/>
              </a:lnSpc>
            </a:pPr>
            <a:r>
              <a:rPr lang="en-US" sz="3200" dirty="0"/>
              <a:t>Salmonella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22</a:t>
            </a:fld>
            <a:endParaRPr lang="en-IN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ts val="5400"/>
              </a:lnSpc>
            </a:pPr>
            <a:r>
              <a:rPr lang="en-US" sz="3600" dirty="0"/>
              <a:t>Chlorination does not affect in normal doses</a:t>
            </a:r>
          </a:p>
          <a:p>
            <a:pPr lvl="1">
              <a:lnSpc>
                <a:spcPts val="5400"/>
              </a:lnSpc>
            </a:pPr>
            <a:r>
              <a:rPr lang="it-IT" sz="3200" dirty="0"/>
              <a:t>HIV</a:t>
            </a:r>
            <a:endParaRPr lang="en-US" sz="3200" dirty="0"/>
          </a:p>
          <a:p>
            <a:pPr lvl="1">
              <a:lnSpc>
                <a:spcPts val="5400"/>
              </a:lnSpc>
            </a:pPr>
            <a:r>
              <a:rPr lang="it-IT" sz="3200" b="1" dirty="0">
                <a:solidFill>
                  <a:schemeClr val="bg1"/>
                </a:solidFill>
              </a:rPr>
              <a:t>Polio</a:t>
            </a:r>
          </a:p>
          <a:p>
            <a:pPr lvl="1">
              <a:lnSpc>
                <a:spcPts val="5400"/>
              </a:lnSpc>
            </a:pPr>
            <a:r>
              <a:rPr lang="it-IT" sz="3200" dirty="0"/>
              <a:t>Shigella</a:t>
            </a:r>
          </a:p>
          <a:p>
            <a:pPr lvl="1">
              <a:lnSpc>
                <a:spcPts val="5400"/>
              </a:lnSpc>
            </a:pPr>
            <a:r>
              <a:rPr lang="en-US" sz="3200" dirty="0"/>
              <a:t>Salmonella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23</a:t>
            </a:fld>
            <a:endParaRPr lang="en-IN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800" dirty="0"/>
              <a:t>Recall what is Safe Water?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514350" y="1600201"/>
          <a:ext cx="92583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8250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62837DF3-CCAB-4F07-9DD1-5A7D5BF7F8D0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7">
                                            <p:graphicEl>
                                              <a:dgm id="{62837DF3-CCAB-4F07-9DD1-5A7D5BF7F8D0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3264E1B5-4059-4DED-AC4F-2A250704932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7">
                                            <p:graphicEl>
                                              <a:dgm id="{3264E1B5-4059-4DED-AC4F-2A250704932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D2CA726D-74FE-467A-8DE7-A659EE5E4CDC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7">
                                            <p:graphicEl>
                                              <a:dgm id="{D2CA726D-74FE-467A-8DE7-A659EE5E4CDC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graphicEl>
                                              <a:dgm id="{0A919B9B-8EEB-4081-ABDD-05E51C35C805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7">
                                            <p:graphicEl>
                                              <a:dgm id="{0A919B9B-8EEB-4081-ABDD-05E51C35C805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7" grpId="0">
        <p:bldSub>
          <a:bldDgm bld="one"/>
        </p:bldSub>
      </p:bldGraphic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Safe water provision also means that….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514350" y="1600201"/>
          <a:ext cx="92583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25</a:t>
            </a:fld>
            <a:endParaRPr lang="en-IN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Treatment (Purification)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One or more of following measures</a:t>
            </a:r>
          </a:p>
          <a:p>
            <a:pPr lvl="1"/>
            <a:r>
              <a:rPr lang="en-US" sz="3600" dirty="0"/>
              <a:t>Storage leading to sedimentation</a:t>
            </a:r>
          </a:p>
          <a:p>
            <a:pPr lvl="1"/>
            <a:r>
              <a:rPr lang="en-US" sz="3600" dirty="0"/>
              <a:t>Filtration</a:t>
            </a:r>
          </a:p>
          <a:p>
            <a:pPr lvl="1"/>
            <a:r>
              <a:rPr lang="en-US" sz="3600" dirty="0"/>
              <a:t>Disinfection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26</a:t>
            </a:fld>
            <a:endParaRPr lang="en-IN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602" y="2371725"/>
            <a:ext cx="8743950" cy="1819275"/>
          </a:xfrm>
        </p:spPr>
        <p:txBody>
          <a:bodyPr>
            <a:noAutofit/>
          </a:bodyPr>
          <a:lstStyle/>
          <a:p>
            <a:pPr algn="ctr"/>
            <a:r>
              <a:rPr lang="en-US" sz="5400" dirty="0"/>
              <a:t>Community-level Water Treatment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27</a:t>
            </a:fld>
            <a:endParaRPr lang="en-IN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&amp; Sedimentation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Impounding in natural/ artificial reservoirs</a:t>
            </a:r>
          </a:p>
          <a:p>
            <a:r>
              <a:rPr lang="en-US" dirty="0"/>
              <a:t>To prevent further pollution</a:t>
            </a:r>
          </a:p>
          <a:p>
            <a:r>
              <a:rPr lang="en-US" dirty="0"/>
              <a:t>Removes larger particles</a:t>
            </a:r>
          </a:p>
          <a:p>
            <a:pPr lvl="1"/>
            <a:r>
              <a:rPr lang="en-US" dirty="0"/>
              <a:t>~90% of suspended impurities settle in 24 hours</a:t>
            </a:r>
          </a:p>
          <a:p>
            <a:r>
              <a:rPr lang="en-US" dirty="0"/>
              <a:t>Clear water allows penetration of light</a:t>
            </a:r>
          </a:p>
          <a:p>
            <a:pPr lvl="1"/>
            <a:r>
              <a:rPr lang="en-US" dirty="0"/>
              <a:t>UV disinfection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28</a:t>
            </a:fld>
            <a:endParaRPr lang="en-IN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&amp; Sedimentation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US" dirty="0"/>
              <a:t>Organic matter is oxidized 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Free ammonia to nitrates</a:t>
            </a:r>
          </a:p>
          <a:p>
            <a:pPr>
              <a:lnSpc>
                <a:spcPct val="100000"/>
              </a:lnSpc>
            </a:pPr>
            <a:r>
              <a:rPr lang="en-US" dirty="0"/>
              <a:t>Reduction of pathogens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~90% of total bacterial count reduces by 5-7 days</a:t>
            </a:r>
          </a:p>
          <a:p>
            <a:pPr>
              <a:lnSpc>
                <a:spcPct val="100000"/>
              </a:lnSpc>
            </a:pPr>
            <a:r>
              <a:rPr lang="en-US" dirty="0"/>
              <a:t>Longer period of storage increases growth of algae</a:t>
            </a:r>
          </a:p>
          <a:p>
            <a:pPr lvl="1">
              <a:lnSpc>
                <a:spcPct val="100000"/>
              </a:lnSpc>
            </a:pPr>
            <a:r>
              <a:rPr lang="en-US" dirty="0"/>
              <a:t>Bad </a:t>
            </a:r>
            <a:r>
              <a:rPr lang="en-US" dirty="0" err="1"/>
              <a:t>odour</a:t>
            </a:r>
            <a:r>
              <a:rPr lang="en-US" dirty="0"/>
              <a:t> &amp; </a:t>
            </a:r>
            <a:r>
              <a:rPr lang="en-US" dirty="0" err="1"/>
              <a:t>colour</a:t>
            </a:r>
            <a:endParaRPr lang="en-US" dirty="0"/>
          </a:p>
          <a:p>
            <a:pPr>
              <a:lnSpc>
                <a:spcPct val="100000"/>
              </a:lnSpc>
            </a:pPr>
            <a:r>
              <a:rPr lang="en-US" dirty="0"/>
              <a:t>Optimal period for river water is 10-14 days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29</a:t>
            </a:fld>
            <a:endParaRPr lang="en-IN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Sand-filters</a:t>
            </a:r>
          </a:p>
          <a:p>
            <a:pPr lvl="1"/>
            <a:r>
              <a:rPr lang="en-US" sz="3600" dirty="0"/>
              <a:t>Rapid (Mechanical)</a:t>
            </a:r>
          </a:p>
          <a:p>
            <a:pPr lvl="1"/>
            <a:r>
              <a:rPr lang="en-US" sz="3600" dirty="0"/>
              <a:t>Slow (Biological)</a:t>
            </a:r>
          </a:p>
          <a:p>
            <a:endParaRPr lang="en-US" sz="4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30</a:t>
            </a:fld>
            <a:endParaRPr lang="en-IN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Sand Filter</a:t>
            </a:r>
          </a:p>
        </p:txBody>
      </p:sp>
      <p:pic>
        <p:nvPicPr>
          <p:cNvPr id="7" name="Content Placeholder 6" descr="Water Treatment-Rapid Sand Filter Schematics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4300" y="2363688"/>
            <a:ext cx="10026692" cy="3351312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31</a:t>
            </a:fld>
            <a:endParaRPr lang="en-IN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Rapid Sand Filter</a:t>
            </a:r>
          </a:p>
        </p:txBody>
      </p:sp>
      <p:pic>
        <p:nvPicPr>
          <p:cNvPr id="7" name="Content Placeholder 6" descr="Water Treatment-Rapid Sand Filter View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51174" y="1600199"/>
            <a:ext cx="7126125" cy="4753757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32</a:t>
            </a:fld>
            <a:endParaRPr lang="en-IN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Sand Filtration of Tank Water</a:t>
            </a:r>
          </a:p>
        </p:txBody>
      </p:sp>
      <p:pic>
        <p:nvPicPr>
          <p:cNvPr id="7" name="Content Placeholder 6" descr="Water Treatment-Slow Sand Filter of Tank Wat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2500" y="1503317"/>
            <a:ext cx="8562355" cy="4821283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33</a:t>
            </a:fld>
            <a:endParaRPr lang="en-IN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Slow Sand </a:t>
            </a:r>
            <a:r>
              <a:rPr lang="en-US"/>
              <a:t>Filter Schematics</a:t>
            </a:r>
          </a:p>
        </p:txBody>
      </p:sp>
      <p:pic>
        <p:nvPicPr>
          <p:cNvPr id="7" name="Content Placeholder 6" descr="Water Treatment-Slow Sand Filter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300" y="1524000"/>
            <a:ext cx="8686800" cy="4881838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34</a:t>
            </a:fld>
            <a:endParaRPr lang="en-IN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try to answer..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a city grappling with reconstruction phase after torrential rain, which method would be better to provide water to its people?</a:t>
            </a:r>
          </a:p>
          <a:p>
            <a:pPr lvl="1"/>
            <a:r>
              <a:rPr lang="en-US" dirty="0"/>
              <a:t>Slow sand-filter</a:t>
            </a:r>
          </a:p>
          <a:p>
            <a:pPr lvl="1"/>
            <a:r>
              <a:rPr lang="en-US" dirty="0"/>
              <a:t>Rapid sand-filter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35</a:t>
            </a:fld>
            <a:endParaRPr lang="en-IN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3600" dirty="0"/>
              <a:t>Doesn’t remove turbidity</a:t>
            </a:r>
          </a:p>
          <a:p>
            <a:r>
              <a:rPr lang="en-US" sz="3600" dirty="0"/>
              <a:t>Various methods</a:t>
            </a:r>
          </a:p>
          <a:p>
            <a:pPr lvl="1"/>
            <a:r>
              <a:rPr lang="en-US" dirty="0"/>
              <a:t>Chlorination</a:t>
            </a:r>
          </a:p>
          <a:p>
            <a:pPr lvl="1"/>
            <a:r>
              <a:rPr lang="en-US" dirty="0"/>
              <a:t>Solar disinfection</a:t>
            </a:r>
          </a:p>
          <a:p>
            <a:pPr lvl="1"/>
            <a:r>
              <a:rPr lang="en-US" dirty="0" err="1"/>
              <a:t>Ozonation</a:t>
            </a:r>
            <a:endParaRPr lang="en-US" dirty="0"/>
          </a:p>
          <a:p>
            <a:pPr lvl="1"/>
            <a:r>
              <a:rPr lang="en-US" dirty="0"/>
              <a:t>Reverse osmosis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36</a:t>
            </a:fld>
            <a:endParaRPr lang="en-IN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Disinfection Methods</a:t>
            </a:r>
          </a:p>
        </p:txBody>
      </p:sp>
      <p:pic>
        <p:nvPicPr>
          <p:cNvPr id="7" name="Content Placeholder 6" descr="Water Treatment with Chlorination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7180" y="1862449"/>
            <a:ext cx="3017520" cy="1612814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37</a:t>
            </a:fld>
            <a:endParaRPr lang="en-IN"/>
          </a:p>
        </p:txBody>
      </p:sp>
      <p:pic>
        <p:nvPicPr>
          <p:cNvPr id="8" name="Picture 7" descr="Water Treatment-Ozonation 3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8500" y="1909870"/>
            <a:ext cx="3108960" cy="4072879"/>
          </a:xfrm>
          <a:prstGeom prst="rect">
            <a:avLst/>
          </a:prstGeom>
        </p:spPr>
      </p:pic>
      <p:pic>
        <p:nvPicPr>
          <p:cNvPr id="9" name="Picture 8" descr="Water Treatment-Reverse Osmosi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3872" y="3930418"/>
            <a:ext cx="3017520" cy="2013182"/>
          </a:xfrm>
          <a:prstGeom prst="rect">
            <a:avLst/>
          </a:prstGeom>
        </p:spPr>
      </p:pic>
      <p:pic>
        <p:nvPicPr>
          <p:cNvPr id="10" name="Picture 2" descr="C:\Users\home\Dropbox\Lecture Sources\Water Treatment-Solar Disinfection Large Scale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3881628" y="1875063"/>
            <a:ext cx="2633472" cy="1645920"/>
          </a:xfrm>
          <a:prstGeom prst="rect">
            <a:avLst/>
          </a:prstGeom>
          <a:noFill/>
        </p:spPr>
      </p:pic>
      <p:pic>
        <p:nvPicPr>
          <p:cNvPr id="3074" name="Picture 2" descr="C:\Users\home\Dropbox\Lecture Sources\Water Treatment-Solar Distillation 2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3832860" y="3962400"/>
            <a:ext cx="2926080" cy="2024553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1525" y="2747963"/>
            <a:ext cx="8743950" cy="1671637"/>
          </a:xfrm>
        </p:spPr>
        <p:txBody>
          <a:bodyPr>
            <a:noAutofit/>
          </a:bodyPr>
          <a:lstStyle/>
          <a:p>
            <a:r>
              <a:rPr lang="en-US" sz="5400" dirty="0"/>
              <a:t>Household level water treatment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38</a:t>
            </a:fld>
            <a:endParaRPr lang="en-IN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level water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Rooftop/Ground-level Tanks</a:t>
            </a:r>
          </a:p>
          <a:p>
            <a:r>
              <a:rPr lang="en-US" dirty="0"/>
              <a:t>Household Containers/ Pots</a:t>
            </a:r>
          </a:p>
          <a:p>
            <a:r>
              <a:rPr lang="en-US" dirty="0"/>
              <a:t>No storage</a:t>
            </a:r>
          </a:p>
          <a:p>
            <a:pPr lvl="1"/>
            <a:r>
              <a:rPr lang="en-US" dirty="0" err="1"/>
              <a:t>Handpumps</a:t>
            </a:r>
            <a:endParaRPr lang="en-US" dirty="0"/>
          </a:p>
          <a:p>
            <a:r>
              <a:rPr lang="en-US" dirty="0"/>
              <a:t>Covered or uncovered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39</a:t>
            </a:fld>
            <a:endParaRPr lang="en-IN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>
                <a:latin typeface="Tahoma" pitchFamily="34" charset="0"/>
                <a:ea typeface="Tahoma" pitchFamily="34" charset="0"/>
                <a:cs typeface="Tahoma" pitchFamily="34" charset="0"/>
              </a:rPr>
              <a:t>Storage &amp; Sedimentation</a:t>
            </a:r>
          </a:p>
        </p:txBody>
      </p:sp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Rural 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half" idx="2"/>
          </p:nvPr>
        </p:nvSpPr>
        <p:spPr>
          <a:xfrm>
            <a:off x="514350" y="2449512"/>
            <a:ext cx="4545212" cy="3646488"/>
          </a:xfrm>
        </p:spPr>
        <p:txBody>
          <a:bodyPr>
            <a:normAutofit lnSpcReduction="10000"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Rockwell" pitchFamily="18" charset="0"/>
              </a:rPr>
              <a:t>Wells (open/ covered)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Rockwell" pitchFamily="18" charset="0"/>
              </a:rPr>
              <a:t>Household containers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Rockwell" pitchFamily="18" charset="0"/>
              </a:rPr>
              <a:t>Overhead / grounded tanks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Rockwell" pitchFamily="18" charset="0"/>
              </a:rPr>
              <a:t>Bricked</a:t>
            </a:r>
          </a:p>
          <a:p>
            <a:pPr lvl="1">
              <a:lnSpc>
                <a:spcPct val="150000"/>
              </a:lnSpc>
            </a:pPr>
            <a:r>
              <a:rPr lang="en-US" sz="2400" dirty="0">
                <a:latin typeface="Rockwell" pitchFamily="18" charset="0"/>
              </a:rPr>
              <a:t>Plastic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Rockwell" pitchFamily="18" charset="0"/>
              </a:rPr>
              <a:t>None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/>
              <a:t>Urban 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sz="quarter" idx="4"/>
          </p:nvPr>
        </p:nvSpPr>
        <p:spPr>
          <a:xfrm>
            <a:off x="5225654" y="2373312"/>
            <a:ext cx="4546997" cy="3570288"/>
          </a:xfrm>
        </p:spPr>
        <p:txBody>
          <a:bodyPr>
            <a:normAutofit fontScale="92500" lnSpcReduction="20000"/>
          </a:bodyPr>
          <a:lstStyle/>
          <a:p>
            <a:pPr>
              <a:lnSpc>
                <a:spcPct val="150000"/>
              </a:lnSpc>
            </a:pPr>
            <a:r>
              <a:rPr lang="en-US" sz="2800" dirty="0">
                <a:latin typeface="Rockwell" pitchFamily="18" charset="0"/>
              </a:rPr>
              <a:t>Overhead / grounded tanks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Rockwell" pitchFamily="18" charset="0"/>
              </a:rPr>
              <a:t>Bricked</a:t>
            </a:r>
          </a:p>
          <a:p>
            <a:pPr lvl="1">
              <a:lnSpc>
                <a:spcPct val="150000"/>
              </a:lnSpc>
            </a:pPr>
            <a:r>
              <a:rPr lang="en-US" sz="2800" dirty="0">
                <a:latin typeface="Rockwell" pitchFamily="18" charset="0"/>
              </a:rPr>
              <a:t>plastic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Rockwell" pitchFamily="18" charset="0"/>
              </a:rPr>
              <a:t>Household containers</a:t>
            </a:r>
          </a:p>
          <a:p>
            <a:pPr>
              <a:lnSpc>
                <a:spcPct val="150000"/>
              </a:lnSpc>
            </a:pPr>
            <a:r>
              <a:rPr lang="en-US" sz="2800" dirty="0">
                <a:latin typeface="Rockwell" pitchFamily="18" charset="0"/>
              </a:rPr>
              <a:t>None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82EA1-FEBC-42D9-AC52-CE945A29DB07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40</a:t>
            </a:fld>
            <a:endParaRPr lang="en-IN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12" name="Content Placeholder 11" descr="Water Storage Combined 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61108" y="304800"/>
            <a:ext cx="8964784" cy="6043675"/>
          </a:xfrm>
        </p:spPr>
      </p:pic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41</a:t>
            </a:fld>
            <a:endParaRPr lang="en-IN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Storage &amp; Sedimentation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Settling</a:t>
            </a:r>
          </a:p>
          <a:p>
            <a:pPr lvl="1"/>
            <a:r>
              <a:rPr lang="en-US" dirty="0"/>
              <a:t>24-72 hours (</a:t>
            </a:r>
            <a:r>
              <a:rPr lang="en-US" dirty="0" err="1"/>
              <a:t>eg</a:t>
            </a:r>
            <a:r>
              <a:rPr lang="en-US" dirty="0"/>
              <a:t>. Three Pot Method for 2 days)</a:t>
            </a:r>
          </a:p>
          <a:p>
            <a:pPr lvl="1"/>
            <a:r>
              <a:rPr lang="en-US" dirty="0"/>
              <a:t>Cheap, easy</a:t>
            </a:r>
          </a:p>
          <a:p>
            <a:r>
              <a:rPr lang="en-US" dirty="0"/>
              <a:t>Coagulation </a:t>
            </a:r>
          </a:p>
          <a:p>
            <a:pPr lvl="1"/>
            <a:r>
              <a:rPr lang="en-US" dirty="0"/>
              <a:t>2+ hours</a:t>
            </a:r>
          </a:p>
          <a:p>
            <a:pPr lvl="1"/>
            <a:r>
              <a:rPr lang="en-US" dirty="0"/>
              <a:t>Cheap, difficult to use</a:t>
            </a:r>
          </a:p>
          <a:p>
            <a:pPr lvl="1"/>
            <a:r>
              <a:rPr lang="en-US" dirty="0"/>
              <a:t>Poor awareness &amp; acceptability</a:t>
            </a:r>
          </a:p>
          <a:p>
            <a:pPr lvl="1"/>
            <a:r>
              <a:rPr lang="en-US" dirty="0"/>
              <a:t>Natural (</a:t>
            </a:r>
            <a:r>
              <a:rPr lang="en-US" dirty="0" err="1"/>
              <a:t>eg</a:t>
            </a:r>
            <a:r>
              <a:rPr lang="en-US" dirty="0"/>
              <a:t>. </a:t>
            </a:r>
            <a:r>
              <a:rPr lang="en-US" dirty="0" err="1"/>
              <a:t>Moringa</a:t>
            </a:r>
            <a:r>
              <a:rPr lang="en-US" dirty="0"/>
              <a:t> seeds, </a:t>
            </a:r>
            <a:r>
              <a:rPr lang="en-US" dirty="0" err="1"/>
              <a:t>Strychnos</a:t>
            </a:r>
            <a:r>
              <a:rPr lang="en-US" dirty="0"/>
              <a:t> or </a:t>
            </a:r>
            <a:r>
              <a:rPr lang="en-US" dirty="0" err="1"/>
              <a:t>nirmali</a:t>
            </a:r>
            <a:r>
              <a:rPr lang="en-US" dirty="0"/>
              <a:t> etc)</a:t>
            </a:r>
          </a:p>
          <a:p>
            <a:pPr lvl="1"/>
            <a:r>
              <a:rPr lang="en-US" dirty="0"/>
              <a:t>Chemical (</a:t>
            </a:r>
            <a:r>
              <a:rPr lang="en-US" dirty="0" err="1"/>
              <a:t>eg</a:t>
            </a:r>
            <a:r>
              <a:rPr lang="en-US" dirty="0"/>
              <a:t>. Alum, alum potash)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DA06AB-7B13-4C63-BED0-B7D5450F99D5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42</a:t>
            </a:fld>
            <a:endParaRPr lang="en-IN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Now debate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600201"/>
            <a:ext cx="683895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Which method of sedimentation have you come across in day-to-day life?</a:t>
            </a:r>
          </a:p>
          <a:p>
            <a:r>
              <a:rPr lang="en-US" dirty="0"/>
              <a:t>The drinking water available in usual restaurants / households in Kerala coloured.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43</a:t>
            </a:fld>
            <a:endParaRPr lang="en-IN"/>
          </a:p>
        </p:txBody>
      </p:sp>
      <p:pic>
        <p:nvPicPr>
          <p:cNvPr id="1026" name="Picture 2" descr="C:\Users\home\Dropbox\Lecture Sources\Water Treatment-Kerala Water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505700" y="2514600"/>
            <a:ext cx="2667000" cy="333375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4350" y="1600201"/>
            <a:ext cx="5848350" cy="452596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Straining through Clothes</a:t>
            </a:r>
          </a:p>
          <a:p>
            <a:r>
              <a:rPr lang="en-US" dirty="0" err="1"/>
              <a:t>Biosand</a:t>
            </a:r>
            <a:r>
              <a:rPr lang="en-US" dirty="0"/>
              <a:t> filters</a:t>
            </a:r>
          </a:p>
          <a:p>
            <a:r>
              <a:rPr lang="en-US" dirty="0"/>
              <a:t>Ceramic Filters </a:t>
            </a:r>
          </a:p>
          <a:p>
            <a:pPr lvl="1"/>
            <a:r>
              <a:rPr lang="en-US" dirty="0"/>
              <a:t>Pot</a:t>
            </a:r>
          </a:p>
          <a:p>
            <a:pPr lvl="1"/>
            <a:r>
              <a:rPr lang="en-US" dirty="0"/>
              <a:t>Candle</a:t>
            </a:r>
            <a:endParaRPr lang="en-GB" altLang="en-US" dirty="0"/>
          </a:p>
          <a:p>
            <a:r>
              <a:rPr lang="en-GB" altLang="en-US" dirty="0"/>
              <a:t>Membrane filters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44</a:t>
            </a:fld>
            <a:endParaRPr lang="en-IN"/>
          </a:p>
        </p:txBody>
      </p:sp>
      <p:pic>
        <p:nvPicPr>
          <p:cNvPr id="7" name="Picture 7" descr="Biosand Filter_Indonesi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>
          <a:xfrm>
            <a:off x="8572500" y="3139440"/>
            <a:ext cx="1476838" cy="21031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572500" y="1523999"/>
            <a:ext cx="1529666" cy="1371600"/>
          </a:xfrm>
          <a:prstGeom prst="rect">
            <a:avLst/>
          </a:prstGeom>
          <a:noFill/>
          <a:ln w="6350">
            <a:solidFill>
              <a:srgbClr val="000000"/>
            </a:solidFill>
            <a:miter lim="800000"/>
            <a:headEnd/>
            <a:tailEnd/>
          </a:ln>
        </p:spPr>
      </p:pic>
      <p:pic>
        <p:nvPicPr>
          <p:cNvPr id="1026" name="Picture 2" descr="C:\Users\home\Dropbox\Lecture Sources\Water Treatment-Ceramic Pot Filter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6553550" y="1524000"/>
            <a:ext cx="1463040" cy="2392072"/>
          </a:xfrm>
          <a:prstGeom prst="rect">
            <a:avLst/>
          </a:prstGeom>
          <a:noFill/>
        </p:spPr>
      </p:pic>
      <p:pic>
        <p:nvPicPr>
          <p:cNvPr id="1027" name="Picture 3" descr="C:\Users\home\Dropbox\Lecture Sources\Water Treatment-Ceramic Candle Filter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76060" y="4038600"/>
            <a:ext cx="1463040" cy="125090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Membrane Filter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45</a:t>
            </a:fld>
            <a:endParaRPr lang="en-IN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14300" y="1798637"/>
          <a:ext cx="3857625" cy="3657600"/>
        </p:xfrm>
        <a:graphic>
          <a:graphicData uri="http://schemas.openxmlformats.org/drawingml/2006/table">
            <a:tbl>
              <a:tblPr>
                <a:tableStyleId>{775DCB02-9BB8-47FD-8907-85C794F793BA}</a:tableStyleId>
              </a:tblPr>
              <a:tblGrid>
                <a:gridCol w="20198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37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Filtration Type</a:t>
                      </a:r>
                      <a:endParaRPr kumimoji="0" lang="en-C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Pore Size</a:t>
                      </a:r>
                      <a:endParaRPr kumimoji="0" lang="en-CA" sz="2400" b="1" u="none" strike="noStrike" cap="none" normalizeH="0" baseline="0" dirty="0">
                        <a:ln>
                          <a:noFill/>
                        </a:ln>
                        <a:effectLst/>
                        <a:latin typeface="Cambria" pitchFamily="18" charset="0"/>
                      </a:endParaRPr>
                    </a:p>
                    <a:p>
                      <a:pPr marL="0" marR="0" lvl="0" indent="0" algn="just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(</a:t>
                      </a:r>
                      <a:r>
                        <a:rPr kumimoji="0" lang="fr-FR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µ</a:t>
                      </a:r>
                      <a:r>
                        <a:rPr kumimoji="0" lang="en-GB" sz="2400" b="1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m / nm)</a:t>
                      </a:r>
                      <a:endParaRPr kumimoji="0" lang="en-CA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M</a:t>
                      </a:r>
                      <a:r>
                        <a:rPr kumimoji="0" lang="fr-FR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icrofiltration (MF)</a:t>
                      </a:r>
                      <a:endParaRPr kumimoji="0" lang="en-CA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fr-FR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0.1-10 µm (1‑1000 nm)</a:t>
                      </a:r>
                      <a:endParaRPr kumimoji="0" lang="en-CA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 err="1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Ultrafiltration</a:t>
                      </a: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 (UF)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0.01-0.1 µm (1‑100 nm)</a:t>
                      </a:r>
                      <a:endParaRPr kumimoji="0" lang="en-CA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Nanofiltration (NF)</a:t>
                      </a:r>
                      <a:endParaRPr kumimoji="0" lang="en-CA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&lt;0.001 µm </a:t>
                      </a:r>
                      <a:endParaRPr kumimoji="0" lang="en-CA" sz="2400" u="none" strike="noStrike" cap="none" normalizeH="0" baseline="0" dirty="0">
                        <a:ln>
                          <a:noFill/>
                        </a:ln>
                        <a:effectLst/>
                        <a:latin typeface="Cambria" pitchFamily="18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(&lt;1 nm)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54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Reverse osmosis (RO)</a:t>
                      </a:r>
                      <a:endParaRPr kumimoji="0" lang="en-CA" sz="2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2400" u="none" strike="noStrike" cap="none" normalizeH="0" baseline="0" dirty="0">
                          <a:ln>
                            <a:noFill/>
                          </a:ln>
                          <a:effectLst/>
                          <a:latin typeface="Cambria" pitchFamily="18" charset="0"/>
                        </a:rPr>
                        <a:t>&lt;0.001 µm (&lt;1 nm)</a:t>
                      </a:r>
                      <a:endParaRPr kumimoji="0" lang="en-CA" sz="24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mbria" pitchFamily="18" charset="0"/>
                        <a:cs typeface="Times New Roman" pitchFamily="18" charset="0"/>
                      </a:endParaRPr>
                    </a:p>
                  </a:txBody>
                  <a:tcPr marL="77153" marR="77153" marT="0" marB="0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8" name="Picture 7" descr="memsep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061460" y="1871834"/>
            <a:ext cx="6035040" cy="330976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8"/>
          <p:cNvSpPr/>
          <p:nvPr/>
        </p:nvSpPr>
        <p:spPr>
          <a:xfrm>
            <a:off x="2065863" y="5638800"/>
            <a:ext cx="615527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  <a:latin typeface="Rockwell" pitchFamily="18" charset="0"/>
              </a:rPr>
              <a:t>(</a:t>
            </a:r>
            <a:r>
              <a:rPr lang="en-GB" altLang="en-US" sz="2800" dirty="0">
                <a:solidFill>
                  <a:schemeClr val="bg1"/>
                </a:solidFill>
                <a:latin typeface="Rockwell" pitchFamily="18" charset="0"/>
              </a:rPr>
              <a:t>Contaminant Removal Capabilities)</a:t>
            </a:r>
            <a:endParaRPr lang="en-US" sz="2800" dirty="0">
              <a:solidFill>
                <a:schemeClr val="bg1"/>
              </a:solidFill>
              <a:latin typeface="Rockwell" pitchFamily="18" charset="0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Disinfection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Boiling</a:t>
            </a:r>
          </a:p>
          <a:p>
            <a:r>
              <a:rPr lang="en-US" dirty="0"/>
              <a:t>Chlorination</a:t>
            </a:r>
          </a:p>
          <a:p>
            <a:r>
              <a:rPr lang="en-US" dirty="0"/>
              <a:t>Solar disinfection (SODIS)</a:t>
            </a:r>
          </a:p>
          <a:p>
            <a:r>
              <a:rPr lang="en-US" dirty="0"/>
              <a:t>Solar distillation</a:t>
            </a:r>
          </a:p>
          <a:p>
            <a:r>
              <a:rPr lang="en-US" dirty="0"/>
              <a:t>UV disinfection</a:t>
            </a:r>
          </a:p>
          <a:p>
            <a:r>
              <a:rPr lang="en-US" dirty="0"/>
              <a:t>RO disinfection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46</a:t>
            </a:fld>
            <a:endParaRPr lang="en-IN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Household level disinfection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47</a:t>
            </a:fld>
            <a:endParaRPr lang="en-IN"/>
          </a:p>
        </p:txBody>
      </p:sp>
      <p:pic>
        <p:nvPicPr>
          <p:cNvPr id="8" name="Picture 7" descr="Water Treatment-Chlorine Tablet Halazon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" y="1676400"/>
            <a:ext cx="1920240" cy="1920240"/>
          </a:xfrm>
          <a:prstGeom prst="rect">
            <a:avLst/>
          </a:prstGeom>
        </p:spPr>
      </p:pic>
      <p:pic>
        <p:nvPicPr>
          <p:cNvPr id="9" name="Picture 8" descr="Water Treatment-Chlorine tablet in water glass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774" y="3757434"/>
            <a:ext cx="1920240" cy="2567166"/>
          </a:xfrm>
          <a:prstGeom prst="rect">
            <a:avLst/>
          </a:prstGeom>
        </p:spPr>
      </p:pic>
      <p:pic>
        <p:nvPicPr>
          <p:cNvPr id="10" name="Picture 9" descr="Water Treatment-Solar Disinfection Nepal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181" y="1676400"/>
            <a:ext cx="2899314" cy="2377440"/>
          </a:xfrm>
          <a:prstGeom prst="rect">
            <a:avLst/>
          </a:prstGeom>
        </p:spPr>
      </p:pic>
      <p:pic>
        <p:nvPicPr>
          <p:cNvPr id="11" name="Picture 10" descr="Water Treatment-Solar Distillation 4-Indi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181" y="4328160"/>
            <a:ext cx="2949319" cy="1920240"/>
          </a:xfrm>
          <a:prstGeom prst="rect">
            <a:avLst/>
          </a:prstGeom>
        </p:spPr>
      </p:pic>
      <p:pic>
        <p:nvPicPr>
          <p:cNvPr id="4098" name="Picture 2" descr="C:\Users\home\Dropbox\Lecture Sources\Water Treatment-Chlorine tablet Usage Instructions.jpg"/>
          <p:cNvPicPr>
            <a:picLocks noChangeAspect="1" noChangeArrowheads="1"/>
          </p:cNvPicPr>
          <p:nvPr/>
        </p:nvPicPr>
        <p:blipFill>
          <a:blip r:embed="rId6"/>
          <a:srcRect/>
          <a:stretch>
            <a:fillRect/>
          </a:stretch>
        </p:blipFill>
        <p:spPr bwMode="auto">
          <a:xfrm>
            <a:off x="2933700" y="1670049"/>
            <a:ext cx="3200400" cy="2246948"/>
          </a:xfrm>
          <a:prstGeom prst="rect">
            <a:avLst/>
          </a:prstGeom>
          <a:noFill/>
        </p:spPr>
      </p:pic>
      <p:pic>
        <p:nvPicPr>
          <p:cNvPr id="4100" name="Picture 4" descr="C:\Users\home\Dropbox\Lecture Sources\Water Treatment-RO Filter Installed.jpg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903220" y="4114800"/>
            <a:ext cx="3291840" cy="221787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Boiling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Rolling boil for 10-20 minutes</a:t>
            </a:r>
          </a:p>
          <a:p>
            <a:r>
              <a:rPr lang="en-US" dirty="0"/>
              <a:t>All pathogens are killed at 100</a:t>
            </a:r>
            <a:r>
              <a:rPr lang="en-US" baseline="30000" dirty="0"/>
              <a:t>0 </a:t>
            </a:r>
            <a:r>
              <a:rPr lang="en-US" dirty="0"/>
              <a:t>C*</a:t>
            </a:r>
          </a:p>
          <a:p>
            <a:pPr lvl="1"/>
            <a:r>
              <a:rPr lang="en-US" dirty="0"/>
              <a:t>Except </a:t>
            </a:r>
            <a:r>
              <a:rPr lang="en-US" dirty="0" err="1"/>
              <a:t>sporulating</a:t>
            </a:r>
            <a:r>
              <a:rPr lang="en-US" dirty="0"/>
              <a:t> organisms (</a:t>
            </a:r>
            <a:r>
              <a:rPr lang="en-US" dirty="0" err="1"/>
              <a:t>eg</a:t>
            </a:r>
            <a:r>
              <a:rPr lang="en-US" dirty="0"/>
              <a:t> Clostridium)</a:t>
            </a:r>
          </a:p>
          <a:p>
            <a:r>
              <a:rPr lang="en-US" dirty="0"/>
              <a:t>No residual protection</a:t>
            </a:r>
          </a:p>
          <a:p>
            <a:r>
              <a:rPr lang="en-US" dirty="0"/>
              <a:t>Bland in taste, Smell or </a:t>
            </a:r>
            <a:r>
              <a:rPr lang="en-US" dirty="0" err="1"/>
              <a:t>colour</a:t>
            </a:r>
            <a:r>
              <a:rPr lang="en-US" dirty="0"/>
              <a:t> not changed</a:t>
            </a:r>
          </a:p>
          <a:p>
            <a:r>
              <a:rPr lang="en-US" dirty="0"/>
              <a:t>Easy, medium cost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48</a:t>
            </a:fld>
            <a:endParaRPr lang="en-IN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Chlorination*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Most widely used</a:t>
            </a:r>
          </a:p>
          <a:p>
            <a:r>
              <a:rPr lang="en-US" dirty="0"/>
              <a:t>Contact of 30 minutes</a:t>
            </a:r>
          </a:p>
          <a:p>
            <a:r>
              <a:rPr lang="en-US" dirty="0"/>
              <a:t>Residual effect</a:t>
            </a:r>
          </a:p>
          <a:p>
            <a:r>
              <a:rPr lang="en-US" dirty="0"/>
              <a:t>Not effective on some protozoa &amp; helminths</a:t>
            </a:r>
          </a:p>
          <a:p>
            <a:pPr lvl="1"/>
            <a:r>
              <a:rPr lang="en-US" dirty="0"/>
              <a:t>Cryptosporidium </a:t>
            </a:r>
            <a:r>
              <a:rPr lang="en-US" dirty="0" err="1"/>
              <a:t>parvum</a:t>
            </a:r>
            <a:r>
              <a:rPr lang="en-US" dirty="0"/>
              <a:t>, </a:t>
            </a:r>
            <a:r>
              <a:rPr lang="en-US" dirty="0" err="1"/>
              <a:t>Ascaris</a:t>
            </a:r>
            <a:r>
              <a:rPr lang="en-US" dirty="0"/>
              <a:t>, </a:t>
            </a:r>
            <a:r>
              <a:rPr lang="en-US" dirty="0" err="1"/>
              <a:t>Schistosoma</a:t>
            </a:r>
            <a:endParaRPr lang="en-US" dirty="0"/>
          </a:p>
          <a:p>
            <a:r>
              <a:rPr lang="en-US" dirty="0"/>
              <a:t>Bleaching Powder, Chlorine Tablets, Chlorine Solution, High Test Hypochlorite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49</a:t>
            </a:fld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2387265" y="6096000"/>
            <a:ext cx="551247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400" dirty="0">
                <a:solidFill>
                  <a:schemeClr val="bg1"/>
                </a:solidFill>
              </a:rPr>
              <a:t>*Iodine &amp; PPM are less commonly used methods of chemical disinfection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Solar Disinfection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50</a:t>
            </a:fld>
            <a:endParaRPr lang="en-IN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64462" y="1600200"/>
            <a:ext cx="2057400" cy="2864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826662" y="1600200"/>
            <a:ext cx="2057400" cy="286453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188861" y="1600200"/>
            <a:ext cx="2138795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7635787" y="1600200"/>
            <a:ext cx="2079713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2" name="Content Placeholder 2"/>
          <p:cNvSpPr>
            <a:spLocks noGrp="1"/>
          </p:cNvSpPr>
          <p:nvPr>
            <p:ph idx="1"/>
          </p:nvPr>
        </p:nvSpPr>
        <p:spPr>
          <a:xfrm>
            <a:off x="514350" y="4648200"/>
            <a:ext cx="9258300" cy="1477964"/>
          </a:xfrm>
        </p:spPr>
        <p:txBody>
          <a:bodyPr>
            <a:normAutofit fontScale="62500" lnSpcReduction="20000"/>
          </a:bodyPr>
          <a:lstStyle/>
          <a:p>
            <a:r>
              <a:rPr lang="en-US" dirty="0"/>
              <a:t>Use transparent PET bottle</a:t>
            </a:r>
          </a:p>
          <a:p>
            <a:r>
              <a:rPr lang="en-US" dirty="0"/>
              <a:t>More effective on bacteria, less on virus &amp; protozoa</a:t>
            </a:r>
          </a:p>
          <a:p>
            <a:r>
              <a:rPr lang="en-US" dirty="0"/>
              <a:t>Easy &amp; low cost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Retrieving safe water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Taps and glass</a:t>
            </a:r>
          </a:p>
          <a:p>
            <a:r>
              <a:rPr lang="en-US" dirty="0"/>
              <a:t>Taps and bottles</a:t>
            </a:r>
          </a:p>
          <a:p>
            <a:r>
              <a:rPr lang="en-US" dirty="0"/>
              <a:t>Glass dipped</a:t>
            </a:r>
          </a:p>
          <a:p>
            <a:r>
              <a:rPr lang="en-US" dirty="0"/>
              <a:t>Ladle</a:t>
            </a:r>
          </a:p>
          <a:p>
            <a:r>
              <a:rPr lang="en-US" dirty="0"/>
              <a:t>????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51</a:t>
            </a:fld>
            <a:endParaRPr lang="en-IN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Retrieval Methods</a:t>
            </a:r>
          </a:p>
        </p:txBody>
      </p:sp>
      <p:pic>
        <p:nvPicPr>
          <p:cNvPr id="7" name="Content Placeholder 6" descr="Water Retrieval Summary 1.pn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409700" y="1462164"/>
            <a:ext cx="7561529" cy="486243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52</a:t>
            </a:fld>
            <a:endParaRPr lang="en-IN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274638"/>
            <a:ext cx="9258300" cy="1096962"/>
          </a:xfrm>
        </p:spPr>
        <p:txBody>
          <a:bodyPr/>
          <a:lstStyle/>
          <a:p>
            <a:r>
              <a:rPr lang="en-US" dirty="0"/>
              <a:t>Water conservation!!!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53</a:t>
            </a:fld>
            <a:endParaRPr lang="en-IN"/>
          </a:p>
        </p:txBody>
      </p:sp>
      <p:graphicFrame>
        <p:nvGraphicFramePr>
          <p:cNvPr id="8" name="Content Placeholder 6"/>
          <p:cNvGraphicFramePr>
            <a:graphicFrameLocks noGrp="1"/>
          </p:cNvGraphicFramePr>
          <p:nvPr>
            <p:ph idx="1"/>
          </p:nvPr>
        </p:nvGraphicFramePr>
        <p:xfrm>
          <a:off x="190500" y="1524000"/>
          <a:ext cx="9875520" cy="4593305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12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7027">
                <a:tc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1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Activity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Frequency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Circumstances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1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Water Used</a:t>
                      </a: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955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Toilet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Four flushes per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Conventional toilet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3.5–7 gallons per flush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36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Ultra-low flush toilet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1.6 gallons per flush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955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Shower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Once a day for 5 minutes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Conventional showerhead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3–8 gallons per minute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6366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Low-flow showerhead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2.5 gallons per minute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0955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Bath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Once a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Full bathtub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36 gallons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0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Tub 1/4 to 1/3 full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9–12 gallons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0955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Shaving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Once a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Open tap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5–10 gallons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0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1 full basin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1 gallon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955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Brushing teeth</a:t>
                      </a: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Twice a day</a:t>
                      </a: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Open watertap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2–5 gallons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00955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latin typeface="Rockwell"/>
                        </a:rPr>
                        <a:t>Brush and rinse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lnSpc>
                          <a:spcPts val="3400"/>
                        </a:lnSpc>
                      </a:pPr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latin typeface="Rockwell"/>
                        </a:rPr>
                        <a:t>1/4–1/2 gallon</a:t>
                      </a: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3113329" y="6138446"/>
            <a:ext cx="40603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 gallon of water is equal to 3.8 liters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381000"/>
            <a:ext cx="9258300" cy="914400"/>
          </a:xfrm>
        </p:spPr>
        <p:txBody>
          <a:bodyPr/>
          <a:lstStyle/>
          <a:p>
            <a:r>
              <a:rPr lang="en-US" dirty="0"/>
              <a:t>Water conservation!!!</a:t>
            </a:r>
          </a:p>
        </p:txBody>
      </p:sp>
      <p:graphicFrame>
        <p:nvGraphicFramePr>
          <p:cNvPr id="7" name="Content Placeholder 6"/>
          <p:cNvGraphicFramePr>
            <a:graphicFrameLocks noGrp="1"/>
          </p:cNvGraphicFramePr>
          <p:nvPr>
            <p:ph idx="1"/>
          </p:nvPr>
        </p:nvGraphicFramePr>
        <p:xfrm>
          <a:off x="190500" y="1371600"/>
          <a:ext cx="9875520" cy="4703151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167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93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2505">
                <a:tc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Activity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Frequency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Circumstances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Water Used</a:t>
                      </a:r>
                      <a:endParaRPr lang="en-US" sz="2000" b="1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Washing hands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Twice a day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Open watertap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2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6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 full basin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 gallon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Cooking‡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Washing produce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Open watertap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5–10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6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 full kitchen basin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1–2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Automatic dishwasher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Once per day-full load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Standard cycle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10–15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4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Short cycle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8–13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Manual dishwashing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Once a 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Open watertap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30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9483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Full basin/wash and rinse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5 gallons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Laundry§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1/3 load a day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Portion of full load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35–50 gallons per full load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6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Full load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10–15 gallons for a full load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6197"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Car washing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 rowSpan="2">
                  <a:txBody>
                    <a:bodyPr/>
                    <a:lstStyle/>
                    <a:p>
                      <a:pPr algn="ctr" fontAlgn="ctr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Twice a month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Hose with shut-off nozzle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100 gallons per month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619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>
                          <a:latin typeface="Cambria" pitchFamily="18" charset="0"/>
                        </a:rPr>
                        <a:t>5 full, 2-gallon buckets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>
                        <a:lnSpc>
                          <a:spcPts val="3000"/>
                        </a:lnSpc>
                      </a:pPr>
                      <a:r>
                        <a:rPr lang="en-US" sz="2000" u="none" strike="noStrike" dirty="0">
                          <a:latin typeface="Cambria" pitchFamily="18" charset="0"/>
                        </a:rPr>
                        <a:t>20 gallons per month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latin typeface="Cambria" pitchFamily="18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54</a:t>
            </a:fld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3113329" y="6183868"/>
            <a:ext cx="4060342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rPr>
              <a:t>1 gallon of water is equal to 3.8 liters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Parting quiz..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 is NOT a criteria for a PROBLEM VILLAGE?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source has excess iron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exposed to risks of cholera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available at depth of &gt;15 </a:t>
            </a:r>
            <a:r>
              <a:rPr lang="en-US" sz="2400" dirty="0" err="1"/>
              <a:t>metres</a:t>
            </a:r>
            <a:endParaRPr lang="en-US" sz="2400" dirty="0"/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No source of safe water available within a distance of 5 km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55</a:t>
            </a:fld>
            <a:endParaRPr lang="en-IN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Parting quiz..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Which of the following is NOT a criteria for a PROBLEM VILLAGE?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source has excess iron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exposed to risks of cholera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/>
              <a:t>Water available at depth of &gt;15 </a:t>
            </a:r>
            <a:r>
              <a:rPr lang="en-US" sz="2400" dirty="0" err="1"/>
              <a:t>metres</a:t>
            </a:r>
            <a:endParaRPr lang="en-US" sz="2400" dirty="0"/>
          </a:p>
          <a:p>
            <a:pPr marL="914400" lvl="1" indent="-457200">
              <a:buFont typeface="+mj-lt"/>
              <a:buAutoNum type="alphaUcPeriod"/>
            </a:pPr>
            <a:r>
              <a:rPr lang="en-US" sz="2400" dirty="0">
                <a:solidFill>
                  <a:schemeClr val="bg1"/>
                </a:solidFill>
              </a:rPr>
              <a:t>No source of safe water available within a distance of 5 km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7440B-A492-495C-ACF0-FF1A3480C27F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Environmental Health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56</a:t>
            </a:fld>
            <a:endParaRPr lang="en-IN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812602" y="2133600"/>
            <a:ext cx="8743950" cy="2286000"/>
          </a:xfrm>
        </p:spPr>
        <p:txBody>
          <a:bodyPr>
            <a:normAutofit/>
          </a:bodyPr>
          <a:lstStyle/>
          <a:p>
            <a:r>
              <a:rPr lang="en-US"/>
              <a:t>any Queries?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B3B81B-B6A9-4C4B-9369-9E00AE190191}" type="datetime1">
              <a:rPr lang="en-US" smtClean="0"/>
              <a:pPr/>
              <a:t>11/5/2024</a:t>
            </a:fld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209AC-393B-424F-BA6E-FA57294C793E}" type="slidenum">
              <a:rPr lang="en-IN" smtClean="0"/>
              <a:pPr/>
              <a:t>57</a:t>
            </a:fld>
            <a:endParaRPr lang="en-IN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Environmental Health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FFC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 w="9525">
          <a:noFill/>
          <a:miter lim="800000"/>
          <a:headEnd/>
          <a:tailEnd/>
        </a:ln>
      </a:spPr>
      <a:bodyPr wrap="none">
        <a:spAutoFit/>
      </a:bodyPr>
      <a:lstStyle>
        <a:defPPr algn="l">
          <a:defRPr sz="1600">
            <a:solidFill>
              <a:srgbClr val="FFC000"/>
            </a:solidFill>
            <a:latin typeface="Bookman Old Style" pitchFamily="18" charset="0"/>
            <a:cs typeface="Arial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4719</TotalTime>
  <Words>1810</Words>
  <Application>Microsoft Office PowerPoint</Application>
  <PresentationFormat>35mm Slides</PresentationFormat>
  <Paragraphs>565</Paragraphs>
  <Slides>57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57</vt:i4>
      </vt:variant>
    </vt:vector>
  </HeadingPairs>
  <TitlesOfParts>
    <vt:vector size="67" baseType="lpstr">
      <vt:lpstr>Arial</vt:lpstr>
      <vt:lpstr>Book Antiqua</vt:lpstr>
      <vt:lpstr>Bookman Old Style</vt:lpstr>
      <vt:lpstr>Calibri</vt:lpstr>
      <vt:lpstr>Cambria</vt:lpstr>
      <vt:lpstr>Rockwell</vt:lpstr>
      <vt:lpstr>Tahoma</vt:lpstr>
      <vt:lpstr>Verdana</vt:lpstr>
      <vt:lpstr>Wingdings</vt:lpstr>
      <vt:lpstr>Office Theme</vt:lpstr>
      <vt:lpstr>Safe Water Provision in India</vt:lpstr>
      <vt:lpstr>As usual…</vt:lpstr>
      <vt:lpstr>As usual…</vt:lpstr>
      <vt:lpstr>Sources of Water</vt:lpstr>
      <vt:lpstr>Quiz </vt:lpstr>
      <vt:lpstr>Quiz </vt:lpstr>
      <vt:lpstr>Quiz 2</vt:lpstr>
      <vt:lpstr>Quiz 2</vt:lpstr>
      <vt:lpstr>Concept of Safe Water</vt:lpstr>
      <vt:lpstr>Safe Drinking Water can have..</vt:lpstr>
      <vt:lpstr>Legal Commitment!</vt:lpstr>
      <vt:lpstr>Indian Government norms for Water</vt:lpstr>
      <vt:lpstr>Quiz </vt:lpstr>
      <vt:lpstr>Quiz </vt:lpstr>
      <vt:lpstr>Availability of Drinking Water Resources (Census 2011)..</vt:lpstr>
      <vt:lpstr>PowerPoint Presentation</vt:lpstr>
      <vt:lpstr>Miles to go before we sleep..</vt:lpstr>
      <vt:lpstr>Burden of Unsafe water</vt:lpstr>
      <vt:lpstr>Vulnerable Populations..</vt:lpstr>
      <vt:lpstr>“Problem Village”</vt:lpstr>
      <vt:lpstr>Challenges..</vt:lpstr>
      <vt:lpstr>Quiz </vt:lpstr>
      <vt:lpstr>Quiz </vt:lpstr>
      <vt:lpstr>Recall what is Safe Water?</vt:lpstr>
      <vt:lpstr>Safe water provision also means that….</vt:lpstr>
      <vt:lpstr>Water Treatment (Purification)</vt:lpstr>
      <vt:lpstr>Community-level Water Treatment</vt:lpstr>
      <vt:lpstr>Storage &amp; Sedimentation</vt:lpstr>
      <vt:lpstr>Storage &amp; Sedimentation</vt:lpstr>
      <vt:lpstr>Filtration</vt:lpstr>
      <vt:lpstr>Rapid Sand Filter</vt:lpstr>
      <vt:lpstr>Rapid Sand Filter</vt:lpstr>
      <vt:lpstr>Slow Sand Filtration of Tank Water</vt:lpstr>
      <vt:lpstr>Slow Sand Filter Schematics</vt:lpstr>
      <vt:lpstr>Now try to answer..</vt:lpstr>
      <vt:lpstr>Disinfection</vt:lpstr>
      <vt:lpstr>Disinfection Methods</vt:lpstr>
      <vt:lpstr>Household level water treatment</vt:lpstr>
      <vt:lpstr>Household level water storage</vt:lpstr>
      <vt:lpstr>Storage &amp; Sedimentation</vt:lpstr>
      <vt:lpstr>PowerPoint Presentation</vt:lpstr>
      <vt:lpstr>Storage &amp; Sedimentation</vt:lpstr>
      <vt:lpstr>Now debate</vt:lpstr>
      <vt:lpstr>Filtration</vt:lpstr>
      <vt:lpstr>Membrane Filter</vt:lpstr>
      <vt:lpstr>Disinfection</vt:lpstr>
      <vt:lpstr>Household level disinfection</vt:lpstr>
      <vt:lpstr>Boiling</vt:lpstr>
      <vt:lpstr>Chlorination*</vt:lpstr>
      <vt:lpstr>Solar Disinfection</vt:lpstr>
      <vt:lpstr>Retrieving safe water</vt:lpstr>
      <vt:lpstr>Water Retrieval Methods</vt:lpstr>
      <vt:lpstr>Water conservation!!!</vt:lpstr>
      <vt:lpstr>Water conservation!!!</vt:lpstr>
      <vt:lpstr>Parting quiz..</vt:lpstr>
      <vt:lpstr>Parting quiz..</vt:lpstr>
      <vt:lpstr>any Queries?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 of Data</dc:title>
  <dc:creator>AIIMS</dc:creator>
  <cp:lastModifiedBy>mukul maheshwari</cp:lastModifiedBy>
  <cp:revision>930</cp:revision>
  <dcterms:created xsi:type="dcterms:W3CDTF">2014-01-01T09:29:25Z</dcterms:created>
  <dcterms:modified xsi:type="dcterms:W3CDTF">2024-11-05T18:26:54Z</dcterms:modified>
</cp:coreProperties>
</file>