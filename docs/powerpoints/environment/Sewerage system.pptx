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6"/>
  </p:notesMasterIdLst>
  <p:sldIdLst>
    <p:sldId id="256" r:id="rId3"/>
    <p:sldId id="364" r:id="rId4"/>
    <p:sldId id="365" r:id="rId5"/>
    <p:sldId id="366" r:id="rId6"/>
    <p:sldId id="368" r:id="rId7"/>
    <p:sldId id="367" r:id="rId8"/>
    <p:sldId id="369" r:id="rId9"/>
    <p:sldId id="370" r:id="rId10"/>
    <p:sldId id="371" r:id="rId11"/>
    <p:sldId id="372" r:id="rId12"/>
    <p:sldId id="373" r:id="rId13"/>
    <p:sldId id="374" r:id="rId14"/>
    <p:sldId id="375" r:id="rId15"/>
    <p:sldId id="376" r:id="rId16"/>
    <p:sldId id="377" r:id="rId17"/>
    <p:sldId id="378" r:id="rId18"/>
    <p:sldId id="379" r:id="rId19"/>
    <p:sldId id="380" r:id="rId20"/>
    <p:sldId id="381" r:id="rId21"/>
    <p:sldId id="382" r:id="rId22"/>
    <p:sldId id="383" r:id="rId23"/>
    <p:sldId id="384" r:id="rId24"/>
    <p:sldId id="385" r:id="rId25"/>
    <p:sldId id="386" r:id="rId26"/>
    <p:sldId id="387" r:id="rId27"/>
    <p:sldId id="388" r:id="rId28"/>
    <p:sldId id="389" r:id="rId29"/>
    <p:sldId id="390" r:id="rId30"/>
    <p:sldId id="391" r:id="rId31"/>
    <p:sldId id="392" r:id="rId32"/>
    <p:sldId id="393" r:id="rId33"/>
    <p:sldId id="394" r:id="rId34"/>
    <p:sldId id="395"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287ECB-7E39-4375-9573-6B8A51BA3DA2}" v="10" dt="2024-09-18T18:56:20.2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p:scale>
          <a:sx n="66" d="100"/>
          <a:sy n="66" d="100"/>
        </p:scale>
        <p:origin x="48" y="12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42"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35287ECB-7E39-4375-9573-6B8A51BA3DA2}"/>
    <pc:docChg chg="undo custSel addSld modSld">
      <pc:chgData name="mukul maheshwari" userId="12cb43e2ca5f0d2c" providerId="LiveId" clId="{35287ECB-7E39-4375-9573-6B8A51BA3DA2}" dt="2024-09-18T18:59:35.506" v="1568" actId="26606"/>
      <pc:docMkLst>
        <pc:docMk/>
      </pc:docMkLst>
      <pc:sldChg chg="modSp mod">
        <pc:chgData name="mukul maheshwari" userId="12cb43e2ca5f0d2c" providerId="LiveId" clId="{35287ECB-7E39-4375-9573-6B8A51BA3DA2}" dt="2024-09-18T14:05:19.631" v="4" actId="13926"/>
        <pc:sldMkLst>
          <pc:docMk/>
          <pc:sldMk cId="2815302391" sldId="364"/>
        </pc:sldMkLst>
        <pc:spChg chg="mod">
          <ac:chgData name="mukul maheshwari" userId="12cb43e2ca5f0d2c" providerId="LiveId" clId="{35287ECB-7E39-4375-9573-6B8A51BA3DA2}" dt="2024-09-18T14:05:19.631" v="4" actId="13926"/>
          <ac:spMkLst>
            <pc:docMk/>
            <pc:sldMk cId="2815302391" sldId="364"/>
            <ac:spMk id="3" creationId="{37DCA545-EA22-B130-BAC5-120FF76B7267}"/>
          </ac:spMkLst>
        </pc:spChg>
      </pc:sldChg>
      <pc:sldChg chg="modSp mod">
        <pc:chgData name="mukul maheshwari" userId="12cb43e2ca5f0d2c" providerId="LiveId" clId="{35287ECB-7E39-4375-9573-6B8A51BA3DA2}" dt="2024-09-18T16:00:42.277" v="11" actId="13926"/>
        <pc:sldMkLst>
          <pc:docMk/>
          <pc:sldMk cId="3950121597" sldId="366"/>
        </pc:sldMkLst>
        <pc:spChg chg="mod">
          <ac:chgData name="mukul maheshwari" userId="12cb43e2ca5f0d2c" providerId="LiveId" clId="{35287ECB-7E39-4375-9573-6B8A51BA3DA2}" dt="2024-09-18T16:00:42.277" v="11" actId="13926"/>
          <ac:spMkLst>
            <pc:docMk/>
            <pc:sldMk cId="3950121597" sldId="366"/>
            <ac:spMk id="3" creationId="{D943B2BE-F373-23F6-F730-7D8EF3D815CA}"/>
          </ac:spMkLst>
        </pc:spChg>
      </pc:sldChg>
      <pc:sldChg chg="modSp mod">
        <pc:chgData name="mukul maheshwari" userId="12cb43e2ca5f0d2c" providerId="LiveId" clId="{35287ECB-7E39-4375-9573-6B8A51BA3DA2}" dt="2024-09-18T16:02:43.104" v="19" actId="13926"/>
        <pc:sldMkLst>
          <pc:docMk/>
          <pc:sldMk cId="1765154057" sldId="367"/>
        </pc:sldMkLst>
        <pc:spChg chg="mod">
          <ac:chgData name="mukul maheshwari" userId="12cb43e2ca5f0d2c" providerId="LiveId" clId="{35287ECB-7E39-4375-9573-6B8A51BA3DA2}" dt="2024-09-18T16:02:43.104" v="19" actId="13926"/>
          <ac:spMkLst>
            <pc:docMk/>
            <pc:sldMk cId="1765154057" sldId="367"/>
            <ac:spMk id="3" creationId="{88D0843F-810F-2239-7008-C752723CA1ED}"/>
          </ac:spMkLst>
        </pc:spChg>
      </pc:sldChg>
      <pc:sldChg chg="modSp mod">
        <pc:chgData name="mukul maheshwari" userId="12cb43e2ca5f0d2c" providerId="LiveId" clId="{35287ECB-7E39-4375-9573-6B8A51BA3DA2}" dt="2024-09-18T16:01:14.850" v="14" actId="13926"/>
        <pc:sldMkLst>
          <pc:docMk/>
          <pc:sldMk cId="3342623763" sldId="368"/>
        </pc:sldMkLst>
        <pc:spChg chg="mod">
          <ac:chgData name="mukul maheshwari" userId="12cb43e2ca5f0d2c" providerId="LiveId" clId="{35287ECB-7E39-4375-9573-6B8A51BA3DA2}" dt="2024-09-18T16:01:14.850" v="14" actId="13926"/>
          <ac:spMkLst>
            <pc:docMk/>
            <pc:sldMk cId="3342623763" sldId="368"/>
            <ac:spMk id="3" creationId="{D943B2BE-F373-23F6-F730-7D8EF3D815CA}"/>
          </ac:spMkLst>
        </pc:spChg>
      </pc:sldChg>
      <pc:sldChg chg="modSp mod">
        <pc:chgData name="mukul maheshwari" userId="12cb43e2ca5f0d2c" providerId="LiveId" clId="{35287ECB-7E39-4375-9573-6B8A51BA3DA2}" dt="2024-09-18T16:03:37.337" v="27" actId="13926"/>
        <pc:sldMkLst>
          <pc:docMk/>
          <pc:sldMk cId="1308958186" sldId="369"/>
        </pc:sldMkLst>
        <pc:spChg chg="mod">
          <ac:chgData name="mukul maheshwari" userId="12cb43e2ca5f0d2c" providerId="LiveId" clId="{35287ECB-7E39-4375-9573-6B8A51BA3DA2}" dt="2024-09-18T16:03:37.337" v="27" actId="13926"/>
          <ac:spMkLst>
            <pc:docMk/>
            <pc:sldMk cId="1308958186" sldId="369"/>
            <ac:spMk id="3" creationId="{B272A64F-626A-EB31-ADA9-2A63C0B0B85E}"/>
          </ac:spMkLst>
        </pc:spChg>
      </pc:sldChg>
      <pc:sldChg chg="modSp mod">
        <pc:chgData name="mukul maheshwari" userId="12cb43e2ca5f0d2c" providerId="LiveId" clId="{35287ECB-7E39-4375-9573-6B8A51BA3DA2}" dt="2024-09-18T16:04:59.497" v="31" actId="115"/>
        <pc:sldMkLst>
          <pc:docMk/>
          <pc:sldMk cId="3746027528" sldId="370"/>
        </pc:sldMkLst>
        <pc:spChg chg="mod">
          <ac:chgData name="mukul maheshwari" userId="12cb43e2ca5f0d2c" providerId="LiveId" clId="{35287ECB-7E39-4375-9573-6B8A51BA3DA2}" dt="2024-09-18T16:04:59.497" v="31" actId="115"/>
          <ac:spMkLst>
            <pc:docMk/>
            <pc:sldMk cId="3746027528" sldId="370"/>
            <ac:spMk id="3" creationId="{69A0758E-7F54-69F3-7074-0B61C6220DE6}"/>
          </ac:spMkLst>
        </pc:spChg>
      </pc:sldChg>
      <pc:sldChg chg="modSp mod">
        <pc:chgData name="mukul maheshwari" userId="12cb43e2ca5f0d2c" providerId="LiveId" clId="{35287ECB-7E39-4375-9573-6B8A51BA3DA2}" dt="2024-09-18T16:05:11.975" v="33" actId="20577"/>
        <pc:sldMkLst>
          <pc:docMk/>
          <pc:sldMk cId="1256127559" sldId="371"/>
        </pc:sldMkLst>
        <pc:spChg chg="mod">
          <ac:chgData name="mukul maheshwari" userId="12cb43e2ca5f0d2c" providerId="LiveId" clId="{35287ECB-7E39-4375-9573-6B8A51BA3DA2}" dt="2024-09-18T16:05:11.975" v="33" actId="20577"/>
          <ac:spMkLst>
            <pc:docMk/>
            <pc:sldMk cId="1256127559" sldId="371"/>
            <ac:spMk id="3" creationId="{D4E7BFD5-76E8-8241-4CC8-932B5524055B}"/>
          </ac:spMkLst>
        </pc:spChg>
      </pc:sldChg>
      <pc:sldChg chg="modSp mod">
        <pc:chgData name="mukul maheshwari" userId="12cb43e2ca5f0d2c" providerId="LiveId" clId="{35287ECB-7E39-4375-9573-6B8A51BA3DA2}" dt="2024-09-18T16:06:00.145" v="36" actId="115"/>
        <pc:sldMkLst>
          <pc:docMk/>
          <pc:sldMk cId="939020828" sldId="372"/>
        </pc:sldMkLst>
        <pc:spChg chg="mod">
          <ac:chgData name="mukul maheshwari" userId="12cb43e2ca5f0d2c" providerId="LiveId" clId="{35287ECB-7E39-4375-9573-6B8A51BA3DA2}" dt="2024-09-18T16:06:00.145" v="36" actId="115"/>
          <ac:spMkLst>
            <pc:docMk/>
            <pc:sldMk cId="939020828" sldId="372"/>
            <ac:spMk id="3" creationId="{B9F9133C-71A7-4AA1-B52C-2E96E3712DC2}"/>
          </ac:spMkLst>
        </pc:spChg>
      </pc:sldChg>
      <pc:sldChg chg="modSp new mod">
        <pc:chgData name="mukul maheshwari" userId="12cb43e2ca5f0d2c" providerId="LiveId" clId="{35287ECB-7E39-4375-9573-6B8A51BA3DA2}" dt="2024-09-18T16:21:54.588" v="286" actId="13926"/>
        <pc:sldMkLst>
          <pc:docMk/>
          <pc:sldMk cId="1933745453" sldId="373"/>
        </pc:sldMkLst>
        <pc:spChg chg="mod">
          <ac:chgData name="mukul maheshwari" userId="12cb43e2ca5f0d2c" providerId="LiveId" clId="{35287ECB-7E39-4375-9573-6B8A51BA3DA2}" dt="2024-09-18T16:07:22.454" v="63" actId="20577"/>
          <ac:spMkLst>
            <pc:docMk/>
            <pc:sldMk cId="1933745453" sldId="373"/>
            <ac:spMk id="2" creationId="{8D92061F-E713-5AF0-1D81-B3D890FC04AA}"/>
          </ac:spMkLst>
        </pc:spChg>
        <pc:spChg chg="mod">
          <ac:chgData name="mukul maheshwari" userId="12cb43e2ca5f0d2c" providerId="LiveId" clId="{35287ECB-7E39-4375-9573-6B8A51BA3DA2}" dt="2024-09-18T16:21:54.588" v="286" actId="13926"/>
          <ac:spMkLst>
            <pc:docMk/>
            <pc:sldMk cId="1933745453" sldId="373"/>
            <ac:spMk id="3" creationId="{4FC22E52-1747-6D5B-65AD-912B0A41054E}"/>
          </ac:spMkLst>
        </pc:spChg>
      </pc:sldChg>
      <pc:sldChg chg="modSp add mod">
        <pc:chgData name="mukul maheshwari" userId="12cb43e2ca5f0d2c" providerId="LiveId" clId="{35287ECB-7E39-4375-9573-6B8A51BA3DA2}" dt="2024-09-18T16:16:32.107" v="265" actId="27636"/>
        <pc:sldMkLst>
          <pc:docMk/>
          <pc:sldMk cId="766900142" sldId="374"/>
        </pc:sldMkLst>
        <pc:spChg chg="mod">
          <ac:chgData name="mukul maheshwari" userId="12cb43e2ca5f0d2c" providerId="LiveId" clId="{35287ECB-7E39-4375-9573-6B8A51BA3DA2}" dt="2024-09-18T16:16:32.107" v="265" actId="27636"/>
          <ac:spMkLst>
            <pc:docMk/>
            <pc:sldMk cId="766900142" sldId="374"/>
            <ac:spMk id="3" creationId="{4FC22E52-1747-6D5B-65AD-912B0A41054E}"/>
          </ac:spMkLst>
        </pc:spChg>
      </pc:sldChg>
      <pc:sldChg chg="modSp new mod">
        <pc:chgData name="mukul maheshwari" userId="12cb43e2ca5f0d2c" providerId="LiveId" clId="{35287ECB-7E39-4375-9573-6B8A51BA3DA2}" dt="2024-09-18T16:25:32.799" v="355" actId="27636"/>
        <pc:sldMkLst>
          <pc:docMk/>
          <pc:sldMk cId="4155342766" sldId="375"/>
        </pc:sldMkLst>
        <pc:spChg chg="mod">
          <ac:chgData name="mukul maheshwari" userId="12cb43e2ca5f0d2c" providerId="LiveId" clId="{35287ECB-7E39-4375-9573-6B8A51BA3DA2}" dt="2024-09-18T16:23:50.538" v="318" actId="20577"/>
          <ac:spMkLst>
            <pc:docMk/>
            <pc:sldMk cId="4155342766" sldId="375"/>
            <ac:spMk id="2" creationId="{008DA016-049D-E5AF-574B-48F6522796A9}"/>
          </ac:spMkLst>
        </pc:spChg>
        <pc:spChg chg="mod">
          <ac:chgData name="mukul maheshwari" userId="12cb43e2ca5f0d2c" providerId="LiveId" clId="{35287ECB-7E39-4375-9573-6B8A51BA3DA2}" dt="2024-09-18T16:25:32.799" v="355" actId="27636"/>
          <ac:spMkLst>
            <pc:docMk/>
            <pc:sldMk cId="4155342766" sldId="375"/>
            <ac:spMk id="3" creationId="{2277D1F0-AD56-0669-E08A-870D7001C1B2}"/>
          </ac:spMkLst>
        </pc:spChg>
      </pc:sldChg>
      <pc:sldChg chg="addSp delSp modSp new mod setBg">
        <pc:chgData name="mukul maheshwari" userId="12cb43e2ca5f0d2c" providerId="LiveId" clId="{35287ECB-7E39-4375-9573-6B8A51BA3DA2}" dt="2024-09-18T16:32:20.919" v="413" actId="14100"/>
        <pc:sldMkLst>
          <pc:docMk/>
          <pc:sldMk cId="3341382476" sldId="376"/>
        </pc:sldMkLst>
        <pc:spChg chg="mod">
          <ac:chgData name="mukul maheshwari" userId="12cb43e2ca5f0d2c" providerId="LiveId" clId="{35287ECB-7E39-4375-9573-6B8A51BA3DA2}" dt="2024-09-18T16:31:58.475" v="409" actId="207"/>
          <ac:spMkLst>
            <pc:docMk/>
            <pc:sldMk cId="3341382476" sldId="376"/>
            <ac:spMk id="2" creationId="{824B974C-5F8F-D7F6-BB97-265F2EB752E3}"/>
          </ac:spMkLst>
        </pc:spChg>
        <pc:spChg chg="mod">
          <ac:chgData name="mukul maheshwari" userId="12cb43e2ca5f0d2c" providerId="LiveId" clId="{35287ECB-7E39-4375-9573-6B8A51BA3DA2}" dt="2024-09-18T16:32:20.919" v="413" actId="14100"/>
          <ac:spMkLst>
            <pc:docMk/>
            <pc:sldMk cId="3341382476" sldId="376"/>
            <ac:spMk id="3" creationId="{47D2B521-87E4-517E-2D46-953B831D262C}"/>
          </ac:spMkLst>
        </pc:spChg>
        <pc:spChg chg="add">
          <ac:chgData name="mukul maheshwari" userId="12cb43e2ca5f0d2c" providerId="LiveId" clId="{35287ECB-7E39-4375-9573-6B8A51BA3DA2}" dt="2024-09-18T16:30:24.604" v="404" actId="26606"/>
          <ac:spMkLst>
            <pc:docMk/>
            <pc:sldMk cId="3341382476" sldId="376"/>
            <ac:spMk id="12" creationId="{D7A453D2-15D8-4403-815F-291FA16340D9}"/>
          </ac:spMkLst>
        </pc:spChg>
        <pc:spChg chg="add">
          <ac:chgData name="mukul maheshwari" userId="12cb43e2ca5f0d2c" providerId="LiveId" clId="{35287ECB-7E39-4375-9573-6B8A51BA3DA2}" dt="2024-09-18T16:30:24.604" v="404" actId="26606"/>
          <ac:spMkLst>
            <pc:docMk/>
            <pc:sldMk cId="3341382476" sldId="376"/>
            <ac:spMk id="14" creationId="{8161EA6B-09CA-445B-AB0D-8DF76FA92DEF}"/>
          </ac:spMkLst>
        </pc:spChg>
        <pc:spChg chg="add">
          <ac:chgData name="mukul maheshwari" userId="12cb43e2ca5f0d2c" providerId="LiveId" clId="{35287ECB-7E39-4375-9573-6B8A51BA3DA2}" dt="2024-09-18T16:30:24.604" v="404" actId="26606"/>
          <ac:spMkLst>
            <pc:docMk/>
            <pc:sldMk cId="3341382476" sldId="376"/>
            <ac:spMk id="24" creationId="{B8114C98-A349-4111-A123-E8EAB86ABE30}"/>
          </ac:spMkLst>
        </pc:spChg>
        <pc:spChg chg="add">
          <ac:chgData name="mukul maheshwari" userId="12cb43e2ca5f0d2c" providerId="LiveId" clId="{35287ECB-7E39-4375-9573-6B8A51BA3DA2}" dt="2024-09-18T16:30:24.604" v="404" actId="26606"/>
          <ac:spMkLst>
            <pc:docMk/>
            <pc:sldMk cId="3341382476" sldId="376"/>
            <ac:spMk id="38" creationId="{E2D3D3F2-ABBB-4453-B1C5-1BEBF7E4DD56}"/>
          </ac:spMkLst>
        </pc:spChg>
        <pc:grpChg chg="add">
          <ac:chgData name="mukul maheshwari" userId="12cb43e2ca5f0d2c" providerId="LiveId" clId="{35287ECB-7E39-4375-9573-6B8A51BA3DA2}" dt="2024-09-18T16:30:24.604" v="404" actId="26606"/>
          <ac:grpSpMkLst>
            <pc:docMk/>
            <pc:sldMk cId="3341382476" sldId="376"/>
            <ac:grpSpMk id="16" creationId="{1EA1DAFF-CECA-492F-BFA1-22C64956B8D9}"/>
          </ac:grpSpMkLst>
        </pc:grpChg>
        <pc:grpChg chg="add">
          <ac:chgData name="mukul maheshwari" userId="12cb43e2ca5f0d2c" providerId="LiveId" clId="{35287ECB-7E39-4375-9573-6B8A51BA3DA2}" dt="2024-09-18T16:30:24.604" v="404" actId="26606"/>
          <ac:grpSpMkLst>
            <pc:docMk/>
            <pc:sldMk cId="3341382476" sldId="376"/>
            <ac:grpSpMk id="26" creationId="{670FB431-AE18-414D-92F4-1D12D1991152}"/>
          </ac:grpSpMkLst>
        </pc:grpChg>
        <pc:grpChg chg="add">
          <ac:chgData name="mukul maheshwari" userId="12cb43e2ca5f0d2c" providerId="LiveId" clId="{35287ECB-7E39-4375-9573-6B8A51BA3DA2}" dt="2024-09-18T16:30:24.604" v="404" actId="26606"/>
          <ac:grpSpMkLst>
            <pc:docMk/>
            <pc:sldMk cId="3341382476" sldId="376"/>
            <ac:grpSpMk id="32" creationId="{AF19A774-30A5-488B-9BAF-629C6440294E}"/>
          </ac:grpSpMkLst>
        </pc:grpChg>
        <pc:grpChg chg="add">
          <ac:chgData name="mukul maheshwari" userId="12cb43e2ca5f0d2c" providerId="LiveId" clId="{35287ECB-7E39-4375-9573-6B8A51BA3DA2}" dt="2024-09-18T16:30:24.604" v="404" actId="26606"/>
          <ac:grpSpMkLst>
            <pc:docMk/>
            <pc:sldMk cId="3341382476" sldId="376"/>
            <ac:grpSpMk id="40" creationId="{8214E4A5-A0D2-42C4-8D14-D2A7E495F041}"/>
          </ac:grpSpMkLst>
        </pc:grpChg>
        <pc:picChg chg="add del mod">
          <ac:chgData name="mukul maheshwari" userId="12cb43e2ca5f0d2c" providerId="LiveId" clId="{35287ECB-7E39-4375-9573-6B8A51BA3DA2}" dt="2024-09-18T16:29:52.842" v="402" actId="478"/>
          <ac:picMkLst>
            <pc:docMk/>
            <pc:sldMk cId="3341382476" sldId="376"/>
            <ac:picMk id="5" creationId="{62FE4FE2-FA89-5A04-2FA8-71579FCA6CE3}"/>
          </ac:picMkLst>
        </pc:picChg>
        <pc:picChg chg="add mod ord modCrop">
          <ac:chgData name="mukul maheshwari" userId="12cb43e2ca5f0d2c" providerId="LiveId" clId="{35287ECB-7E39-4375-9573-6B8A51BA3DA2}" dt="2024-09-18T16:31:27.410" v="406" actId="732"/>
          <ac:picMkLst>
            <pc:docMk/>
            <pc:sldMk cId="3341382476" sldId="376"/>
            <ac:picMk id="7" creationId="{D8DE9E80-8609-4B0A-5024-EFDD2EC26154}"/>
          </ac:picMkLst>
        </pc:picChg>
      </pc:sldChg>
      <pc:sldChg chg="modSp new mod">
        <pc:chgData name="mukul maheshwari" userId="12cb43e2ca5f0d2c" providerId="LiveId" clId="{35287ECB-7E39-4375-9573-6B8A51BA3DA2}" dt="2024-09-18T16:35:54.532" v="455" actId="13926"/>
        <pc:sldMkLst>
          <pc:docMk/>
          <pc:sldMk cId="383072159" sldId="377"/>
        </pc:sldMkLst>
        <pc:spChg chg="mod">
          <ac:chgData name="mukul maheshwari" userId="12cb43e2ca5f0d2c" providerId="LiveId" clId="{35287ECB-7E39-4375-9573-6B8A51BA3DA2}" dt="2024-09-18T16:32:55.368" v="423" actId="20577"/>
          <ac:spMkLst>
            <pc:docMk/>
            <pc:sldMk cId="383072159" sldId="377"/>
            <ac:spMk id="2" creationId="{9EA8F249-1CE7-2789-3195-0656D3CB3B86}"/>
          </ac:spMkLst>
        </pc:spChg>
        <pc:spChg chg="mod">
          <ac:chgData name="mukul maheshwari" userId="12cb43e2ca5f0d2c" providerId="LiveId" clId="{35287ECB-7E39-4375-9573-6B8A51BA3DA2}" dt="2024-09-18T16:35:54.532" v="455" actId="13926"/>
          <ac:spMkLst>
            <pc:docMk/>
            <pc:sldMk cId="383072159" sldId="377"/>
            <ac:spMk id="3" creationId="{DC6A8215-A9D2-9047-01CD-627475E9F85D}"/>
          </ac:spMkLst>
        </pc:spChg>
      </pc:sldChg>
      <pc:sldChg chg="modSp new mod">
        <pc:chgData name="mukul maheshwari" userId="12cb43e2ca5f0d2c" providerId="LiveId" clId="{35287ECB-7E39-4375-9573-6B8A51BA3DA2}" dt="2024-09-18T18:07:20.517" v="661" actId="6549"/>
        <pc:sldMkLst>
          <pc:docMk/>
          <pc:sldMk cId="1263151996" sldId="378"/>
        </pc:sldMkLst>
        <pc:spChg chg="mod">
          <ac:chgData name="mukul maheshwari" userId="12cb43e2ca5f0d2c" providerId="LiveId" clId="{35287ECB-7E39-4375-9573-6B8A51BA3DA2}" dt="2024-09-18T16:59:58.269" v="468" actId="20577"/>
          <ac:spMkLst>
            <pc:docMk/>
            <pc:sldMk cId="1263151996" sldId="378"/>
            <ac:spMk id="2" creationId="{A05F4AE9-4534-4465-1FED-E3A64CF9DB69}"/>
          </ac:spMkLst>
        </pc:spChg>
        <pc:spChg chg="mod">
          <ac:chgData name="mukul maheshwari" userId="12cb43e2ca5f0d2c" providerId="LiveId" clId="{35287ECB-7E39-4375-9573-6B8A51BA3DA2}" dt="2024-09-18T18:07:20.517" v="661" actId="6549"/>
          <ac:spMkLst>
            <pc:docMk/>
            <pc:sldMk cId="1263151996" sldId="378"/>
            <ac:spMk id="3" creationId="{CA55BDF9-BF6D-6EB7-FE93-6012373DC6C6}"/>
          </ac:spMkLst>
        </pc:spChg>
      </pc:sldChg>
      <pc:sldChg chg="modSp new mod">
        <pc:chgData name="mukul maheshwari" userId="12cb43e2ca5f0d2c" providerId="LiveId" clId="{35287ECB-7E39-4375-9573-6B8A51BA3DA2}" dt="2024-09-18T18:12:55.202" v="781" actId="13926"/>
        <pc:sldMkLst>
          <pc:docMk/>
          <pc:sldMk cId="3134331237" sldId="379"/>
        </pc:sldMkLst>
        <pc:spChg chg="mod">
          <ac:chgData name="mukul maheshwari" userId="12cb43e2ca5f0d2c" providerId="LiveId" clId="{35287ECB-7E39-4375-9573-6B8A51BA3DA2}" dt="2024-09-18T18:08:02.658" v="679" actId="20577"/>
          <ac:spMkLst>
            <pc:docMk/>
            <pc:sldMk cId="3134331237" sldId="379"/>
            <ac:spMk id="2" creationId="{60F74B08-7294-2A8A-03B8-0F491A5AE8E0}"/>
          </ac:spMkLst>
        </pc:spChg>
        <pc:spChg chg="mod">
          <ac:chgData name="mukul maheshwari" userId="12cb43e2ca5f0d2c" providerId="LiveId" clId="{35287ECB-7E39-4375-9573-6B8A51BA3DA2}" dt="2024-09-18T18:12:55.202" v="781" actId="13926"/>
          <ac:spMkLst>
            <pc:docMk/>
            <pc:sldMk cId="3134331237" sldId="379"/>
            <ac:spMk id="3" creationId="{A7554AE4-D76B-7E79-3A4B-EF9E3D3ACB80}"/>
          </ac:spMkLst>
        </pc:spChg>
      </pc:sldChg>
      <pc:sldChg chg="modSp new mod">
        <pc:chgData name="mukul maheshwari" userId="12cb43e2ca5f0d2c" providerId="LiveId" clId="{35287ECB-7E39-4375-9573-6B8A51BA3DA2}" dt="2024-09-18T18:14:17.924" v="814" actId="15"/>
        <pc:sldMkLst>
          <pc:docMk/>
          <pc:sldMk cId="2374571014" sldId="380"/>
        </pc:sldMkLst>
        <pc:spChg chg="mod">
          <ac:chgData name="mukul maheshwari" userId="12cb43e2ca5f0d2c" providerId="LiveId" clId="{35287ECB-7E39-4375-9573-6B8A51BA3DA2}" dt="2024-09-18T18:13:18.774" v="801" actId="20577"/>
          <ac:spMkLst>
            <pc:docMk/>
            <pc:sldMk cId="2374571014" sldId="380"/>
            <ac:spMk id="2" creationId="{B59F23C9-8627-5A18-65D9-1384EFA3BE18}"/>
          </ac:spMkLst>
        </pc:spChg>
        <pc:spChg chg="mod">
          <ac:chgData name="mukul maheshwari" userId="12cb43e2ca5f0d2c" providerId="LiveId" clId="{35287ECB-7E39-4375-9573-6B8A51BA3DA2}" dt="2024-09-18T18:14:17.924" v="814" actId="15"/>
          <ac:spMkLst>
            <pc:docMk/>
            <pc:sldMk cId="2374571014" sldId="380"/>
            <ac:spMk id="3" creationId="{C7A86A6E-F2ED-C772-577F-E607598F395B}"/>
          </ac:spMkLst>
        </pc:spChg>
      </pc:sldChg>
      <pc:sldChg chg="modSp new mod">
        <pc:chgData name="mukul maheshwari" userId="12cb43e2ca5f0d2c" providerId="LiveId" clId="{35287ECB-7E39-4375-9573-6B8A51BA3DA2}" dt="2024-09-18T18:19:54.781" v="919" actId="13926"/>
        <pc:sldMkLst>
          <pc:docMk/>
          <pc:sldMk cId="3942454168" sldId="381"/>
        </pc:sldMkLst>
        <pc:spChg chg="mod">
          <ac:chgData name="mukul maheshwari" userId="12cb43e2ca5f0d2c" providerId="LiveId" clId="{35287ECB-7E39-4375-9573-6B8A51BA3DA2}" dt="2024-09-18T18:14:34.375" v="840" actId="20577"/>
          <ac:spMkLst>
            <pc:docMk/>
            <pc:sldMk cId="3942454168" sldId="381"/>
            <ac:spMk id="2" creationId="{3007F7A9-D72B-0A16-2497-7E858CB1C69F}"/>
          </ac:spMkLst>
        </pc:spChg>
        <pc:spChg chg="mod">
          <ac:chgData name="mukul maheshwari" userId="12cb43e2ca5f0d2c" providerId="LiveId" clId="{35287ECB-7E39-4375-9573-6B8A51BA3DA2}" dt="2024-09-18T18:19:54.781" v="919" actId="13926"/>
          <ac:spMkLst>
            <pc:docMk/>
            <pc:sldMk cId="3942454168" sldId="381"/>
            <ac:spMk id="3" creationId="{586183E4-8361-FF9F-05B4-5B55F9139D53}"/>
          </ac:spMkLst>
        </pc:spChg>
      </pc:sldChg>
      <pc:sldChg chg="modSp new mod">
        <pc:chgData name="mukul maheshwari" userId="12cb43e2ca5f0d2c" providerId="LiveId" clId="{35287ECB-7E39-4375-9573-6B8A51BA3DA2}" dt="2024-09-18T18:23:28.815" v="1019" actId="113"/>
        <pc:sldMkLst>
          <pc:docMk/>
          <pc:sldMk cId="2304743484" sldId="382"/>
        </pc:sldMkLst>
        <pc:spChg chg="mod">
          <ac:chgData name="mukul maheshwari" userId="12cb43e2ca5f0d2c" providerId="LiveId" clId="{35287ECB-7E39-4375-9573-6B8A51BA3DA2}" dt="2024-09-18T18:20:05.532" v="944" actId="20577"/>
          <ac:spMkLst>
            <pc:docMk/>
            <pc:sldMk cId="2304743484" sldId="382"/>
            <ac:spMk id="2" creationId="{20E06CE0-66CE-4D14-D70C-FDC60C8AA354}"/>
          </ac:spMkLst>
        </pc:spChg>
        <pc:spChg chg="mod">
          <ac:chgData name="mukul maheshwari" userId="12cb43e2ca5f0d2c" providerId="LiveId" clId="{35287ECB-7E39-4375-9573-6B8A51BA3DA2}" dt="2024-09-18T18:23:28.815" v="1019" actId="113"/>
          <ac:spMkLst>
            <pc:docMk/>
            <pc:sldMk cId="2304743484" sldId="382"/>
            <ac:spMk id="3" creationId="{7042C664-B5F5-015D-A9AD-C1A9E21DF8E3}"/>
          </ac:spMkLst>
        </pc:spChg>
      </pc:sldChg>
      <pc:sldChg chg="addSp modSp add mod setBg">
        <pc:chgData name="mukul maheshwari" userId="12cb43e2ca5f0d2c" providerId="LiveId" clId="{35287ECB-7E39-4375-9573-6B8A51BA3DA2}" dt="2024-09-18T18:24:46.836" v="1035" actId="403"/>
        <pc:sldMkLst>
          <pc:docMk/>
          <pc:sldMk cId="3793245610" sldId="383"/>
        </pc:sldMkLst>
        <pc:spChg chg="mod">
          <ac:chgData name="mukul maheshwari" userId="12cb43e2ca5f0d2c" providerId="LiveId" clId="{35287ECB-7E39-4375-9573-6B8A51BA3DA2}" dt="2024-09-18T18:24:35.334" v="1030" actId="27636"/>
          <ac:spMkLst>
            <pc:docMk/>
            <pc:sldMk cId="3793245610" sldId="383"/>
            <ac:spMk id="2" creationId="{20E06CE0-66CE-4D14-D70C-FDC60C8AA354}"/>
          </ac:spMkLst>
        </pc:spChg>
        <pc:spChg chg="mod ord">
          <ac:chgData name="mukul maheshwari" userId="12cb43e2ca5f0d2c" providerId="LiveId" clId="{35287ECB-7E39-4375-9573-6B8A51BA3DA2}" dt="2024-09-18T18:24:46.836" v="1035" actId="403"/>
          <ac:spMkLst>
            <pc:docMk/>
            <pc:sldMk cId="3793245610" sldId="383"/>
            <ac:spMk id="3" creationId="{7042C664-B5F5-015D-A9AD-C1A9E21DF8E3}"/>
          </ac:spMkLst>
        </pc:spChg>
        <pc:spChg chg="add">
          <ac:chgData name="mukul maheshwari" userId="12cb43e2ca5f0d2c" providerId="LiveId" clId="{35287ECB-7E39-4375-9573-6B8A51BA3DA2}" dt="2024-09-18T18:24:22.673" v="1026" actId="26606"/>
          <ac:spMkLst>
            <pc:docMk/>
            <pc:sldMk cId="3793245610" sldId="383"/>
            <ac:spMk id="10" creationId="{D7A453D2-15D8-4403-815F-291FA16340D9}"/>
          </ac:spMkLst>
        </pc:spChg>
        <pc:spChg chg="add">
          <ac:chgData name="mukul maheshwari" userId="12cb43e2ca5f0d2c" providerId="LiveId" clId="{35287ECB-7E39-4375-9573-6B8A51BA3DA2}" dt="2024-09-18T18:24:22.673" v="1026" actId="26606"/>
          <ac:spMkLst>
            <pc:docMk/>
            <pc:sldMk cId="3793245610" sldId="383"/>
            <ac:spMk id="12" creationId="{8161EA6B-09CA-445B-AB0D-8DF76FA92DEF}"/>
          </ac:spMkLst>
        </pc:spChg>
        <pc:spChg chg="add">
          <ac:chgData name="mukul maheshwari" userId="12cb43e2ca5f0d2c" providerId="LiveId" clId="{35287ECB-7E39-4375-9573-6B8A51BA3DA2}" dt="2024-09-18T18:24:22.673" v="1026" actId="26606"/>
          <ac:spMkLst>
            <pc:docMk/>
            <pc:sldMk cId="3793245610" sldId="383"/>
            <ac:spMk id="22" creationId="{B8114C98-A349-4111-A123-E8EAB86ABE30}"/>
          </ac:spMkLst>
        </pc:spChg>
        <pc:spChg chg="add">
          <ac:chgData name="mukul maheshwari" userId="12cb43e2ca5f0d2c" providerId="LiveId" clId="{35287ECB-7E39-4375-9573-6B8A51BA3DA2}" dt="2024-09-18T18:24:22.673" v="1026" actId="26606"/>
          <ac:spMkLst>
            <pc:docMk/>
            <pc:sldMk cId="3793245610" sldId="383"/>
            <ac:spMk id="30" creationId="{E2D3D3F2-ABBB-4453-B1C5-1BEBF7E4DD56}"/>
          </ac:spMkLst>
        </pc:spChg>
        <pc:spChg chg="add">
          <ac:chgData name="mukul maheshwari" userId="12cb43e2ca5f0d2c" providerId="LiveId" clId="{35287ECB-7E39-4375-9573-6B8A51BA3DA2}" dt="2024-09-18T18:24:22.673" v="1026" actId="26606"/>
          <ac:spMkLst>
            <pc:docMk/>
            <pc:sldMk cId="3793245610" sldId="383"/>
            <ac:spMk id="44" creationId="{773AEA78-C03B-40B7-9D11-DC022119D577}"/>
          </ac:spMkLst>
        </pc:spChg>
        <pc:grpChg chg="add">
          <ac:chgData name="mukul maheshwari" userId="12cb43e2ca5f0d2c" providerId="LiveId" clId="{35287ECB-7E39-4375-9573-6B8A51BA3DA2}" dt="2024-09-18T18:24:22.673" v="1026" actId="26606"/>
          <ac:grpSpMkLst>
            <pc:docMk/>
            <pc:sldMk cId="3793245610" sldId="383"/>
            <ac:grpSpMk id="14" creationId="{913B067F-3154-4968-A886-DF93A787EC44}"/>
          </ac:grpSpMkLst>
        </pc:grpChg>
        <pc:grpChg chg="add">
          <ac:chgData name="mukul maheshwari" userId="12cb43e2ca5f0d2c" providerId="LiveId" clId="{35287ECB-7E39-4375-9573-6B8A51BA3DA2}" dt="2024-09-18T18:24:22.673" v="1026" actId="26606"/>
          <ac:grpSpMkLst>
            <pc:docMk/>
            <pc:sldMk cId="3793245610" sldId="383"/>
            <ac:grpSpMk id="24" creationId="{670FB431-AE18-414D-92F4-1D12D1991152}"/>
          </ac:grpSpMkLst>
        </pc:grpChg>
        <pc:grpChg chg="add">
          <ac:chgData name="mukul maheshwari" userId="12cb43e2ca5f0d2c" providerId="LiveId" clId="{35287ECB-7E39-4375-9573-6B8A51BA3DA2}" dt="2024-09-18T18:24:22.673" v="1026" actId="26606"/>
          <ac:grpSpMkLst>
            <pc:docMk/>
            <pc:sldMk cId="3793245610" sldId="383"/>
            <ac:grpSpMk id="32" creationId="{8214E4A5-A0D2-42C4-8D14-D2A7E495F041}"/>
          </ac:grpSpMkLst>
        </pc:grpChg>
        <pc:grpChg chg="add">
          <ac:chgData name="mukul maheshwari" userId="12cb43e2ca5f0d2c" providerId="LiveId" clId="{35287ECB-7E39-4375-9573-6B8A51BA3DA2}" dt="2024-09-18T18:24:22.673" v="1026" actId="26606"/>
          <ac:grpSpMkLst>
            <pc:docMk/>
            <pc:sldMk cId="3793245610" sldId="383"/>
            <ac:grpSpMk id="38" creationId="{1F4E1649-4D1F-4A91-AF97-A254BFDD524D}"/>
          </ac:grpSpMkLst>
        </pc:grpChg>
        <pc:picChg chg="add mod">
          <ac:chgData name="mukul maheshwari" userId="12cb43e2ca5f0d2c" providerId="LiveId" clId="{35287ECB-7E39-4375-9573-6B8A51BA3DA2}" dt="2024-09-18T18:24:22.673" v="1026" actId="26606"/>
          <ac:picMkLst>
            <pc:docMk/>
            <pc:sldMk cId="3793245610" sldId="383"/>
            <ac:picMk id="5" creationId="{C637BE40-F274-D08C-38EA-2F09C6E4D453}"/>
          </ac:picMkLst>
        </pc:picChg>
      </pc:sldChg>
      <pc:sldChg chg="modSp new mod">
        <pc:chgData name="mukul maheshwari" userId="12cb43e2ca5f0d2c" providerId="LiveId" clId="{35287ECB-7E39-4375-9573-6B8A51BA3DA2}" dt="2024-09-18T18:26:38.279" v="1094" actId="20577"/>
        <pc:sldMkLst>
          <pc:docMk/>
          <pc:sldMk cId="259741080" sldId="384"/>
        </pc:sldMkLst>
        <pc:spChg chg="mod">
          <ac:chgData name="mukul maheshwari" userId="12cb43e2ca5f0d2c" providerId="LiveId" clId="{35287ECB-7E39-4375-9573-6B8A51BA3DA2}" dt="2024-09-18T18:25:41.851" v="1060" actId="20577"/>
          <ac:spMkLst>
            <pc:docMk/>
            <pc:sldMk cId="259741080" sldId="384"/>
            <ac:spMk id="2" creationId="{E5551F62-F0CA-6726-2626-2825623AD607}"/>
          </ac:spMkLst>
        </pc:spChg>
        <pc:spChg chg="mod">
          <ac:chgData name="mukul maheshwari" userId="12cb43e2ca5f0d2c" providerId="LiveId" clId="{35287ECB-7E39-4375-9573-6B8A51BA3DA2}" dt="2024-09-18T18:26:38.279" v="1094" actId="20577"/>
          <ac:spMkLst>
            <pc:docMk/>
            <pc:sldMk cId="259741080" sldId="384"/>
            <ac:spMk id="3" creationId="{AE36F036-59BE-9FB6-6DAE-75EBFE486420}"/>
          </ac:spMkLst>
        </pc:spChg>
      </pc:sldChg>
      <pc:sldChg chg="modSp new mod">
        <pc:chgData name="mukul maheshwari" userId="12cb43e2ca5f0d2c" providerId="LiveId" clId="{35287ECB-7E39-4375-9573-6B8A51BA3DA2}" dt="2024-09-18T18:29:35.035" v="1194" actId="20577"/>
        <pc:sldMkLst>
          <pc:docMk/>
          <pc:sldMk cId="3507979458" sldId="385"/>
        </pc:sldMkLst>
        <pc:spChg chg="mod">
          <ac:chgData name="mukul maheshwari" userId="12cb43e2ca5f0d2c" providerId="LiveId" clId="{35287ECB-7E39-4375-9573-6B8A51BA3DA2}" dt="2024-09-18T18:27:05.850" v="1112" actId="20577"/>
          <ac:spMkLst>
            <pc:docMk/>
            <pc:sldMk cId="3507979458" sldId="385"/>
            <ac:spMk id="2" creationId="{4B8B0A62-A418-7428-3FEC-97D4DC83499A}"/>
          </ac:spMkLst>
        </pc:spChg>
        <pc:spChg chg="mod">
          <ac:chgData name="mukul maheshwari" userId="12cb43e2ca5f0d2c" providerId="LiveId" clId="{35287ECB-7E39-4375-9573-6B8A51BA3DA2}" dt="2024-09-18T18:29:35.035" v="1194" actId="20577"/>
          <ac:spMkLst>
            <pc:docMk/>
            <pc:sldMk cId="3507979458" sldId="385"/>
            <ac:spMk id="3" creationId="{9D713B5B-0D95-B574-1A6D-84CC33A09535}"/>
          </ac:spMkLst>
        </pc:spChg>
      </pc:sldChg>
      <pc:sldChg chg="modSp new mod">
        <pc:chgData name="mukul maheshwari" userId="12cb43e2ca5f0d2c" providerId="LiveId" clId="{35287ECB-7E39-4375-9573-6B8A51BA3DA2}" dt="2024-09-18T18:36:17.149" v="1269" actId="13926"/>
        <pc:sldMkLst>
          <pc:docMk/>
          <pc:sldMk cId="1310843944" sldId="386"/>
        </pc:sldMkLst>
        <pc:spChg chg="mod">
          <ac:chgData name="mukul maheshwari" userId="12cb43e2ca5f0d2c" providerId="LiveId" clId="{35287ECB-7E39-4375-9573-6B8A51BA3DA2}" dt="2024-09-18T18:35:38.091" v="1265" actId="20577"/>
          <ac:spMkLst>
            <pc:docMk/>
            <pc:sldMk cId="1310843944" sldId="386"/>
            <ac:spMk id="2" creationId="{CB31A6CF-CE65-DC89-0DB4-DB5143F39B51}"/>
          </ac:spMkLst>
        </pc:spChg>
        <pc:spChg chg="mod">
          <ac:chgData name="mukul maheshwari" userId="12cb43e2ca5f0d2c" providerId="LiveId" clId="{35287ECB-7E39-4375-9573-6B8A51BA3DA2}" dt="2024-09-18T18:36:17.149" v="1269" actId="13926"/>
          <ac:spMkLst>
            <pc:docMk/>
            <pc:sldMk cId="1310843944" sldId="386"/>
            <ac:spMk id="3" creationId="{F1EEC071-9F55-219F-3340-6B7E852012A1}"/>
          </ac:spMkLst>
        </pc:spChg>
      </pc:sldChg>
      <pc:sldChg chg="modSp add mod">
        <pc:chgData name="mukul maheshwari" userId="12cb43e2ca5f0d2c" providerId="LiveId" clId="{35287ECB-7E39-4375-9573-6B8A51BA3DA2}" dt="2024-09-18T18:36:36.921" v="1270" actId="13926"/>
        <pc:sldMkLst>
          <pc:docMk/>
          <pc:sldMk cId="3329988403" sldId="387"/>
        </pc:sldMkLst>
        <pc:spChg chg="mod">
          <ac:chgData name="mukul maheshwari" userId="12cb43e2ca5f0d2c" providerId="LiveId" clId="{35287ECB-7E39-4375-9573-6B8A51BA3DA2}" dt="2024-09-18T18:35:32.148" v="1261" actId="20577"/>
          <ac:spMkLst>
            <pc:docMk/>
            <pc:sldMk cId="3329988403" sldId="387"/>
            <ac:spMk id="2" creationId="{CB31A6CF-CE65-DC89-0DB4-DB5143F39B51}"/>
          </ac:spMkLst>
        </pc:spChg>
        <pc:spChg chg="mod">
          <ac:chgData name="mukul maheshwari" userId="12cb43e2ca5f0d2c" providerId="LiveId" clId="{35287ECB-7E39-4375-9573-6B8A51BA3DA2}" dt="2024-09-18T18:36:36.921" v="1270" actId="13926"/>
          <ac:spMkLst>
            <pc:docMk/>
            <pc:sldMk cId="3329988403" sldId="387"/>
            <ac:spMk id="3" creationId="{F1EEC071-9F55-219F-3340-6B7E852012A1}"/>
          </ac:spMkLst>
        </pc:spChg>
      </pc:sldChg>
      <pc:sldChg chg="modSp new mod">
        <pc:chgData name="mukul maheshwari" userId="12cb43e2ca5f0d2c" providerId="LiveId" clId="{35287ECB-7E39-4375-9573-6B8A51BA3DA2}" dt="2024-09-18T18:39:27.813" v="1310" actId="27636"/>
        <pc:sldMkLst>
          <pc:docMk/>
          <pc:sldMk cId="261342001" sldId="388"/>
        </pc:sldMkLst>
        <pc:spChg chg="mod">
          <ac:chgData name="mukul maheshwari" userId="12cb43e2ca5f0d2c" providerId="LiveId" clId="{35287ECB-7E39-4375-9573-6B8A51BA3DA2}" dt="2024-09-18T18:37:04.519" v="1284" actId="20577"/>
          <ac:spMkLst>
            <pc:docMk/>
            <pc:sldMk cId="261342001" sldId="388"/>
            <ac:spMk id="2" creationId="{141A8BBD-EC7B-3F8E-73FA-57BEE84E27A0}"/>
          </ac:spMkLst>
        </pc:spChg>
        <pc:spChg chg="mod">
          <ac:chgData name="mukul maheshwari" userId="12cb43e2ca5f0d2c" providerId="LiveId" clId="{35287ECB-7E39-4375-9573-6B8A51BA3DA2}" dt="2024-09-18T18:39:27.813" v="1310" actId="27636"/>
          <ac:spMkLst>
            <pc:docMk/>
            <pc:sldMk cId="261342001" sldId="388"/>
            <ac:spMk id="3" creationId="{906FFB00-53AE-CE9D-69EA-AD16DBE9CECE}"/>
          </ac:spMkLst>
        </pc:spChg>
      </pc:sldChg>
      <pc:sldChg chg="modSp new mod">
        <pc:chgData name="mukul maheshwari" userId="12cb43e2ca5f0d2c" providerId="LiveId" clId="{35287ECB-7E39-4375-9573-6B8A51BA3DA2}" dt="2024-09-18T18:45:41.992" v="1368" actId="13926"/>
        <pc:sldMkLst>
          <pc:docMk/>
          <pc:sldMk cId="3293427160" sldId="389"/>
        </pc:sldMkLst>
        <pc:spChg chg="mod">
          <ac:chgData name="mukul maheshwari" userId="12cb43e2ca5f0d2c" providerId="LiveId" clId="{35287ECB-7E39-4375-9573-6B8A51BA3DA2}" dt="2024-09-18T18:40:17.658" v="1342" actId="20577"/>
          <ac:spMkLst>
            <pc:docMk/>
            <pc:sldMk cId="3293427160" sldId="389"/>
            <ac:spMk id="2" creationId="{42FCB9F0-1D3F-6670-BF63-6CD1C9F72233}"/>
          </ac:spMkLst>
        </pc:spChg>
        <pc:spChg chg="mod">
          <ac:chgData name="mukul maheshwari" userId="12cb43e2ca5f0d2c" providerId="LiveId" clId="{35287ECB-7E39-4375-9573-6B8A51BA3DA2}" dt="2024-09-18T18:45:41.992" v="1368" actId="13926"/>
          <ac:spMkLst>
            <pc:docMk/>
            <pc:sldMk cId="3293427160" sldId="389"/>
            <ac:spMk id="3" creationId="{61500741-67E9-1297-A407-E8481CB1D36E}"/>
          </ac:spMkLst>
        </pc:spChg>
      </pc:sldChg>
      <pc:sldChg chg="modSp new mod">
        <pc:chgData name="mukul maheshwari" userId="12cb43e2ca5f0d2c" providerId="LiveId" clId="{35287ECB-7E39-4375-9573-6B8A51BA3DA2}" dt="2024-09-18T18:50:28.314" v="1423" actId="20577"/>
        <pc:sldMkLst>
          <pc:docMk/>
          <pc:sldMk cId="1709585077" sldId="390"/>
        </pc:sldMkLst>
        <pc:spChg chg="mod">
          <ac:chgData name="mukul maheshwari" userId="12cb43e2ca5f0d2c" providerId="LiveId" clId="{35287ECB-7E39-4375-9573-6B8A51BA3DA2}" dt="2024-09-18T18:46:37.748" v="1384" actId="20577"/>
          <ac:spMkLst>
            <pc:docMk/>
            <pc:sldMk cId="1709585077" sldId="390"/>
            <ac:spMk id="2" creationId="{255B3F5C-5C16-AFA7-039D-E514604F89D4}"/>
          </ac:spMkLst>
        </pc:spChg>
        <pc:spChg chg="mod">
          <ac:chgData name="mukul maheshwari" userId="12cb43e2ca5f0d2c" providerId="LiveId" clId="{35287ECB-7E39-4375-9573-6B8A51BA3DA2}" dt="2024-09-18T18:50:28.314" v="1423" actId="20577"/>
          <ac:spMkLst>
            <pc:docMk/>
            <pc:sldMk cId="1709585077" sldId="390"/>
            <ac:spMk id="3" creationId="{2C6B939C-EC00-7596-9598-87F61D94692A}"/>
          </ac:spMkLst>
        </pc:spChg>
      </pc:sldChg>
      <pc:sldChg chg="modSp add mod">
        <pc:chgData name="mukul maheshwari" userId="12cb43e2ca5f0d2c" providerId="LiveId" clId="{35287ECB-7E39-4375-9573-6B8A51BA3DA2}" dt="2024-09-18T18:50:55.513" v="1425" actId="27636"/>
        <pc:sldMkLst>
          <pc:docMk/>
          <pc:sldMk cId="2527380026" sldId="391"/>
        </pc:sldMkLst>
        <pc:spChg chg="mod">
          <ac:chgData name="mukul maheshwari" userId="12cb43e2ca5f0d2c" providerId="LiveId" clId="{35287ECB-7E39-4375-9573-6B8A51BA3DA2}" dt="2024-09-18T18:50:55.513" v="1425" actId="27636"/>
          <ac:spMkLst>
            <pc:docMk/>
            <pc:sldMk cId="2527380026" sldId="391"/>
            <ac:spMk id="3" creationId="{2C6B939C-EC00-7596-9598-87F61D94692A}"/>
          </ac:spMkLst>
        </pc:spChg>
      </pc:sldChg>
      <pc:sldChg chg="modSp new mod">
        <pc:chgData name="mukul maheshwari" userId="12cb43e2ca5f0d2c" providerId="LiveId" clId="{35287ECB-7E39-4375-9573-6B8A51BA3DA2}" dt="2024-09-18T18:55:32.052" v="1463" actId="27636"/>
        <pc:sldMkLst>
          <pc:docMk/>
          <pc:sldMk cId="2389643485" sldId="392"/>
        </pc:sldMkLst>
        <pc:spChg chg="mod">
          <ac:chgData name="mukul maheshwari" userId="12cb43e2ca5f0d2c" providerId="LiveId" clId="{35287ECB-7E39-4375-9573-6B8A51BA3DA2}" dt="2024-09-18T18:52:15.143" v="1432"/>
          <ac:spMkLst>
            <pc:docMk/>
            <pc:sldMk cId="2389643485" sldId="392"/>
            <ac:spMk id="2" creationId="{6C4BB7C5-FB36-7DAA-FE70-A3CF6535A930}"/>
          </ac:spMkLst>
        </pc:spChg>
        <pc:spChg chg="mod">
          <ac:chgData name="mukul maheshwari" userId="12cb43e2ca5f0d2c" providerId="LiveId" clId="{35287ECB-7E39-4375-9573-6B8A51BA3DA2}" dt="2024-09-18T18:55:32.052" v="1463" actId="27636"/>
          <ac:spMkLst>
            <pc:docMk/>
            <pc:sldMk cId="2389643485" sldId="392"/>
            <ac:spMk id="3" creationId="{4E45B55D-1380-C3CA-14DE-B3BBA879E549}"/>
          </ac:spMkLst>
        </pc:spChg>
      </pc:sldChg>
      <pc:sldChg chg="modSp add mod">
        <pc:chgData name="mukul maheshwari" userId="12cb43e2ca5f0d2c" providerId="LiveId" clId="{35287ECB-7E39-4375-9573-6B8A51BA3DA2}" dt="2024-09-18T18:56:20.263" v="1493" actId="27636"/>
        <pc:sldMkLst>
          <pc:docMk/>
          <pc:sldMk cId="2258058056" sldId="393"/>
        </pc:sldMkLst>
        <pc:spChg chg="mod">
          <ac:chgData name="mukul maheshwari" userId="12cb43e2ca5f0d2c" providerId="LiveId" clId="{35287ECB-7E39-4375-9573-6B8A51BA3DA2}" dt="2024-09-18T18:56:20.263" v="1493" actId="27636"/>
          <ac:spMkLst>
            <pc:docMk/>
            <pc:sldMk cId="2258058056" sldId="393"/>
            <ac:spMk id="3" creationId="{4E45B55D-1380-C3CA-14DE-B3BBA879E549}"/>
          </ac:spMkLst>
        </pc:spChg>
      </pc:sldChg>
      <pc:sldChg chg="modSp new mod">
        <pc:chgData name="mukul maheshwari" userId="12cb43e2ca5f0d2c" providerId="LiveId" clId="{35287ECB-7E39-4375-9573-6B8A51BA3DA2}" dt="2024-09-18T18:59:09.761" v="1545" actId="20577"/>
        <pc:sldMkLst>
          <pc:docMk/>
          <pc:sldMk cId="301186509" sldId="394"/>
        </pc:sldMkLst>
        <pc:spChg chg="mod">
          <ac:chgData name="mukul maheshwari" userId="12cb43e2ca5f0d2c" providerId="LiveId" clId="{35287ECB-7E39-4375-9573-6B8A51BA3DA2}" dt="2024-09-18T18:58:00.706" v="1533" actId="20577"/>
          <ac:spMkLst>
            <pc:docMk/>
            <pc:sldMk cId="301186509" sldId="394"/>
            <ac:spMk id="2" creationId="{344E2B2D-2078-A95B-D8AA-9A592E4066C3}"/>
          </ac:spMkLst>
        </pc:spChg>
        <pc:spChg chg="mod">
          <ac:chgData name="mukul maheshwari" userId="12cb43e2ca5f0d2c" providerId="LiveId" clId="{35287ECB-7E39-4375-9573-6B8A51BA3DA2}" dt="2024-09-18T18:59:09.761" v="1545" actId="20577"/>
          <ac:spMkLst>
            <pc:docMk/>
            <pc:sldMk cId="301186509" sldId="394"/>
            <ac:spMk id="3" creationId="{0769815B-9420-E314-8B6B-F26C40394CDE}"/>
          </ac:spMkLst>
        </pc:spChg>
      </pc:sldChg>
      <pc:sldChg chg="addSp delSp modSp new mod setBg">
        <pc:chgData name="mukul maheshwari" userId="12cb43e2ca5f0d2c" providerId="LiveId" clId="{35287ECB-7E39-4375-9573-6B8A51BA3DA2}" dt="2024-09-18T18:59:35.506" v="1568" actId="26606"/>
        <pc:sldMkLst>
          <pc:docMk/>
          <pc:sldMk cId="3435497532" sldId="395"/>
        </pc:sldMkLst>
        <pc:spChg chg="mod">
          <ac:chgData name="mukul maheshwari" userId="12cb43e2ca5f0d2c" providerId="LiveId" clId="{35287ECB-7E39-4375-9573-6B8A51BA3DA2}" dt="2024-09-18T18:59:35.506" v="1568" actId="26606"/>
          <ac:spMkLst>
            <pc:docMk/>
            <pc:sldMk cId="3435497532" sldId="395"/>
            <ac:spMk id="2" creationId="{CF398A2D-1331-06DC-EAE1-59A602343029}"/>
          </ac:spMkLst>
        </pc:spChg>
        <pc:spChg chg="del mod">
          <ac:chgData name="mukul maheshwari" userId="12cb43e2ca5f0d2c" providerId="LiveId" clId="{35287ECB-7E39-4375-9573-6B8A51BA3DA2}" dt="2024-09-18T18:59:35.506" v="1568" actId="26606"/>
          <ac:spMkLst>
            <pc:docMk/>
            <pc:sldMk cId="3435497532" sldId="395"/>
            <ac:spMk id="3" creationId="{38D7FAA5-1FCE-0BE6-DA0B-601A2D18F87A}"/>
          </ac:spMkLst>
        </pc:spChg>
        <pc:spChg chg="add">
          <ac:chgData name="mukul maheshwari" userId="12cb43e2ca5f0d2c" providerId="LiveId" clId="{35287ECB-7E39-4375-9573-6B8A51BA3DA2}" dt="2024-09-18T18:59:35.506" v="1568" actId="26606"/>
          <ac:spMkLst>
            <pc:docMk/>
            <pc:sldMk cId="3435497532" sldId="395"/>
            <ac:spMk id="9" creationId="{4D60F200-5EB0-B223-2439-C96C67F0FEE1}"/>
          </ac:spMkLst>
        </pc:spChg>
        <pc:spChg chg="add">
          <ac:chgData name="mukul maheshwari" userId="12cb43e2ca5f0d2c" providerId="LiveId" clId="{35287ECB-7E39-4375-9573-6B8A51BA3DA2}" dt="2024-09-18T18:59:35.506" v="1568" actId="26606"/>
          <ac:spMkLst>
            <pc:docMk/>
            <pc:sldMk cId="3435497532" sldId="395"/>
            <ac:spMk id="11" creationId="{74067CD3-146F-6228-E362-39AA720C25F7}"/>
          </ac:spMkLst>
        </pc:spChg>
        <pc:spChg chg="add">
          <ac:chgData name="mukul maheshwari" userId="12cb43e2ca5f0d2c" providerId="LiveId" clId="{35287ECB-7E39-4375-9573-6B8A51BA3DA2}" dt="2024-09-18T18:59:35.506" v="1568" actId="26606"/>
          <ac:spMkLst>
            <pc:docMk/>
            <pc:sldMk cId="3435497532" sldId="395"/>
            <ac:spMk id="13" creationId="{271C7E5C-A0F8-E9FA-56DB-31A257FD4EDB}"/>
          </ac:spMkLst>
        </pc:spChg>
        <pc:spChg chg="add">
          <ac:chgData name="mukul maheshwari" userId="12cb43e2ca5f0d2c" providerId="LiveId" clId="{35287ECB-7E39-4375-9573-6B8A51BA3DA2}" dt="2024-09-18T18:59:35.506" v="1568" actId="26606"/>
          <ac:spMkLst>
            <pc:docMk/>
            <pc:sldMk cId="3435497532" sldId="395"/>
            <ac:spMk id="15" creationId="{33F70A3C-4474-2A39-470C-FD55A8837503}"/>
          </ac:spMkLst>
        </pc:spChg>
        <pc:spChg chg="add">
          <ac:chgData name="mukul maheshwari" userId="12cb43e2ca5f0d2c" providerId="LiveId" clId="{35287ECB-7E39-4375-9573-6B8A51BA3DA2}" dt="2024-09-18T18:59:35.506" v="1568" actId="26606"/>
          <ac:spMkLst>
            <pc:docMk/>
            <pc:sldMk cId="3435497532" sldId="395"/>
            <ac:spMk id="17" creationId="{BAC3F7D4-9613-0E1F-901C-98FE831DEBC0}"/>
          </ac:spMkLst>
        </pc:spChg>
        <pc:spChg chg="add">
          <ac:chgData name="mukul maheshwari" userId="12cb43e2ca5f0d2c" providerId="LiveId" clId="{35287ECB-7E39-4375-9573-6B8A51BA3DA2}" dt="2024-09-18T18:59:35.506" v="1568" actId="26606"/>
          <ac:spMkLst>
            <pc:docMk/>
            <pc:sldMk cId="3435497532" sldId="395"/>
            <ac:spMk id="19" creationId="{AFD5167C-AF48-26F0-7A9F-3F7643374872}"/>
          </ac:spMkLst>
        </pc:spChg>
        <pc:spChg chg="add">
          <ac:chgData name="mukul maheshwari" userId="12cb43e2ca5f0d2c" providerId="LiveId" clId="{35287ECB-7E39-4375-9573-6B8A51BA3DA2}" dt="2024-09-18T18:59:35.506" v="1568" actId="26606"/>
          <ac:spMkLst>
            <pc:docMk/>
            <pc:sldMk cId="3435497532" sldId="395"/>
            <ac:spMk id="21" creationId="{87B30A01-FCA8-86A5-A840-C32A3BE2EDD6}"/>
          </ac:spMkLst>
        </pc:spChg>
        <pc:picChg chg="add">
          <ac:chgData name="mukul maheshwari" userId="12cb43e2ca5f0d2c" providerId="LiveId" clId="{35287ECB-7E39-4375-9573-6B8A51BA3DA2}" dt="2024-09-18T18:59:35.506" v="1568" actId="26606"/>
          <ac:picMkLst>
            <pc:docMk/>
            <pc:sldMk cId="3435497532" sldId="395"/>
            <ac:picMk id="5" creationId="{3F834A32-A1E1-71AF-FE25-A6CF99D8ACD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0BBA49-9175-46D4-BEC4-36F511BF89C7}" type="datetimeFigureOut">
              <a:rPr lang="en-US" smtClean="0"/>
              <a:t>9/18/2024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344782-1610-48FE-B0B3-C06363F17DF9}" type="slidenum">
              <a:rPr lang="en-US" smtClean="0"/>
              <a:t>‹#›</a:t>
            </a:fld>
            <a:endParaRPr lang="en-US"/>
          </a:p>
        </p:txBody>
      </p:sp>
    </p:spTree>
    <p:extLst>
      <p:ext uri="{BB962C8B-B14F-4D97-AF65-F5344CB8AC3E}">
        <p14:creationId xmlns:p14="http://schemas.microsoft.com/office/powerpoint/2010/main" val="3769222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344782-1610-48FE-B0B3-C06363F17DF9}" type="slidenum">
              <a:rPr lang="en-US" smtClean="0"/>
              <a:t>19</a:t>
            </a:fld>
            <a:endParaRPr lang="en-US"/>
          </a:p>
        </p:txBody>
      </p:sp>
    </p:spTree>
    <p:extLst>
      <p:ext uri="{BB962C8B-B14F-4D97-AF65-F5344CB8AC3E}">
        <p14:creationId xmlns:p14="http://schemas.microsoft.com/office/powerpoint/2010/main" val="2152984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9A899-0247-20BA-59AD-809EABEFB7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62A1871-8B34-542C-7EB1-18D96A5CF8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94C82A-B42C-7471-F65E-116FE7FC8F8D}"/>
              </a:ext>
            </a:extLst>
          </p:cNvPr>
          <p:cNvSpPr>
            <a:spLocks noGrp="1"/>
          </p:cNvSpPr>
          <p:nvPr>
            <p:ph type="dt" sz="half" idx="10"/>
          </p:nvPr>
        </p:nvSpPr>
        <p:spPr/>
        <p:txBody>
          <a:bodyPr/>
          <a:lstStyle/>
          <a:p>
            <a:fld id="{3918AB9F-450C-4435-838C-CC4B27064CEF}" type="datetimeFigureOut">
              <a:rPr lang="en-US" smtClean="0"/>
              <a:t>9/18/2024</a:t>
            </a:fld>
            <a:endParaRPr lang="en-US"/>
          </a:p>
        </p:txBody>
      </p:sp>
      <p:sp>
        <p:nvSpPr>
          <p:cNvPr id="5" name="Footer Placeholder 4">
            <a:extLst>
              <a:ext uri="{FF2B5EF4-FFF2-40B4-BE49-F238E27FC236}">
                <a16:creationId xmlns:a16="http://schemas.microsoft.com/office/drawing/2014/main" id="{E06B064F-DA73-33D7-4A65-3DEDC00F36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C90090-CBDD-0508-CED1-403D97117587}"/>
              </a:ext>
            </a:extLst>
          </p:cNvPr>
          <p:cNvSpPr>
            <a:spLocks noGrp="1"/>
          </p:cNvSpPr>
          <p:nvPr>
            <p:ph type="sldNum" sz="quarter" idx="12"/>
          </p:nvPr>
        </p:nvSpPr>
        <p:spPr/>
        <p:txBody>
          <a:bodyPr/>
          <a:lstStyle/>
          <a:p>
            <a:fld id="{C2684603-6F74-48AB-A145-2F1D93AAE30A}" type="slidenum">
              <a:rPr lang="en-US" smtClean="0"/>
              <a:t>‹#›</a:t>
            </a:fld>
            <a:endParaRPr lang="en-US"/>
          </a:p>
        </p:txBody>
      </p:sp>
    </p:spTree>
    <p:extLst>
      <p:ext uri="{BB962C8B-B14F-4D97-AF65-F5344CB8AC3E}">
        <p14:creationId xmlns:p14="http://schemas.microsoft.com/office/powerpoint/2010/main" val="1672002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9F56C-5896-6F6C-AEF8-A270B3EA1A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F2A8FC-8874-3BEE-86FD-94AECA9FBE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53075C-ED5F-F5AB-7045-E9CD0C9D1CBD}"/>
              </a:ext>
            </a:extLst>
          </p:cNvPr>
          <p:cNvSpPr>
            <a:spLocks noGrp="1"/>
          </p:cNvSpPr>
          <p:nvPr>
            <p:ph type="dt" sz="half" idx="10"/>
          </p:nvPr>
        </p:nvSpPr>
        <p:spPr/>
        <p:txBody>
          <a:bodyPr/>
          <a:lstStyle/>
          <a:p>
            <a:fld id="{3918AB9F-450C-4435-838C-CC4B27064CEF}" type="datetimeFigureOut">
              <a:rPr lang="en-US" smtClean="0"/>
              <a:t>9/18/2024</a:t>
            </a:fld>
            <a:endParaRPr lang="en-US"/>
          </a:p>
        </p:txBody>
      </p:sp>
      <p:sp>
        <p:nvSpPr>
          <p:cNvPr id="5" name="Footer Placeholder 4">
            <a:extLst>
              <a:ext uri="{FF2B5EF4-FFF2-40B4-BE49-F238E27FC236}">
                <a16:creationId xmlns:a16="http://schemas.microsoft.com/office/drawing/2014/main" id="{BCCB8E22-495A-84C2-0485-548BF7E945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31D0BE-492E-B2CF-47C7-10DB35513694}"/>
              </a:ext>
            </a:extLst>
          </p:cNvPr>
          <p:cNvSpPr>
            <a:spLocks noGrp="1"/>
          </p:cNvSpPr>
          <p:nvPr>
            <p:ph type="sldNum" sz="quarter" idx="12"/>
          </p:nvPr>
        </p:nvSpPr>
        <p:spPr/>
        <p:txBody>
          <a:bodyPr/>
          <a:lstStyle/>
          <a:p>
            <a:fld id="{C2684603-6F74-48AB-A145-2F1D93AAE30A}" type="slidenum">
              <a:rPr lang="en-US" smtClean="0"/>
              <a:t>‹#›</a:t>
            </a:fld>
            <a:endParaRPr lang="en-US"/>
          </a:p>
        </p:txBody>
      </p:sp>
    </p:spTree>
    <p:extLst>
      <p:ext uri="{BB962C8B-B14F-4D97-AF65-F5344CB8AC3E}">
        <p14:creationId xmlns:p14="http://schemas.microsoft.com/office/powerpoint/2010/main" val="780550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7F6FA-DB5D-9FD2-3036-7A417757B4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8A6C92-EC41-61BC-1C29-4179283532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D0D310-4AE7-C3ED-8637-936812F6FBA4}"/>
              </a:ext>
            </a:extLst>
          </p:cNvPr>
          <p:cNvSpPr>
            <a:spLocks noGrp="1"/>
          </p:cNvSpPr>
          <p:nvPr>
            <p:ph type="dt" sz="half" idx="10"/>
          </p:nvPr>
        </p:nvSpPr>
        <p:spPr/>
        <p:txBody>
          <a:bodyPr/>
          <a:lstStyle/>
          <a:p>
            <a:fld id="{3918AB9F-450C-4435-838C-CC4B27064CEF}" type="datetimeFigureOut">
              <a:rPr lang="en-US" smtClean="0"/>
              <a:t>9/18/2024</a:t>
            </a:fld>
            <a:endParaRPr lang="en-US"/>
          </a:p>
        </p:txBody>
      </p:sp>
      <p:sp>
        <p:nvSpPr>
          <p:cNvPr id="5" name="Footer Placeholder 4">
            <a:extLst>
              <a:ext uri="{FF2B5EF4-FFF2-40B4-BE49-F238E27FC236}">
                <a16:creationId xmlns:a16="http://schemas.microsoft.com/office/drawing/2014/main" id="{E27875B0-A017-52BA-0070-CCB5EB909C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54751D-2EF7-2009-20F5-BE0AC0D60C44}"/>
              </a:ext>
            </a:extLst>
          </p:cNvPr>
          <p:cNvSpPr>
            <a:spLocks noGrp="1"/>
          </p:cNvSpPr>
          <p:nvPr>
            <p:ph type="sldNum" sz="quarter" idx="12"/>
          </p:nvPr>
        </p:nvSpPr>
        <p:spPr/>
        <p:txBody>
          <a:bodyPr/>
          <a:lstStyle/>
          <a:p>
            <a:fld id="{C2684603-6F74-48AB-A145-2F1D93AAE30A}" type="slidenum">
              <a:rPr lang="en-US" smtClean="0"/>
              <a:t>‹#›</a:t>
            </a:fld>
            <a:endParaRPr lang="en-US"/>
          </a:p>
        </p:txBody>
      </p:sp>
    </p:spTree>
    <p:extLst>
      <p:ext uri="{BB962C8B-B14F-4D97-AF65-F5344CB8AC3E}">
        <p14:creationId xmlns:p14="http://schemas.microsoft.com/office/powerpoint/2010/main" val="4146988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B5AA1-7A6E-83F1-FBB0-F90D08DAEF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617024-A3F3-5DF0-84EB-F59571DAEF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80C23E-0B34-8FD1-8BC7-D43AE83F38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AB3E3C7-784A-ED0C-3FC4-54453B17F0FA}"/>
              </a:ext>
            </a:extLst>
          </p:cNvPr>
          <p:cNvSpPr>
            <a:spLocks noGrp="1"/>
          </p:cNvSpPr>
          <p:nvPr>
            <p:ph type="dt" sz="half" idx="10"/>
          </p:nvPr>
        </p:nvSpPr>
        <p:spPr/>
        <p:txBody>
          <a:bodyPr/>
          <a:lstStyle/>
          <a:p>
            <a:fld id="{3918AB9F-450C-4435-838C-CC4B27064CEF}" type="datetimeFigureOut">
              <a:rPr lang="en-US" smtClean="0"/>
              <a:t>9/18/2024</a:t>
            </a:fld>
            <a:endParaRPr lang="en-US"/>
          </a:p>
        </p:txBody>
      </p:sp>
      <p:sp>
        <p:nvSpPr>
          <p:cNvPr id="6" name="Footer Placeholder 5">
            <a:extLst>
              <a:ext uri="{FF2B5EF4-FFF2-40B4-BE49-F238E27FC236}">
                <a16:creationId xmlns:a16="http://schemas.microsoft.com/office/drawing/2014/main" id="{14D8406A-9180-3063-9D53-CD0D07AC34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52A720-91C7-FE87-F343-0FA5ED0072F6}"/>
              </a:ext>
            </a:extLst>
          </p:cNvPr>
          <p:cNvSpPr>
            <a:spLocks noGrp="1"/>
          </p:cNvSpPr>
          <p:nvPr>
            <p:ph type="sldNum" sz="quarter" idx="12"/>
          </p:nvPr>
        </p:nvSpPr>
        <p:spPr/>
        <p:txBody>
          <a:bodyPr/>
          <a:lstStyle/>
          <a:p>
            <a:fld id="{C2684603-6F74-48AB-A145-2F1D93AAE30A}" type="slidenum">
              <a:rPr lang="en-US" smtClean="0"/>
              <a:t>‹#›</a:t>
            </a:fld>
            <a:endParaRPr lang="en-US"/>
          </a:p>
        </p:txBody>
      </p:sp>
    </p:spTree>
    <p:extLst>
      <p:ext uri="{BB962C8B-B14F-4D97-AF65-F5344CB8AC3E}">
        <p14:creationId xmlns:p14="http://schemas.microsoft.com/office/powerpoint/2010/main" val="4176903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115C9-F247-3C29-DD51-413A04CEF49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8F6E4B-C675-CF79-A1A6-4698A7E71F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795581-C04E-DD6D-2AAF-7690528B79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2B53E7-FB38-5329-EC9C-2E5F31E314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D8EFF7-981D-89E0-5F12-E737A3AF4A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817A3E4-C95C-218B-DD43-3F231E017F5E}"/>
              </a:ext>
            </a:extLst>
          </p:cNvPr>
          <p:cNvSpPr>
            <a:spLocks noGrp="1"/>
          </p:cNvSpPr>
          <p:nvPr>
            <p:ph type="dt" sz="half" idx="10"/>
          </p:nvPr>
        </p:nvSpPr>
        <p:spPr/>
        <p:txBody>
          <a:bodyPr/>
          <a:lstStyle/>
          <a:p>
            <a:fld id="{3918AB9F-450C-4435-838C-CC4B27064CEF}" type="datetimeFigureOut">
              <a:rPr lang="en-US" smtClean="0"/>
              <a:t>9/18/2024</a:t>
            </a:fld>
            <a:endParaRPr lang="en-US"/>
          </a:p>
        </p:txBody>
      </p:sp>
      <p:sp>
        <p:nvSpPr>
          <p:cNvPr id="8" name="Footer Placeholder 7">
            <a:extLst>
              <a:ext uri="{FF2B5EF4-FFF2-40B4-BE49-F238E27FC236}">
                <a16:creationId xmlns:a16="http://schemas.microsoft.com/office/drawing/2014/main" id="{327CD584-910F-7DA3-4F8F-4504510B83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C43D0C-A45B-3867-84EA-163F7D176D2F}"/>
              </a:ext>
            </a:extLst>
          </p:cNvPr>
          <p:cNvSpPr>
            <a:spLocks noGrp="1"/>
          </p:cNvSpPr>
          <p:nvPr>
            <p:ph type="sldNum" sz="quarter" idx="12"/>
          </p:nvPr>
        </p:nvSpPr>
        <p:spPr/>
        <p:txBody>
          <a:bodyPr/>
          <a:lstStyle/>
          <a:p>
            <a:fld id="{C2684603-6F74-48AB-A145-2F1D93AAE30A}" type="slidenum">
              <a:rPr lang="en-US" smtClean="0"/>
              <a:t>‹#›</a:t>
            </a:fld>
            <a:endParaRPr lang="en-US"/>
          </a:p>
        </p:txBody>
      </p:sp>
    </p:spTree>
    <p:extLst>
      <p:ext uri="{BB962C8B-B14F-4D97-AF65-F5344CB8AC3E}">
        <p14:creationId xmlns:p14="http://schemas.microsoft.com/office/powerpoint/2010/main" val="1249798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7292E-FE76-8A63-4D8D-D438947187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E62695C-9F58-B7B2-994B-65C208CFE81D}"/>
              </a:ext>
            </a:extLst>
          </p:cNvPr>
          <p:cNvSpPr>
            <a:spLocks noGrp="1"/>
          </p:cNvSpPr>
          <p:nvPr>
            <p:ph type="dt" sz="half" idx="10"/>
          </p:nvPr>
        </p:nvSpPr>
        <p:spPr/>
        <p:txBody>
          <a:bodyPr/>
          <a:lstStyle/>
          <a:p>
            <a:fld id="{3918AB9F-450C-4435-838C-CC4B27064CEF}" type="datetimeFigureOut">
              <a:rPr lang="en-US" smtClean="0"/>
              <a:t>9/18/2024</a:t>
            </a:fld>
            <a:endParaRPr lang="en-US"/>
          </a:p>
        </p:txBody>
      </p:sp>
      <p:sp>
        <p:nvSpPr>
          <p:cNvPr id="4" name="Footer Placeholder 3">
            <a:extLst>
              <a:ext uri="{FF2B5EF4-FFF2-40B4-BE49-F238E27FC236}">
                <a16:creationId xmlns:a16="http://schemas.microsoft.com/office/drawing/2014/main" id="{F5AABFF2-8808-5924-EC47-F3E37ADBC4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CAE7923-C8CA-4A92-F675-B328A3FE66F1}"/>
              </a:ext>
            </a:extLst>
          </p:cNvPr>
          <p:cNvSpPr>
            <a:spLocks noGrp="1"/>
          </p:cNvSpPr>
          <p:nvPr>
            <p:ph type="sldNum" sz="quarter" idx="12"/>
          </p:nvPr>
        </p:nvSpPr>
        <p:spPr/>
        <p:txBody>
          <a:bodyPr/>
          <a:lstStyle/>
          <a:p>
            <a:fld id="{C2684603-6F74-48AB-A145-2F1D93AAE30A}" type="slidenum">
              <a:rPr lang="en-US" smtClean="0"/>
              <a:t>‹#›</a:t>
            </a:fld>
            <a:endParaRPr lang="en-US"/>
          </a:p>
        </p:txBody>
      </p:sp>
    </p:spTree>
    <p:extLst>
      <p:ext uri="{BB962C8B-B14F-4D97-AF65-F5344CB8AC3E}">
        <p14:creationId xmlns:p14="http://schemas.microsoft.com/office/powerpoint/2010/main" val="2861546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3CA286-007E-9ED3-8EE5-084825B63291}"/>
              </a:ext>
            </a:extLst>
          </p:cNvPr>
          <p:cNvSpPr>
            <a:spLocks noGrp="1"/>
          </p:cNvSpPr>
          <p:nvPr>
            <p:ph type="dt" sz="half" idx="10"/>
          </p:nvPr>
        </p:nvSpPr>
        <p:spPr/>
        <p:txBody>
          <a:bodyPr/>
          <a:lstStyle/>
          <a:p>
            <a:fld id="{3918AB9F-450C-4435-838C-CC4B27064CEF}" type="datetimeFigureOut">
              <a:rPr lang="en-US" smtClean="0"/>
              <a:t>9/18/2024</a:t>
            </a:fld>
            <a:endParaRPr lang="en-US"/>
          </a:p>
        </p:txBody>
      </p:sp>
      <p:sp>
        <p:nvSpPr>
          <p:cNvPr id="3" name="Footer Placeholder 2">
            <a:extLst>
              <a:ext uri="{FF2B5EF4-FFF2-40B4-BE49-F238E27FC236}">
                <a16:creationId xmlns:a16="http://schemas.microsoft.com/office/drawing/2014/main" id="{FB012401-9FA4-6621-EB9F-B7988C85A9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8D5A8C-7296-CDCF-7A1E-AED2DB04E236}"/>
              </a:ext>
            </a:extLst>
          </p:cNvPr>
          <p:cNvSpPr>
            <a:spLocks noGrp="1"/>
          </p:cNvSpPr>
          <p:nvPr>
            <p:ph type="sldNum" sz="quarter" idx="12"/>
          </p:nvPr>
        </p:nvSpPr>
        <p:spPr/>
        <p:txBody>
          <a:bodyPr/>
          <a:lstStyle/>
          <a:p>
            <a:fld id="{C2684603-6F74-48AB-A145-2F1D93AAE30A}" type="slidenum">
              <a:rPr lang="en-US" smtClean="0"/>
              <a:t>‹#›</a:t>
            </a:fld>
            <a:endParaRPr lang="en-US"/>
          </a:p>
        </p:txBody>
      </p:sp>
    </p:spTree>
    <p:extLst>
      <p:ext uri="{BB962C8B-B14F-4D97-AF65-F5344CB8AC3E}">
        <p14:creationId xmlns:p14="http://schemas.microsoft.com/office/powerpoint/2010/main" val="591867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0CD00-7042-F360-A64B-A6D5F985EA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327FA3C-CD8F-C646-21EF-141709A4D4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0BA727-E3A1-0A86-5333-0D0541033C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EB8CB9-F014-4EFB-0AC2-CE18A2AF9793}"/>
              </a:ext>
            </a:extLst>
          </p:cNvPr>
          <p:cNvSpPr>
            <a:spLocks noGrp="1"/>
          </p:cNvSpPr>
          <p:nvPr>
            <p:ph type="dt" sz="half" idx="10"/>
          </p:nvPr>
        </p:nvSpPr>
        <p:spPr/>
        <p:txBody>
          <a:bodyPr/>
          <a:lstStyle/>
          <a:p>
            <a:fld id="{3918AB9F-450C-4435-838C-CC4B27064CEF}" type="datetimeFigureOut">
              <a:rPr lang="en-US" smtClean="0"/>
              <a:t>9/18/2024</a:t>
            </a:fld>
            <a:endParaRPr lang="en-US"/>
          </a:p>
        </p:txBody>
      </p:sp>
      <p:sp>
        <p:nvSpPr>
          <p:cNvPr id="6" name="Footer Placeholder 5">
            <a:extLst>
              <a:ext uri="{FF2B5EF4-FFF2-40B4-BE49-F238E27FC236}">
                <a16:creationId xmlns:a16="http://schemas.microsoft.com/office/drawing/2014/main" id="{FE685099-DBD5-0F0D-BEB0-7EBA4A46D8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349C4C-B4D3-1C11-8C6D-5008B8500176}"/>
              </a:ext>
            </a:extLst>
          </p:cNvPr>
          <p:cNvSpPr>
            <a:spLocks noGrp="1"/>
          </p:cNvSpPr>
          <p:nvPr>
            <p:ph type="sldNum" sz="quarter" idx="12"/>
          </p:nvPr>
        </p:nvSpPr>
        <p:spPr/>
        <p:txBody>
          <a:bodyPr/>
          <a:lstStyle/>
          <a:p>
            <a:fld id="{C2684603-6F74-48AB-A145-2F1D93AAE30A}" type="slidenum">
              <a:rPr lang="en-US" smtClean="0"/>
              <a:t>‹#›</a:t>
            </a:fld>
            <a:endParaRPr lang="en-US"/>
          </a:p>
        </p:txBody>
      </p:sp>
    </p:spTree>
    <p:extLst>
      <p:ext uri="{BB962C8B-B14F-4D97-AF65-F5344CB8AC3E}">
        <p14:creationId xmlns:p14="http://schemas.microsoft.com/office/powerpoint/2010/main" val="459087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6F74A-B930-FA87-DBE1-DF1EC4ED71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8116B0-06E2-06E6-AA7B-52B666314F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9E56965-1B73-1245-CC71-761E6CE4F4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721210-60C2-4026-6227-B08CD1B31FA0}"/>
              </a:ext>
            </a:extLst>
          </p:cNvPr>
          <p:cNvSpPr>
            <a:spLocks noGrp="1"/>
          </p:cNvSpPr>
          <p:nvPr>
            <p:ph type="dt" sz="half" idx="10"/>
          </p:nvPr>
        </p:nvSpPr>
        <p:spPr/>
        <p:txBody>
          <a:bodyPr/>
          <a:lstStyle/>
          <a:p>
            <a:fld id="{3918AB9F-450C-4435-838C-CC4B27064CEF}" type="datetimeFigureOut">
              <a:rPr lang="en-US" smtClean="0"/>
              <a:t>9/18/2024</a:t>
            </a:fld>
            <a:endParaRPr lang="en-US"/>
          </a:p>
        </p:txBody>
      </p:sp>
      <p:sp>
        <p:nvSpPr>
          <p:cNvPr id="6" name="Footer Placeholder 5">
            <a:extLst>
              <a:ext uri="{FF2B5EF4-FFF2-40B4-BE49-F238E27FC236}">
                <a16:creationId xmlns:a16="http://schemas.microsoft.com/office/drawing/2014/main" id="{2E3C19E4-DA29-2B41-7311-D49748CA68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8E59EC-504E-1E4A-2943-B97E113FB2B0}"/>
              </a:ext>
            </a:extLst>
          </p:cNvPr>
          <p:cNvSpPr>
            <a:spLocks noGrp="1"/>
          </p:cNvSpPr>
          <p:nvPr>
            <p:ph type="sldNum" sz="quarter" idx="12"/>
          </p:nvPr>
        </p:nvSpPr>
        <p:spPr/>
        <p:txBody>
          <a:bodyPr/>
          <a:lstStyle/>
          <a:p>
            <a:fld id="{C2684603-6F74-48AB-A145-2F1D93AAE30A}" type="slidenum">
              <a:rPr lang="en-US" smtClean="0"/>
              <a:t>‹#›</a:t>
            </a:fld>
            <a:endParaRPr lang="en-US"/>
          </a:p>
        </p:txBody>
      </p:sp>
    </p:spTree>
    <p:extLst>
      <p:ext uri="{BB962C8B-B14F-4D97-AF65-F5344CB8AC3E}">
        <p14:creationId xmlns:p14="http://schemas.microsoft.com/office/powerpoint/2010/main" val="2412266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7E5B-9E81-53A4-F094-9D34171B28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CD7971-A673-C1C2-375B-5901EA021B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B36360-C798-B934-8C32-EAF04651E2E3}"/>
              </a:ext>
            </a:extLst>
          </p:cNvPr>
          <p:cNvSpPr>
            <a:spLocks noGrp="1"/>
          </p:cNvSpPr>
          <p:nvPr>
            <p:ph type="dt" sz="half" idx="10"/>
          </p:nvPr>
        </p:nvSpPr>
        <p:spPr/>
        <p:txBody>
          <a:bodyPr/>
          <a:lstStyle/>
          <a:p>
            <a:fld id="{3918AB9F-450C-4435-838C-CC4B27064CEF}" type="datetimeFigureOut">
              <a:rPr lang="en-US" smtClean="0"/>
              <a:t>9/18/2024</a:t>
            </a:fld>
            <a:endParaRPr lang="en-US"/>
          </a:p>
        </p:txBody>
      </p:sp>
      <p:sp>
        <p:nvSpPr>
          <p:cNvPr id="5" name="Footer Placeholder 4">
            <a:extLst>
              <a:ext uri="{FF2B5EF4-FFF2-40B4-BE49-F238E27FC236}">
                <a16:creationId xmlns:a16="http://schemas.microsoft.com/office/drawing/2014/main" id="{E367327A-9266-F811-7A18-57914E216F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71184C-DDC6-CB9F-607B-A4E0B785057B}"/>
              </a:ext>
            </a:extLst>
          </p:cNvPr>
          <p:cNvSpPr>
            <a:spLocks noGrp="1"/>
          </p:cNvSpPr>
          <p:nvPr>
            <p:ph type="sldNum" sz="quarter" idx="12"/>
          </p:nvPr>
        </p:nvSpPr>
        <p:spPr/>
        <p:txBody>
          <a:bodyPr/>
          <a:lstStyle/>
          <a:p>
            <a:fld id="{C2684603-6F74-48AB-A145-2F1D93AAE30A}" type="slidenum">
              <a:rPr lang="en-US" smtClean="0"/>
              <a:t>‹#›</a:t>
            </a:fld>
            <a:endParaRPr lang="en-US"/>
          </a:p>
        </p:txBody>
      </p:sp>
    </p:spTree>
    <p:extLst>
      <p:ext uri="{BB962C8B-B14F-4D97-AF65-F5344CB8AC3E}">
        <p14:creationId xmlns:p14="http://schemas.microsoft.com/office/powerpoint/2010/main" val="2976980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818BC0-3061-C466-251E-B3DB33A7AB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561B91-C806-10EB-59B5-ABA53597A5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382D91-FE65-B583-0D96-589A653F2796}"/>
              </a:ext>
            </a:extLst>
          </p:cNvPr>
          <p:cNvSpPr>
            <a:spLocks noGrp="1"/>
          </p:cNvSpPr>
          <p:nvPr>
            <p:ph type="dt" sz="half" idx="10"/>
          </p:nvPr>
        </p:nvSpPr>
        <p:spPr/>
        <p:txBody>
          <a:bodyPr/>
          <a:lstStyle/>
          <a:p>
            <a:fld id="{3918AB9F-450C-4435-838C-CC4B27064CEF}" type="datetimeFigureOut">
              <a:rPr lang="en-US" smtClean="0"/>
              <a:t>9/18/2024</a:t>
            </a:fld>
            <a:endParaRPr lang="en-US"/>
          </a:p>
        </p:txBody>
      </p:sp>
      <p:sp>
        <p:nvSpPr>
          <p:cNvPr id="5" name="Footer Placeholder 4">
            <a:extLst>
              <a:ext uri="{FF2B5EF4-FFF2-40B4-BE49-F238E27FC236}">
                <a16:creationId xmlns:a16="http://schemas.microsoft.com/office/drawing/2014/main" id="{85E81A61-4DBA-3BA2-DE6A-80D8C906A9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A95151-CAFF-A9F1-6992-B3B6364AA6E7}"/>
              </a:ext>
            </a:extLst>
          </p:cNvPr>
          <p:cNvSpPr>
            <a:spLocks noGrp="1"/>
          </p:cNvSpPr>
          <p:nvPr>
            <p:ph type="sldNum" sz="quarter" idx="12"/>
          </p:nvPr>
        </p:nvSpPr>
        <p:spPr/>
        <p:txBody>
          <a:bodyPr/>
          <a:lstStyle/>
          <a:p>
            <a:fld id="{C2684603-6F74-48AB-A145-2F1D93AAE30A}" type="slidenum">
              <a:rPr lang="en-US" smtClean="0"/>
              <a:t>‹#›</a:t>
            </a:fld>
            <a:endParaRPr lang="en-US"/>
          </a:p>
        </p:txBody>
      </p:sp>
    </p:spTree>
    <p:extLst>
      <p:ext uri="{BB962C8B-B14F-4D97-AF65-F5344CB8AC3E}">
        <p14:creationId xmlns:p14="http://schemas.microsoft.com/office/powerpoint/2010/main" val="26766257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502FD-51E2-9CC5-4337-5D86A011BC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C481FB-BD83-7F26-1A61-EAB8A1A9BB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A2CFA77-DFDD-C62E-9B35-6A20D8E13BE3}"/>
              </a:ext>
            </a:extLst>
          </p:cNvPr>
          <p:cNvSpPr>
            <a:spLocks noGrp="1"/>
          </p:cNvSpPr>
          <p:nvPr>
            <p:ph type="dt" sz="half" idx="10"/>
          </p:nvPr>
        </p:nvSpPr>
        <p:spPr/>
        <p:txBody>
          <a:bodyPr/>
          <a:lstStyle/>
          <a:p>
            <a:fld id="{162715B9-3D24-423A-B3CD-E864FE409B95}" type="datetimeFigureOut">
              <a:rPr lang="en-US" smtClean="0"/>
              <a:t>9/18/2024</a:t>
            </a:fld>
            <a:endParaRPr lang="en-US"/>
          </a:p>
        </p:txBody>
      </p:sp>
      <p:sp>
        <p:nvSpPr>
          <p:cNvPr id="5" name="Footer Placeholder 4">
            <a:extLst>
              <a:ext uri="{FF2B5EF4-FFF2-40B4-BE49-F238E27FC236}">
                <a16:creationId xmlns:a16="http://schemas.microsoft.com/office/drawing/2014/main" id="{F17FE957-7DFA-0A21-0A1D-94DC53ADF6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61FE76-22A1-F531-DD3E-722ACA7CAACE}"/>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2604588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33225-F88F-B9B9-6962-FCE6B10344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80FAE4-C2C0-C9FA-71E4-D1C7CB9C84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FAF34D-6860-C25B-BFA2-98A39F69FB24}"/>
              </a:ext>
            </a:extLst>
          </p:cNvPr>
          <p:cNvSpPr>
            <a:spLocks noGrp="1"/>
          </p:cNvSpPr>
          <p:nvPr>
            <p:ph type="dt" sz="half" idx="10"/>
          </p:nvPr>
        </p:nvSpPr>
        <p:spPr/>
        <p:txBody>
          <a:bodyPr/>
          <a:lstStyle/>
          <a:p>
            <a:fld id="{162715B9-3D24-423A-B3CD-E864FE409B95}" type="datetimeFigureOut">
              <a:rPr lang="en-US" smtClean="0"/>
              <a:t>9/18/2024</a:t>
            </a:fld>
            <a:endParaRPr lang="en-US"/>
          </a:p>
        </p:txBody>
      </p:sp>
      <p:sp>
        <p:nvSpPr>
          <p:cNvPr id="5" name="Footer Placeholder 4">
            <a:extLst>
              <a:ext uri="{FF2B5EF4-FFF2-40B4-BE49-F238E27FC236}">
                <a16:creationId xmlns:a16="http://schemas.microsoft.com/office/drawing/2014/main" id="{76FA4ACE-9C34-7879-DC66-ECEE5FF943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D0BE48-034A-E900-C79B-A0DA8250D6F8}"/>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17916277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BEFC1-FB62-2A48-7D5F-1AE41C8312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A55200-31F1-B5B9-97CC-963B2080320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BE0BB4-F4B3-39E8-7D48-A5665BAA43AF}"/>
              </a:ext>
            </a:extLst>
          </p:cNvPr>
          <p:cNvSpPr>
            <a:spLocks noGrp="1"/>
          </p:cNvSpPr>
          <p:nvPr>
            <p:ph type="dt" sz="half" idx="10"/>
          </p:nvPr>
        </p:nvSpPr>
        <p:spPr/>
        <p:txBody>
          <a:bodyPr/>
          <a:lstStyle/>
          <a:p>
            <a:fld id="{162715B9-3D24-423A-B3CD-E864FE409B95}" type="datetimeFigureOut">
              <a:rPr lang="en-US" smtClean="0"/>
              <a:t>9/18/2024</a:t>
            </a:fld>
            <a:endParaRPr lang="en-US"/>
          </a:p>
        </p:txBody>
      </p:sp>
      <p:sp>
        <p:nvSpPr>
          <p:cNvPr id="5" name="Footer Placeholder 4">
            <a:extLst>
              <a:ext uri="{FF2B5EF4-FFF2-40B4-BE49-F238E27FC236}">
                <a16:creationId xmlns:a16="http://schemas.microsoft.com/office/drawing/2014/main" id="{83C301AA-EFEE-6405-EE91-0B28692140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BE0DC3-5E08-EEC2-0A27-8EE9F3C135DB}"/>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24084430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A3239-ED5B-FD99-C41D-1211B3DCEA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914F3D-8770-816E-8C42-5AACBEB35E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F73E5F-C745-6FC6-B7C6-4B2D5556F8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75D884-7677-D5AF-28F4-83D3F43F1D75}"/>
              </a:ext>
            </a:extLst>
          </p:cNvPr>
          <p:cNvSpPr>
            <a:spLocks noGrp="1"/>
          </p:cNvSpPr>
          <p:nvPr>
            <p:ph type="dt" sz="half" idx="10"/>
          </p:nvPr>
        </p:nvSpPr>
        <p:spPr/>
        <p:txBody>
          <a:bodyPr/>
          <a:lstStyle/>
          <a:p>
            <a:fld id="{162715B9-3D24-423A-B3CD-E864FE409B95}" type="datetimeFigureOut">
              <a:rPr lang="en-US" smtClean="0"/>
              <a:t>9/18/2024</a:t>
            </a:fld>
            <a:endParaRPr lang="en-US"/>
          </a:p>
        </p:txBody>
      </p:sp>
      <p:sp>
        <p:nvSpPr>
          <p:cNvPr id="6" name="Footer Placeholder 5">
            <a:extLst>
              <a:ext uri="{FF2B5EF4-FFF2-40B4-BE49-F238E27FC236}">
                <a16:creationId xmlns:a16="http://schemas.microsoft.com/office/drawing/2014/main" id="{6964C211-B340-985F-8BF7-3A6E6FEA1F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B4FD26-68B6-605F-7FBB-B697331B362A}"/>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5908341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660C7-99DF-BFB5-E9B5-524BE6A42C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AB21B1F-453E-15F1-CEE1-C3A9789934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4CC3AD-C529-0B98-6831-F7FD5C4EA1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E0F559C-AFFB-1618-6771-E5116BF04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787FDF-BF5B-7E9F-9489-64529CEDB5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A99285-3301-5890-4379-3E2FCDAEA662}"/>
              </a:ext>
            </a:extLst>
          </p:cNvPr>
          <p:cNvSpPr>
            <a:spLocks noGrp="1"/>
          </p:cNvSpPr>
          <p:nvPr>
            <p:ph type="dt" sz="half" idx="10"/>
          </p:nvPr>
        </p:nvSpPr>
        <p:spPr/>
        <p:txBody>
          <a:bodyPr/>
          <a:lstStyle/>
          <a:p>
            <a:fld id="{162715B9-3D24-423A-B3CD-E864FE409B95}" type="datetimeFigureOut">
              <a:rPr lang="en-US" smtClean="0"/>
              <a:t>9/18/2024</a:t>
            </a:fld>
            <a:endParaRPr lang="en-US"/>
          </a:p>
        </p:txBody>
      </p:sp>
      <p:sp>
        <p:nvSpPr>
          <p:cNvPr id="8" name="Footer Placeholder 7">
            <a:extLst>
              <a:ext uri="{FF2B5EF4-FFF2-40B4-BE49-F238E27FC236}">
                <a16:creationId xmlns:a16="http://schemas.microsoft.com/office/drawing/2014/main" id="{0BDEA3C9-B015-A661-D4AA-CC56A6F662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B4F2422-89E2-E760-331B-81F1BEC35620}"/>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18215159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CEF10-E224-B5C8-6D9B-19402FDCAA0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3C1386-1F8E-82D0-5C4C-5B5E8B7182A5}"/>
              </a:ext>
            </a:extLst>
          </p:cNvPr>
          <p:cNvSpPr>
            <a:spLocks noGrp="1"/>
          </p:cNvSpPr>
          <p:nvPr>
            <p:ph type="dt" sz="half" idx="10"/>
          </p:nvPr>
        </p:nvSpPr>
        <p:spPr/>
        <p:txBody>
          <a:bodyPr/>
          <a:lstStyle/>
          <a:p>
            <a:fld id="{162715B9-3D24-423A-B3CD-E864FE409B95}" type="datetimeFigureOut">
              <a:rPr lang="en-US" smtClean="0"/>
              <a:t>9/18/2024</a:t>
            </a:fld>
            <a:endParaRPr lang="en-US"/>
          </a:p>
        </p:txBody>
      </p:sp>
      <p:sp>
        <p:nvSpPr>
          <p:cNvPr id="4" name="Footer Placeholder 3">
            <a:extLst>
              <a:ext uri="{FF2B5EF4-FFF2-40B4-BE49-F238E27FC236}">
                <a16:creationId xmlns:a16="http://schemas.microsoft.com/office/drawing/2014/main" id="{7148E2A8-46F9-EED1-A570-5CA7E6C6C3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2FD45F-D810-58F1-CA90-65791F0714BD}"/>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40000192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149882-16D7-3928-174B-932617DBC6F7}"/>
              </a:ext>
            </a:extLst>
          </p:cNvPr>
          <p:cNvSpPr>
            <a:spLocks noGrp="1"/>
          </p:cNvSpPr>
          <p:nvPr>
            <p:ph type="dt" sz="half" idx="10"/>
          </p:nvPr>
        </p:nvSpPr>
        <p:spPr/>
        <p:txBody>
          <a:bodyPr/>
          <a:lstStyle/>
          <a:p>
            <a:fld id="{162715B9-3D24-423A-B3CD-E864FE409B95}" type="datetimeFigureOut">
              <a:rPr lang="en-US" smtClean="0"/>
              <a:t>9/18/2024</a:t>
            </a:fld>
            <a:endParaRPr lang="en-US"/>
          </a:p>
        </p:txBody>
      </p:sp>
      <p:sp>
        <p:nvSpPr>
          <p:cNvPr id="3" name="Footer Placeholder 2">
            <a:extLst>
              <a:ext uri="{FF2B5EF4-FFF2-40B4-BE49-F238E27FC236}">
                <a16:creationId xmlns:a16="http://schemas.microsoft.com/office/drawing/2014/main" id="{F0E28DBE-DDCE-527E-FE82-675E1E4E1F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B0D1CA-6366-6F3F-126E-591567898C41}"/>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9125951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B22D5-7B68-ED98-525C-49D5DB3E2E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456644-34A4-AB29-CE81-57EA2DC2E5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C80C9D-7210-1F2A-2CB0-C94AEEA9D2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407D17-8BD7-990E-A499-AD795286F9FE}"/>
              </a:ext>
            </a:extLst>
          </p:cNvPr>
          <p:cNvSpPr>
            <a:spLocks noGrp="1"/>
          </p:cNvSpPr>
          <p:nvPr>
            <p:ph type="dt" sz="half" idx="10"/>
          </p:nvPr>
        </p:nvSpPr>
        <p:spPr/>
        <p:txBody>
          <a:bodyPr/>
          <a:lstStyle/>
          <a:p>
            <a:fld id="{162715B9-3D24-423A-B3CD-E864FE409B95}" type="datetimeFigureOut">
              <a:rPr lang="en-US" smtClean="0"/>
              <a:t>9/18/2024</a:t>
            </a:fld>
            <a:endParaRPr lang="en-US"/>
          </a:p>
        </p:txBody>
      </p:sp>
      <p:sp>
        <p:nvSpPr>
          <p:cNvPr id="6" name="Footer Placeholder 5">
            <a:extLst>
              <a:ext uri="{FF2B5EF4-FFF2-40B4-BE49-F238E27FC236}">
                <a16:creationId xmlns:a16="http://schemas.microsoft.com/office/drawing/2014/main" id="{AA9FA0FB-04F4-17C3-5C9C-8FD1C65233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799E48-DA53-382C-1351-F71AE65CE367}"/>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8761576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24522-693B-D94F-50D5-56F95F7C1B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E999F4-5494-8CEB-601E-DA4C0B162A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4E71B2-A872-C5DA-94C3-83EB456DA5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7006CD-01A9-AC87-077D-F736459D4A2F}"/>
              </a:ext>
            </a:extLst>
          </p:cNvPr>
          <p:cNvSpPr>
            <a:spLocks noGrp="1"/>
          </p:cNvSpPr>
          <p:nvPr>
            <p:ph type="dt" sz="half" idx="10"/>
          </p:nvPr>
        </p:nvSpPr>
        <p:spPr/>
        <p:txBody>
          <a:bodyPr/>
          <a:lstStyle/>
          <a:p>
            <a:fld id="{162715B9-3D24-423A-B3CD-E864FE409B95}" type="datetimeFigureOut">
              <a:rPr lang="en-US" smtClean="0"/>
              <a:t>9/18/2024</a:t>
            </a:fld>
            <a:endParaRPr lang="en-US"/>
          </a:p>
        </p:txBody>
      </p:sp>
      <p:sp>
        <p:nvSpPr>
          <p:cNvPr id="6" name="Footer Placeholder 5">
            <a:extLst>
              <a:ext uri="{FF2B5EF4-FFF2-40B4-BE49-F238E27FC236}">
                <a16:creationId xmlns:a16="http://schemas.microsoft.com/office/drawing/2014/main" id="{5DCE5260-13B6-9974-1A1A-5EDA9C5520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FFE5E5-9A28-24A6-5AD5-95A6C20D1D57}"/>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894546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1EABF-1226-4BF9-13A1-378ABECB93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9243D4-D227-0889-E786-4657FAF729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434DAA-5256-A632-D979-F31C406786A6}"/>
              </a:ext>
            </a:extLst>
          </p:cNvPr>
          <p:cNvSpPr>
            <a:spLocks noGrp="1"/>
          </p:cNvSpPr>
          <p:nvPr>
            <p:ph type="dt" sz="half" idx="10"/>
          </p:nvPr>
        </p:nvSpPr>
        <p:spPr/>
        <p:txBody>
          <a:bodyPr/>
          <a:lstStyle/>
          <a:p>
            <a:fld id="{162715B9-3D24-423A-B3CD-E864FE409B95}" type="datetimeFigureOut">
              <a:rPr lang="en-US" smtClean="0"/>
              <a:t>9/18/2024</a:t>
            </a:fld>
            <a:endParaRPr lang="en-US"/>
          </a:p>
        </p:txBody>
      </p:sp>
      <p:sp>
        <p:nvSpPr>
          <p:cNvPr id="5" name="Footer Placeholder 4">
            <a:extLst>
              <a:ext uri="{FF2B5EF4-FFF2-40B4-BE49-F238E27FC236}">
                <a16:creationId xmlns:a16="http://schemas.microsoft.com/office/drawing/2014/main" id="{BCB7E51D-2E4D-351F-BFE1-8C0FD90A13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2D0CE4-DB1B-695A-49E5-6FFA775B4B8D}"/>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16164355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CF3616-1CDE-231B-4836-4BF3951F65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BA06AC-F3BC-8443-43E8-B44C0A33E4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C6D5B1-92CB-1353-A274-30EEAB591163}"/>
              </a:ext>
            </a:extLst>
          </p:cNvPr>
          <p:cNvSpPr>
            <a:spLocks noGrp="1"/>
          </p:cNvSpPr>
          <p:nvPr>
            <p:ph type="dt" sz="half" idx="10"/>
          </p:nvPr>
        </p:nvSpPr>
        <p:spPr/>
        <p:txBody>
          <a:bodyPr/>
          <a:lstStyle/>
          <a:p>
            <a:fld id="{162715B9-3D24-423A-B3CD-E864FE409B95}" type="datetimeFigureOut">
              <a:rPr lang="en-US" smtClean="0"/>
              <a:t>9/18/2024</a:t>
            </a:fld>
            <a:endParaRPr lang="en-US"/>
          </a:p>
        </p:txBody>
      </p:sp>
      <p:sp>
        <p:nvSpPr>
          <p:cNvPr id="5" name="Footer Placeholder 4">
            <a:extLst>
              <a:ext uri="{FF2B5EF4-FFF2-40B4-BE49-F238E27FC236}">
                <a16:creationId xmlns:a16="http://schemas.microsoft.com/office/drawing/2014/main" id="{2D4AB4A1-F17A-5DCF-1D3B-CC8521E39D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80431A-25F4-563D-3604-A6D9CF1CE8DD}"/>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4211267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F4CD54-6735-4EA2-E88A-99B785A15A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E1AA3B-C95D-89B7-8753-C7F3DFBB59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B75460-BE61-F04C-BD48-A74362143E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18AB9F-450C-4435-838C-CC4B27064CEF}" type="datetimeFigureOut">
              <a:rPr lang="en-US" smtClean="0"/>
              <a:t>9/18/2024</a:t>
            </a:fld>
            <a:endParaRPr lang="en-US"/>
          </a:p>
        </p:txBody>
      </p:sp>
      <p:sp>
        <p:nvSpPr>
          <p:cNvPr id="5" name="Footer Placeholder 4">
            <a:extLst>
              <a:ext uri="{FF2B5EF4-FFF2-40B4-BE49-F238E27FC236}">
                <a16:creationId xmlns:a16="http://schemas.microsoft.com/office/drawing/2014/main" id="{C18FA29F-AF06-E2D9-BB7E-D16179AEF6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96294DD-1ED5-BFBE-EA19-24161B433A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684603-6F74-48AB-A145-2F1D93AAE30A}" type="slidenum">
              <a:rPr lang="en-US" smtClean="0"/>
              <a:t>‹#›</a:t>
            </a:fld>
            <a:endParaRPr lang="en-US"/>
          </a:p>
        </p:txBody>
      </p:sp>
    </p:spTree>
    <p:extLst>
      <p:ext uri="{BB962C8B-B14F-4D97-AF65-F5344CB8AC3E}">
        <p14:creationId xmlns:p14="http://schemas.microsoft.com/office/powerpoint/2010/main" val="597139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D2A7B4-DE04-A23D-7421-EE49B23A7C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ADF3654-FC3F-CFD1-7133-FA0198978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3D9C91-DE48-2FDA-85CD-B1AE77F0CE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2715B9-3D24-423A-B3CD-E864FE409B95}" type="datetimeFigureOut">
              <a:rPr lang="en-US" smtClean="0"/>
              <a:t>9/18/2024</a:t>
            </a:fld>
            <a:endParaRPr lang="en-US"/>
          </a:p>
        </p:txBody>
      </p:sp>
      <p:sp>
        <p:nvSpPr>
          <p:cNvPr id="5" name="Footer Placeholder 4">
            <a:extLst>
              <a:ext uri="{FF2B5EF4-FFF2-40B4-BE49-F238E27FC236}">
                <a16:creationId xmlns:a16="http://schemas.microsoft.com/office/drawing/2014/main" id="{AAA394D6-66AC-A8A4-3067-897E1A7A9F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A49D419-03E2-AB16-360E-E6893BEDC3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0BE377-6FB8-4E9E-B235-5349A0D58BBE}" type="slidenum">
              <a:rPr lang="en-US" smtClean="0"/>
              <a:t>‹#›</a:t>
            </a:fld>
            <a:endParaRPr lang="en-US"/>
          </a:p>
        </p:txBody>
      </p:sp>
    </p:spTree>
    <p:extLst>
      <p:ext uri="{BB962C8B-B14F-4D97-AF65-F5344CB8AC3E}">
        <p14:creationId xmlns:p14="http://schemas.microsoft.com/office/powerpoint/2010/main" val="2767026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F46E41-4E3C-6777-27DF-17083AA2D9B1}"/>
              </a:ext>
            </a:extLst>
          </p:cNvPr>
          <p:cNvSpPr>
            <a:spLocks noGrp="1"/>
          </p:cNvSpPr>
          <p:nvPr>
            <p:ph type="ctrTitle"/>
          </p:nvPr>
        </p:nvSpPr>
        <p:spPr>
          <a:xfrm>
            <a:off x="5297762" y="640080"/>
            <a:ext cx="6251110" cy="3566160"/>
          </a:xfrm>
        </p:spPr>
        <p:txBody>
          <a:bodyPr anchor="b">
            <a:normAutofit/>
          </a:bodyPr>
          <a:lstStyle/>
          <a:p>
            <a:pPr algn="l"/>
            <a:r>
              <a:rPr lang="en-US" sz="5400" dirty="0"/>
              <a:t>Sewerage system</a:t>
            </a:r>
          </a:p>
        </p:txBody>
      </p:sp>
      <p:sp>
        <p:nvSpPr>
          <p:cNvPr id="3" name="Subtitle 2">
            <a:extLst>
              <a:ext uri="{FF2B5EF4-FFF2-40B4-BE49-F238E27FC236}">
                <a16:creationId xmlns:a16="http://schemas.microsoft.com/office/drawing/2014/main" id="{D1BCCA7F-C536-FD51-FBB3-8D5E79F500A9}"/>
              </a:ext>
            </a:extLst>
          </p:cNvPr>
          <p:cNvSpPr>
            <a:spLocks noGrp="1"/>
          </p:cNvSpPr>
          <p:nvPr>
            <p:ph type="subTitle" idx="1"/>
          </p:nvPr>
        </p:nvSpPr>
        <p:spPr>
          <a:xfrm>
            <a:off x="5297760" y="4636008"/>
            <a:ext cx="6251111" cy="1572768"/>
          </a:xfrm>
        </p:spPr>
        <p:txBody>
          <a:bodyPr>
            <a:normAutofit/>
          </a:bodyPr>
          <a:lstStyle/>
          <a:p>
            <a:pPr algn="l"/>
            <a:endParaRPr lang="en-US"/>
          </a:p>
        </p:txBody>
      </p:sp>
      <p:pic>
        <p:nvPicPr>
          <p:cNvPr id="5" name="Picture 4" descr="The facade of blue walls with holes">
            <a:extLst>
              <a:ext uri="{FF2B5EF4-FFF2-40B4-BE49-F238E27FC236}">
                <a16:creationId xmlns:a16="http://schemas.microsoft.com/office/drawing/2014/main" id="{4F8F38BA-9BA2-7378-7C8D-C29FC58F0B7B}"/>
              </a:ext>
            </a:extLst>
          </p:cNvPr>
          <p:cNvPicPr>
            <a:picLocks noChangeAspect="1"/>
          </p:cNvPicPr>
          <p:nvPr/>
        </p:nvPicPr>
        <p:blipFill>
          <a:blip r:embed="rId2"/>
          <a:srcRect l="29145" r="1992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0121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AA8D-74C1-2322-ECA5-29342780D980}"/>
              </a:ext>
            </a:extLst>
          </p:cNvPr>
          <p:cNvSpPr>
            <a:spLocks noGrp="1"/>
          </p:cNvSpPr>
          <p:nvPr>
            <p:ph type="title"/>
          </p:nvPr>
        </p:nvSpPr>
        <p:spPr/>
        <p:txBody>
          <a:bodyPr/>
          <a:lstStyle/>
          <a:p>
            <a:r>
              <a:rPr lang="en-US" dirty="0"/>
              <a:t>Water carriage system / sewerage system</a:t>
            </a:r>
          </a:p>
        </p:txBody>
      </p:sp>
      <p:sp>
        <p:nvSpPr>
          <p:cNvPr id="3" name="Content Placeholder 2">
            <a:extLst>
              <a:ext uri="{FF2B5EF4-FFF2-40B4-BE49-F238E27FC236}">
                <a16:creationId xmlns:a16="http://schemas.microsoft.com/office/drawing/2014/main" id="{37DCA545-EA22-B130-BAC5-120FF76B7267}"/>
              </a:ext>
            </a:extLst>
          </p:cNvPr>
          <p:cNvSpPr>
            <a:spLocks noGrp="1"/>
          </p:cNvSpPr>
          <p:nvPr>
            <p:ph idx="1"/>
          </p:nvPr>
        </p:nvSpPr>
        <p:spPr>
          <a:xfrm>
            <a:off x="609600" y="1825625"/>
            <a:ext cx="10744200" cy="4667250"/>
          </a:xfrm>
        </p:spPr>
        <p:txBody>
          <a:bodyPr>
            <a:normAutofit fontScale="92500" lnSpcReduction="20000"/>
          </a:bodyPr>
          <a:lstStyle/>
          <a:p>
            <a:r>
              <a:rPr lang="en-US" sz="2400" b="1" dirty="0"/>
              <a:t>Collecting and transporting </a:t>
            </a:r>
            <a:r>
              <a:rPr lang="en-US" sz="2400" dirty="0"/>
              <a:t>of </a:t>
            </a:r>
            <a:r>
              <a:rPr lang="en-US" sz="2400" dirty="0">
                <a:highlight>
                  <a:srgbClr val="FFFF00"/>
                </a:highlight>
              </a:rPr>
              <a:t>human excreta and waste water from residential, commercial and industrial areas</a:t>
            </a:r>
            <a:r>
              <a:rPr lang="en-US" sz="2400" dirty="0"/>
              <a:t>, by a net-work of </a:t>
            </a:r>
            <a:r>
              <a:rPr lang="en-US" sz="2400" u="sng" dirty="0"/>
              <a:t>underground pipes, called sewers </a:t>
            </a:r>
            <a:r>
              <a:rPr lang="en-US" sz="2400" dirty="0"/>
              <a:t>to the place of ultimate disposal. </a:t>
            </a:r>
          </a:p>
          <a:p>
            <a:r>
              <a:rPr lang="en-US" sz="2400" dirty="0"/>
              <a:t>It is the method of choice for collecting and transporting sewage from cities and towns </a:t>
            </a:r>
            <a:r>
              <a:rPr lang="en-US" sz="2400" dirty="0">
                <a:highlight>
                  <a:srgbClr val="FFFF00"/>
                </a:highlight>
              </a:rPr>
              <a:t>where population density is high. </a:t>
            </a:r>
          </a:p>
          <a:p>
            <a:r>
              <a:rPr lang="en-US" sz="2400" dirty="0"/>
              <a:t>There are two types in water carriage system –</a:t>
            </a:r>
          </a:p>
          <a:p>
            <a:pPr lvl="1"/>
            <a:r>
              <a:rPr lang="en-US" b="1" dirty="0"/>
              <a:t>Combined system</a:t>
            </a:r>
            <a:r>
              <a:rPr lang="en-US" dirty="0"/>
              <a:t>, the sewers carry both the </a:t>
            </a:r>
            <a:r>
              <a:rPr lang="en-US" dirty="0">
                <a:highlight>
                  <a:srgbClr val="FFFF00"/>
                </a:highlight>
              </a:rPr>
              <a:t>sewage and surface water. </a:t>
            </a:r>
          </a:p>
          <a:p>
            <a:pPr lvl="1"/>
            <a:r>
              <a:rPr lang="en-US" b="1" dirty="0"/>
              <a:t>Separate system</a:t>
            </a:r>
            <a:r>
              <a:rPr lang="en-US" dirty="0"/>
              <a:t>, </a:t>
            </a:r>
            <a:r>
              <a:rPr lang="en-US" dirty="0">
                <a:highlight>
                  <a:srgbClr val="FFFF00"/>
                </a:highlight>
              </a:rPr>
              <a:t>surface water is not admitted into sewers</a:t>
            </a:r>
            <a:r>
              <a:rPr lang="en-US" dirty="0"/>
              <a:t>. </a:t>
            </a:r>
          </a:p>
          <a:p>
            <a:pPr lvl="2"/>
            <a:r>
              <a:rPr lang="en-US" dirty="0"/>
              <a:t>It is considered the system of choice today.</a:t>
            </a:r>
          </a:p>
          <a:p>
            <a:r>
              <a:rPr lang="en-US" sz="2400" dirty="0"/>
              <a:t>Although the first sewers were laid in 1867 in Calcutta, the </a:t>
            </a:r>
            <a:r>
              <a:rPr lang="en-US" sz="2400" dirty="0" err="1">
                <a:highlight>
                  <a:srgbClr val="FFFF00"/>
                </a:highlight>
              </a:rPr>
              <a:t>Mudaliar</a:t>
            </a:r>
            <a:r>
              <a:rPr lang="en-US" sz="2400" dirty="0">
                <a:highlight>
                  <a:srgbClr val="FFFF00"/>
                </a:highlight>
              </a:rPr>
              <a:t> Committee (1962) reported that not more than 15 per cent of the urban population</a:t>
            </a:r>
            <a:r>
              <a:rPr lang="en-US" sz="2400" dirty="0"/>
              <a:t> in India had the amenity of a sewerage system. </a:t>
            </a:r>
          </a:p>
          <a:p>
            <a:r>
              <a:rPr lang="en-US" sz="2400" dirty="0"/>
              <a:t>The problem is one of economics - a heavy outlay of capital is needed to install a water-carriage system. </a:t>
            </a:r>
          </a:p>
          <a:p>
            <a:r>
              <a:rPr lang="en-US" sz="2400" dirty="0"/>
              <a:t>Water is needed for flushing the toilets and for conveying the human wastes, </a:t>
            </a:r>
            <a:r>
              <a:rPr lang="en-US" sz="2400" dirty="0">
                <a:highlight>
                  <a:srgbClr val="FFFF00"/>
                </a:highlight>
              </a:rPr>
              <a:t>there can be no sewerage system without a piped water supply</a:t>
            </a:r>
            <a:r>
              <a:rPr lang="en-US" sz="2400" dirty="0"/>
              <a:t>.</a:t>
            </a:r>
          </a:p>
        </p:txBody>
      </p:sp>
    </p:spTree>
    <p:extLst>
      <p:ext uri="{BB962C8B-B14F-4D97-AF65-F5344CB8AC3E}">
        <p14:creationId xmlns:p14="http://schemas.microsoft.com/office/powerpoint/2010/main" val="2815302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71566-017A-384D-06C5-1C242E08704C}"/>
              </a:ext>
            </a:extLst>
          </p:cNvPr>
          <p:cNvSpPr>
            <a:spLocks noGrp="1"/>
          </p:cNvSpPr>
          <p:nvPr>
            <p:ph type="title"/>
          </p:nvPr>
        </p:nvSpPr>
        <p:spPr/>
        <p:txBody>
          <a:bodyPr/>
          <a:lstStyle/>
          <a:p>
            <a:r>
              <a:rPr lang="en-US" dirty="0"/>
              <a:t>Elements</a:t>
            </a:r>
          </a:p>
        </p:txBody>
      </p:sp>
      <p:sp>
        <p:nvSpPr>
          <p:cNvPr id="3" name="Content Placeholder 2">
            <a:extLst>
              <a:ext uri="{FF2B5EF4-FFF2-40B4-BE49-F238E27FC236}">
                <a16:creationId xmlns:a16="http://schemas.microsoft.com/office/drawing/2014/main" id="{CED88868-8898-4C42-DF62-19DF6FD4099C}"/>
              </a:ext>
            </a:extLst>
          </p:cNvPr>
          <p:cNvSpPr>
            <a:spLocks noGrp="1"/>
          </p:cNvSpPr>
          <p:nvPr>
            <p:ph idx="1"/>
          </p:nvPr>
        </p:nvSpPr>
        <p:spPr/>
        <p:txBody>
          <a:bodyPr/>
          <a:lstStyle/>
          <a:p>
            <a:r>
              <a:rPr lang="en-US" dirty="0"/>
              <a:t>Household sanitary fittings (plumbing system of buildings)</a:t>
            </a:r>
          </a:p>
          <a:p>
            <a:r>
              <a:rPr lang="en-US" dirty="0"/>
              <a:t>House sewers</a:t>
            </a:r>
          </a:p>
          <a:p>
            <a:r>
              <a:rPr lang="en-US" dirty="0"/>
              <a:t>Street sewers or trunk sewers</a:t>
            </a:r>
          </a:p>
          <a:p>
            <a:r>
              <a:rPr lang="en-US" dirty="0"/>
              <a:t>Sewer appurtenances : manholes, traps, etc.</a:t>
            </a:r>
          </a:p>
        </p:txBody>
      </p:sp>
    </p:spTree>
    <p:extLst>
      <p:ext uri="{BB962C8B-B14F-4D97-AF65-F5344CB8AC3E}">
        <p14:creationId xmlns:p14="http://schemas.microsoft.com/office/powerpoint/2010/main" val="2666008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C81CA-636F-705C-55C5-7498CA1CFD0E}"/>
              </a:ext>
            </a:extLst>
          </p:cNvPr>
          <p:cNvSpPr>
            <a:spLocks noGrp="1"/>
          </p:cNvSpPr>
          <p:nvPr>
            <p:ph type="title"/>
          </p:nvPr>
        </p:nvSpPr>
        <p:spPr/>
        <p:txBody>
          <a:bodyPr/>
          <a:lstStyle/>
          <a:p>
            <a:r>
              <a:rPr lang="en-US" dirty="0"/>
              <a:t>Household sanitary fittings</a:t>
            </a:r>
          </a:p>
        </p:txBody>
      </p:sp>
      <p:sp>
        <p:nvSpPr>
          <p:cNvPr id="3" name="Content Placeholder 2">
            <a:extLst>
              <a:ext uri="{FF2B5EF4-FFF2-40B4-BE49-F238E27FC236}">
                <a16:creationId xmlns:a16="http://schemas.microsoft.com/office/drawing/2014/main" id="{D943B2BE-F373-23F6-F730-7D8EF3D815CA}"/>
              </a:ext>
            </a:extLst>
          </p:cNvPr>
          <p:cNvSpPr>
            <a:spLocks noGrp="1"/>
          </p:cNvSpPr>
          <p:nvPr>
            <p:ph idx="1"/>
          </p:nvPr>
        </p:nvSpPr>
        <p:spPr/>
        <p:txBody>
          <a:bodyPr>
            <a:normAutofit fontScale="92500" lnSpcReduction="10000"/>
          </a:bodyPr>
          <a:lstStyle/>
          <a:p>
            <a:r>
              <a:rPr lang="en-US" dirty="0"/>
              <a:t>The usual household sanitary fittings are : (</a:t>
            </a:r>
            <a:r>
              <a:rPr lang="en-US" dirty="0" err="1"/>
              <a:t>i</a:t>
            </a:r>
            <a:r>
              <a:rPr lang="en-US" dirty="0"/>
              <a:t>) water closet, (ii) urinal and (iii) wash basin.</a:t>
            </a:r>
          </a:p>
          <a:p>
            <a:r>
              <a:rPr lang="en-US" b="1" dirty="0"/>
              <a:t>WATER CLOSETS </a:t>
            </a:r>
            <a:r>
              <a:rPr lang="en-US" dirty="0"/>
              <a:t>may be broadly divided into two types : Indian squatting type and the Western commode type. </a:t>
            </a:r>
          </a:p>
          <a:p>
            <a:r>
              <a:rPr lang="en-US" dirty="0"/>
              <a:t>The </a:t>
            </a:r>
            <a:r>
              <a:rPr lang="en-US" dirty="0">
                <a:highlight>
                  <a:srgbClr val="FFFF00"/>
                </a:highlight>
              </a:rPr>
              <a:t>water seal area </a:t>
            </a:r>
            <a:r>
              <a:rPr lang="en-US" dirty="0"/>
              <a:t>should </a:t>
            </a:r>
            <a:r>
              <a:rPr lang="en-US" dirty="0">
                <a:highlight>
                  <a:srgbClr val="FFFF00"/>
                </a:highlight>
              </a:rPr>
              <a:t>not be more than 7.5 cm</a:t>
            </a:r>
            <a:r>
              <a:rPr lang="en-US" dirty="0"/>
              <a:t>.</a:t>
            </a:r>
          </a:p>
          <a:p>
            <a:r>
              <a:rPr lang="en-US" dirty="0"/>
              <a:t>There should </a:t>
            </a:r>
            <a:r>
              <a:rPr lang="en-US" dirty="0">
                <a:highlight>
                  <a:srgbClr val="FFFF00"/>
                </a:highlight>
              </a:rPr>
              <a:t>not be any sharp corners </a:t>
            </a:r>
            <a:r>
              <a:rPr lang="en-US" dirty="0"/>
              <a:t>in the trap design</a:t>
            </a:r>
          </a:p>
          <a:p>
            <a:r>
              <a:rPr lang="en-US" dirty="0"/>
              <a:t>The volume of water in trap should be as little as possible, preferably </a:t>
            </a:r>
            <a:r>
              <a:rPr lang="en-US" dirty="0">
                <a:highlight>
                  <a:srgbClr val="FFFF00"/>
                </a:highlight>
              </a:rPr>
              <a:t>not exceeding 1.75 </a:t>
            </a:r>
            <a:r>
              <a:rPr lang="en-US" dirty="0" err="1">
                <a:highlight>
                  <a:srgbClr val="FFFF00"/>
                </a:highlight>
              </a:rPr>
              <a:t>litres</a:t>
            </a:r>
            <a:r>
              <a:rPr lang="en-US" dirty="0">
                <a:highlight>
                  <a:srgbClr val="FFFF00"/>
                </a:highlight>
              </a:rPr>
              <a:t> to maintain a minimum of 50 mm deep water seal</a:t>
            </a:r>
            <a:r>
              <a:rPr lang="en-US" dirty="0"/>
              <a:t>.</a:t>
            </a:r>
          </a:p>
          <a:p>
            <a:r>
              <a:rPr lang="en-US" dirty="0"/>
              <a:t>The interior of the bowl should be </a:t>
            </a:r>
            <a:r>
              <a:rPr lang="en-US" dirty="0">
                <a:highlight>
                  <a:srgbClr val="FFFF00"/>
                </a:highlight>
              </a:rPr>
              <a:t>vertical at least 50 to 75 mm just above the surface of water seal</a:t>
            </a:r>
            <a:r>
              <a:rPr lang="en-US" dirty="0"/>
              <a:t>. </a:t>
            </a:r>
          </a:p>
          <a:p>
            <a:r>
              <a:rPr lang="en-US" dirty="0"/>
              <a:t>The water closets are </a:t>
            </a:r>
            <a:r>
              <a:rPr lang="en-US" dirty="0">
                <a:highlight>
                  <a:srgbClr val="FFFF00"/>
                </a:highlight>
              </a:rPr>
              <a:t>provided with a ‘flushing rim’. </a:t>
            </a:r>
          </a:p>
        </p:txBody>
      </p:sp>
    </p:spTree>
    <p:extLst>
      <p:ext uri="{BB962C8B-B14F-4D97-AF65-F5344CB8AC3E}">
        <p14:creationId xmlns:p14="http://schemas.microsoft.com/office/powerpoint/2010/main" val="3950121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C81CA-636F-705C-55C5-7498CA1CFD0E}"/>
              </a:ext>
            </a:extLst>
          </p:cNvPr>
          <p:cNvSpPr>
            <a:spLocks noGrp="1"/>
          </p:cNvSpPr>
          <p:nvPr>
            <p:ph type="title"/>
          </p:nvPr>
        </p:nvSpPr>
        <p:spPr/>
        <p:txBody>
          <a:bodyPr/>
          <a:lstStyle/>
          <a:p>
            <a:r>
              <a:rPr lang="en-US" dirty="0"/>
              <a:t>Household sanitary fittings</a:t>
            </a:r>
          </a:p>
        </p:txBody>
      </p:sp>
      <p:sp>
        <p:nvSpPr>
          <p:cNvPr id="3" name="Content Placeholder 2">
            <a:extLst>
              <a:ext uri="{FF2B5EF4-FFF2-40B4-BE49-F238E27FC236}">
                <a16:creationId xmlns:a16="http://schemas.microsoft.com/office/drawing/2014/main" id="{D943B2BE-F373-23F6-F730-7D8EF3D815CA}"/>
              </a:ext>
            </a:extLst>
          </p:cNvPr>
          <p:cNvSpPr>
            <a:spLocks noGrp="1"/>
          </p:cNvSpPr>
          <p:nvPr>
            <p:ph idx="1"/>
          </p:nvPr>
        </p:nvSpPr>
        <p:spPr/>
        <p:txBody>
          <a:bodyPr>
            <a:normAutofit fontScale="92500" lnSpcReduction="20000"/>
          </a:bodyPr>
          <a:lstStyle/>
          <a:p>
            <a:r>
              <a:rPr lang="en-US" dirty="0"/>
              <a:t>Human excreta is directly received into the water in the closet without soiling the sides.</a:t>
            </a:r>
          </a:p>
          <a:p>
            <a:r>
              <a:rPr lang="en-US" dirty="0"/>
              <a:t>The </a:t>
            </a:r>
            <a:r>
              <a:rPr lang="en-US" dirty="0">
                <a:highlight>
                  <a:srgbClr val="FFFF00"/>
                </a:highlight>
              </a:rPr>
              <a:t>flushing removes all traces of excreta from the sides and keeps the closet clean</a:t>
            </a:r>
            <a:r>
              <a:rPr lang="en-US" dirty="0"/>
              <a:t>. </a:t>
            </a:r>
          </a:p>
          <a:p>
            <a:r>
              <a:rPr lang="en-US" dirty="0"/>
              <a:t>The closet is </a:t>
            </a:r>
            <a:r>
              <a:rPr lang="en-US" dirty="0">
                <a:highlight>
                  <a:srgbClr val="FFFF00"/>
                </a:highlight>
              </a:rPr>
              <a:t>connected to a small cistern by a pipe 2.5 to 3.75 cm </a:t>
            </a:r>
            <a:r>
              <a:rPr lang="en-US" dirty="0"/>
              <a:t>(1-1.5 in.) in diameter. </a:t>
            </a:r>
          </a:p>
          <a:p>
            <a:r>
              <a:rPr lang="en-US" dirty="0"/>
              <a:t>The flushing cistern </a:t>
            </a:r>
            <a:r>
              <a:rPr lang="en-US" dirty="0">
                <a:highlight>
                  <a:srgbClr val="FFFF00"/>
                </a:highlight>
              </a:rPr>
              <a:t>normally holds 15 </a:t>
            </a:r>
            <a:r>
              <a:rPr lang="en-US" dirty="0" err="1">
                <a:highlight>
                  <a:srgbClr val="FFFF00"/>
                </a:highlight>
              </a:rPr>
              <a:t>litres</a:t>
            </a:r>
            <a:r>
              <a:rPr lang="en-US" dirty="0"/>
              <a:t> (3 gallons) of water and works by </a:t>
            </a:r>
            <a:r>
              <a:rPr lang="en-US" dirty="0" err="1"/>
              <a:t>syphonic</a:t>
            </a:r>
            <a:r>
              <a:rPr lang="en-US" dirty="0"/>
              <a:t> action. </a:t>
            </a:r>
          </a:p>
          <a:p>
            <a:r>
              <a:rPr lang="en-US" dirty="0"/>
              <a:t>The flushing cisterns can be classified as high level, low level and integrated depending upon the height of location above the water closet bowl or pan. </a:t>
            </a:r>
          </a:p>
          <a:p>
            <a:r>
              <a:rPr lang="en-US" dirty="0"/>
              <a:t>The Indian squatting type W.C. pans are used with a high level flushing cisterns.</a:t>
            </a:r>
          </a:p>
        </p:txBody>
      </p:sp>
    </p:spTree>
    <p:extLst>
      <p:ext uri="{BB962C8B-B14F-4D97-AF65-F5344CB8AC3E}">
        <p14:creationId xmlns:p14="http://schemas.microsoft.com/office/powerpoint/2010/main" val="3342623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D0843F-810F-2239-7008-C752723CA1ED}"/>
              </a:ext>
            </a:extLst>
          </p:cNvPr>
          <p:cNvSpPr>
            <a:spLocks noGrp="1"/>
          </p:cNvSpPr>
          <p:nvPr>
            <p:ph idx="1"/>
          </p:nvPr>
        </p:nvSpPr>
        <p:spPr>
          <a:xfrm>
            <a:off x="838200" y="420914"/>
            <a:ext cx="10515600" cy="5756049"/>
          </a:xfrm>
        </p:spPr>
        <p:txBody>
          <a:bodyPr>
            <a:normAutofit lnSpcReduction="10000"/>
          </a:bodyPr>
          <a:lstStyle/>
          <a:p>
            <a:r>
              <a:rPr lang="en-US" b="1" dirty="0"/>
              <a:t>House drain</a:t>
            </a:r>
          </a:p>
          <a:p>
            <a:r>
              <a:rPr lang="en-US" dirty="0"/>
              <a:t>The house drain is </a:t>
            </a:r>
            <a:r>
              <a:rPr lang="en-US" dirty="0">
                <a:highlight>
                  <a:srgbClr val="FFFF00"/>
                </a:highlight>
              </a:rPr>
              <a:t>usually 10 cm (4 in.) in diameter </a:t>
            </a:r>
            <a:r>
              <a:rPr lang="en-US" dirty="0"/>
              <a:t>and is laid in the </a:t>
            </a:r>
            <a:r>
              <a:rPr lang="en-US" dirty="0">
                <a:highlight>
                  <a:srgbClr val="FFFF00"/>
                </a:highlight>
              </a:rPr>
              <a:t>courtyard about 15 cm (6 in.) below the ground level </a:t>
            </a:r>
            <a:r>
              <a:rPr lang="en-US" dirty="0"/>
              <a:t>on a bed of cement concrete with sufficient gradient towards the main drain. </a:t>
            </a:r>
          </a:p>
          <a:p>
            <a:r>
              <a:rPr lang="en-US" dirty="0"/>
              <a:t>The house drain empties the sewage into the main sewer or public drain.</a:t>
            </a:r>
          </a:p>
          <a:p>
            <a:r>
              <a:rPr lang="en-US" b="1" dirty="0"/>
              <a:t>Public sewer</a:t>
            </a:r>
          </a:p>
          <a:p>
            <a:r>
              <a:rPr lang="en-US" dirty="0"/>
              <a:t>The trunk sewers are </a:t>
            </a:r>
            <a:r>
              <a:rPr lang="en-US" dirty="0">
                <a:highlight>
                  <a:srgbClr val="FFFF00"/>
                </a:highlight>
              </a:rPr>
              <a:t>not less than 22.5 cm</a:t>
            </a:r>
            <a:r>
              <a:rPr lang="en-US" dirty="0"/>
              <a:t> (9 in.) in diameter; bigger ones may be 2 to 3 m (8-10 ft.) in diameter. </a:t>
            </a:r>
          </a:p>
          <a:p>
            <a:r>
              <a:rPr lang="en-US" dirty="0"/>
              <a:t>They are laid on a bed of cement concrete, </a:t>
            </a:r>
            <a:r>
              <a:rPr lang="en-US" dirty="0">
                <a:highlight>
                  <a:srgbClr val="FFFF00"/>
                </a:highlight>
              </a:rPr>
              <a:t>about 3 m (10 ft.) below the ground level, with sufficient gradient to ensure what is known as “self-cleansing” velocity; </a:t>
            </a:r>
            <a:r>
              <a:rPr lang="en-US" dirty="0"/>
              <a:t>this varies from 2 to 3 feet per second. </a:t>
            </a:r>
          </a:p>
          <a:p>
            <a:r>
              <a:rPr lang="en-US" dirty="0"/>
              <a:t>The trunk sewers collect sewage from several houses and transport to the main outfall or place of final disposal.</a:t>
            </a:r>
          </a:p>
        </p:txBody>
      </p:sp>
    </p:spTree>
    <p:extLst>
      <p:ext uri="{BB962C8B-B14F-4D97-AF65-F5344CB8AC3E}">
        <p14:creationId xmlns:p14="http://schemas.microsoft.com/office/powerpoint/2010/main" val="1765154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CB64-33C6-3AE9-DE2D-1F0235298145}"/>
              </a:ext>
            </a:extLst>
          </p:cNvPr>
          <p:cNvSpPr>
            <a:spLocks noGrp="1"/>
          </p:cNvSpPr>
          <p:nvPr>
            <p:ph type="title"/>
          </p:nvPr>
        </p:nvSpPr>
        <p:spPr/>
        <p:txBody>
          <a:bodyPr/>
          <a:lstStyle/>
          <a:p>
            <a:r>
              <a:rPr lang="en-US" dirty="0"/>
              <a:t>Sewer appurtenances</a:t>
            </a:r>
          </a:p>
        </p:txBody>
      </p:sp>
      <p:sp>
        <p:nvSpPr>
          <p:cNvPr id="3" name="Content Placeholder 2">
            <a:extLst>
              <a:ext uri="{FF2B5EF4-FFF2-40B4-BE49-F238E27FC236}">
                <a16:creationId xmlns:a16="http://schemas.microsoft.com/office/drawing/2014/main" id="{B272A64F-626A-EB31-ADA9-2A63C0B0B85E}"/>
              </a:ext>
            </a:extLst>
          </p:cNvPr>
          <p:cNvSpPr>
            <a:spLocks noGrp="1"/>
          </p:cNvSpPr>
          <p:nvPr>
            <p:ph idx="1"/>
          </p:nvPr>
        </p:nvSpPr>
        <p:spPr/>
        <p:txBody>
          <a:bodyPr>
            <a:normAutofit fontScale="77500" lnSpcReduction="20000"/>
          </a:bodyPr>
          <a:lstStyle/>
          <a:p>
            <a:r>
              <a:rPr lang="en-US" dirty="0"/>
              <a:t>These are (a) manholes and (b) traps. </a:t>
            </a:r>
          </a:p>
          <a:p>
            <a:pPr marL="0" indent="0">
              <a:buNone/>
            </a:pPr>
            <a:r>
              <a:rPr lang="en-US" b="1" dirty="0"/>
              <a:t>MANHOLES </a:t>
            </a:r>
            <a:r>
              <a:rPr lang="en-US" dirty="0"/>
              <a:t>are openings built into the sewerage system. </a:t>
            </a:r>
          </a:p>
          <a:p>
            <a:pPr lvl="1"/>
            <a:r>
              <a:rPr lang="en-US" dirty="0"/>
              <a:t>Whenever </a:t>
            </a:r>
            <a:r>
              <a:rPr lang="en-US" dirty="0">
                <a:highlight>
                  <a:srgbClr val="FFFF00"/>
                </a:highlight>
              </a:rPr>
              <a:t>there is a change in the direction </a:t>
            </a:r>
            <a:r>
              <a:rPr lang="en-US" dirty="0"/>
              <a:t>of sewers</a:t>
            </a:r>
          </a:p>
          <a:p>
            <a:pPr lvl="1"/>
            <a:r>
              <a:rPr lang="en-US" dirty="0"/>
              <a:t>At the </a:t>
            </a:r>
            <a:r>
              <a:rPr lang="en-US" dirty="0">
                <a:highlight>
                  <a:srgbClr val="FFFF00"/>
                </a:highlight>
              </a:rPr>
              <a:t>meeting point of two or more sewers</a:t>
            </a:r>
            <a:r>
              <a:rPr lang="en-US" dirty="0"/>
              <a:t>, </a:t>
            </a:r>
          </a:p>
          <a:p>
            <a:pPr lvl="1"/>
            <a:r>
              <a:rPr lang="en-US" dirty="0"/>
              <a:t>At </a:t>
            </a:r>
            <a:r>
              <a:rPr lang="en-US" dirty="0">
                <a:highlight>
                  <a:srgbClr val="FFFF00"/>
                </a:highlight>
              </a:rPr>
              <a:t>distances of 100 </a:t>
            </a:r>
            <a:r>
              <a:rPr lang="en-US" dirty="0" err="1">
                <a:highlight>
                  <a:srgbClr val="FFFF00"/>
                </a:highlight>
              </a:rPr>
              <a:t>metres</a:t>
            </a:r>
            <a:r>
              <a:rPr lang="en-US" dirty="0">
                <a:highlight>
                  <a:srgbClr val="FFFF00"/>
                </a:highlight>
              </a:rPr>
              <a:t> </a:t>
            </a:r>
            <a:r>
              <a:rPr lang="en-US" dirty="0"/>
              <a:t>in long straight runs. </a:t>
            </a:r>
          </a:p>
          <a:p>
            <a:r>
              <a:rPr lang="en-US" dirty="0"/>
              <a:t>These openings permit a man to enter the sewer for inspection, repairs and cleaning. </a:t>
            </a:r>
          </a:p>
          <a:p>
            <a:r>
              <a:rPr lang="en-US" dirty="0"/>
              <a:t>Workers entering the manholes are liable to gas poisoning and asphyxiation. </a:t>
            </a:r>
          </a:p>
          <a:p>
            <a:pPr marL="0" indent="0">
              <a:buNone/>
            </a:pPr>
            <a:r>
              <a:rPr lang="en-US" b="1" dirty="0"/>
              <a:t>TRAPS</a:t>
            </a:r>
            <a:r>
              <a:rPr lang="en-US" dirty="0"/>
              <a:t> are of various kinds, these are devices designed to prevent foul gases entering the houses and to remove sand, grit and grease from sewage. </a:t>
            </a:r>
          </a:p>
          <a:p>
            <a:r>
              <a:rPr lang="en-US" sz="2900" dirty="0"/>
              <a:t>Under the </a:t>
            </a:r>
            <a:r>
              <a:rPr lang="en-US" sz="2900" dirty="0">
                <a:highlight>
                  <a:srgbClr val="FFFF00"/>
                </a:highlight>
              </a:rPr>
              <a:t>basin of water closets</a:t>
            </a:r>
            <a:r>
              <a:rPr lang="en-US" sz="2900" dirty="0"/>
              <a:t>,</a:t>
            </a:r>
          </a:p>
          <a:p>
            <a:r>
              <a:rPr lang="en-US" sz="2900" dirty="0"/>
              <a:t>Where the house </a:t>
            </a:r>
            <a:r>
              <a:rPr lang="en-US" sz="2900" dirty="0">
                <a:highlight>
                  <a:srgbClr val="FFFF00"/>
                </a:highlight>
              </a:rPr>
              <a:t>drain joins the public drain </a:t>
            </a:r>
            <a:r>
              <a:rPr lang="en-US" sz="2900" dirty="0"/>
              <a:t>(intercepting trap), </a:t>
            </a:r>
          </a:p>
          <a:p>
            <a:r>
              <a:rPr lang="en-US" sz="2900" dirty="0"/>
              <a:t>Where </a:t>
            </a:r>
            <a:r>
              <a:rPr lang="en-US" sz="2900" dirty="0">
                <a:highlight>
                  <a:srgbClr val="FFFF00"/>
                </a:highlight>
              </a:rPr>
              <a:t>surface waste water enters the drains</a:t>
            </a:r>
            <a:r>
              <a:rPr lang="en-US" sz="2900" dirty="0"/>
              <a:t>. </a:t>
            </a:r>
          </a:p>
          <a:p>
            <a:pPr marL="0" indent="0">
              <a:buNone/>
            </a:pPr>
            <a:r>
              <a:rPr lang="en-US" sz="2900" dirty="0"/>
              <a:t>Sewer systems are designed, like water supplies, for service for one generation </a:t>
            </a:r>
            <a:r>
              <a:rPr lang="en-US" dirty="0"/>
              <a:t>(30 years).</a:t>
            </a:r>
          </a:p>
        </p:txBody>
      </p:sp>
    </p:spTree>
    <p:extLst>
      <p:ext uri="{BB962C8B-B14F-4D97-AF65-F5344CB8AC3E}">
        <p14:creationId xmlns:p14="http://schemas.microsoft.com/office/powerpoint/2010/main" val="1308958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92D60-5E87-7D26-296D-5EB9CF94133B}"/>
              </a:ext>
            </a:extLst>
          </p:cNvPr>
          <p:cNvSpPr>
            <a:spLocks noGrp="1"/>
          </p:cNvSpPr>
          <p:nvPr>
            <p:ph type="title"/>
          </p:nvPr>
        </p:nvSpPr>
        <p:spPr/>
        <p:txBody>
          <a:bodyPr/>
          <a:lstStyle/>
          <a:p>
            <a:r>
              <a:rPr lang="en-US" dirty="0"/>
              <a:t>Sewage</a:t>
            </a:r>
          </a:p>
        </p:txBody>
      </p:sp>
      <p:sp>
        <p:nvSpPr>
          <p:cNvPr id="3" name="Content Placeholder 2">
            <a:extLst>
              <a:ext uri="{FF2B5EF4-FFF2-40B4-BE49-F238E27FC236}">
                <a16:creationId xmlns:a16="http://schemas.microsoft.com/office/drawing/2014/main" id="{69A0758E-7F54-69F3-7074-0B61C6220DE6}"/>
              </a:ext>
            </a:extLst>
          </p:cNvPr>
          <p:cNvSpPr>
            <a:spLocks noGrp="1"/>
          </p:cNvSpPr>
          <p:nvPr>
            <p:ph idx="1"/>
          </p:nvPr>
        </p:nvSpPr>
        <p:spPr/>
        <p:txBody>
          <a:bodyPr>
            <a:normAutofit fontScale="85000" lnSpcReduction="20000"/>
          </a:bodyPr>
          <a:lstStyle/>
          <a:p>
            <a:r>
              <a:rPr lang="en-US" dirty="0"/>
              <a:t>Sewage is waste water from a community, containing </a:t>
            </a:r>
            <a:r>
              <a:rPr lang="en-US" dirty="0">
                <a:highlight>
                  <a:srgbClr val="FFFF00"/>
                </a:highlight>
              </a:rPr>
              <a:t>solid and liquid excreta, derived from houses, street and yard washings, factories and industries</a:t>
            </a:r>
            <a:r>
              <a:rPr lang="en-US" dirty="0"/>
              <a:t>. </a:t>
            </a:r>
          </a:p>
          <a:p>
            <a:pPr lvl="1"/>
            <a:r>
              <a:rPr lang="en-US" dirty="0"/>
              <a:t>It resembles dirty water with an unpleasant smell. </a:t>
            </a:r>
          </a:p>
          <a:p>
            <a:r>
              <a:rPr lang="en-US" dirty="0"/>
              <a:t>The term “</a:t>
            </a:r>
            <a:r>
              <a:rPr lang="en-US" u="sng" dirty="0"/>
              <a:t>sullage</a:t>
            </a:r>
            <a:r>
              <a:rPr lang="en-US" dirty="0"/>
              <a:t>” is applied to waste water which </a:t>
            </a:r>
            <a:r>
              <a:rPr lang="en-US" dirty="0">
                <a:highlight>
                  <a:srgbClr val="FFFF00"/>
                </a:highlight>
              </a:rPr>
              <a:t>does not contain human excreta</a:t>
            </a:r>
            <a:r>
              <a:rPr lang="en-US" dirty="0"/>
              <a:t>, e.g., waste water from kitchens and bathrooms. </a:t>
            </a:r>
          </a:p>
          <a:p>
            <a:r>
              <a:rPr lang="en-US" dirty="0"/>
              <a:t>The amount of sewage that flows in the sewers depends upon : </a:t>
            </a:r>
          </a:p>
          <a:p>
            <a:pPr lvl="1"/>
            <a:r>
              <a:rPr lang="en-US" dirty="0"/>
              <a:t>Habits of the people : If people use more water, there will be more sewage</a:t>
            </a:r>
          </a:p>
          <a:p>
            <a:pPr lvl="1"/>
            <a:r>
              <a:rPr lang="en-US" dirty="0"/>
              <a:t>Time of day : Sewage does not flow uniformly throughout the day. </a:t>
            </a:r>
          </a:p>
          <a:p>
            <a:pPr lvl="1"/>
            <a:r>
              <a:rPr lang="en-US" dirty="0"/>
              <a:t>It is subject to variations depending upon the time of day and during different seasons. </a:t>
            </a:r>
          </a:p>
          <a:p>
            <a:r>
              <a:rPr lang="en-US" dirty="0"/>
              <a:t>In the morning, when people tend to use more water there is greater quantity and flow: in mid-day the flow is less, and again there is a slight increase in the evening. </a:t>
            </a:r>
          </a:p>
          <a:p>
            <a:r>
              <a:rPr lang="en-US" dirty="0"/>
              <a:t>The </a:t>
            </a:r>
            <a:r>
              <a:rPr lang="en-US" u="sng" dirty="0"/>
              <a:t>average amount of sewage which flows through the sewerage system in 24 hours</a:t>
            </a:r>
            <a:r>
              <a:rPr lang="en-US" dirty="0"/>
              <a:t> is called the “dry weather flow.”</a:t>
            </a:r>
          </a:p>
        </p:txBody>
      </p:sp>
    </p:spTree>
    <p:extLst>
      <p:ext uri="{BB962C8B-B14F-4D97-AF65-F5344CB8AC3E}">
        <p14:creationId xmlns:p14="http://schemas.microsoft.com/office/powerpoint/2010/main" val="3746027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FD67-D8BE-5A33-E524-D2637B30235E}"/>
              </a:ext>
            </a:extLst>
          </p:cNvPr>
          <p:cNvSpPr>
            <a:spLocks noGrp="1"/>
          </p:cNvSpPr>
          <p:nvPr>
            <p:ph type="title"/>
          </p:nvPr>
        </p:nvSpPr>
        <p:spPr/>
        <p:txBody>
          <a:bodyPr/>
          <a:lstStyle/>
          <a:p>
            <a:r>
              <a:rPr lang="en-US" dirty="0"/>
              <a:t>Health aspects</a:t>
            </a:r>
          </a:p>
        </p:txBody>
      </p:sp>
      <p:sp>
        <p:nvSpPr>
          <p:cNvPr id="3" name="Content Placeholder 2">
            <a:extLst>
              <a:ext uri="{FF2B5EF4-FFF2-40B4-BE49-F238E27FC236}">
                <a16:creationId xmlns:a16="http://schemas.microsoft.com/office/drawing/2014/main" id="{D4E7BFD5-76E8-8241-4CC8-932B5524055B}"/>
              </a:ext>
            </a:extLst>
          </p:cNvPr>
          <p:cNvSpPr>
            <a:spLocks noGrp="1"/>
          </p:cNvSpPr>
          <p:nvPr>
            <p:ph idx="1"/>
          </p:nvPr>
        </p:nvSpPr>
        <p:spPr/>
        <p:txBody>
          <a:bodyPr>
            <a:normAutofit/>
          </a:bodyPr>
          <a:lstStyle/>
          <a:p>
            <a:r>
              <a:rPr lang="en-US" dirty="0"/>
              <a:t>Creation of nuisance, unsightliness and unpleasant </a:t>
            </a:r>
            <a:r>
              <a:rPr lang="en-US" dirty="0" err="1"/>
              <a:t>odours</a:t>
            </a:r>
            <a:r>
              <a:rPr lang="en-US" dirty="0"/>
              <a:t>.</a:t>
            </a:r>
          </a:p>
          <a:p>
            <a:r>
              <a:rPr lang="en-US" dirty="0"/>
              <a:t>Breeding of flies and mosquitoes</a:t>
            </a:r>
          </a:p>
          <a:p>
            <a:r>
              <a:rPr lang="en-US" dirty="0"/>
              <a:t>Pollution of soil and water supplies</a:t>
            </a:r>
          </a:p>
          <a:p>
            <a:r>
              <a:rPr lang="en-US" dirty="0"/>
              <a:t>Contamination of food</a:t>
            </a:r>
          </a:p>
          <a:p>
            <a:r>
              <a:rPr lang="en-US" dirty="0"/>
              <a:t>Increase in the incidence of disease, especially enteric and helminthic diseases.</a:t>
            </a:r>
          </a:p>
        </p:txBody>
      </p:sp>
    </p:spTree>
    <p:extLst>
      <p:ext uri="{BB962C8B-B14F-4D97-AF65-F5344CB8AC3E}">
        <p14:creationId xmlns:p14="http://schemas.microsoft.com/office/powerpoint/2010/main" val="1256127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94517-F195-07B7-4427-2145E01D1622}"/>
              </a:ext>
            </a:extLst>
          </p:cNvPr>
          <p:cNvSpPr>
            <a:spLocks noGrp="1"/>
          </p:cNvSpPr>
          <p:nvPr>
            <p:ph type="title"/>
          </p:nvPr>
        </p:nvSpPr>
        <p:spPr/>
        <p:txBody>
          <a:bodyPr/>
          <a:lstStyle/>
          <a:p>
            <a:r>
              <a:rPr lang="en-US" dirty="0"/>
              <a:t>Composition of sewage</a:t>
            </a:r>
          </a:p>
        </p:txBody>
      </p:sp>
      <p:sp>
        <p:nvSpPr>
          <p:cNvPr id="3" name="Content Placeholder 2">
            <a:extLst>
              <a:ext uri="{FF2B5EF4-FFF2-40B4-BE49-F238E27FC236}">
                <a16:creationId xmlns:a16="http://schemas.microsoft.com/office/drawing/2014/main" id="{B9F9133C-71A7-4AA1-B52C-2E96E3712DC2}"/>
              </a:ext>
            </a:extLst>
          </p:cNvPr>
          <p:cNvSpPr>
            <a:spLocks noGrp="1"/>
          </p:cNvSpPr>
          <p:nvPr>
            <p:ph idx="1"/>
          </p:nvPr>
        </p:nvSpPr>
        <p:spPr/>
        <p:txBody>
          <a:bodyPr>
            <a:normAutofit fontScale="92500" lnSpcReduction="20000"/>
          </a:bodyPr>
          <a:lstStyle/>
          <a:p>
            <a:r>
              <a:rPr lang="en-US" dirty="0"/>
              <a:t>Sewage contains </a:t>
            </a:r>
            <a:r>
              <a:rPr lang="en-US" dirty="0">
                <a:highlight>
                  <a:srgbClr val="FFFF00"/>
                </a:highlight>
              </a:rPr>
              <a:t>99.9 per cent of water</a:t>
            </a:r>
            <a:r>
              <a:rPr lang="en-US" dirty="0"/>
              <a:t>. </a:t>
            </a:r>
          </a:p>
          <a:p>
            <a:r>
              <a:rPr lang="en-US" dirty="0"/>
              <a:t>The solids which comprise barely 0.1 per cent are </a:t>
            </a:r>
            <a:r>
              <a:rPr lang="en-US" dirty="0">
                <a:highlight>
                  <a:srgbClr val="FFFF00"/>
                </a:highlight>
              </a:rPr>
              <a:t>partly organic and partly inorganic</a:t>
            </a:r>
            <a:r>
              <a:rPr lang="en-US" dirty="0"/>
              <a:t>; they are partly in suspension and partly in solution. </a:t>
            </a:r>
          </a:p>
          <a:p>
            <a:r>
              <a:rPr lang="en-US" dirty="0"/>
              <a:t>The </a:t>
            </a:r>
            <a:r>
              <a:rPr lang="en-US" u="sng" dirty="0"/>
              <a:t>offensive nature of the sewage is mainly due to the organic matter </a:t>
            </a:r>
            <a:r>
              <a:rPr lang="en-US" dirty="0"/>
              <a:t>which it contains. </a:t>
            </a:r>
          </a:p>
          <a:p>
            <a:r>
              <a:rPr lang="en-US" dirty="0"/>
              <a:t>The organic matter decomposes according to the laws of nature during which process it gives off offensive </a:t>
            </a:r>
            <a:r>
              <a:rPr lang="en-US" dirty="0" err="1"/>
              <a:t>odours</a:t>
            </a:r>
            <a:r>
              <a:rPr lang="en-US" dirty="0"/>
              <a:t>. </a:t>
            </a:r>
          </a:p>
          <a:p>
            <a:r>
              <a:rPr lang="en-US" dirty="0"/>
              <a:t>In addition, sewage is charged with numerous living organisms derived from </a:t>
            </a:r>
            <a:r>
              <a:rPr lang="en-US" dirty="0" err="1"/>
              <a:t>faeces</a:t>
            </a:r>
            <a:r>
              <a:rPr lang="en-US" dirty="0"/>
              <a:t>, some of which may be agents to disease. It is estimated that one gram of </a:t>
            </a:r>
            <a:r>
              <a:rPr lang="en-US" dirty="0" err="1"/>
              <a:t>faeces</a:t>
            </a:r>
            <a:r>
              <a:rPr lang="en-US" dirty="0"/>
              <a:t> may contain about 1,000 million of E. coli, 10 to 100 million of </a:t>
            </a:r>
            <a:r>
              <a:rPr lang="en-US" dirty="0" err="1"/>
              <a:t>faecal</a:t>
            </a:r>
            <a:r>
              <a:rPr lang="en-US" dirty="0"/>
              <a:t> streptococci, and 1 to 10 million spores of Cl. Perfringens besides several others. </a:t>
            </a:r>
          </a:p>
          <a:p>
            <a:r>
              <a:rPr lang="en-US" dirty="0"/>
              <a:t>The average adult person excretes daily some 100 grams of </a:t>
            </a:r>
            <a:r>
              <a:rPr lang="en-US" dirty="0" err="1"/>
              <a:t>faeces</a:t>
            </a:r>
            <a:r>
              <a:rPr lang="en-US" dirty="0"/>
              <a:t>.</a:t>
            </a:r>
          </a:p>
        </p:txBody>
      </p:sp>
    </p:spTree>
    <p:extLst>
      <p:ext uri="{BB962C8B-B14F-4D97-AF65-F5344CB8AC3E}">
        <p14:creationId xmlns:p14="http://schemas.microsoft.com/office/powerpoint/2010/main" val="939020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2061F-E713-5AF0-1D81-B3D890FC04AA}"/>
              </a:ext>
            </a:extLst>
          </p:cNvPr>
          <p:cNvSpPr>
            <a:spLocks noGrp="1"/>
          </p:cNvSpPr>
          <p:nvPr>
            <p:ph type="title"/>
          </p:nvPr>
        </p:nvSpPr>
        <p:spPr/>
        <p:txBody>
          <a:bodyPr/>
          <a:lstStyle/>
          <a:p>
            <a:r>
              <a:rPr lang="en-US" dirty="0"/>
              <a:t>Aim of sewage purification</a:t>
            </a:r>
          </a:p>
        </p:txBody>
      </p:sp>
      <p:sp>
        <p:nvSpPr>
          <p:cNvPr id="3" name="Content Placeholder 2">
            <a:extLst>
              <a:ext uri="{FF2B5EF4-FFF2-40B4-BE49-F238E27FC236}">
                <a16:creationId xmlns:a16="http://schemas.microsoft.com/office/drawing/2014/main" id="{4FC22E52-1747-6D5B-65AD-912B0A41054E}"/>
              </a:ext>
            </a:extLst>
          </p:cNvPr>
          <p:cNvSpPr>
            <a:spLocks noGrp="1"/>
          </p:cNvSpPr>
          <p:nvPr>
            <p:ph idx="1"/>
          </p:nvPr>
        </p:nvSpPr>
        <p:spPr/>
        <p:txBody>
          <a:bodyPr>
            <a:normAutofit fontScale="85000" lnSpcReduction="20000"/>
          </a:bodyPr>
          <a:lstStyle/>
          <a:p>
            <a:r>
              <a:rPr lang="en-US" dirty="0"/>
              <a:t>Raw sewage or inadequately treated sewage should not be discharged into rivers, sea or other sources of water supply. </a:t>
            </a:r>
          </a:p>
          <a:p>
            <a:pPr lvl="1"/>
            <a:r>
              <a:rPr lang="en-US" dirty="0"/>
              <a:t>The </a:t>
            </a:r>
            <a:r>
              <a:rPr lang="en-US" dirty="0">
                <a:highlight>
                  <a:srgbClr val="FFFF00"/>
                </a:highlight>
              </a:rPr>
              <a:t>oxygen in the water supply is used up by the numerous aerobic bacteria</a:t>
            </a:r>
            <a:r>
              <a:rPr lang="en-US" dirty="0"/>
              <a:t> found in the sewage. </a:t>
            </a:r>
          </a:p>
          <a:p>
            <a:pPr lvl="1"/>
            <a:r>
              <a:rPr lang="en-US" dirty="0"/>
              <a:t>The </a:t>
            </a:r>
            <a:r>
              <a:rPr lang="en-US" dirty="0">
                <a:highlight>
                  <a:srgbClr val="FFFF00"/>
                </a:highlight>
              </a:rPr>
              <a:t>water may yield an offensive smell </a:t>
            </a:r>
            <a:r>
              <a:rPr lang="en-US" dirty="0"/>
              <a:t>because of the release of hydrogen </a:t>
            </a:r>
            <a:r>
              <a:rPr lang="en-US" dirty="0" err="1"/>
              <a:t>sulphide</a:t>
            </a:r>
            <a:r>
              <a:rPr lang="en-US" dirty="0"/>
              <a:t>.</a:t>
            </a:r>
          </a:p>
          <a:p>
            <a:r>
              <a:rPr lang="en-US" dirty="0"/>
              <a:t>The aim of sewage treatment is to “stabilize” the organic matter so that it can be disposed off safely.</a:t>
            </a:r>
          </a:p>
          <a:p>
            <a:r>
              <a:rPr lang="en-US" dirty="0"/>
              <a:t>A standard test which is an indicator of the organic content of the sewage is biochemical oxygen demand (BOD).</a:t>
            </a:r>
          </a:p>
          <a:p>
            <a:pPr lvl="1"/>
            <a:r>
              <a:rPr lang="en-US" dirty="0"/>
              <a:t>It is defined as the </a:t>
            </a:r>
            <a:r>
              <a:rPr lang="en-US" dirty="0">
                <a:highlight>
                  <a:srgbClr val="FFFF00"/>
                </a:highlight>
              </a:rPr>
              <a:t>amount of oxygen absorbed by a sample of sewage during a specified period, generally 5 days, at a specified temperature</a:t>
            </a:r>
            <a:r>
              <a:rPr lang="en-US" dirty="0"/>
              <a:t>, generally 20 </a:t>
            </a:r>
            <a:r>
              <a:rPr lang="en-US" dirty="0" err="1"/>
              <a:t>deg.C</a:t>
            </a:r>
            <a:r>
              <a:rPr lang="en-US" dirty="0"/>
              <a:t> for the aerobic destruction or use of organic matter by living organisms.</a:t>
            </a:r>
          </a:p>
          <a:p>
            <a:pPr lvl="1"/>
            <a:r>
              <a:rPr lang="en-US" dirty="0"/>
              <a:t>BOD values range from about 1 mg per </a:t>
            </a:r>
            <a:r>
              <a:rPr lang="en-US" dirty="0" err="1"/>
              <a:t>litre</a:t>
            </a:r>
            <a:r>
              <a:rPr lang="en-US" dirty="0"/>
              <a:t> for natural waters to about 300 mg per </a:t>
            </a:r>
            <a:r>
              <a:rPr lang="en-US" dirty="0" err="1"/>
              <a:t>litre</a:t>
            </a:r>
            <a:r>
              <a:rPr lang="en-US" dirty="0"/>
              <a:t> for untreated domestic sewage. </a:t>
            </a:r>
          </a:p>
          <a:p>
            <a:pPr lvl="1"/>
            <a:r>
              <a:rPr lang="en-US" dirty="0"/>
              <a:t>If the BOD is 300 mg/L and above, sewage is said to be “strong”; if it is 100 mg/L, it is said to be “weak” </a:t>
            </a:r>
          </a:p>
        </p:txBody>
      </p:sp>
    </p:spTree>
    <p:extLst>
      <p:ext uri="{BB962C8B-B14F-4D97-AF65-F5344CB8AC3E}">
        <p14:creationId xmlns:p14="http://schemas.microsoft.com/office/powerpoint/2010/main" val="1933745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2061F-E713-5AF0-1D81-B3D890FC04AA}"/>
              </a:ext>
            </a:extLst>
          </p:cNvPr>
          <p:cNvSpPr>
            <a:spLocks noGrp="1"/>
          </p:cNvSpPr>
          <p:nvPr>
            <p:ph type="title"/>
          </p:nvPr>
        </p:nvSpPr>
        <p:spPr/>
        <p:txBody>
          <a:bodyPr/>
          <a:lstStyle/>
          <a:p>
            <a:r>
              <a:rPr lang="en-US" dirty="0"/>
              <a:t>Aim of sewage purification</a:t>
            </a:r>
          </a:p>
        </p:txBody>
      </p:sp>
      <p:sp>
        <p:nvSpPr>
          <p:cNvPr id="3" name="Content Placeholder 2">
            <a:extLst>
              <a:ext uri="{FF2B5EF4-FFF2-40B4-BE49-F238E27FC236}">
                <a16:creationId xmlns:a16="http://schemas.microsoft.com/office/drawing/2014/main" id="{4FC22E52-1747-6D5B-65AD-912B0A41054E}"/>
              </a:ext>
            </a:extLst>
          </p:cNvPr>
          <p:cNvSpPr>
            <a:spLocks noGrp="1"/>
          </p:cNvSpPr>
          <p:nvPr>
            <p:ph idx="1"/>
          </p:nvPr>
        </p:nvSpPr>
        <p:spPr/>
        <p:txBody>
          <a:bodyPr>
            <a:normAutofit/>
          </a:bodyPr>
          <a:lstStyle/>
          <a:p>
            <a:r>
              <a:rPr lang="en-US" dirty="0"/>
              <a:t>The COD test measures the oxygen equivalent of that portion of the organic matter in a sample which is susceptible to oxidation by a strong chemical </a:t>
            </a:r>
            <a:r>
              <a:rPr lang="en-US" dirty="0" err="1"/>
              <a:t>oxidiser</a:t>
            </a:r>
            <a:r>
              <a:rPr lang="en-US" dirty="0"/>
              <a:t>. If wastes contain toxic substances, this test may be the only practical method for determining the organic load, </a:t>
            </a:r>
          </a:p>
          <a:p>
            <a:r>
              <a:rPr lang="en-US" dirty="0"/>
              <a:t>SUSPENDED SOLIDS :</a:t>
            </a:r>
          </a:p>
          <a:p>
            <a:pPr lvl="1"/>
            <a:r>
              <a:rPr lang="en-US" dirty="0"/>
              <a:t>The suspended solids are yet another indicator of the “strength of sewage. The amount of suspended solids in domestic sewage may vary from 100 to 500 </a:t>
            </a:r>
            <a:r>
              <a:rPr lang="en-US" dirty="0" err="1"/>
              <a:t>p.p.m.</a:t>
            </a:r>
            <a:r>
              <a:rPr lang="en-US" dirty="0"/>
              <a:t> (mg/L).</a:t>
            </a:r>
          </a:p>
          <a:p>
            <a:pPr lvl="1"/>
            <a:r>
              <a:rPr lang="en-US" dirty="0"/>
              <a:t>If the amount of suspended solids is 100 mg/L, the sewage is said to be weak : if the amount is 500 mg/L the sewage is said to be strong.</a:t>
            </a:r>
          </a:p>
        </p:txBody>
      </p:sp>
    </p:spTree>
    <p:extLst>
      <p:ext uri="{BB962C8B-B14F-4D97-AF65-F5344CB8AC3E}">
        <p14:creationId xmlns:p14="http://schemas.microsoft.com/office/powerpoint/2010/main" val="766900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DA016-049D-E5AF-574B-48F6522796A9}"/>
              </a:ext>
            </a:extLst>
          </p:cNvPr>
          <p:cNvSpPr>
            <a:spLocks noGrp="1"/>
          </p:cNvSpPr>
          <p:nvPr>
            <p:ph type="title"/>
          </p:nvPr>
        </p:nvSpPr>
        <p:spPr/>
        <p:txBody>
          <a:bodyPr/>
          <a:lstStyle/>
          <a:p>
            <a:r>
              <a:rPr lang="en-US" dirty="0"/>
              <a:t>Decomposition of organic matter</a:t>
            </a:r>
          </a:p>
        </p:txBody>
      </p:sp>
      <p:sp>
        <p:nvSpPr>
          <p:cNvPr id="3" name="Content Placeholder 2">
            <a:extLst>
              <a:ext uri="{FF2B5EF4-FFF2-40B4-BE49-F238E27FC236}">
                <a16:creationId xmlns:a16="http://schemas.microsoft.com/office/drawing/2014/main" id="{2277D1F0-AD56-0669-E08A-870D7001C1B2}"/>
              </a:ext>
            </a:extLst>
          </p:cNvPr>
          <p:cNvSpPr>
            <a:spLocks noGrp="1"/>
          </p:cNvSpPr>
          <p:nvPr>
            <p:ph idx="1"/>
          </p:nvPr>
        </p:nvSpPr>
        <p:spPr/>
        <p:txBody>
          <a:bodyPr>
            <a:normAutofit/>
          </a:bodyPr>
          <a:lstStyle/>
          <a:p>
            <a:r>
              <a:rPr lang="en-US" b="1" dirty="0"/>
              <a:t>Aerobic process </a:t>
            </a:r>
            <a:r>
              <a:rPr lang="en-US" dirty="0"/>
              <a:t>: It is the most efficient method of reducing the organic matter in sewage. </a:t>
            </a:r>
          </a:p>
          <a:p>
            <a:pPr lvl="1"/>
            <a:r>
              <a:rPr lang="en-US" dirty="0"/>
              <a:t>The process requires a continuous supply of free dissolved oxygen. </a:t>
            </a:r>
          </a:p>
          <a:p>
            <a:pPr lvl="1"/>
            <a:r>
              <a:rPr lang="en-US" dirty="0"/>
              <a:t>The organic matter is broken down into simpler compounds namely CO2,water, ammonia, nitrites, nitrates and sulphates by the action of bacterial organisms including fungi and protozoa.</a:t>
            </a:r>
          </a:p>
          <a:p>
            <a:r>
              <a:rPr lang="en-US" b="1" dirty="0"/>
              <a:t>Anaerobic process </a:t>
            </a:r>
            <a:r>
              <a:rPr lang="en-US" dirty="0"/>
              <a:t>: Where the sewage is highly concentrated and contains plenty of solids, the anaerobic process is highly effective. </a:t>
            </a:r>
          </a:p>
          <a:p>
            <a:pPr lvl="1"/>
            <a:r>
              <a:rPr lang="en-US" dirty="0"/>
              <a:t>The end-products of decomposition are methane, ammonia, CO2 and H2. </a:t>
            </a:r>
          </a:p>
          <a:p>
            <a:pPr lvl="1"/>
            <a:r>
              <a:rPr lang="en-US" dirty="0"/>
              <a:t>The reactions are slower and the mechanism of decomposition extremely complex.</a:t>
            </a:r>
          </a:p>
        </p:txBody>
      </p:sp>
    </p:spTree>
    <p:extLst>
      <p:ext uri="{BB962C8B-B14F-4D97-AF65-F5344CB8AC3E}">
        <p14:creationId xmlns:p14="http://schemas.microsoft.com/office/powerpoint/2010/main" val="4155342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1EA1DAFF-CECA-492F-BFA1-22C64956B8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7" name="Oval 16">
              <a:extLst>
                <a:ext uri="{FF2B5EF4-FFF2-40B4-BE49-F238E27FC236}">
                  <a16:creationId xmlns:a16="http://schemas.microsoft.com/office/drawing/2014/main" id="{5D3D3744-142C-4653-90AB-546FE6B84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BC69CAC-820B-41BA-BFCA-79B45576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D205E7A-88AB-4C4B-B8D1-5A76AA878B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D4286E9-8501-4EBF-874C-74897B4B6F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45586ADC-910E-45C9-BAB4-CB0EFBEE5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AB594C5-5BB0-49AE-8AAC-AE40A6F8A3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7" name="Straight Connector 26">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7" name="Picture 6" descr="A diagram of a diagram&#10;&#10;Description automatically generated">
            <a:extLst>
              <a:ext uri="{FF2B5EF4-FFF2-40B4-BE49-F238E27FC236}">
                <a16:creationId xmlns:a16="http://schemas.microsoft.com/office/drawing/2014/main" id="{D8DE9E80-8609-4B0A-5024-EFDD2EC26154}"/>
              </a:ext>
            </a:extLst>
          </p:cNvPr>
          <p:cNvPicPr>
            <a:picLocks noChangeAspect="1"/>
          </p:cNvPicPr>
          <p:nvPr/>
        </p:nvPicPr>
        <p:blipFill>
          <a:blip r:embed="rId2"/>
          <a:srcRect l="1" r="1" b="1814"/>
          <a:stretch/>
        </p:blipFill>
        <p:spPr>
          <a:xfrm>
            <a:off x="626590" y="317578"/>
            <a:ext cx="10851111" cy="4421601"/>
          </a:xfrm>
          <a:prstGeom prst="rect">
            <a:avLst/>
          </a:prstGeom>
        </p:spPr>
      </p:pic>
      <p:grpSp>
        <p:nvGrpSpPr>
          <p:cNvPr id="32" name="Group 31">
            <a:extLst>
              <a:ext uri="{FF2B5EF4-FFF2-40B4-BE49-F238E27FC236}">
                <a16:creationId xmlns:a16="http://schemas.microsoft.com/office/drawing/2014/main" id="{AF19A774-30A5-488B-9BAF-629C6440294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482489"/>
            <a:ext cx="304800" cy="429768"/>
            <a:chOff x="215328" y="-46937"/>
            <a:chExt cx="304800" cy="2773841"/>
          </a:xfrm>
        </p:grpSpPr>
        <p:cxnSp>
          <p:nvCxnSpPr>
            <p:cNvPr id="33" name="Straight Connector 32">
              <a:extLst>
                <a:ext uri="{FF2B5EF4-FFF2-40B4-BE49-F238E27FC236}">
                  <a16:creationId xmlns:a16="http://schemas.microsoft.com/office/drawing/2014/main" id="{291EBF88-5B98-4258-A542-14C3AF2E52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FBC2D58-9E3C-490D-BD7A-61EF07EA79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6CF1BB4-1C1D-4EDE-BA26-0243FCF83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0C83729-E02F-4512-AFE7-F4792228BD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8" name="Rectangle 37">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41" name="Straight Connector 40">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24B974C-5F8F-D7F6-BB97-265F2EB752E3}"/>
              </a:ext>
            </a:extLst>
          </p:cNvPr>
          <p:cNvSpPr>
            <a:spLocks noGrp="1"/>
          </p:cNvSpPr>
          <p:nvPr>
            <p:ph type="title"/>
          </p:nvPr>
        </p:nvSpPr>
        <p:spPr>
          <a:xfrm>
            <a:off x="649686" y="3310396"/>
            <a:ext cx="4569060" cy="1428783"/>
          </a:xfrm>
          <a:noFill/>
        </p:spPr>
        <p:txBody>
          <a:bodyPr anchor="t">
            <a:normAutofit/>
          </a:bodyPr>
          <a:lstStyle/>
          <a:p>
            <a:r>
              <a:rPr lang="en-US" sz="4800" dirty="0"/>
              <a:t>Modern sewage treatment</a:t>
            </a:r>
          </a:p>
        </p:txBody>
      </p:sp>
      <p:sp>
        <p:nvSpPr>
          <p:cNvPr id="3" name="Content Placeholder 2">
            <a:extLst>
              <a:ext uri="{FF2B5EF4-FFF2-40B4-BE49-F238E27FC236}">
                <a16:creationId xmlns:a16="http://schemas.microsoft.com/office/drawing/2014/main" id="{47D2B521-87E4-517E-2D46-953B831D262C}"/>
              </a:ext>
            </a:extLst>
          </p:cNvPr>
          <p:cNvSpPr>
            <a:spLocks noGrp="1"/>
          </p:cNvSpPr>
          <p:nvPr>
            <p:ph idx="1"/>
          </p:nvPr>
        </p:nvSpPr>
        <p:spPr>
          <a:xfrm>
            <a:off x="649687" y="5107674"/>
            <a:ext cx="10828014" cy="1772396"/>
          </a:xfrm>
          <a:noFill/>
        </p:spPr>
        <p:txBody>
          <a:bodyPr anchor="t">
            <a:normAutofit/>
          </a:bodyPr>
          <a:lstStyle/>
          <a:p>
            <a:r>
              <a:rPr lang="en-US" sz="1800" dirty="0">
                <a:solidFill>
                  <a:schemeClr val="bg1"/>
                </a:solidFill>
              </a:rPr>
              <a:t>In primary treatment, the solids are separated from the sewage partly by screening and partly by sedimentation and subjected to anaerobic digestion which is the first stage in purification</a:t>
            </a:r>
          </a:p>
          <a:p>
            <a:r>
              <a:rPr lang="en-US" sz="1800" dirty="0">
                <a:solidFill>
                  <a:schemeClr val="bg1"/>
                </a:solidFill>
              </a:rPr>
              <a:t>In secondary treatment, the effluent is subjected to aerobic oxidation, which is the second stage in purification.</a:t>
            </a:r>
          </a:p>
        </p:txBody>
      </p:sp>
    </p:spTree>
    <p:extLst>
      <p:ext uri="{BB962C8B-B14F-4D97-AF65-F5344CB8AC3E}">
        <p14:creationId xmlns:p14="http://schemas.microsoft.com/office/powerpoint/2010/main" val="33413824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8F249-1CE7-2789-3195-0656D3CB3B86}"/>
              </a:ext>
            </a:extLst>
          </p:cNvPr>
          <p:cNvSpPr>
            <a:spLocks noGrp="1"/>
          </p:cNvSpPr>
          <p:nvPr>
            <p:ph type="title"/>
          </p:nvPr>
        </p:nvSpPr>
        <p:spPr/>
        <p:txBody>
          <a:bodyPr/>
          <a:lstStyle/>
          <a:p>
            <a:r>
              <a:rPr lang="en-US" dirty="0"/>
              <a:t>Screening</a:t>
            </a:r>
          </a:p>
        </p:txBody>
      </p:sp>
      <p:sp>
        <p:nvSpPr>
          <p:cNvPr id="3" name="Content Placeholder 2">
            <a:extLst>
              <a:ext uri="{FF2B5EF4-FFF2-40B4-BE49-F238E27FC236}">
                <a16:creationId xmlns:a16="http://schemas.microsoft.com/office/drawing/2014/main" id="{DC6A8215-A9D2-9047-01CD-627475E9F85D}"/>
              </a:ext>
            </a:extLst>
          </p:cNvPr>
          <p:cNvSpPr>
            <a:spLocks noGrp="1"/>
          </p:cNvSpPr>
          <p:nvPr>
            <p:ph idx="1"/>
          </p:nvPr>
        </p:nvSpPr>
        <p:spPr/>
        <p:txBody>
          <a:bodyPr>
            <a:normAutofit/>
          </a:bodyPr>
          <a:lstStyle/>
          <a:p>
            <a:r>
              <a:rPr lang="en-US" dirty="0"/>
              <a:t>First </a:t>
            </a:r>
            <a:r>
              <a:rPr lang="en-US" u="sng" dirty="0"/>
              <a:t>passed through a metal screen </a:t>
            </a:r>
            <a:r>
              <a:rPr lang="en-US" dirty="0"/>
              <a:t>which intercepts large floating objects such as pieces of </a:t>
            </a:r>
            <a:r>
              <a:rPr lang="en-US" dirty="0">
                <a:highlight>
                  <a:srgbClr val="FFFF00"/>
                </a:highlight>
              </a:rPr>
              <a:t>wood, rags, masses of garbage and dead animals.</a:t>
            </a:r>
          </a:p>
          <a:p>
            <a:r>
              <a:rPr lang="en-US" dirty="0"/>
              <a:t>Their removal is necessary to prevent clogging of the treatment plant. </a:t>
            </a:r>
          </a:p>
          <a:p>
            <a:r>
              <a:rPr lang="en-US" dirty="0"/>
              <a:t>The screen consists of vertical or inclined steel bars usually set 5 cm (2 in) apart, in some plants, the screens are of the fixed type while in others, the screens are of the moving type. </a:t>
            </a:r>
          </a:p>
          <a:p>
            <a:r>
              <a:rPr lang="en-US" dirty="0"/>
              <a:t>The screenings are removed from time to time either manually or mechanically, and disposed off by trenching or burial.</a:t>
            </a:r>
          </a:p>
        </p:txBody>
      </p:sp>
    </p:spTree>
    <p:extLst>
      <p:ext uri="{BB962C8B-B14F-4D97-AF65-F5344CB8AC3E}">
        <p14:creationId xmlns:p14="http://schemas.microsoft.com/office/powerpoint/2010/main" val="383072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F4AE9-4534-4465-1FED-E3A64CF9DB69}"/>
              </a:ext>
            </a:extLst>
          </p:cNvPr>
          <p:cNvSpPr>
            <a:spLocks noGrp="1"/>
          </p:cNvSpPr>
          <p:nvPr>
            <p:ph type="title"/>
          </p:nvPr>
        </p:nvSpPr>
        <p:spPr/>
        <p:txBody>
          <a:bodyPr/>
          <a:lstStyle/>
          <a:p>
            <a:r>
              <a:rPr lang="en-US" dirty="0"/>
              <a:t>Grit Chamber</a:t>
            </a:r>
          </a:p>
        </p:txBody>
      </p:sp>
      <p:sp>
        <p:nvSpPr>
          <p:cNvPr id="3" name="Content Placeholder 2">
            <a:extLst>
              <a:ext uri="{FF2B5EF4-FFF2-40B4-BE49-F238E27FC236}">
                <a16:creationId xmlns:a16="http://schemas.microsoft.com/office/drawing/2014/main" id="{CA55BDF9-BF6D-6EB7-FE93-6012373DC6C6}"/>
              </a:ext>
            </a:extLst>
          </p:cNvPr>
          <p:cNvSpPr>
            <a:spLocks noGrp="1"/>
          </p:cNvSpPr>
          <p:nvPr>
            <p:ph idx="1"/>
          </p:nvPr>
        </p:nvSpPr>
        <p:spPr/>
        <p:txBody>
          <a:bodyPr>
            <a:normAutofit/>
          </a:bodyPr>
          <a:lstStyle/>
          <a:p>
            <a:r>
              <a:rPr lang="en-US" dirty="0"/>
              <a:t>Sewage is then passed through </a:t>
            </a:r>
            <a:r>
              <a:rPr lang="en-US" dirty="0">
                <a:highlight>
                  <a:srgbClr val="FFFF00"/>
                </a:highlight>
              </a:rPr>
              <a:t>a long narrow chamber </a:t>
            </a:r>
          </a:p>
          <a:p>
            <a:r>
              <a:rPr lang="en-US" dirty="0"/>
              <a:t>This chamber is approximately 10 to 20 </a:t>
            </a:r>
            <a:r>
              <a:rPr lang="en-US" dirty="0" err="1"/>
              <a:t>metres</a:t>
            </a:r>
            <a:r>
              <a:rPr lang="en-US" dirty="0"/>
              <a:t> in length; it is so designed as to maintain a constant velocity of about 1 foot per second, with a detention period of 30 seconds to 1 minute.</a:t>
            </a:r>
          </a:p>
          <a:p>
            <a:r>
              <a:rPr lang="en-US" dirty="0"/>
              <a:t>The function of the grit chamber is to allow the settlement of heavier solids such as sand and gravel, while permitting the organic matter to pass through. </a:t>
            </a:r>
          </a:p>
          <a:p>
            <a:r>
              <a:rPr lang="en-US" dirty="0"/>
              <a:t>The grit which collects at the bottom of the chamber is removed periodically or continuously, and disposed off by plain dumping or trenching</a:t>
            </a:r>
          </a:p>
        </p:txBody>
      </p:sp>
    </p:spTree>
    <p:extLst>
      <p:ext uri="{BB962C8B-B14F-4D97-AF65-F5344CB8AC3E}">
        <p14:creationId xmlns:p14="http://schemas.microsoft.com/office/powerpoint/2010/main" val="1263151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74B08-7294-2A8A-03B8-0F491A5AE8E0}"/>
              </a:ext>
            </a:extLst>
          </p:cNvPr>
          <p:cNvSpPr>
            <a:spLocks noGrp="1"/>
          </p:cNvSpPr>
          <p:nvPr>
            <p:ph type="title"/>
          </p:nvPr>
        </p:nvSpPr>
        <p:spPr/>
        <p:txBody>
          <a:bodyPr/>
          <a:lstStyle/>
          <a:p>
            <a:r>
              <a:rPr lang="en-US" dirty="0"/>
              <a:t>Primary treatment</a:t>
            </a:r>
          </a:p>
        </p:txBody>
      </p:sp>
      <p:sp>
        <p:nvSpPr>
          <p:cNvPr id="3" name="Content Placeholder 2">
            <a:extLst>
              <a:ext uri="{FF2B5EF4-FFF2-40B4-BE49-F238E27FC236}">
                <a16:creationId xmlns:a16="http://schemas.microsoft.com/office/drawing/2014/main" id="{A7554AE4-D76B-7E79-3A4B-EF9E3D3ACB80}"/>
              </a:ext>
            </a:extLst>
          </p:cNvPr>
          <p:cNvSpPr>
            <a:spLocks noGrp="1"/>
          </p:cNvSpPr>
          <p:nvPr>
            <p:ph idx="1"/>
          </p:nvPr>
        </p:nvSpPr>
        <p:spPr/>
        <p:txBody>
          <a:bodyPr>
            <a:normAutofit fontScale="62500" lnSpcReduction="20000"/>
          </a:bodyPr>
          <a:lstStyle/>
          <a:p>
            <a:r>
              <a:rPr lang="en-US" dirty="0"/>
              <a:t>Very large tank, holding from ¼ to 1/3 the dry weather flow. </a:t>
            </a:r>
          </a:p>
          <a:p>
            <a:r>
              <a:rPr lang="en-US" dirty="0"/>
              <a:t>Sewage is made to </a:t>
            </a:r>
            <a:r>
              <a:rPr lang="en-US" dirty="0">
                <a:highlight>
                  <a:srgbClr val="FFFF00"/>
                </a:highlight>
              </a:rPr>
              <a:t>flow very slowly</a:t>
            </a:r>
            <a:r>
              <a:rPr lang="en-US" dirty="0"/>
              <a:t> across the tank at a velocity of 1-2 feet per minute. The sewage spends about </a:t>
            </a:r>
            <a:r>
              <a:rPr lang="en-US" dirty="0">
                <a:highlight>
                  <a:srgbClr val="FFFF00"/>
                </a:highlight>
              </a:rPr>
              <a:t>6-8 hours in the tank</a:t>
            </a:r>
            <a:r>
              <a:rPr lang="en-US" dirty="0"/>
              <a:t>. </a:t>
            </a:r>
          </a:p>
          <a:p>
            <a:r>
              <a:rPr lang="en-US" dirty="0"/>
              <a:t>During this long period of relatively still conditions in the tank, a very considerable amount of purification takes place mainly through sedimentation of suspended matter. </a:t>
            </a:r>
          </a:p>
          <a:p>
            <a:r>
              <a:rPr lang="en-US" dirty="0"/>
              <a:t>Nearly </a:t>
            </a:r>
            <a:r>
              <a:rPr lang="en-US" dirty="0">
                <a:highlight>
                  <a:srgbClr val="FFFF00"/>
                </a:highlight>
              </a:rPr>
              <a:t>50-70 per cent of the solids settle down </a:t>
            </a:r>
            <a:r>
              <a:rPr lang="en-US" dirty="0"/>
              <a:t>under the influence of gravity. A reduction of between </a:t>
            </a:r>
            <a:r>
              <a:rPr lang="en-US" dirty="0">
                <a:highlight>
                  <a:srgbClr val="FFFF00"/>
                </a:highlight>
              </a:rPr>
              <a:t>30 to 40 per cent in the number of coliform organisms</a:t>
            </a:r>
            <a:r>
              <a:rPr lang="en-US" dirty="0"/>
              <a:t> is obtained.</a:t>
            </a:r>
          </a:p>
          <a:p>
            <a:r>
              <a:rPr lang="en-US" dirty="0"/>
              <a:t>The organic matter which settles down is called sludge and is removed by mechanically operated devices, without disturbing the operation in the tank. </a:t>
            </a:r>
          </a:p>
          <a:p>
            <a:r>
              <a:rPr lang="en-US" dirty="0"/>
              <a:t>A small amount of biological action also takes place in which the microorganisms present in the sewage attack complex organic solids and break them down into simpler soluble substances and ammonia. </a:t>
            </a:r>
          </a:p>
          <a:p>
            <a:r>
              <a:rPr lang="en-US" dirty="0"/>
              <a:t>A certain amount of </a:t>
            </a:r>
            <a:r>
              <a:rPr lang="en-US" dirty="0">
                <a:highlight>
                  <a:srgbClr val="FFFF00"/>
                </a:highlight>
              </a:rPr>
              <a:t>fat and grease rise to the surface to form scum </a:t>
            </a:r>
            <a:r>
              <a:rPr lang="en-US" dirty="0"/>
              <a:t>which is removed from time to time and disposed of. </a:t>
            </a:r>
          </a:p>
          <a:p>
            <a:r>
              <a:rPr lang="en-US" dirty="0"/>
              <a:t>When the sewage contains organic trade wastes, it is treated with </a:t>
            </a:r>
            <a:r>
              <a:rPr lang="en-US" dirty="0">
                <a:highlight>
                  <a:srgbClr val="FFFF00"/>
                </a:highlight>
              </a:rPr>
              <a:t>chemicals such as lime, </a:t>
            </a:r>
            <a:r>
              <a:rPr lang="en-US" dirty="0" err="1">
                <a:highlight>
                  <a:srgbClr val="FFFF00"/>
                </a:highlight>
              </a:rPr>
              <a:t>aluminium</a:t>
            </a:r>
            <a:r>
              <a:rPr lang="en-US" dirty="0">
                <a:highlight>
                  <a:srgbClr val="FFFF00"/>
                </a:highlight>
              </a:rPr>
              <a:t> sulphate and ferrous sulphate</a:t>
            </a:r>
            <a:r>
              <a:rPr lang="en-US" dirty="0"/>
              <a:t>. Addition of one of these chemicals </a:t>
            </a:r>
            <a:r>
              <a:rPr lang="en-US" dirty="0">
                <a:highlight>
                  <a:srgbClr val="FFFF00"/>
                </a:highlight>
              </a:rPr>
              <a:t>precipitates the animal protein material quickly</a:t>
            </a:r>
            <a:r>
              <a:rPr lang="en-US" dirty="0"/>
              <a:t>.</a:t>
            </a:r>
          </a:p>
        </p:txBody>
      </p:sp>
    </p:spTree>
    <p:extLst>
      <p:ext uri="{BB962C8B-B14F-4D97-AF65-F5344CB8AC3E}">
        <p14:creationId xmlns:p14="http://schemas.microsoft.com/office/powerpoint/2010/main" val="3134331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F23C9-8627-5A18-65D9-1384EFA3BE18}"/>
              </a:ext>
            </a:extLst>
          </p:cNvPr>
          <p:cNvSpPr>
            <a:spLocks noGrp="1"/>
          </p:cNvSpPr>
          <p:nvPr>
            <p:ph type="title"/>
          </p:nvPr>
        </p:nvSpPr>
        <p:spPr/>
        <p:txBody>
          <a:bodyPr/>
          <a:lstStyle/>
          <a:p>
            <a:r>
              <a:rPr lang="en-US" dirty="0"/>
              <a:t>Secondary treatment</a:t>
            </a:r>
          </a:p>
        </p:txBody>
      </p:sp>
      <p:sp>
        <p:nvSpPr>
          <p:cNvPr id="3" name="Content Placeholder 2">
            <a:extLst>
              <a:ext uri="{FF2B5EF4-FFF2-40B4-BE49-F238E27FC236}">
                <a16:creationId xmlns:a16="http://schemas.microsoft.com/office/drawing/2014/main" id="{C7A86A6E-F2ED-C772-577F-E607598F395B}"/>
              </a:ext>
            </a:extLst>
          </p:cNvPr>
          <p:cNvSpPr>
            <a:spLocks noGrp="1"/>
          </p:cNvSpPr>
          <p:nvPr>
            <p:ph idx="1"/>
          </p:nvPr>
        </p:nvSpPr>
        <p:spPr/>
        <p:txBody>
          <a:bodyPr/>
          <a:lstStyle/>
          <a:p>
            <a:r>
              <a:rPr lang="en-US" dirty="0"/>
              <a:t>The effluent from the primary sedimentation tank still contains a proportion of organic matter in solution or colloidal state, and numerous living organisms. </a:t>
            </a:r>
          </a:p>
          <a:p>
            <a:r>
              <a:rPr lang="en-US" dirty="0"/>
              <a:t>It has a high demand for oxygen and can cause pollution of soil or water.</a:t>
            </a:r>
          </a:p>
          <a:p>
            <a:r>
              <a:rPr lang="en-US" dirty="0"/>
              <a:t>It is subjected to further treatment, aerobic oxidation, by one of the following methods :</a:t>
            </a:r>
          </a:p>
          <a:p>
            <a:pPr marL="457200" lvl="1" indent="0">
              <a:buNone/>
            </a:pPr>
            <a:r>
              <a:rPr lang="en-US" dirty="0"/>
              <a:t>(a) Trickling filter method</a:t>
            </a:r>
          </a:p>
          <a:p>
            <a:pPr marL="457200" lvl="1" indent="0">
              <a:buNone/>
            </a:pPr>
            <a:r>
              <a:rPr lang="en-US" dirty="0"/>
              <a:t>(b) Activated sludge process.</a:t>
            </a:r>
          </a:p>
        </p:txBody>
      </p:sp>
    </p:spTree>
    <p:extLst>
      <p:ext uri="{BB962C8B-B14F-4D97-AF65-F5344CB8AC3E}">
        <p14:creationId xmlns:p14="http://schemas.microsoft.com/office/powerpoint/2010/main" val="23745710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7F7A9-D72B-0A16-2497-7E858CB1C69F}"/>
              </a:ext>
            </a:extLst>
          </p:cNvPr>
          <p:cNvSpPr>
            <a:spLocks noGrp="1"/>
          </p:cNvSpPr>
          <p:nvPr>
            <p:ph type="title"/>
          </p:nvPr>
        </p:nvSpPr>
        <p:spPr/>
        <p:txBody>
          <a:bodyPr/>
          <a:lstStyle/>
          <a:p>
            <a:r>
              <a:rPr lang="en-US" dirty="0"/>
              <a:t>Trickling filter method</a:t>
            </a:r>
          </a:p>
        </p:txBody>
      </p:sp>
      <p:sp>
        <p:nvSpPr>
          <p:cNvPr id="3" name="Content Placeholder 2">
            <a:extLst>
              <a:ext uri="{FF2B5EF4-FFF2-40B4-BE49-F238E27FC236}">
                <a16:creationId xmlns:a16="http://schemas.microsoft.com/office/drawing/2014/main" id="{586183E4-8361-FF9F-05B4-5B55F9139D53}"/>
              </a:ext>
            </a:extLst>
          </p:cNvPr>
          <p:cNvSpPr>
            <a:spLocks noGrp="1"/>
          </p:cNvSpPr>
          <p:nvPr>
            <p:ph idx="1"/>
          </p:nvPr>
        </p:nvSpPr>
        <p:spPr/>
        <p:txBody>
          <a:bodyPr>
            <a:normAutofit fontScale="77500" lnSpcReduction="20000"/>
          </a:bodyPr>
          <a:lstStyle/>
          <a:p>
            <a:r>
              <a:rPr lang="en-US" dirty="0"/>
              <a:t>The trickling filter or percolating filter is a bed of crushed stones or </a:t>
            </a:r>
            <a:r>
              <a:rPr lang="en-US" dirty="0" err="1"/>
              <a:t>cinker</a:t>
            </a:r>
            <a:r>
              <a:rPr lang="en-US" dirty="0"/>
              <a:t>, 1 to 2 m (4-8 ft.) deep and 2 to 30 m (6-100 ft.) in diameter, depending upon the size of the population.</a:t>
            </a:r>
          </a:p>
          <a:p>
            <a:r>
              <a:rPr lang="en-US" dirty="0"/>
              <a:t>The device consists of hollow pipes each of which have a row of holes. The pipes keep rotating, sprinkling the effluent in a thin film on the surface of the filter. </a:t>
            </a:r>
          </a:p>
          <a:p>
            <a:r>
              <a:rPr lang="en-US" dirty="0"/>
              <a:t>Over the surface and down through the filter, a </a:t>
            </a:r>
            <a:r>
              <a:rPr lang="en-US" dirty="0">
                <a:highlight>
                  <a:srgbClr val="FFFF00"/>
                </a:highlight>
              </a:rPr>
              <a:t>very complex biological growth consisting of algae, fungi, protozoa and bacteria</a:t>
            </a:r>
            <a:r>
              <a:rPr lang="en-US" dirty="0"/>
              <a:t> of many kinds occurs. This is known as the “</a:t>
            </a:r>
            <a:r>
              <a:rPr lang="en-US" b="1" dirty="0"/>
              <a:t>zoogleal layer</a:t>
            </a:r>
            <a:r>
              <a:rPr lang="en-US" dirty="0"/>
              <a:t>”. </a:t>
            </a:r>
          </a:p>
          <a:p>
            <a:r>
              <a:rPr lang="en-US" dirty="0"/>
              <a:t>As the effluent percolates through the filter bed, it gets </a:t>
            </a:r>
            <a:r>
              <a:rPr lang="en-US" b="1" dirty="0"/>
              <a:t>oxidized by the bacterial flora</a:t>
            </a:r>
            <a:r>
              <a:rPr lang="en-US" dirty="0"/>
              <a:t> in the zoogleal layer. The action of the filter is thus purely a biological one, and not one of filtration as the name suggests. The term </a:t>
            </a:r>
            <a:r>
              <a:rPr lang="en-US" u="sng" dirty="0"/>
              <a:t>“filter” is a misnomer</a:t>
            </a:r>
            <a:r>
              <a:rPr lang="en-US" dirty="0"/>
              <a:t>. </a:t>
            </a:r>
          </a:p>
          <a:p>
            <a:r>
              <a:rPr lang="en-US" dirty="0"/>
              <a:t>Wind blows freely through the beds supplying the oxygen needed by the zoogleal flora. </a:t>
            </a:r>
          </a:p>
          <a:p>
            <a:r>
              <a:rPr lang="en-US" dirty="0"/>
              <a:t>It is </a:t>
            </a:r>
            <a:r>
              <a:rPr lang="en-US" dirty="0">
                <a:highlight>
                  <a:srgbClr val="FFFF00"/>
                </a:highlight>
              </a:rPr>
              <a:t>a light green, flocculent material and is called “humus</a:t>
            </a:r>
            <a:r>
              <a:rPr lang="en-US" dirty="0"/>
              <a:t>”. The oxidized sewage is now led into the secondary sedimentation tanks or humus tanks.</a:t>
            </a:r>
          </a:p>
        </p:txBody>
      </p:sp>
    </p:spTree>
    <p:extLst>
      <p:ext uri="{BB962C8B-B14F-4D97-AF65-F5344CB8AC3E}">
        <p14:creationId xmlns:p14="http://schemas.microsoft.com/office/powerpoint/2010/main" val="3942454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06CE0-66CE-4D14-D70C-FDC60C8AA354}"/>
              </a:ext>
            </a:extLst>
          </p:cNvPr>
          <p:cNvSpPr>
            <a:spLocks noGrp="1"/>
          </p:cNvSpPr>
          <p:nvPr>
            <p:ph type="title"/>
          </p:nvPr>
        </p:nvSpPr>
        <p:spPr/>
        <p:txBody>
          <a:bodyPr/>
          <a:lstStyle/>
          <a:p>
            <a:r>
              <a:rPr lang="en-US" dirty="0"/>
              <a:t>Activated sludge process</a:t>
            </a:r>
          </a:p>
        </p:txBody>
      </p:sp>
      <p:sp>
        <p:nvSpPr>
          <p:cNvPr id="3" name="Content Placeholder 2">
            <a:extLst>
              <a:ext uri="{FF2B5EF4-FFF2-40B4-BE49-F238E27FC236}">
                <a16:creationId xmlns:a16="http://schemas.microsoft.com/office/drawing/2014/main" id="{7042C664-B5F5-015D-A9AD-C1A9E21DF8E3}"/>
              </a:ext>
            </a:extLst>
          </p:cNvPr>
          <p:cNvSpPr>
            <a:spLocks noGrp="1"/>
          </p:cNvSpPr>
          <p:nvPr>
            <p:ph idx="1"/>
          </p:nvPr>
        </p:nvSpPr>
        <p:spPr/>
        <p:txBody>
          <a:bodyPr>
            <a:normAutofit fontScale="92500" lnSpcReduction="20000"/>
          </a:bodyPr>
          <a:lstStyle/>
          <a:p>
            <a:r>
              <a:rPr lang="en-US" dirty="0"/>
              <a:t>The “heart” of the activated sludge process is </a:t>
            </a:r>
            <a:r>
              <a:rPr lang="en-US" dirty="0">
                <a:highlight>
                  <a:srgbClr val="FFFF00"/>
                </a:highlight>
              </a:rPr>
              <a:t>the aeration tank</a:t>
            </a:r>
            <a:r>
              <a:rPr lang="en-US" dirty="0"/>
              <a:t>.</a:t>
            </a:r>
          </a:p>
          <a:p>
            <a:r>
              <a:rPr lang="en-US" dirty="0"/>
              <a:t>The effluent from the primary sedimentation tank is </a:t>
            </a:r>
            <a:r>
              <a:rPr lang="en-US" dirty="0">
                <a:highlight>
                  <a:srgbClr val="FFFF00"/>
                </a:highlight>
              </a:rPr>
              <a:t>mixed with sludge </a:t>
            </a:r>
            <a:r>
              <a:rPr lang="en-US" dirty="0"/>
              <a:t>drawn from the final settling tank (also known as activated sludge or return sludge; this sludge is a rich culture of aerobic bacteria). The proportion of activated sludge to the incoming effluent is of the order of </a:t>
            </a:r>
            <a:r>
              <a:rPr lang="en-US" dirty="0">
                <a:highlight>
                  <a:srgbClr val="FFFF00"/>
                </a:highlight>
              </a:rPr>
              <a:t>20 to 30 per cent</a:t>
            </a:r>
            <a:r>
              <a:rPr lang="en-US" dirty="0"/>
              <a:t>. </a:t>
            </a:r>
          </a:p>
          <a:p>
            <a:r>
              <a:rPr lang="en-US" dirty="0"/>
              <a:t>The mixture is subjected to aeration in the aeration chamber for about 6 to 8 hours. The aeration is accomplished either by </a:t>
            </a:r>
            <a:r>
              <a:rPr lang="en-US" dirty="0">
                <a:highlight>
                  <a:srgbClr val="FFFF00"/>
                </a:highlight>
              </a:rPr>
              <a:t>mechanical agitation </a:t>
            </a:r>
            <a:r>
              <a:rPr lang="en-US" dirty="0"/>
              <a:t>or by </a:t>
            </a:r>
            <a:r>
              <a:rPr lang="en-US" dirty="0">
                <a:highlight>
                  <a:srgbClr val="FFFF00"/>
                </a:highlight>
              </a:rPr>
              <a:t>forcing compressed air continuously from the bottom </a:t>
            </a:r>
            <a:r>
              <a:rPr lang="en-US" dirty="0"/>
              <a:t>of the aeration tank. This latter method, also known as ‘</a:t>
            </a:r>
            <a:r>
              <a:rPr lang="en-US" b="1" dirty="0"/>
              <a:t>diffuse aeration’</a:t>
            </a:r>
            <a:r>
              <a:rPr lang="en-US" dirty="0"/>
              <a:t> is considered a better method of aeration. </a:t>
            </a:r>
          </a:p>
          <a:p>
            <a:r>
              <a:rPr lang="en-US" dirty="0"/>
              <a:t>During the process of aeration, the organic matter of the sewage gets oxidized into carbon dioxide, nitrates and water with the help of the aerobic bacteria in the activated sludge. </a:t>
            </a:r>
          </a:p>
        </p:txBody>
      </p:sp>
    </p:spTree>
    <p:extLst>
      <p:ext uri="{BB962C8B-B14F-4D97-AF65-F5344CB8AC3E}">
        <p14:creationId xmlns:p14="http://schemas.microsoft.com/office/powerpoint/2010/main" val="2304743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913B067F-3154-4968-A886-DF93A787E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5" name="Oval 14">
              <a:extLst>
                <a:ext uri="{FF2B5EF4-FFF2-40B4-BE49-F238E27FC236}">
                  <a16:creationId xmlns:a16="http://schemas.microsoft.com/office/drawing/2014/main" id="{97583D6C-C05B-47AB-8540-B2700B82A4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501AD91-D973-4968-95E4-4C26CFDF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C165989-F5FE-4BB6-9817-E7828CB1D6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B0649CC-B912-4E82-BEA0-DA75ECB19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6BA08C17-C9A5-4FA8-ABC4-44FB3B869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0DEAC6C-553C-437E-BC17-D4495233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5" name="Straight Connector 24">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3" name="Straight Connector 32">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0E06CE0-66CE-4D14-D70C-FDC60C8AA354}"/>
              </a:ext>
            </a:extLst>
          </p:cNvPr>
          <p:cNvSpPr>
            <a:spLocks noGrp="1"/>
          </p:cNvSpPr>
          <p:nvPr>
            <p:ph type="title"/>
          </p:nvPr>
        </p:nvSpPr>
        <p:spPr>
          <a:xfrm>
            <a:off x="608755" y="120817"/>
            <a:ext cx="10218665" cy="745768"/>
          </a:xfrm>
          <a:noFill/>
        </p:spPr>
        <p:txBody>
          <a:bodyPr anchor="t">
            <a:normAutofit fontScale="90000"/>
          </a:bodyPr>
          <a:lstStyle/>
          <a:p>
            <a:r>
              <a:rPr lang="en-US" sz="4800" dirty="0">
                <a:solidFill>
                  <a:schemeClr val="bg1"/>
                </a:solidFill>
              </a:rPr>
              <a:t>Activated sludge process</a:t>
            </a:r>
          </a:p>
        </p:txBody>
      </p:sp>
      <p:pic>
        <p:nvPicPr>
          <p:cNvPr id="5" name="Picture 4">
            <a:extLst>
              <a:ext uri="{FF2B5EF4-FFF2-40B4-BE49-F238E27FC236}">
                <a16:creationId xmlns:a16="http://schemas.microsoft.com/office/drawing/2014/main" id="{C637BE40-F274-D08C-38EA-2F09C6E4D453}"/>
              </a:ext>
            </a:extLst>
          </p:cNvPr>
          <p:cNvPicPr>
            <a:picLocks noChangeAspect="1"/>
          </p:cNvPicPr>
          <p:nvPr/>
        </p:nvPicPr>
        <p:blipFill>
          <a:blip r:embed="rId2"/>
          <a:stretch>
            <a:fillRect/>
          </a:stretch>
        </p:blipFill>
        <p:spPr>
          <a:xfrm>
            <a:off x="631359" y="813697"/>
            <a:ext cx="10843065" cy="2873412"/>
          </a:xfrm>
          <a:prstGeom prst="rect">
            <a:avLst/>
          </a:prstGeom>
        </p:spPr>
      </p:pic>
      <p:grpSp>
        <p:nvGrpSpPr>
          <p:cNvPr id="38" name="Group 37">
            <a:extLst>
              <a:ext uri="{FF2B5EF4-FFF2-40B4-BE49-F238E27FC236}">
                <a16:creationId xmlns:a16="http://schemas.microsoft.com/office/drawing/2014/main" id="{1F4E1649-4D1F-4A91-AF97-A254BFDD52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776904"/>
            <a:ext cx="304800" cy="429768"/>
            <a:chOff x="215328" y="-46937"/>
            <a:chExt cx="304800" cy="2773841"/>
          </a:xfrm>
        </p:grpSpPr>
        <p:cxnSp>
          <p:nvCxnSpPr>
            <p:cNvPr id="39" name="Straight Connector 38">
              <a:extLst>
                <a:ext uri="{FF2B5EF4-FFF2-40B4-BE49-F238E27FC236}">
                  <a16:creationId xmlns:a16="http://schemas.microsoft.com/office/drawing/2014/main" id="{FE483602-62F9-474D-9C9B-5EE4CD7671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D7D1AC0-A6C7-40E3-9841-F34AC831A4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951C4DD-7427-497D-9DE3-9D731D3F45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EE18298-0BF5-4D7A-921A-2F4186E8D9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4" name="Oval 43">
            <a:extLst>
              <a:ext uri="{FF2B5EF4-FFF2-40B4-BE49-F238E27FC236}">
                <a16:creationId xmlns:a16="http://schemas.microsoft.com/office/drawing/2014/main" id="{773AEA78-C03B-40B7-9D11-DC022119D5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60000"/>
                  <a:lumOff val="4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042C664-B5F5-015D-A9AD-C1A9E21DF8E3}"/>
              </a:ext>
            </a:extLst>
          </p:cNvPr>
          <p:cNvSpPr>
            <a:spLocks noGrp="1"/>
          </p:cNvSpPr>
          <p:nvPr>
            <p:ph idx="1"/>
          </p:nvPr>
        </p:nvSpPr>
        <p:spPr>
          <a:xfrm>
            <a:off x="631350" y="4018143"/>
            <a:ext cx="10843065" cy="2129599"/>
          </a:xfrm>
          <a:noFill/>
        </p:spPr>
        <p:txBody>
          <a:bodyPr anchor="t">
            <a:normAutofit/>
          </a:bodyPr>
          <a:lstStyle/>
          <a:p>
            <a:r>
              <a:rPr lang="en-US" sz="2400" dirty="0">
                <a:solidFill>
                  <a:schemeClr val="bg1"/>
                </a:solidFill>
              </a:rPr>
              <a:t>The typhoid and cholera organisms are destroyed, and the coliforms greatly reduced. </a:t>
            </a:r>
          </a:p>
          <a:p>
            <a:r>
              <a:rPr lang="en-US" sz="2400" dirty="0">
                <a:solidFill>
                  <a:schemeClr val="bg1"/>
                </a:solidFill>
              </a:rPr>
              <a:t>Activated sludge plants occupy less space, require skilled operations. </a:t>
            </a:r>
          </a:p>
          <a:p>
            <a:r>
              <a:rPr lang="en-US" sz="2400" dirty="0">
                <a:solidFill>
                  <a:schemeClr val="bg1"/>
                </a:solidFill>
              </a:rPr>
              <a:t>One acre of activated sludge plant does the work of 10 acres of percolating filter. </a:t>
            </a:r>
          </a:p>
          <a:p>
            <a:r>
              <a:rPr lang="en-US" sz="2400" dirty="0">
                <a:solidFill>
                  <a:schemeClr val="bg1"/>
                </a:solidFill>
              </a:rPr>
              <a:t>Activated sludge process is therefore, best suited for larger cities and the percolating filter for smaller towns because they are cheaper to install and easier to operate.</a:t>
            </a:r>
          </a:p>
        </p:txBody>
      </p:sp>
    </p:spTree>
    <p:extLst>
      <p:ext uri="{BB962C8B-B14F-4D97-AF65-F5344CB8AC3E}">
        <p14:creationId xmlns:p14="http://schemas.microsoft.com/office/powerpoint/2010/main" val="3793245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51F62-F0CA-6726-2626-2825623AD607}"/>
              </a:ext>
            </a:extLst>
          </p:cNvPr>
          <p:cNvSpPr>
            <a:spLocks noGrp="1"/>
          </p:cNvSpPr>
          <p:nvPr>
            <p:ph type="title"/>
          </p:nvPr>
        </p:nvSpPr>
        <p:spPr/>
        <p:txBody>
          <a:bodyPr/>
          <a:lstStyle/>
          <a:p>
            <a:r>
              <a:rPr lang="en-US" dirty="0"/>
              <a:t>Secondary sedimentation</a:t>
            </a:r>
          </a:p>
        </p:txBody>
      </p:sp>
      <p:sp>
        <p:nvSpPr>
          <p:cNvPr id="3" name="Content Placeholder 2">
            <a:extLst>
              <a:ext uri="{FF2B5EF4-FFF2-40B4-BE49-F238E27FC236}">
                <a16:creationId xmlns:a16="http://schemas.microsoft.com/office/drawing/2014/main" id="{AE36F036-59BE-9FB6-6DAE-75EBFE486420}"/>
              </a:ext>
            </a:extLst>
          </p:cNvPr>
          <p:cNvSpPr>
            <a:spLocks noGrp="1"/>
          </p:cNvSpPr>
          <p:nvPr>
            <p:ph idx="1"/>
          </p:nvPr>
        </p:nvSpPr>
        <p:spPr/>
        <p:txBody>
          <a:bodyPr>
            <a:normAutofit lnSpcReduction="10000"/>
          </a:bodyPr>
          <a:lstStyle/>
          <a:p>
            <a:r>
              <a:rPr lang="en-US" dirty="0"/>
              <a:t>It is detained for 2-3 hours. The sludge that collects in the secondary sedimentation tank is called ‘aerated sludge’ or activated sludge, because it is fully aerated. </a:t>
            </a:r>
          </a:p>
          <a:p>
            <a:r>
              <a:rPr lang="en-US" dirty="0"/>
              <a:t>It differs from the sludge in the primary sedimentation tank in that it is</a:t>
            </a:r>
          </a:p>
          <a:p>
            <a:r>
              <a:rPr lang="en-US" dirty="0"/>
              <a:t>practically inoffensive and is rich in </a:t>
            </a:r>
            <a:r>
              <a:rPr lang="en-US" dirty="0" err="1"/>
              <a:t>bacteriae</a:t>
            </a:r>
            <a:r>
              <a:rPr lang="en-US" dirty="0"/>
              <a:t>, nitrogen and phosphates. </a:t>
            </a:r>
          </a:p>
          <a:p>
            <a:r>
              <a:rPr lang="en-US" dirty="0"/>
              <a:t>It is a valuable manure, if dehydrated. </a:t>
            </a:r>
          </a:p>
          <a:p>
            <a:r>
              <a:rPr lang="en-US" dirty="0"/>
              <a:t>Part of the activated sludge is pumped back into the “aeration tanks” in the activated sludge process and the rest pumped into the sludge digestion tanks for treatment and disposal.</a:t>
            </a:r>
          </a:p>
        </p:txBody>
      </p:sp>
    </p:spTree>
    <p:extLst>
      <p:ext uri="{BB962C8B-B14F-4D97-AF65-F5344CB8AC3E}">
        <p14:creationId xmlns:p14="http://schemas.microsoft.com/office/powerpoint/2010/main" val="2597410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B0A62-A418-7428-3FEC-97D4DC83499A}"/>
              </a:ext>
            </a:extLst>
          </p:cNvPr>
          <p:cNvSpPr>
            <a:spLocks noGrp="1"/>
          </p:cNvSpPr>
          <p:nvPr>
            <p:ph type="title"/>
          </p:nvPr>
        </p:nvSpPr>
        <p:spPr/>
        <p:txBody>
          <a:bodyPr/>
          <a:lstStyle/>
          <a:p>
            <a:r>
              <a:rPr lang="en-US" dirty="0"/>
              <a:t>Sludge digestion</a:t>
            </a:r>
          </a:p>
        </p:txBody>
      </p:sp>
      <p:sp>
        <p:nvSpPr>
          <p:cNvPr id="3" name="Content Placeholder 2">
            <a:extLst>
              <a:ext uri="{FF2B5EF4-FFF2-40B4-BE49-F238E27FC236}">
                <a16:creationId xmlns:a16="http://schemas.microsoft.com/office/drawing/2014/main" id="{9D713B5B-0D95-B574-1A6D-84CC33A09535}"/>
              </a:ext>
            </a:extLst>
          </p:cNvPr>
          <p:cNvSpPr>
            <a:spLocks noGrp="1"/>
          </p:cNvSpPr>
          <p:nvPr>
            <p:ph idx="1"/>
          </p:nvPr>
        </p:nvSpPr>
        <p:spPr/>
        <p:txBody>
          <a:bodyPr>
            <a:normAutofit fontScale="77500" lnSpcReduction="20000"/>
          </a:bodyPr>
          <a:lstStyle/>
          <a:p>
            <a:r>
              <a:rPr lang="en-US" dirty="0"/>
              <a:t>One million gallons of sewage produces 15-20 tons of sludge. </a:t>
            </a:r>
          </a:p>
          <a:p>
            <a:r>
              <a:rPr lang="en-US" dirty="0"/>
              <a:t>The sludge is a thick, black mass containing 95 per cent of water, and it has a revolting </a:t>
            </a:r>
            <a:r>
              <a:rPr lang="en-US" dirty="0" err="1"/>
              <a:t>odour</a:t>
            </a:r>
            <a:r>
              <a:rPr lang="en-US" dirty="0"/>
              <a:t>. </a:t>
            </a:r>
          </a:p>
          <a:p>
            <a:r>
              <a:rPr lang="en-US" dirty="0"/>
              <a:t>Digestion : If sludge is </a:t>
            </a:r>
            <a:r>
              <a:rPr lang="en-US" dirty="0">
                <a:highlight>
                  <a:srgbClr val="FFFF00"/>
                </a:highlight>
              </a:rPr>
              <a:t>incubated under </a:t>
            </a:r>
            <a:r>
              <a:rPr lang="en-US" dirty="0" err="1">
                <a:highlight>
                  <a:srgbClr val="FFFF00"/>
                </a:highlight>
              </a:rPr>
              <a:t>favourable</a:t>
            </a:r>
            <a:r>
              <a:rPr lang="en-US" dirty="0">
                <a:highlight>
                  <a:srgbClr val="FFFF00"/>
                </a:highlight>
              </a:rPr>
              <a:t> conditions </a:t>
            </a:r>
            <a:r>
              <a:rPr lang="en-US" dirty="0"/>
              <a:t>of temperature and pH, it undergoes </a:t>
            </a:r>
            <a:r>
              <a:rPr lang="en-US" dirty="0">
                <a:highlight>
                  <a:srgbClr val="FFFF00"/>
                </a:highlight>
              </a:rPr>
              <a:t>anaerobic auto-digestion </a:t>
            </a:r>
            <a:r>
              <a:rPr lang="en-US" dirty="0"/>
              <a:t>in which complex solids are </a:t>
            </a:r>
            <a:r>
              <a:rPr lang="en-US" dirty="0">
                <a:highlight>
                  <a:srgbClr val="FFFF00"/>
                </a:highlight>
              </a:rPr>
              <a:t>broken down into water, carbon dioxide, methane and ammonia</a:t>
            </a:r>
            <a:r>
              <a:rPr lang="en-US" dirty="0"/>
              <a:t>. </a:t>
            </a:r>
          </a:p>
          <a:p>
            <a:pPr lvl="1"/>
            <a:r>
              <a:rPr lang="en-US" dirty="0"/>
              <a:t>The volume of sludge is also considerably reduced. </a:t>
            </a:r>
          </a:p>
          <a:p>
            <a:pPr lvl="1"/>
            <a:r>
              <a:rPr lang="en-US" dirty="0"/>
              <a:t>It takes 3_4 weeks or longer for complete sludge digestion. </a:t>
            </a:r>
          </a:p>
          <a:p>
            <a:pPr lvl="1"/>
            <a:r>
              <a:rPr lang="en-US" dirty="0"/>
              <a:t>The residue is in-offensive, sticky and tarry mud which will dry readily and form an excellent manure. </a:t>
            </a:r>
          </a:p>
          <a:p>
            <a:pPr lvl="1"/>
            <a:r>
              <a:rPr lang="en-US" dirty="0"/>
              <a:t>Sludge digestion is carried out in special tanks known as “sludge digestion tanks”. </a:t>
            </a:r>
          </a:p>
          <a:p>
            <a:pPr lvl="1"/>
            <a:r>
              <a:rPr lang="en-US" dirty="0"/>
              <a:t>Methane gas, which is a by-product of sludge digestion, can be used for heating and lighting purposes, </a:t>
            </a:r>
          </a:p>
          <a:p>
            <a:r>
              <a:rPr lang="en-US" dirty="0"/>
              <a:t>Sea disposal: Sea coast towns and cities can dispose of sludge by pumping it into the sea </a:t>
            </a:r>
          </a:p>
          <a:p>
            <a:r>
              <a:rPr lang="en-US" dirty="0"/>
              <a:t>Land : Sludge can be disposed off by composting with town refuse.</a:t>
            </a:r>
          </a:p>
        </p:txBody>
      </p:sp>
    </p:spTree>
    <p:extLst>
      <p:ext uri="{BB962C8B-B14F-4D97-AF65-F5344CB8AC3E}">
        <p14:creationId xmlns:p14="http://schemas.microsoft.com/office/powerpoint/2010/main" val="3507979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1A6CF-CE65-DC89-0DB4-DB5143F39B51}"/>
              </a:ext>
            </a:extLst>
          </p:cNvPr>
          <p:cNvSpPr>
            <a:spLocks noGrp="1"/>
          </p:cNvSpPr>
          <p:nvPr>
            <p:ph type="title"/>
          </p:nvPr>
        </p:nvSpPr>
        <p:spPr/>
        <p:txBody>
          <a:bodyPr/>
          <a:lstStyle/>
          <a:p>
            <a:r>
              <a:rPr lang="en-US" dirty="0"/>
              <a:t>Disposal of effluent</a:t>
            </a:r>
          </a:p>
        </p:txBody>
      </p:sp>
      <p:sp>
        <p:nvSpPr>
          <p:cNvPr id="3" name="Content Placeholder 2">
            <a:extLst>
              <a:ext uri="{FF2B5EF4-FFF2-40B4-BE49-F238E27FC236}">
                <a16:creationId xmlns:a16="http://schemas.microsoft.com/office/drawing/2014/main" id="{F1EEC071-9F55-219F-3340-6B7E852012A1}"/>
              </a:ext>
            </a:extLst>
          </p:cNvPr>
          <p:cNvSpPr>
            <a:spLocks noGrp="1"/>
          </p:cNvSpPr>
          <p:nvPr>
            <p:ph idx="1"/>
          </p:nvPr>
        </p:nvSpPr>
        <p:spPr/>
        <p:txBody>
          <a:bodyPr>
            <a:normAutofit fontScale="77500" lnSpcReduction="20000"/>
          </a:bodyPr>
          <a:lstStyle/>
          <a:p>
            <a:r>
              <a:rPr lang="en-US" dirty="0"/>
              <a:t>Disposal by dilution : Disposal into water courses such as rivers and streams is called ‘disposal by dilution’. </a:t>
            </a:r>
          </a:p>
          <a:p>
            <a:r>
              <a:rPr lang="en-US" dirty="0"/>
              <a:t>The effluent is diluted in the body of water and the impurities are oxidized by the dissolved oxygen in water. </a:t>
            </a:r>
          </a:p>
          <a:p>
            <a:r>
              <a:rPr lang="en-US" dirty="0"/>
              <a:t>The </a:t>
            </a:r>
            <a:r>
              <a:rPr lang="en-US" dirty="0">
                <a:highlight>
                  <a:srgbClr val="FFFF00"/>
                </a:highlight>
              </a:rPr>
              <a:t>diluting capacity of the river or the receiving body of water</a:t>
            </a:r>
            <a:r>
              <a:rPr lang="en-US" dirty="0"/>
              <a:t> and its dissolved oxygen contents, are important considerations before discharging the effluent into a river or any body of water. </a:t>
            </a:r>
          </a:p>
          <a:p>
            <a:r>
              <a:rPr lang="en-US" dirty="0"/>
              <a:t>Since people use river water for drinking purpose, the effluent must be </a:t>
            </a:r>
            <a:r>
              <a:rPr lang="en-US" dirty="0">
                <a:highlight>
                  <a:srgbClr val="FFFF00"/>
                </a:highlight>
              </a:rPr>
              <a:t>rendered free from pathogenic organisms</a:t>
            </a:r>
            <a:r>
              <a:rPr lang="en-US" dirty="0"/>
              <a:t> by adequate chlorination. </a:t>
            </a:r>
          </a:p>
          <a:p>
            <a:r>
              <a:rPr lang="en-US" dirty="0"/>
              <a:t>The Royal Commission in England in its Fifth Report (1908) recommended that an effluent from a sewage treatment plant should not have more than 30 mg/</a:t>
            </a:r>
            <a:r>
              <a:rPr lang="en-US" dirty="0" err="1"/>
              <a:t>litre</a:t>
            </a:r>
            <a:r>
              <a:rPr lang="en-US" dirty="0"/>
              <a:t> of suspended solids and the </a:t>
            </a:r>
            <a:r>
              <a:rPr lang="en-US" dirty="0">
                <a:highlight>
                  <a:srgbClr val="FFFF00"/>
                </a:highlight>
              </a:rPr>
              <a:t>5 day B.O.D. of the effluent including the suspended matter, should not exceed 20 mg/</a:t>
            </a:r>
            <a:r>
              <a:rPr lang="en-US" dirty="0" err="1">
                <a:highlight>
                  <a:srgbClr val="FFFF00"/>
                </a:highlight>
              </a:rPr>
              <a:t>litre</a:t>
            </a:r>
            <a:r>
              <a:rPr lang="en-US" dirty="0"/>
              <a:t>. </a:t>
            </a:r>
          </a:p>
          <a:p>
            <a:r>
              <a:rPr lang="en-US" dirty="0"/>
              <a:t>These standards assumed that the river or body of water into which the effluent passed would </a:t>
            </a:r>
            <a:r>
              <a:rPr lang="en-US" dirty="0">
                <a:highlight>
                  <a:srgbClr val="FFFF00"/>
                </a:highlight>
              </a:rPr>
              <a:t>provide an 8 :1 dilution. </a:t>
            </a:r>
          </a:p>
        </p:txBody>
      </p:sp>
    </p:spTree>
    <p:extLst>
      <p:ext uri="{BB962C8B-B14F-4D97-AF65-F5344CB8AC3E}">
        <p14:creationId xmlns:p14="http://schemas.microsoft.com/office/powerpoint/2010/main" val="1310843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1A6CF-CE65-DC89-0DB4-DB5143F39B51}"/>
              </a:ext>
            </a:extLst>
          </p:cNvPr>
          <p:cNvSpPr>
            <a:spLocks noGrp="1"/>
          </p:cNvSpPr>
          <p:nvPr>
            <p:ph type="title"/>
          </p:nvPr>
        </p:nvSpPr>
        <p:spPr/>
        <p:txBody>
          <a:bodyPr/>
          <a:lstStyle/>
          <a:p>
            <a:r>
              <a:rPr lang="en-US" dirty="0"/>
              <a:t>Disposal of effluent</a:t>
            </a:r>
          </a:p>
        </p:txBody>
      </p:sp>
      <p:sp>
        <p:nvSpPr>
          <p:cNvPr id="3" name="Content Placeholder 2">
            <a:extLst>
              <a:ext uri="{FF2B5EF4-FFF2-40B4-BE49-F238E27FC236}">
                <a16:creationId xmlns:a16="http://schemas.microsoft.com/office/drawing/2014/main" id="{F1EEC071-9F55-219F-3340-6B7E852012A1}"/>
              </a:ext>
            </a:extLst>
          </p:cNvPr>
          <p:cNvSpPr>
            <a:spLocks noGrp="1"/>
          </p:cNvSpPr>
          <p:nvPr>
            <p:ph idx="1"/>
          </p:nvPr>
        </p:nvSpPr>
        <p:spPr/>
        <p:txBody>
          <a:bodyPr>
            <a:normAutofit fontScale="85000" lnSpcReduction="10000"/>
          </a:bodyPr>
          <a:lstStyle/>
          <a:p>
            <a:r>
              <a:rPr lang="en-US" dirty="0"/>
              <a:t>During the past few years, industry has developed hundreds of new chemicals which are released into the sewerage system. Some of these chemicals are not removed by biological treatment. Consequently, the effluent may contain substances toxic to man, or substances that can kill fish, damage agriculture or interfere with the normal functioning of a stream. </a:t>
            </a:r>
          </a:p>
          <a:p>
            <a:r>
              <a:rPr lang="en-US" dirty="0"/>
              <a:t>In many places in the UK, effluent standards have been raised from the original Royal Commission values of 30 mg per </a:t>
            </a:r>
            <a:r>
              <a:rPr lang="en-US" dirty="0" err="1"/>
              <a:t>litre</a:t>
            </a:r>
            <a:r>
              <a:rPr lang="en-US" dirty="0"/>
              <a:t> of suspended solids and 20 mg per </a:t>
            </a:r>
            <a:r>
              <a:rPr lang="en-US" dirty="0" err="1"/>
              <a:t>litre</a:t>
            </a:r>
            <a:r>
              <a:rPr lang="en-US" dirty="0"/>
              <a:t> of B.O.D. to </a:t>
            </a:r>
            <a:r>
              <a:rPr lang="en-US" dirty="0">
                <a:highlight>
                  <a:srgbClr val="FFFF00"/>
                </a:highlight>
              </a:rPr>
              <a:t>10 mg per </a:t>
            </a:r>
            <a:r>
              <a:rPr lang="en-US" dirty="0" err="1">
                <a:highlight>
                  <a:srgbClr val="FFFF00"/>
                </a:highlight>
              </a:rPr>
              <a:t>litre</a:t>
            </a:r>
            <a:r>
              <a:rPr lang="en-US" dirty="0">
                <a:highlight>
                  <a:srgbClr val="FFFF00"/>
                </a:highlight>
              </a:rPr>
              <a:t> of each. </a:t>
            </a:r>
          </a:p>
          <a:p>
            <a:r>
              <a:rPr lang="en-US" dirty="0"/>
              <a:t>The World Health Organization is seized with this problem, and is fostering research in “tertiary” methods of treatment or “polishing” the effluent further, </a:t>
            </a:r>
          </a:p>
          <a:p>
            <a:pPr marL="0" indent="0">
              <a:buNone/>
            </a:pPr>
            <a:r>
              <a:rPr lang="en-US" dirty="0"/>
              <a:t>Disposal on land : If suitable land is available the effluent can be used for Irrigation purposes (e.g., the Okhla Sewage Treatment Plant in Delhi). </a:t>
            </a:r>
          </a:p>
        </p:txBody>
      </p:sp>
    </p:spTree>
    <p:extLst>
      <p:ext uri="{BB962C8B-B14F-4D97-AF65-F5344CB8AC3E}">
        <p14:creationId xmlns:p14="http://schemas.microsoft.com/office/powerpoint/2010/main" val="33299884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A8BBD-EC7B-3F8E-73FA-57BEE84E27A0}"/>
              </a:ext>
            </a:extLst>
          </p:cNvPr>
          <p:cNvSpPr>
            <a:spLocks noGrp="1"/>
          </p:cNvSpPr>
          <p:nvPr>
            <p:ph type="title"/>
          </p:nvPr>
        </p:nvSpPr>
        <p:spPr/>
        <p:txBody>
          <a:bodyPr/>
          <a:lstStyle/>
          <a:p>
            <a:r>
              <a:rPr lang="en-US" dirty="0"/>
              <a:t>Other methods</a:t>
            </a:r>
          </a:p>
        </p:txBody>
      </p:sp>
      <p:sp>
        <p:nvSpPr>
          <p:cNvPr id="3" name="Content Placeholder 2">
            <a:extLst>
              <a:ext uri="{FF2B5EF4-FFF2-40B4-BE49-F238E27FC236}">
                <a16:creationId xmlns:a16="http://schemas.microsoft.com/office/drawing/2014/main" id="{906FFB00-53AE-CE9D-69EA-AD16DBE9CECE}"/>
              </a:ext>
            </a:extLst>
          </p:cNvPr>
          <p:cNvSpPr>
            <a:spLocks noGrp="1"/>
          </p:cNvSpPr>
          <p:nvPr>
            <p:ph idx="1"/>
          </p:nvPr>
        </p:nvSpPr>
        <p:spPr/>
        <p:txBody>
          <a:bodyPr>
            <a:normAutofit fontScale="92500" lnSpcReduction="10000"/>
          </a:bodyPr>
          <a:lstStyle/>
          <a:p>
            <a:r>
              <a:rPr lang="en-US" dirty="0"/>
              <a:t>Sea outfall </a:t>
            </a:r>
          </a:p>
          <a:p>
            <a:pPr lvl="1"/>
            <a:r>
              <a:rPr lang="en-US" dirty="0"/>
              <a:t>Sea coast towns and cities may dispose of their sewage by discharging it into the sea. </a:t>
            </a:r>
          </a:p>
          <a:p>
            <a:pPr lvl="1"/>
            <a:r>
              <a:rPr lang="en-US" dirty="0"/>
              <a:t>For instance, nearly two-thirds of untreated sewage of Greater Mumbai is discharged every day into the Arabian Sea. </a:t>
            </a:r>
          </a:p>
          <a:p>
            <a:pPr lvl="1"/>
            <a:r>
              <a:rPr lang="en-US" dirty="0"/>
              <a:t>Purification takes place by dilution in the large body of sea water, and the solids get slowly oxidized. </a:t>
            </a:r>
          </a:p>
          <a:p>
            <a:pPr lvl="1"/>
            <a:r>
              <a:rPr lang="en-US" dirty="0"/>
              <a:t>The drawback of this method is that the offensive solid matter may be washed back to the shore and create public nuisance. </a:t>
            </a:r>
          </a:p>
          <a:p>
            <a:pPr lvl="1"/>
            <a:r>
              <a:rPr lang="en-US" dirty="0"/>
              <a:t>In order to prevent this, the sewage outfall is designed to discharge the sewage into deep water at many points.</a:t>
            </a:r>
          </a:p>
          <a:p>
            <a:r>
              <a:rPr lang="en-US" dirty="0"/>
              <a:t>River outfall </a:t>
            </a:r>
          </a:p>
          <a:p>
            <a:pPr lvl="1"/>
            <a:r>
              <a:rPr lang="en-US" dirty="0"/>
              <a:t>Raw sewage should never be discharged into rivers. </a:t>
            </a:r>
          </a:p>
          <a:p>
            <a:pPr lvl="1"/>
            <a:r>
              <a:rPr lang="en-US" dirty="0"/>
              <a:t>The present day practice is to purify the sewage before it is discharged into rivers. </a:t>
            </a:r>
          </a:p>
        </p:txBody>
      </p:sp>
    </p:spTree>
    <p:extLst>
      <p:ext uri="{BB962C8B-B14F-4D97-AF65-F5344CB8AC3E}">
        <p14:creationId xmlns:p14="http://schemas.microsoft.com/office/powerpoint/2010/main" val="2613420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CB9F0-1D3F-6670-BF63-6CD1C9F72233}"/>
              </a:ext>
            </a:extLst>
          </p:cNvPr>
          <p:cNvSpPr>
            <a:spLocks noGrp="1"/>
          </p:cNvSpPr>
          <p:nvPr>
            <p:ph type="title"/>
          </p:nvPr>
        </p:nvSpPr>
        <p:spPr/>
        <p:txBody>
          <a:bodyPr/>
          <a:lstStyle/>
          <a:p>
            <a:r>
              <a:rPr lang="en-US" dirty="0"/>
              <a:t>Land treatment (sewage farming)</a:t>
            </a:r>
          </a:p>
        </p:txBody>
      </p:sp>
      <p:sp>
        <p:nvSpPr>
          <p:cNvPr id="3" name="Content Placeholder 2">
            <a:extLst>
              <a:ext uri="{FF2B5EF4-FFF2-40B4-BE49-F238E27FC236}">
                <a16:creationId xmlns:a16="http://schemas.microsoft.com/office/drawing/2014/main" id="{61500741-67E9-1297-A407-E8481CB1D36E}"/>
              </a:ext>
            </a:extLst>
          </p:cNvPr>
          <p:cNvSpPr>
            <a:spLocks noGrp="1"/>
          </p:cNvSpPr>
          <p:nvPr>
            <p:ph idx="1"/>
          </p:nvPr>
        </p:nvSpPr>
        <p:spPr/>
        <p:txBody>
          <a:bodyPr>
            <a:normAutofit fontScale="77500" lnSpcReduction="20000"/>
          </a:bodyPr>
          <a:lstStyle/>
          <a:p>
            <a:r>
              <a:rPr lang="en-US" dirty="0"/>
              <a:t>Sewage may be applied to the land after grit removal, screening and a short period of settlement. </a:t>
            </a:r>
          </a:p>
          <a:p>
            <a:r>
              <a:rPr lang="en-US" dirty="0"/>
              <a:t>This type of treatment is </a:t>
            </a:r>
            <a:r>
              <a:rPr lang="en-US" dirty="0" err="1"/>
              <a:t>practised</a:t>
            </a:r>
            <a:r>
              <a:rPr lang="en-US" dirty="0"/>
              <a:t> in some Indian towns and cities and is known as Sewage Farming or Broad Irrigation. </a:t>
            </a:r>
          </a:p>
          <a:p>
            <a:r>
              <a:rPr lang="en-US" dirty="0"/>
              <a:t>An acre of land would be required to treat the sewage of 100-300 persons. </a:t>
            </a:r>
          </a:p>
          <a:p>
            <a:r>
              <a:rPr lang="en-US" dirty="0"/>
              <a:t>The land is first laid into </a:t>
            </a:r>
            <a:r>
              <a:rPr lang="en-US" dirty="0">
                <a:highlight>
                  <a:srgbClr val="FFFF00"/>
                </a:highlight>
              </a:rPr>
              <a:t>ridges and furrows</a:t>
            </a:r>
            <a:r>
              <a:rPr lang="en-US" dirty="0"/>
              <a:t>. Sewage is fed into the furrows intermittently and crops are grown on the ridges. </a:t>
            </a:r>
          </a:p>
          <a:p>
            <a:r>
              <a:rPr lang="en-US" dirty="0"/>
              <a:t>The crops that are found suitable to grow are those which </a:t>
            </a:r>
            <a:r>
              <a:rPr lang="en-US" dirty="0">
                <a:highlight>
                  <a:srgbClr val="FFFF00"/>
                </a:highlight>
              </a:rPr>
              <a:t>do not come in contact with sewage and likely to be eaten raw</a:t>
            </a:r>
            <a:r>
              <a:rPr lang="en-US" dirty="0"/>
              <a:t>. Fodder grass and potatoes seem to be the most paying crops. Fruit trees whose fruits are high above the ground (e.g., plantain) can be grown. </a:t>
            </a:r>
          </a:p>
          <a:p>
            <a:r>
              <a:rPr lang="en-US" dirty="0"/>
              <a:t>The farm should be under the direction of a competent agricultural expert. </a:t>
            </a:r>
          </a:p>
          <a:p>
            <a:r>
              <a:rPr lang="en-US" dirty="0"/>
              <a:t>Badly managed farms stink, a condition described as “sewage sickness” because of lack of sufficient aeration and rest pauses to the land. </a:t>
            </a:r>
          </a:p>
          <a:p>
            <a:r>
              <a:rPr lang="en-US" dirty="0"/>
              <a:t>Alternate methods of disposal may have to be provided during the rainy season </a:t>
            </a:r>
          </a:p>
        </p:txBody>
      </p:sp>
    </p:spTree>
    <p:extLst>
      <p:ext uri="{BB962C8B-B14F-4D97-AF65-F5344CB8AC3E}">
        <p14:creationId xmlns:p14="http://schemas.microsoft.com/office/powerpoint/2010/main" val="32934271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B3F5C-5C16-AFA7-039D-E514604F89D4}"/>
              </a:ext>
            </a:extLst>
          </p:cNvPr>
          <p:cNvSpPr>
            <a:spLocks noGrp="1"/>
          </p:cNvSpPr>
          <p:nvPr>
            <p:ph type="title"/>
          </p:nvPr>
        </p:nvSpPr>
        <p:spPr/>
        <p:txBody>
          <a:bodyPr/>
          <a:lstStyle/>
          <a:p>
            <a:r>
              <a:rPr lang="en-US" dirty="0"/>
              <a:t>Oxidation pond</a:t>
            </a:r>
          </a:p>
        </p:txBody>
      </p:sp>
      <p:sp>
        <p:nvSpPr>
          <p:cNvPr id="3" name="Content Placeholder 2">
            <a:extLst>
              <a:ext uri="{FF2B5EF4-FFF2-40B4-BE49-F238E27FC236}">
                <a16:creationId xmlns:a16="http://schemas.microsoft.com/office/drawing/2014/main" id="{2C6B939C-EC00-7596-9598-87F61D94692A}"/>
              </a:ext>
            </a:extLst>
          </p:cNvPr>
          <p:cNvSpPr>
            <a:spLocks noGrp="1"/>
          </p:cNvSpPr>
          <p:nvPr>
            <p:ph idx="1"/>
          </p:nvPr>
        </p:nvSpPr>
        <p:spPr/>
        <p:txBody>
          <a:bodyPr>
            <a:normAutofit fontScale="70000" lnSpcReduction="20000"/>
          </a:bodyPr>
          <a:lstStyle/>
          <a:p>
            <a:r>
              <a:rPr lang="en-US" dirty="0"/>
              <a:t>Aka waste stabilization pond, redox pond, sewage lagoons</a:t>
            </a:r>
          </a:p>
          <a:p>
            <a:r>
              <a:rPr lang="en-US" dirty="0"/>
              <a:t>The term “waste stabilization pond” is more appropriate. The term ‘waste* includes both sewage and industrial wastes.</a:t>
            </a:r>
          </a:p>
          <a:p>
            <a:r>
              <a:rPr lang="en-US" dirty="0"/>
              <a:t>The oxidation pond is an open, shallow pool 1 to 1.5 m (3-5 fl.) deep with an inlet and outlet </a:t>
            </a:r>
          </a:p>
          <a:p>
            <a:r>
              <a:rPr lang="en-US" dirty="0"/>
              <a:t>There must be the presence of (1) algae (2) certain types of bacteria which feed on decaying organic matter, and (3) sun-light. </a:t>
            </a:r>
          </a:p>
          <a:p>
            <a:r>
              <a:rPr lang="en-US" dirty="0"/>
              <a:t>The organic matter contained in the sewage is oxidized by bacteria (hence oxidation pond) to simple chemical compounds such as carbon dioxide, ammonia and water. </a:t>
            </a:r>
          </a:p>
          <a:p>
            <a:r>
              <a:rPr lang="en-US" dirty="0"/>
              <a:t>The algae, with the help of sunlight, utilize the carbon dioxide, water and inorganic minerals for their growth. Thus there is a mutually beneficial biological balance between the algae and bacteria in oxidation ponds.</a:t>
            </a:r>
          </a:p>
          <a:p>
            <a:r>
              <a:rPr lang="en-US" dirty="0"/>
              <a:t>Oxygen that is needed for oxidation is derived to a small extent from the atmosphere but mostly from the algae which liberates oxygen under the influence of sunlight. </a:t>
            </a:r>
          </a:p>
          <a:p>
            <a:r>
              <a:rPr lang="en-US" dirty="0"/>
              <a:t>Consequently, sunlight is an important factor in the proper functioning of oxidation ponds. Cloudy weather definitely lowers the efficiency of the process. </a:t>
            </a:r>
          </a:p>
        </p:txBody>
      </p:sp>
    </p:spTree>
    <p:extLst>
      <p:ext uri="{BB962C8B-B14F-4D97-AF65-F5344CB8AC3E}">
        <p14:creationId xmlns:p14="http://schemas.microsoft.com/office/powerpoint/2010/main" val="17095850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B3F5C-5C16-AFA7-039D-E514604F89D4}"/>
              </a:ext>
            </a:extLst>
          </p:cNvPr>
          <p:cNvSpPr>
            <a:spLocks noGrp="1"/>
          </p:cNvSpPr>
          <p:nvPr>
            <p:ph type="title"/>
          </p:nvPr>
        </p:nvSpPr>
        <p:spPr/>
        <p:txBody>
          <a:bodyPr/>
          <a:lstStyle/>
          <a:p>
            <a:r>
              <a:rPr lang="en-US" dirty="0"/>
              <a:t>Oxidation pond</a:t>
            </a:r>
          </a:p>
        </p:txBody>
      </p:sp>
      <p:sp>
        <p:nvSpPr>
          <p:cNvPr id="3" name="Content Placeholder 2">
            <a:extLst>
              <a:ext uri="{FF2B5EF4-FFF2-40B4-BE49-F238E27FC236}">
                <a16:creationId xmlns:a16="http://schemas.microsoft.com/office/drawing/2014/main" id="{2C6B939C-EC00-7596-9598-87F61D94692A}"/>
              </a:ext>
            </a:extLst>
          </p:cNvPr>
          <p:cNvSpPr>
            <a:spLocks noGrp="1"/>
          </p:cNvSpPr>
          <p:nvPr>
            <p:ph idx="1"/>
          </p:nvPr>
        </p:nvSpPr>
        <p:spPr/>
        <p:txBody>
          <a:bodyPr>
            <a:normAutofit fontScale="85000" lnSpcReduction="20000"/>
          </a:bodyPr>
          <a:lstStyle/>
          <a:p>
            <a:r>
              <a:rPr lang="en-US" dirty="0"/>
              <a:t>The oxidation ponds are predominantly aerobic during sunshine hours as well as some hours of the night. In the remaining hours of the night, the bottom layers are generally anaerobic.</a:t>
            </a:r>
          </a:p>
          <a:p>
            <a:r>
              <a:rPr lang="en-US" dirty="0"/>
              <a:t>Thus the sewage purification in oxidation ponds is brought about by a combination of aerobic and anaerobic types of bacteria. </a:t>
            </a:r>
          </a:p>
          <a:p>
            <a:r>
              <a:rPr lang="en-US" dirty="0"/>
              <a:t>The effluent may be used for growing vegetable crops (land irrigation) or may be discharged into a river or other water courses after appropriate treatment. </a:t>
            </a:r>
          </a:p>
          <a:p>
            <a:r>
              <a:rPr lang="en-US" dirty="0"/>
              <a:t>Mosquito nuisance is avoided by keeping weed growth in the </a:t>
            </a:r>
            <a:r>
              <a:rPr lang="en-US" dirty="0" err="1"/>
              <a:t>neighbourhood</a:t>
            </a:r>
            <a:r>
              <a:rPr lang="en-US" dirty="0"/>
              <a:t> of oxidation ponds to a minimum and the water line free from marginal vegetation. </a:t>
            </a:r>
          </a:p>
          <a:p>
            <a:r>
              <a:rPr lang="en-US" dirty="0"/>
              <a:t>There is no </a:t>
            </a:r>
            <a:r>
              <a:rPr lang="en-US" dirty="0" err="1"/>
              <a:t>odour</a:t>
            </a:r>
            <a:r>
              <a:rPr lang="en-US" dirty="0"/>
              <a:t> nuisance associated with these ponds when they are properly maintained. </a:t>
            </a:r>
          </a:p>
          <a:p>
            <a:r>
              <a:rPr lang="en-US" dirty="0"/>
              <a:t>Oxidation ponds have become an established method of purifying sewage for small communities </a:t>
            </a:r>
          </a:p>
        </p:txBody>
      </p:sp>
    </p:spTree>
    <p:extLst>
      <p:ext uri="{BB962C8B-B14F-4D97-AF65-F5344CB8AC3E}">
        <p14:creationId xmlns:p14="http://schemas.microsoft.com/office/powerpoint/2010/main" val="25273800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BB7C5-FB36-7DAA-FE70-A3CF6535A930}"/>
              </a:ext>
            </a:extLst>
          </p:cNvPr>
          <p:cNvSpPr>
            <a:spLocks noGrp="1"/>
          </p:cNvSpPr>
          <p:nvPr>
            <p:ph type="title"/>
          </p:nvPr>
        </p:nvSpPr>
        <p:spPr/>
        <p:txBody>
          <a:bodyPr/>
          <a:lstStyle/>
          <a:p>
            <a:r>
              <a:rPr lang="en-US" dirty="0"/>
              <a:t>Social aspects of excreta disposal</a:t>
            </a:r>
          </a:p>
        </p:txBody>
      </p:sp>
      <p:sp>
        <p:nvSpPr>
          <p:cNvPr id="3" name="Content Placeholder 2">
            <a:extLst>
              <a:ext uri="{FF2B5EF4-FFF2-40B4-BE49-F238E27FC236}">
                <a16:creationId xmlns:a16="http://schemas.microsoft.com/office/drawing/2014/main" id="{4E45B55D-1380-C3CA-14DE-B3BBA879E549}"/>
              </a:ext>
            </a:extLst>
          </p:cNvPr>
          <p:cNvSpPr>
            <a:spLocks noGrp="1"/>
          </p:cNvSpPr>
          <p:nvPr>
            <p:ph idx="1"/>
          </p:nvPr>
        </p:nvSpPr>
        <p:spPr/>
        <p:txBody>
          <a:bodyPr>
            <a:normAutofit fontScale="77500" lnSpcReduction="20000"/>
          </a:bodyPr>
          <a:lstStyle/>
          <a:p>
            <a:r>
              <a:rPr lang="en-US" dirty="0"/>
              <a:t>Surveys have shown that substantial per cent of the population “go to the open fields” for defecation. </a:t>
            </a:r>
          </a:p>
          <a:p>
            <a:r>
              <a:rPr lang="en-US" dirty="0"/>
              <a:t>This habit of indiscriminate fouling of the surroundings with human excrement is generations-old, and rooted firmly in the cultural </a:t>
            </a:r>
            <a:r>
              <a:rPr lang="en-US" dirty="0" err="1"/>
              <a:t>behaviour</a:t>
            </a:r>
            <a:r>
              <a:rPr lang="en-US" dirty="0"/>
              <a:t> of the village people. </a:t>
            </a:r>
          </a:p>
          <a:p>
            <a:r>
              <a:rPr lang="en-US" dirty="0"/>
              <a:t>In urban areas, the latrine is considered a necessary part of a house. </a:t>
            </a:r>
          </a:p>
          <a:p>
            <a:r>
              <a:rPr lang="en-US" dirty="0"/>
              <a:t>In rural areas, by and large, people have not accepted latrines with any enthusiasm, and even when installed only a few used them regularly. </a:t>
            </a:r>
          </a:p>
          <a:p>
            <a:r>
              <a:rPr lang="en-US" dirty="0"/>
              <a:t>The solution to the problem lies in teaching the people first the reasons why latrines are important. </a:t>
            </a:r>
          </a:p>
          <a:p>
            <a:r>
              <a:rPr lang="en-US" dirty="0"/>
              <a:t>The teaching should be undertaken by all known methods of health education - direct discussion, group discussion, latrine demonstration, and use of visual aids and above all service facilities. </a:t>
            </a:r>
          </a:p>
          <a:p>
            <a:r>
              <a:rPr lang="en-US" dirty="0"/>
              <a:t>The ultimate goal of health education will be to motivate the rural people towards acceptance and use of sanitary latrines. </a:t>
            </a:r>
          </a:p>
        </p:txBody>
      </p:sp>
    </p:spTree>
    <p:extLst>
      <p:ext uri="{BB962C8B-B14F-4D97-AF65-F5344CB8AC3E}">
        <p14:creationId xmlns:p14="http://schemas.microsoft.com/office/powerpoint/2010/main" val="23896434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BB7C5-FB36-7DAA-FE70-A3CF6535A930}"/>
              </a:ext>
            </a:extLst>
          </p:cNvPr>
          <p:cNvSpPr>
            <a:spLocks noGrp="1"/>
          </p:cNvSpPr>
          <p:nvPr>
            <p:ph type="title"/>
          </p:nvPr>
        </p:nvSpPr>
        <p:spPr/>
        <p:txBody>
          <a:bodyPr/>
          <a:lstStyle/>
          <a:p>
            <a:r>
              <a:rPr lang="en-US" dirty="0"/>
              <a:t>Social aspects of excreta disposal</a:t>
            </a:r>
          </a:p>
        </p:txBody>
      </p:sp>
      <p:sp>
        <p:nvSpPr>
          <p:cNvPr id="3" name="Content Placeholder 2">
            <a:extLst>
              <a:ext uri="{FF2B5EF4-FFF2-40B4-BE49-F238E27FC236}">
                <a16:creationId xmlns:a16="http://schemas.microsoft.com/office/drawing/2014/main" id="{4E45B55D-1380-C3CA-14DE-B3BBA879E549}"/>
              </a:ext>
            </a:extLst>
          </p:cNvPr>
          <p:cNvSpPr>
            <a:spLocks noGrp="1"/>
          </p:cNvSpPr>
          <p:nvPr>
            <p:ph idx="1"/>
          </p:nvPr>
        </p:nvSpPr>
        <p:spPr/>
        <p:txBody>
          <a:bodyPr>
            <a:normAutofit/>
          </a:bodyPr>
          <a:lstStyle/>
          <a:p>
            <a:r>
              <a:rPr lang="en-US" dirty="0"/>
              <a:t>Social scientists have listed the reasons why villagers do not accept latrines. </a:t>
            </a:r>
          </a:p>
          <a:p>
            <a:r>
              <a:rPr lang="en-US" dirty="0"/>
              <a:t>Latrines are associated with bad smell</a:t>
            </a:r>
          </a:p>
          <a:p>
            <a:r>
              <a:rPr lang="en-US" dirty="0"/>
              <a:t>They are the breeding places of flies </a:t>
            </a:r>
          </a:p>
          <a:p>
            <a:r>
              <a:rPr lang="en-US" dirty="0"/>
              <a:t>They are something foul and dirty so that one should not have them close to houses</a:t>
            </a:r>
          </a:p>
          <a:p>
            <a:r>
              <a:rPr lang="en-US" dirty="0"/>
              <a:t>Latrines are costly and beyond their means to install</a:t>
            </a:r>
          </a:p>
          <a:p>
            <a:r>
              <a:rPr lang="en-US" dirty="0"/>
              <a:t>They do not know how </a:t>
            </a:r>
            <a:r>
              <a:rPr lang="en-US" dirty="0" err="1"/>
              <a:t>faecal</a:t>
            </a:r>
            <a:r>
              <a:rPr lang="en-US" dirty="0"/>
              <a:t>-borne diseases are spread. </a:t>
            </a:r>
          </a:p>
          <a:p>
            <a:r>
              <a:rPr lang="en-US" dirty="0"/>
              <a:t>Using a latrine goes against a daily habit pattern of going to the fields. </a:t>
            </a:r>
          </a:p>
        </p:txBody>
      </p:sp>
    </p:spTree>
    <p:extLst>
      <p:ext uri="{BB962C8B-B14F-4D97-AF65-F5344CB8AC3E}">
        <p14:creationId xmlns:p14="http://schemas.microsoft.com/office/powerpoint/2010/main" val="22580580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E2B2D-2078-A95B-D8AA-9A592E4066C3}"/>
              </a:ext>
            </a:extLst>
          </p:cNvPr>
          <p:cNvSpPr>
            <a:spLocks noGrp="1"/>
          </p:cNvSpPr>
          <p:nvPr>
            <p:ph type="title"/>
          </p:nvPr>
        </p:nvSpPr>
        <p:spPr/>
        <p:txBody>
          <a:bodyPr/>
          <a:lstStyle/>
          <a:p>
            <a:r>
              <a:rPr lang="en-US" dirty="0"/>
              <a:t>Surface water drainage in urban areas</a:t>
            </a:r>
          </a:p>
        </p:txBody>
      </p:sp>
      <p:sp>
        <p:nvSpPr>
          <p:cNvPr id="3" name="Content Placeholder 2">
            <a:extLst>
              <a:ext uri="{FF2B5EF4-FFF2-40B4-BE49-F238E27FC236}">
                <a16:creationId xmlns:a16="http://schemas.microsoft.com/office/drawing/2014/main" id="{0769815B-9420-E314-8B6B-F26C40394CDE}"/>
              </a:ext>
            </a:extLst>
          </p:cNvPr>
          <p:cNvSpPr>
            <a:spLocks noGrp="1"/>
          </p:cNvSpPr>
          <p:nvPr>
            <p:ph idx="1"/>
          </p:nvPr>
        </p:nvSpPr>
        <p:spPr/>
        <p:txBody>
          <a:bodyPr/>
          <a:lstStyle/>
          <a:p>
            <a:r>
              <a:rPr lang="en-US" dirty="0"/>
              <a:t>Set out regular plots before house building starts in an area, </a:t>
            </a:r>
          </a:p>
          <a:p>
            <a:r>
              <a:rPr lang="en-US" dirty="0"/>
              <a:t>Leaving space for well-aligned roads.</a:t>
            </a:r>
          </a:p>
          <a:p>
            <a:r>
              <a:rPr lang="en-US" dirty="0"/>
              <a:t>Adequate road width and alignment will make it much easier to build drains when they are needed later.</a:t>
            </a:r>
          </a:p>
        </p:txBody>
      </p:sp>
    </p:spTree>
    <p:extLst>
      <p:ext uri="{BB962C8B-B14F-4D97-AF65-F5344CB8AC3E}">
        <p14:creationId xmlns:p14="http://schemas.microsoft.com/office/powerpoint/2010/main" val="3011865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erial view of a highway near the ocean">
            <a:extLst>
              <a:ext uri="{FF2B5EF4-FFF2-40B4-BE49-F238E27FC236}">
                <a16:creationId xmlns:a16="http://schemas.microsoft.com/office/drawing/2014/main" id="{3F834A32-A1E1-71AF-FE25-A6CF99D8ACDB}"/>
              </a:ext>
            </a:extLst>
          </p:cNvPr>
          <p:cNvPicPr>
            <a:picLocks noChangeAspect="1"/>
          </p:cNvPicPr>
          <p:nvPr/>
        </p:nvPicPr>
        <p:blipFill>
          <a:blip r:embed="rId2"/>
          <a:srcRect t="11672" b="13006"/>
          <a:stretch/>
        </p:blipFill>
        <p:spPr>
          <a:xfrm>
            <a:off x="20" y="-7619"/>
            <a:ext cx="12191979" cy="6887364"/>
          </a:xfrm>
          <a:prstGeom prst="rect">
            <a:avLst/>
          </a:prstGeom>
        </p:spPr>
      </p:pic>
      <p:sp>
        <p:nvSpPr>
          <p:cNvPr id="9" name="Rectangle 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20"/>
            <a:ext cx="5566593" cy="6887364"/>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4067CD3-146F-6228-E362-39AA720C2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63442" y="855815"/>
            <a:ext cx="6887365" cy="5160474"/>
          </a:xfrm>
          <a:prstGeom prst="rect">
            <a:avLst/>
          </a:prstGeom>
          <a:gradFill flip="none" rotWithShape="1">
            <a:gsLst>
              <a:gs pos="0">
                <a:schemeClr val="accent5">
                  <a:lumMod val="75000"/>
                  <a:alpha val="91000"/>
                </a:schemeClr>
              </a:gs>
              <a:gs pos="83000">
                <a:schemeClr val="accent5">
                  <a:alpha val="0"/>
                </a:schemeClr>
              </a:gs>
            </a:gsLst>
            <a:lin ang="51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271C7E5C-A0F8-E9FA-56DB-31A257FD4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7648"/>
            <a:ext cx="2079513" cy="6865647"/>
          </a:xfrm>
          <a:prstGeom prst="rect">
            <a:avLst/>
          </a:prstGeom>
          <a:gradFill flip="none" rotWithShape="1">
            <a:gsLst>
              <a:gs pos="5000">
                <a:schemeClr val="accent5"/>
              </a:gs>
              <a:gs pos="49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3F70A3C-4474-2A39-470C-FD55A8837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706777" y="3068761"/>
            <a:ext cx="4504659" cy="3789239"/>
          </a:xfrm>
          <a:prstGeom prst="rect">
            <a:avLst/>
          </a:prstGeom>
          <a:gradFill flip="none" rotWithShape="1">
            <a:gsLst>
              <a:gs pos="0">
                <a:schemeClr val="accent5"/>
              </a:gs>
              <a:gs pos="60000">
                <a:schemeClr val="accent5">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AC3F7D4-9613-0E1F-901C-98FE831DE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74557" y="-6485"/>
            <a:ext cx="3427160" cy="6879745"/>
          </a:xfrm>
          <a:prstGeom prst="rect">
            <a:avLst/>
          </a:prstGeom>
          <a:gradFill flip="none" rotWithShape="1">
            <a:gsLst>
              <a:gs pos="5000">
                <a:schemeClr val="accent2"/>
              </a:gs>
              <a:gs pos="49000">
                <a:schemeClr val="accent5">
                  <a:lumMod val="60000"/>
                  <a:lumOff val="40000"/>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FD5167C-AF48-26F0-7A9F-3F7643374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64705" y="-1061856"/>
            <a:ext cx="3682024" cy="12211438"/>
          </a:xfrm>
          <a:prstGeom prst="rect">
            <a:avLst/>
          </a:prstGeom>
          <a:gradFill>
            <a:gsLst>
              <a:gs pos="0">
                <a:schemeClr val="accent5"/>
              </a:gs>
              <a:gs pos="65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7B30A01-FCA8-86A5-A840-C32A3BE2E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 y="-7639"/>
            <a:ext cx="4879823" cy="6887373"/>
          </a:xfrm>
          <a:prstGeom prst="rect">
            <a:avLst/>
          </a:prstGeom>
          <a:gradFill>
            <a:gsLst>
              <a:gs pos="0">
                <a:schemeClr val="accent2">
                  <a:alpha val="70000"/>
                </a:schemeClr>
              </a:gs>
              <a:gs pos="44000">
                <a:schemeClr val="accent5">
                  <a:lumMod val="60000"/>
                  <a:lumOff val="40000"/>
                  <a:alpha val="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398A2D-1331-06DC-EAE1-59A602343029}"/>
              </a:ext>
            </a:extLst>
          </p:cNvPr>
          <p:cNvSpPr>
            <a:spLocks noGrp="1"/>
          </p:cNvSpPr>
          <p:nvPr>
            <p:ph type="title"/>
          </p:nvPr>
        </p:nvSpPr>
        <p:spPr>
          <a:xfrm>
            <a:off x="859028" y="2155188"/>
            <a:ext cx="4160233" cy="2839273"/>
          </a:xfrm>
        </p:spPr>
        <p:txBody>
          <a:bodyPr vert="horz" lIns="91440" tIns="45720" rIns="91440" bIns="45720" rtlCol="0" anchor="b">
            <a:normAutofit/>
          </a:bodyPr>
          <a:lstStyle/>
          <a:p>
            <a:r>
              <a:rPr lang="en-US" sz="4000" dirty="0">
                <a:solidFill>
                  <a:srgbClr val="FFFFFF"/>
                </a:solidFill>
              </a:rPr>
              <a:t>Thank you</a:t>
            </a:r>
          </a:p>
        </p:txBody>
      </p:sp>
    </p:spTree>
    <p:extLst>
      <p:ext uri="{BB962C8B-B14F-4D97-AF65-F5344CB8AC3E}">
        <p14:creationId xmlns:p14="http://schemas.microsoft.com/office/powerpoint/2010/main" val="34354975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191</TotalTime>
  <Words>4198</Words>
  <Application>Microsoft Office PowerPoint</Application>
  <PresentationFormat>Widescreen</PresentationFormat>
  <Paragraphs>226</Paragraphs>
  <Slides>33</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33</vt:i4>
      </vt:variant>
    </vt:vector>
  </HeadingPairs>
  <TitlesOfParts>
    <vt:vector size="38" baseType="lpstr">
      <vt:lpstr>Aptos</vt:lpstr>
      <vt:lpstr>Arial</vt:lpstr>
      <vt:lpstr>Times New Roman</vt:lpstr>
      <vt:lpstr>Office Theme</vt:lpstr>
      <vt:lpstr>1_Office Theme</vt:lpstr>
      <vt:lpstr>Sewerage system</vt:lpstr>
      <vt:lpstr>Water carriage system / sewerage system</vt:lpstr>
      <vt:lpstr>Elements</vt:lpstr>
      <vt:lpstr>Household sanitary fittings</vt:lpstr>
      <vt:lpstr>Household sanitary fittings</vt:lpstr>
      <vt:lpstr>PowerPoint Presentation</vt:lpstr>
      <vt:lpstr>Sewer appurtenances</vt:lpstr>
      <vt:lpstr>Sewage</vt:lpstr>
      <vt:lpstr>Health aspects</vt:lpstr>
      <vt:lpstr>Composition of sewage</vt:lpstr>
      <vt:lpstr>Aim of sewage purification</vt:lpstr>
      <vt:lpstr>Aim of sewage purification</vt:lpstr>
      <vt:lpstr>Decomposition of organic matter</vt:lpstr>
      <vt:lpstr>Modern sewage treatment</vt:lpstr>
      <vt:lpstr>Screening</vt:lpstr>
      <vt:lpstr>Grit Chamber</vt:lpstr>
      <vt:lpstr>Primary treatment</vt:lpstr>
      <vt:lpstr>Secondary treatment</vt:lpstr>
      <vt:lpstr>Trickling filter method</vt:lpstr>
      <vt:lpstr>Activated sludge process</vt:lpstr>
      <vt:lpstr>Activated sludge process</vt:lpstr>
      <vt:lpstr>Secondary sedimentation</vt:lpstr>
      <vt:lpstr>Sludge digestion</vt:lpstr>
      <vt:lpstr>Disposal of effluent</vt:lpstr>
      <vt:lpstr>Disposal of effluent</vt:lpstr>
      <vt:lpstr>Other methods</vt:lpstr>
      <vt:lpstr>Land treatment (sewage farming)</vt:lpstr>
      <vt:lpstr>Oxidation pond</vt:lpstr>
      <vt:lpstr>Oxidation pond</vt:lpstr>
      <vt:lpstr>Social aspects of excreta disposal</vt:lpstr>
      <vt:lpstr>Social aspects of excreta disposal</vt:lpstr>
      <vt:lpstr>Surface water drainage in urban areas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mukul maheshwari</dc:creator>
  <cp:lastModifiedBy>mukul maheshwari</cp:lastModifiedBy>
  <cp:revision>1</cp:revision>
  <dcterms:created xsi:type="dcterms:W3CDTF">2024-09-18T13:55:10Z</dcterms:created>
  <dcterms:modified xsi:type="dcterms:W3CDTF">2024-09-18T18:59:39Z</dcterms:modified>
</cp:coreProperties>
</file>