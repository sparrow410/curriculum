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80" r:id="rId4"/>
    <p:sldId id="257" r:id="rId5"/>
    <p:sldId id="281" r:id="rId6"/>
    <p:sldId id="282" r:id="rId7"/>
    <p:sldId id="283" r:id="rId8"/>
    <p:sldId id="284" r:id="rId9"/>
    <p:sldId id="28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CD97D8-8E39-48BC-9923-9A3D08061B58}" v="2" dt="2024-06-24T15:38:40.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96" y="1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C3CD97D8-8E39-48BC-9923-9A3D08061B58}"/>
    <pc:docChg chg="undo redo custSel addSld modSld">
      <pc:chgData name="mukul maheshwari" userId="12cb43e2ca5f0d2c" providerId="LiveId" clId="{C3CD97D8-8E39-48BC-9923-9A3D08061B58}" dt="2024-06-24T16:12:17.455" v="417" actId="33524"/>
      <pc:docMkLst>
        <pc:docMk/>
      </pc:docMkLst>
      <pc:sldChg chg="modSp new mod">
        <pc:chgData name="mukul maheshwari" userId="12cb43e2ca5f0d2c" providerId="LiveId" clId="{C3CD97D8-8E39-48BC-9923-9A3D08061B58}" dt="2024-06-24T11:34:27.078" v="33" actId="16037"/>
        <pc:sldMkLst>
          <pc:docMk/>
          <pc:sldMk cId="708354134" sldId="256"/>
        </pc:sldMkLst>
        <pc:spChg chg="mod">
          <ac:chgData name="mukul maheshwari" userId="12cb43e2ca5f0d2c" providerId="LiveId" clId="{C3CD97D8-8E39-48BC-9923-9A3D08061B58}" dt="2024-06-24T11:34:27.078" v="33" actId="16037"/>
          <ac:spMkLst>
            <pc:docMk/>
            <pc:sldMk cId="708354134" sldId="256"/>
            <ac:spMk id="2" creationId="{0DFD0D98-B706-621D-AFAF-B25A414038CB}"/>
          </ac:spMkLst>
        </pc:spChg>
      </pc:sldChg>
      <pc:sldChg chg="modSp new mod">
        <pc:chgData name="mukul maheshwari" userId="12cb43e2ca5f0d2c" providerId="LiveId" clId="{C3CD97D8-8E39-48BC-9923-9A3D08061B58}" dt="2024-06-24T15:46:26.219" v="101" actId="313"/>
        <pc:sldMkLst>
          <pc:docMk/>
          <pc:sldMk cId="235092129" sldId="257"/>
        </pc:sldMkLst>
        <pc:spChg chg="mod">
          <ac:chgData name="mukul maheshwari" userId="12cb43e2ca5f0d2c" providerId="LiveId" clId="{C3CD97D8-8E39-48BC-9923-9A3D08061B58}" dt="2024-06-24T15:38:29.076" v="51" actId="20577"/>
          <ac:spMkLst>
            <pc:docMk/>
            <pc:sldMk cId="235092129" sldId="257"/>
            <ac:spMk id="2" creationId="{3744DD78-3A8D-DAB8-BB59-E691F56B5B3D}"/>
          </ac:spMkLst>
        </pc:spChg>
        <pc:spChg chg="mod">
          <ac:chgData name="mukul maheshwari" userId="12cb43e2ca5f0d2c" providerId="LiveId" clId="{C3CD97D8-8E39-48BC-9923-9A3D08061B58}" dt="2024-06-24T15:46:26.219" v="101" actId="313"/>
          <ac:spMkLst>
            <pc:docMk/>
            <pc:sldMk cId="235092129" sldId="257"/>
            <ac:spMk id="3" creationId="{FEA7DEF8-0873-A17D-430A-7AEE291E85C3}"/>
          </ac:spMkLst>
        </pc:spChg>
      </pc:sldChg>
      <pc:sldChg chg="add">
        <pc:chgData name="mukul maheshwari" userId="12cb43e2ca5f0d2c" providerId="LiveId" clId="{C3CD97D8-8E39-48BC-9923-9A3D08061B58}" dt="2024-06-24T15:38:40.802" v="53"/>
        <pc:sldMkLst>
          <pc:docMk/>
          <pc:sldMk cId="2637644538" sldId="279"/>
        </pc:sldMkLst>
      </pc:sldChg>
      <pc:sldChg chg="delSp add setBg delDesignElem">
        <pc:chgData name="mukul maheshwari" userId="12cb43e2ca5f0d2c" providerId="LiveId" clId="{C3CD97D8-8E39-48BC-9923-9A3D08061B58}" dt="2024-06-24T15:38:40.802" v="53"/>
        <pc:sldMkLst>
          <pc:docMk/>
          <pc:sldMk cId="2818562558" sldId="280"/>
        </pc:sldMkLst>
        <pc:spChg chg="del">
          <ac:chgData name="mukul maheshwari" userId="12cb43e2ca5f0d2c" providerId="LiveId" clId="{C3CD97D8-8E39-48BC-9923-9A3D08061B58}" dt="2024-06-24T15:38:40.802" v="53"/>
          <ac:spMkLst>
            <pc:docMk/>
            <pc:sldMk cId="2818562558" sldId="280"/>
            <ac:spMk id="15" creationId="{42A4FC2C-047E-45A5-965D-8E1E3BF09BC6}"/>
          </ac:spMkLst>
        </pc:spChg>
      </pc:sldChg>
      <pc:sldChg chg="addSp delSp modSp new mod setBg">
        <pc:chgData name="mukul maheshwari" userId="12cb43e2ca5f0d2c" providerId="LiveId" clId="{C3CD97D8-8E39-48BC-9923-9A3D08061B58}" dt="2024-06-24T16:03:33.831" v="258" actId="403"/>
        <pc:sldMkLst>
          <pc:docMk/>
          <pc:sldMk cId="1445687876" sldId="281"/>
        </pc:sldMkLst>
        <pc:spChg chg="mod">
          <ac:chgData name="mukul maheshwari" userId="12cb43e2ca5f0d2c" providerId="LiveId" clId="{C3CD97D8-8E39-48BC-9923-9A3D08061B58}" dt="2024-06-24T16:03:25.032" v="256" actId="26606"/>
          <ac:spMkLst>
            <pc:docMk/>
            <pc:sldMk cId="1445687876" sldId="281"/>
            <ac:spMk id="2" creationId="{8B90E605-5E3F-3159-D6AB-8747C7C43795}"/>
          </ac:spMkLst>
        </pc:spChg>
        <pc:spChg chg="mod">
          <ac:chgData name="mukul maheshwari" userId="12cb43e2ca5f0d2c" providerId="LiveId" clId="{C3CD97D8-8E39-48BC-9923-9A3D08061B58}" dt="2024-06-24T16:03:33.831" v="258" actId="403"/>
          <ac:spMkLst>
            <pc:docMk/>
            <pc:sldMk cId="1445687876" sldId="281"/>
            <ac:spMk id="3" creationId="{3005E2BE-B168-B1E1-1359-45BDE11F1486}"/>
          </ac:spMkLst>
        </pc:spChg>
        <pc:spChg chg="add del">
          <ac:chgData name="mukul maheshwari" userId="12cb43e2ca5f0d2c" providerId="LiveId" clId="{C3CD97D8-8E39-48BC-9923-9A3D08061B58}" dt="2024-06-24T16:03:18.482" v="254" actId="22"/>
          <ac:spMkLst>
            <pc:docMk/>
            <pc:sldMk cId="1445687876" sldId="281"/>
            <ac:spMk id="7" creationId="{DD0AF1CE-89EE-C707-5EB4-6ACA88ED0181}"/>
          </ac:spMkLst>
        </pc:spChg>
        <pc:spChg chg="add">
          <ac:chgData name="mukul maheshwari" userId="12cb43e2ca5f0d2c" providerId="LiveId" clId="{C3CD97D8-8E39-48BC-9923-9A3D08061B58}" dt="2024-06-24T16:03:25.032" v="256" actId="26606"/>
          <ac:spMkLst>
            <pc:docMk/>
            <pc:sldMk cId="1445687876" sldId="281"/>
            <ac:spMk id="14" creationId="{45D37F4E-DDB4-456B-97E0-9937730A039F}"/>
          </ac:spMkLst>
        </pc:spChg>
        <pc:spChg chg="add">
          <ac:chgData name="mukul maheshwari" userId="12cb43e2ca5f0d2c" providerId="LiveId" clId="{C3CD97D8-8E39-48BC-9923-9A3D08061B58}" dt="2024-06-24T16:03:25.032" v="256" actId="26606"/>
          <ac:spMkLst>
            <pc:docMk/>
            <pc:sldMk cId="1445687876" sldId="281"/>
            <ac:spMk id="16" creationId="{B2DD41CD-8F47-4F56-AD12-4E2FF7696987}"/>
          </ac:spMkLst>
        </pc:spChg>
        <pc:picChg chg="add del">
          <ac:chgData name="mukul maheshwari" userId="12cb43e2ca5f0d2c" providerId="LiveId" clId="{C3CD97D8-8E39-48BC-9923-9A3D08061B58}" dt="2024-06-24T15:49:46.570" v="119" actId="21"/>
          <ac:picMkLst>
            <pc:docMk/>
            <pc:sldMk cId="1445687876" sldId="281"/>
            <ac:picMk id="5" creationId="{C1D11855-978C-03D3-78DE-BE021EB779EF}"/>
          </ac:picMkLst>
        </pc:picChg>
        <pc:picChg chg="add mod">
          <ac:chgData name="mukul maheshwari" userId="12cb43e2ca5f0d2c" providerId="LiveId" clId="{C3CD97D8-8E39-48BC-9923-9A3D08061B58}" dt="2024-06-24T16:03:25.032" v="256" actId="26606"/>
          <ac:picMkLst>
            <pc:docMk/>
            <pc:sldMk cId="1445687876" sldId="281"/>
            <ac:picMk id="9" creationId="{5669C13C-3978-9C28-E1BE-B6AD3C7C514B}"/>
          </ac:picMkLst>
        </pc:picChg>
      </pc:sldChg>
      <pc:sldChg chg="modSp new mod">
        <pc:chgData name="mukul maheshwari" userId="12cb43e2ca5f0d2c" providerId="LiveId" clId="{C3CD97D8-8E39-48BC-9923-9A3D08061B58}" dt="2024-06-24T16:00:57.816" v="252" actId="20577"/>
        <pc:sldMkLst>
          <pc:docMk/>
          <pc:sldMk cId="3234206005" sldId="282"/>
        </pc:sldMkLst>
        <pc:spChg chg="mod">
          <ac:chgData name="mukul maheshwari" userId="12cb43e2ca5f0d2c" providerId="LiveId" clId="{C3CD97D8-8E39-48BC-9923-9A3D08061B58}" dt="2024-06-24T15:55:50.400" v="184" actId="20577"/>
          <ac:spMkLst>
            <pc:docMk/>
            <pc:sldMk cId="3234206005" sldId="282"/>
            <ac:spMk id="2" creationId="{2B60DCEB-F088-5B98-87C5-16148969E9C2}"/>
          </ac:spMkLst>
        </pc:spChg>
        <pc:spChg chg="mod">
          <ac:chgData name="mukul maheshwari" userId="12cb43e2ca5f0d2c" providerId="LiveId" clId="{C3CD97D8-8E39-48BC-9923-9A3D08061B58}" dt="2024-06-24T16:00:57.816" v="252" actId="20577"/>
          <ac:spMkLst>
            <pc:docMk/>
            <pc:sldMk cId="3234206005" sldId="282"/>
            <ac:spMk id="3" creationId="{4150DCA9-849D-58B7-D1EF-C091BEC59DE3}"/>
          </ac:spMkLst>
        </pc:spChg>
      </pc:sldChg>
      <pc:sldChg chg="modSp new mod">
        <pc:chgData name="mukul maheshwari" userId="12cb43e2ca5f0d2c" providerId="LiveId" clId="{C3CD97D8-8E39-48BC-9923-9A3D08061B58}" dt="2024-06-24T16:06:06.458" v="322" actId="20577"/>
        <pc:sldMkLst>
          <pc:docMk/>
          <pc:sldMk cId="1240958644" sldId="283"/>
        </pc:sldMkLst>
        <pc:spChg chg="mod">
          <ac:chgData name="mukul maheshwari" userId="12cb43e2ca5f0d2c" providerId="LiveId" clId="{C3CD97D8-8E39-48BC-9923-9A3D08061B58}" dt="2024-06-24T16:03:53.436" v="280" actId="20577"/>
          <ac:spMkLst>
            <pc:docMk/>
            <pc:sldMk cId="1240958644" sldId="283"/>
            <ac:spMk id="2" creationId="{596EA820-AC87-332A-91A7-ED4500808B45}"/>
          </ac:spMkLst>
        </pc:spChg>
        <pc:spChg chg="mod">
          <ac:chgData name="mukul maheshwari" userId="12cb43e2ca5f0d2c" providerId="LiveId" clId="{C3CD97D8-8E39-48BC-9923-9A3D08061B58}" dt="2024-06-24T16:06:06.458" v="322" actId="20577"/>
          <ac:spMkLst>
            <pc:docMk/>
            <pc:sldMk cId="1240958644" sldId="283"/>
            <ac:spMk id="3" creationId="{458BEB5D-B7BC-2729-CD92-6DD421C5B0FD}"/>
          </ac:spMkLst>
        </pc:spChg>
      </pc:sldChg>
      <pc:sldChg chg="modSp new mod">
        <pc:chgData name="mukul maheshwari" userId="12cb43e2ca5f0d2c" providerId="LiveId" clId="{C3CD97D8-8E39-48BC-9923-9A3D08061B58}" dt="2024-06-24T16:07:56.687" v="362" actId="20577"/>
        <pc:sldMkLst>
          <pc:docMk/>
          <pc:sldMk cId="1855824958" sldId="284"/>
        </pc:sldMkLst>
        <pc:spChg chg="mod">
          <ac:chgData name="mukul maheshwari" userId="12cb43e2ca5f0d2c" providerId="LiveId" clId="{C3CD97D8-8E39-48BC-9923-9A3D08061B58}" dt="2024-06-24T16:06:26.124" v="337" actId="20577"/>
          <ac:spMkLst>
            <pc:docMk/>
            <pc:sldMk cId="1855824958" sldId="284"/>
            <ac:spMk id="2" creationId="{6531B95B-1621-0CB9-0BD2-0E4C0EE72490}"/>
          </ac:spMkLst>
        </pc:spChg>
        <pc:spChg chg="mod">
          <ac:chgData name="mukul maheshwari" userId="12cb43e2ca5f0d2c" providerId="LiveId" clId="{C3CD97D8-8E39-48BC-9923-9A3D08061B58}" dt="2024-06-24T16:07:56.687" v="362" actId="20577"/>
          <ac:spMkLst>
            <pc:docMk/>
            <pc:sldMk cId="1855824958" sldId="284"/>
            <ac:spMk id="3" creationId="{4CBF8D29-351C-CB4E-622C-29F497A97A30}"/>
          </ac:spMkLst>
        </pc:spChg>
      </pc:sldChg>
      <pc:sldChg chg="modSp new mod">
        <pc:chgData name="mukul maheshwari" userId="12cb43e2ca5f0d2c" providerId="LiveId" clId="{C3CD97D8-8E39-48BC-9923-9A3D08061B58}" dt="2024-06-24T16:12:17.455" v="417" actId="33524"/>
        <pc:sldMkLst>
          <pc:docMk/>
          <pc:sldMk cId="3830090255" sldId="285"/>
        </pc:sldMkLst>
        <pc:spChg chg="mod">
          <ac:chgData name="mukul maheshwari" userId="12cb43e2ca5f0d2c" providerId="LiveId" clId="{C3CD97D8-8E39-48BC-9923-9A3D08061B58}" dt="2024-06-24T16:10:57.195" v="378" actId="20577"/>
          <ac:spMkLst>
            <pc:docMk/>
            <pc:sldMk cId="3830090255" sldId="285"/>
            <ac:spMk id="2" creationId="{63211EBD-416E-078C-7070-6513A970E5BC}"/>
          </ac:spMkLst>
        </pc:spChg>
        <pc:spChg chg="mod">
          <ac:chgData name="mukul maheshwari" userId="12cb43e2ca5f0d2c" providerId="LiveId" clId="{C3CD97D8-8E39-48BC-9923-9A3D08061B58}" dt="2024-06-24T16:12:17.455" v="417" actId="33524"/>
          <ac:spMkLst>
            <pc:docMk/>
            <pc:sldMk cId="3830090255" sldId="285"/>
            <ac:spMk id="3" creationId="{DAE91460-EE75-B600-21CB-3B00530CA49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28559-AD3F-B902-4083-5DE1DC4DCB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C24A9F-2DE4-7F59-45B2-E9BE8F2185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9F8635-8E89-622A-C4B9-5573AD3F3A24}"/>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5" name="Footer Placeholder 4">
            <a:extLst>
              <a:ext uri="{FF2B5EF4-FFF2-40B4-BE49-F238E27FC236}">
                <a16:creationId xmlns:a16="http://schemas.microsoft.com/office/drawing/2014/main" id="{2C3C6333-DD61-8E17-2778-578FADBBD4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F87E93-C6C1-EC47-2D37-890C9618EFCA}"/>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703730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C128-EF36-1262-7470-F414E8E08F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BECA0A-012B-1A28-8CDC-207A92D95B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E51DF-3963-A735-E951-3397D4BD5BA1}"/>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5" name="Footer Placeholder 4">
            <a:extLst>
              <a:ext uri="{FF2B5EF4-FFF2-40B4-BE49-F238E27FC236}">
                <a16:creationId xmlns:a16="http://schemas.microsoft.com/office/drawing/2014/main" id="{1992AEEE-FF4D-BD92-22C9-6CC67BEB83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B4A56-D4B9-6701-A92D-B5DB32F328FE}"/>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344563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13CF5-73F4-8C5D-CF2B-3B6E528C75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A3DDEF-66B8-11FC-A2E3-9EA5D59BF1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347D2F-298C-00EE-5392-0B2C8E4612C6}"/>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5" name="Footer Placeholder 4">
            <a:extLst>
              <a:ext uri="{FF2B5EF4-FFF2-40B4-BE49-F238E27FC236}">
                <a16:creationId xmlns:a16="http://schemas.microsoft.com/office/drawing/2014/main" id="{F71C4F68-EBB3-3B7E-C1ED-870BE5EED1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C7E3F4-DBE0-C852-FD3C-21BF3C7AB387}"/>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39863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5E84D-D52F-4D39-BA7C-C3B3BAB457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64931B-4FDE-8E60-30EA-D2322E39D2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04F2CA-60A3-157C-01D9-EEF5DD0C46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22DCCC-C6F6-33F1-DEE0-2D15CA78FFA0}"/>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6" name="Footer Placeholder 5">
            <a:extLst>
              <a:ext uri="{FF2B5EF4-FFF2-40B4-BE49-F238E27FC236}">
                <a16:creationId xmlns:a16="http://schemas.microsoft.com/office/drawing/2014/main" id="{345EE232-13D8-1E6C-430B-2E29F0A5F2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BFB592-929E-105F-58D2-967FC47A13B1}"/>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1660882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FE0B9-D124-2B3D-13C9-927CF73A6A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D118E5-51AA-CC85-176B-9886672148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09E50-F7A1-C34E-B713-997AA8055E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78045F-0D6F-AAE8-2C63-6D0DA49EE0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6B62F7-FEF0-14C7-C22C-FECE4CFB2A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99AE7E-912F-F0BC-F7A6-D48901F03499}"/>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8" name="Footer Placeholder 7">
            <a:extLst>
              <a:ext uri="{FF2B5EF4-FFF2-40B4-BE49-F238E27FC236}">
                <a16:creationId xmlns:a16="http://schemas.microsoft.com/office/drawing/2014/main" id="{5CE9C5C0-C553-6A88-A1D4-2727C1BECA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19363F-8B41-7986-0723-D67430732C7E}"/>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1991693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4DC5-78F8-8B12-E949-BE683C7B67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6D792E-5E04-3347-014E-F7965A629BF7}"/>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4" name="Footer Placeholder 3">
            <a:extLst>
              <a:ext uri="{FF2B5EF4-FFF2-40B4-BE49-F238E27FC236}">
                <a16:creationId xmlns:a16="http://schemas.microsoft.com/office/drawing/2014/main" id="{82FD9900-AD24-FD9A-0F18-E9518E65D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B52484-12AA-5D4C-14EB-6137A29A75DD}"/>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3173974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9A53A1-27CF-9B44-DA46-2102468EC614}"/>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3" name="Footer Placeholder 2">
            <a:extLst>
              <a:ext uri="{FF2B5EF4-FFF2-40B4-BE49-F238E27FC236}">
                <a16:creationId xmlns:a16="http://schemas.microsoft.com/office/drawing/2014/main" id="{E5E6124F-0FAC-9AAD-6C51-BB9A9222A5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7090C2-413B-0733-97D1-68DF2ECC1350}"/>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1781530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82FC7-0200-79AD-488E-492B13628D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462F15-AD72-0ABE-00D6-B1377A6438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F09C60-5BD0-9FD6-75CE-1996FAEF4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D6B55-4EDA-2509-E812-0FF189B00B97}"/>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6" name="Footer Placeholder 5">
            <a:extLst>
              <a:ext uri="{FF2B5EF4-FFF2-40B4-BE49-F238E27FC236}">
                <a16:creationId xmlns:a16="http://schemas.microsoft.com/office/drawing/2014/main" id="{0AAC9794-40ED-11B8-17AD-F33FD09005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996FD8-DE69-CBD5-F5CA-4F6E4E7923F7}"/>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4063880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3BD0-4D14-4541-9986-BD9783CD76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C50E80-DE5F-9E4A-5CF2-02C56A7F3E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781BA7-4AD4-927E-AA18-0DE502326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1E5217-79F0-CCA4-FA3F-3B7B59888B87}"/>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6" name="Footer Placeholder 5">
            <a:extLst>
              <a:ext uri="{FF2B5EF4-FFF2-40B4-BE49-F238E27FC236}">
                <a16:creationId xmlns:a16="http://schemas.microsoft.com/office/drawing/2014/main" id="{6E1CDC80-44A4-8FDE-BC92-A5B47AF4CB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732181-416B-D276-AEC7-D8BE55B60229}"/>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347325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60DFC-8B1B-17AC-A556-36FD0D7B9E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79B0AC-2CAF-B2F5-1E5B-AF42C7ACF2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A2F52E-C3B1-9105-AB06-E6C841788529}"/>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5" name="Footer Placeholder 4">
            <a:extLst>
              <a:ext uri="{FF2B5EF4-FFF2-40B4-BE49-F238E27FC236}">
                <a16:creationId xmlns:a16="http://schemas.microsoft.com/office/drawing/2014/main" id="{5E219E05-76DB-3E0E-B1D8-D49E22407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2969CC-492B-171B-E856-A9F09D6BC211}"/>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128160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B71BED-BDBF-AF1D-39A7-788A46C888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2FB343-0A70-4706-7508-4BEC1890EE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C808B-3EB2-BB15-82B6-A13E20FC1558}"/>
              </a:ext>
            </a:extLst>
          </p:cNvPr>
          <p:cNvSpPr>
            <a:spLocks noGrp="1"/>
          </p:cNvSpPr>
          <p:nvPr>
            <p:ph type="dt" sz="half" idx="10"/>
          </p:nvPr>
        </p:nvSpPr>
        <p:spPr/>
        <p:txBody>
          <a:bodyPr/>
          <a:lstStyle/>
          <a:p>
            <a:fld id="{06901830-E6C7-4124-980A-C58F215BEC85}" type="datetimeFigureOut">
              <a:rPr lang="en-US" smtClean="0"/>
              <a:t>6/24/2024</a:t>
            </a:fld>
            <a:endParaRPr lang="en-US"/>
          </a:p>
        </p:txBody>
      </p:sp>
      <p:sp>
        <p:nvSpPr>
          <p:cNvPr id="5" name="Footer Placeholder 4">
            <a:extLst>
              <a:ext uri="{FF2B5EF4-FFF2-40B4-BE49-F238E27FC236}">
                <a16:creationId xmlns:a16="http://schemas.microsoft.com/office/drawing/2014/main" id="{4CB91BAA-9B59-1589-AAE2-F8AF2C2B1B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2B21A0-B594-E544-22DF-4D00DDE96BD8}"/>
              </a:ext>
            </a:extLst>
          </p:cNvPr>
          <p:cNvSpPr>
            <a:spLocks noGrp="1"/>
          </p:cNvSpPr>
          <p:nvPr>
            <p:ph type="sldNum" sz="quarter" idx="12"/>
          </p:nvPr>
        </p:nvSpPr>
        <p:spPr/>
        <p:txBody>
          <a:bodyPr/>
          <a:lstStyle/>
          <a:p>
            <a:fld id="{5C4C65AD-A4CC-4E7F-841F-064F859BC487}" type="slidenum">
              <a:rPr lang="en-US" smtClean="0"/>
              <a:t>‹#›</a:t>
            </a:fld>
            <a:endParaRPr lang="en-US"/>
          </a:p>
        </p:txBody>
      </p:sp>
    </p:spTree>
    <p:extLst>
      <p:ext uri="{BB962C8B-B14F-4D97-AF65-F5344CB8AC3E}">
        <p14:creationId xmlns:p14="http://schemas.microsoft.com/office/powerpoint/2010/main" val="1970834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84D210-010D-49FD-554B-E887F9696F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A0D8FD-7178-0E13-9A33-B6EC5401A1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21466F-92D7-DABB-422F-51C42C3E88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01830-E6C7-4124-980A-C58F215BEC85}" type="datetimeFigureOut">
              <a:rPr lang="en-US" smtClean="0"/>
              <a:t>6/24/2024</a:t>
            </a:fld>
            <a:endParaRPr lang="en-US"/>
          </a:p>
        </p:txBody>
      </p:sp>
      <p:sp>
        <p:nvSpPr>
          <p:cNvPr id="5" name="Footer Placeholder 4">
            <a:extLst>
              <a:ext uri="{FF2B5EF4-FFF2-40B4-BE49-F238E27FC236}">
                <a16:creationId xmlns:a16="http://schemas.microsoft.com/office/drawing/2014/main" id="{A7496EEF-EA4D-946E-52CF-632913433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C8AB42E-CB73-6E5A-C8B5-2F386B6E17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4C65AD-A4CC-4E7F-841F-064F859BC487}" type="slidenum">
              <a:rPr lang="en-US" smtClean="0"/>
              <a:t>‹#›</a:t>
            </a:fld>
            <a:endParaRPr lang="en-US"/>
          </a:p>
        </p:txBody>
      </p:sp>
    </p:spTree>
    <p:extLst>
      <p:ext uri="{BB962C8B-B14F-4D97-AF65-F5344CB8AC3E}">
        <p14:creationId xmlns:p14="http://schemas.microsoft.com/office/powerpoint/2010/main" val="2041219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D0D98-B706-621D-AFAF-B25A414038CB}"/>
              </a:ext>
            </a:extLst>
          </p:cNvPr>
          <p:cNvSpPr>
            <a:spLocks noGrp="1"/>
          </p:cNvSpPr>
          <p:nvPr>
            <p:ph type="ctrTitle"/>
          </p:nvPr>
        </p:nvSpPr>
        <p:spPr/>
        <p:txBody>
          <a:bodyPr/>
          <a:lstStyle/>
          <a:p>
            <a:r>
              <a:rPr lang="en-US" dirty="0"/>
              <a:t>Water Purification</a:t>
            </a:r>
          </a:p>
        </p:txBody>
      </p:sp>
      <p:sp>
        <p:nvSpPr>
          <p:cNvPr id="3" name="Subtitle 2">
            <a:extLst>
              <a:ext uri="{FF2B5EF4-FFF2-40B4-BE49-F238E27FC236}">
                <a16:creationId xmlns:a16="http://schemas.microsoft.com/office/drawing/2014/main" id="{7ADB767F-14F8-DD1E-8179-C9B304A23C5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08354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62164-3816-5843-2F33-52F13943A6EF}"/>
              </a:ext>
            </a:extLst>
          </p:cNvPr>
          <p:cNvSpPr>
            <a:spLocks noGrp="1"/>
          </p:cNvSpPr>
          <p:nvPr>
            <p:ph type="title"/>
          </p:nvPr>
        </p:nvSpPr>
        <p:spPr/>
        <p:txBody>
          <a:bodyPr/>
          <a:lstStyle/>
          <a:p>
            <a:r>
              <a:rPr lang="en-US" dirty="0"/>
              <a:t>Filtration</a:t>
            </a:r>
          </a:p>
        </p:txBody>
      </p:sp>
      <p:sp>
        <p:nvSpPr>
          <p:cNvPr id="3" name="Content Placeholder 2">
            <a:extLst>
              <a:ext uri="{FF2B5EF4-FFF2-40B4-BE49-F238E27FC236}">
                <a16:creationId xmlns:a16="http://schemas.microsoft.com/office/drawing/2014/main" id="{F12BBDBA-8951-6D84-7990-EF26B88738F5}"/>
              </a:ext>
            </a:extLst>
          </p:cNvPr>
          <p:cNvSpPr>
            <a:spLocks noGrp="1"/>
          </p:cNvSpPr>
          <p:nvPr>
            <p:ph idx="1"/>
          </p:nvPr>
        </p:nvSpPr>
        <p:spPr/>
        <p:txBody>
          <a:bodyPr>
            <a:normAutofit fontScale="92500" lnSpcReduction="20000"/>
          </a:bodyPr>
          <a:lstStyle/>
          <a:p>
            <a:r>
              <a:rPr lang="en-US" dirty="0"/>
              <a:t>98-99 per cent of the bacteria are removed by filtration, apart from other impurities. </a:t>
            </a:r>
          </a:p>
          <a:p>
            <a:r>
              <a:rPr lang="en-US" dirty="0"/>
              <a:t>Two types of filters are in use</a:t>
            </a:r>
          </a:p>
          <a:p>
            <a:pPr lvl="1"/>
            <a:r>
              <a:rPr lang="en-US" dirty="0"/>
              <a:t>The “biological” or “slow sand” filters</a:t>
            </a:r>
          </a:p>
          <a:p>
            <a:pPr lvl="1"/>
            <a:r>
              <a:rPr lang="en-US" dirty="0"/>
              <a:t>The “rapid sand” or “mechanical” filters. </a:t>
            </a:r>
          </a:p>
          <a:p>
            <a:r>
              <a:rPr lang="en-US" dirty="0"/>
              <a:t>SLOW SAND OR BIOLOGICAL FILTERS</a:t>
            </a:r>
          </a:p>
          <a:p>
            <a:r>
              <a:rPr lang="en-US" dirty="0"/>
              <a:t>Slow sand filters were first used for water treatment in 1804 in Scotland and subsequently in London. </a:t>
            </a:r>
          </a:p>
          <a:p>
            <a:r>
              <a:rPr lang="en-US" dirty="0"/>
              <a:t>Elements of a slow sand filter: </a:t>
            </a:r>
          </a:p>
          <a:p>
            <a:pPr lvl="1"/>
            <a:r>
              <a:rPr lang="en-US" dirty="0"/>
              <a:t>Supernatant (raw) water</a:t>
            </a:r>
          </a:p>
          <a:p>
            <a:pPr lvl="1"/>
            <a:r>
              <a:rPr lang="en-US" dirty="0"/>
              <a:t>A bed of graded sand</a:t>
            </a:r>
          </a:p>
          <a:p>
            <a:pPr lvl="1"/>
            <a:r>
              <a:rPr lang="en-US" dirty="0"/>
              <a:t>An under-drainage system</a:t>
            </a:r>
          </a:p>
          <a:p>
            <a:pPr lvl="1"/>
            <a:r>
              <a:rPr lang="en-US" dirty="0"/>
              <a:t>A system of filter control valves</a:t>
            </a:r>
          </a:p>
        </p:txBody>
      </p:sp>
    </p:spTree>
    <p:extLst>
      <p:ext uri="{BB962C8B-B14F-4D97-AF65-F5344CB8AC3E}">
        <p14:creationId xmlns:p14="http://schemas.microsoft.com/office/powerpoint/2010/main" val="2637644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 of a diagram of a water system&#10;&#10;Description automatically generated">
            <a:extLst>
              <a:ext uri="{FF2B5EF4-FFF2-40B4-BE49-F238E27FC236}">
                <a16:creationId xmlns:a16="http://schemas.microsoft.com/office/drawing/2014/main" id="{69F5CC27-A7B2-FBDE-1F8D-611EFFCCB0E6}"/>
              </a:ext>
            </a:extLst>
          </p:cNvPr>
          <p:cNvPicPr>
            <a:picLocks noChangeAspect="1"/>
          </p:cNvPicPr>
          <p:nvPr/>
        </p:nvPicPr>
        <p:blipFill rotWithShape="1">
          <a:blip r:embed="rId2"/>
          <a:srcRect l="4044" r="395" b="-1"/>
          <a:stretch/>
        </p:blipFill>
        <p:spPr>
          <a:xfrm>
            <a:off x="196850" y="173518"/>
            <a:ext cx="11798300" cy="6512763"/>
          </a:xfrm>
          <a:prstGeom prst="rect">
            <a:avLst/>
          </a:prstGeom>
        </p:spPr>
      </p:pic>
    </p:spTree>
    <p:extLst>
      <p:ext uri="{BB962C8B-B14F-4D97-AF65-F5344CB8AC3E}">
        <p14:creationId xmlns:p14="http://schemas.microsoft.com/office/powerpoint/2010/main" val="2818562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4DD78-3A8D-DAB8-BB59-E691F56B5B3D}"/>
              </a:ext>
            </a:extLst>
          </p:cNvPr>
          <p:cNvSpPr>
            <a:spLocks noGrp="1"/>
          </p:cNvSpPr>
          <p:nvPr>
            <p:ph type="title"/>
          </p:nvPr>
        </p:nvSpPr>
        <p:spPr/>
        <p:txBody>
          <a:bodyPr/>
          <a:lstStyle/>
          <a:p>
            <a:r>
              <a:rPr lang="en-US" dirty="0"/>
              <a:t>Supernatant Water</a:t>
            </a:r>
          </a:p>
        </p:txBody>
      </p:sp>
      <p:sp>
        <p:nvSpPr>
          <p:cNvPr id="3" name="Content Placeholder 2">
            <a:extLst>
              <a:ext uri="{FF2B5EF4-FFF2-40B4-BE49-F238E27FC236}">
                <a16:creationId xmlns:a16="http://schemas.microsoft.com/office/drawing/2014/main" id="{FEA7DEF8-0873-A17D-430A-7AEE291E85C3}"/>
              </a:ext>
            </a:extLst>
          </p:cNvPr>
          <p:cNvSpPr>
            <a:spLocks noGrp="1"/>
          </p:cNvSpPr>
          <p:nvPr>
            <p:ph idx="1"/>
          </p:nvPr>
        </p:nvSpPr>
        <p:spPr/>
        <p:txBody>
          <a:bodyPr>
            <a:normAutofit lnSpcReduction="10000"/>
          </a:bodyPr>
          <a:lstStyle/>
          <a:p>
            <a:r>
              <a:rPr lang="en-US" dirty="0"/>
              <a:t>The supernatant water above the sand bed.</a:t>
            </a:r>
          </a:p>
          <a:p>
            <a:r>
              <a:rPr lang="en-US" dirty="0"/>
              <a:t>Depth varies from 1 to 1.5 meters</a:t>
            </a:r>
          </a:p>
          <a:p>
            <a:r>
              <a:rPr lang="en-US" dirty="0"/>
              <a:t>Important purposes :</a:t>
            </a:r>
          </a:p>
          <a:p>
            <a:r>
              <a:rPr lang="en-US" dirty="0"/>
              <a:t>It provides a constant head of water so as to overcome the resistance of the filter bed and thereby promote the downward flow of water through the sand beds</a:t>
            </a:r>
          </a:p>
          <a:p>
            <a:r>
              <a:rPr lang="en-US" dirty="0"/>
              <a:t>It provides waiting period of some hours (3 to 12 hours, depending upon the filtration velocity) for the raw water to undergo partial purification by sedimentation, oxidation and particle agglomeration,</a:t>
            </a:r>
          </a:p>
          <a:p>
            <a:r>
              <a:rPr lang="en-US" dirty="0"/>
              <a:t>The level of supernatant water is always kept constant.</a:t>
            </a:r>
          </a:p>
        </p:txBody>
      </p:sp>
    </p:spTree>
    <p:extLst>
      <p:ext uri="{BB962C8B-B14F-4D97-AF65-F5344CB8AC3E}">
        <p14:creationId xmlns:p14="http://schemas.microsoft.com/office/powerpoint/2010/main" val="235092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90E605-5E3F-3159-D6AB-8747C7C43795}"/>
              </a:ext>
            </a:extLst>
          </p:cNvPr>
          <p:cNvSpPr>
            <a:spLocks noGrp="1"/>
          </p:cNvSpPr>
          <p:nvPr>
            <p:ph type="title"/>
          </p:nvPr>
        </p:nvSpPr>
        <p:spPr>
          <a:xfrm>
            <a:off x="572493" y="238539"/>
            <a:ext cx="11018520" cy="1434415"/>
          </a:xfrm>
        </p:spPr>
        <p:txBody>
          <a:bodyPr anchor="b">
            <a:normAutofit/>
          </a:bodyPr>
          <a:lstStyle/>
          <a:p>
            <a:r>
              <a:rPr lang="en-US" sz="5400"/>
              <a:t>Sand Bed</a:t>
            </a: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05E2BE-B168-B1E1-1359-45BDE11F1486}"/>
              </a:ext>
            </a:extLst>
          </p:cNvPr>
          <p:cNvSpPr>
            <a:spLocks noGrp="1"/>
          </p:cNvSpPr>
          <p:nvPr>
            <p:ph idx="1"/>
          </p:nvPr>
        </p:nvSpPr>
        <p:spPr>
          <a:xfrm>
            <a:off x="211015" y="1911493"/>
            <a:ext cx="7075030" cy="4278995"/>
          </a:xfrm>
        </p:spPr>
        <p:txBody>
          <a:bodyPr anchor="t">
            <a:normAutofit/>
          </a:bodyPr>
          <a:lstStyle/>
          <a:p>
            <a:r>
              <a:rPr lang="en-US" sz="1600" dirty="0"/>
              <a:t>The thickness of the sand bed is about 1 </a:t>
            </a:r>
            <a:r>
              <a:rPr lang="en-US" sz="1600" dirty="0" err="1"/>
              <a:t>metre</a:t>
            </a:r>
            <a:r>
              <a:rPr lang="en-US" sz="1600" dirty="0"/>
              <a:t>. </a:t>
            </a:r>
          </a:p>
          <a:p>
            <a:r>
              <a:rPr lang="en-US" sz="1600" dirty="0"/>
              <a:t>An “effective diameter” between 0.2 and 0.3 mm. </a:t>
            </a:r>
          </a:p>
          <a:p>
            <a:r>
              <a:rPr lang="en-US" sz="1600" dirty="0"/>
              <a:t>Should be clean and free from clay and organic matter.</a:t>
            </a:r>
          </a:p>
          <a:p>
            <a:r>
              <a:rPr lang="en-US" sz="1600" dirty="0"/>
              <a:t>The sand bed is supported by a layer of graded gravel 30-40 cm deep which also prevents the fine grains being carried into the drainage pipes.</a:t>
            </a:r>
          </a:p>
          <a:p>
            <a:r>
              <a:rPr lang="en-US" sz="1600" dirty="0"/>
              <a:t>The sand bed presents a vast surface area; one cubic </a:t>
            </a:r>
            <a:r>
              <a:rPr lang="en-US" sz="1600" dirty="0" err="1"/>
              <a:t>metre</a:t>
            </a:r>
            <a:r>
              <a:rPr lang="en-US" sz="1600" dirty="0"/>
              <a:t> of filter sand presents some 15,000 sq. </a:t>
            </a:r>
            <a:r>
              <a:rPr lang="en-US" sz="1600" dirty="0" err="1"/>
              <a:t>metres</a:t>
            </a:r>
            <a:r>
              <a:rPr lang="en-US" sz="1600" dirty="0"/>
              <a:t> of surface area. </a:t>
            </a:r>
          </a:p>
          <a:p>
            <a:r>
              <a:rPr lang="en-US" sz="1600" dirty="0"/>
              <a:t>Water percolates through the sand bed very slowly (a process taking two hours or more</a:t>
            </a:r>
          </a:p>
          <a:p>
            <a:r>
              <a:rPr lang="en-US" sz="1600" dirty="0"/>
              <a:t>Number of purification processes -</a:t>
            </a:r>
          </a:p>
          <a:p>
            <a:pPr lvl="1"/>
            <a:r>
              <a:rPr lang="en-US" sz="1600" dirty="0"/>
              <a:t>Mechanical straining, sedimentation, adsorption, oxidation and bacterial action. </a:t>
            </a:r>
          </a:p>
          <a:p>
            <a:r>
              <a:rPr lang="en-US" sz="1600" dirty="0"/>
              <a:t>Rate of filtration of water normally lies between 0.1 and 0.4 m3/hour/per square </a:t>
            </a:r>
            <a:r>
              <a:rPr lang="en-US" sz="1600" dirty="0" err="1"/>
              <a:t>metre</a:t>
            </a:r>
            <a:r>
              <a:rPr lang="en-US" sz="1600" dirty="0"/>
              <a:t> of sand bed surface.</a:t>
            </a:r>
          </a:p>
        </p:txBody>
      </p:sp>
      <p:pic>
        <p:nvPicPr>
          <p:cNvPr id="9" name="Picture 8">
            <a:extLst>
              <a:ext uri="{FF2B5EF4-FFF2-40B4-BE49-F238E27FC236}">
                <a16:creationId xmlns:a16="http://schemas.microsoft.com/office/drawing/2014/main" id="{5669C13C-3978-9C28-E1BE-B6AD3C7C514B}"/>
              </a:ext>
            </a:extLst>
          </p:cNvPr>
          <p:cNvPicPr>
            <a:picLocks noChangeAspect="1"/>
          </p:cNvPicPr>
          <p:nvPr/>
        </p:nvPicPr>
        <p:blipFill rotWithShape="1">
          <a:blip r:embed="rId2"/>
          <a:srcRect r="20633" b="3"/>
          <a:stretch/>
        </p:blipFill>
        <p:spPr>
          <a:xfrm>
            <a:off x="7675658" y="2093976"/>
            <a:ext cx="3941064" cy="4096512"/>
          </a:xfrm>
          <a:prstGeom prst="rect">
            <a:avLst/>
          </a:prstGeom>
        </p:spPr>
      </p:pic>
    </p:spTree>
    <p:extLst>
      <p:ext uri="{BB962C8B-B14F-4D97-AF65-F5344CB8AC3E}">
        <p14:creationId xmlns:p14="http://schemas.microsoft.com/office/powerpoint/2010/main" val="144568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0DCEB-F088-5B98-87C5-16148969E9C2}"/>
              </a:ext>
            </a:extLst>
          </p:cNvPr>
          <p:cNvSpPr>
            <a:spLocks noGrp="1"/>
          </p:cNvSpPr>
          <p:nvPr>
            <p:ph type="title"/>
          </p:nvPr>
        </p:nvSpPr>
        <p:spPr/>
        <p:txBody>
          <a:bodyPr/>
          <a:lstStyle/>
          <a:p>
            <a:r>
              <a:rPr lang="en-US" dirty="0"/>
              <a:t>Vital layer</a:t>
            </a:r>
          </a:p>
        </p:txBody>
      </p:sp>
      <p:sp>
        <p:nvSpPr>
          <p:cNvPr id="3" name="Content Placeholder 2">
            <a:extLst>
              <a:ext uri="{FF2B5EF4-FFF2-40B4-BE49-F238E27FC236}">
                <a16:creationId xmlns:a16="http://schemas.microsoft.com/office/drawing/2014/main" id="{4150DCA9-849D-58B7-D1EF-C091BEC59DE3}"/>
              </a:ext>
            </a:extLst>
          </p:cNvPr>
          <p:cNvSpPr>
            <a:spLocks noGrp="1"/>
          </p:cNvSpPr>
          <p:nvPr>
            <p:ph idx="1"/>
          </p:nvPr>
        </p:nvSpPr>
        <p:spPr/>
        <p:txBody>
          <a:bodyPr>
            <a:normAutofit fontScale="77500" lnSpcReduction="20000"/>
          </a:bodyPr>
          <a:lstStyle/>
          <a:p>
            <a:r>
              <a:rPr lang="en-US" dirty="0"/>
              <a:t>Newly laid filter - merely as a mechanical strainer</a:t>
            </a:r>
          </a:p>
          <a:p>
            <a:r>
              <a:rPr lang="en-US" dirty="0"/>
              <a:t>Surface of the sand bed gets covered with a slimy growth known as “</a:t>
            </a:r>
            <a:r>
              <a:rPr lang="en-US" dirty="0" err="1"/>
              <a:t>Schmutzdecke</a:t>
            </a:r>
            <a:r>
              <a:rPr lang="en-US" dirty="0"/>
              <a:t>”, vital</a:t>
            </a:r>
          </a:p>
          <a:p>
            <a:r>
              <a:rPr lang="en-US" dirty="0"/>
              <a:t>layer, zoogleal layer or biological layer. </a:t>
            </a:r>
          </a:p>
          <a:p>
            <a:r>
              <a:rPr lang="en-US" dirty="0"/>
              <a:t>This layer is slimy and gelatinous and consists of thread like algae and numerous forms of life including plankton, diatoms and bacteria. </a:t>
            </a:r>
          </a:p>
          <a:p>
            <a:r>
              <a:rPr lang="en-US" dirty="0"/>
              <a:t>The formation of vital layer is known as “ripening” of the filter. </a:t>
            </a:r>
          </a:p>
          <a:p>
            <a:r>
              <a:rPr lang="en-US" dirty="0"/>
              <a:t>It may take several days for the vital layer to form fully, and when fully formed it extends for 2 to 3 cm into the top portion of the sand bed. </a:t>
            </a:r>
          </a:p>
          <a:p>
            <a:r>
              <a:rPr lang="en-US" dirty="0"/>
              <a:t>The vital layer is the “heart” of the slow sand filter. </a:t>
            </a:r>
          </a:p>
          <a:p>
            <a:r>
              <a:rPr lang="en-US" dirty="0"/>
              <a:t>It removes organic matter, holds back bacteria and oxidizes ammoniacal nitrogen into nitrates and helps in yielding a bacteria-free water. </a:t>
            </a:r>
          </a:p>
          <a:p>
            <a:r>
              <a:rPr lang="en-US" dirty="0"/>
              <a:t>Until the vital layer is fully formed, the first few days filtrate is usually run to waste.</a:t>
            </a:r>
          </a:p>
        </p:txBody>
      </p:sp>
    </p:spTree>
    <p:extLst>
      <p:ext uri="{BB962C8B-B14F-4D97-AF65-F5344CB8AC3E}">
        <p14:creationId xmlns:p14="http://schemas.microsoft.com/office/powerpoint/2010/main" val="3234206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EA820-AC87-332A-91A7-ED4500808B45}"/>
              </a:ext>
            </a:extLst>
          </p:cNvPr>
          <p:cNvSpPr>
            <a:spLocks noGrp="1"/>
          </p:cNvSpPr>
          <p:nvPr>
            <p:ph type="title"/>
          </p:nvPr>
        </p:nvSpPr>
        <p:spPr/>
        <p:txBody>
          <a:bodyPr/>
          <a:lstStyle/>
          <a:p>
            <a:r>
              <a:rPr lang="en-US" dirty="0"/>
              <a:t>Under-drainage system</a:t>
            </a:r>
          </a:p>
        </p:txBody>
      </p:sp>
      <p:sp>
        <p:nvSpPr>
          <p:cNvPr id="3" name="Content Placeholder 2">
            <a:extLst>
              <a:ext uri="{FF2B5EF4-FFF2-40B4-BE49-F238E27FC236}">
                <a16:creationId xmlns:a16="http://schemas.microsoft.com/office/drawing/2014/main" id="{458BEB5D-B7BC-2729-CD92-6DD421C5B0FD}"/>
              </a:ext>
            </a:extLst>
          </p:cNvPr>
          <p:cNvSpPr>
            <a:spLocks noGrp="1"/>
          </p:cNvSpPr>
          <p:nvPr>
            <p:ph idx="1"/>
          </p:nvPr>
        </p:nvSpPr>
        <p:spPr/>
        <p:txBody>
          <a:bodyPr>
            <a:normAutofit fontScale="92500" lnSpcReduction="20000"/>
          </a:bodyPr>
          <a:lstStyle/>
          <a:p>
            <a:r>
              <a:rPr lang="en-US" dirty="0"/>
              <a:t>Bottom of the filter bed is the under-drainage system. </a:t>
            </a:r>
          </a:p>
          <a:p>
            <a:r>
              <a:rPr lang="en-US" dirty="0"/>
              <a:t>It consists of porous or perforated pipes which serve the dual purpose of providing an outlet for filtered water, and supporting the filter medium above. </a:t>
            </a:r>
          </a:p>
          <a:p>
            <a:r>
              <a:rPr lang="en-US" dirty="0"/>
              <a:t>The filter box is an open box, usually rectangular in shape, from 2.5 to 4 </a:t>
            </a:r>
            <a:r>
              <a:rPr lang="en-US" dirty="0" err="1"/>
              <a:t>metres</a:t>
            </a:r>
            <a:r>
              <a:rPr lang="en-US" dirty="0"/>
              <a:t> deep and is built wholly or partly below ground. </a:t>
            </a:r>
          </a:p>
          <a:p>
            <a:r>
              <a:rPr lang="en-US" dirty="0"/>
              <a:t>The walls may be made of stone, brick or cement. The filter box consists from top to bottom :</a:t>
            </a:r>
          </a:p>
          <a:p>
            <a:r>
              <a:rPr lang="en-US" dirty="0"/>
              <a:t>Supernatant water		1 to 1.5 </a:t>
            </a:r>
            <a:r>
              <a:rPr lang="en-US" dirty="0" err="1"/>
              <a:t>metre</a:t>
            </a:r>
            <a:endParaRPr lang="en-US" dirty="0"/>
          </a:p>
          <a:p>
            <a:r>
              <a:rPr lang="en-US" dirty="0" err="1"/>
              <a:t>Sandbed</a:t>
            </a:r>
            <a:r>
              <a:rPr lang="en-US" dirty="0"/>
              <a:t> 			1.2 </a:t>
            </a:r>
            <a:r>
              <a:rPr lang="en-US" dirty="0" err="1"/>
              <a:t>metre</a:t>
            </a:r>
            <a:endParaRPr lang="en-US" dirty="0"/>
          </a:p>
          <a:p>
            <a:r>
              <a:rPr lang="en-US" dirty="0"/>
              <a:t>Gravel support		0.30 </a:t>
            </a:r>
            <a:r>
              <a:rPr lang="en-US" dirty="0" err="1"/>
              <a:t>metre</a:t>
            </a:r>
            <a:endParaRPr lang="en-US" dirty="0"/>
          </a:p>
          <a:p>
            <a:r>
              <a:rPr lang="en-US" dirty="0"/>
              <a:t>Filter bottom		0.16 </a:t>
            </a:r>
            <a:r>
              <a:rPr lang="en-US" dirty="0" err="1"/>
              <a:t>metre</a:t>
            </a:r>
            <a:endParaRPr lang="en-US" dirty="0"/>
          </a:p>
        </p:txBody>
      </p:sp>
    </p:spTree>
    <p:extLst>
      <p:ext uri="{BB962C8B-B14F-4D97-AF65-F5344CB8AC3E}">
        <p14:creationId xmlns:p14="http://schemas.microsoft.com/office/powerpoint/2010/main" val="1240958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1B95B-1621-0CB9-0BD2-0E4C0EE72490}"/>
              </a:ext>
            </a:extLst>
          </p:cNvPr>
          <p:cNvSpPr>
            <a:spLocks noGrp="1"/>
          </p:cNvSpPr>
          <p:nvPr>
            <p:ph type="title"/>
          </p:nvPr>
        </p:nvSpPr>
        <p:spPr/>
        <p:txBody>
          <a:bodyPr/>
          <a:lstStyle/>
          <a:p>
            <a:r>
              <a:rPr lang="en-US" dirty="0"/>
              <a:t>Filter control</a:t>
            </a:r>
          </a:p>
        </p:txBody>
      </p:sp>
      <p:sp>
        <p:nvSpPr>
          <p:cNvPr id="3" name="Content Placeholder 2">
            <a:extLst>
              <a:ext uri="{FF2B5EF4-FFF2-40B4-BE49-F238E27FC236}">
                <a16:creationId xmlns:a16="http://schemas.microsoft.com/office/drawing/2014/main" id="{4CBF8D29-351C-CB4E-622C-29F497A97A30}"/>
              </a:ext>
            </a:extLst>
          </p:cNvPr>
          <p:cNvSpPr>
            <a:spLocks noGrp="1"/>
          </p:cNvSpPr>
          <p:nvPr>
            <p:ph idx="1"/>
          </p:nvPr>
        </p:nvSpPr>
        <p:spPr/>
        <p:txBody>
          <a:bodyPr>
            <a:normAutofit/>
          </a:bodyPr>
          <a:lstStyle/>
          <a:p>
            <a:r>
              <a:rPr lang="en-US" dirty="0"/>
              <a:t>The filter is equipped with certain valves and devices which are incorporated in the outlet-pipe system. </a:t>
            </a:r>
          </a:p>
          <a:p>
            <a:r>
              <a:rPr lang="en-US" dirty="0"/>
              <a:t>The purpose of these devices is to maintain a constant rate of filtration. </a:t>
            </a:r>
          </a:p>
          <a:p>
            <a:r>
              <a:rPr lang="en-US" dirty="0"/>
              <a:t>An important component of the regulation system is the “Venturi meter” which measures the bed resistance or “loss of head”. When the resistance builds up, the operator opens the regulating valve so as to maintain a steady rate of filtration. </a:t>
            </a:r>
          </a:p>
          <a:p>
            <a:r>
              <a:rPr lang="en-US" dirty="0"/>
              <a:t>When the “loss of head” exceeds 1.3 </a:t>
            </a:r>
            <a:r>
              <a:rPr lang="en-US" dirty="0" err="1"/>
              <a:t>metre</a:t>
            </a:r>
            <a:r>
              <a:rPr lang="en-US" dirty="0"/>
              <a:t> it is uneconomical to run the filter.</a:t>
            </a:r>
          </a:p>
        </p:txBody>
      </p:sp>
    </p:spTree>
    <p:extLst>
      <p:ext uri="{BB962C8B-B14F-4D97-AF65-F5344CB8AC3E}">
        <p14:creationId xmlns:p14="http://schemas.microsoft.com/office/powerpoint/2010/main" val="1855824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11EBD-416E-078C-7070-6513A970E5BC}"/>
              </a:ext>
            </a:extLst>
          </p:cNvPr>
          <p:cNvSpPr>
            <a:spLocks noGrp="1"/>
          </p:cNvSpPr>
          <p:nvPr>
            <p:ph type="title"/>
          </p:nvPr>
        </p:nvSpPr>
        <p:spPr/>
        <p:txBody>
          <a:bodyPr/>
          <a:lstStyle/>
          <a:p>
            <a:r>
              <a:rPr lang="en-US" dirty="0"/>
              <a:t>Filter cleaning</a:t>
            </a:r>
          </a:p>
        </p:txBody>
      </p:sp>
      <p:sp>
        <p:nvSpPr>
          <p:cNvPr id="3" name="Content Placeholder 2">
            <a:extLst>
              <a:ext uri="{FF2B5EF4-FFF2-40B4-BE49-F238E27FC236}">
                <a16:creationId xmlns:a16="http://schemas.microsoft.com/office/drawing/2014/main" id="{DAE91460-EE75-B600-21CB-3B00530CA491}"/>
              </a:ext>
            </a:extLst>
          </p:cNvPr>
          <p:cNvSpPr>
            <a:spLocks noGrp="1"/>
          </p:cNvSpPr>
          <p:nvPr>
            <p:ph idx="1"/>
          </p:nvPr>
        </p:nvSpPr>
        <p:spPr/>
        <p:txBody>
          <a:bodyPr>
            <a:normAutofit lnSpcReduction="10000"/>
          </a:bodyPr>
          <a:lstStyle/>
          <a:p>
            <a:r>
              <a:rPr lang="en-US" dirty="0"/>
              <a:t>Normally the filter may run for weeks or even months without cleaning. </a:t>
            </a:r>
          </a:p>
          <a:p>
            <a:r>
              <a:rPr lang="en-US" dirty="0"/>
              <a:t>At this stage, the supernatant water is drained off, and the sand bed is cleaned by scraping ’ off the top portion of the sand layer to a depth of 1 or 2 cm. </a:t>
            </a:r>
          </a:p>
          <a:p>
            <a:r>
              <a:rPr lang="en-US" dirty="0"/>
              <a:t>This operation may be carried out by unskilled </a:t>
            </a:r>
            <a:r>
              <a:rPr lang="en-US" dirty="0" err="1"/>
              <a:t>labourers</a:t>
            </a:r>
            <a:r>
              <a:rPr lang="en-US" dirty="0"/>
              <a:t> using hand tools or by mechanical equipment. </a:t>
            </a:r>
          </a:p>
          <a:p>
            <a:r>
              <a:rPr lang="en-US" dirty="0"/>
              <a:t>After several years of operation, and say 20 or 30 scrapings, the thickness of the sand bed will have reduced to about 0.5 to 0.8 </a:t>
            </a:r>
            <a:r>
              <a:rPr lang="en-US" dirty="0" err="1"/>
              <a:t>metre</a:t>
            </a:r>
            <a:r>
              <a:rPr lang="en-US" dirty="0"/>
              <a:t>. </a:t>
            </a:r>
          </a:p>
          <a:p>
            <a:r>
              <a:rPr lang="en-US" dirty="0"/>
              <a:t>Then the plant is closed and a new bed is constructed</a:t>
            </a:r>
          </a:p>
        </p:txBody>
      </p:sp>
    </p:spTree>
    <p:extLst>
      <p:ext uri="{BB962C8B-B14F-4D97-AF65-F5344CB8AC3E}">
        <p14:creationId xmlns:p14="http://schemas.microsoft.com/office/powerpoint/2010/main" val="3830090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TotalTime>
  <Words>816</Words>
  <Application>Microsoft Office PowerPoint</Application>
  <PresentationFormat>Widescreen</PresentationFormat>
  <Paragraphs>60</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Times New Roman</vt:lpstr>
      <vt:lpstr>Office Theme</vt:lpstr>
      <vt:lpstr>Water Purification</vt:lpstr>
      <vt:lpstr>Filtration</vt:lpstr>
      <vt:lpstr>PowerPoint Presentation</vt:lpstr>
      <vt:lpstr>Supernatant Water</vt:lpstr>
      <vt:lpstr>Sand Bed</vt:lpstr>
      <vt:lpstr>Vital layer</vt:lpstr>
      <vt:lpstr>Under-drainage system</vt:lpstr>
      <vt:lpstr>Filter control</vt:lpstr>
      <vt:lpstr>Filter cleaning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2024-06-24T11:22:34Z</dcterms:created>
  <dcterms:modified xsi:type="dcterms:W3CDTF">2024-06-24T16:12:26Z</dcterms:modified>
</cp:coreProperties>
</file>