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76"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5" r:id="rId26"/>
    <p:sldId id="286" r:id="rId27"/>
    <p:sldId id="281" r:id="rId28"/>
    <p:sldId id="280" r:id="rId29"/>
    <p:sldId id="282" r:id="rId30"/>
    <p:sldId id="284" r:id="rId31"/>
    <p:sldId id="287" r:id="rId32"/>
    <p:sldId id="288" r:id="rId33"/>
    <p:sldId id="289" r:id="rId34"/>
    <p:sldId id="290" r:id="rId35"/>
    <p:sldId id="291" r:id="rId36"/>
    <p:sldId id="292" r:id="rId37"/>
    <p:sldId id="293" r:id="rId38"/>
    <p:sldId id="294" r:id="rId39"/>
    <p:sldId id="283"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CF45E7-6CD8-4520-A9EF-69AAAD85FFC6}" v="41" dt="2024-08-07T18:39:20.0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240" y="1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51CF45E7-6CD8-4520-A9EF-69AAAD85FFC6}"/>
    <pc:docChg chg="undo redo custSel addSld delSld modSld sldOrd addMainMaster delMainMaster">
      <pc:chgData name="mukul maheshwari" userId="12cb43e2ca5f0d2c" providerId="LiveId" clId="{51CF45E7-6CD8-4520-A9EF-69AAAD85FFC6}" dt="2024-08-07T18:48:44.442" v="2937" actId="20577"/>
      <pc:docMkLst>
        <pc:docMk/>
      </pc:docMkLst>
      <pc:sldChg chg="addSp delSp modSp new mod modMedia setBg modClrScheme addAnim delAnim setClrOvrMap delDesignElem chgLayout">
        <pc:chgData name="mukul maheshwari" userId="12cb43e2ca5f0d2c" providerId="LiveId" clId="{51CF45E7-6CD8-4520-A9EF-69AAAD85FFC6}" dt="2024-07-31T14:56:55.023" v="37" actId="26606"/>
        <pc:sldMkLst>
          <pc:docMk/>
          <pc:sldMk cId="829786974" sldId="256"/>
        </pc:sldMkLst>
        <pc:spChg chg="mod ord">
          <ac:chgData name="mukul maheshwari" userId="12cb43e2ca5f0d2c" providerId="LiveId" clId="{51CF45E7-6CD8-4520-A9EF-69AAAD85FFC6}" dt="2024-07-31T14:56:55.023" v="37" actId="26606"/>
          <ac:spMkLst>
            <pc:docMk/>
            <pc:sldMk cId="829786974" sldId="256"/>
            <ac:spMk id="2" creationId="{F6A88987-F3F7-195A-E45F-836B30E1C7C9}"/>
          </ac:spMkLst>
        </pc:spChg>
        <pc:spChg chg="del mod">
          <ac:chgData name="mukul maheshwari" userId="12cb43e2ca5f0d2c" providerId="LiveId" clId="{51CF45E7-6CD8-4520-A9EF-69AAAD85FFC6}" dt="2024-07-31T14:53:49.206" v="15" actId="700"/>
          <ac:spMkLst>
            <pc:docMk/>
            <pc:sldMk cId="829786974" sldId="256"/>
            <ac:spMk id="3" creationId="{9394E041-1114-AED1-0A70-AE95A255C3AA}"/>
          </ac:spMkLst>
        </pc:spChg>
        <pc:spChg chg="add del">
          <ac:chgData name="mukul maheshwari" userId="12cb43e2ca5f0d2c" providerId="LiveId" clId="{51CF45E7-6CD8-4520-A9EF-69AAAD85FFC6}" dt="2024-07-31T14:56:18.833" v="34"/>
          <ac:spMkLst>
            <pc:docMk/>
            <pc:sldMk cId="829786974" sldId="256"/>
            <ac:spMk id="6" creationId="{AA065953-3D69-4CD4-80C3-DF10DEB4C761}"/>
          </ac:spMkLst>
        </pc:spChg>
        <pc:spChg chg="add del">
          <ac:chgData name="mukul maheshwari" userId="12cb43e2ca5f0d2c" providerId="LiveId" clId="{51CF45E7-6CD8-4520-A9EF-69AAAD85FFC6}" dt="2024-07-31T14:56:18.833" v="34"/>
          <ac:spMkLst>
            <pc:docMk/>
            <pc:sldMk cId="829786974" sldId="256"/>
            <ac:spMk id="7" creationId="{446F195D-95DC-419E-BBC1-E2B601A6067B}"/>
          </ac:spMkLst>
        </pc:spChg>
        <pc:spChg chg="add del">
          <ac:chgData name="mukul maheshwari" userId="12cb43e2ca5f0d2c" providerId="LiveId" clId="{51CF45E7-6CD8-4520-A9EF-69AAAD85FFC6}" dt="2024-07-31T14:56:18.833" v="34"/>
          <ac:spMkLst>
            <pc:docMk/>
            <pc:sldMk cId="829786974" sldId="256"/>
            <ac:spMk id="8" creationId="{BD4C0BBB-0042-4603-A226-6117F3FD5B3C}"/>
          </ac:spMkLst>
        </pc:spChg>
        <pc:spChg chg="add del">
          <ac:chgData name="mukul maheshwari" userId="12cb43e2ca5f0d2c" providerId="LiveId" clId="{51CF45E7-6CD8-4520-A9EF-69AAAD85FFC6}" dt="2024-07-31T14:53:32.336" v="10" actId="26606"/>
          <ac:spMkLst>
            <pc:docMk/>
            <pc:sldMk cId="829786974" sldId="256"/>
            <ac:spMk id="9" creationId="{BBE8E1BA-1863-0F95-E1A3-14697014C39B}"/>
          </ac:spMkLst>
        </pc:spChg>
        <pc:spChg chg="add del">
          <ac:chgData name="mukul maheshwari" userId="12cb43e2ca5f0d2c" providerId="LiveId" clId="{51CF45E7-6CD8-4520-A9EF-69AAAD85FFC6}" dt="2024-07-31T14:56:18.833" v="34"/>
          <ac:spMkLst>
            <pc:docMk/>
            <pc:sldMk cId="829786974" sldId="256"/>
            <ac:spMk id="10" creationId="{EC44F520-2598-460E-9F91-B02F60830CA2}"/>
          </ac:spMkLst>
        </pc:spChg>
        <pc:spChg chg="add del">
          <ac:chgData name="mukul maheshwari" userId="12cb43e2ca5f0d2c" providerId="LiveId" clId="{51CF45E7-6CD8-4520-A9EF-69AAAD85FFC6}" dt="2024-07-31T14:53:32.336" v="10" actId="26606"/>
          <ac:spMkLst>
            <pc:docMk/>
            <pc:sldMk cId="829786974" sldId="256"/>
            <ac:spMk id="11" creationId="{A9CCD9CD-49AE-3D3E-923B-81ECD3FBF75F}"/>
          </ac:spMkLst>
        </pc:spChg>
        <pc:spChg chg="add del">
          <ac:chgData name="mukul maheshwari" userId="12cb43e2ca5f0d2c" providerId="LiveId" clId="{51CF45E7-6CD8-4520-A9EF-69AAAD85FFC6}" dt="2024-07-31T14:56:18.833" v="34"/>
          <ac:spMkLst>
            <pc:docMk/>
            <pc:sldMk cId="829786974" sldId="256"/>
            <ac:spMk id="12" creationId="{36F292AA-C8DB-4CAA-97C9-456CF8540690}"/>
          </ac:spMkLst>
        </pc:spChg>
        <pc:spChg chg="add del">
          <ac:chgData name="mukul maheshwari" userId="12cb43e2ca5f0d2c" providerId="LiveId" clId="{51CF45E7-6CD8-4520-A9EF-69AAAD85FFC6}" dt="2024-07-31T14:53:36.345" v="13" actId="26606"/>
          <ac:spMkLst>
            <pc:docMk/>
            <pc:sldMk cId="829786974" sldId="256"/>
            <ac:spMk id="13" creationId="{CAA37442-EAE9-6CFC-AC74-44222B37FA80}"/>
          </ac:spMkLst>
        </pc:spChg>
        <pc:spChg chg="add del">
          <ac:chgData name="mukul maheshwari" userId="12cb43e2ca5f0d2c" providerId="LiveId" clId="{51CF45E7-6CD8-4520-A9EF-69AAAD85FFC6}" dt="2024-07-31T14:53:36.345" v="13" actId="26606"/>
          <ac:spMkLst>
            <pc:docMk/>
            <pc:sldMk cId="829786974" sldId="256"/>
            <ac:spMk id="15" creationId="{54117A24-9D5E-A791-A2F4-8C81AC603C15}"/>
          </ac:spMkLst>
        </pc:spChg>
        <pc:spChg chg="add del">
          <ac:chgData name="mukul maheshwari" userId="12cb43e2ca5f0d2c" providerId="LiveId" clId="{51CF45E7-6CD8-4520-A9EF-69AAAD85FFC6}" dt="2024-07-31T14:56:18.833" v="34"/>
          <ac:spMkLst>
            <pc:docMk/>
            <pc:sldMk cId="829786974" sldId="256"/>
            <ac:spMk id="16" creationId="{2AB36DB5-F10D-4EDB-87E2-ECB9301FFC62}"/>
          </ac:spMkLst>
        </pc:spChg>
        <pc:spChg chg="add del">
          <ac:chgData name="mukul maheshwari" userId="12cb43e2ca5f0d2c" providerId="LiveId" clId="{51CF45E7-6CD8-4520-A9EF-69AAAD85FFC6}" dt="2024-07-31T14:53:49.206" v="15" actId="700"/>
          <ac:spMkLst>
            <pc:docMk/>
            <pc:sldMk cId="829786974" sldId="256"/>
            <ac:spMk id="17" creationId="{88D74A45-8C44-4D66-9253-B2B25C223ABE}"/>
          </ac:spMkLst>
        </pc:spChg>
        <pc:spChg chg="add del">
          <ac:chgData name="mukul maheshwari" userId="12cb43e2ca5f0d2c" providerId="LiveId" clId="{51CF45E7-6CD8-4520-A9EF-69AAAD85FFC6}" dt="2024-07-31T14:53:49.206" v="15" actId="700"/>
          <ac:spMkLst>
            <pc:docMk/>
            <pc:sldMk cId="829786974" sldId="256"/>
            <ac:spMk id="19" creationId="{F489C2E0-4895-4B72-85EA-7EE9FAFFDC7E}"/>
          </ac:spMkLst>
        </pc:spChg>
        <pc:spChg chg="add del">
          <ac:chgData name="mukul maheshwari" userId="12cb43e2ca5f0d2c" providerId="LiveId" clId="{51CF45E7-6CD8-4520-A9EF-69AAAD85FFC6}" dt="2024-07-31T14:56:18.833" v="34"/>
          <ac:spMkLst>
            <pc:docMk/>
            <pc:sldMk cId="829786974" sldId="256"/>
            <ac:spMk id="21" creationId="{2256CF5B-1DAD-4912-86B9-FCA733692FED}"/>
          </ac:spMkLst>
        </pc:spChg>
        <pc:spChg chg="add">
          <ac:chgData name="mukul maheshwari" userId="12cb43e2ca5f0d2c" providerId="LiveId" clId="{51CF45E7-6CD8-4520-A9EF-69AAAD85FFC6}" dt="2024-07-31T14:56:55.023" v="37" actId="26606"/>
          <ac:spMkLst>
            <pc:docMk/>
            <pc:sldMk cId="829786974" sldId="256"/>
            <ac:spMk id="36" creationId="{5EF08599-3FED-4288-A20D-E7BCAC3B8E26}"/>
          </ac:spMkLst>
        </pc:spChg>
        <pc:spChg chg="add">
          <ac:chgData name="mukul maheshwari" userId="12cb43e2ca5f0d2c" providerId="LiveId" clId="{51CF45E7-6CD8-4520-A9EF-69AAAD85FFC6}" dt="2024-07-31T14:56:55.023" v="37" actId="26606"/>
          <ac:spMkLst>
            <pc:docMk/>
            <pc:sldMk cId="829786974" sldId="256"/>
            <ac:spMk id="37" creationId="{C884A6B2-90E9-4BDB-8503-71AC02D3956A}"/>
          </ac:spMkLst>
        </pc:spChg>
        <pc:grpChg chg="add">
          <ac:chgData name="mukul maheshwari" userId="12cb43e2ca5f0d2c" providerId="LiveId" clId="{51CF45E7-6CD8-4520-A9EF-69AAAD85FFC6}" dt="2024-07-31T14:56:55.023" v="37" actId="26606"/>
          <ac:grpSpMkLst>
            <pc:docMk/>
            <pc:sldMk cId="829786974" sldId="256"/>
            <ac:grpSpMk id="22" creationId="{E9046BC8-D404-4E7D-9202-A07F3FDD3823}"/>
          </ac:grpSpMkLst>
        </pc:grpChg>
        <pc:grpChg chg="add">
          <ac:chgData name="mukul maheshwari" userId="12cb43e2ca5f0d2c" providerId="LiveId" clId="{51CF45E7-6CD8-4520-A9EF-69AAAD85FFC6}" dt="2024-07-31T14:56:55.023" v="37" actId="26606"/>
          <ac:grpSpMkLst>
            <pc:docMk/>
            <pc:sldMk cId="829786974" sldId="256"/>
            <ac:grpSpMk id="29" creationId="{08F94D66-27EC-4CB8-8226-D7F41C161863}"/>
          </ac:grpSpMkLst>
        </pc:grpChg>
        <pc:picChg chg="add del mod">
          <ac:chgData name="mukul maheshwari" userId="12cb43e2ca5f0d2c" providerId="LiveId" clId="{51CF45E7-6CD8-4520-A9EF-69AAAD85FFC6}" dt="2024-07-31T14:53:32.336" v="10" actId="26606"/>
          <ac:picMkLst>
            <pc:docMk/>
            <pc:sldMk cId="829786974" sldId="256"/>
            <ac:picMk id="4" creationId="{387DBD63-8120-5A25-DA6B-0BED30C03F4A}"/>
          </ac:picMkLst>
        </pc:picChg>
        <pc:picChg chg="add mod">
          <ac:chgData name="mukul maheshwari" userId="12cb43e2ca5f0d2c" providerId="LiveId" clId="{51CF45E7-6CD8-4520-A9EF-69AAAD85FFC6}" dt="2024-07-31T14:56:55.023" v="37" actId="26606"/>
          <ac:picMkLst>
            <pc:docMk/>
            <pc:sldMk cId="829786974" sldId="256"/>
            <ac:picMk id="5" creationId="{8D77C0D3-6735-300D-185D-B4ACB108A9D9}"/>
          </ac:picMkLst>
        </pc:picChg>
        <pc:picChg chg="add del">
          <ac:chgData name="mukul maheshwari" userId="12cb43e2ca5f0d2c" providerId="LiveId" clId="{51CF45E7-6CD8-4520-A9EF-69AAAD85FFC6}" dt="2024-07-31T14:53:36.345" v="13" actId="26606"/>
          <ac:picMkLst>
            <pc:docMk/>
            <pc:sldMk cId="829786974" sldId="256"/>
            <ac:picMk id="14" creationId="{1456E82D-6B1D-5C35-B0B1-DEF93DF71030}"/>
          </ac:picMkLst>
        </pc:picChg>
        <pc:picChg chg="add del">
          <ac:chgData name="mukul maheshwari" userId="12cb43e2ca5f0d2c" providerId="LiveId" clId="{51CF45E7-6CD8-4520-A9EF-69AAAD85FFC6}" dt="2024-07-31T14:53:58.603" v="16" actId="478"/>
          <ac:picMkLst>
            <pc:docMk/>
            <pc:sldMk cId="829786974" sldId="256"/>
            <ac:picMk id="18" creationId="{E18DD939-EEEB-DAE0-9ABF-7204FBC29341}"/>
          </ac:picMkLst>
        </pc:picChg>
        <pc:cxnChg chg="add del">
          <ac:chgData name="mukul maheshwari" userId="12cb43e2ca5f0d2c" providerId="LiveId" clId="{51CF45E7-6CD8-4520-A9EF-69AAAD85FFC6}" dt="2024-07-31T14:53:49.206" v="15" actId="700"/>
          <ac:cxnSpMkLst>
            <pc:docMk/>
            <pc:sldMk cId="829786974" sldId="256"/>
            <ac:cxnSpMk id="20" creationId="{2E6B6C39-3A8E-4EAF-A0CD-4FE0CDFCD7DB}"/>
          </ac:cxnSpMkLst>
        </pc:cxnChg>
      </pc:sldChg>
      <pc:sldChg chg="addSp modSp new mod setBg modClrScheme chgLayout">
        <pc:chgData name="mukul maheshwari" userId="12cb43e2ca5f0d2c" providerId="LiveId" clId="{51CF45E7-6CD8-4520-A9EF-69AAAD85FFC6}" dt="2024-07-31T15:00:30.523" v="88" actId="26606"/>
        <pc:sldMkLst>
          <pc:docMk/>
          <pc:sldMk cId="1897365971" sldId="257"/>
        </pc:sldMkLst>
        <pc:spChg chg="mod ord">
          <ac:chgData name="mukul maheshwari" userId="12cb43e2ca5f0d2c" providerId="LiveId" clId="{51CF45E7-6CD8-4520-A9EF-69AAAD85FFC6}" dt="2024-07-31T15:00:30.523" v="88" actId="26606"/>
          <ac:spMkLst>
            <pc:docMk/>
            <pc:sldMk cId="1897365971" sldId="257"/>
            <ac:spMk id="2" creationId="{B9C6A79D-8E3D-E383-A364-BEC29F1BB593}"/>
          </ac:spMkLst>
        </pc:spChg>
        <pc:spChg chg="add mod ord">
          <ac:chgData name="mukul maheshwari" userId="12cb43e2ca5f0d2c" providerId="LiveId" clId="{51CF45E7-6CD8-4520-A9EF-69AAAD85FFC6}" dt="2024-07-31T15:00:30.523" v="88" actId="26606"/>
          <ac:spMkLst>
            <pc:docMk/>
            <pc:sldMk cId="1897365971" sldId="257"/>
            <ac:spMk id="3" creationId="{F6F95B8E-5E4C-562C-74BF-A09AB5C860A8}"/>
          </ac:spMkLst>
        </pc:spChg>
        <pc:spChg chg="add">
          <ac:chgData name="mukul maheshwari" userId="12cb43e2ca5f0d2c" providerId="LiveId" clId="{51CF45E7-6CD8-4520-A9EF-69AAAD85FFC6}" dt="2024-07-31T15:00:30.523" v="88" actId="26606"/>
          <ac:spMkLst>
            <pc:docMk/>
            <pc:sldMk cId="1897365971" sldId="257"/>
            <ac:spMk id="9" creationId="{85428F22-76B3-4107-AADE-3F9EC95FD325}"/>
          </ac:spMkLst>
        </pc:spChg>
        <pc:grpChg chg="add">
          <ac:chgData name="mukul maheshwari" userId="12cb43e2ca5f0d2c" providerId="LiveId" clId="{51CF45E7-6CD8-4520-A9EF-69AAAD85FFC6}" dt="2024-07-31T15:00:30.523" v="88" actId="26606"/>
          <ac:grpSpMkLst>
            <pc:docMk/>
            <pc:sldMk cId="1897365971" sldId="257"/>
            <ac:grpSpMk id="11" creationId="{5346FBCF-5353-4172-96F5-4B7EB07777C4}"/>
          </ac:grpSpMkLst>
        </pc:grpChg>
        <pc:grpChg chg="add">
          <ac:chgData name="mukul maheshwari" userId="12cb43e2ca5f0d2c" providerId="LiveId" clId="{51CF45E7-6CD8-4520-A9EF-69AAAD85FFC6}" dt="2024-07-31T15:00:30.523" v="88" actId="26606"/>
          <ac:grpSpMkLst>
            <pc:docMk/>
            <pc:sldMk cId="1897365971" sldId="257"/>
            <ac:grpSpMk id="15" creationId="{78326E10-C8CB-487F-A110-F861268DE619}"/>
          </ac:grpSpMkLst>
        </pc:grpChg>
        <pc:picChg chg="add">
          <ac:chgData name="mukul maheshwari" userId="12cb43e2ca5f0d2c" providerId="LiveId" clId="{51CF45E7-6CD8-4520-A9EF-69AAAD85FFC6}" dt="2024-07-31T15:00:30.523" v="88" actId="26606"/>
          <ac:picMkLst>
            <pc:docMk/>
            <pc:sldMk cId="1897365971" sldId="257"/>
            <ac:picMk id="5" creationId="{72677221-8B2C-5CB6-D030-83870AE4535C}"/>
          </ac:picMkLst>
        </pc:picChg>
      </pc:sldChg>
      <pc:sldChg chg="addSp delSp modSp new mod setBg">
        <pc:chgData name="mukul maheshwari" userId="12cb43e2ca5f0d2c" providerId="LiveId" clId="{51CF45E7-6CD8-4520-A9EF-69AAAD85FFC6}" dt="2024-07-31T15:09:28.891" v="263"/>
        <pc:sldMkLst>
          <pc:docMk/>
          <pc:sldMk cId="3026114848" sldId="258"/>
        </pc:sldMkLst>
        <pc:spChg chg="mod">
          <ac:chgData name="mukul maheshwari" userId="12cb43e2ca5f0d2c" providerId="LiveId" clId="{51CF45E7-6CD8-4520-A9EF-69AAAD85FFC6}" dt="2024-07-31T15:09:05.377" v="256" actId="26606"/>
          <ac:spMkLst>
            <pc:docMk/>
            <pc:sldMk cId="3026114848" sldId="258"/>
            <ac:spMk id="2" creationId="{CEB915E2-54AF-1C86-855C-5AF0FD9EBBF4}"/>
          </ac:spMkLst>
        </pc:spChg>
        <pc:spChg chg="mod">
          <ac:chgData name="mukul maheshwari" userId="12cb43e2ca5f0d2c" providerId="LiveId" clId="{51CF45E7-6CD8-4520-A9EF-69AAAD85FFC6}" dt="2024-07-31T15:09:21.874" v="261" actId="27636"/>
          <ac:spMkLst>
            <pc:docMk/>
            <pc:sldMk cId="3026114848" sldId="258"/>
            <ac:spMk id="3" creationId="{1D44DBCB-47FD-9397-A87F-28AE9C0F957D}"/>
          </ac:spMkLst>
        </pc:spChg>
        <pc:spChg chg="add mod">
          <ac:chgData name="mukul maheshwari" userId="12cb43e2ca5f0d2c" providerId="LiveId" clId="{51CF45E7-6CD8-4520-A9EF-69AAAD85FFC6}" dt="2024-07-31T15:09:28.891" v="263"/>
          <ac:spMkLst>
            <pc:docMk/>
            <pc:sldMk cId="3026114848" sldId="258"/>
            <ac:spMk id="4" creationId="{29A68188-1EAA-0854-32FB-C23D0A482E75}"/>
          </ac:spMkLst>
        </pc:spChg>
        <pc:spChg chg="add del">
          <ac:chgData name="mukul maheshwari" userId="12cb43e2ca5f0d2c" providerId="LiveId" clId="{51CF45E7-6CD8-4520-A9EF-69AAAD85FFC6}" dt="2024-07-31T15:09:05.377" v="256" actId="26606"/>
          <ac:spMkLst>
            <pc:docMk/>
            <pc:sldMk cId="3026114848" sldId="258"/>
            <ac:spMk id="8" creationId="{C8643778-7F6C-4E8D-84D1-D5CDB9928191}"/>
          </ac:spMkLst>
        </pc:spChg>
        <pc:spChg chg="add del">
          <ac:chgData name="mukul maheshwari" userId="12cb43e2ca5f0d2c" providerId="LiveId" clId="{51CF45E7-6CD8-4520-A9EF-69AAAD85FFC6}" dt="2024-07-31T15:09:05.377" v="256" actId="26606"/>
          <ac:spMkLst>
            <pc:docMk/>
            <pc:sldMk cId="3026114848" sldId="258"/>
            <ac:spMk id="10" creationId="{1D22F88D-6907-48AF-B024-346E855E0D96}"/>
          </ac:spMkLst>
        </pc:spChg>
        <pc:spChg chg="add del">
          <ac:chgData name="mukul maheshwari" userId="12cb43e2ca5f0d2c" providerId="LiveId" clId="{51CF45E7-6CD8-4520-A9EF-69AAAD85FFC6}" dt="2024-07-31T15:09:05.361" v="255" actId="26606"/>
          <ac:spMkLst>
            <pc:docMk/>
            <pc:sldMk cId="3026114848" sldId="258"/>
            <ac:spMk id="23" creationId="{C8643778-7F6C-4E8D-84D1-D5CDB9928191}"/>
          </ac:spMkLst>
        </pc:spChg>
        <pc:spChg chg="add del">
          <ac:chgData name="mukul maheshwari" userId="12cb43e2ca5f0d2c" providerId="LiveId" clId="{51CF45E7-6CD8-4520-A9EF-69AAAD85FFC6}" dt="2024-07-31T15:09:05.361" v="255" actId="26606"/>
          <ac:spMkLst>
            <pc:docMk/>
            <pc:sldMk cId="3026114848" sldId="258"/>
            <ac:spMk id="25" creationId="{1D22F88D-6907-48AF-B024-346E855E0D96}"/>
          </ac:spMkLst>
        </pc:spChg>
        <pc:spChg chg="add">
          <ac:chgData name="mukul maheshwari" userId="12cb43e2ca5f0d2c" providerId="LiveId" clId="{51CF45E7-6CD8-4520-A9EF-69AAAD85FFC6}" dt="2024-07-31T15:09:05.377" v="256" actId="26606"/>
          <ac:spMkLst>
            <pc:docMk/>
            <pc:sldMk cId="3026114848" sldId="258"/>
            <ac:spMk id="35" creationId="{E03BF673-8C68-4092-BF1B-53C57EFEC21F}"/>
          </ac:spMkLst>
        </pc:spChg>
        <pc:spChg chg="add">
          <ac:chgData name="mukul maheshwari" userId="12cb43e2ca5f0d2c" providerId="LiveId" clId="{51CF45E7-6CD8-4520-A9EF-69AAAD85FFC6}" dt="2024-07-31T15:09:05.377" v="256" actId="26606"/>
          <ac:spMkLst>
            <pc:docMk/>
            <pc:sldMk cId="3026114848" sldId="258"/>
            <ac:spMk id="36" creationId="{B1BDB70B-F0E6-4867-818F-C582494FB6D6}"/>
          </ac:spMkLst>
        </pc:spChg>
        <pc:grpChg chg="add del">
          <ac:chgData name="mukul maheshwari" userId="12cb43e2ca5f0d2c" providerId="LiveId" clId="{51CF45E7-6CD8-4520-A9EF-69AAAD85FFC6}" dt="2024-07-31T15:09:05.377" v="256" actId="26606"/>
          <ac:grpSpMkLst>
            <pc:docMk/>
            <pc:sldMk cId="3026114848" sldId="258"/>
            <ac:grpSpMk id="12" creationId="{F3842748-48B5-4DD0-A06A-A31C74024A99}"/>
          </ac:grpSpMkLst>
        </pc:grpChg>
        <pc:grpChg chg="add del">
          <ac:chgData name="mukul maheshwari" userId="12cb43e2ca5f0d2c" providerId="LiveId" clId="{51CF45E7-6CD8-4520-A9EF-69AAAD85FFC6}" dt="2024-07-31T15:09:05.361" v="255" actId="26606"/>
          <ac:grpSpMkLst>
            <pc:docMk/>
            <pc:sldMk cId="3026114848" sldId="258"/>
            <ac:grpSpMk id="27" creationId="{F3842748-48B5-4DD0-A06A-A31C74024A99}"/>
          </ac:grpSpMkLst>
        </pc:grpChg>
        <pc:grpChg chg="add">
          <ac:chgData name="mukul maheshwari" userId="12cb43e2ca5f0d2c" providerId="LiveId" clId="{51CF45E7-6CD8-4520-A9EF-69AAAD85FFC6}" dt="2024-07-31T15:09:05.377" v="256" actId="26606"/>
          <ac:grpSpMkLst>
            <pc:docMk/>
            <pc:sldMk cId="3026114848" sldId="258"/>
            <ac:grpSpMk id="37" creationId="{1E52C707-F508-47B5-8864-8CC3EE0F030B}"/>
          </ac:grpSpMkLst>
        </pc:grpChg>
      </pc:sldChg>
      <pc:sldChg chg="delSp modSp add mod setBg delDesignElem">
        <pc:chgData name="mukul maheshwari" userId="12cb43e2ca5f0d2c" providerId="LiveId" clId="{51CF45E7-6CD8-4520-A9EF-69AAAD85FFC6}" dt="2024-07-31T15:10:02.831" v="273" actId="27636"/>
        <pc:sldMkLst>
          <pc:docMk/>
          <pc:sldMk cId="110365853" sldId="259"/>
        </pc:sldMkLst>
        <pc:spChg chg="mod">
          <ac:chgData name="mukul maheshwari" userId="12cb43e2ca5f0d2c" providerId="LiveId" clId="{51CF45E7-6CD8-4520-A9EF-69AAAD85FFC6}" dt="2024-07-31T15:10:02.831" v="273" actId="27636"/>
          <ac:spMkLst>
            <pc:docMk/>
            <pc:sldMk cId="110365853" sldId="259"/>
            <ac:spMk id="3" creationId="{1D44DBCB-47FD-9397-A87F-28AE9C0F957D}"/>
          </ac:spMkLst>
        </pc:spChg>
        <pc:spChg chg="del">
          <ac:chgData name="mukul maheshwari" userId="12cb43e2ca5f0d2c" providerId="LiveId" clId="{51CF45E7-6CD8-4520-A9EF-69AAAD85FFC6}" dt="2024-07-31T15:09:34.111" v="265"/>
          <ac:spMkLst>
            <pc:docMk/>
            <pc:sldMk cId="110365853" sldId="259"/>
            <ac:spMk id="35" creationId="{E03BF673-8C68-4092-BF1B-53C57EFEC21F}"/>
          </ac:spMkLst>
        </pc:spChg>
        <pc:spChg chg="del">
          <ac:chgData name="mukul maheshwari" userId="12cb43e2ca5f0d2c" providerId="LiveId" clId="{51CF45E7-6CD8-4520-A9EF-69AAAD85FFC6}" dt="2024-07-31T15:09:34.111" v="265"/>
          <ac:spMkLst>
            <pc:docMk/>
            <pc:sldMk cId="110365853" sldId="259"/>
            <ac:spMk id="36" creationId="{B1BDB70B-F0E6-4867-818F-C582494FB6D6}"/>
          </ac:spMkLst>
        </pc:spChg>
        <pc:grpChg chg="del">
          <ac:chgData name="mukul maheshwari" userId="12cb43e2ca5f0d2c" providerId="LiveId" clId="{51CF45E7-6CD8-4520-A9EF-69AAAD85FFC6}" dt="2024-07-31T15:09:34.111" v="265"/>
          <ac:grpSpMkLst>
            <pc:docMk/>
            <pc:sldMk cId="110365853" sldId="259"/>
            <ac:grpSpMk id="37" creationId="{1E52C707-F508-47B5-8864-8CC3EE0F030B}"/>
          </ac:grpSpMkLst>
        </pc:grpChg>
      </pc:sldChg>
      <pc:sldChg chg="addSp modSp new mod setBg">
        <pc:chgData name="mukul maheshwari" userId="12cb43e2ca5f0d2c" providerId="LiveId" clId="{51CF45E7-6CD8-4520-A9EF-69AAAD85FFC6}" dt="2024-07-31T15:14:45.221" v="381" actId="27636"/>
        <pc:sldMkLst>
          <pc:docMk/>
          <pc:sldMk cId="3361015997" sldId="260"/>
        </pc:sldMkLst>
        <pc:spChg chg="mod">
          <ac:chgData name="mukul maheshwari" userId="12cb43e2ca5f0d2c" providerId="LiveId" clId="{51CF45E7-6CD8-4520-A9EF-69AAAD85FFC6}" dt="2024-07-31T15:14:28.148" v="376" actId="26606"/>
          <ac:spMkLst>
            <pc:docMk/>
            <pc:sldMk cId="3361015997" sldId="260"/>
            <ac:spMk id="2" creationId="{20062829-E223-3159-5E60-32A044F55170}"/>
          </ac:spMkLst>
        </pc:spChg>
        <pc:spChg chg="mod">
          <ac:chgData name="mukul maheshwari" userId="12cb43e2ca5f0d2c" providerId="LiveId" clId="{51CF45E7-6CD8-4520-A9EF-69AAAD85FFC6}" dt="2024-07-31T15:14:45.221" v="381" actId="27636"/>
          <ac:spMkLst>
            <pc:docMk/>
            <pc:sldMk cId="3361015997" sldId="260"/>
            <ac:spMk id="3" creationId="{F6C835E6-1A10-1F67-FE78-3077482F0D2C}"/>
          </ac:spMkLst>
        </pc:spChg>
        <pc:spChg chg="add">
          <ac:chgData name="mukul maheshwari" userId="12cb43e2ca5f0d2c" providerId="LiveId" clId="{51CF45E7-6CD8-4520-A9EF-69AAAD85FFC6}" dt="2024-07-31T15:14:28.148" v="376" actId="26606"/>
          <ac:spMkLst>
            <pc:docMk/>
            <pc:sldMk cId="3361015997" sldId="260"/>
            <ac:spMk id="9" creationId="{85428F22-76B3-4107-AADE-3F9EC95FD325}"/>
          </ac:spMkLst>
        </pc:spChg>
        <pc:grpChg chg="add">
          <ac:chgData name="mukul maheshwari" userId="12cb43e2ca5f0d2c" providerId="LiveId" clId="{51CF45E7-6CD8-4520-A9EF-69AAAD85FFC6}" dt="2024-07-31T15:14:28.148" v="376" actId="26606"/>
          <ac:grpSpMkLst>
            <pc:docMk/>
            <pc:sldMk cId="3361015997" sldId="260"/>
            <ac:grpSpMk id="11" creationId="{5346FBCF-5353-4172-96F5-4B7EB07777C4}"/>
          </ac:grpSpMkLst>
        </pc:grpChg>
        <pc:grpChg chg="add">
          <ac:chgData name="mukul maheshwari" userId="12cb43e2ca5f0d2c" providerId="LiveId" clId="{51CF45E7-6CD8-4520-A9EF-69AAAD85FFC6}" dt="2024-07-31T15:14:28.148" v="376" actId="26606"/>
          <ac:grpSpMkLst>
            <pc:docMk/>
            <pc:sldMk cId="3361015997" sldId="260"/>
            <ac:grpSpMk id="15" creationId="{78326E10-C8CB-487F-A110-F861268DE619}"/>
          </ac:grpSpMkLst>
        </pc:grpChg>
        <pc:picChg chg="add">
          <ac:chgData name="mukul maheshwari" userId="12cb43e2ca5f0d2c" providerId="LiveId" clId="{51CF45E7-6CD8-4520-A9EF-69AAAD85FFC6}" dt="2024-07-31T15:14:28.148" v="376" actId="26606"/>
          <ac:picMkLst>
            <pc:docMk/>
            <pc:sldMk cId="3361015997" sldId="260"/>
            <ac:picMk id="5" creationId="{DECE9404-84DC-8A70-1E85-DAA7903C633B}"/>
          </ac:picMkLst>
        </pc:picChg>
      </pc:sldChg>
      <pc:sldChg chg="addSp delSp modSp new mod setBg">
        <pc:chgData name="mukul maheshwari" userId="12cb43e2ca5f0d2c" providerId="LiveId" clId="{51CF45E7-6CD8-4520-A9EF-69AAAD85FFC6}" dt="2024-07-31T15:19:58.155" v="470" actId="26606"/>
        <pc:sldMkLst>
          <pc:docMk/>
          <pc:sldMk cId="102131925" sldId="261"/>
        </pc:sldMkLst>
        <pc:spChg chg="mod">
          <ac:chgData name="mukul maheshwari" userId="12cb43e2ca5f0d2c" providerId="LiveId" clId="{51CF45E7-6CD8-4520-A9EF-69AAAD85FFC6}" dt="2024-07-31T15:19:58.155" v="470" actId="26606"/>
          <ac:spMkLst>
            <pc:docMk/>
            <pc:sldMk cId="102131925" sldId="261"/>
            <ac:spMk id="2" creationId="{467098D8-009A-1190-5C84-1FB9352FC966}"/>
          </ac:spMkLst>
        </pc:spChg>
        <pc:spChg chg="mod">
          <ac:chgData name="mukul maheshwari" userId="12cb43e2ca5f0d2c" providerId="LiveId" clId="{51CF45E7-6CD8-4520-A9EF-69AAAD85FFC6}" dt="2024-07-31T15:19:58.155" v="470" actId="26606"/>
          <ac:spMkLst>
            <pc:docMk/>
            <pc:sldMk cId="102131925" sldId="261"/>
            <ac:spMk id="3" creationId="{B1A77327-7432-F700-6FB2-E11B8B2F1AF1}"/>
          </ac:spMkLst>
        </pc:spChg>
        <pc:spChg chg="add del">
          <ac:chgData name="mukul maheshwari" userId="12cb43e2ca5f0d2c" providerId="LiveId" clId="{51CF45E7-6CD8-4520-A9EF-69AAAD85FFC6}" dt="2024-07-31T15:19:58.155" v="470" actId="26606"/>
          <ac:spMkLst>
            <pc:docMk/>
            <pc:sldMk cId="102131925" sldId="261"/>
            <ac:spMk id="9" creationId="{6AD30037-67ED-4367-9BE0-45787510BF13}"/>
          </ac:spMkLst>
        </pc:spChg>
        <pc:spChg chg="add">
          <ac:chgData name="mukul maheshwari" userId="12cb43e2ca5f0d2c" providerId="LiveId" clId="{51CF45E7-6CD8-4520-A9EF-69AAAD85FFC6}" dt="2024-07-31T15:19:58.155" v="470" actId="26606"/>
          <ac:spMkLst>
            <pc:docMk/>
            <pc:sldMk cId="102131925" sldId="261"/>
            <ac:spMk id="22" creationId="{85428F22-76B3-4107-AADE-3F9EC95FD325}"/>
          </ac:spMkLst>
        </pc:spChg>
        <pc:grpChg chg="add del">
          <ac:chgData name="mukul maheshwari" userId="12cb43e2ca5f0d2c" providerId="LiveId" clId="{51CF45E7-6CD8-4520-A9EF-69AAAD85FFC6}" dt="2024-07-31T15:19:58.155" v="470" actId="26606"/>
          <ac:grpSpMkLst>
            <pc:docMk/>
            <pc:sldMk cId="102131925" sldId="261"/>
            <ac:grpSpMk id="11" creationId="{50841A4E-5BC1-44B4-83CF-D524E8AEAD64}"/>
          </ac:grpSpMkLst>
        </pc:grpChg>
        <pc:grpChg chg="add">
          <ac:chgData name="mukul maheshwari" userId="12cb43e2ca5f0d2c" providerId="LiveId" clId="{51CF45E7-6CD8-4520-A9EF-69AAAD85FFC6}" dt="2024-07-31T15:19:58.155" v="470" actId="26606"/>
          <ac:grpSpMkLst>
            <pc:docMk/>
            <pc:sldMk cId="102131925" sldId="261"/>
            <ac:grpSpMk id="24" creationId="{5346FBCF-5353-4172-96F5-4B7EB07777C4}"/>
          </ac:grpSpMkLst>
        </pc:grpChg>
        <pc:grpChg chg="add">
          <ac:chgData name="mukul maheshwari" userId="12cb43e2ca5f0d2c" providerId="LiveId" clId="{51CF45E7-6CD8-4520-A9EF-69AAAD85FFC6}" dt="2024-07-31T15:19:58.155" v="470" actId="26606"/>
          <ac:grpSpMkLst>
            <pc:docMk/>
            <pc:sldMk cId="102131925" sldId="261"/>
            <ac:grpSpMk id="28" creationId="{78326E10-C8CB-487F-A110-F861268DE619}"/>
          </ac:grpSpMkLst>
        </pc:grpChg>
        <pc:picChg chg="add mod ord">
          <ac:chgData name="mukul maheshwari" userId="12cb43e2ca5f0d2c" providerId="LiveId" clId="{51CF45E7-6CD8-4520-A9EF-69AAAD85FFC6}" dt="2024-07-31T15:19:58.155" v="470" actId="26606"/>
          <ac:picMkLst>
            <pc:docMk/>
            <pc:sldMk cId="102131925" sldId="261"/>
            <ac:picMk id="5" creationId="{8F9A8C6E-4661-376F-D1CA-6BD5A2B62531}"/>
          </ac:picMkLst>
        </pc:picChg>
      </pc:sldChg>
      <pc:sldChg chg="addSp delSp modSp new mod setBg setClrOvrMap">
        <pc:chgData name="mukul maheshwari" userId="12cb43e2ca5f0d2c" providerId="LiveId" clId="{51CF45E7-6CD8-4520-A9EF-69AAAD85FFC6}" dt="2024-07-31T15:25:15.174" v="581" actId="1076"/>
        <pc:sldMkLst>
          <pc:docMk/>
          <pc:sldMk cId="958909604" sldId="262"/>
        </pc:sldMkLst>
        <pc:spChg chg="mod">
          <ac:chgData name="mukul maheshwari" userId="12cb43e2ca5f0d2c" providerId="LiveId" clId="{51CF45E7-6CD8-4520-A9EF-69AAAD85FFC6}" dt="2024-07-31T15:25:15.174" v="581" actId="1076"/>
          <ac:spMkLst>
            <pc:docMk/>
            <pc:sldMk cId="958909604" sldId="262"/>
            <ac:spMk id="2" creationId="{9EC251EA-A5CF-A3B7-3DD4-2EE0414AE5AF}"/>
          </ac:spMkLst>
        </pc:spChg>
        <pc:spChg chg="add del mod">
          <ac:chgData name="mukul maheshwari" userId="12cb43e2ca5f0d2c" providerId="LiveId" clId="{51CF45E7-6CD8-4520-A9EF-69AAAD85FFC6}" dt="2024-07-31T15:24:16.423" v="564" actId="26606"/>
          <ac:spMkLst>
            <pc:docMk/>
            <pc:sldMk cId="958909604" sldId="262"/>
            <ac:spMk id="3" creationId="{15412D8A-07B3-4F8E-8FD3-674228243665}"/>
          </ac:spMkLst>
        </pc:spChg>
        <pc:spChg chg="add mod">
          <ac:chgData name="mukul maheshwari" userId="12cb43e2ca5f0d2c" providerId="LiveId" clId="{51CF45E7-6CD8-4520-A9EF-69AAAD85FFC6}" dt="2024-07-31T15:25:09.220" v="580" actId="15"/>
          <ac:spMkLst>
            <pc:docMk/>
            <pc:sldMk cId="958909604" sldId="262"/>
            <ac:spMk id="8" creationId="{15412D8A-07B3-4F8E-8FD3-674228243665}"/>
          </ac:spMkLst>
        </pc:spChg>
        <pc:spChg chg="add">
          <ac:chgData name="mukul maheshwari" userId="12cb43e2ca5f0d2c" providerId="LiveId" clId="{51CF45E7-6CD8-4520-A9EF-69AAAD85FFC6}" dt="2024-07-31T15:24:16.423" v="564" actId="26606"/>
          <ac:spMkLst>
            <pc:docMk/>
            <pc:sldMk cId="958909604" sldId="262"/>
            <ac:spMk id="9" creationId="{2FCD9B94-D70B-4446-85E5-ACD3904289CB}"/>
          </ac:spMkLst>
        </pc:spChg>
        <pc:graphicFrameChg chg="add del">
          <ac:chgData name="mukul maheshwari" userId="12cb43e2ca5f0d2c" providerId="LiveId" clId="{51CF45E7-6CD8-4520-A9EF-69AAAD85FFC6}" dt="2024-07-31T15:24:16.407" v="563" actId="26606"/>
          <ac:graphicFrameMkLst>
            <pc:docMk/>
            <pc:sldMk cId="958909604" sldId="262"/>
            <ac:graphicFrameMk id="5" creationId="{4B5B6D89-C419-43AD-7366-4D3CB3F9EF64}"/>
          </ac:graphicFrameMkLst>
        </pc:graphicFrameChg>
        <pc:picChg chg="add">
          <ac:chgData name="mukul maheshwari" userId="12cb43e2ca5f0d2c" providerId="LiveId" clId="{51CF45E7-6CD8-4520-A9EF-69AAAD85FFC6}" dt="2024-07-31T15:24:16.423" v="564" actId="26606"/>
          <ac:picMkLst>
            <pc:docMk/>
            <pc:sldMk cId="958909604" sldId="262"/>
            <ac:picMk id="7" creationId="{6AD13879-708A-1046-F763-CEDEB719306E}"/>
          </ac:picMkLst>
        </pc:picChg>
      </pc:sldChg>
      <pc:sldChg chg="addSp modSp new mod setBg">
        <pc:chgData name="mukul maheshwari" userId="12cb43e2ca5f0d2c" providerId="LiveId" clId="{51CF45E7-6CD8-4520-A9EF-69AAAD85FFC6}" dt="2024-07-31T15:32:48.928" v="665" actId="113"/>
        <pc:sldMkLst>
          <pc:docMk/>
          <pc:sldMk cId="2438259104" sldId="263"/>
        </pc:sldMkLst>
        <pc:spChg chg="mod">
          <ac:chgData name="mukul maheshwari" userId="12cb43e2ca5f0d2c" providerId="LiveId" clId="{51CF45E7-6CD8-4520-A9EF-69AAAD85FFC6}" dt="2024-07-31T15:32:48.928" v="665" actId="113"/>
          <ac:spMkLst>
            <pc:docMk/>
            <pc:sldMk cId="2438259104" sldId="263"/>
            <ac:spMk id="2" creationId="{C9271AB8-33B6-A056-1186-232CDC0D1B30}"/>
          </ac:spMkLst>
        </pc:spChg>
        <pc:spChg chg="mod">
          <ac:chgData name="mukul maheshwari" userId="12cb43e2ca5f0d2c" providerId="LiveId" clId="{51CF45E7-6CD8-4520-A9EF-69AAAD85FFC6}" dt="2024-07-31T15:32:32.832" v="663" actId="27636"/>
          <ac:spMkLst>
            <pc:docMk/>
            <pc:sldMk cId="2438259104" sldId="263"/>
            <ac:spMk id="3" creationId="{F99C12F9-2851-940E-2B50-AA579004E38E}"/>
          </ac:spMkLst>
        </pc:spChg>
        <pc:picChg chg="add mod modCrop">
          <ac:chgData name="mukul maheshwari" userId="12cb43e2ca5f0d2c" providerId="LiveId" clId="{51CF45E7-6CD8-4520-A9EF-69AAAD85FFC6}" dt="2024-07-31T15:31:59.162" v="653" actId="27614"/>
          <ac:picMkLst>
            <pc:docMk/>
            <pc:sldMk cId="2438259104" sldId="263"/>
            <ac:picMk id="5" creationId="{862E50CB-6CAB-02E2-5712-FF28A8DFD53D}"/>
          </ac:picMkLst>
        </pc:picChg>
      </pc:sldChg>
      <pc:sldChg chg="addSp modSp new mod setBg">
        <pc:chgData name="mukul maheshwari" userId="12cb43e2ca5f0d2c" providerId="LiveId" clId="{51CF45E7-6CD8-4520-A9EF-69AAAD85FFC6}" dt="2024-07-31T15:35:26.451" v="750" actId="20577"/>
        <pc:sldMkLst>
          <pc:docMk/>
          <pc:sldMk cId="3716751038" sldId="264"/>
        </pc:sldMkLst>
        <pc:spChg chg="mod">
          <ac:chgData name="mukul maheshwari" userId="12cb43e2ca5f0d2c" providerId="LiveId" clId="{51CF45E7-6CD8-4520-A9EF-69AAAD85FFC6}" dt="2024-07-31T15:35:17.112" v="749" actId="26606"/>
          <ac:spMkLst>
            <pc:docMk/>
            <pc:sldMk cId="3716751038" sldId="264"/>
            <ac:spMk id="2" creationId="{FC1E73F2-0C36-0515-E4E9-1550F941CC44}"/>
          </ac:spMkLst>
        </pc:spChg>
        <pc:spChg chg="mod">
          <ac:chgData name="mukul maheshwari" userId="12cb43e2ca5f0d2c" providerId="LiveId" clId="{51CF45E7-6CD8-4520-A9EF-69AAAD85FFC6}" dt="2024-07-31T15:35:26.451" v="750" actId="20577"/>
          <ac:spMkLst>
            <pc:docMk/>
            <pc:sldMk cId="3716751038" sldId="264"/>
            <ac:spMk id="3" creationId="{83FF10C1-CD4D-AF22-7C52-28853070F373}"/>
          </ac:spMkLst>
        </pc:spChg>
        <pc:spChg chg="add">
          <ac:chgData name="mukul maheshwari" userId="12cb43e2ca5f0d2c" providerId="LiveId" clId="{51CF45E7-6CD8-4520-A9EF-69AAAD85FFC6}" dt="2024-07-31T15:35:17.112" v="749" actId="26606"/>
          <ac:spMkLst>
            <pc:docMk/>
            <pc:sldMk cId="3716751038" sldId="264"/>
            <ac:spMk id="9" creationId="{85428F22-76B3-4107-AADE-3F9EC95FD325}"/>
          </ac:spMkLst>
        </pc:spChg>
        <pc:grpChg chg="add">
          <ac:chgData name="mukul maheshwari" userId="12cb43e2ca5f0d2c" providerId="LiveId" clId="{51CF45E7-6CD8-4520-A9EF-69AAAD85FFC6}" dt="2024-07-31T15:35:17.112" v="749" actId="26606"/>
          <ac:grpSpMkLst>
            <pc:docMk/>
            <pc:sldMk cId="3716751038" sldId="264"/>
            <ac:grpSpMk id="11" creationId="{5346FBCF-5353-4172-96F5-4B7EB07777C4}"/>
          </ac:grpSpMkLst>
        </pc:grpChg>
        <pc:grpChg chg="add">
          <ac:chgData name="mukul maheshwari" userId="12cb43e2ca5f0d2c" providerId="LiveId" clId="{51CF45E7-6CD8-4520-A9EF-69AAAD85FFC6}" dt="2024-07-31T15:35:17.112" v="749" actId="26606"/>
          <ac:grpSpMkLst>
            <pc:docMk/>
            <pc:sldMk cId="3716751038" sldId="264"/>
            <ac:grpSpMk id="15" creationId="{78326E10-C8CB-487F-A110-F861268DE619}"/>
          </ac:grpSpMkLst>
        </pc:grpChg>
        <pc:picChg chg="add">
          <ac:chgData name="mukul maheshwari" userId="12cb43e2ca5f0d2c" providerId="LiveId" clId="{51CF45E7-6CD8-4520-A9EF-69AAAD85FFC6}" dt="2024-07-31T15:35:17.112" v="749" actId="26606"/>
          <ac:picMkLst>
            <pc:docMk/>
            <pc:sldMk cId="3716751038" sldId="264"/>
            <ac:picMk id="5" creationId="{3626766E-C862-DC66-5CC6-5BC99A83CB4F}"/>
          </ac:picMkLst>
        </pc:picChg>
      </pc:sldChg>
      <pc:sldChg chg="addSp delSp modSp new mod setBg modClrScheme addAnim setClrOvrMap chgLayout">
        <pc:chgData name="mukul maheshwari" userId="12cb43e2ca5f0d2c" providerId="LiveId" clId="{51CF45E7-6CD8-4520-A9EF-69AAAD85FFC6}" dt="2024-07-31T15:36:06.187" v="760" actId="26606"/>
        <pc:sldMkLst>
          <pc:docMk/>
          <pc:sldMk cId="3184109187" sldId="265"/>
        </pc:sldMkLst>
        <pc:spChg chg="del mod ord">
          <ac:chgData name="mukul maheshwari" userId="12cb43e2ca5f0d2c" providerId="LiveId" clId="{51CF45E7-6CD8-4520-A9EF-69AAAD85FFC6}" dt="2024-07-31T15:35:38.769" v="752" actId="700"/>
          <ac:spMkLst>
            <pc:docMk/>
            <pc:sldMk cId="3184109187" sldId="265"/>
            <ac:spMk id="2" creationId="{152B07F2-729A-E09E-92B9-5A82EC4D68A9}"/>
          </ac:spMkLst>
        </pc:spChg>
        <pc:spChg chg="del">
          <ac:chgData name="mukul maheshwari" userId="12cb43e2ca5f0d2c" providerId="LiveId" clId="{51CF45E7-6CD8-4520-A9EF-69AAAD85FFC6}" dt="2024-07-31T15:35:38.769" v="752" actId="700"/>
          <ac:spMkLst>
            <pc:docMk/>
            <pc:sldMk cId="3184109187" sldId="265"/>
            <ac:spMk id="3" creationId="{82DE645B-1021-40ED-CF5B-5E64450F2C7E}"/>
          </ac:spMkLst>
        </pc:spChg>
        <pc:spChg chg="add mod ord">
          <ac:chgData name="mukul maheshwari" userId="12cb43e2ca5f0d2c" providerId="LiveId" clId="{51CF45E7-6CD8-4520-A9EF-69AAAD85FFC6}" dt="2024-07-31T15:36:06.187" v="760" actId="26606"/>
          <ac:spMkLst>
            <pc:docMk/>
            <pc:sldMk cId="3184109187" sldId="265"/>
            <ac:spMk id="4" creationId="{CB6D6ADD-B54F-7FC4-BC75-B9697BCF95C3}"/>
          </ac:spMkLst>
        </pc:spChg>
        <pc:spChg chg="add">
          <ac:chgData name="mukul maheshwari" userId="12cb43e2ca5f0d2c" providerId="LiveId" clId="{51CF45E7-6CD8-4520-A9EF-69AAAD85FFC6}" dt="2024-07-31T15:36:06.187" v="760" actId="26606"/>
          <ac:spMkLst>
            <pc:docMk/>
            <pc:sldMk cId="3184109187" sldId="265"/>
            <ac:spMk id="37" creationId="{C2A2366C-96BE-4587-BABC-529047265AC1}"/>
          </ac:spMkLst>
        </pc:spChg>
        <pc:grpChg chg="add del">
          <ac:chgData name="mukul maheshwari" userId="12cb43e2ca5f0d2c" providerId="LiveId" clId="{51CF45E7-6CD8-4520-A9EF-69AAAD85FFC6}" dt="2024-07-31T15:36:06.187" v="760" actId="26606"/>
          <ac:grpSpMkLst>
            <pc:docMk/>
            <pc:sldMk cId="3184109187" sldId="265"/>
            <ac:grpSpMk id="10" creationId="{08F94D66-27EC-4CB8-8226-D7F41C161863}"/>
          </ac:grpSpMkLst>
        </pc:grpChg>
        <pc:grpChg chg="add del">
          <ac:chgData name="mukul maheshwari" userId="12cb43e2ca5f0d2c" providerId="LiveId" clId="{51CF45E7-6CD8-4520-A9EF-69AAAD85FFC6}" dt="2024-07-31T15:36:06.187" v="760" actId="26606"/>
          <ac:grpSpMkLst>
            <pc:docMk/>
            <pc:sldMk cId="3184109187" sldId="265"/>
            <ac:grpSpMk id="18" creationId="{0A3EF779-83DD-4EB0-9F4C-7304381A2870}"/>
          </ac:grpSpMkLst>
        </pc:grpChg>
        <pc:grpChg chg="add">
          <ac:chgData name="mukul maheshwari" userId="12cb43e2ca5f0d2c" providerId="LiveId" clId="{51CF45E7-6CD8-4520-A9EF-69AAAD85FFC6}" dt="2024-07-31T15:36:06.187" v="760" actId="26606"/>
          <ac:grpSpMkLst>
            <pc:docMk/>
            <pc:sldMk cId="3184109187" sldId="265"/>
            <ac:grpSpMk id="29" creationId="{08F94D66-27EC-4CB8-8226-D7F41C161863}"/>
          </ac:grpSpMkLst>
        </pc:grpChg>
        <pc:picChg chg="add mod">
          <ac:chgData name="mukul maheshwari" userId="12cb43e2ca5f0d2c" providerId="LiveId" clId="{51CF45E7-6CD8-4520-A9EF-69AAAD85FFC6}" dt="2024-07-31T15:36:06.187" v="760" actId="26606"/>
          <ac:picMkLst>
            <pc:docMk/>
            <pc:sldMk cId="3184109187" sldId="265"/>
            <ac:picMk id="6" creationId="{5AB0B7D8-AFB7-28CF-1627-18B2A0D075AF}"/>
          </ac:picMkLst>
        </pc:picChg>
      </pc:sldChg>
      <pc:sldChg chg="addSp modSp new mod setBg modClrScheme chgLayout">
        <pc:chgData name="mukul maheshwari" userId="12cb43e2ca5f0d2c" providerId="LiveId" clId="{51CF45E7-6CD8-4520-A9EF-69AAAD85FFC6}" dt="2024-07-31T15:42:04.531" v="849" actId="27636"/>
        <pc:sldMkLst>
          <pc:docMk/>
          <pc:sldMk cId="2449060390" sldId="266"/>
        </pc:sldMkLst>
        <pc:spChg chg="mod ord">
          <ac:chgData name="mukul maheshwari" userId="12cb43e2ca5f0d2c" providerId="LiveId" clId="{51CF45E7-6CD8-4520-A9EF-69AAAD85FFC6}" dt="2024-07-31T15:40:59.595" v="843" actId="1076"/>
          <ac:spMkLst>
            <pc:docMk/>
            <pc:sldMk cId="2449060390" sldId="266"/>
            <ac:spMk id="2" creationId="{BA38C71E-50F2-C938-7A09-DA0863C5EA05}"/>
          </ac:spMkLst>
        </pc:spChg>
        <pc:spChg chg="add mod ord">
          <ac:chgData name="mukul maheshwari" userId="12cb43e2ca5f0d2c" providerId="LiveId" clId="{51CF45E7-6CD8-4520-A9EF-69AAAD85FFC6}" dt="2024-07-31T15:42:04.531" v="849" actId="27636"/>
          <ac:spMkLst>
            <pc:docMk/>
            <pc:sldMk cId="2449060390" sldId="266"/>
            <ac:spMk id="3" creationId="{BAA39ECC-5BEA-6913-7101-E372341B2BD3}"/>
          </ac:spMkLst>
        </pc:spChg>
        <pc:picChg chg="add">
          <ac:chgData name="mukul maheshwari" userId="12cb43e2ca5f0d2c" providerId="LiveId" clId="{51CF45E7-6CD8-4520-A9EF-69AAAD85FFC6}" dt="2024-07-31T15:40:33.429" v="835" actId="26606"/>
          <ac:picMkLst>
            <pc:docMk/>
            <pc:sldMk cId="2449060390" sldId="266"/>
            <ac:picMk id="7" creationId="{569A5E8E-2B1E-7853-0472-111272FE7CCD}"/>
          </ac:picMkLst>
        </pc:picChg>
      </pc:sldChg>
      <pc:sldChg chg="addSp delSp modSp new mod setBg">
        <pc:chgData name="mukul maheshwari" userId="12cb43e2ca5f0d2c" providerId="LiveId" clId="{51CF45E7-6CD8-4520-A9EF-69AAAD85FFC6}" dt="2024-07-31T15:53:02.377" v="937" actId="27636"/>
        <pc:sldMkLst>
          <pc:docMk/>
          <pc:sldMk cId="554213820" sldId="267"/>
        </pc:sldMkLst>
        <pc:spChg chg="mod">
          <ac:chgData name="mukul maheshwari" userId="12cb43e2ca5f0d2c" providerId="LiveId" clId="{51CF45E7-6CD8-4520-A9EF-69AAAD85FFC6}" dt="2024-07-31T15:52:27.179" v="922" actId="26606"/>
          <ac:spMkLst>
            <pc:docMk/>
            <pc:sldMk cId="554213820" sldId="267"/>
            <ac:spMk id="2" creationId="{9667ED7A-A970-64CE-4F03-546A4FD729D4}"/>
          </ac:spMkLst>
        </pc:spChg>
        <pc:spChg chg="mod ord">
          <ac:chgData name="mukul maheshwari" userId="12cb43e2ca5f0d2c" providerId="LiveId" clId="{51CF45E7-6CD8-4520-A9EF-69AAAD85FFC6}" dt="2024-07-31T15:53:02.377" v="937" actId="27636"/>
          <ac:spMkLst>
            <pc:docMk/>
            <pc:sldMk cId="554213820" sldId="267"/>
            <ac:spMk id="3" creationId="{C8C8D951-E145-95E1-E93E-917CAFFACC46}"/>
          </ac:spMkLst>
        </pc:spChg>
        <pc:spChg chg="add del">
          <ac:chgData name="mukul maheshwari" userId="12cb43e2ca5f0d2c" providerId="LiveId" clId="{51CF45E7-6CD8-4520-A9EF-69AAAD85FFC6}" dt="2024-07-31T15:52:27.148" v="921" actId="26606"/>
          <ac:spMkLst>
            <pc:docMk/>
            <pc:sldMk cId="554213820" sldId="267"/>
            <ac:spMk id="10" creationId="{85428F22-76B3-4107-AADE-3F9EC95FD325}"/>
          </ac:spMkLst>
        </pc:spChg>
        <pc:spChg chg="add">
          <ac:chgData name="mukul maheshwari" userId="12cb43e2ca5f0d2c" providerId="LiveId" clId="{51CF45E7-6CD8-4520-A9EF-69AAAD85FFC6}" dt="2024-07-31T15:52:27.179" v="922" actId="26606"/>
          <ac:spMkLst>
            <pc:docMk/>
            <pc:sldMk cId="554213820" sldId="267"/>
            <ac:spMk id="24" creationId="{6AD30037-67ED-4367-9BE0-45787510BF13}"/>
          </ac:spMkLst>
        </pc:spChg>
        <pc:grpChg chg="add del">
          <ac:chgData name="mukul maheshwari" userId="12cb43e2ca5f0d2c" providerId="LiveId" clId="{51CF45E7-6CD8-4520-A9EF-69AAAD85FFC6}" dt="2024-07-31T15:52:27.148" v="921" actId="26606"/>
          <ac:grpSpMkLst>
            <pc:docMk/>
            <pc:sldMk cId="554213820" sldId="267"/>
            <ac:grpSpMk id="12" creationId="{5346FBCF-5353-4172-96F5-4B7EB07777C4}"/>
          </ac:grpSpMkLst>
        </pc:grpChg>
        <pc:grpChg chg="add del">
          <ac:chgData name="mukul maheshwari" userId="12cb43e2ca5f0d2c" providerId="LiveId" clId="{51CF45E7-6CD8-4520-A9EF-69AAAD85FFC6}" dt="2024-07-31T15:52:27.148" v="921" actId="26606"/>
          <ac:grpSpMkLst>
            <pc:docMk/>
            <pc:sldMk cId="554213820" sldId="267"/>
            <ac:grpSpMk id="16" creationId="{78326E10-C8CB-487F-A110-F861268DE619}"/>
          </ac:grpSpMkLst>
        </pc:grpChg>
        <pc:grpChg chg="add">
          <ac:chgData name="mukul maheshwari" userId="12cb43e2ca5f0d2c" providerId="LiveId" clId="{51CF45E7-6CD8-4520-A9EF-69AAAD85FFC6}" dt="2024-07-31T15:52:27.179" v="922" actId="26606"/>
          <ac:grpSpMkLst>
            <pc:docMk/>
            <pc:sldMk cId="554213820" sldId="267"/>
            <ac:grpSpMk id="25" creationId="{50841A4E-5BC1-44B4-83CF-D524E8AEAD64}"/>
          </ac:grpSpMkLst>
        </pc:grpChg>
        <pc:picChg chg="add mod ord">
          <ac:chgData name="mukul maheshwari" userId="12cb43e2ca5f0d2c" providerId="LiveId" clId="{51CF45E7-6CD8-4520-A9EF-69AAAD85FFC6}" dt="2024-07-31T15:52:42.337" v="924" actId="27614"/>
          <ac:picMkLst>
            <pc:docMk/>
            <pc:sldMk cId="554213820" sldId="267"/>
            <ac:picMk id="5" creationId="{C39D7465-2E3C-0AA0-FE39-3A7C3EFD3B8B}"/>
          </ac:picMkLst>
        </pc:picChg>
      </pc:sldChg>
      <pc:sldChg chg="addSp delSp modSp add mod setBg setClrOvrMap delDesignElem">
        <pc:chgData name="mukul maheshwari" userId="12cb43e2ca5f0d2c" providerId="LiveId" clId="{51CF45E7-6CD8-4520-A9EF-69AAAD85FFC6}" dt="2024-07-31T15:57:20.211" v="989" actId="1076"/>
        <pc:sldMkLst>
          <pc:docMk/>
          <pc:sldMk cId="2545900964" sldId="268"/>
        </pc:sldMkLst>
        <pc:spChg chg="mod">
          <ac:chgData name="mukul maheshwari" userId="12cb43e2ca5f0d2c" providerId="LiveId" clId="{51CF45E7-6CD8-4520-A9EF-69AAAD85FFC6}" dt="2024-07-31T15:57:00.300" v="981" actId="14100"/>
          <ac:spMkLst>
            <pc:docMk/>
            <pc:sldMk cId="2545900964" sldId="268"/>
            <ac:spMk id="2" creationId="{9667ED7A-A970-64CE-4F03-546A4FD729D4}"/>
          </ac:spMkLst>
        </pc:spChg>
        <pc:spChg chg="mod">
          <ac:chgData name="mukul maheshwari" userId="12cb43e2ca5f0d2c" providerId="LiveId" clId="{51CF45E7-6CD8-4520-A9EF-69AAAD85FFC6}" dt="2024-07-31T15:57:20.211" v="989" actId="1076"/>
          <ac:spMkLst>
            <pc:docMk/>
            <pc:sldMk cId="2545900964" sldId="268"/>
            <ac:spMk id="3" creationId="{C8C8D951-E145-95E1-E93E-917CAFFACC46}"/>
          </ac:spMkLst>
        </pc:spChg>
        <pc:spChg chg="add del">
          <ac:chgData name="mukul maheshwari" userId="12cb43e2ca5f0d2c" providerId="LiveId" clId="{51CF45E7-6CD8-4520-A9EF-69AAAD85FFC6}" dt="2024-07-31T15:56:41.358" v="977" actId="26606"/>
          <ac:spMkLst>
            <pc:docMk/>
            <pc:sldMk cId="2545900964" sldId="268"/>
            <ac:spMk id="10" creationId="{2FCD9B94-D70B-4446-85E5-ACD3904289CB}"/>
          </ac:spMkLst>
        </pc:spChg>
        <pc:spChg chg="del">
          <ac:chgData name="mukul maheshwari" userId="12cb43e2ca5f0d2c" providerId="LiveId" clId="{51CF45E7-6CD8-4520-A9EF-69AAAD85FFC6}" dt="2024-07-31T15:54:14.426" v="939"/>
          <ac:spMkLst>
            <pc:docMk/>
            <pc:sldMk cId="2545900964" sldId="268"/>
            <ac:spMk id="24" creationId="{6AD30037-67ED-4367-9BE0-45787510BF13}"/>
          </ac:spMkLst>
        </pc:spChg>
        <pc:grpChg chg="del">
          <ac:chgData name="mukul maheshwari" userId="12cb43e2ca5f0d2c" providerId="LiveId" clId="{51CF45E7-6CD8-4520-A9EF-69AAAD85FFC6}" dt="2024-07-31T15:54:14.426" v="939"/>
          <ac:grpSpMkLst>
            <pc:docMk/>
            <pc:sldMk cId="2545900964" sldId="268"/>
            <ac:grpSpMk id="25" creationId="{50841A4E-5BC1-44B4-83CF-D524E8AEAD64}"/>
          </ac:grpSpMkLst>
        </pc:grpChg>
        <pc:picChg chg="mod ord">
          <ac:chgData name="mukul maheshwari" userId="12cb43e2ca5f0d2c" providerId="LiveId" clId="{51CF45E7-6CD8-4520-A9EF-69AAAD85FFC6}" dt="2024-07-31T15:57:14.836" v="988" actId="1076"/>
          <ac:picMkLst>
            <pc:docMk/>
            <pc:sldMk cId="2545900964" sldId="268"/>
            <ac:picMk id="5" creationId="{C39D7465-2E3C-0AA0-FE39-3A7C3EFD3B8B}"/>
          </ac:picMkLst>
        </pc:picChg>
        <pc:cxnChg chg="add del">
          <ac:chgData name="mukul maheshwari" userId="12cb43e2ca5f0d2c" providerId="LiveId" clId="{51CF45E7-6CD8-4520-A9EF-69AAAD85FFC6}" dt="2024-07-31T15:56:41.358" v="977" actId="26606"/>
          <ac:cxnSpMkLst>
            <pc:docMk/>
            <pc:sldMk cId="2545900964" sldId="268"/>
            <ac:cxnSpMk id="12" creationId="{3378FF8B-3743-48E1-88E3-F4CADB3DECE5}"/>
          </ac:cxnSpMkLst>
        </pc:cxnChg>
      </pc:sldChg>
      <pc:sldChg chg="modSp new mod">
        <pc:chgData name="mukul maheshwari" userId="12cb43e2ca5f0d2c" providerId="LiveId" clId="{51CF45E7-6CD8-4520-A9EF-69AAAD85FFC6}" dt="2024-07-31T15:58:47.202" v="1041" actId="20577"/>
        <pc:sldMkLst>
          <pc:docMk/>
          <pc:sldMk cId="4290256467" sldId="269"/>
        </pc:sldMkLst>
        <pc:spChg chg="mod">
          <ac:chgData name="mukul maheshwari" userId="12cb43e2ca5f0d2c" providerId="LiveId" clId="{51CF45E7-6CD8-4520-A9EF-69AAAD85FFC6}" dt="2024-07-31T15:57:48.066" v="1012" actId="20577"/>
          <ac:spMkLst>
            <pc:docMk/>
            <pc:sldMk cId="4290256467" sldId="269"/>
            <ac:spMk id="2" creationId="{C27A6BEE-BE34-D702-7E11-30B5A910F6B2}"/>
          </ac:spMkLst>
        </pc:spChg>
        <pc:spChg chg="mod">
          <ac:chgData name="mukul maheshwari" userId="12cb43e2ca5f0d2c" providerId="LiveId" clId="{51CF45E7-6CD8-4520-A9EF-69AAAD85FFC6}" dt="2024-07-31T15:58:47.202" v="1041" actId="20577"/>
          <ac:spMkLst>
            <pc:docMk/>
            <pc:sldMk cId="4290256467" sldId="269"/>
            <ac:spMk id="3" creationId="{8DE617EB-FF17-A4A7-6E24-0F0809DE1359}"/>
          </ac:spMkLst>
        </pc:spChg>
      </pc:sldChg>
      <pc:sldChg chg="addSp modSp new mod setBg">
        <pc:chgData name="mukul maheshwari" userId="12cb43e2ca5f0d2c" providerId="LiveId" clId="{51CF45E7-6CD8-4520-A9EF-69AAAD85FFC6}" dt="2024-07-31T16:03:46.219" v="1180" actId="403"/>
        <pc:sldMkLst>
          <pc:docMk/>
          <pc:sldMk cId="241329545" sldId="270"/>
        </pc:sldMkLst>
        <pc:spChg chg="mod">
          <ac:chgData name="mukul maheshwari" userId="12cb43e2ca5f0d2c" providerId="LiveId" clId="{51CF45E7-6CD8-4520-A9EF-69AAAD85FFC6}" dt="2024-07-31T16:03:28.934" v="1176" actId="26606"/>
          <ac:spMkLst>
            <pc:docMk/>
            <pc:sldMk cId="241329545" sldId="270"/>
            <ac:spMk id="2" creationId="{C4CF140B-6213-51B0-3A61-4E0E5539A497}"/>
          </ac:spMkLst>
        </pc:spChg>
        <pc:spChg chg="mod">
          <ac:chgData name="mukul maheshwari" userId="12cb43e2ca5f0d2c" providerId="LiveId" clId="{51CF45E7-6CD8-4520-A9EF-69AAAD85FFC6}" dt="2024-07-31T16:03:46.219" v="1180" actId="403"/>
          <ac:spMkLst>
            <pc:docMk/>
            <pc:sldMk cId="241329545" sldId="270"/>
            <ac:spMk id="3" creationId="{5701EE55-3216-307D-338B-CFFE5B61749F}"/>
          </ac:spMkLst>
        </pc:spChg>
        <pc:spChg chg="add">
          <ac:chgData name="mukul maheshwari" userId="12cb43e2ca5f0d2c" providerId="LiveId" clId="{51CF45E7-6CD8-4520-A9EF-69AAAD85FFC6}" dt="2024-07-31T16:03:28.934" v="1176" actId="26606"/>
          <ac:spMkLst>
            <pc:docMk/>
            <pc:sldMk cId="241329545" sldId="270"/>
            <ac:spMk id="1031" creationId="{6AD30037-67ED-4367-9BE0-45787510BF13}"/>
          </ac:spMkLst>
        </pc:spChg>
        <pc:grpChg chg="add">
          <ac:chgData name="mukul maheshwari" userId="12cb43e2ca5f0d2c" providerId="LiveId" clId="{51CF45E7-6CD8-4520-A9EF-69AAAD85FFC6}" dt="2024-07-31T16:03:28.934" v="1176" actId="26606"/>
          <ac:grpSpMkLst>
            <pc:docMk/>
            <pc:sldMk cId="241329545" sldId="270"/>
            <ac:grpSpMk id="1033" creationId="{50841A4E-5BC1-44B4-83CF-D524E8AEAD64}"/>
          </ac:grpSpMkLst>
        </pc:grpChg>
        <pc:picChg chg="add mod ord">
          <ac:chgData name="mukul maheshwari" userId="12cb43e2ca5f0d2c" providerId="LiveId" clId="{51CF45E7-6CD8-4520-A9EF-69AAAD85FFC6}" dt="2024-07-31T16:03:28.934" v="1176" actId="26606"/>
          <ac:picMkLst>
            <pc:docMk/>
            <pc:sldMk cId="241329545" sldId="270"/>
            <ac:picMk id="1026" creationId="{44F2FF61-901B-263B-8FB7-797A81852644}"/>
          </ac:picMkLst>
        </pc:picChg>
      </pc:sldChg>
      <pc:sldChg chg="addSp delSp modSp new mod setBg">
        <pc:chgData name="mukul maheshwari" userId="12cb43e2ca5f0d2c" providerId="LiveId" clId="{51CF45E7-6CD8-4520-A9EF-69AAAD85FFC6}" dt="2024-07-31T16:11:13.900" v="1313" actId="13926"/>
        <pc:sldMkLst>
          <pc:docMk/>
          <pc:sldMk cId="1021201387" sldId="271"/>
        </pc:sldMkLst>
        <pc:spChg chg="mod">
          <ac:chgData name="mukul maheshwari" userId="12cb43e2ca5f0d2c" providerId="LiveId" clId="{51CF45E7-6CD8-4520-A9EF-69AAAD85FFC6}" dt="2024-07-31T16:08:39.348" v="1292" actId="26606"/>
          <ac:spMkLst>
            <pc:docMk/>
            <pc:sldMk cId="1021201387" sldId="271"/>
            <ac:spMk id="2" creationId="{34E126E0-A3FC-3CB8-C3F7-906D91ED1AA2}"/>
          </ac:spMkLst>
        </pc:spChg>
        <pc:spChg chg="add del mod">
          <ac:chgData name="mukul maheshwari" userId="12cb43e2ca5f0d2c" providerId="LiveId" clId="{51CF45E7-6CD8-4520-A9EF-69AAAD85FFC6}" dt="2024-07-31T16:08:39.348" v="1292" actId="26606"/>
          <ac:spMkLst>
            <pc:docMk/>
            <pc:sldMk cId="1021201387" sldId="271"/>
            <ac:spMk id="3" creationId="{AE684A9F-1B1C-78AA-635D-B0E1A01BA102}"/>
          </ac:spMkLst>
        </pc:spChg>
        <pc:spChg chg="add">
          <ac:chgData name="mukul maheshwari" userId="12cb43e2ca5f0d2c" providerId="LiveId" clId="{51CF45E7-6CD8-4520-A9EF-69AAAD85FFC6}" dt="2024-07-31T16:08:39.348" v="1292" actId="26606"/>
          <ac:spMkLst>
            <pc:docMk/>
            <pc:sldMk cId="1021201387" sldId="271"/>
            <ac:spMk id="9" creationId="{94C52C56-BEF2-4E22-8C8E-A7AC96B03A72}"/>
          </ac:spMkLst>
        </pc:spChg>
        <pc:spChg chg="add">
          <ac:chgData name="mukul maheshwari" userId="12cb43e2ca5f0d2c" providerId="LiveId" clId="{51CF45E7-6CD8-4520-A9EF-69AAAD85FFC6}" dt="2024-07-31T16:08:39.348" v="1292" actId="26606"/>
          <ac:spMkLst>
            <pc:docMk/>
            <pc:sldMk cId="1021201387" sldId="271"/>
            <ac:spMk id="11" creationId="{42285737-90EE-47DC-AC80-8AE156B11969}"/>
          </ac:spMkLst>
        </pc:spChg>
        <pc:grpChg chg="add">
          <ac:chgData name="mukul maheshwari" userId="12cb43e2ca5f0d2c" providerId="LiveId" clId="{51CF45E7-6CD8-4520-A9EF-69AAAD85FFC6}" dt="2024-07-31T16:08:39.348" v="1292" actId="26606"/>
          <ac:grpSpMkLst>
            <pc:docMk/>
            <pc:sldMk cId="1021201387" sldId="271"/>
            <ac:grpSpMk id="13" creationId="{B57BDC17-F1B3-455F-BBF1-680AA1F25C06}"/>
          </ac:grpSpMkLst>
        </pc:grpChg>
        <pc:graphicFrameChg chg="add del">
          <ac:chgData name="mukul maheshwari" userId="12cb43e2ca5f0d2c" providerId="LiveId" clId="{51CF45E7-6CD8-4520-A9EF-69AAAD85FFC6}" dt="2024-07-31T16:08:36.816" v="1289" actId="26606"/>
          <ac:graphicFrameMkLst>
            <pc:docMk/>
            <pc:sldMk cId="1021201387" sldId="271"/>
            <ac:graphicFrameMk id="5" creationId="{9C77EB1D-BBFC-6762-8DC3-E7B237B44047}"/>
          </ac:graphicFrameMkLst>
        </pc:graphicFrameChg>
        <pc:graphicFrameChg chg="add del">
          <ac:chgData name="mukul maheshwari" userId="12cb43e2ca5f0d2c" providerId="LiveId" clId="{51CF45E7-6CD8-4520-A9EF-69AAAD85FFC6}" dt="2024-07-31T16:08:39.144" v="1291" actId="26606"/>
          <ac:graphicFrameMkLst>
            <pc:docMk/>
            <pc:sldMk cId="1021201387" sldId="271"/>
            <ac:graphicFrameMk id="7" creationId="{9962A8F7-14A1-7A6C-CCE1-DB07E1C8657C}"/>
          </ac:graphicFrameMkLst>
        </pc:graphicFrameChg>
        <pc:graphicFrameChg chg="add mod modGraphic">
          <ac:chgData name="mukul maheshwari" userId="12cb43e2ca5f0d2c" providerId="LiveId" clId="{51CF45E7-6CD8-4520-A9EF-69AAAD85FFC6}" dt="2024-07-31T16:11:13.900" v="1313" actId="13926"/>
          <ac:graphicFrameMkLst>
            <pc:docMk/>
            <pc:sldMk cId="1021201387" sldId="271"/>
            <ac:graphicFrameMk id="10" creationId="{7B37344D-79A5-D204-2A06-25A7417F87BE}"/>
          </ac:graphicFrameMkLst>
        </pc:graphicFrameChg>
      </pc:sldChg>
      <pc:sldChg chg="addSp delSp modSp new mod setBg">
        <pc:chgData name="mukul maheshwari" userId="12cb43e2ca5f0d2c" providerId="LiveId" clId="{51CF45E7-6CD8-4520-A9EF-69AAAD85FFC6}" dt="2024-07-31T16:19:00.976" v="1484" actId="115"/>
        <pc:sldMkLst>
          <pc:docMk/>
          <pc:sldMk cId="414937019" sldId="272"/>
        </pc:sldMkLst>
        <pc:spChg chg="mod">
          <ac:chgData name="mukul maheshwari" userId="12cb43e2ca5f0d2c" providerId="LiveId" clId="{51CF45E7-6CD8-4520-A9EF-69AAAD85FFC6}" dt="2024-07-31T16:19:00.976" v="1484" actId="115"/>
          <ac:spMkLst>
            <pc:docMk/>
            <pc:sldMk cId="414937019" sldId="272"/>
            <ac:spMk id="2" creationId="{C169A986-DE1A-519A-EDD0-01E86197AB4A}"/>
          </ac:spMkLst>
        </pc:spChg>
        <pc:spChg chg="add del mod">
          <ac:chgData name="mukul maheshwari" userId="12cb43e2ca5f0d2c" providerId="LiveId" clId="{51CF45E7-6CD8-4520-A9EF-69AAAD85FFC6}" dt="2024-07-31T16:17:10.801" v="1454" actId="26606"/>
          <ac:spMkLst>
            <pc:docMk/>
            <pc:sldMk cId="414937019" sldId="272"/>
            <ac:spMk id="3" creationId="{A0A203E1-E6B0-F617-D398-134C6393C842}"/>
          </ac:spMkLst>
        </pc:spChg>
        <pc:spChg chg="add">
          <ac:chgData name="mukul maheshwari" userId="12cb43e2ca5f0d2c" providerId="LiveId" clId="{51CF45E7-6CD8-4520-A9EF-69AAAD85FFC6}" dt="2024-07-31T16:17:10.801" v="1454" actId="26606"/>
          <ac:spMkLst>
            <pc:docMk/>
            <pc:sldMk cId="414937019" sldId="272"/>
            <ac:spMk id="8" creationId="{E03BF673-8C68-4092-BF1B-53C57EFEC21F}"/>
          </ac:spMkLst>
        </pc:spChg>
        <pc:spChg chg="add del">
          <ac:chgData name="mukul maheshwari" userId="12cb43e2ca5f0d2c" providerId="LiveId" clId="{51CF45E7-6CD8-4520-A9EF-69AAAD85FFC6}" dt="2024-07-31T16:17:10.770" v="1453" actId="26606"/>
          <ac:spMkLst>
            <pc:docMk/>
            <pc:sldMk cId="414937019" sldId="272"/>
            <ac:spMk id="9" creationId="{94C52C56-BEF2-4E22-8C8E-A7AC96B03A72}"/>
          </ac:spMkLst>
        </pc:spChg>
        <pc:spChg chg="add">
          <ac:chgData name="mukul maheshwari" userId="12cb43e2ca5f0d2c" providerId="LiveId" clId="{51CF45E7-6CD8-4520-A9EF-69AAAD85FFC6}" dt="2024-07-31T16:17:10.801" v="1454" actId="26606"/>
          <ac:spMkLst>
            <pc:docMk/>
            <pc:sldMk cId="414937019" sldId="272"/>
            <ac:spMk id="10" creationId="{B1BDB70B-F0E6-4867-818F-C582494FB6D6}"/>
          </ac:spMkLst>
        </pc:spChg>
        <pc:spChg chg="add del">
          <ac:chgData name="mukul maheshwari" userId="12cb43e2ca5f0d2c" providerId="LiveId" clId="{51CF45E7-6CD8-4520-A9EF-69AAAD85FFC6}" dt="2024-07-31T16:17:10.770" v="1453" actId="26606"/>
          <ac:spMkLst>
            <pc:docMk/>
            <pc:sldMk cId="414937019" sldId="272"/>
            <ac:spMk id="11" creationId="{42285737-90EE-47DC-AC80-8AE156B11969}"/>
          </ac:spMkLst>
        </pc:spChg>
        <pc:spChg chg="add mod">
          <ac:chgData name="mukul maheshwari" userId="12cb43e2ca5f0d2c" providerId="LiveId" clId="{51CF45E7-6CD8-4520-A9EF-69AAAD85FFC6}" dt="2024-07-31T16:18:52.677" v="1482" actId="27636"/>
          <ac:spMkLst>
            <pc:docMk/>
            <pc:sldMk cId="414937019" sldId="272"/>
            <ac:spMk id="27" creationId="{A0A203E1-E6B0-F617-D398-134C6393C842}"/>
          </ac:spMkLst>
        </pc:spChg>
        <pc:grpChg chg="add">
          <ac:chgData name="mukul maheshwari" userId="12cb43e2ca5f0d2c" providerId="LiveId" clId="{51CF45E7-6CD8-4520-A9EF-69AAAD85FFC6}" dt="2024-07-31T16:17:10.801" v="1454" actId="26606"/>
          <ac:grpSpMkLst>
            <pc:docMk/>
            <pc:sldMk cId="414937019" sldId="272"/>
            <ac:grpSpMk id="12" creationId="{1E52C707-F508-47B5-8864-8CC3EE0F030B}"/>
          </ac:grpSpMkLst>
        </pc:grpChg>
        <pc:grpChg chg="add del">
          <ac:chgData name="mukul maheshwari" userId="12cb43e2ca5f0d2c" providerId="LiveId" clId="{51CF45E7-6CD8-4520-A9EF-69AAAD85FFC6}" dt="2024-07-31T16:17:10.770" v="1453" actId="26606"/>
          <ac:grpSpMkLst>
            <pc:docMk/>
            <pc:sldMk cId="414937019" sldId="272"/>
            <ac:grpSpMk id="13" creationId="{B57BDC17-F1B3-455F-BBF1-680AA1F25C06}"/>
          </ac:grpSpMkLst>
        </pc:grpChg>
        <pc:graphicFrameChg chg="add del">
          <ac:chgData name="mukul maheshwari" userId="12cb43e2ca5f0d2c" providerId="LiveId" clId="{51CF45E7-6CD8-4520-A9EF-69AAAD85FFC6}" dt="2024-07-31T16:17:10.770" v="1453" actId="26606"/>
          <ac:graphicFrameMkLst>
            <pc:docMk/>
            <pc:sldMk cId="414937019" sldId="272"/>
            <ac:graphicFrameMk id="5" creationId="{A264403D-D568-A5FD-DF20-F3EC34A6944A}"/>
          </ac:graphicFrameMkLst>
        </pc:graphicFrameChg>
      </pc:sldChg>
      <pc:sldChg chg="addSp modSp add mod setBg">
        <pc:chgData name="mukul maheshwari" userId="12cb43e2ca5f0d2c" providerId="LiveId" clId="{51CF45E7-6CD8-4520-A9EF-69AAAD85FFC6}" dt="2024-07-31T16:22:07.061" v="1556" actId="33524"/>
        <pc:sldMkLst>
          <pc:docMk/>
          <pc:sldMk cId="1328378049" sldId="273"/>
        </pc:sldMkLst>
        <pc:spChg chg="mod">
          <ac:chgData name="mukul maheshwari" userId="12cb43e2ca5f0d2c" providerId="LiveId" clId="{51CF45E7-6CD8-4520-A9EF-69AAAD85FFC6}" dt="2024-07-31T16:21:18.650" v="1546" actId="26606"/>
          <ac:spMkLst>
            <pc:docMk/>
            <pc:sldMk cId="1328378049" sldId="273"/>
            <ac:spMk id="2" creationId="{C169A986-DE1A-519A-EDD0-01E86197AB4A}"/>
          </ac:spMkLst>
        </pc:spChg>
        <pc:spChg chg="mod">
          <ac:chgData name="mukul maheshwari" userId="12cb43e2ca5f0d2c" providerId="LiveId" clId="{51CF45E7-6CD8-4520-A9EF-69AAAD85FFC6}" dt="2024-07-31T16:22:07.061" v="1556" actId="33524"/>
          <ac:spMkLst>
            <pc:docMk/>
            <pc:sldMk cId="1328378049" sldId="273"/>
            <ac:spMk id="3" creationId="{A0A203E1-E6B0-F617-D398-134C6393C842}"/>
          </ac:spMkLst>
        </pc:spChg>
        <pc:spChg chg="add">
          <ac:chgData name="mukul maheshwari" userId="12cb43e2ca5f0d2c" providerId="LiveId" clId="{51CF45E7-6CD8-4520-A9EF-69AAAD85FFC6}" dt="2024-07-31T16:21:18.650" v="1546" actId="26606"/>
          <ac:spMkLst>
            <pc:docMk/>
            <pc:sldMk cId="1328378049" sldId="273"/>
            <ac:spMk id="9" creationId="{85428F22-76B3-4107-AADE-3F9EC95FD325}"/>
          </ac:spMkLst>
        </pc:spChg>
        <pc:grpChg chg="add">
          <ac:chgData name="mukul maheshwari" userId="12cb43e2ca5f0d2c" providerId="LiveId" clId="{51CF45E7-6CD8-4520-A9EF-69AAAD85FFC6}" dt="2024-07-31T16:21:18.650" v="1546" actId="26606"/>
          <ac:grpSpMkLst>
            <pc:docMk/>
            <pc:sldMk cId="1328378049" sldId="273"/>
            <ac:grpSpMk id="11" creationId="{5346FBCF-5353-4172-96F5-4B7EB07777C4}"/>
          </ac:grpSpMkLst>
        </pc:grpChg>
        <pc:grpChg chg="add">
          <ac:chgData name="mukul maheshwari" userId="12cb43e2ca5f0d2c" providerId="LiveId" clId="{51CF45E7-6CD8-4520-A9EF-69AAAD85FFC6}" dt="2024-07-31T16:21:18.650" v="1546" actId="26606"/>
          <ac:grpSpMkLst>
            <pc:docMk/>
            <pc:sldMk cId="1328378049" sldId="273"/>
            <ac:grpSpMk id="15" creationId="{78326E10-C8CB-487F-A110-F861268DE619}"/>
          </ac:grpSpMkLst>
        </pc:grpChg>
        <pc:picChg chg="add">
          <ac:chgData name="mukul maheshwari" userId="12cb43e2ca5f0d2c" providerId="LiveId" clId="{51CF45E7-6CD8-4520-A9EF-69AAAD85FFC6}" dt="2024-07-31T16:21:18.650" v="1546" actId="26606"/>
          <ac:picMkLst>
            <pc:docMk/>
            <pc:sldMk cId="1328378049" sldId="273"/>
            <ac:picMk id="5" creationId="{1C41864C-3B8B-2C0F-9EBD-6940A550FFA9}"/>
          </ac:picMkLst>
        </pc:picChg>
      </pc:sldChg>
      <pc:sldChg chg="modSp new mod">
        <pc:chgData name="mukul maheshwari" userId="12cb43e2ca5f0d2c" providerId="LiveId" clId="{51CF45E7-6CD8-4520-A9EF-69AAAD85FFC6}" dt="2024-07-31T16:25:33.644" v="1652" actId="27636"/>
        <pc:sldMkLst>
          <pc:docMk/>
          <pc:sldMk cId="175282611" sldId="274"/>
        </pc:sldMkLst>
        <pc:spChg chg="mod">
          <ac:chgData name="mukul maheshwari" userId="12cb43e2ca5f0d2c" providerId="LiveId" clId="{51CF45E7-6CD8-4520-A9EF-69AAAD85FFC6}" dt="2024-07-31T16:25:27.986" v="1648" actId="14100"/>
          <ac:spMkLst>
            <pc:docMk/>
            <pc:sldMk cId="175282611" sldId="274"/>
            <ac:spMk id="2" creationId="{4DE472BE-1D8A-4712-62DE-99B56656B63B}"/>
          </ac:spMkLst>
        </pc:spChg>
        <pc:spChg chg="mod">
          <ac:chgData name="mukul maheshwari" userId="12cb43e2ca5f0d2c" providerId="LiveId" clId="{51CF45E7-6CD8-4520-A9EF-69AAAD85FFC6}" dt="2024-07-31T16:25:33.644" v="1652" actId="27636"/>
          <ac:spMkLst>
            <pc:docMk/>
            <pc:sldMk cId="175282611" sldId="274"/>
            <ac:spMk id="3" creationId="{4ED69EAC-D065-4E3E-7A6E-9BE131A73F3A}"/>
          </ac:spMkLst>
        </pc:spChg>
      </pc:sldChg>
      <pc:sldChg chg="modSp add mod">
        <pc:chgData name="mukul maheshwari" userId="12cb43e2ca5f0d2c" providerId="LiveId" clId="{51CF45E7-6CD8-4520-A9EF-69AAAD85FFC6}" dt="2024-07-31T16:30:21.983" v="1719" actId="27636"/>
        <pc:sldMkLst>
          <pc:docMk/>
          <pc:sldMk cId="1736469716" sldId="275"/>
        </pc:sldMkLst>
        <pc:spChg chg="mod">
          <ac:chgData name="mukul maheshwari" userId="12cb43e2ca5f0d2c" providerId="LiveId" clId="{51CF45E7-6CD8-4520-A9EF-69AAAD85FFC6}" dt="2024-07-31T16:30:21.983" v="1719" actId="27636"/>
          <ac:spMkLst>
            <pc:docMk/>
            <pc:sldMk cId="1736469716" sldId="275"/>
            <ac:spMk id="3" creationId="{4ED69EAC-D065-4E3E-7A6E-9BE131A73F3A}"/>
          </ac:spMkLst>
        </pc:spChg>
      </pc:sldChg>
      <pc:sldChg chg="addSp delSp modSp new mod setBg modClrScheme chgLayout">
        <pc:chgData name="mukul maheshwari" userId="12cb43e2ca5f0d2c" providerId="LiveId" clId="{51CF45E7-6CD8-4520-A9EF-69AAAD85FFC6}" dt="2024-07-31T16:33:24.575" v="1723" actId="14826"/>
        <pc:sldMkLst>
          <pc:docMk/>
          <pc:sldMk cId="815745012" sldId="276"/>
        </pc:sldMkLst>
        <pc:spChg chg="del">
          <ac:chgData name="mukul maheshwari" userId="12cb43e2ca5f0d2c" providerId="LiveId" clId="{51CF45E7-6CD8-4520-A9EF-69AAAD85FFC6}" dt="2024-07-31T16:29:48.893" v="1713" actId="700"/>
          <ac:spMkLst>
            <pc:docMk/>
            <pc:sldMk cId="815745012" sldId="276"/>
            <ac:spMk id="2" creationId="{EA7CC6A2-080D-2354-E330-430A65AAC098}"/>
          </ac:spMkLst>
        </pc:spChg>
        <pc:picChg chg="add mod">
          <ac:chgData name="mukul maheshwari" userId="12cb43e2ca5f0d2c" providerId="LiveId" clId="{51CF45E7-6CD8-4520-A9EF-69AAAD85FFC6}" dt="2024-07-31T16:33:24.575" v="1723" actId="14826"/>
          <ac:picMkLst>
            <pc:docMk/>
            <pc:sldMk cId="815745012" sldId="276"/>
            <ac:picMk id="2050" creationId="{B39CD920-D302-9138-3314-1847444828EB}"/>
          </ac:picMkLst>
        </pc:picChg>
      </pc:sldChg>
      <pc:sldChg chg="add del">
        <pc:chgData name="mukul maheshwari" userId="12cb43e2ca5f0d2c" providerId="LiveId" clId="{51CF45E7-6CD8-4520-A9EF-69AAAD85FFC6}" dt="2024-07-31T16:26:39.483" v="1655" actId="47"/>
        <pc:sldMkLst>
          <pc:docMk/>
          <pc:sldMk cId="1293977981" sldId="276"/>
        </pc:sldMkLst>
      </pc:sldChg>
      <pc:sldChg chg="addSp delSp modSp new mod setBg">
        <pc:chgData name="mukul maheshwari" userId="12cb43e2ca5f0d2c" providerId="LiveId" clId="{51CF45E7-6CD8-4520-A9EF-69AAAD85FFC6}" dt="2024-07-31T16:31:12.800" v="1722" actId="26606"/>
        <pc:sldMkLst>
          <pc:docMk/>
          <pc:sldMk cId="2408978766" sldId="277"/>
        </pc:sldMkLst>
        <pc:spChg chg="del">
          <ac:chgData name="mukul maheshwari" userId="12cb43e2ca5f0d2c" providerId="LiveId" clId="{51CF45E7-6CD8-4520-A9EF-69AAAD85FFC6}" dt="2024-07-31T16:31:12.800" v="1722" actId="26606"/>
          <ac:spMkLst>
            <pc:docMk/>
            <pc:sldMk cId="2408978766" sldId="277"/>
            <ac:spMk id="2" creationId="{8D07EEDF-03D8-8569-B93E-9623B4942A45}"/>
          </ac:spMkLst>
        </pc:spChg>
        <pc:spChg chg="del">
          <ac:chgData name="mukul maheshwari" userId="12cb43e2ca5f0d2c" providerId="LiveId" clId="{51CF45E7-6CD8-4520-A9EF-69AAAD85FFC6}" dt="2024-07-31T16:31:12.800" v="1722" actId="26606"/>
          <ac:spMkLst>
            <pc:docMk/>
            <pc:sldMk cId="2408978766" sldId="277"/>
            <ac:spMk id="3" creationId="{3716F42F-1D13-93AF-51D8-38613DBABCC9}"/>
          </ac:spMkLst>
        </pc:spChg>
        <pc:grpChg chg="add">
          <ac:chgData name="mukul maheshwari" userId="12cb43e2ca5f0d2c" providerId="LiveId" clId="{51CF45E7-6CD8-4520-A9EF-69AAAD85FFC6}" dt="2024-07-31T16:31:12.800" v="1722" actId="26606"/>
          <ac:grpSpMkLst>
            <pc:docMk/>
            <pc:sldMk cId="2408978766" sldId="277"/>
            <ac:grpSpMk id="3079" creationId="{6ADA8EC3-01C5-453C-91A6-D01B9E15BF0B}"/>
          </ac:grpSpMkLst>
        </pc:grpChg>
        <pc:picChg chg="add mod">
          <ac:chgData name="mukul maheshwari" userId="12cb43e2ca5f0d2c" providerId="LiveId" clId="{51CF45E7-6CD8-4520-A9EF-69AAAD85FFC6}" dt="2024-07-31T16:31:12.800" v="1722" actId="26606"/>
          <ac:picMkLst>
            <pc:docMk/>
            <pc:sldMk cId="2408978766" sldId="277"/>
            <ac:picMk id="3074" creationId="{B0F6599E-565D-C30A-18A3-2A8A44B2A84B}"/>
          </ac:picMkLst>
        </pc:picChg>
      </pc:sldChg>
      <pc:sldChg chg="new del">
        <pc:chgData name="mukul maheshwari" userId="12cb43e2ca5f0d2c" providerId="LiveId" clId="{51CF45E7-6CD8-4520-A9EF-69AAAD85FFC6}" dt="2024-07-31T16:38:36.986" v="1725" actId="680"/>
        <pc:sldMkLst>
          <pc:docMk/>
          <pc:sldMk cId="60765869" sldId="278"/>
        </pc:sldMkLst>
      </pc:sldChg>
      <pc:sldChg chg="addSp delSp modSp new mod setBg modClrScheme addAnim setClrOvrMap chgLayout">
        <pc:chgData name="mukul maheshwari" userId="12cb43e2ca5f0d2c" providerId="LiveId" clId="{51CF45E7-6CD8-4520-A9EF-69AAAD85FFC6}" dt="2024-07-31T16:39:10.391" v="1740"/>
        <pc:sldMkLst>
          <pc:docMk/>
          <pc:sldMk cId="1027930236" sldId="278"/>
        </pc:sldMkLst>
        <pc:spChg chg="mod ord">
          <ac:chgData name="mukul maheshwari" userId="12cb43e2ca5f0d2c" providerId="LiveId" clId="{51CF45E7-6CD8-4520-A9EF-69AAAD85FFC6}" dt="2024-07-31T16:39:10.391" v="1739" actId="26606"/>
          <ac:spMkLst>
            <pc:docMk/>
            <pc:sldMk cId="1027930236" sldId="278"/>
            <ac:spMk id="2" creationId="{D893B8C1-4E2E-CC0B-BD6E-4BE1600904CF}"/>
          </ac:spMkLst>
        </pc:spChg>
        <pc:spChg chg="del mod ord">
          <ac:chgData name="mukul maheshwari" userId="12cb43e2ca5f0d2c" providerId="LiveId" clId="{51CF45E7-6CD8-4520-A9EF-69AAAD85FFC6}" dt="2024-07-31T16:39:00.732" v="1736" actId="700"/>
          <ac:spMkLst>
            <pc:docMk/>
            <pc:sldMk cId="1027930236" sldId="278"/>
            <ac:spMk id="3" creationId="{147B5604-DCB1-E28C-DB13-90CEE9541834}"/>
          </ac:spMkLst>
        </pc:spChg>
        <pc:spChg chg="add mod ord">
          <ac:chgData name="mukul maheshwari" userId="12cb43e2ca5f0d2c" providerId="LiveId" clId="{51CF45E7-6CD8-4520-A9EF-69AAAD85FFC6}" dt="2024-07-31T16:39:10.391" v="1739" actId="26606"/>
          <ac:spMkLst>
            <pc:docMk/>
            <pc:sldMk cId="1027930236" sldId="278"/>
            <ac:spMk id="4" creationId="{DB69AFAD-0950-2443-291A-3F2640679E3C}"/>
          </ac:spMkLst>
        </pc:spChg>
        <pc:spChg chg="add">
          <ac:chgData name="mukul maheshwari" userId="12cb43e2ca5f0d2c" providerId="LiveId" clId="{51CF45E7-6CD8-4520-A9EF-69AAAD85FFC6}" dt="2024-07-31T16:39:10.391" v="1739" actId="26606"/>
          <ac:spMkLst>
            <pc:docMk/>
            <pc:sldMk cId="1027930236" sldId="278"/>
            <ac:spMk id="10" creationId="{F64080D6-34DE-4277-97CC-2FB3812846DA}"/>
          </ac:spMkLst>
        </pc:spChg>
        <pc:spChg chg="add del">
          <ac:chgData name="mukul maheshwari" userId="12cb43e2ca5f0d2c" providerId="LiveId" clId="{51CF45E7-6CD8-4520-A9EF-69AAAD85FFC6}" dt="2024-07-31T16:39:10.375" v="1738" actId="26606"/>
          <ac:spMkLst>
            <pc:docMk/>
            <pc:sldMk cId="1027930236" sldId="278"/>
            <ac:spMk id="11" creationId="{A6073935-E043-4801-AF06-06093A9145F7}"/>
          </ac:spMkLst>
        </pc:spChg>
        <pc:spChg chg="add del">
          <ac:chgData name="mukul maheshwari" userId="12cb43e2ca5f0d2c" providerId="LiveId" clId="{51CF45E7-6CD8-4520-A9EF-69AAAD85FFC6}" dt="2024-07-31T16:39:10.375" v="1738" actId="26606"/>
          <ac:spMkLst>
            <pc:docMk/>
            <pc:sldMk cId="1027930236" sldId="278"/>
            <ac:spMk id="21" creationId="{8D6B9972-4A81-4223-9901-0E559A1D5E59}"/>
          </ac:spMkLst>
        </pc:spChg>
        <pc:grpChg chg="add del">
          <ac:chgData name="mukul maheshwari" userId="12cb43e2ca5f0d2c" providerId="LiveId" clId="{51CF45E7-6CD8-4520-A9EF-69AAAD85FFC6}" dt="2024-07-31T16:39:10.375" v="1738" actId="26606"/>
          <ac:grpSpMkLst>
            <pc:docMk/>
            <pc:sldMk cId="1027930236" sldId="278"/>
            <ac:grpSpMk id="13" creationId="{8AC26FF4-D6F9-4A94-A837-D051A101EDD3}"/>
          </ac:grpSpMkLst>
        </pc:grpChg>
        <pc:picChg chg="add">
          <ac:chgData name="mukul maheshwari" userId="12cb43e2ca5f0d2c" providerId="LiveId" clId="{51CF45E7-6CD8-4520-A9EF-69AAAD85FFC6}" dt="2024-07-31T16:39:10.391" v="1739" actId="26606"/>
          <ac:picMkLst>
            <pc:docMk/>
            <pc:sldMk cId="1027930236" sldId="278"/>
            <ac:picMk id="6" creationId="{983349DB-331C-D6D7-9F41-F0D24D4882B4}"/>
          </ac:picMkLst>
        </pc:picChg>
        <pc:picChg chg="add del">
          <ac:chgData name="mukul maheshwari" userId="12cb43e2ca5f0d2c" providerId="LiveId" clId="{51CF45E7-6CD8-4520-A9EF-69AAAD85FFC6}" dt="2024-07-31T16:39:10.375" v="1738" actId="26606"/>
          <ac:picMkLst>
            <pc:docMk/>
            <pc:sldMk cId="1027930236" sldId="278"/>
            <ac:picMk id="8" creationId="{A8AF7E90-2455-55C3-AA16-78946AE30BFE}"/>
          </ac:picMkLst>
        </pc:picChg>
      </pc:sldChg>
      <pc:sldChg chg="addSp modSp new mod setBg">
        <pc:chgData name="mukul maheshwari" userId="12cb43e2ca5f0d2c" providerId="LiveId" clId="{51CF45E7-6CD8-4520-A9EF-69AAAD85FFC6}" dt="2024-08-07T17:20:40.575" v="2171" actId="403"/>
        <pc:sldMkLst>
          <pc:docMk/>
          <pc:sldMk cId="3762853530" sldId="279"/>
        </pc:sldMkLst>
        <pc:spChg chg="mod">
          <ac:chgData name="mukul maheshwari" userId="12cb43e2ca5f0d2c" providerId="LiveId" clId="{51CF45E7-6CD8-4520-A9EF-69AAAD85FFC6}" dt="2024-08-07T17:20:22.388" v="2167" actId="1076"/>
          <ac:spMkLst>
            <pc:docMk/>
            <pc:sldMk cId="3762853530" sldId="279"/>
            <ac:spMk id="2" creationId="{A16E500B-C106-6B3E-6FE1-4DB77B8FB36D}"/>
          </ac:spMkLst>
        </pc:spChg>
        <pc:spChg chg="mod">
          <ac:chgData name="mukul maheshwari" userId="12cb43e2ca5f0d2c" providerId="LiveId" clId="{51CF45E7-6CD8-4520-A9EF-69AAAD85FFC6}" dt="2024-08-07T17:20:40.575" v="2171" actId="403"/>
          <ac:spMkLst>
            <pc:docMk/>
            <pc:sldMk cId="3762853530" sldId="279"/>
            <ac:spMk id="3" creationId="{B2D5B7FC-5E72-859D-A9AD-F2D282C0CAF9}"/>
          </ac:spMkLst>
        </pc:spChg>
        <pc:picChg chg="add mod">
          <ac:chgData name="mukul maheshwari" userId="12cb43e2ca5f0d2c" providerId="LiveId" clId="{51CF45E7-6CD8-4520-A9EF-69AAAD85FFC6}" dt="2024-08-07T17:20:32.512" v="2169" actId="1076"/>
          <ac:picMkLst>
            <pc:docMk/>
            <pc:sldMk cId="3762853530" sldId="279"/>
            <ac:picMk id="7" creationId="{A79E8B6B-935A-17EA-AFED-C2A45D54248D}"/>
          </ac:picMkLst>
        </pc:picChg>
      </pc:sldChg>
      <pc:sldChg chg="modSp new mod ord">
        <pc:chgData name="mukul maheshwari" userId="12cb43e2ca5f0d2c" providerId="LiveId" clId="{51CF45E7-6CD8-4520-A9EF-69AAAD85FFC6}" dt="2024-07-31T16:53:43.268" v="1944" actId="33524"/>
        <pc:sldMkLst>
          <pc:docMk/>
          <pc:sldMk cId="483793031" sldId="280"/>
        </pc:sldMkLst>
        <pc:spChg chg="mod">
          <ac:chgData name="mukul maheshwari" userId="12cb43e2ca5f0d2c" providerId="LiveId" clId="{51CF45E7-6CD8-4520-A9EF-69AAAD85FFC6}" dt="2024-07-31T16:53:24.287" v="1941" actId="27636"/>
          <ac:spMkLst>
            <pc:docMk/>
            <pc:sldMk cId="483793031" sldId="280"/>
            <ac:spMk id="2" creationId="{D2BD293A-E629-3ABD-A701-A705F76886AD}"/>
          </ac:spMkLst>
        </pc:spChg>
        <pc:spChg chg="mod">
          <ac:chgData name="mukul maheshwari" userId="12cb43e2ca5f0d2c" providerId="LiveId" clId="{51CF45E7-6CD8-4520-A9EF-69AAAD85FFC6}" dt="2024-07-31T16:53:43.268" v="1944" actId="33524"/>
          <ac:spMkLst>
            <pc:docMk/>
            <pc:sldMk cId="483793031" sldId="280"/>
            <ac:spMk id="3" creationId="{295D463C-D8BC-FB44-2F70-0BFA19733F89}"/>
          </ac:spMkLst>
        </pc:spChg>
      </pc:sldChg>
      <pc:sldChg chg="modSp add mod">
        <pc:chgData name="mukul maheshwari" userId="12cb43e2ca5f0d2c" providerId="LiveId" clId="{51CF45E7-6CD8-4520-A9EF-69AAAD85FFC6}" dt="2024-07-31T16:52:45.532" v="1934" actId="404"/>
        <pc:sldMkLst>
          <pc:docMk/>
          <pc:sldMk cId="2411999950" sldId="281"/>
        </pc:sldMkLst>
        <pc:spChg chg="mod">
          <ac:chgData name="mukul maheshwari" userId="12cb43e2ca5f0d2c" providerId="LiveId" clId="{51CF45E7-6CD8-4520-A9EF-69AAAD85FFC6}" dt="2024-07-31T16:52:45.532" v="1934" actId="404"/>
          <ac:spMkLst>
            <pc:docMk/>
            <pc:sldMk cId="2411999950" sldId="281"/>
            <ac:spMk id="3" creationId="{295D463C-D8BC-FB44-2F70-0BFA19733F89}"/>
          </ac:spMkLst>
        </pc:spChg>
      </pc:sldChg>
      <pc:sldChg chg="modSp new mod">
        <pc:chgData name="mukul maheshwari" userId="12cb43e2ca5f0d2c" providerId="LiveId" clId="{51CF45E7-6CD8-4520-A9EF-69AAAD85FFC6}" dt="2024-07-31T17:02:26.689" v="2064" actId="1076"/>
        <pc:sldMkLst>
          <pc:docMk/>
          <pc:sldMk cId="1826746773" sldId="282"/>
        </pc:sldMkLst>
        <pc:spChg chg="mod">
          <ac:chgData name="mukul maheshwari" userId="12cb43e2ca5f0d2c" providerId="LiveId" clId="{51CF45E7-6CD8-4520-A9EF-69AAAD85FFC6}" dt="2024-07-31T17:02:19.180" v="2061" actId="1076"/>
          <ac:spMkLst>
            <pc:docMk/>
            <pc:sldMk cId="1826746773" sldId="282"/>
            <ac:spMk id="2" creationId="{63BFA0B7-34FD-C66A-F14C-FC14ACD62B72}"/>
          </ac:spMkLst>
        </pc:spChg>
        <pc:spChg chg="mod">
          <ac:chgData name="mukul maheshwari" userId="12cb43e2ca5f0d2c" providerId="LiveId" clId="{51CF45E7-6CD8-4520-A9EF-69AAAD85FFC6}" dt="2024-07-31T17:02:26.689" v="2064" actId="1076"/>
          <ac:spMkLst>
            <pc:docMk/>
            <pc:sldMk cId="1826746773" sldId="282"/>
            <ac:spMk id="3" creationId="{2C4C5DA0-7A5C-F972-CCB2-4792280DD122}"/>
          </ac:spMkLst>
        </pc:spChg>
      </pc:sldChg>
      <pc:sldChg chg="addSp delSp modSp new mod setBg">
        <pc:chgData name="mukul maheshwari" userId="12cb43e2ca5f0d2c" providerId="LiveId" clId="{51CF45E7-6CD8-4520-A9EF-69AAAD85FFC6}" dt="2024-07-31T17:02:48.198" v="2079" actId="26606"/>
        <pc:sldMkLst>
          <pc:docMk/>
          <pc:sldMk cId="1474010486" sldId="283"/>
        </pc:sldMkLst>
        <pc:spChg chg="mod">
          <ac:chgData name="mukul maheshwari" userId="12cb43e2ca5f0d2c" providerId="LiveId" clId="{51CF45E7-6CD8-4520-A9EF-69AAAD85FFC6}" dt="2024-07-31T17:02:48.198" v="2079" actId="26606"/>
          <ac:spMkLst>
            <pc:docMk/>
            <pc:sldMk cId="1474010486" sldId="283"/>
            <ac:spMk id="2" creationId="{31352449-4CD8-938C-30E1-3530DCDB4F0F}"/>
          </ac:spMkLst>
        </pc:spChg>
        <pc:spChg chg="add del">
          <ac:chgData name="mukul maheshwari" userId="12cb43e2ca5f0d2c" providerId="LiveId" clId="{51CF45E7-6CD8-4520-A9EF-69AAAD85FFC6}" dt="2024-07-31T17:02:48.198" v="2079" actId="26606"/>
          <ac:spMkLst>
            <pc:docMk/>
            <pc:sldMk cId="1474010486" sldId="283"/>
            <ac:spMk id="3" creationId="{13B76526-3F51-D7F4-B739-C459B8E27ED8}"/>
          </ac:spMkLst>
        </pc:spChg>
        <pc:spChg chg="add del">
          <ac:chgData name="mukul maheshwari" userId="12cb43e2ca5f0d2c" providerId="LiveId" clId="{51CF45E7-6CD8-4520-A9EF-69AAAD85FFC6}" dt="2024-07-31T17:02:46.104" v="2076" actId="26606"/>
          <ac:spMkLst>
            <pc:docMk/>
            <pc:sldMk cId="1474010486" sldId="283"/>
            <ac:spMk id="17" creationId="{E58348C3-6249-4952-AA86-C63DB35EA9F2}"/>
          </ac:spMkLst>
        </pc:spChg>
        <pc:spChg chg="add del">
          <ac:chgData name="mukul maheshwari" userId="12cb43e2ca5f0d2c" providerId="LiveId" clId="{51CF45E7-6CD8-4520-A9EF-69AAAD85FFC6}" dt="2024-07-31T17:02:48.120" v="2078" actId="26606"/>
          <ac:spMkLst>
            <pc:docMk/>
            <pc:sldMk cId="1474010486" sldId="283"/>
            <ac:spMk id="27" creationId="{85428F22-76B3-4107-AADE-3F9EC95FD325}"/>
          </ac:spMkLst>
        </pc:spChg>
        <pc:spChg chg="add del">
          <ac:chgData name="mukul maheshwari" userId="12cb43e2ca5f0d2c" providerId="LiveId" clId="{51CF45E7-6CD8-4520-A9EF-69AAAD85FFC6}" dt="2024-07-31T17:02:48.120" v="2078" actId="26606"/>
          <ac:spMkLst>
            <pc:docMk/>
            <pc:sldMk cId="1474010486" sldId="283"/>
            <ac:spMk id="37" creationId="{13B76526-3F51-D7F4-B739-C459B8E27ED8}"/>
          </ac:spMkLst>
        </pc:spChg>
        <pc:spChg chg="add">
          <ac:chgData name="mukul maheshwari" userId="12cb43e2ca5f0d2c" providerId="LiveId" clId="{51CF45E7-6CD8-4520-A9EF-69AAAD85FFC6}" dt="2024-07-31T17:02:48.198" v="2079" actId="26606"/>
          <ac:spMkLst>
            <pc:docMk/>
            <pc:sldMk cId="1474010486" sldId="283"/>
            <ac:spMk id="40" creationId="{E58348C3-6249-4952-AA86-C63DB35EA9F2}"/>
          </ac:spMkLst>
        </pc:spChg>
        <pc:grpChg chg="add del">
          <ac:chgData name="mukul maheshwari" userId="12cb43e2ca5f0d2c" providerId="LiveId" clId="{51CF45E7-6CD8-4520-A9EF-69AAAD85FFC6}" dt="2024-07-31T17:02:46.104" v="2076" actId="26606"/>
          <ac:grpSpMkLst>
            <pc:docMk/>
            <pc:sldMk cId="1474010486" sldId="283"/>
            <ac:grpSpMk id="9" creationId="{08F94D66-27EC-4CB8-8226-D7F41C161863}"/>
          </ac:grpSpMkLst>
        </pc:grpChg>
        <pc:grpChg chg="add del">
          <ac:chgData name="mukul maheshwari" userId="12cb43e2ca5f0d2c" providerId="LiveId" clId="{51CF45E7-6CD8-4520-A9EF-69AAAD85FFC6}" dt="2024-07-31T17:02:46.104" v="2076" actId="26606"/>
          <ac:grpSpMkLst>
            <pc:docMk/>
            <pc:sldMk cId="1474010486" sldId="283"/>
            <ac:grpSpMk id="19" creationId="{DE6174AD-DBB0-43E6-98C2-738DB3A15244}"/>
          </ac:grpSpMkLst>
        </pc:grpChg>
        <pc:grpChg chg="add del">
          <ac:chgData name="mukul maheshwari" userId="12cb43e2ca5f0d2c" providerId="LiveId" clId="{51CF45E7-6CD8-4520-A9EF-69AAAD85FFC6}" dt="2024-07-31T17:02:48.120" v="2078" actId="26606"/>
          <ac:grpSpMkLst>
            <pc:docMk/>
            <pc:sldMk cId="1474010486" sldId="283"/>
            <ac:grpSpMk id="28" creationId="{5346FBCF-5353-4172-96F5-4B7EB07777C4}"/>
          </ac:grpSpMkLst>
        </pc:grpChg>
        <pc:grpChg chg="add del">
          <ac:chgData name="mukul maheshwari" userId="12cb43e2ca5f0d2c" providerId="LiveId" clId="{51CF45E7-6CD8-4520-A9EF-69AAAD85FFC6}" dt="2024-07-31T17:02:48.120" v="2078" actId="26606"/>
          <ac:grpSpMkLst>
            <pc:docMk/>
            <pc:sldMk cId="1474010486" sldId="283"/>
            <ac:grpSpMk id="31" creationId="{78326E10-C8CB-487F-A110-F861268DE619}"/>
          </ac:grpSpMkLst>
        </pc:grpChg>
        <pc:grpChg chg="add">
          <ac:chgData name="mukul maheshwari" userId="12cb43e2ca5f0d2c" providerId="LiveId" clId="{51CF45E7-6CD8-4520-A9EF-69AAAD85FFC6}" dt="2024-07-31T17:02:48.198" v="2079" actId="26606"/>
          <ac:grpSpMkLst>
            <pc:docMk/>
            <pc:sldMk cId="1474010486" sldId="283"/>
            <ac:grpSpMk id="39" creationId="{08F94D66-27EC-4CB8-8226-D7F41C161863}"/>
          </ac:grpSpMkLst>
        </pc:grpChg>
        <pc:grpChg chg="add">
          <ac:chgData name="mukul maheshwari" userId="12cb43e2ca5f0d2c" providerId="LiveId" clId="{51CF45E7-6CD8-4520-A9EF-69AAAD85FFC6}" dt="2024-07-31T17:02:48.198" v="2079" actId="26606"/>
          <ac:grpSpMkLst>
            <pc:docMk/>
            <pc:sldMk cId="1474010486" sldId="283"/>
            <ac:grpSpMk id="41" creationId="{DE6174AD-DBB0-43E6-98C2-738DB3A15244}"/>
          </ac:grpSpMkLst>
        </pc:grpChg>
        <pc:picChg chg="add del">
          <ac:chgData name="mukul maheshwari" userId="12cb43e2ca5f0d2c" providerId="LiveId" clId="{51CF45E7-6CD8-4520-A9EF-69AAAD85FFC6}" dt="2024-07-31T17:02:46.104" v="2076" actId="26606"/>
          <ac:picMkLst>
            <pc:docMk/>
            <pc:sldMk cId="1474010486" sldId="283"/>
            <ac:picMk id="5" creationId="{A8C693CB-DEE3-D9B5-346F-8C3B8DD97C94}"/>
          </ac:picMkLst>
        </pc:picChg>
        <pc:picChg chg="add del">
          <ac:chgData name="mukul maheshwari" userId="12cb43e2ca5f0d2c" providerId="LiveId" clId="{51CF45E7-6CD8-4520-A9EF-69AAAD85FFC6}" dt="2024-07-31T17:02:48.120" v="2078" actId="26606"/>
          <ac:picMkLst>
            <pc:docMk/>
            <pc:sldMk cId="1474010486" sldId="283"/>
            <ac:picMk id="36" creationId="{9E2791E1-61A1-E5DA-9EE5-22E2EB6C2D59}"/>
          </ac:picMkLst>
        </pc:picChg>
        <pc:picChg chg="add">
          <ac:chgData name="mukul maheshwari" userId="12cb43e2ca5f0d2c" providerId="LiveId" clId="{51CF45E7-6CD8-4520-A9EF-69AAAD85FFC6}" dt="2024-07-31T17:02:48.198" v="2079" actId="26606"/>
          <ac:picMkLst>
            <pc:docMk/>
            <pc:sldMk cId="1474010486" sldId="283"/>
            <ac:picMk id="42" creationId="{A8C693CB-DEE3-D9B5-346F-8C3B8DD97C94}"/>
          </ac:picMkLst>
        </pc:picChg>
      </pc:sldChg>
      <pc:sldChg chg="modSp new mod">
        <pc:chgData name="mukul maheshwari" userId="12cb43e2ca5f0d2c" providerId="LiveId" clId="{51CF45E7-6CD8-4520-A9EF-69AAAD85FFC6}" dt="2024-08-07T17:35:07.282" v="2298" actId="13926"/>
        <pc:sldMkLst>
          <pc:docMk/>
          <pc:sldMk cId="3396111854" sldId="284"/>
        </pc:sldMkLst>
        <pc:spChg chg="mod">
          <ac:chgData name="mukul maheshwari" userId="12cb43e2ca5f0d2c" providerId="LiveId" clId="{51CF45E7-6CD8-4520-A9EF-69AAAD85FFC6}" dt="2024-08-07T17:32:14.046" v="2285" actId="20577"/>
          <ac:spMkLst>
            <pc:docMk/>
            <pc:sldMk cId="3396111854" sldId="284"/>
            <ac:spMk id="2" creationId="{9056D820-BF11-1319-9068-2B7D305BBBB1}"/>
          </ac:spMkLst>
        </pc:spChg>
        <pc:spChg chg="mod">
          <ac:chgData name="mukul maheshwari" userId="12cb43e2ca5f0d2c" providerId="LiveId" clId="{51CF45E7-6CD8-4520-A9EF-69AAAD85FFC6}" dt="2024-08-07T17:35:07.282" v="2298" actId="13926"/>
          <ac:spMkLst>
            <pc:docMk/>
            <pc:sldMk cId="3396111854" sldId="284"/>
            <ac:spMk id="3" creationId="{EB31C927-F4E8-0707-C90C-99DB842FFD7A}"/>
          </ac:spMkLst>
        </pc:spChg>
      </pc:sldChg>
      <pc:sldChg chg="modSp new mod">
        <pc:chgData name="mukul maheshwari" userId="12cb43e2ca5f0d2c" providerId="LiveId" clId="{51CF45E7-6CD8-4520-A9EF-69AAAD85FFC6}" dt="2024-08-07T17:25:18.950" v="2213" actId="14100"/>
        <pc:sldMkLst>
          <pc:docMk/>
          <pc:sldMk cId="394025792" sldId="285"/>
        </pc:sldMkLst>
        <pc:spChg chg="mod">
          <ac:chgData name="mukul maheshwari" userId="12cb43e2ca5f0d2c" providerId="LiveId" clId="{51CF45E7-6CD8-4520-A9EF-69AAAD85FFC6}" dt="2024-08-07T17:16:57.785" v="2104"/>
          <ac:spMkLst>
            <pc:docMk/>
            <pc:sldMk cId="394025792" sldId="285"/>
            <ac:spMk id="2" creationId="{C5367AB9-F663-7385-64CC-D53163C7F18C}"/>
          </ac:spMkLst>
        </pc:spChg>
        <pc:spChg chg="mod">
          <ac:chgData name="mukul maheshwari" userId="12cb43e2ca5f0d2c" providerId="LiveId" clId="{51CF45E7-6CD8-4520-A9EF-69AAAD85FFC6}" dt="2024-08-07T17:25:18.950" v="2213" actId="14100"/>
          <ac:spMkLst>
            <pc:docMk/>
            <pc:sldMk cId="394025792" sldId="285"/>
            <ac:spMk id="3" creationId="{9A4B230D-55B6-F954-5A2F-40BC53F61838}"/>
          </ac:spMkLst>
        </pc:spChg>
      </pc:sldChg>
      <pc:sldChg chg="addSp delSp modSp new mod setBg">
        <pc:chgData name="mukul maheshwari" userId="12cb43e2ca5f0d2c" providerId="LiveId" clId="{51CF45E7-6CD8-4520-A9EF-69AAAD85FFC6}" dt="2024-08-07T17:31:02.308" v="2270" actId="27636"/>
        <pc:sldMkLst>
          <pc:docMk/>
          <pc:sldMk cId="763107915" sldId="286"/>
        </pc:sldMkLst>
        <pc:spChg chg="del">
          <ac:chgData name="mukul maheshwari" userId="12cb43e2ca5f0d2c" providerId="LiveId" clId="{51CF45E7-6CD8-4520-A9EF-69AAAD85FFC6}" dt="2024-08-07T17:29:32.124" v="2260" actId="478"/>
          <ac:spMkLst>
            <pc:docMk/>
            <pc:sldMk cId="763107915" sldId="286"/>
            <ac:spMk id="2" creationId="{0FCF931D-DB2D-ED55-922E-F36270475DA4}"/>
          </ac:spMkLst>
        </pc:spChg>
        <pc:spChg chg="mod">
          <ac:chgData name="mukul maheshwari" userId="12cb43e2ca5f0d2c" providerId="LiveId" clId="{51CF45E7-6CD8-4520-A9EF-69AAAD85FFC6}" dt="2024-08-07T17:31:02.308" v="2270" actId="27636"/>
          <ac:spMkLst>
            <pc:docMk/>
            <pc:sldMk cId="763107915" sldId="286"/>
            <ac:spMk id="3" creationId="{8FFC1E2E-41F9-64E6-3661-554E0861252C}"/>
          </ac:spMkLst>
        </pc:spChg>
        <pc:picChg chg="add mod">
          <ac:chgData name="mukul maheshwari" userId="12cb43e2ca5f0d2c" providerId="LiveId" clId="{51CF45E7-6CD8-4520-A9EF-69AAAD85FFC6}" dt="2024-08-07T17:30:45.345" v="2263" actId="1076"/>
          <ac:picMkLst>
            <pc:docMk/>
            <pc:sldMk cId="763107915" sldId="286"/>
            <ac:picMk id="5" creationId="{B593BAE5-821A-D01A-D76B-B23A58A7E1FF}"/>
          </ac:picMkLst>
        </pc:picChg>
      </pc:sldChg>
      <pc:sldChg chg="modSp new mod">
        <pc:chgData name="mukul maheshwari" userId="12cb43e2ca5f0d2c" providerId="LiveId" clId="{51CF45E7-6CD8-4520-A9EF-69AAAD85FFC6}" dt="2024-08-07T17:50:10.860" v="2456" actId="27636"/>
        <pc:sldMkLst>
          <pc:docMk/>
          <pc:sldMk cId="27626644" sldId="287"/>
        </pc:sldMkLst>
        <pc:spChg chg="mod">
          <ac:chgData name="mukul maheshwari" userId="12cb43e2ca5f0d2c" providerId="LiveId" clId="{51CF45E7-6CD8-4520-A9EF-69AAAD85FFC6}" dt="2024-08-07T17:36:59.643" v="2324" actId="14100"/>
          <ac:spMkLst>
            <pc:docMk/>
            <pc:sldMk cId="27626644" sldId="287"/>
            <ac:spMk id="2" creationId="{377AF1A4-38A0-78DA-07DE-0A42D68E7C16}"/>
          </ac:spMkLst>
        </pc:spChg>
        <pc:spChg chg="mod">
          <ac:chgData name="mukul maheshwari" userId="12cb43e2ca5f0d2c" providerId="LiveId" clId="{51CF45E7-6CD8-4520-A9EF-69AAAD85FFC6}" dt="2024-08-07T17:50:10.860" v="2456" actId="27636"/>
          <ac:spMkLst>
            <pc:docMk/>
            <pc:sldMk cId="27626644" sldId="287"/>
            <ac:spMk id="3" creationId="{942F234C-FE9B-2A00-1621-A820EF1F86EB}"/>
          </ac:spMkLst>
        </pc:spChg>
      </pc:sldChg>
      <pc:sldChg chg="modSp new mod">
        <pc:chgData name="mukul maheshwari" userId="12cb43e2ca5f0d2c" providerId="LiveId" clId="{51CF45E7-6CD8-4520-A9EF-69AAAD85FFC6}" dt="2024-08-07T17:51:27.768" v="2478" actId="14100"/>
        <pc:sldMkLst>
          <pc:docMk/>
          <pc:sldMk cId="2492395370" sldId="288"/>
        </pc:sldMkLst>
        <pc:spChg chg="mod">
          <ac:chgData name="mukul maheshwari" userId="12cb43e2ca5f0d2c" providerId="LiveId" clId="{51CF45E7-6CD8-4520-A9EF-69AAAD85FFC6}" dt="2024-08-07T17:51:27.768" v="2478" actId="14100"/>
          <ac:spMkLst>
            <pc:docMk/>
            <pc:sldMk cId="2492395370" sldId="288"/>
            <ac:spMk id="2" creationId="{0A3BFF97-AF2F-75CD-1FCC-9C3B3B75558A}"/>
          </ac:spMkLst>
        </pc:spChg>
        <pc:spChg chg="mod">
          <ac:chgData name="mukul maheshwari" userId="12cb43e2ca5f0d2c" providerId="LiveId" clId="{51CF45E7-6CD8-4520-A9EF-69AAAD85FFC6}" dt="2024-08-07T17:51:21.948" v="2477" actId="27636"/>
          <ac:spMkLst>
            <pc:docMk/>
            <pc:sldMk cId="2492395370" sldId="288"/>
            <ac:spMk id="3" creationId="{BA56BB77-6B82-0BF6-5329-C4FFD23A5B04}"/>
          </ac:spMkLst>
        </pc:spChg>
      </pc:sldChg>
      <pc:sldChg chg="addSp delSp modSp new mod setBg">
        <pc:chgData name="mukul maheshwari" userId="12cb43e2ca5f0d2c" providerId="LiveId" clId="{51CF45E7-6CD8-4520-A9EF-69AAAD85FFC6}" dt="2024-08-07T18:06:35.653" v="2593" actId="403"/>
        <pc:sldMkLst>
          <pc:docMk/>
          <pc:sldMk cId="1423453187" sldId="289"/>
        </pc:sldMkLst>
        <pc:spChg chg="mod">
          <ac:chgData name="mukul maheshwari" userId="12cb43e2ca5f0d2c" providerId="LiveId" clId="{51CF45E7-6CD8-4520-A9EF-69AAAD85FFC6}" dt="2024-08-07T18:03:11.046" v="2572" actId="26606"/>
          <ac:spMkLst>
            <pc:docMk/>
            <pc:sldMk cId="1423453187" sldId="289"/>
            <ac:spMk id="2" creationId="{71A1B78C-0085-54A6-88EA-A74D1D44E0AC}"/>
          </ac:spMkLst>
        </pc:spChg>
        <pc:spChg chg="del mod">
          <ac:chgData name="mukul maheshwari" userId="12cb43e2ca5f0d2c" providerId="LiveId" clId="{51CF45E7-6CD8-4520-A9EF-69AAAD85FFC6}" dt="2024-08-07T18:02:19.180" v="2571" actId="26606"/>
          <ac:spMkLst>
            <pc:docMk/>
            <pc:sldMk cId="1423453187" sldId="289"/>
            <ac:spMk id="3" creationId="{FE15A8CE-B941-53B7-5CF4-C89872AE995A}"/>
          </ac:spMkLst>
        </pc:spChg>
        <pc:spChg chg="add del">
          <ac:chgData name="mukul maheshwari" userId="12cb43e2ca5f0d2c" providerId="LiveId" clId="{51CF45E7-6CD8-4520-A9EF-69AAAD85FFC6}" dt="2024-08-07T18:03:11.046" v="2572" actId="26606"/>
          <ac:spMkLst>
            <pc:docMk/>
            <pc:sldMk cId="1423453187" sldId="289"/>
            <ac:spMk id="9" creationId="{BED1B64B-251E-446A-A285-6626C4EC010D}"/>
          </ac:spMkLst>
        </pc:spChg>
        <pc:spChg chg="add del">
          <ac:chgData name="mukul maheshwari" userId="12cb43e2ca5f0d2c" providerId="LiveId" clId="{51CF45E7-6CD8-4520-A9EF-69AAAD85FFC6}" dt="2024-08-07T18:03:11.046" v="2572" actId="26606"/>
          <ac:spMkLst>
            <pc:docMk/>
            <pc:sldMk cId="1423453187" sldId="289"/>
            <ac:spMk id="19" creationId="{A27AE693-58E8-48BC-8ED0-568ABFEABB35}"/>
          </ac:spMkLst>
        </pc:spChg>
        <pc:spChg chg="add">
          <ac:chgData name="mukul maheshwari" userId="12cb43e2ca5f0d2c" providerId="LiveId" clId="{51CF45E7-6CD8-4520-A9EF-69AAAD85FFC6}" dt="2024-08-07T18:03:11.046" v="2572" actId="26606"/>
          <ac:spMkLst>
            <pc:docMk/>
            <pc:sldMk cId="1423453187" sldId="289"/>
            <ac:spMk id="24" creationId="{94C52C56-BEF2-4E22-8C8E-A7AC96B03A72}"/>
          </ac:spMkLst>
        </pc:spChg>
        <pc:spChg chg="add">
          <ac:chgData name="mukul maheshwari" userId="12cb43e2ca5f0d2c" providerId="LiveId" clId="{51CF45E7-6CD8-4520-A9EF-69AAAD85FFC6}" dt="2024-08-07T18:03:11.046" v="2572" actId="26606"/>
          <ac:spMkLst>
            <pc:docMk/>
            <pc:sldMk cId="1423453187" sldId="289"/>
            <ac:spMk id="26" creationId="{42285737-90EE-47DC-AC80-8AE156B11969}"/>
          </ac:spMkLst>
        </pc:spChg>
        <pc:grpChg chg="add del">
          <ac:chgData name="mukul maheshwari" userId="12cb43e2ca5f0d2c" providerId="LiveId" clId="{51CF45E7-6CD8-4520-A9EF-69AAAD85FFC6}" dt="2024-08-07T18:03:11.046" v="2572" actId="26606"/>
          <ac:grpSpMkLst>
            <pc:docMk/>
            <pc:sldMk cId="1423453187" sldId="289"/>
            <ac:grpSpMk id="11" creationId="{CD02B5D1-60D4-4D5B-AFD9-C986E227431B}"/>
          </ac:grpSpMkLst>
        </pc:grpChg>
        <pc:grpChg chg="add">
          <ac:chgData name="mukul maheshwari" userId="12cb43e2ca5f0d2c" providerId="LiveId" clId="{51CF45E7-6CD8-4520-A9EF-69AAAD85FFC6}" dt="2024-08-07T18:03:11.046" v="2572" actId="26606"/>
          <ac:grpSpMkLst>
            <pc:docMk/>
            <pc:sldMk cId="1423453187" sldId="289"/>
            <ac:grpSpMk id="28" creationId="{B57BDC17-F1B3-455F-BBF1-680AA1F25C06}"/>
          </ac:grpSpMkLst>
        </pc:grpChg>
        <pc:graphicFrameChg chg="add mod modGraphic">
          <ac:chgData name="mukul maheshwari" userId="12cb43e2ca5f0d2c" providerId="LiveId" clId="{51CF45E7-6CD8-4520-A9EF-69AAAD85FFC6}" dt="2024-08-07T18:06:35.653" v="2593" actId="403"/>
          <ac:graphicFrameMkLst>
            <pc:docMk/>
            <pc:sldMk cId="1423453187" sldId="289"/>
            <ac:graphicFrameMk id="5" creationId="{F23A9203-F0C4-0B32-CB79-303544F86560}"/>
          </ac:graphicFrameMkLst>
        </pc:graphicFrameChg>
      </pc:sldChg>
      <pc:sldChg chg="modSp new mod">
        <pc:chgData name="mukul maheshwari" userId="12cb43e2ca5f0d2c" providerId="LiveId" clId="{51CF45E7-6CD8-4520-A9EF-69AAAD85FFC6}" dt="2024-08-07T18:20:52.649" v="2674" actId="27636"/>
        <pc:sldMkLst>
          <pc:docMk/>
          <pc:sldMk cId="392221121" sldId="290"/>
        </pc:sldMkLst>
        <pc:spChg chg="mod">
          <ac:chgData name="mukul maheshwari" userId="12cb43e2ca5f0d2c" providerId="LiveId" clId="{51CF45E7-6CD8-4520-A9EF-69AAAD85FFC6}" dt="2024-08-07T18:20:10.324" v="2669" actId="14100"/>
          <ac:spMkLst>
            <pc:docMk/>
            <pc:sldMk cId="392221121" sldId="290"/>
            <ac:spMk id="2" creationId="{4C72542B-DA68-47B6-3D02-3F59B19C25E3}"/>
          </ac:spMkLst>
        </pc:spChg>
        <pc:spChg chg="mod">
          <ac:chgData name="mukul maheshwari" userId="12cb43e2ca5f0d2c" providerId="LiveId" clId="{51CF45E7-6CD8-4520-A9EF-69AAAD85FFC6}" dt="2024-08-07T18:20:52.649" v="2674" actId="27636"/>
          <ac:spMkLst>
            <pc:docMk/>
            <pc:sldMk cId="392221121" sldId="290"/>
            <ac:spMk id="3" creationId="{146C2BDF-45C1-1F45-F440-7831E36978A9}"/>
          </ac:spMkLst>
        </pc:spChg>
      </pc:sldChg>
      <pc:sldChg chg="modSp add mod">
        <pc:chgData name="mukul maheshwari" userId="12cb43e2ca5f0d2c" providerId="LiveId" clId="{51CF45E7-6CD8-4520-A9EF-69AAAD85FFC6}" dt="2024-08-07T18:25:59.189" v="2716" actId="15"/>
        <pc:sldMkLst>
          <pc:docMk/>
          <pc:sldMk cId="813290887" sldId="291"/>
        </pc:sldMkLst>
        <pc:spChg chg="mod">
          <ac:chgData name="mukul maheshwari" userId="12cb43e2ca5f0d2c" providerId="LiveId" clId="{51CF45E7-6CD8-4520-A9EF-69AAAD85FFC6}" dt="2024-08-07T18:25:59.189" v="2716" actId="15"/>
          <ac:spMkLst>
            <pc:docMk/>
            <pc:sldMk cId="813290887" sldId="291"/>
            <ac:spMk id="3" creationId="{146C2BDF-45C1-1F45-F440-7831E36978A9}"/>
          </ac:spMkLst>
        </pc:spChg>
      </pc:sldChg>
      <pc:sldChg chg="modSp new mod">
        <pc:chgData name="mukul maheshwari" userId="12cb43e2ca5f0d2c" providerId="LiveId" clId="{51CF45E7-6CD8-4520-A9EF-69AAAD85FFC6}" dt="2024-08-07T18:30:03.730" v="2754" actId="20577"/>
        <pc:sldMkLst>
          <pc:docMk/>
          <pc:sldMk cId="3692376533" sldId="292"/>
        </pc:sldMkLst>
        <pc:spChg chg="mod">
          <ac:chgData name="mukul maheshwari" userId="12cb43e2ca5f0d2c" providerId="LiveId" clId="{51CF45E7-6CD8-4520-A9EF-69AAAD85FFC6}" dt="2024-08-07T18:26:53.714" v="2732" actId="20577"/>
          <ac:spMkLst>
            <pc:docMk/>
            <pc:sldMk cId="3692376533" sldId="292"/>
            <ac:spMk id="2" creationId="{C3523751-92E9-35AC-D0E8-9577261BCF64}"/>
          </ac:spMkLst>
        </pc:spChg>
        <pc:spChg chg="mod">
          <ac:chgData name="mukul maheshwari" userId="12cb43e2ca5f0d2c" providerId="LiveId" clId="{51CF45E7-6CD8-4520-A9EF-69AAAD85FFC6}" dt="2024-08-07T18:30:03.730" v="2754" actId="20577"/>
          <ac:spMkLst>
            <pc:docMk/>
            <pc:sldMk cId="3692376533" sldId="292"/>
            <ac:spMk id="3" creationId="{DD57776E-9917-2002-CAC5-1014B7D03635}"/>
          </ac:spMkLst>
        </pc:spChg>
      </pc:sldChg>
      <pc:sldChg chg="modSp new mod">
        <pc:chgData name="mukul maheshwari" userId="12cb43e2ca5f0d2c" providerId="LiveId" clId="{51CF45E7-6CD8-4520-A9EF-69AAAD85FFC6}" dt="2024-08-07T18:37:39.370" v="2860" actId="27636"/>
        <pc:sldMkLst>
          <pc:docMk/>
          <pc:sldMk cId="1511690839" sldId="293"/>
        </pc:sldMkLst>
        <pc:spChg chg="mod">
          <ac:chgData name="mukul maheshwari" userId="12cb43e2ca5f0d2c" providerId="LiveId" clId="{51CF45E7-6CD8-4520-A9EF-69AAAD85FFC6}" dt="2024-08-07T18:32:31.655" v="2779" actId="1076"/>
          <ac:spMkLst>
            <pc:docMk/>
            <pc:sldMk cId="1511690839" sldId="293"/>
            <ac:spMk id="2" creationId="{DF3AE226-A8DA-55AC-DDD5-4843ED8F3A8F}"/>
          </ac:spMkLst>
        </pc:spChg>
        <pc:spChg chg="mod">
          <ac:chgData name="mukul maheshwari" userId="12cb43e2ca5f0d2c" providerId="LiveId" clId="{51CF45E7-6CD8-4520-A9EF-69AAAD85FFC6}" dt="2024-08-07T18:37:39.370" v="2860" actId="27636"/>
          <ac:spMkLst>
            <pc:docMk/>
            <pc:sldMk cId="1511690839" sldId="293"/>
            <ac:spMk id="3" creationId="{3A09FA60-5817-BB9F-2A4F-FD75E1FEC069}"/>
          </ac:spMkLst>
        </pc:spChg>
      </pc:sldChg>
      <pc:sldChg chg="modSp add mod">
        <pc:chgData name="mukul maheshwari" userId="12cb43e2ca5f0d2c" providerId="LiveId" clId="{51CF45E7-6CD8-4520-A9EF-69AAAD85FFC6}" dt="2024-08-07T18:48:44.442" v="2937" actId="20577"/>
        <pc:sldMkLst>
          <pc:docMk/>
          <pc:sldMk cId="871829256" sldId="294"/>
        </pc:sldMkLst>
        <pc:spChg chg="mod">
          <ac:chgData name="mukul maheshwari" userId="12cb43e2ca5f0d2c" providerId="LiveId" clId="{51CF45E7-6CD8-4520-A9EF-69AAAD85FFC6}" dt="2024-08-07T18:48:44.442" v="2937" actId="20577"/>
          <ac:spMkLst>
            <pc:docMk/>
            <pc:sldMk cId="871829256" sldId="294"/>
            <ac:spMk id="3" creationId="{3A09FA60-5817-BB9F-2A4F-FD75E1FEC069}"/>
          </ac:spMkLst>
        </pc:spChg>
      </pc:sldChg>
      <pc:sldMasterChg chg="add del addSldLayout delSldLayout">
        <pc:chgData name="mukul maheshwari" userId="12cb43e2ca5f0d2c" providerId="LiveId" clId="{51CF45E7-6CD8-4520-A9EF-69AAAD85FFC6}" dt="2024-07-31T14:53:36.454" v="14" actId="26606"/>
        <pc:sldMasterMkLst>
          <pc:docMk/>
          <pc:sldMasterMk cId="4245130631" sldId="2147483648"/>
        </pc:sldMasterMkLst>
        <pc:sldLayoutChg chg="add del">
          <pc:chgData name="mukul maheshwari" userId="12cb43e2ca5f0d2c" providerId="LiveId" clId="{51CF45E7-6CD8-4520-A9EF-69AAAD85FFC6}" dt="2024-07-31T14:53:36.454" v="14" actId="26606"/>
          <pc:sldLayoutMkLst>
            <pc:docMk/>
            <pc:sldMasterMk cId="4245130631" sldId="2147483648"/>
            <pc:sldLayoutMk cId="2428734828" sldId="2147483649"/>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3795800239" sldId="2147483650"/>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1514785958" sldId="2147483651"/>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2229283370" sldId="2147483652"/>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3880093440" sldId="2147483653"/>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450341403" sldId="2147483654"/>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1937044983" sldId="2147483655"/>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38122369" sldId="2147483656"/>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3641992305" sldId="2147483657"/>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1431924112" sldId="2147483658"/>
          </pc:sldLayoutMkLst>
        </pc:sldLayoutChg>
        <pc:sldLayoutChg chg="add del">
          <pc:chgData name="mukul maheshwari" userId="12cb43e2ca5f0d2c" providerId="LiveId" clId="{51CF45E7-6CD8-4520-A9EF-69AAAD85FFC6}" dt="2024-07-31T14:53:36.454" v="14" actId="26606"/>
          <pc:sldLayoutMkLst>
            <pc:docMk/>
            <pc:sldMasterMk cId="4245130631" sldId="2147483648"/>
            <pc:sldLayoutMk cId="353767414" sldId="2147483659"/>
          </pc:sldLayoutMkLst>
        </pc:sldLayoutChg>
      </pc:sldMasterChg>
      <pc:sldMasterChg chg="add del replId addSldLayout delSldLayout">
        <pc:chgData name="mukul maheshwari" userId="12cb43e2ca5f0d2c" providerId="LiveId" clId="{51CF45E7-6CD8-4520-A9EF-69AAAD85FFC6}" dt="2024-07-31T14:53:32.336" v="10" actId="26606"/>
        <pc:sldMasterMkLst>
          <pc:docMk/>
          <pc:sldMasterMk cId="3017308988" sldId="2147483660"/>
        </pc:sldMasterMkLst>
        <pc:sldLayoutChg chg="add del">
          <pc:chgData name="mukul maheshwari" userId="12cb43e2ca5f0d2c" providerId="LiveId" clId="{51CF45E7-6CD8-4520-A9EF-69AAAD85FFC6}" dt="2024-07-31T14:53:32.336" v="10" actId="26606"/>
          <pc:sldLayoutMkLst>
            <pc:docMk/>
            <pc:sldMasterMk cId="3017308988" sldId="2147483660"/>
            <pc:sldLayoutMk cId="4121415630" sldId="2147483661"/>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1390665166" sldId="2147483662"/>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3703936949" sldId="2147483663"/>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599612726" sldId="2147483664"/>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266068487" sldId="2147483665"/>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3125817844" sldId="2147483666"/>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2911357416" sldId="2147483667"/>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94493532" sldId="2147483668"/>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432810296" sldId="2147483669"/>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1149427811" sldId="2147483670"/>
          </pc:sldLayoutMkLst>
        </pc:sldLayoutChg>
        <pc:sldLayoutChg chg="add del replId">
          <pc:chgData name="mukul maheshwari" userId="12cb43e2ca5f0d2c" providerId="LiveId" clId="{51CF45E7-6CD8-4520-A9EF-69AAAD85FFC6}" dt="2024-07-31T14:53:32.336" v="10" actId="26606"/>
          <pc:sldLayoutMkLst>
            <pc:docMk/>
            <pc:sldMasterMk cId="3017308988" sldId="2147483660"/>
            <pc:sldLayoutMk cId="1054366931" sldId="2147483671"/>
          </pc:sldLayoutMkLst>
        </pc:sldLayoutChg>
      </pc:sldMasterChg>
      <pc:sldMasterChg chg="add del addSldLayout delSldLayout">
        <pc:chgData name="mukul maheshwari" userId="12cb43e2ca5f0d2c" providerId="LiveId" clId="{51CF45E7-6CD8-4520-A9EF-69AAAD85FFC6}" dt="2024-07-31T14:53:36.345" v="13" actId="26606"/>
        <pc:sldMasterMkLst>
          <pc:docMk/>
          <pc:sldMasterMk cId="3696415749" sldId="2147483673"/>
        </pc:sldMasterMkLst>
        <pc:sldLayoutChg chg="add del">
          <pc:chgData name="mukul maheshwari" userId="12cb43e2ca5f0d2c" providerId="LiveId" clId="{51CF45E7-6CD8-4520-A9EF-69AAAD85FFC6}" dt="2024-07-31T14:53:36.345" v="13" actId="26606"/>
          <pc:sldLayoutMkLst>
            <pc:docMk/>
            <pc:sldMasterMk cId="3696415749" sldId="2147483673"/>
            <pc:sldLayoutMk cId="1744460600" sldId="2147483662"/>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928307089" sldId="2147483663"/>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4294432458" sldId="2147483664"/>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2379856180" sldId="2147483665"/>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4145764141" sldId="2147483666"/>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1692598698" sldId="2147483667"/>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4233065527" sldId="2147483668"/>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294230127" sldId="2147483669"/>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1519051206" sldId="2147483670"/>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1766788014" sldId="2147483671"/>
          </pc:sldLayoutMkLst>
        </pc:sldLayoutChg>
        <pc:sldLayoutChg chg="add del">
          <pc:chgData name="mukul maheshwari" userId="12cb43e2ca5f0d2c" providerId="LiveId" clId="{51CF45E7-6CD8-4520-A9EF-69AAAD85FFC6}" dt="2024-07-31T14:53:36.345" v="13" actId="26606"/>
          <pc:sldLayoutMkLst>
            <pc:docMk/>
            <pc:sldMasterMk cId="3696415749" sldId="2147483673"/>
            <pc:sldLayoutMk cId="1213852945" sldId="2147483672"/>
          </pc:sldLayoutMkLst>
        </pc:sldLayoutChg>
      </pc:sldMasterChg>
      <pc:sldMasterChg chg="add del addSldLayout delSldLayout">
        <pc:chgData name="mukul maheshwari" userId="12cb43e2ca5f0d2c" providerId="LiveId" clId="{51CF45E7-6CD8-4520-A9EF-69AAAD85FFC6}" dt="2024-07-31T14:54:09.293" v="17" actId="26606"/>
        <pc:sldMasterMkLst>
          <pc:docMk/>
          <pc:sldMasterMk cId="1202524649" sldId="2147483712"/>
        </pc:sldMasterMkLst>
        <pc:sldLayoutChg chg="add del">
          <pc:chgData name="mukul maheshwari" userId="12cb43e2ca5f0d2c" providerId="LiveId" clId="{51CF45E7-6CD8-4520-A9EF-69AAAD85FFC6}" dt="2024-07-31T14:54:09.293" v="17" actId="26606"/>
          <pc:sldLayoutMkLst>
            <pc:docMk/>
            <pc:sldMasterMk cId="1202524649" sldId="2147483712"/>
            <pc:sldLayoutMk cId="388771993" sldId="2147483701"/>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688025561" sldId="2147483702"/>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3125500536" sldId="2147483703"/>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3828259905" sldId="2147483704"/>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880951983" sldId="2147483705"/>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1211406772" sldId="2147483706"/>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2079283509" sldId="2147483707"/>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1661423213" sldId="2147483708"/>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3002001269" sldId="2147483709"/>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2221682465" sldId="2147483710"/>
          </pc:sldLayoutMkLst>
        </pc:sldLayoutChg>
        <pc:sldLayoutChg chg="add del">
          <pc:chgData name="mukul maheshwari" userId="12cb43e2ca5f0d2c" providerId="LiveId" clId="{51CF45E7-6CD8-4520-A9EF-69AAAD85FFC6}" dt="2024-07-31T14:54:09.293" v="17" actId="26606"/>
          <pc:sldLayoutMkLst>
            <pc:docMk/>
            <pc:sldMasterMk cId="1202524649" sldId="2147483712"/>
            <pc:sldLayoutMk cId="3144354451" sldId="2147483711"/>
          </pc:sldLayoutMkLst>
        </pc:sldLayoutChg>
      </pc:sldMasterChg>
      <pc:sldMasterChg chg="add addSldLayout">
        <pc:chgData name="mukul maheshwari" userId="12cb43e2ca5f0d2c" providerId="LiveId" clId="{51CF45E7-6CD8-4520-A9EF-69AAAD85FFC6}" dt="2024-07-31T14:54:09.293" v="17" actId="26606"/>
        <pc:sldMasterMkLst>
          <pc:docMk/>
          <pc:sldMasterMk cId="3658034255" sldId="2147483736"/>
        </pc:sldMasterMkLst>
        <pc:sldLayoutChg chg="add">
          <pc:chgData name="mukul maheshwari" userId="12cb43e2ca5f0d2c" providerId="LiveId" clId="{51CF45E7-6CD8-4520-A9EF-69AAAD85FFC6}" dt="2024-07-31T14:54:09.293" v="17" actId="26606"/>
          <pc:sldLayoutMkLst>
            <pc:docMk/>
            <pc:sldMasterMk cId="3658034255" sldId="2147483736"/>
            <pc:sldLayoutMk cId="3451083739" sldId="2147483725"/>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1449919006" sldId="2147483726"/>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1139075916" sldId="2147483727"/>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2119909400" sldId="2147483728"/>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3686978682" sldId="2147483729"/>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1392464646" sldId="2147483730"/>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623884596" sldId="2147483731"/>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3106237706" sldId="2147483732"/>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4197315906" sldId="2147483733"/>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2942440520" sldId="2147483734"/>
          </pc:sldLayoutMkLst>
        </pc:sldLayoutChg>
        <pc:sldLayoutChg chg="add">
          <pc:chgData name="mukul maheshwari" userId="12cb43e2ca5f0d2c" providerId="LiveId" clId="{51CF45E7-6CD8-4520-A9EF-69AAAD85FFC6}" dt="2024-07-31T14:54:09.293" v="17" actId="26606"/>
          <pc:sldLayoutMkLst>
            <pc:docMk/>
            <pc:sldMasterMk cId="3658034255" sldId="2147483736"/>
            <pc:sldLayoutMk cId="3765165098" sldId="214748373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FDF57C-2EF0-4372-B15E-6AD44405AE32}"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055B1E18-95E1-4E21-8950-824A371DDD1E}">
      <dgm:prSet custT="1"/>
      <dgm:spPr/>
      <dgm:t>
        <a:bodyPr/>
        <a:lstStyle/>
        <a:p>
          <a:r>
            <a:rPr lang="en-US" sz="2000">
              <a:solidFill>
                <a:schemeClr val="tx1"/>
              </a:solidFill>
            </a:rPr>
            <a:t>Auditory fatigue : It appears in the 90 dB region and greatest at 4000 Hz. </a:t>
          </a:r>
        </a:p>
      </dgm:t>
    </dgm:pt>
    <dgm:pt modelId="{54D8784C-9CB6-42D5-91F3-34142559455D}" type="parTrans" cxnId="{EAEC0701-8EF9-4592-8B82-CB1A206CA07F}">
      <dgm:prSet/>
      <dgm:spPr/>
      <dgm:t>
        <a:bodyPr/>
        <a:lstStyle/>
        <a:p>
          <a:endParaRPr lang="en-US" sz="3200">
            <a:solidFill>
              <a:schemeClr val="tx1"/>
            </a:solidFill>
          </a:endParaRPr>
        </a:p>
      </dgm:t>
    </dgm:pt>
    <dgm:pt modelId="{0E646DE6-F9BB-4196-95B0-E89EF83026D3}" type="sibTrans" cxnId="{EAEC0701-8EF9-4592-8B82-CB1A206CA07F}">
      <dgm:prSet/>
      <dgm:spPr/>
      <dgm:t>
        <a:bodyPr/>
        <a:lstStyle/>
        <a:p>
          <a:endParaRPr lang="en-US" sz="3200">
            <a:solidFill>
              <a:schemeClr val="tx1"/>
            </a:solidFill>
          </a:endParaRPr>
        </a:p>
      </dgm:t>
    </dgm:pt>
    <dgm:pt modelId="{8F6E1D26-B1FC-4DD0-B5C6-EBB318F97D4A}">
      <dgm:prSet custT="1"/>
      <dgm:spPr/>
      <dgm:t>
        <a:bodyPr/>
        <a:lstStyle/>
        <a:p>
          <a:r>
            <a:rPr lang="en-US" sz="2000">
              <a:solidFill>
                <a:schemeClr val="tx1"/>
              </a:solidFill>
            </a:rPr>
            <a:t>It may be associated with side effects such as whistling and buzzing in the ears, </a:t>
          </a:r>
        </a:p>
      </dgm:t>
    </dgm:pt>
    <dgm:pt modelId="{8F7B607B-FF61-45DF-8CD3-508025E6A477}" type="parTrans" cxnId="{8B21B1E4-A539-452B-8043-5A34617D0262}">
      <dgm:prSet/>
      <dgm:spPr/>
      <dgm:t>
        <a:bodyPr/>
        <a:lstStyle/>
        <a:p>
          <a:endParaRPr lang="en-US" sz="3200">
            <a:solidFill>
              <a:schemeClr val="tx1"/>
            </a:solidFill>
          </a:endParaRPr>
        </a:p>
      </dgm:t>
    </dgm:pt>
    <dgm:pt modelId="{7DE8E0A6-9ACA-40EE-8C0A-325149F546A7}" type="sibTrans" cxnId="{8B21B1E4-A539-452B-8043-5A34617D0262}">
      <dgm:prSet/>
      <dgm:spPr/>
      <dgm:t>
        <a:bodyPr/>
        <a:lstStyle/>
        <a:p>
          <a:endParaRPr lang="en-US" sz="3200">
            <a:solidFill>
              <a:schemeClr val="tx1"/>
            </a:solidFill>
          </a:endParaRPr>
        </a:p>
      </dgm:t>
    </dgm:pt>
    <dgm:pt modelId="{F9FDB501-EED0-4DFD-9ABD-CB70568886C7}">
      <dgm:prSet custT="1"/>
      <dgm:spPr/>
      <dgm:t>
        <a:bodyPr/>
        <a:lstStyle/>
        <a:p>
          <a:r>
            <a:rPr lang="en-US" sz="2000" dirty="0">
              <a:solidFill>
                <a:schemeClr val="tx1"/>
              </a:solidFill>
            </a:rPr>
            <a:t>Deafness : The most serious pathological effect is deafness or hearing loss. The victim is generally unaware of it in early stages. </a:t>
          </a:r>
        </a:p>
      </dgm:t>
    </dgm:pt>
    <dgm:pt modelId="{2A4ED2B4-D036-472B-9A1C-E12D505F1DC8}" type="parTrans" cxnId="{0F7AAF7D-5717-4F88-9F39-35BDA31E0499}">
      <dgm:prSet/>
      <dgm:spPr/>
      <dgm:t>
        <a:bodyPr/>
        <a:lstStyle/>
        <a:p>
          <a:endParaRPr lang="en-US" sz="3200">
            <a:solidFill>
              <a:schemeClr val="tx1"/>
            </a:solidFill>
          </a:endParaRPr>
        </a:p>
      </dgm:t>
    </dgm:pt>
    <dgm:pt modelId="{8B79CCC4-2FDC-4518-B90F-5004103325FC}" type="sibTrans" cxnId="{0F7AAF7D-5717-4F88-9F39-35BDA31E0499}">
      <dgm:prSet/>
      <dgm:spPr/>
      <dgm:t>
        <a:bodyPr/>
        <a:lstStyle/>
        <a:p>
          <a:endParaRPr lang="en-US" sz="3200">
            <a:solidFill>
              <a:schemeClr val="tx1"/>
            </a:solidFill>
          </a:endParaRPr>
        </a:p>
      </dgm:t>
    </dgm:pt>
    <dgm:pt modelId="{480BF17D-D68C-4082-991D-8A73EC739DD0}">
      <dgm:prSet custT="1"/>
      <dgm:spPr/>
      <dgm:t>
        <a:bodyPr/>
        <a:lstStyle/>
        <a:p>
          <a:r>
            <a:rPr lang="en-US" sz="2000">
              <a:solidFill>
                <a:schemeClr val="tx1"/>
              </a:solidFill>
            </a:rPr>
            <a:t>Temporary hearing loss results from a specific exposure to noise; the disability disappears after a period of time up to 24 hours following the noise exposure. </a:t>
          </a:r>
        </a:p>
      </dgm:t>
    </dgm:pt>
    <dgm:pt modelId="{7FBED2D3-A44C-461F-8F6B-B3E5663D80DE}" type="parTrans" cxnId="{3D03323E-AA38-4760-8776-383F683699EA}">
      <dgm:prSet/>
      <dgm:spPr/>
      <dgm:t>
        <a:bodyPr/>
        <a:lstStyle/>
        <a:p>
          <a:endParaRPr lang="en-US" sz="3200">
            <a:solidFill>
              <a:schemeClr val="tx1"/>
            </a:solidFill>
          </a:endParaRPr>
        </a:p>
      </dgm:t>
    </dgm:pt>
    <dgm:pt modelId="{9B8FC49C-4D6C-4239-81AB-B5BED91F8229}" type="sibTrans" cxnId="{3D03323E-AA38-4760-8776-383F683699EA}">
      <dgm:prSet/>
      <dgm:spPr/>
      <dgm:t>
        <a:bodyPr/>
        <a:lstStyle/>
        <a:p>
          <a:endParaRPr lang="en-US" sz="3200">
            <a:solidFill>
              <a:schemeClr val="tx1"/>
            </a:solidFill>
          </a:endParaRPr>
        </a:p>
      </dgm:t>
    </dgm:pt>
    <dgm:pt modelId="{039218BD-7DA2-4C6E-BBAC-4AFE9C51517B}">
      <dgm:prSet custT="1"/>
      <dgm:spPr/>
      <dgm:t>
        <a:bodyPr/>
        <a:lstStyle/>
        <a:p>
          <a:r>
            <a:rPr lang="en-US" sz="2000" dirty="0">
              <a:solidFill>
                <a:schemeClr val="tx1"/>
              </a:solidFill>
            </a:rPr>
            <a:t>Most temporary hearing loss occurs in frequency range between 4,000 to 6,000 Hz. </a:t>
          </a:r>
        </a:p>
      </dgm:t>
    </dgm:pt>
    <dgm:pt modelId="{4725BCE4-A65E-485F-AB99-E18291A53A95}" type="parTrans" cxnId="{01820BC8-D6B7-48CD-9D53-2B185F16CF06}">
      <dgm:prSet/>
      <dgm:spPr/>
      <dgm:t>
        <a:bodyPr/>
        <a:lstStyle/>
        <a:p>
          <a:endParaRPr lang="en-US" sz="3200">
            <a:solidFill>
              <a:schemeClr val="tx1"/>
            </a:solidFill>
          </a:endParaRPr>
        </a:p>
      </dgm:t>
    </dgm:pt>
    <dgm:pt modelId="{752DFBED-07FE-41AE-BB42-2BB6F9E0345C}" type="sibTrans" cxnId="{01820BC8-D6B7-48CD-9D53-2B185F16CF06}">
      <dgm:prSet/>
      <dgm:spPr/>
      <dgm:t>
        <a:bodyPr/>
        <a:lstStyle/>
        <a:p>
          <a:endParaRPr lang="en-US" sz="3200">
            <a:solidFill>
              <a:schemeClr val="tx1"/>
            </a:solidFill>
          </a:endParaRPr>
        </a:p>
      </dgm:t>
    </dgm:pt>
    <dgm:pt modelId="{0236B448-5057-4AD7-8D1F-AF929965A640}">
      <dgm:prSet custT="1"/>
      <dgm:spPr/>
      <dgm:t>
        <a:bodyPr/>
        <a:lstStyle/>
        <a:p>
          <a:r>
            <a:rPr lang="en-US" sz="2000" dirty="0">
              <a:solidFill>
                <a:schemeClr val="tx1"/>
              </a:solidFill>
            </a:rPr>
            <a:t>Repeated or continuous exposure to noise around 100 decibels may result in a permanent hearing loss; in this, the inner ear damage may vary from minor changes in the hair cell endings to </a:t>
          </a:r>
          <a:r>
            <a:rPr lang="en-US" sz="2000" dirty="0">
              <a:solidFill>
                <a:schemeClr val="tx1"/>
              </a:solidFill>
              <a:highlight>
                <a:srgbClr val="FFFF00"/>
              </a:highlight>
            </a:rPr>
            <a:t>complete destruction of the organs of </a:t>
          </a:r>
          <a:r>
            <a:rPr lang="en-US" sz="2000" dirty="0" err="1">
              <a:solidFill>
                <a:schemeClr val="tx1"/>
              </a:solidFill>
              <a:highlight>
                <a:srgbClr val="FFFF00"/>
              </a:highlight>
            </a:rPr>
            <a:t>Corti</a:t>
          </a:r>
          <a:r>
            <a:rPr lang="en-US" sz="2000" dirty="0">
              <a:solidFill>
                <a:schemeClr val="tx1"/>
              </a:solidFill>
              <a:highlight>
                <a:srgbClr val="FFFF00"/>
              </a:highlight>
            </a:rPr>
            <a:t>.</a:t>
          </a:r>
        </a:p>
      </dgm:t>
    </dgm:pt>
    <dgm:pt modelId="{3B1882A5-AE9F-47EF-B429-44EE45997ED8}" type="parTrans" cxnId="{524067AF-5B6C-48EB-9AD0-FDEEEB5FE5DF}">
      <dgm:prSet/>
      <dgm:spPr/>
      <dgm:t>
        <a:bodyPr/>
        <a:lstStyle/>
        <a:p>
          <a:endParaRPr lang="en-US" sz="3200">
            <a:solidFill>
              <a:schemeClr val="tx1"/>
            </a:solidFill>
          </a:endParaRPr>
        </a:p>
      </dgm:t>
    </dgm:pt>
    <dgm:pt modelId="{C3F47EA7-5E32-44D7-879F-88D97E48DAB7}" type="sibTrans" cxnId="{524067AF-5B6C-48EB-9AD0-FDEEEB5FE5DF}">
      <dgm:prSet/>
      <dgm:spPr/>
      <dgm:t>
        <a:bodyPr/>
        <a:lstStyle/>
        <a:p>
          <a:endParaRPr lang="en-US" sz="3200">
            <a:solidFill>
              <a:schemeClr val="tx1"/>
            </a:solidFill>
          </a:endParaRPr>
        </a:p>
      </dgm:t>
    </dgm:pt>
    <dgm:pt modelId="{C21E0C59-AF73-47F3-82B7-2CE5157127C7}">
      <dgm:prSet custT="1"/>
      <dgm:spPr/>
      <dgm:t>
        <a:bodyPr/>
        <a:lstStyle/>
        <a:p>
          <a:r>
            <a:rPr lang="en-US" sz="2000" dirty="0">
              <a:solidFill>
                <a:schemeClr val="tx1"/>
              </a:solidFill>
            </a:rPr>
            <a:t>When this occurs because of occupation in industries, it is called ‘</a:t>
          </a:r>
          <a:r>
            <a:rPr lang="en-US" sz="2000" b="1" dirty="0">
              <a:solidFill>
                <a:schemeClr val="tx1"/>
              </a:solidFill>
            </a:rPr>
            <a:t>occupational hearing loss’. </a:t>
          </a:r>
        </a:p>
      </dgm:t>
    </dgm:pt>
    <dgm:pt modelId="{D1F0C128-D402-45C8-B14D-A9BA3F5734DE}" type="parTrans" cxnId="{7DC4577D-1759-4AA0-A9AB-3D2A4429C4FF}">
      <dgm:prSet/>
      <dgm:spPr/>
      <dgm:t>
        <a:bodyPr/>
        <a:lstStyle/>
        <a:p>
          <a:endParaRPr lang="en-US" sz="3200">
            <a:solidFill>
              <a:schemeClr val="tx1"/>
            </a:solidFill>
          </a:endParaRPr>
        </a:p>
      </dgm:t>
    </dgm:pt>
    <dgm:pt modelId="{AA2F07EE-365B-41DB-B53F-45D983E74B13}" type="sibTrans" cxnId="{7DC4577D-1759-4AA0-A9AB-3D2A4429C4FF}">
      <dgm:prSet/>
      <dgm:spPr/>
      <dgm:t>
        <a:bodyPr/>
        <a:lstStyle/>
        <a:p>
          <a:endParaRPr lang="en-US" sz="3200">
            <a:solidFill>
              <a:schemeClr val="tx1"/>
            </a:solidFill>
          </a:endParaRPr>
        </a:p>
      </dgm:t>
    </dgm:pt>
    <dgm:pt modelId="{EAB5426E-E83B-4358-AE9C-4BF26C71598B}">
      <dgm:prSet custT="1"/>
      <dgm:spPr/>
      <dgm:t>
        <a:bodyPr/>
        <a:lstStyle/>
        <a:p>
          <a:r>
            <a:rPr lang="en-US" sz="2000" dirty="0">
              <a:solidFill>
                <a:schemeClr val="tx1"/>
              </a:solidFill>
            </a:rPr>
            <a:t>Exposure to noise above 160 dB may rupture the tympanic membrane and cause permanent loss of hearing. </a:t>
          </a:r>
        </a:p>
      </dgm:t>
    </dgm:pt>
    <dgm:pt modelId="{A7CAB3E2-CC01-4D17-A6DA-55272904B234}" type="parTrans" cxnId="{30BC0CCF-09E3-4FFC-BFBC-9A67A1B5C3B5}">
      <dgm:prSet/>
      <dgm:spPr/>
      <dgm:t>
        <a:bodyPr/>
        <a:lstStyle/>
        <a:p>
          <a:endParaRPr lang="en-US" sz="3200">
            <a:solidFill>
              <a:schemeClr val="tx1"/>
            </a:solidFill>
          </a:endParaRPr>
        </a:p>
      </dgm:t>
    </dgm:pt>
    <dgm:pt modelId="{557F0A66-4D1E-43DB-B204-C40E2802BED9}" type="sibTrans" cxnId="{30BC0CCF-09E3-4FFC-BFBC-9A67A1B5C3B5}">
      <dgm:prSet/>
      <dgm:spPr/>
      <dgm:t>
        <a:bodyPr/>
        <a:lstStyle/>
        <a:p>
          <a:endParaRPr lang="en-US" sz="3200">
            <a:solidFill>
              <a:schemeClr val="tx1"/>
            </a:solidFill>
          </a:endParaRPr>
        </a:p>
      </dgm:t>
    </dgm:pt>
    <dgm:pt modelId="{85CCDC8C-34EE-48A4-9774-787EFB0A1536}" type="pres">
      <dgm:prSet presAssocID="{D8FDF57C-2EF0-4372-B15E-6AD44405AE32}" presName="linear" presStyleCnt="0">
        <dgm:presLayoutVars>
          <dgm:dir/>
          <dgm:animLvl val="lvl"/>
          <dgm:resizeHandles val="exact"/>
        </dgm:presLayoutVars>
      </dgm:prSet>
      <dgm:spPr/>
    </dgm:pt>
    <dgm:pt modelId="{7AB58C54-7E01-4A08-B974-4D78E04DA526}" type="pres">
      <dgm:prSet presAssocID="{055B1E18-95E1-4E21-8950-824A371DDD1E}" presName="parentLin" presStyleCnt="0"/>
      <dgm:spPr/>
    </dgm:pt>
    <dgm:pt modelId="{0B4D94F4-E2C9-41BE-86FC-383AC9842837}" type="pres">
      <dgm:prSet presAssocID="{055B1E18-95E1-4E21-8950-824A371DDD1E}" presName="parentLeftMargin" presStyleLbl="node1" presStyleIdx="0" presStyleCnt="2"/>
      <dgm:spPr/>
    </dgm:pt>
    <dgm:pt modelId="{35302E87-676A-4497-B13E-D2F97B57268E}" type="pres">
      <dgm:prSet presAssocID="{055B1E18-95E1-4E21-8950-824A371DDD1E}" presName="parentText" presStyleLbl="node1" presStyleIdx="0" presStyleCnt="2" custScaleX="127219">
        <dgm:presLayoutVars>
          <dgm:chMax val="0"/>
          <dgm:bulletEnabled val="1"/>
        </dgm:presLayoutVars>
      </dgm:prSet>
      <dgm:spPr/>
    </dgm:pt>
    <dgm:pt modelId="{F13ECECB-537A-4DEF-88C4-65804E3A51E4}" type="pres">
      <dgm:prSet presAssocID="{055B1E18-95E1-4E21-8950-824A371DDD1E}" presName="negativeSpace" presStyleCnt="0"/>
      <dgm:spPr/>
    </dgm:pt>
    <dgm:pt modelId="{421599BD-BC16-4FEC-9FEB-D2AD65F7DA95}" type="pres">
      <dgm:prSet presAssocID="{055B1E18-95E1-4E21-8950-824A371DDD1E}" presName="childText" presStyleLbl="conFgAcc1" presStyleIdx="0" presStyleCnt="2">
        <dgm:presLayoutVars>
          <dgm:bulletEnabled val="1"/>
        </dgm:presLayoutVars>
      </dgm:prSet>
      <dgm:spPr/>
    </dgm:pt>
    <dgm:pt modelId="{BF0D46B4-3615-4598-9773-4E4B109B3062}" type="pres">
      <dgm:prSet presAssocID="{0E646DE6-F9BB-4196-95B0-E89EF83026D3}" presName="spaceBetweenRectangles" presStyleCnt="0"/>
      <dgm:spPr/>
    </dgm:pt>
    <dgm:pt modelId="{1BDA7970-B0FE-4793-A23F-008F8168B921}" type="pres">
      <dgm:prSet presAssocID="{F9FDB501-EED0-4DFD-9ABD-CB70568886C7}" presName="parentLin" presStyleCnt="0"/>
      <dgm:spPr/>
    </dgm:pt>
    <dgm:pt modelId="{2A7CD8C7-15D9-4880-AAC2-D3D997A20038}" type="pres">
      <dgm:prSet presAssocID="{F9FDB501-EED0-4DFD-9ABD-CB70568886C7}" presName="parentLeftMargin" presStyleLbl="node1" presStyleIdx="0" presStyleCnt="2"/>
      <dgm:spPr/>
    </dgm:pt>
    <dgm:pt modelId="{4AA85DA3-0435-4190-B68B-4C1B9042167A}" type="pres">
      <dgm:prSet presAssocID="{F9FDB501-EED0-4DFD-9ABD-CB70568886C7}" presName="parentText" presStyleLbl="node1" presStyleIdx="1" presStyleCnt="2" custScaleX="129277" custScaleY="120523">
        <dgm:presLayoutVars>
          <dgm:chMax val="0"/>
          <dgm:bulletEnabled val="1"/>
        </dgm:presLayoutVars>
      </dgm:prSet>
      <dgm:spPr/>
    </dgm:pt>
    <dgm:pt modelId="{EA35BF9F-CFAA-4922-9E85-43C6860BD147}" type="pres">
      <dgm:prSet presAssocID="{F9FDB501-EED0-4DFD-9ABD-CB70568886C7}" presName="negativeSpace" presStyleCnt="0"/>
      <dgm:spPr/>
    </dgm:pt>
    <dgm:pt modelId="{55F9D0C1-0FAB-488B-9058-4548A95EC097}" type="pres">
      <dgm:prSet presAssocID="{F9FDB501-EED0-4DFD-9ABD-CB70568886C7}" presName="childText" presStyleLbl="conFgAcc1" presStyleIdx="1" presStyleCnt="2">
        <dgm:presLayoutVars>
          <dgm:bulletEnabled val="1"/>
        </dgm:presLayoutVars>
      </dgm:prSet>
      <dgm:spPr/>
    </dgm:pt>
  </dgm:ptLst>
  <dgm:cxnLst>
    <dgm:cxn modelId="{EAEC0701-8EF9-4592-8B82-CB1A206CA07F}" srcId="{D8FDF57C-2EF0-4372-B15E-6AD44405AE32}" destId="{055B1E18-95E1-4E21-8950-824A371DDD1E}" srcOrd="0" destOrd="0" parTransId="{54D8784C-9CB6-42D5-91F3-34142559455D}" sibTransId="{0E646DE6-F9BB-4196-95B0-E89EF83026D3}"/>
    <dgm:cxn modelId="{84BE5102-CA48-4D23-8636-8F92F6F53B4C}" type="presOf" srcId="{480BF17D-D68C-4082-991D-8A73EC739DD0}" destId="{55F9D0C1-0FAB-488B-9058-4548A95EC097}" srcOrd="0" destOrd="0" presId="urn:microsoft.com/office/officeart/2005/8/layout/list1"/>
    <dgm:cxn modelId="{6815A639-02FB-4744-B3F9-C781FAAB6176}" type="presOf" srcId="{F9FDB501-EED0-4DFD-9ABD-CB70568886C7}" destId="{4AA85DA3-0435-4190-B68B-4C1B9042167A}" srcOrd="1" destOrd="0" presId="urn:microsoft.com/office/officeart/2005/8/layout/list1"/>
    <dgm:cxn modelId="{3D03323E-AA38-4760-8776-383F683699EA}" srcId="{F9FDB501-EED0-4DFD-9ABD-CB70568886C7}" destId="{480BF17D-D68C-4082-991D-8A73EC739DD0}" srcOrd="0" destOrd="0" parTransId="{7FBED2D3-A44C-461F-8F6B-B3E5663D80DE}" sibTransId="{9B8FC49C-4D6C-4239-81AB-B5BED91F8229}"/>
    <dgm:cxn modelId="{527C3D40-B3E2-4BBC-9C1B-6B1C3BC618F6}" type="presOf" srcId="{F9FDB501-EED0-4DFD-9ABD-CB70568886C7}" destId="{2A7CD8C7-15D9-4880-AAC2-D3D997A20038}" srcOrd="0" destOrd="0" presId="urn:microsoft.com/office/officeart/2005/8/layout/list1"/>
    <dgm:cxn modelId="{34AB0A5D-A2ED-4CBF-BF09-A1FEF4BF17D4}" type="presOf" srcId="{055B1E18-95E1-4E21-8950-824A371DDD1E}" destId="{35302E87-676A-4497-B13E-D2F97B57268E}" srcOrd="1" destOrd="0" presId="urn:microsoft.com/office/officeart/2005/8/layout/list1"/>
    <dgm:cxn modelId="{69FE4245-659E-45F1-8043-EB42940A9F85}" type="presOf" srcId="{EAB5426E-E83B-4358-AE9C-4BF26C71598B}" destId="{55F9D0C1-0FAB-488B-9058-4548A95EC097}" srcOrd="0" destOrd="4" presId="urn:microsoft.com/office/officeart/2005/8/layout/list1"/>
    <dgm:cxn modelId="{50AC676D-AF80-42BD-A3DE-2B8F520BD984}" type="presOf" srcId="{C21E0C59-AF73-47F3-82B7-2CE5157127C7}" destId="{55F9D0C1-0FAB-488B-9058-4548A95EC097}" srcOrd="0" destOrd="3" presId="urn:microsoft.com/office/officeart/2005/8/layout/list1"/>
    <dgm:cxn modelId="{7DC4577D-1759-4AA0-A9AB-3D2A4429C4FF}" srcId="{0236B448-5057-4AD7-8D1F-AF929965A640}" destId="{C21E0C59-AF73-47F3-82B7-2CE5157127C7}" srcOrd="0" destOrd="0" parTransId="{D1F0C128-D402-45C8-B14D-A9BA3F5734DE}" sibTransId="{AA2F07EE-365B-41DB-B53F-45D983E74B13}"/>
    <dgm:cxn modelId="{0F7AAF7D-5717-4F88-9F39-35BDA31E0499}" srcId="{D8FDF57C-2EF0-4372-B15E-6AD44405AE32}" destId="{F9FDB501-EED0-4DFD-9ABD-CB70568886C7}" srcOrd="1" destOrd="0" parTransId="{2A4ED2B4-D036-472B-9A1C-E12D505F1DC8}" sibTransId="{8B79CCC4-2FDC-4518-B90F-5004103325FC}"/>
    <dgm:cxn modelId="{BAB6EF9D-68C6-437A-8BDE-3473AC7EBEEE}" type="presOf" srcId="{039218BD-7DA2-4C6E-BBAC-4AFE9C51517B}" destId="{55F9D0C1-0FAB-488B-9058-4548A95EC097}" srcOrd="0" destOrd="1" presId="urn:microsoft.com/office/officeart/2005/8/layout/list1"/>
    <dgm:cxn modelId="{43836DAE-7EEF-4667-9D81-09ABC678C263}" type="presOf" srcId="{8F6E1D26-B1FC-4DD0-B5C6-EBB318F97D4A}" destId="{421599BD-BC16-4FEC-9FEB-D2AD65F7DA95}" srcOrd="0" destOrd="0" presId="urn:microsoft.com/office/officeart/2005/8/layout/list1"/>
    <dgm:cxn modelId="{524067AF-5B6C-48EB-9AD0-FDEEEB5FE5DF}" srcId="{F9FDB501-EED0-4DFD-9ABD-CB70568886C7}" destId="{0236B448-5057-4AD7-8D1F-AF929965A640}" srcOrd="1" destOrd="0" parTransId="{3B1882A5-AE9F-47EF-B429-44EE45997ED8}" sibTransId="{C3F47EA7-5E32-44D7-879F-88D97E48DAB7}"/>
    <dgm:cxn modelId="{493774B3-772A-4A63-BFD0-EABE5050EF4A}" type="presOf" srcId="{0236B448-5057-4AD7-8D1F-AF929965A640}" destId="{55F9D0C1-0FAB-488B-9058-4548A95EC097}" srcOrd="0" destOrd="2" presId="urn:microsoft.com/office/officeart/2005/8/layout/list1"/>
    <dgm:cxn modelId="{01820BC8-D6B7-48CD-9D53-2B185F16CF06}" srcId="{480BF17D-D68C-4082-991D-8A73EC739DD0}" destId="{039218BD-7DA2-4C6E-BBAC-4AFE9C51517B}" srcOrd="0" destOrd="0" parTransId="{4725BCE4-A65E-485F-AB99-E18291A53A95}" sibTransId="{752DFBED-07FE-41AE-BB42-2BB6F9E0345C}"/>
    <dgm:cxn modelId="{30BC0CCF-09E3-4FFC-BFBC-9A67A1B5C3B5}" srcId="{0236B448-5057-4AD7-8D1F-AF929965A640}" destId="{EAB5426E-E83B-4358-AE9C-4BF26C71598B}" srcOrd="1" destOrd="0" parTransId="{A7CAB3E2-CC01-4D17-A6DA-55272904B234}" sibTransId="{557F0A66-4D1E-43DB-B204-C40E2802BED9}"/>
    <dgm:cxn modelId="{26C1A5D9-62B6-4AD8-8499-59BDFAF16103}" type="presOf" srcId="{D8FDF57C-2EF0-4372-B15E-6AD44405AE32}" destId="{85CCDC8C-34EE-48A4-9774-787EFB0A1536}" srcOrd="0" destOrd="0" presId="urn:microsoft.com/office/officeart/2005/8/layout/list1"/>
    <dgm:cxn modelId="{8B21B1E4-A539-452B-8043-5A34617D0262}" srcId="{055B1E18-95E1-4E21-8950-824A371DDD1E}" destId="{8F6E1D26-B1FC-4DD0-B5C6-EBB318F97D4A}" srcOrd="0" destOrd="0" parTransId="{8F7B607B-FF61-45DF-8CD3-508025E6A477}" sibTransId="{7DE8E0A6-9ACA-40EE-8C0A-325149F546A7}"/>
    <dgm:cxn modelId="{6B6F25E9-41E3-4492-BFE1-DCC85D27FA18}" type="presOf" srcId="{055B1E18-95E1-4E21-8950-824A371DDD1E}" destId="{0B4D94F4-E2C9-41BE-86FC-383AC9842837}" srcOrd="0" destOrd="0" presId="urn:microsoft.com/office/officeart/2005/8/layout/list1"/>
    <dgm:cxn modelId="{B2117C8D-5819-4945-AD26-BF49E56FF621}" type="presParOf" srcId="{85CCDC8C-34EE-48A4-9774-787EFB0A1536}" destId="{7AB58C54-7E01-4A08-B974-4D78E04DA526}" srcOrd="0" destOrd="0" presId="urn:microsoft.com/office/officeart/2005/8/layout/list1"/>
    <dgm:cxn modelId="{A091FDEB-95B0-410A-BF45-949CE4985D90}" type="presParOf" srcId="{7AB58C54-7E01-4A08-B974-4D78E04DA526}" destId="{0B4D94F4-E2C9-41BE-86FC-383AC9842837}" srcOrd="0" destOrd="0" presId="urn:microsoft.com/office/officeart/2005/8/layout/list1"/>
    <dgm:cxn modelId="{BD3D7FB1-B286-4ED7-8737-0493E8F4F9DA}" type="presParOf" srcId="{7AB58C54-7E01-4A08-B974-4D78E04DA526}" destId="{35302E87-676A-4497-B13E-D2F97B57268E}" srcOrd="1" destOrd="0" presId="urn:microsoft.com/office/officeart/2005/8/layout/list1"/>
    <dgm:cxn modelId="{A1586F81-EFDD-4866-B29A-45045397002B}" type="presParOf" srcId="{85CCDC8C-34EE-48A4-9774-787EFB0A1536}" destId="{F13ECECB-537A-4DEF-88C4-65804E3A51E4}" srcOrd="1" destOrd="0" presId="urn:microsoft.com/office/officeart/2005/8/layout/list1"/>
    <dgm:cxn modelId="{D1317CEF-5751-47A5-B8A2-5969DE90113F}" type="presParOf" srcId="{85CCDC8C-34EE-48A4-9774-787EFB0A1536}" destId="{421599BD-BC16-4FEC-9FEB-D2AD65F7DA95}" srcOrd="2" destOrd="0" presId="urn:microsoft.com/office/officeart/2005/8/layout/list1"/>
    <dgm:cxn modelId="{8516CCEF-6456-49FC-9E87-5F5A4C367293}" type="presParOf" srcId="{85CCDC8C-34EE-48A4-9774-787EFB0A1536}" destId="{BF0D46B4-3615-4598-9773-4E4B109B3062}" srcOrd="3" destOrd="0" presId="urn:microsoft.com/office/officeart/2005/8/layout/list1"/>
    <dgm:cxn modelId="{9C99AE23-2DBE-4F4B-9559-5BFEDB2B3935}" type="presParOf" srcId="{85CCDC8C-34EE-48A4-9774-787EFB0A1536}" destId="{1BDA7970-B0FE-4793-A23F-008F8168B921}" srcOrd="4" destOrd="0" presId="urn:microsoft.com/office/officeart/2005/8/layout/list1"/>
    <dgm:cxn modelId="{D60A464D-ABFC-47B7-82A2-B18480B28DFE}" type="presParOf" srcId="{1BDA7970-B0FE-4793-A23F-008F8168B921}" destId="{2A7CD8C7-15D9-4880-AAC2-D3D997A20038}" srcOrd="0" destOrd="0" presId="urn:microsoft.com/office/officeart/2005/8/layout/list1"/>
    <dgm:cxn modelId="{80434AB4-1479-4A32-BB46-EBA9B4ACA57C}" type="presParOf" srcId="{1BDA7970-B0FE-4793-A23F-008F8168B921}" destId="{4AA85DA3-0435-4190-B68B-4C1B9042167A}" srcOrd="1" destOrd="0" presId="urn:microsoft.com/office/officeart/2005/8/layout/list1"/>
    <dgm:cxn modelId="{43C0DE2D-459C-49EF-A9F5-ED51E086EBAB}" type="presParOf" srcId="{85CCDC8C-34EE-48A4-9774-787EFB0A1536}" destId="{EA35BF9F-CFAA-4922-9E85-43C6860BD147}" srcOrd="5" destOrd="0" presId="urn:microsoft.com/office/officeart/2005/8/layout/list1"/>
    <dgm:cxn modelId="{CE264111-DE2F-4216-B491-C04F60B4E03B}" type="presParOf" srcId="{85CCDC8C-34EE-48A4-9774-787EFB0A1536}" destId="{55F9D0C1-0FAB-488B-9058-4548A95EC097}"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031E95-8C04-4281-B9CB-E9F8F23CA5BC}"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274B44CF-E14B-4D24-B074-E4EEC805C3A2}">
      <dgm:prSet/>
      <dgm:spPr/>
      <dgm:t>
        <a:bodyPr/>
        <a:lstStyle/>
        <a:p>
          <a:r>
            <a:rPr lang="en-US" dirty="0">
              <a:solidFill>
                <a:schemeClr val="tx1"/>
              </a:solidFill>
            </a:rPr>
            <a:t>Exposure to high doses of radiation over a short period of time producing acute or short term effects. </a:t>
          </a:r>
        </a:p>
      </dgm:t>
    </dgm:pt>
    <dgm:pt modelId="{4656EB04-37D2-407F-8430-00305B8B7ECA}" type="parTrans" cxnId="{CE6DFBD7-4049-4F46-910F-C5554E7B95E9}">
      <dgm:prSet/>
      <dgm:spPr/>
      <dgm:t>
        <a:bodyPr/>
        <a:lstStyle/>
        <a:p>
          <a:endParaRPr lang="en-US">
            <a:solidFill>
              <a:schemeClr val="tx1"/>
            </a:solidFill>
          </a:endParaRPr>
        </a:p>
      </dgm:t>
    </dgm:pt>
    <dgm:pt modelId="{9470BFFD-E3E8-4F91-82A1-558C7C68A1DB}" type="sibTrans" cxnId="{CE6DFBD7-4049-4F46-910F-C5554E7B95E9}">
      <dgm:prSet/>
      <dgm:spPr/>
      <dgm:t>
        <a:bodyPr/>
        <a:lstStyle/>
        <a:p>
          <a:endParaRPr lang="en-US">
            <a:solidFill>
              <a:schemeClr val="tx1"/>
            </a:solidFill>
          </a:endParaRPr>
        </a:p>
      </dgm:t>
    </dgm:pt>
    <dgm:pt modelId="{D1B56DDA-1ACF-4733-881E-A52510C2E5A4}">
      <dgm:prSet/>
      <dgm:spPr/>
      <dgm:t>
        <a:bodyPr/>
        <a:lstStyle/>
        <a:p>
          <a:r>
            <a:rPr lang="en-US" dirty="0">
              <a:solidFill>
                <a:schemeClr val="tx1"/>
              </a:solidFill>
            </a:rPr>
            <a:t>Exposure to low doses of radiation over an extended period of time producing chronic or long-term effect. </a:t>
          </a:r>
        </a:p>
      </dgm:t>
    </dgm:pt>
    <dgm:pt modelId="{86668308-5875-460E-854C-0AE620E1BFA5}" type="parTrans" cxnId="{91ADC975-2A15-4D4E-BF32-2FF33FA80B75}">
      <dgm:prSet/>
      <dgm:spPr/>
      <dgm:t>
        <a:bodyPr/>
        <a:lstStyle/>
        <a:p>
          <a:endParaRPr lang="en-US">
            <a:solidFill>
              <a:schemeClr val="tx1"/>
            </a:solidFill>
          </a:endParaRPr>
        </a:p>
      </dgm:t>
    </dgm:pt>
    <dgm:pt modelId="{C407E1D3-D445-44AD-8B5E-5CF08F0F6838}" type="sibTrans" cxnId="{91ADC975-2A15-4D4E-BF32-2FF33FA80B75}">
      <dgm:prSet/>
      <dgm:spPr/>
      <dgm:t>
        <a:bodyPr/>
        <a:lstStyle/>
        <a:p>
          <a:endParaRPr lang="en-US">
            <a:solidFill>
              <a:schemeClr val="tx1"/>
            </a:solidFill>
          </a:endParaRPr>
        </a:p>
      </dgm:t>
    </dgm:pt>
    <dgm:pt modelId="{E8D991B8-7E7E-4175-BD87-0F1EE3C34CC2}">
      <dgm:prSet/>
      <dgm:spPr/>
      <dgm:t>
        <a:bodyPr/>
        <a:lstStyle/>
        <a:p>
          <a:r>
            <a:rPr lang="en-US" dirty="0">
              <a:solidFill>
                <a:schemeClr val="tx1"/>
              </a:solidFill>
            </a:rPr>
            <a:t>The effects of ionizing radiation can be somatic or genetic as shown below :</a:t>
          </a:r>
        </a:p>
      </dgm:t>
    </dgm:pt>
    <dgm:pt modelId="{61EA3F16-FC97-48F0-B183-EFEE7B3C6118}" type="parTrans" cxnId="{F9626FC4-044B-437D-A977-C76A9B68FB53}">
      <dgm:prSet/>
      <dgm:spPr/>
      <dgm:t>
        <a:bodyPr/>
        <a:lstStyle/>
        <a:p>
          <a:endParaRPr lang="en-US">
            <a:solidFill>
              <a:schemeClr val="tx1"/>
            </a:solidFill>
          </a:endParaRPr>
        </a:p>
      </dgm:t>
    </dgm:pt>
    <dgm:pt modelId="{5D345954-BDD0-45DA-B1C7-BA399BB98101}" type="sibTrans" cxnId="{F9626FC4-044B-437D-A977-C76A9B68FB53}">
      <dgm:prSet/>
      <dgm:spPr/>
      <dgm:t>
        <a:bodyPr/>
        <a:lstStyle/>
        <a:p>
          <a:endParaRPr lang="en-US">
            <a:solidFill>
              <a:schemeClr val="tx1"/>
            </a:solidFill>
          </a:endParaRPr>
        </a:p>
      </dgm:t>
    </dgm:pt>
    <dgm:pt modelId="{BED58459-5867-48F0-BA25-0DE2CA72F64A}">
      <dgm:prSet custT="1"/>
      <dgm:spPr/>
      <dgm:t>
        <a:bodyPr/>
        <a:lstStyle/>
        <a:p>
          <a:r>
            <a:rPr lang="en-US" sz="1800">
              <a:solidFill>
                <a:schemeClr val="tx1"/>
              </a:solidFill>
            </a:rPr>
            <a:t>SOMATIC</a:t>
          </a:r>
        </a:p>
      </dgm:t>
    </dgm:pt>
    <dgm:pt modelId="{E1AF8EDE-655D-450C-ACA7-51C335E11F6B}" type="parTrans" cxnId="{7E47BA74-24B7-4A25-A0E7-D328EBCD3A1C}">
      <dgm:prSet/>
      <dgm:spPr/>
      <dgm:t>
        <a:bodyPr/>
        <a:lstStyle/>
        <a:p>
          <a:endParaRPr lang="en-US">
            <a:solidFill>
              <a:schemeClr val="tx1"/>
            </a:solidFill>
          </a:endParaRPr>
        </a:p>
      </dgm:t>
    </dgm:pt>
    <dgm:pt modelId="{879FEAC0-2A1D-47C4-8FCE-7215A19A84CD}" type="sibTrans" cxnId="{7E47BA74-24B7-4A25-A0E7-D328EBCD3A1C}">
      <dgm:prSet/>
      <dgm:spPr/>
      <dgm:t>
        <a:bodyPr/>
        <a:lstStyle/>
        <a:p>
          <a:endParaRPr lang="en-US">
            <a:solidFill>
              <a:schemeClr val="tx1"/>
            </a:solidFill>
          </a:endParaRPr>
        </a:p>
      </dgm:t>
    </dgm:pt>
    <dgm:pt modelId="{485F111C-5BA7-41A6-9840-0C18822D2BB8}">
      <dgm:prSet custT="1"/>
      <dgm:spPr/>
      <dgm:t>
        <a:bodyPr/>
        <a:lstStyle/>
        <a:p>
          <a:r>
            <a:rPr lang="en-US" sz="1600">
              <a:solidFill>
                <a:schemeClr val="tx1"/>
              </a:solidFill>
            </a:rPr>
            <a:t>Immediate</a:t>
          </a:r>
        </a:p>
      </dgm:t>
    </dgm:pt>
    <dgm:pt modelId="{E9A13E52-F88F-47FD-AC96-CE54C8DF6C0B}" type="parTrans" cxnId="{722A3B05-D0FB-4A02-9620-7635CA06BCB6}">
      <dgm:prSet/>
      <dgm:spPr/>
      <dgm:t>
        <a:bodyPr/>
        <a:lstStyle/>
        <a:p>
          <a:endParaRPr lang="en-US">
            <a:solidFill>
              <a:schemeClr val="tx1"/>
            </a:solidFill>
          </a:endParaRPr>
        </a:p>
      </dgm:t>
    </dgm:pt>
    <dgm:pt modelId="{E27E6698-6D5B-4058-82B3-685400A1F32B}" type="sibTrans" cxnId="{722A3B05-D0FB-4A02-9620-7635CA06BCB6}">
      <dgm:prSet/>
      <dgm:spPr/>
      <dgm:t>
        <a:bodyPr/>
        <a:lstStyle/>
        <a:p>
          <a:endParaRPr lang="en-US">
            <a:solidFill>
              <a:schemeClr val="tx1"/>
            </a:solidFill>
          </a:endParaRPr>
        </a:p>
      </dgm:t>
    </dgm:pt>
    <dgm:pt modelId="{5C52977A-25FE-4CD3-B2BD-0DBFB6F7C35E}">
      <dgm:prSet custT="1"/>
      <dgm:spPr/>
      <dgm:t>
        <a:bodyPr/>
        <a:lstStyle/>
        <a:p>
          <a:r>
            <a:rPr lang="en-US" sz="1600">
              <a:solidFill>
                <a:schemeClr val="tx1"/>
              </a:solidFill>
            </a:rPr>
            <a:t>Radiation sickness</a:t>
          </a:r>
        </a:p>
      </dgm:t>
    </dgm:pt>
    <dgm:pt modelId="{0C2B9375-CA6D-460E-8C82-10827E00326E}" type="parTrans" cxnId="{6D1AF404-1CFF-4F58-B2B4-81C7C2E8B5F0}">
      <dgm:prSet/>
      <dgm:spPr/>
      <dgm:t>
        <a:bodyPr/>
        <a:lstStyle/>
        <a:p>
          <a:endParaRPr lang="en-US">
            <a:solidFill>
              <a:schemeClr val="tx1"/>
            </a:solidFill>
          </a:endParaRPr>
        </a:p>
      </dgm:t>
    </dgm:pt>
    <dgm:pt modelId="{B21A6F18-9597-4AA0-A107-F1505C42D65D}" type="sibTrans" cxnId="{6D1AF404-1CFF-4F58-B2B4-81C7C2E8B5F0}">
      <dgm:prSet/>
      <dgm:spPr/>
      <dgm:t>
        <a:bodyPr/>
        <a:lstStyle/>
        <a:p>
          <a:endParaRPr lang="en-US">
            <a:solidFill>
              <a:schemeClr val="tx1"/>
            </a:solidFill>
          </a:endParaRPr>
        </a:p>
      </dgm:t>
    </dgm:pt>
    <dgm:pt modelId="{E9182F17-E2FB-4A00-A811-BD1DEF62025B}">
      <dgm:prSet custT="1"/>
      <dgm:spPr/>
      <dgm:t>
        <a:bodyPr/>
        <a:lstStyle/>
        <a:p>
          <a:r>
            <a:rPr lang="en-US" sz="1600">
              <a:solidFill>
                <a:schemeClr val="tx1"/>
              </a:solidFill>
            </a:rPr>
            <a:t>Acute radiation syndrome</a:t>
          </a:r>
        </a:p>
      </dgm:t>
    </dgm:pt>
    <dgm:pt modelId="{21E99D45-E703-4333-B77B-ABFF483D77E9}" type="parTrans" cxnId="{B71CDF9B-7DB8-4C69-97DB-4574D6A86634}">
      <dgm:prSet/>
      <dgm:spPr/>
      <dgm:t>
        <a:bodyPr/>
        <a:lstStyle/>
        <a:p>
          <a:endParaRPr lang="en-US">
            <a:solidFill>
              <a:schemeClr val="tx1"/>
            </a:solidFill>
          </a:endParaRPr>
        </a:p>
      </dgm:t>
    </dgm:pt>
    <dgm:pt modelId="{46F8DD02-4922-4B64-AFF0-144C0073CFB2}" type="sibTrans" cxnId="{B71CDF9B-7DB8-4C69-97DB-4574D6A86634}">
      <dgm:prSet/>
      <dgm:spPr/>
      <dgm:t>
        <a:bodyPr/>
        <a:lstStyle/>
        <a:p>
          <a:endParaRPr lang="en-US">
            <a:solidFill>
              <a:schemeClr val="tx1"/>
            </a:solidFill>
          </a:endParaRPr>
        </a:p>
      </dgm:t>
    </dgm:pt>
    <dgm:pt modelId="{B4F61CCE-4A46-4BBC-8333-0B0B053B4C22}">
      <dgm:prSet custT="1"/>
      <dgm:spPr/>
      <dgm:t>
        <a:bodyPr/>
        <a:lstStyle/>
        <a:p>
          <a:r>
            <a:rPr lang="en-US" sz="1600">
              <a:solidFill>
                <a:schemeClr val="tx1"/>
              </a:solidFill>
            </a:rPr>
            <a:t>Delayed:</a:t>
          </a:r>
        </a:p>
      </dgm:t>
    </dgm:pt>
    <dgm:pt modelId="{F58A22B3-2978-4AFF-8785-FA436D60801D}" type="parTrans" cxnId="{C2B1B136-3A0A-4CE7-BE19-2AA9402DA235}">
      <dgm:prSet/>
      <dgm:spPr/>
      <dgm:t>
        <a:bodyPr/>
        <a:lstStyle/>
        <a:p>
          <a:endParaRPr lang="en-US">
            <a:solidFill>
              <a:schemeClr val="tx1"/>
            </a:solidFill>
          </a:endParaRPr>
        </a:p>
      </dgm:t>
    </dgm:pt>
    <dgm:pt modelId="{B50517A6-6205-486B-8A73-E9CE6D3741B0}" type="sibTrans" cxnId="{C2B1B136-3A0A-4CE7-BE19-2AA9402DA235}">
      <dgm:prSet/>
      <dgm:spPr/>
      <dgm:t>
        <a:bodyPr/>
        <a:lstStyle/>
        <a:p>
          <a:endParaRPr lang="en-US">
            <a:solidFill>
              <a:schemeClr val="tx1"/>
            </a:solidFill>
          </a:endParaRPr>
        </a:p>
      </dgm:t>
    </dgm:pt>
    <dgm:pt modelId="{1F490FD3-F6EB-4DF6-B911-AC902C5BB4A0}">
      <dgm:prSet custT="1"/>
      <dgm:spPr/>
      <dgm:t>
        <a:bodyPr/>
        <a:lstStyle/>
        <a:p>
          <a:r>
            <a:rPr lang="en-US" sz="1600">
              <a:solidFill>
                <a:schemeClr val="tx1"/>
              </a:solidFill>
            </a:rPr>
            <a:t>Leukaemia</a:t>
          </a:r>
        </a:p>
      </dgm:t>
    </dgm:pt>
    <dgm:pt modelId="{04255DDC-490E-484B-8B1B-1027836DD5B4}" type="parTrans" cxnId="{2CBAB7DE-EF0A-490F-89FE-957DF9842E87}">
      <dgm:prSet/>
      <dgm:spPr/>
      <dgm:t>
        <a:bodyPr/>
        <a:lstStyle/>
        <a:p>
          <a:endParaRPr lang="en-US">
            <a:solidFill>
              <a:schemeClr val="tx1"/>
            </a:solidFill>
          </a:endParaRPr>
        </a:p>
      </dgm:t>
    </dgm:pt>
    <dgm:pt modelId="{99067990-CAC9-4BBA-A526-F68F9C6651BB}" type="sibTrans" cxnId="{2CBAB7DE-EF0A-490F-89FE-957DF9842E87}">
      <dgm:prSet/>
      <dgm:spPr/>
      <dgm:t>
        <a:bodyPr/>
        <a:lstStyle/>
        <a:p>
          <a:endParaRPr lang="en-US">
            <a:solidFill>
              <a:schemeClr val="tx1"/>
            </a:solidFill>
          </a:endParaRPr>
        </a:p>
      </dgm:t>
    </dgm:pt>
    <dgm:pt modelId="{43CE3FE9-98DC-44B0-879F-A93B2E3B8EE3}">
      <dgm:prSet custT="1"/>
      <dgm:spPr/>
      <dgm:t>
        <a:bodyPr/>
        <a:lstStyle/>
        <a:p>
          <a:r>
            <a:rPr lang="en-US" sz="1600" dirty="0">
              <a:solidFill>
                <a:schemeClr val="tx1"/>
              </a:solidFill>
            </a:rPr>
            <a:t>Carcinogenesis</a:t>
          </a:r>
        </a:p>
      </dgm:t>
    </dgm:pt>
    <dgm:pt modelId="{BECDF382-94BE-4FE1-AB50-DD980DBEF892}" type="parTrans" cxnId="{102699DB-29EB-4CF2-AA15-7C354213DA11}">
      <dgm:prSet/>
      <dgm:spPr/>
      <dgm:t>
        <a:bodyPr/>
        <a:lstStyle/>
        <a:p>
          <a:endParaRPr lang="en-US">
            <a:solidFill>
              <a:schemeClr val="tx1"/>
            </a:solidFill>
          </a:endParaRPr>
        </a:p>
      </dgm:t>
    </dgm:pt>
    <dgm:pt modelId="{F92C39D1-E57C-491D-A072-93BE299BAEAB}" type="sibTrans" cxnId="{102699DB-29EB-4CF2-AA15-7C354213DA11}">
      <dgm:prSet/>
      <dgm:spPr/>
      <dgm:t>
        <a:bodyPr/>
        <a:lstStyle/>
        <a:p>
          <a:endParaRPr lang="en-US">
            <a:solidFill>
              <a:schemeClr val="tx1"/>
            </a:solidFill>
          </a:endParaRPr>
        </a:p>
      </dgm:t>
    </dgm:pt>
    <dgm:pt modelId="{B27F1192-3709-4634-99CB-807910CDD0A9}">
      <dgm:prSet custT="1"/>
      <dgm:spPr/>
      <dgm:t>
        <a:bodyPr/>
        <a:lstStyle/>
        <a:p>
          <a:r>
            <a:rPr lang="en-US" sz="1600">
              <a:solidFill>
                <a:schemeClr val="tx1"/>
              </a:solidFill>
            </a:rPr>
            <a:t>Foetal developmental abnormalities</a:t>
          </a:r>
        </a:p>
      </dgm:t>
    </dgm:pt>
    <dgm:pt modelId="{0EA4EDFE-E6EB-47BD-B586-20CC78840829}" type="parTrans" cxnId="{50C9F439-419F-4970-875C-6B50A119544B}">
      <dgm:prSet/>
      <dgm:spPr/>
      <dgm:t>
        <a:bodyPr/>
        <a:lstStyle/>
        <a:p>
          <a:endParaRPr lang="en-US">
            <a:solidFill>
              <a:schemeClr val="tx1"/>
            </a:solidFill>
          </a:endParaRPr>
        </a:p>
      </dgm:t>
    </dgm:pt>
    <dgm:pt modelId="{32F70326-D256-48EB-B881-C345EA3E787A}" type="sibTrans" cxnId="{50C9F439-419F-4970-875C-6B50A119544B}">
      <dgm:prSet/>
      <dgm:spPr/>
      <dgm:t>
        <a:bodyPr/>
        <a:lstStyle/>
        <a:p>
          <a:endParaRPr lang="en-US">
            <a:solidFill>
              <a:schemeClr val="tx1"/>
            </a:solidFill>
          </a:endParaRPr>
        </a:p>
      </dgm:t>
    </dgm:pt>
    <dgm:pt modelId="{36FC0732-6164-48EC-844F-17AAB547D213}">
      <dgm:prSet custT="1"/>
      <dgm:spPr/>
      <dgm:t>
        <a:bodyPr/>
        <a:lstStyle/>
        <a:p>
          <a:r>
            <a:rPr lang="en-US" sz="1600">
              <a:solidFill>
                <a:schemeClr val="tx1"/>
              </a:solidFill>
            </a:rPr>
            <a:t>Shortening of life</a:t>
          </a:r>
        </a:p>
      </dgm:t>
    </dgm:pt>
    <dgm:pt modelId="{E1274AE6-09DC-4F1F-BEB8-E9EA64E98347}" type="parTrans" cxnId="{3FDA2ACD-8D56-41A0-B022-F55D4450792A}">
      <dgm:prSet/>
      <dgm:spPr/>
      <dgm:t>
        <a:bodyPr/>
        <a:lstStyle/>
        <a:p>
          <a:endParaRPr lang="en-US">
            <a:solidFill>
              <a:schemeClr val="tx1"/>
            </a:solidFill>
          </a:endParaRPr>
        </a:p>
      </dgm:t>
    </dgm:pt>
    <dgm:pt modelId="{ECF02775-4F4F-4D33-8362-9BE2A1D254A7}" type="sibTrans" cxnId="{3FDA2ACD-8D56-41A0-B022-F55D4450792A}">
      <dgm:prSet/>
      <dgm:spPr/>
      <dgm:t>
        <a:bodyPr/>
        <a:lstStyle/>
        <a:p>
          <a:endParaRPr lang="en-US">
            <a:solidFill>
              <a:schemeClr val="tx1"/>
            </a:solidFill>
          </a:endParaRPr>
        </a:p>
      </dgm:t>
    </dgm:pt>
    <dgm:pt modelId="{EAC08460-66AE-438E-ADE9-777EDF684BB2}">
      <dgm:prSet custT="1"/>
      <dgm:spPr/>
      <dgm:t>
        <a:bodyPr/>
        <a:lstStyle/>
        <a:p>
          <a:r>
            <a:rPr lang="en-US" sz="1800">
              <a:solidFill>
                <a:schemeClr val="tx1"/>
              </a:solidFill>
            </a:rPr>
            <a:t>GENETIC</a:t>
          </a:r>
        </a:p>
      </dgm:t>
    </dgm:pt>
    <dgm:pt modelId="{D1A2809B-69BB-41D1-9D34-7ED3F209610F}" type="parTrans" cxnId="{80624212-0F43-4D77-AB4F-E5DAA0AC7990}">
      <dgm:prSet/>
      <dgm:spPr/>
      <dgm:t>
        <a:bodyPr/>
        <a:lstStyle/>
        <a:p>
          <a:endParaRPr lang="en-US">
            <a:solidFill>
              <a:schemeClr val="tx1"/>
            </a:solidFill>
          </a:endParaRPr>
        </a:p>
      </dgm:t>
    </dgm:pt>
    <dgm:pt modelId="{149507A3-D650-48BA-9E5E-1CB0E645A30F}" type="sibTrans" cxnId="{80624212-0F43-4D77-AB4F-E5DAA0AC7990}">
      <dgm:prSet/>
      <dgm:spPr/>
      <dgm:t>
        <a:bodyPr/>
        <a:lstStyle/>
        <a:p>
          <a:endParaRPr lang="en-US">
            <a:solidFill>
              <a:schemeClr val="tx1"/>
            </a:solidFill>
          </a:endParaRPr>
        </a:p>
      </dgm:t>
    </dgm:pt>
    <dgm:pt modelId="{FC308588-F790-4AA9-9E86-B236C34BAD7D}">
      <dgm:prSet custT="1"/>
      <dgm:spPr/>
      <dgm:t>
        <a:bodyPr/>
        <a:lstStyle/>
        <a:p>
          <a:r>
            <a:rPr lang="en-US" sz="1400">
              <a:solidFill>
                <a:schemeClr val="tx1"/>
              </a:solidFill>
            </a:rPr>
            <a:t>Chromosome mutations</a:t>
          </a:r>
        </a:p>
      </dgm:t>
    </dgm:pt>
    <dgm:pt modelId="{06D854BC-1233-4202-B406-9C5851E6FFEB}" type="parTrans" cxnId="{AEADBFDC-390F-43BD-AEB5-0DE0CDA09E75}">
      <dgm:prSet/>
      <dgm:spPr/>
      <dgm:t>
        <a:bodyPr/>
        <a:lstStyle/>
        <a:p>
          <a:endParaRPr lang="en-US">
            <a:solidFill>
              <a:schemeClr val="tx1"/>
            </a:solidFill>
          </a:endParaRPr>
        </a:p>
      </dgm:t>
    </dgm:pt>
    <dgm:pt modelId="{BF6E79A0-F730-4133-A880-650EF5C94444}" type="sibTrans" cxnId="{AEADBFDC-390F-43BD-AEB5-0DE0CDA09E75}">
      <dgm:prSet/>
      <dgm:spPr/>
      <dgm:t>
        <a:bodyPr/>
        <a:lstStyle/>
        <a:p>
          <a:endParaRPr lang="en-US">
            <a:solidFill>
              <a:schemeClr val="tx1"/>
            </a:solidFill>
          </a:endParaRPr>
        </a:p>
      </dgm:t>
    </dgm:pt>
    <dgm:pt modelId="{142EAB22-B0CC-41B2-98CE-E866E0B59FDB}">
      <dgm:prSet custT="1"/>
      <dgm:spPr/>
      <dgm:t>
        <a:bodyPr/>
        <a:lstStyle/>
        <a:p>
          <a:r>
            <a:rPr lang="en-US" sz="1400">
              <a:solidFill>
                <a:schemeClr val="tx1"/>
              </a:solidFill>
            </a:rPr>
            <a:t>Point mutations</a:t>
          </a:r>
        </a:p>
      </dgm:t>
    </dgm:pt>
    <dgm:pt modelId="{7D66ED7A-4517-4F06-86FC-B78045C0A1E3}" type="parTrans" cxnId="{86EE85AE-A83E-446E-A869-EB071FCCEA8C}">
      <dgm:prSet/>
      <dgm:spPr/>
      <dgm:t>
        <a:bodyPr/>
        <a:lstStyle/>
        <a:p>
          <a:endParaRPr lang="en-US">
            <a:solidFill>
              <a:schemeClr val="tx1"/>
            </a:solidFill>
          </a:endParaRPr>
        </a:p>
      </dgm:t>
    </dgm:pt>
    <dgm:pt modelId="{23D60E65-57F2-417F-B774-06D4E243A069}" type="sibTrans" cxnId="{86EE85AE-A83E-446E-A869-EB071FCCEA8C}">
      <dgm:prSet/>
      <dgm:spPr/>
      <dgm:t>
        <a:bodyPr/>
        <a:lstStyle/>
        <a:p>
          <a:endParaRPr lang="en-US">
            <a:solidFill>
              <a:schemeClr val="tx1"/>
            </a:solidFill>
          </a:endParaRPr>
        </a:p>
      </dgm:t>
    </dgm:pt>
    <dgm:pt modelId="{EF0AFA2F-CE9A-44DB-98E0-C668A1B3414A}" type="pres">
      <dgm:prSet presAssocID="{D2031E95-8C04-4281-B9CB-E9F8F23CA5BC}" presName="Name0" presStyleCnt="0">
        <dgm:presLayoutVars>
          <dgm:dir/>
          <dgm:animLvl val="lvl"/>
          <dgm:resizeHandles val="exact"/>
        </dgm:presLayoutVars>
      </dgm:prSet>
      <dgm:spPr/>
    </dgm:pt>
    <dgm:pt modelId="{A4D12CE7-2FC7-40B4-BE04-A1F212C49C6D}" type="pres">
      <dgm:prSet presAssocID="{274B44CF-E14B-4D24-B074-E4EEC805C3A2}" presName="linNode" presStyleCnt="0"/>
      <dgm:spPr/>
    </dgm:pt>
    <dgm:pt modelId="{311549D2-2727-411D-985E-537CDE2D531A}" type="pres">
      <dgm:prSet presAssocID="{274B44CF-E14B-4D24-B074-E4EEC805C3A2}" presName="parentText" presStyleLbl="node1" presStyleIdx="0" presStyleCnt="5" custScaleX="277043">
        <dgm:presLayoutVars>
          <dgm:chMax val="1"/>
          <dgm:bulletEnabled val="1"/>
        </dgm:presLayoutVars>
      </dgm:prSet>
      <dgm:spPr/>
    </dgm:pt>
    <dgm:pt modelId="{9F6A4ACD-864A-4B01-8847-05E869902018}" type="pres">
      <dgm:prSet presAssocID="{9470BFFD-E3E8-4F91-82A1-558C7C68A1DB}" presName="sp" presStyleCnt="0"/>
      <dgm:spPr/>
    </dgm:pt>
    <dgm:pt modelId="{84DECA78-791B-4212-A596-C5F7A79A1DD2}" type="pres">
      <dgm:prSet presAssocID="{D1B56DDA-1ACF-4733-881E-A52510C2E5A4}" presName="linNode" presStyleCnt="0"/>
      <dgm:spPr/>
    </dgm:pt>
    <dgm:pt modelId="{3A03292E-F14D-4EEC-B710-28486234CB11}" type="pres">
      <dgm:prSet presAssocID="{D1B56DDA-1ACF-4733-881E-A52510C2E5A4}" presName="parentText" presStyleLbl="node1" presStyleIdx="1" presStyleCnt="5" custScaleX="277043">
        <dgm:presLayoutVars>
          <dgm:chMax val="1"/>
          <dgm:bulletEnabled val="1"/>
        </dgm:presLayoutVars>
      </dgm:prSet>
      <dgm:spPr/>
    </dgm:pt>
    <dgm:pt modelId="{6D0641C9-02E9-4B6E-B589-040AFEB85174}" type="pres">
      <dgm:prSet presAssocID="{C407E1D3-D445-44AD-8B5E-5CF08F0F6838}" presName="sp" presStyleCnt="0"/>
      <dgm:spPr/>
    </dgm:pt>
    <dgm:pt modelId="{D59CD86F-FA76-4B41-A640-9F28AB7E3920}" type="pres">
      <dgm:prSet presAssocID="{E8D991B8-7E7E-4175-BD87-0F1EE3C34CC2}" presName="linNode" presStyleCnt="0"/>
      <dgm:spPr/>
    </dgm:pt>
    <dgm:pt modelId="{0D2F118E-BD29-4712-9731-D2C2CECB9395}" type="pres">
      <dgm:prSet presAssocID="{E8D991B8-7E7E-4175-BD87-0F1EE3C34CC2}" presName="parentText" presStyleLbl="node1" presStyleIdx="2" presStyleCnt="5" custScaleX="277043">
        <dgm:presLayoutVars>
          <dgm:chMax val="1"/>
          <dgm:bulletEnabled val="1"/>
        </dgm:presLayoutVars>
      </dgm:prSet>
      <dgm:spPr/>
    </dgm:pt>
    <dgm:pt modelId="{F491C3E8-12FF-4AAA-A540-4990762F0FD5}" type="pres">
      <dgm:prSet presAssocID="{5D345954-BDD0-45DA-B1C7-BA399BB98101}" presName="sp" presStyleCnt="0"/>
      <dgm:spPr/>
    </dgm:pt>
    <dgm:pt modelId="{165CA7ED-7B41-4894-8055-3920377BFA96}" type="pres">
      <dgm:prSet presAssocID="{BED58459-5867-48F0-BA25-0DE2CA72F64A}" presName="linNode" presStyleCnt="0"/>
      <dgm:spPr/>
    </dgm:pt>
    <dgm:pt modelId="{3F13F9F0-ABA8-461C-9F75-AF40C82C069F}" type="pres">
      <dgm:prSet presAssocID="{BED58459-5867-48F0-BA25-0DE2CA72F64A}" presName="parentText" presStyleLbl="node1" presStyleIdx="3" presStyleCnt="5" custScaleY="577666">
        <dgm:presLayoutVars>
          <dgm:chMax val="1"/>
          <dgm:bulletEnabled val="1"/>
        </dgm:presLayoutVars>
      </dgm:prSet>
      <dgm:spPr/>
    </dgm:pt>
    <dgm:pt modelId="{C573AC84-C574-42C1-826A-92DBAAEE1C9A}" type="pres">
      <dgm:prSet presAssocID="{BED58459-5867-48F0-BA25-0DE2CA72F64A}" presName="descendantText" presStyleLbl="alignAccFollowNode1" presStyleIdx="0" presStyleCnt="2" custScaleY="577666">
        <dgm:presLayoutVars>
          <dgm:bulletEnabled val="1"/>
        </dgm:presLayoutVars>
      </dgm:prSet>
      <dgm:spPr/>
    </dgm:pt>
    <dgm:pt modelId="{C2EF1C90-F423-4BC4-8835-E1AFB77AF93C}" type="pres">
      <dgm:prSet presAssocID="{879FEAC0-2A1D-47C4-8FCE-7215A19A84CD}" presName="sp" presStyleCnt="0"/>
      <dgm:spPr/>
    </dgm:pt>
    <dgm:pt modelId="{F1853734-B387-4A71-9066-AF8E577F6985}" type="pres">
      <dgm:prSet presAssocID="{EAC08460-66AE-438E-ADE9-777EDF684BB2}" presName="linNode" presStyleCnt="0"/>
      <dgm:spPr/>
    </dgm:pt>
    <dgm:pt modelId="{B9F631B3-7DE6-4220-88CE-51CDE8AE93DF}" type="pres">
      <dgm:prSet presAssocID="{EAC08460-66AE-438E-ADE9-777EDF684BB2}" presName="parentText" presStyleLbl="node1" presStyleIdx="4" presStyleCnt="5">
        <dgm:presLayoutVars>
          <dgm:chMax val="1"/>
          <dgm:bulletEnabled val="1"/>
        </dgm:presLayoutVars>
      </dgm:prSet>
      <dgm:spPr/>
    </dgm:pt>
    <dgm:pt modelId="{28211736-27F5-47D3-845A-66294BE8CDB7}" type="pres">
      <dgm:prSet presAssocID="{EAC08460-66AE-438E-ADE9-777EDF684BB2}" presName="descendantText" presStyleLbl="alignAccFollowNode1" presStyleIdx="1" presStyleCnt="2">
        <dgm:presLayoutVars>
          <dgm:bulletEnabled val="1"/>
        </dgm:presLayoutVars>
      </dgm:prSet>
      <dgm:spPr/>
    </dgm:pt>
  </dgm:ptLst>
  <dgm:cxnLst>
    <dgm:cxn modelId="{6D1AF404-1CFF-4F58-B2B4-81C7C2E8B5F0}" srcId="{485F111C-5BA7-41A6-9840-0C18822D2BB8}" destId="{5C52977A-25FE-4CD3-B2BD-0DBFB6F7C35E}" srcOrd="0" destOrd="0" parTransId="{0C2B9375-CA6D-460E-8C82-10827E00326E}" sibTransId="{B21A6F18-9597-4AA0-A107-F1505C42D65D}"/>
    <dgm:cxn modelId="{722A3B05-D0FB-4A02-9620-7635CA06BCB6}" srcId="{BED58459-5867-48F0-BA25-0DE2CA72F64A}" destId="{485F111C-5BA7-41A6-9840-0C18822D2BB8}" srcOrd="0" destOrd="0" parTransId="{E9A13E52-F88F-47FD-AC96-CE54C8DF6C0B}" sibTransId="{E27E6698-6D5B-4058-82B3-685400A1F32B}"/>
    <dgm:cxn modelId="{E407D609-769C-4ACE-A4E0-B1A69B06FF6C}" type="presOf" srcId="{E8D991B8-7E7E-4175-BD87-0F1EE3C34CC2}" destId="{0D2F118E-BD29-4712-9731-D2C2CECB9395}" srcOrd="0" destOrd="0" presId="urn:microsoft.com/office/officeart/2005/8/layout/vList5"/>
    <dgm:cxn modelId="{80624212-0F43-4D77-AB4F-E5DAA0AC7990}" srcId="{D2031E95-8C04-4281-B9CB-E9F8F23CA5BC}" destId="{EAC08460-66AE-438E-ADE9-777EDF684BB2}" srcOrd="4" destOrd="0" parTransId="{D1A2809B-69BB-41D1-9D34-7ED3F209610F}" sibTransId="{149507A3-D650-48BA-9E5E-1CB0E645A30F}"/>
    <dgm:cxn modelId="{B018E815-6405-4251-8DC3-E03EC124D458}" type="presOf" srcId="{D2031E95-8C04-4281-B9CB-E9F8F23CA5BC}" destId="{EF0AFA2F-CE9A-44DB-98E0-C668A1B3414A}" srcOrd="0" destOrd="0" presId="urn:microsoft.com/office/officeart/2005/8/layout/vList5"/>
    <dgm:cxn modelId="{D28DB321-CEE1-4437-90E4-E65C2D5D8B46}" type="presOf" srcId="{43CE3FE9-98DC-44B0-879F-A93B2E3B8EE3}" destId="{C573AC84-C574-42C1-826A-92DBAAEE1C9A}" srcOrd="0" destOrd="5" presId="urn:microsoft.com/office/officeart/2005/8/layout/vList5"/>
    <dgm:cxn modelId="{C2B1B136-3A0A-4CE7-BE19-2AA9402DA235}" srcId="{BED58459-5867-48F0-BA25-0DE2CA72F64A}" destId="{B4F61CCE-4A46-4BBC-8333-0B0B053B4C22}" srcOrd="1" destOrd="0" parTransId="{F58A22B3-2978-4AFF-8785-FA436D60801D}" sibTransId="{B50517A6-6205-486B-8A73-E9CE6D3741B0}"/>
    <dgm:cxn modelId="{50C9F439-419F-4970-875C-6B50A119544B}" srcId="{B4F61CCE-4A46-4BBC-8333-0B0B053B4C22}" destId="{B27F1192-3709-4634-99CB-807910CDD0A9}" srcOrd="2" destOrd="0" parTransId="{0EA4EDFE-E6EB-47BD-B586-20CC78840829}" sibTransId="{32F70326-D256-48EB-B881-C345EA3E787A}"/>
    <dgm:cxn modelId="{5E2D4961-719D-40A1-A8FA-4CA48FE94064}" type="presOf" srcId="{274B44CF-E14B-4D24-B074-E4EEC805C3A2}" destId="{311549D2-2727-411D-985E-537CDE2D531A}" srcOrd="0" destOrd="0" presId="urn:microsoft.com/office/officeart/2005/8/layout/vList5"/>
    <dgm:cxn modelId="{B86B9362-5456-4579-BB31-14C497E7A789}" type="presOf" srcId="{EAC08460-66AE-438E-ADE9-777EDF684BB2}" destId="{B9F631B3-7DE6-4220-88CE-51CDE8AE93DF}" srcOrd="0" destOrd="0" presId="urn:microsoft.com/office/officeart/2005/8/layout/vList5"/>
    <dgm:cxn modelId="{0584B44A-0BDF-46BA-968F-EFC1C6B7E5A9}" type="presOf" srcId="{B27F1192-3709-4634-99CB-807910CDD0A9}" destId="{C573AC84-C574-42C1-826A-92DBAAEE1C9A}" srcOrd="0" destOrd="6" presId="urn:microsoft.com/office/officeart/2005/8/layout/vList5"/>
    <dgm:cxn modelId="{F8519A52-6541-48DF-B055-E0EA92196DDC}" type="presOf" srcId="{B4F61CCE-4A46-4BBC-8333-0B0B053B4C22}" destId="{C573AC84-C574-42C1-826A-92DBAAEE1C9A}" srcOrd="0" destOrd="3" presId="urn:microsoft.com/office/officeart/2005/8/layout/vList5"/>
    <dgm:cxn modelId="{7E47BA74-24B7-4A25-A0E7-D328EBCD3A1C}" srcId="{D2031E95-8C04-4281-B9CB-E9F8F23CA5BC}" destId="{BED58459-5867-48F0-BA25-0DE2CA72F64A}" srcOrd="3" destOrd="0" parTransId="{E1AF8EDE-655D-450C-ACA7-51C335E11F6B}" sibTransId="{879FEAC0-2A1D-47C4-8FCE-7215A19A84CD}"/>
    <dgm:cxn modelId="{91ADC975-2A15-4D4E-BF32-2FF33FA80B75}" srcId="{D2031E95-8C04-4281-B9CB-E9F8F23CA5BC}" destId="{D1B56DDA-1ACF-4733-881E-A52510C2E5A4}" srcOrd="1" destOrd="0" parTransId="{86668308-5875-460E-854C-0AE620E1BFA5}" sibTransId="{C407E1D3-D445-44AD-8B5E-5CF08F0F6838}"/>
    <dgm:cxn modelId="{BFF0DD80-348C-4C98-A36E-9EE9E5329546}" type="presOf" srcId="{D1B56DDA-1ACF-4733-881E-A52510C2E5A4}" destId="{3A03292E-F14D-4EEC-B710-28486234CB11}" srcOrd="0" destOrd="0" presId="urn:microsoft.com/office/officeart/2005/8/layout/vList5"/>
    <dgm:cxn modelId="{3E9EDE90-038D-4BB4-AAEC-DA2EFD753525}" type="presOf" srcId="{E9182F17-E2FB-4A00-A811-BD1DEF62025B}" destId="{C573AC84-C574-42C1-826A-92DBAAEE1C9A}" srcOrd="0" destOrd="2" presId="urn:microsoft.com/office/officeart/2005/8/layout/vList5"/>
    <dgm:cxn modelId="{2188EF97-0BCE-406C-8809-36DB221FA378}" type="presOf" srcId="{485F111C-5BA7-41A6-9840-0C18822D2BB8}" destId="{C573AC84-C574-42C1-826A-92DBAAEE1C9A}" srcOrd="0" destOrd="0" presId="urn:microsoft.com/office/officeart/2005/8/layout/vList5"/>
    <dgm:cxn modelId="{B71CDF9B-7DB8-4C69-97DB-4574D6A86634}" srcId="{485F111C-5BA7-41A6-9840-0C18822D2BB8}" destId="{E9182F17-E2FB-4A00-A811-BD1DEF62025B}" srcOrd="1" destOrd="0" parTransId="{21E99D45-E703-4333-B77B-ABFF483D77E9}" sibTransId="{46F8DD02-4922-4B64-AFF0-144C0073CFB2}"/>
    <dgm:cxn modelId="{86EE85AE-A83E-446E-A869-EB071FCCEA8C}" srcId="{EAC08460-66AE-438E-ADE9-777EDF684BB2}" destId="{142EAB22-B0CC-41B2-98CE-E866E0B59FDB}" srcOrd="1" destOrd="0" parTransId="{7D66ED7A-4517-4F06-86FC-B78045C0A1E3}" sibTransId="{23D60E65-57F2-417F-B774-06D4E243A069}"/>
    <dgm:cxn modelId="{5BF69BC3-D447-4F31-A34E-18C215CDD7CF}" type="presOf" srcId="{142EAB22-B0CC-41B2-98CE-E866E0B59FDB}" destId="{28211736-27F5-47D3-845A-66294BE8CDB7}" srcOrd="0" destOrd="1" presId="urn:microsoft.com/office/officeart/2005/8/layout/vList5"/>
    <dgm:cxn modelId="{F9626FC4-044B-437D-A977-C76A9B68FB53}" srcId="{D2031E95-8C04-4281-B9CB-E9F8F23CA5BC}" destId="{E8D991B8-7E7E-4175-BD87-0F1EE3C34CC2}" srcOrd="2" destOrd="0" parTransId="{61EA3F16-FC97-48F0-B183-EFEE7B3C6118}" sibTransId="{5D345954-BDD0-45DA-B1C7-BA399BB98101}"/>
    <dgm:cxn modelId="{3FDA2ACD-8D56-41A0-B022-F55D4450792A}" srcId="{B4F61CCE-4A46-4BBC-8333-0B0B053B4C22}" destId="{36FC0732-6164-48EC-844F-17AAB547D213}" srcOrd="3" destOrd="0" parTransId="{E1274AE6-09DC-4F1F-BEB8-E9EA64E98347}" sibTransId="{ECF02775-4F4F-4D33-8362-9BE2A1D254A7}"/>
    <dgm:cxn modelId="{CE6DFBD7-4049-4F46-910F-C5554E7B95E9}" srcId="{D2031E95-8C04-4281-B9CB-E9F8F23CA5BC}" destId="{274B44CF-E14B-4D24-B074-E4EEC805C3A2}" srcOrd="0" destOrd="0" parTransId="{4656EB04-37D2-407F-8430-00305B8B7ECA}" sibTransId="{9470BFFD-E3E8-4F91-82A1-558C7C68A1DB}"/>
    <dgm:cxn modelId="{102699DB-29EB-4CF2-AA15-7C354213DA11}" srcId="{B4F61CCE-4A46-4BBC-8333-0B0B053B4C22}" destId="{43CE3FE9-98DC-44B0-879F-A93B2E3B8EE3}" srcOrd="1" destOrd="0" parTransId="{BECDF382-94BE-4FE1-AB50-DD980DBEF892}" sibTransId="{F92C39D1-E57C-491D-A072-93BE299BAEAB}"/>
    <dgm:cxn modelId="{01C329DC-00EC-46CC-9631-8F4207B79CE2}" type="presOf" srcId="{BED58459-5867-48F0-BA25-0DE2CA72F64A}" destId="{3F13F9F0-ABA8-461C-9F75-AF40C82C069F}" srcOrd="0" destOrd="0" presId="urn:microsoft.com/office/officeart/2005/8/layout/vList5"/>
    <dgm:cxn modelId="{82B3A1DC-A5B9-4E3F-B0B9-9C99E29A18FD}" type="presOf" srcId="{36FC0732-6164-48EC-844F-17AAB547D213}" destId="{C573AC84-C574-42C1-826A-92DBAAEE1C9A}" srcOrd="0" destOrd="7" presId="urn:microsoft.com/office/officeart/2005/8/layout/vList5"/>
    <dgm:cxn modelId="{AEADBFDC-390F-43BD-AEB5-0DE0CDA09E75}" srcId="{EAC08460-66AE-438E-ADE9-777EDF684BB2}" destId="{FC308588-F790-4AA9-9E86-B236C34BAD7D}" srcOrd="0" destOrd="0" parTransId="{06D854BC-1233-4202-B406-9C5851E6FFEB}" sibTransId="{BF6E79A0-F730-4133-A880-650EF5C94444}"/>
    <dgm:cxn modelId="{2CBAB7DE-EF0A-490F-89FE-957DF9842E87}" srcId="{B4F61CCE-4A46-4BBC-8333-0B0B053B4C22}" destId="{1F490FD3-F6EB-4DF6-B911-AC902C5BB4A0}" srcOrd="0" destOrd="0" parTransId="{04255DDC-490E-484B-8B1B-1027836DD5B4}" sibTransId="{99067990-CAC9-4BBA-A526-F68F9C6651BB}"/>
    <dgm:cxn modelId="{D7D387EF-59FE-4AFE-AB84-D4E48643C1D6}" type="presOf" srcId="{FC308588-F790-4AA9-9E86-B236C34BAD7D}" destId="{28211736-27F5-47D3-845A-66294BE8CDB7}" srcOrd="0" destOrd="0" presId="urn:microsoft.com/office/officeart/2005/8/layout/vList5"/>
    <dgm:cxn modelId="{B38317FB-CAA5-400D-8914-A9801EF58219}" type="presOf" srcId="{1F490FD3-F6EB-4DF6-B911-AC902C5BB4A0}" destId="{C573AC84-C574-42C1-826A-92DBAAEE1C9A}" srcOrd="0" destOrd="4" presId="urn:microsoft.com/office/officeart/2005/8/layout/vList5"/>
    <dgm:cxn modelId="{083D72FB-7221-4FB5-B73B-8ECDD5B632E2}" type="presOf" srcId="{5C52977A-25FE-4CD3-B2BD-0DBFB6F7C35E}" destId="{C573AC84-C574-42C1-826A-92DBAAEE1C9A}" srcOrd="0" destOrd="1" presId="urn:microsoft.com/office/officeart/2005/8/layout/vList5"/>
    <dgm:cxn modelId="{F1095483-BA84-4D56-B246-53C8C941030F}" type="presParOf" srcId="{EF0AFA2F-CE9A-44DB-98E0-C668A1B3414A}" destId="{A4D12CE7-2FC7-40B4-BE04-A1F212C49C6D}" srcOrd="0" destOrd="0" presId="urn:microsoft.com/office/officeart/2005/8/layout/vList5"/>
    <dgm:cxn modelId="{5513FCF8-B168-43E6-88CB-BA4303534233}" type="presParOf" srcId="{A4D12CE7-2FC7-40B4-BE04-A1F212C49C6D}" destId="{311549D2-2727-411D-985E-537CDE2D531A}" srcOrd="0" destOrd="0" presId="urn:microsoft.com/office/officeart/2005/8/layout/vList5"/>
    <dgm:cxn modelId="{76274EED-67F2-410F-99BA-0326A77A3235}" type="presParOf" srcId="{EF0AFA2F-CE9A-44DB-98E0-C668A1B3414A}" destId="{9F6A4ACD-864A-4B01-8847-05E869902018}" srcOrd="1" destOrd="0" presId="urn:microsoft.com/office/officeart/2005/8/layout/vList5"/>
    <dgm:cxn modelId="{45FC6B9F-8CA3-4B6E-9902-3CCD0A434376}" type="presParOf" srcId="{EF0AFA2F-CE9A-44DB-98E0-C668A1B3414A}" destId="{84DECA78-791B-4212-A596-C5F7A79A1DD2}" srcOrd="2" destOrd="0" presId="urn:microsoft.com/office/officeart/2005/8/layout/vList5"/>
    <dgm:cxn modelId="{03D1D4AF-B950-4537-8ADF-505BF3A605F1}" type="presParOf" srcId="{84DECA78-791B-4212-A596-C5F7A79A1DD2}" destId="{3A03292E-F14D-4EEC-B710-28486234CB11}" srcOrd="0" destOrd="0" presId="urn:microsoft.com/office/officeart/2005/8/layout/vList5"/>
    <dgm:cxn modelId="{BA0E0360-7AA1-4FE1-8A84-9711A2A4A8CC}" type="presParOf" srcId="{EF0AFA2F-CE9A-44DB-98E0-C668A1B3414A}" destId="{6D0641C9-02E9-4B6E-B589-040AFEB85174}" srcOrd="3" destOrd="0" presId="urn:microsoft.com/office/officeart/2005/8/layout/vList5"/>
    <dgm:cxn modelId="{8373B75C-8D11-4883-B05C-6F0BE1693B09}" type="presParOf" srcId="{EF0AFA2F-CE9A-44DB-98E0-C668A1B3414A}" destId="{D59CD86F-FA76-4B41-A640-9F28AB7E3920}" srcOrd="4" destOrd="0" presId="urn:microsoft.com/office/officeart/2005/8/layout/vList5"/>
    <dgm:cxn modelId="{57804054-0000-4349-ACAD-AD6C7D4A9F8B}" type="presParOf" srcId="{D59CD86F-FA76-4B41-A640-9F28AB7E3920}" destId="{0D2F118E-BD29-4712-9731-D2C2CECB9395}" srcOrd="0" destOrd="0" presId="urn:microsoft.com/office/officeart/2005/8/layout/vList5"/>
    <dgm:cxn modelId="{D583454D-93F4-425C-8F0B-00921CE42A58}" type="presParOf" srcId="{EF0AFA2F-CE9A-44DB-98E0-C668A1B3414A}" destId="{F491C3E8-12FF-4AAA-A540-4990762F0FD5}" srcOrd="5" destOrd="0" presId="urn:microsoft.com/office/officeart/2005/8/layout/vList5"/>
    <dgm:cxn modelId="{BB085E19-58E2-4B41-9AD4-A7A8F1448DE7}" type="presParOf" srcId="{EF0AFA2F-CE9A-44DB-98E0-C668A1B3414A}" destId="{165CA7ED-7B41-4894-8055-3920377BFA96}" srcOrd="6" destOrd="0" presId="urn:microsoft.com/office/officeart/2005/8/layout/vList5"/>
    <dgm:cxn modelId="{EB576FD6-E3FF-4508-A437-9C93E1BE576B}" type="presParOf" srcId="{165CA7ED-7B41-4894-8055-3920377BFA96}" destId="{3F13F9F0-ABA8-461C-9F75-AF40C82C069F}" srcOrd="0" destOrd="0" presId="urn:microsoft.com/office/officeart/2005/8/layout/vList5"/>
    <dgm:cxn modelId="{7DC4B663-06A6-42D7-9921-CECCF4A43032}" type="presParOf" srcId="{165CA7ED-7B41-4894-8055-3920377BFA96}" destId="{C573AC84-C574-42C1-826A-92DBAAEE1C9A}" srcOrd="1" destOrd="0" presId="urn:microsoft.com/office/officeart/2005/8/layout/vList5"/>
    <dgm:cxn modelId="{CB8126AA-9CCE-45FF-83EE-F13E507CD9DA}" type="presParOf" srcId="{EF0AFA2F-CE9A-44DB-98E0-C668A1B3414A}" destId="{C2EF1C90-F423-4BC4-8835-E1AFB77AF93C}" srcOrd="7" destOrd="0" presId="urn:microsoft.com/office/officeart/2005/8/layout/vList5"/>
    <dgm:cxn modelId="{6F1CEA99-3A93-4A1A-889F-64349C67D4E6}" type="presParOf" srcId="{EF0AFA2F-CE9A-44DB-98E0-C668A1B3414A}" destId="{F1853734-B387-4A71-9066-AF8E577F6985}" srcOrd="8" destOrd="0" presId="urn:microsoft.com/office/officeart/2005/8/layout/vList5"/>
    <dgm:cxn modelId="{5950D41F-ED09-4577-A225-C54BE2CAE6E8}" type="presParOf" srcId="{F1853734-B387-4A71-9066-AF8E577F6985}" destId="{B9F631B3-7DE6-4220-88CE-51CDE8AE93DF}" srcOrd="0" destOrd="0" presId="urn:microsoft.com/office/officeart/2005/8/layout/vList5"/>
    <dgm:cxn modelId="{A4A7AB2E-2340-402B-816B-ABD74A78589E}" type="presParOf" srcId="{F1853734-B387-4A71-9066-AF8E577F6985}" destId="{28211736-27F5-47D3-845A-66294BE8CDB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599BD-BC16-4FEC-9FEB-D2AD65F7DA95}">
      <dsp:nvSpPr>
        <dsp:cNvPr id="0" name=""/>
        <dsp:cNvSpPr/>
      </dsp:nvSpPr>
      <dsp:spPr>
        <a:xfrm>
          <a:off x="0" y="431003"/>
          <a:ext cx="8273143" cy="1278900"/>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2088" tIns="604012" rIns="64208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solidFill>
                <a:schemeClr val="tx1"/>
              </a:solidFill>
            </a:rPr>
            <a:t>It may be associated with side effects such as whistling and buzzing in the ears, </a:t>
          </a:r>
        </a:p>
      </dsp:txBody>
      <dsp:txXfrm>
        <a:off x="0" y="431003"/>
        <a:ext cx="8273143" cy="1278900"/>
      </dsp:txXfrm>
    </dsp:sp>
    <dsp:sp modelId="{35302E87-676A-4497-B13E-D2F97B57268E}">
      <dsp:nvSpPr>
        <dsp:cNvPr id="0" name=""/>
        <dsp:cNvSpPr/>
      </dsp:nvSpPr>
      <dsp:spPr>
        <a:xfrm>
          <a:off x="413657" y="2963"/>
          <a:ext cx="7367506" cy="85608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894" tIns="0" rIns="218894" bIns="0"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1"/>
              </a:solidFill>
            </a:rPr>
            <a:t>Auditory fatigue : It appears in the 90 dB region and greatest at 4000 Hz. </a:t>
          </a:r>
        </a:p>
      </dsp:txBody>
      <dsp:txXfrm>
        <a:off x="455447" y="44753"/>
        <a:ext cx="7283926" cy="772500"/>
      </dsp:txXfrm>
    </dsp:sp>
    <dsp:sp modelId="{55F9D0C1-0FAB-488B-9058-4548A95EC097}">
      <dsp:nvSpPr>
        <dsp:cNvPr id="0" name=""/>
        <dsp:cNvSpPr/>
      </dsp:nvSpPr>
      <dsp:spPr>
        <a:xfrm>
          <a:off x="0" y="2470236"/>
          <a:ext cx="8273143" cy="4384800"/>
        </a:xfrm>
        <a:prstGeom prst="rect">
          <a:avLst/>
        </a:prstGeom>
        <a:solidFill>
          <a:schemeClr val="lt1">
            <a:alpha val="90000"/>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2088" tIns="604012" rIns="64208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solidFill>
                <a:schemeClr val="tx1"/>
              </a:solidFill>
            </a:rPr>
            <a:t>Temporary hearing loss results from a specific exposure to noise; the disability disappears after a period of time up to 24 hours following the noise exposure. </a:t>
          </a:r>
        </a:p>
        <a:p>
          <a:pPr marL="457200" lvl="2" indent="-228600" algn="l" defTabSz="889000">
            <a:lnSpc>
              <a:spcPct val="90000"/>
            </a:lnSpc>
            <a:spcBef>
              <a:spcPct val="0"/>
            </a:spcBef>
            <a:spcAft>
              <a:spcPct val="15000"/>
            </a:spcAft>
            <a:buChar char="•"/>
          </a:pPr>
          <a:r>
            <a:rPr lang="en-US" sz="2000" kern="1200" dirty="0">
              <a:solidFill>
                <a:schemeClr val="tx1"/>
              </a:solidFill>
            </a:rPr>
            <a:t>Most temporary hearing loss occurs in frequency range between 4,000 to 6,000 Hz. </a:t>
          </a:r>
        </a:p>
        <a:p>
          <a:pPr marL="228600" lvl="1" indent="-228600" algn="l" defTabSz="889000">
            <a:lnSpc>
              <a:spcPct val="90000"/>
            </a:lnSpc>
            <a:spcBef>
              <a:spcPct val="0"/>
            </a:spcBef>
            <a:spcAft>
              <a:spcPct val="15000"/>
            </a:spcAft>
            <a:buChar char="•"/>
          </a:pPr>
          <a:r>
            <a:rPr lang="en-US" sz="2000" kern="1200" dirty="0">
              <a:solidFill>
                <a:schemeClr val="tx1"/>
              </a:solidFill>
            </a:rPr>
            <a:t>Repeated or continuous exposure to noise around 100 decibels may result in a permanent hearing loss; in this, the inner ear damage may vary from minor changes in the hair cell endings to </a:t>
          </a:r>
          <a:r>
            <a:rPr lang="en-US" sz="2000" kern="1200" dirty="0">
              <a:solidFill>
                <a:schemeClr val="tx1"/>
              </a:solidFill>
              <a:highlight>
                <a:srgbClr val="FFFF00"/>
              </a:highlight>
            </a:rPr>
            <a:t>complete destruction of the organs of </a:t>
          </a:r>
          <a:r>
            <a:rPr lang="en-US" sz="2000" kern="1200" dirty="0" err="1">
              <a:solidFill>
                <a:schemeClr val="tx1"/>
              </a:solidFill>
              <a:highlight>
                <a:srgbClr val="FFFF00"/>
              </a:highlight>
            </a:rPr>
            <a:t>Corti</a:t>
          </a:r>
          <a:r>
            <a:rPr lang="en-US" sz="2000" kern="1200" dirty="0">
              <a:solidFill>
                <a:schemeClr val="tx1"/>
              </a:solidFill>
              <a:highlight>
                <a:srgbClr val="FFFF00"/>
              </a:highlight>
            </a:rPr>
            <a:t>.</a:t>
          </a:r>
        </a:p>
        <a:p>
          <a:pPr marL="457200" lvl="2" indent="-228600" algn="l" defTabSz="889000">
            <a:lnSpc>
              <a:spcPct val="90000"/>
            </a:lnSpc>
            <a:spcBef>
              <a:spcPct val="0"/>
            </a:spcBef>
            <a:spcAft>
              <a:spcPct val="15000"/>
            </a:spcAft>
            <a:buChar char="•"/>
          </a:pPr>
          <a:r>
            <a:rPr lang="en-US" sz="2000" kern="1200" dirty="0">
              <a:solidFill>
                <a:schemeClr val="tx1"/>
              </a:solidFill>
            </a:rPr>
            <a:t>When this occurs because of occupation in industries, it is called ‘</a:t>
          </a:r>
          <a:r>
            <a:rPr lang="en-US" sz="2000" b="1" kern="1200" dirty="0">
              <a:solidFill>
                <a:schemeClr val="tx1"/>
              </a:solidFill>
            </a:rPr>
            <a:t>occupational hearing loss’. </a:t>
          </a:r>
        </a:p>
        <a:p>
          <a:pPr marL="457200" lvl="2" indent="-228600" algn="l" defTabSz="889000">
            <a:lnSpc>
              <a:spcPct val="90000"/>
            </a:lnSpc>
            <a:spcBef>
              <a:spcPct val="0"/>
            </a:spcBef>
            <a:spcAft>
              <a:spcPct val="15000"/>
            </a:spcAft>
            <a:buChar char="•"/>
          </a:pPr>
          <a:r>
            <a:rPr lang="en-US" sz="2000" kern="1200" dirty="0">
              <a:solidFill>
                <a:schemeClr val="tx1"/>
              </a:solidFill>
            </a:rPr>
            <a:t>Exposure to noise above 160 dB may rupture the tympanic membrane and cause permanent loss of hearing. </a:t>
          </a:r>
        </a:p>
      </dsp:txBody>
      <dsp:txXfrm>
        <a:off x="0" y="2470236"/>
        <a:ext cx="8273143" cy="4384800"/>
      </dsp:txXfrm>
    </dsp:sp>
    <dsp:sp modelId="{4AA85DA3-0435-4190-B68B-4C1B9042167A}">
      <dsp:nvSpPr>
        <dsp:cNvPr id="0" name=""/>
        <dsp:cNvSpPr/>
      </dsp:nvSpPr>
      <dsp:spPr>
        <a:xfrm>
          <a:off x="413657" y="1866503"/>
          <a:ext cx="7486689" cy="1031773"/>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894" tIns="0" rIns="218894" bIns="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Deafness : The most serious pathological effect is deafness or hearing loss. The victim is generally unaware of it in early stages. </a:t>
          </a:r>
        </a:p>
      </dsp:txBody>
      <dsp:txXfrm>
        <a:off x="464024" y="1916870"/>
        <a:ext cx="7385955" cy="9310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549D2-2727-411D-985E-537CDE2D531A}">
      <dsp:nvSpPr>
        <dsp:cNvPr id="0" name=""/>
        <dsp:cNvSpPr/>
      </dsp:nvSpPr>
      <dsp:spPr>
        <a:xfrm>
          <a:off x="0" y="362"/>
          <a:ext cx="6475700" cy="511661"/>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Exposure to high doses of radiation over a short period of time producing acute or short term effects. </a:t>
          </a:r>
        </a:p>
      </dsp:txBody>
      <dsp:txXfrm>
        <a:off x="24977" y="25339"/>
        <a:ext cx="6425746" cy="461707"/>
      </dsp:txXfrm>
    </dsp:sp>
    <dsp:sp modelId="{3A03292E-F14D-4EEC-B710-28486234CB11}">
      <dsp:nvSpPr>
        <dsp:cNvPr id="0" name=""/>
        <dsp:cNvSpPr/>
      </dsp:nvSpPr>
      <dsp:spPr>
        <a:xfrm>
          <a:off x="0" y="537607"/>
          <a:ext cx="6475700" cy="511661"/>
        </a:xfrm>
        <a:prstGeom prst="roundRect">
          <a:avLst/>
        </a:prstGeom>
        <a:solidFill>
          <a:schemeClr val="accent2">
            <a:hueOff val="-898490"/>
            <a:satOff val="6181"/>
            <a:lumOff val="68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Exposure to low doses of radiation over an extended period of time producing chronic or long-term effect. </a:t>
          </a:r>
        </a:p>
      </dsp:txBody>
      <dsp:txXfrm>
        <a:off x="24977" y="562584"/>
        <a:ext cx="6425746" cy="461707"/>
      </dsp:txXfrm>
    </dsp:sp>
    <dsp:sp modelId="{0D2F118E-BD29-4712-9731-D2C2CECB9395}">
      <dsp:nvSpPr>
        <dsp:cNvPr id="0" name=""/>
        <dsp:cNvSpPr/>
      </dsp:nvSpPr>
      <dsp:spPr>
        <a:xfrm>
          <a:off x="0" y="1074851"/>
          <a:ext cx="6475700" cy="511661"/>
        </a:xfrm>
        <a:prstGeom prst="roundRect">
          <a:avLst/>
        </a:prstGeom>
        <a:solidFill>
          <a:schemeClr val="accent2">
            <a:hueOff val="-1796981"/>
            <a:satOff val="12361"/>
            <a:lumOff val="137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The effects of ionizing radiation can be somatic or genetic as shown below :</a:t>
          </a:r>
        </a:p>
      </dsp:txBody>
      <dsp:txXfrm>
        <a:off x="24977" y="1099828"/>
        <a:ext cx="6425746" cy="461707"/>
      </dsp:txXfrm>
    </dsp:sp>
    <dsp:sp modelId="{C573AC84-C574-42C1-826A-92DBAAEE1C9A}">
      <dsp:nvSpPr>
        <dsp:cNvPr id="0" name=""/>
        <dsp:cNvSpPr/>
      </dsp:nvSpPr>
      <dsp:spPr>
        <a:xfrm rot="5400000">
          <a:off x="3228564" y="1014253"/>
          <a:ext cx="2364556" cy="4151381"/>
        </a:xfrm>
        <a:prstGeom prst="round2Same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a:solidFill>
                <a:schemeClr val="tx1"/>
              </a:solidFill>
            </a:rPr>
            <a:t>Immediate</a:t>
          </a:r>
        </a:p>
        <a:p>
          <a:pPr marL="342900" lvl="2" indent="-171450" algn="l" defTabSz="711200">
            <a:lnSpc>
              <a:spcPct val="90000"/>
            </a:lnSpc>
            <a:spcBef>
              <a:spcPct val="0"/>
            </a:spcBef>
            <a:spcAft>
              <a:spcPct val="15000"/>
            </a:spcAft>
            <a:buChar char="•"/>
          </a:pPr>
          <a:r>
            <a:rPr lang="en-US" sz="1600" kern="1200">
              <a:solidFill>
                <a:schemeClr val="tx1"/>
              </a:solidFill>
            </a:rPr>
            <a:t>Radiation sickness</a:t>
          </a:r>
        </a:p>
        <a:p>
          <a:pPr marL="342900" lvl="2" indent="-171450" algn="l" defTabSz="711200">
            <a:lnSpc>
              <a:spcPct val="90000"/>
            </a:lnSpc>
            <a:spcBef>
              <a:spcPct val="0"/>
            </a:spcBef>
            <a:spcAft>
              <a:spcPct val="15000"/>
            </a:spcAft>
            <a:buChar char="•"/>
          </a:pPr>
          <a:r>
            <a:rPr lang="en-US" sz="1600" kern="1200">
              <a:solidFill>
                <a:schemeClr val="tx1"/>
              </a:solidFill>
            </a:rPr>
            <a:t>Acute radiation syndrome</a:t>
          </a:r>
        </a:p>
        <a:p>
          <a:pPr marL="171450" lvl="1" indent="-171450" algn="l" defTabSz="711200">
            <a:lnSpc>
              <a:spcPct val="90000"/>
            </a:lnSpc>
            <a:spcBef>
              <a:spcPct val="0"/>
            </a:spcBef>
            <a:spcAft>
              <a:spcPct val="15000"/>
            </a:spcAft>
            <a:buChar char="•"/>
          </a:pPr>
          <a:r>
            <a:rPr lang="en-US" sz="1600" kern="1200">
              <a:solidFill>
                <a:schemeClr val="tx1"/>
              </a:solidFill>
            </a:rPr>
            <a:t>Delayed:</a:t>
          </a:r>
        </a:p>
        <a:p>
          <a:pPr marL="342900" lvl="2" indent="-171450" algn="l" defTabSz="711200">
            <a:lnSpc>
              <a:spcPct val="90000"/>
            </a:lnSpc>
            <a:spcBef>
              <a:spcPct val="0"/>
            </a:spcBef>
            <a:spcAft>
              <a:spcPct val="15000"/>
            </a:spcAft>
            <a:buChar char="•"/>
          </a:pPr>
          <a:r>
            <a:rPr lang="en-US" sz="1600" kern="1200">
              <a:solidFill>
                <a:schemeClr val="tx1"/>
              </a:solidFill>
            </a:rPr>
            <a:t>Leukaemia</a:t>
          </a:r>
        </a:p>
        <a:p>
          <a:pPr marL="342900" lvl="2" indent="-171450" algn="l" defTabSz="711200">
            <a:lnSpc>
              <a:spcPct val="90000"/>
            </a:lnSpc>
            <a:spcBef>
              <a:spcPct val="0"/>
            </a:spcBef>
            <a:spcAft>
              <a:spcPct val="15000"/>
            </a:spcAft>
            <a:buChar char="•"/>
          </a:pPr>
          <a:r>
            <a:rPr lang="en-US" sz="1600" kern="1200" dirty="0">
              <a:solidFill>
                <a:schemeClr val="tx1"/>
              </a:solidFill>
            </a:rPr>
            <a:t>Carcinogenesis</a:t>
          </a:r>
        </a:p>
        <a:p>
          <a:pPr marL="342900" lvl="2" indent="-171450" algn="l" defTabSz="711200">
            <a:lnSpc>
              <a:spcPct val="90000"/>
            </a:lnSpc>
            <a:spcBef>
              <a:spcPct val="0"/>
            </a:spcBef>
            <a:spcAft>
              <a:spcPct val="15000"/>
            </a:spcAft>
            <a:buChar char="•"/>
          </a:pPr>
          <a:r>
            <a:rPr lang="en-US" sz="1600" kern="1200">
              <a:solidFill>
                <a:schemeClr val="tx1"/>
              </a:solidFill>
            </a:rPr>
            <a:t>Foetal developmental abnormalities</a:t>
          </a:r>
        </a:p>
        <a:p>
          <a:pPr marL="342900" lvl="2" indent="-171450" algn="l" defTabSz="711200">
            <a:lnSpc>
              <a:spcPct val="90000"/>
            </a:lnSpc>
            <a:spcBef>
              <a:spcPct val="0"/>
            </a:spcBef>
            <a:spcAft>
              <a:spcPct val="15000"/>
            </a:spcAft>
            <a:buChar char="•"/>
          </a:pPr>
          <a:r>
            <a:rPr lang="en-US" sz="1600" kern="1200">
              <a:solidFill>
                <a:schemeClr val="tx1"/>
              </a:solidFill>
            </a:rPr>
            <a:t>Shortening of life</a:t>
          </a:r>
        </a:p>
      </dsp:txBody>
      <dsp:txXfrm rot="-5400000">
        <a:off x="2335152" y="2023093"/>
        <a:ext cx="4035953" cy="2133700"/>
      </dsp:txXfrm>
    </dsp:sp>
    <dsp:sp modelId="{3F13F9F0-ABA8-461C-9F75-AF40C82C069F}">
      <dsp:nvSpPr>
        <dsp:cNvPr id="0" name=""/>
        <dsp:cNvSpPr/>
      </dsp:nvSpPr>
      <dsp:spPr>
        <a:xfrm>
          <a:off x="0" y="1612096"/>
          <a:ext cx="2335152" cy="2955696"/>
        </a:xfrm>
        <a:prstGeom prst="roundRect">
          <a:avLst/>
        </a:prstGeom>
        <a:solidFill>
          <a:schemeClr val="accent2">
            <a:hueOff val="-2695471"/>
            <a:satOff val="18542"/>
            <a:lumOff val="205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tx1"/>
              </a:solidFill>
            </a:rPr>
            <a:t>SOMATIC</a:t>
          </a:r>
        </a:p>
      </dsp:txBody>
      <dsp:txXfrm>
        <a:off x="113993" y="1726089"/>
        <a:ext cx="2107166" cy="2727710"/>
      </dsp:txXfrm>
    </dsp:sp>
    <dsp:sp modelId="{28211736-27F5-47D3-845A-66294BE8CDB7}">
      <dsp:nvSpPr>
        <dsp:cNvPr id="0" name=""/>
        <dsp:cNvSpPr/>
      </dsp:nvSpPr>
      <dsp:spPr>
        <a:xfrm rot="5400000">
          <a:off x="4210490" y="2771486"/>
          <a:ext cx="409329" cy="4155440"/>
        </a:xfrm>
        <a:prstGeom prst="round2SameRect">
          <a:avLst/>
        </a:prstGeom>
        <a:solidFill>
          <a:schemeClr val="accent2">
            <a:tint val="40000"/>
            <a:alpha val="90000"/>
            <a:hueOff val="-4524440"/>
            <a:satOff val="25974"/>
            <a:lumOff val="1714"/>
            <a:alphaOff val="0"/>
          </a:schemeClr>
        </a:solidFill>
        <a:ln w="15875" cap="rnd" cmpd="sng" algn="ctr">
          <a:solidFill>
            <a:schemeClr val="accent2">
              <a:tint val="40000"/>
              <a:alpha val="90000"/>
              <a:hueOff val="-4524440"/>
              <a:satOff val="25974"/>
              <a:lumOff val="17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a:solidFill>
                <a:schemeClr val="tx1"/>
              </a:solidFill>
            </a:rPr>
            <a:t>Chromosome mutations</a:t>
          </a:r>
        </a:p>
        <a:p>
          <a:pPr marL="114300" lvl="1" indent="-114300" algn="l" defTabSz="622300">
            <a:lnSpc>
              <a:spcPct val="90000"/>
            </a:lnSpc>
            <a:spcBef>
              <a:spcPct val="0"/>
            </a:spcBef>
            <a:spcAft>
              <a:spcPct val="15000"/>
            </a:spcAft>
            <a:buChar char="•"/>
          </a:pPr>
          <a:r>
            <a:rPr lang="en-US" sz="1400" kern="1200">
              <a:solidFill>
                <a:schemeClr val="tx1"/>
              </a:solidFill>
            </a:rPr>
            <a:t>Point mutations</a:t>
          </a:r>
        </a:p>
      </dsp:txBody>
      <dsp:txXfrm rot="-5400000">
        <a:off x="2337435" y="4664523"/>
        <a:ext cx="4135458" cy="369365"/>
      </dsp:txXfrm>
    </dsp:sp>
    <dsp:sp modelId="{B9F631B3-7DE6-4220-88CE-51CDE8AE93DF}">
      <dsp:nvSpPr>
        <dsp:cNvPr id="0" name=""/>
        <dsp:cNvSpPr/>
      </dsp:nvSpPr>
      <dsp:spPr>
        <a:xfrm>
          <a:off x="0" y="4593376"/>
          <a:ext cx="2337435" cy="511661"/>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tx1"/>
              </a:solidFill>
            </a:rPr>
            <a:t>GENETIC</a:t>
          </a:r>
        </a:p>
      </dsp:txBody>
      <dsp:txXfrm>
        <a:off x="24977" y="4618353"/>
        <a:ext cx="2287481" cy="46170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F6C148-4DCB-42C0-A971-6134C959CE1E}" type="datetimeFigureOut">
              <a:rPr lang="en-US" smtClean="0"/>
              <a:t>8/7/2024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408382-0DD2-41B6-BA0A-1BCC5536B53C}" type="slidenum">
              <a:rPr lang="en-US" smtClean="0"/>
              <a:t>‹#›</a:t>
            </a:fld>
            <a:endParaRPr lang="en-US"/>
          </a:p>
        </p:txBody>
      </p:sp>
    </p:spTree>
    <p:extLst>
      <p:ext uri="{BB962C8B-B14F-4D97-AF65-F5344CB8AC3E}">
        <p14:creationId xmlns:p14="http://schemas.microsoft.com/office/powerpoint/2010/main" val="3255360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408382-0DD2-41B6-BA0A-1BCC5536B53C}" type="slidenum">
              <a:rPr lang="en-US" smtClean="0"/>
              <a:t>22</a:t>
            </a:fld>
            <a:endParaRPr lang="en-US"/>
          </a:p>
        </p:txBody>
      </p:sp>
    </p:spTree>
    <p:extLst>
      <p:ext uri="{BB962C8B-B14F-4D97-AF65-F5344CB8AC3E}">
        <p14:creationId xmlns:p14="http://schemas.microsoft.com/office/powerpoint/2010/main" val="613235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5A5808-3B61-48CC-92EF-85AC2E0DFA56}" type="datetime2">
              <a:rPr lang="en-US" smtClean="0"/>
              <a:t>Wednesday, August 7, 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722260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3AF3C6-0FD4-4939-991C-00DDE5C56815}" type="datetime2">
              <a:rPr lang="en-US" smtClean="0"/>
              <a:t>Wednesday, August 7, 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23174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807482-8128-47C6-A8DD-6452B0291CFF}" type="datetime2">
              <a:rPr lang="en-US" smtClean="0"/>
              <a:t>Wednesday, August 7, 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518290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903F25-275E-41DE-BE3B-EBF0DB49F9B1}" type="datetime2">
              <a:rPr lang="en-US" smtClean="0"/>
              <a:t>Wednesday, August 7, 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55074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475572-4A44-4171-84AA-64D42C8050A6}" type="datetime2">
              <a:rPr lang="en-US" smtClean="0"/>
              <a:t>Wednesday, August 7, 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60822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C1612E-528E-4FD5-9E9E-E15F1108F171}" type="datetime2">
              <a:rPr lang="en-US" smtClean="0"/>
              <a:t>Wednesday, August 7, 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03697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F6D862-A06D-436F-A92E-EBAAD50B6E50}" type="datetime2">
              <a:rPr lang="en-US" smtClean="0"/>
              <a:t>Wednesday, August 7, 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996609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3E0B7D-2260-4809-8F0A-9E5F3E24F169}" type="datetime2">
              <a:rPr lang="en-US" smtClean="0"/>
              <a:t>Wednesday, August 7, 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10674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8E4735-C637-46A3-94EB-AB3AC4188D2F}" type="datetime2">
              <a:rPr lang="en-US" smtClean="0"/>
              <a:t>Wednesday, August 7, 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779540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0C963C-C1DB-4AFD-9DDC-0691666BF49B}" type="datetime2">
              <a:rPr lang="en-US" smtClean="0"/>
              <a:pPr/>
              <a:t>Wednesday, August 7, 2024</a:t>
            </a:fld>
            <a:endParaRPr lang="en-US" cap="all" dirty="0"/>
          </a:p>
        </p:txBody>
      </p:sp>
      <p:sp>
        <p:nvSpPr>
          <p:cNvPr id="6" name="Footer Placeholder 5"/>
          <p:cNvSpPr>
            <a:spLocks noGrp="1"/>
          </p:cNvSpPr>
          <p:nvPr>
            <p:ph type="ftr" sz="quarter" idx="11"/>
          </p:nvPr>
        </p:nvSpPr>
        <p:spPr/>
        <p:txBody>
          <a:bodyPr/>
          <a:lstStyle/>
          <a:p>
            <a:pPr algn="l"/>
            <a:endParaRPr lang="en-US"/>
          </a:p>
        </p:txBody>
      </p:sp>
      <p:sp>
        <p:nvSpPr>
          <p:cNvPr id="7" name="Slide Number Placeholder 6"/>
          <p:cNvSpPr>
            <a:spLocks noGrp="1"/>
          </p:cNvSpPr>
          <p:nvPr>
            <p:ph type="sldNum" sz="quarter" idx="12"/>
          </p:nvPr>
        </p:nvSpPr>
        <p:spPr/>
        <p:txBody>
          <a:body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33663997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0C963C-C1DB-4AFD-9DDC-0691666BF49B}" type="datetime2">
              <a:rPr lang="en-US" smtClean="0"/>
              <a:pPr/>
              <a:t>Wednesday, August 7, 2024</a:t>
            </a:fld>
            <a:endParaRPr lang="en-US" cap="all" dirty="0"/>
          </a:p>
        </p:txBody>
      </p:sp>
      <p:sp>
        <p:nvSpPr>
          <p:cNvPr id="5" name="Footer Placeholder 4"/>
          <p:cNvSpPr>
            <a:spLocks noGrp="1"/>
          </p:cNvSpPr>
          <p:nvPr>
            <p:ph type="ftr" sz="quarter" idx="11"/>
          </p:nvPr>
        </p:nvSpPr>
        <p:spPr/>
        <p:txBody>
          <a:bodyPr/>
          <a:lstStyle/>
          <a:p>
            <a:pPr algn="l"/>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297291497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0C963C-C1DB-4AFD-9DDC-0691666BF49B}" type="datetime2">
              <a:rPr lang="en-US" smtClean="0"/>
              <a:pPr/>
              <a:t>Wednesday, August 7, 2024</a:t>
            </a:fld>
            <a:endParaRPr lang="en-US" cap="all" dirty="0"/>
          </a:p>
        </p:txBody>
      </p:sp>
      <p:sp>
        <p:nvSpPr>
          <p:cNvPr id="5" name="Footer Placeholder 4"/>
          <p:cNvSpPr>
            <a:spLocks noGrp="1"/>
          </p:cNvSpPr>
          <p:nvPr>
            <p:ph type="ftr" sz="quarter" idx="11"/>
          </p:nvPr>
        </p:nvSpPr>
        <p:spPr/>
        <p:txBody>
          <a:bodyPr/>
          <a:lstStyle/>
          <a:p>
            <a:pPr algn="l"/>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325115786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0C963C-C1DB-4AFD-9DDC-0691666BF49B}" type="datetime2">
              <a:rPr lang="en-US" smtClean="0"/>
              <a:pPr/>
              <a:t>Wednesday, August 7, 2024</a:t>
            </a:fld>
            <a:endParaRPr lang="en-US" cap="all" dirty="0"/>
          </a:p>
        </p:txBody>
      </p:sp>
      <p:sp>
        <p:nvSpPr>
          <p:cNvPr id="5" name="Footer Placeholder 4"/>
          <p:cNvSpPr>
            <a:spLocks noGrp="1"/>
          </p:cNvSpPr>
          <p:nvPr>
            <p:ph type="ftr" sz="quarter" idx="11"/>
          </p:nvPr>
        </p:nvSpPr>
        <p:spPr/>
        <p:txBody>
          <a:bodyPr/>
          <a:lstStyle/>
          <a:p>
            <a:pPr algn="l"/>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409752977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0C963C-C1DB-4AFD-9DDC-0691666BF49B}" type="datetime2">
              <a:rPr lang="en-US" smtClean="0"/>
              <a:pPr/>
              <a:t>Wednesday, August 7, 2024</a:t>
            </a:fld>
            <a:endParaRPr lang="en-US" cap="all" dirty="0"/>
          </a:p>
        </p:txBody>
      </p:sp>
      <p:sp>
        <p:nvSpPr>
          <p:cNvPr id="5" name="Footer Placeholder 4"/>
          <p:cNvSpPr>
            <a:spLocks noGrp="1"/>
          </p:cNvSpPr>
          <p:nvPr>
            <p:ph type="ftr" sz="quarter" idx="11"/>
          </p:nvPr>
        </p:nvSpPr>
        <p:spPr/>
        <p:txBody>
          <a:bodyPr/>
          <a:lstStyle/>
          <a:p>
            <a:pPr algn="l"/>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198029340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0C963C-C1DB-4AFD-9DDC-0691666BF49B}" type="datetime2">
              <a:rPr lang="en-US" smtClean="0"/>
              <a:pPr/>
              <a:t>Wednesday, August 7, 2024</a:t>
            </a:fld>
            <a:endParaRPr lang="en-US" cap="all" dirty="0"/>
          </a:p>
        </p:txBody>
      </p:sp>
      <p:sp>
        <p:nvSpPr>
          <p:cNvPr id="5" name="Footer Placeholder 4"/>
          <p:cNvSpPr>
            <a:spLocks noGrp="1"/>
          </p:cNvSpPr>
          <p:nvPr>
            <p:ph type="ftr" sz="quarter" idx="11"/>
          </p:nvPr>
        </p:nvSpPr>
        <p:spPr/>
        <p:txBody>
          <a:bodyPr/>
          <a:lstStyle/>
          <a:p>
            <a:pPr algn="l"/>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321942204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5E98AF-4574-4509-BF7A-519ACD5BF826}" type="datetime2">
              <a:rPr lang="en-US" smtClean="0"/>
              <a:t>Wednesday, August 7, 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4053876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DD97D4-9636-490F-85D0-E926C2B6F3B1}" type="datetime2">
              <a:rPr lang="en-US" smtClean="0"/>
              <a:t>Wednesday, August 7, 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802813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E0C963C-C1DB-4AFD-9DDC-0691666BF49B}" type="datetime2">
              <a:rPr lang="en-US" smtClean="0"/>
              <a:pPr/>
              <a:t>Wednesday, August 7, 2024</a:t>
            </a:fld>
            <a:endParaRPr lang="en-US" cap="all"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lgn="l"/>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1317665395"/>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30"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31"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32"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33"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34"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35"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36" name="Rectangle 35">
            <a:extLst>
              <a:ext uri="{FF2B5EF4-FFF2-40B4-BE49-F238E27FC236}">
                <a16:creationId xmlns:a16="http://schemas.microsoft.com/office/drawing/2014/main" id="{5EF08599-3FED-4288-A20D-E7BCAC3B8E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ght reflection in a lens">
            <a:extLst>
              <a:ext uri="{FF2B5EF4-FFF2-40B4-BE49-F238E27FC236}">
                <a16:creationId xmlns:a16="http://schemas.microsoft.com/office/drawing/2014/main" id="{8D77C0D3-6735-300D-185D-B4ACB108A9D9}"/>
              </a:ext>
            </a:extLst>
          </p:cNvPr>
          <p:cNvPicPr>
            <a:picLocks noChangeAspect="1"/>
          </p:cNvPicPr>
          <p:nvPr/>
        </p:nvPicPr>
        <p:blipFill>
          <a:blip r:embed="rId3"/>
          <a:srcRect t="19602" r="9091" b="3789"/>
          <a:stretch/>
        </p:blipFill>
        <p:spPr>
          <a:xfrm>
            <a:off x="20" y="10"/>
            <a:ext cx="12191980" cy="6857990"/>
          </a:xfrm>
          <a:prstGeom prst="rect">
            <a:avLst/>
          </a:prstGeom>
        </p:spPr>
      </p:pic>
      <p:sp>
        <p:nvSpPr>
          <p:cNvPr id="37" name="Freeform 13">
            <a:extLst>
              <a:ext uri="{FF2B5EF4-FFF2-40B4-BE49-F238E27FC236}">
                <a16:creationId xmlns:a16="http://schemas.microsoft.com/office/drawing/2014/main" id="{C884A6B2-90E9-4BDB-8503-71AC02D39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6933" y="-16933"/>
            <a:ext cx="7340600" cy="6883400"/>
          </a:xfrm>
          <a:custGeom>
            <a:avLst/>
            <a:gdLst>
              <a:gd name="connsiteX0" fmla="*/ 5427133 w 7340600"/>
              <a:gd name="connsiteY0" fmla="*/ 8466 h 6883400"/>
              <a:gd name="connsiteX1" fmla="*/ 4783666 w 7340600"/>
              <a:gd name="connsiteY1" fmla="*/ 2573866 h 6883400"/>
              <a:gd name="connsiteX2" fmla="*/ 7340600 w 7340600"/>
              <a:gd name="connsiteY2" fmla="*/ 6874933 h 6883400"/>
              <a:gd name="connsiteX3" fmla="*/ 0 w 7340600"/>
              <a:gd name="connsiteY3" fmla="*/ 6883400 h 6883400"/>
              <a:gd name="connsiteX4" fmla="*/ 8466 w 7340600"/>
              <a:gd name="connsiteY4" fmla="*/ 0 h 6883400"/>
              <a:gd name="connsiteX5" fmla="*/ 5427133 w 7340600"/>
              <a:gd name="connsiteY5" fmla="*/ 8466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0600" h="6883400">
                <a:moveTo>
                  <a:pt x="5427133" y="8466"/>
                </a:moveTo>
                <a:lnTo>
                  <a:pt x="4783666" y="2573866"/>
                </a:lnTo>
                <a:lnTo>
                  <a:pt x="7340600" y="6874933"/>
                </a:lnTo>
                <a:lnTo>
                  <a:pt x="0" y="6883400"/>
                </a:lnTo>
                <a:lnTo>
                  <a:pt x="8466" y="0"/>
                </a:lnTo>
                <a:lnTo>
                  <a:pt x="5427133" y="8466"/>
                </a:lnTo>
                <a:close/>
              </a:path>
            </a:pathLst>
          </a:custGeom>
          <a:solidFill>
            <a:schemeClr val="tx1">
              <a:lumMod val="95000"/>
              <a:lumOff val="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A88987-F3F7-195A-E45F-836B30E1C7C9}"/>
              </a:ext>
            </a:extLst>
          </p:cNvPr>
          <p:cNvSpPr>
            <a:spLocks noGrp="1"/>
          </p:cNvSpPr>
          <p:nvPr>
            <p:ph type="title"/>
          </p:nvPr>
        </p:nvSpPr>
        <p:spPr>
          <a:xfrm>
            <a:off x="685800" y="1634067"/>
            <a:ext cx="4080932" cy="3310468"/>
          </a:xfrm>
        </p:spPr>
        <p:txBody>
          <a:bodyPr vert="horz" lIns="91440" tIns="45720" rIns="91440" bIns="45720" rtlCol="0" anchor="b">
            <a:normAutofit/>
          </a:bodyPr>
          <a:lstStyle/>
          <a:p>
            <a:pPr algn="l"/>
            <a:r>
              <a:rPr lang="en-US" sz="5400" spc="750">
                <a:solidFill>
                  <a:schemeClr val="bg1"/>
                </a:solidFill>
              </a:rPr>
              <a:t>Light</a:t>
            </a:r>
          </a:p>
        </p:txBody>
      </p:sp>
      <p:grpSp>
        <p:nvGrpSpPr>
          <p:cNvPr id="22" name="Group 21">
            <a:extLst>
              <a:ext uri="{FF2B5EF4-FFF2-40B4-BE49-F238E27FC236}">
                <a16:creationId xmlns:a16="http://schemas.microsoft.com/office/drawing/2014/main" id="{E9046BC8-D404-4E7D-9202-A07F3FDD38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64100" y="-4763"/>
            <a:ext cx="5014912" cy="6862763"/>
            <a:chOff x="2928938" y="-4763"/>
            <a:chExt cx="5014912" cy="6862763"/>
          </a:xfrm>
        </p:grpSpPr>
        <p:sp>
          <p:nvSpPr>
            <p:cNvPr id="23" name="Freeform 6">
              <a:extLst>
                <a:ext uri="{FF2B5EF4-FFF2-40B4-BE49-F238E27FC236}">
                  <a16:creationId xmlns:a16="http://schemas.microsoft.com/office/drawing/2014/main" id="{4C202215-4C35-450D-9F60-671C8F8DEB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4" name="Freeform 7">
              <a:extLst>
                <a:ext uri="{FF2B5EF4-FFF2-40B4-BE49-F238E27FC236}">
                  <a16:creationId xmlns:a16="http://schemas.microsoft.com/office/drawing/2014/main" id="{F1A5BA8A-AEB4-4BCB-B86C-3F6A8E229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5" name="Freeform 9">
              <a:extLst>
                <a:ext uri="{FF2B5EF4-FFF2-40B4-BE49-F238E27FC236}">
                  <a16:creationId xmlns:a16="http://schemas.microsoft.com/office/drawing/2014/main" id="{28AC2443-05F0-41CD-8D4A-63DE144F8B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6" name="Freeform 10">
              <a:extLst>
                <a:ext uri="{FF2B5EF4-FFF2-40B4-BE49-F238E27FC236}">
                  <a16:creationId xmlns:a16="http://schemas.microsoft.com/office/drawing/2014/main" id="{33E32F17-ED99-4969-B4D6-10A987D73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7" name="Freeform 11">
              <a:extLst>
                <a:ext uri="{FF2B5EF4-FFF2-40B4-BE49-F238E27FC236}">
                  <a16:creationId xmlns:a16="http://schemas.microsoft.com/office/drawing/2014/main" id="{5599A813-8424-4E53-95CA-85BF5470D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8" name="Freeform 12">
              <a:extLst>
                <a:ext uri="{FF2B5EF4-FFF2-40B4-BE49-F238E27FC236}">
                  <a16:creationId xmlns:a16="http://schemas.microsoft.com/office/drawing/2014/main" id="{52431A4F-4662-480B-8AD3-394EACD7E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Tree>
    <p:extLst>
      <p:ext uri="{BB962C8B-B14F-4D97-AF65-F5344CB8AC3E}">
        <p14:creationId xmlns:p14="http://schemas.microsoft.com/office/powerpoint/2010/main" val="82978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12"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6"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7"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8"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9"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B9C6A79D-8E3D-E383-A364-BEC29F1BB593}"/>
              </a:ext>
            </a:extLst>
          </p:cNvPr>
          <p:cNvSpPr>
            <a:spLocks noGrp="1"/>
          </p:cNvSpPr>
          <p:nvPr>
            <p:ph type="title"/>
          </p:nvPr>
        </p:nvSpPr>
        <p:spPr>
          <a:xfrm>
            <a:off x="3962399" y="685800"/>
            <a:ext cx="7345891" cy="1413933"/>
          </a:xfrm>
        </p:spPr>
        <p:txBody>
          <a:bodyPr>
            <a:normAutofit/>
          </a:bodyPr>
          <a:lstStyle/>
          <a:p>
            <a:r>
              <a:rPr lang="en-US" dirty="0"/>
              <a:t>Natural lighting</a:t>
            </a:r>
          </a:p>
        </p:txBody>
      </p:sp>
      <p:pic>
        <p:nvPicPr>
          <p:cNvPr id="5" name="Picture 4" descr="Foggy skyscrapers against the sky">
            <a:extLst>
              <a:ext uri="{FF2B5EF4-FFF2-40B4-BE49-F238E27FC236}">
                <a16:creationId xmlns:a16="http://schemas.microsoft.com/office/drawing/2014/main" id="{72677221-8B2C-5CB6-D030-83870AE4535C}"/>
              </a:ext>
            </a:extLst>
          </p:cNvPr>
          <p:cNvPicPr>
            <a:picLocks noChangeAspect="1"/>
          </p:cNvPicPr>
          <p:nvPr/>
        </p:nvPicPr>
        <p:blipFill>
          <a:blip r:embed="rId3"/>
          <a:srcRect l="21991" r="44340" b="-1"/>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F6F95B8E-5E4C-562C-74BF-A09AB5C860A8}"/>
              </a:ext>
            </a:extLst>
          </p:cNvPr>
          <p:cNvSpPr>
            <a:spLocks noGrp="1"/>
          </p:cNvSpPr>
          <p:nvPr>
            <p:ph idx="1"/>
          </p:nvPr>
        </p:nvSpPr>
        <p:spPr>
          <a:xfrm>
            <a:off x="3843867" y="2048933"/>
            <a:ext cx="7659156" cy="3742267"/>
          </a:xfrm>
        </p:spPr>
        <p:txBody>
          <a:bodyPr>
            <a:normAutofit/>
          </a:bodyPr>
          <a:lstStyle/>
          <a:p>
            <a:pPr>
              <a:lnSpc>
                <a:spcPct val="90000"/>
              </a:lnSpc>
            </a:pPr>
            <a:r>
              <a:rPr lang="en-US" sz="2200"/>
              <a:t>Natural lighting is derived partly from the visible sky and partly from reflection. </a:t>
            </a:r>
          </a:p>
          <a:p>
            <a:pPr>
              <a:lnSpc>
                <a:spcPct val="90000"/>
              </a:lnSpc>
            </a:pPr>
            <a:r>
              <a:rPr lang="en-US" sz="2200"/>
              <a:t>Efficient utilization of natural light calls for careful design, location and orientation of buildings and relationship between buildings (town planning). </a:t>
            </a:r>
          </a:p>
          <a:p>
            <a:pPr>
              <a:lnSpc>
                <a:spcPct val="90000"/>
              </a:lnSpc>
            </a:pPr>
            <a:r>
              <a:rPr lang="en-US" sz="2200"/>
              <a:t>Natural lighting also depends upon the time of the day, season, weather and atmospheric pollution.</a:t>
            </a:r>
          </a:p>
          <a:p>
            <a:pPr>
              <a:lnSpc>
                <a:spcPct val="90000"/>
              </a:lnSpc>
            </a:pPr>
            <a:r>
              <a:rPr lang="en-US" sz="2200"/>
              <a:t>Natural light is accompanied by radiant heat, all attempts should be made to exclude radiant heat while admitting daylight.</a:t>
            </a:r>
          </a:p>
        </p:txBody>
      </p:sp>
    </p:spTree>
    <p:extLst>
      <p:ext uri="{BB962C8B-B14F-4D97-AF65-F5344CB8AC3E}">
        <p14:creationId xmlns:p14="http://schemas.microsoft.com/office/powerpoint/2010/main" val="1897365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sp useBgFill="1">
        <p:nvSpPr>
          <p:cNvPr id="36" name="Freeform: Shape 35">
            <a:extLst>
              <a:ext uri="{FF2B5EF4-FFF2-40B4-BE49-F238E27FC236}">
                <a16:creationId xmlns:a16="http://schemas.microsoft.com/office/drawing/2014/main" id="{B1BDB70B-F0E6-4867-818F-C582494FB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7083" y="0"/>
            <a:ext cx="11134917" cy="6858000"/>
          </a:xfrm>
          <a:custGeom>
            <a:avLst/>
            <a:gdLst>
              <a:gd name="connsiteX0" fmla="*/ 7627977 w 11134917"/>
              <a:gd name="connsiteY0" fmla="*/ 0 h 6858000"/>
              <a:gd name="connsiteX1" fmla="*/ 8129873 w 11134917"/>
              <a:gd name="connsiteY1" fmla="*/ 0 h 6858000"/>
              <a:gd name="connsiteX2" fmla="*/ 11134917 w 11134917"/>
              <a:gd name="connsiteY2" fmla="*/ 0 h 6858000"/>
              <a:gd name="connsiteX3" fmla="*/ 11134917 w 11134917"/>
              <a:gd name="connsiteY3" fmla="*/ 6858000 h 6858000"/>
              <a:gd name="connsiteX4" fmla="*/ 8129873 w 11134917"/>
              <a:gd name="connsiteY4" fmla="*/ 6858000 h 6858000"/>
              <a:gd name="connsiteX5" fmla="*/ 7627977 w 11134917"/>
              <a:gd name="connsiteY5" fmla="*/ 6858000 h 6858000"/>
              <a:gd name="connsiteX6" fmla="*/ 7627977 w 11134917"/>
              <a:gd name="connsiteY6" fmla="*/ 6857419 h 6858000"/>
              <a:gd name="connsiteX7" fmla="*/ 1921931 w 11134917"/>
              <a:gd name="connsiteY7" fmla="*/ 6850814 h 6858000"/>
              <a:gd name="connsiteX8" fmla="*/ 0 w 11134917"/>
              <a:gd name="connsiteY8" fmla="*/ 5325357 h 6858000"/>
              <a:gd name="connsiteX9" fmla="*/ 838199 w 11134917"/>
              <a:gd name="connsiteY9" fmla="*/ 7331 h 6858000"/>
              <a:gd name="connsiteX10" fmla="*/ 7627977 w 11134917"/>
              <a:gd name="connsiteY10" fmla="*/ 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34917" h="6858000">
                <a:moveTo>
                  <a:pt x="7627977" y="0"/>
                </a:moveTo>
                <a:lnTo>
                  <a:pt x="8129873" y="0"/>
                </a:lnTo>
                <a:lnTo>
                  <a:pt x="11134917" y="0"/>
                </a:lnTo>
                <a:lnTo>
                  <a:pt x="11134917" y="6858000"/>
                </a:lnTo>
                <a:lnTo>
                  <a:pt x="8129873" y="6858000"/>
                </a:lnTo>
                <a:lnTo>
                  <a:pt x="7627977" y="6858000"/>
                </a:lnTo>
                <a:lnTo>
                  <a:pt x="7627977" y="6857419"/>
                </a:lnTo>
                <a:lnTo>
                  <a:pt x="1921931" y="6850814"/>
                </a:lnTo>
                <a:lnTo>
                  <a:pt x="0" y="5325357"/>
                </a:lnTo>
                <a:lnTo>
                  <a:pt x="838199" y="7331"/>
                </a:lnTo>
                <a:lnTo>
                  <a:pt x="7627977" y="50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1E52C707-F508-47B5-8864-8CC3EE0F0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025" y="0"/>
            <a:ext cx="2436813" cy="6858001"/>
            <a:chOff x="1320800" y="0"/>
            <a:chExt cx="2436813" cy="6858001"/>
          </a:xfrm>
        </p:grpSpPr>
        <p:sp>
          <p:nvSpPr>
            <p:cNvPr id="38" name="Freeform 6">
              <a:extLst>
                <a:ext uri="{FF2B5EF4-FFF2-40B4-BE49-F238E27FC236}">
                  <a16:creationId xmlns:a16="http://schemas.microsoft.com/office/drawing/2014/main" id="{066B5DD9-1C9B-4957-AF7C-8E11C7E88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9" name="Freeform 7">
              <a:extLst>
                <a:ext uri="{FF2B5EF4-FFF2-40B4-BE49-F238E27FC236}">
                  <a16:creationId xmlns:a16="http://schemas.microsoft.com/office/drawing/2014/main" id="{8DF9D480-2CEE-4037-8C1B-638068630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0" name="Freeform 8">
              <a:extLst>
                <a:ext uri="{FF2B5EF4-FFF2-40B4-BE49-F238E27FC236}">
                  <a16:creationId xmlns:a16="http://schemas.microsoft.com/office/drawing/2014/main" id="{EBF6F7B8-E51D-495D-B944-B8E2E84C5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1" name="Freeform 9">
              <a:extLst>
                <a:ext uri="{FF2B5EF4-FFF2-40B4-BE49-F238E27FC236}">
                  <a16:creationId xmlns:a16="http://schemas.microsoft.com/office/drawing/2014/main" id="{F43BB0F7-F9F4-4CFA-9277-2B671DC70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2" name="Freeform 10">
              <a:extLst>
                <a:ext uri="{FF2B5EF4-FFF2-40B4-BE49-F238E27FC236}">
                  <a16:creationId xmlns:a16="http://schemas.microsoft.com/office/drawing/2014/main" id="{D51F18A6-D926-4462-B110-63097184F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3" name="Freeform 11">
              <a:extLst>
                <a:ext uri="{FF2B5EF4-FFF2-40B4-BE49-F238E27FC236}">
                  <a16:creationId xmlns:a16="http://schemas.microsoft.com/office/drawing/2014/main" id="{ED77B4F5-55D8-444A-9EFF-CAAA8CD69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CEB915E2-54AF-1C86-855C-5AF0FD9EBBF4}"/>
              </a:ext>
            </a:extLst>
          </p:cNvPr>
          <p:cNvSpPr>
            <a:spLocks noGrp="1"/>
          </p:cNvSpPr>
          <p:nvPr>
            <p:ph type="title"/>
          </p:nvPr>
        </p:nvSpPr>
        <p:spPr>
          <a:xfrm>
            <a:off x="1836013" y="1072609"/>
            <a:ext cx="3041557" cy="4522647"/>
          </a:xfrm>
          <a:effectLst/>
        </p:spPr>
        <p:txBody>
          <a:bodyPr anchor="ctr">
            <a:normAutofit/>
          </a:bodyPr>
          <a:lstStyle/>
          <a:p>
            <a:pPr algn="l"/>
            <a:r>
              <a:rPr lang="en-US" sz="3200" dirty="0">
                <a:solidFill>
                  <a:schemeClr val="tx2"/>
                </a:solidFill>
              </a:rPr>
              <a:t>Planning for best utilization of daylight</a:t>
            </a:r>
          </a:p>
        </p:txBody>
      </p:sp>
      <p:sp>
        <p:nvSpPr>
          <p:cNvPr id="3" name="Content Placeholder 2">
            <a:extLst>
              <a:ext uri="{FF2B5EF4-FFF2-40B4-BE49-F238E27FC236}">
                <a16:creationId xmlns:a16="http://schemas.microsoft.com/office/drawing/2014/main" id="{1D44DBCB-47FD-9397-A87F-28AE9C0F957D}"/>
              </a:ext>
            </a:extLst>
          </p:cNvPr>
          <p:cNvSpPr>
            <a:spLocks noGrp="1"/>
          </p:cNvSpPr>
          <p:nvPr>
            <p:ph idx="1"/>
          </p:nvPr>
        </p:nvSpPr>
        <p:spPr>
          <a:xfrm>
            <a:off x="5149032" y="333829"/>
            <a:ext cx="6383207" cy="5653314"/>
          </a:xfrm>
        </p:spPr>
        <p:txBody>
          <a:bodyPr anchor="ctr">
            <a:normAutofit lnSpcReduction="10000"/>
          </a:bodyPr>
          <a:lstStyle/>
          <a:p>
            <a:pPr>
              <a:lnSpc>
                <a:spcPct val="90000"/>
              </a:lnSpc>
            </a:pPr>
            <a:r>
              <a:rPr lang="en-US" dirty="0"/>
              <a:t>ORIENTATION : The brightness of the sky is not constant on the east and west. Further, the direct penetration of sunlight from the east or west may heat up the rooms unduly in the tropics, especially during summer. </a:t>
            </a:r>
          </a:p>
          <a:p>
            <a:pPr>
              <a:lnSpc>
                <a:spcPct val="90000"/>
              </a:lnSpc>
            </a:pPr>
            <a:r>
              <a:rPr lang="en-US" dirty="0"/>
              <a:t>Buildings are therefore oriented, wherever possible, towards north or south for uniform illumination. </a:t>
            </a:r>
          </a:p>
          <a:p>
            <a:pPr lvl="1">
              <a:lnSpc>
                <a:spcPct val="90000"/>
              </a:lnSpc>
            </a:pPr>
            <a:r>
              <a:rPr lang="en-US" sz="2400" dirty="0"/>
              <a:t>Particularly important in respect of schools, factories and laboratories where uniform lighting is required in all the rooms. </a:t>
            </a:r>
          </a:p>
          <a:p>
            <a:pPr lvl="1">
              <a:lnSpc>
                <a:spcPct val="90000"/>
              </a:lnSpc>
            </a:pPr>
            <a:r>
              <a:rPr lang="en-US" sz="2400" dirty="0"/>
              <a:t>When a building faces east and west, window shades are provided to protect against the direct penetration of sunlight. </a:t>
            </a:r>
          </a:p>
          <a:p>
            <a:pPr>
              <a:lnSpc>
                <a:spcPct val="90000"/>
              </a:lnSpc>
            </a:pPr>
            <a:r>
              <a:rPr lang="en-US" dirty="0"/>
              <a:t>REMOVAL OF OBSTRUCTIONS : Removal of obstructive items either wholly or partially.</a:t>
            </a:r>
          </a:p>
        </p:txBody>
      </p:sp>
    </p:spTree>
    <p:extLst>
      <p:ext uri="{BB962C8B-B14F-4D97-AF65-F5344CB8AC3E}">
        <p14:creationId xmlns:p14="http://schemas.microsoft.com/office/powerpoint/2010/main" val="3026114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915E2-54AF-1C86-855C-5AF0FD9EBBF4}"/>
              </a:ext>
            </a:extLst>
          </p:cNvPr>
          <p:cNvSpPr>
            <a:spLocks noGrp="1"/>
          </p:cNvSpPr>
          <p:nvPr>
            <p:ph type="title"/>
          </p:nvPr>
        </p:nvSpPr>
        <p:spPr>
          <a:xfrm>
            <a:off x="1836013" y="1072609"/>
            <a:ext cx="3041557" cy="4522647"/>
          </a:xfrm>
          <a:effectLst/>
        </p:spPr>
        <p:txBody>
          <a:bodyPr anchor="ctr">
            <a:normAutofit/>
          </a:bodyPr>
          <a:lstStyle/>
          <a:p>
            <a:pPr algn="l"/>
            <a:r>
              <a:rPr lang="en-US" sz="3200" dirty="0">
                <a:solidFill>
                  <a:schemeClr val="tx2"/>
                </a:solidFill>
              </a:rPr>
              <a:t>Planning for best utilization of daylight</a:t>
            </a:r>
          </a:p>
        </p:txBody>
      </p:sp>
      <p:sp>
        <p:nvSpPr>
          <p:cNvPr id="3" name="Content Placeholder 2">
            <a:extLst>
              <a:ext uri="{FF2B5EF4-FFF2-40B4-BE49-F238E27FC236}">
                <a16:creationId xmlns:a16="http://schemas.microsoft.com/office/drawing/2014/main" id="{1D44DBCB-47FD-9397-A87F-28AE9C0F957D}"/>
              </a:ext>
            </a:extLst>
          </p:cNvPr>
          <p:cNvSpPr>
            <a:spLocks noGrp="1"/>
          </p:cNvSpPr>
          <p:nvPr>
            <p:ph idx="1"/>
          </p:nvPr>
        </p:nvSpPr>
        <p:spPr>
          <a:xfrm>
            <a:off x="5133474" y="333829"/>
            <a:ext cx="6398765" cy="6291560"/>
          </a:xfrm>
        </p:spPr>
        <p:txBody>
          <a:bodyPr anchor="ctr">
            <a:normAutofit fontScale="92500"/>
          </a:bodyPr>
          <a:lstStyle/>
          <a:p>
            <a:pPr marL="283464" indent="-283464" algn="l" rtl="0" eaLnBrk="1" latinLnBrk="0" hangingPunct="1">
              <a:spcBef>
                <a:spcPts val="408"/>
              </a:spcBef>
              <a:spcAft>
                <a:spcPts val="600"/>
              </a:spcAft>
              <a:buClr>
                <a:schemeClr val="accent1"/>
              </a:buClr>
              <a:buSzPct val="145000"/>
              <a:buFont typeface="Arial" panose="020B0604020202020204" pitchFamily="34" charset="0"/>
              <a:buChar char="•"/>
            </a:pPr>
            <a:r>
              <a:rPr lang="en-US" kern="1200" dirty="0">
                <a:solidFill>
                  <a:srgbClr val="000000"/>
                </a:solidFill>
                <a:effectLst/>
                <a:latin typeface="Times New Roman" panose="02020603050405020304" pitchFamily="18" charset="0"/>
                <a:ea typeface="+mn-ea"/>
                <a:cs typeface="+mn-cs"/>
              </a:rPr>
              <a:t>WINDOWS : Natural lighting within any room is influenced by the amount of visible sky, the size, shape and arrangement of the window openings. </a:t>
            </a:r>
            <a:endParaRPr lang="en-US" dirty="0">
              <a:effectLst/>
            </a:endParaRPr>
          </a:p>
          <a:p>
            <a:pPr marL="740664" indent="-283464" algn="l" rtl="0" eaLnBrk="1" latinLnBrk="0" hangingPunct="1">
              <a:spcBef>
                <a:spcPts val="360"/>
              </a:spcBef>
              <a:spcAft>
                <a:spcPts val="600"/>
              </a:spcAft>
            </a:pPr>
            <a:r>
              <a:rPr lang="en-US" kern="1200" dirty="0">
                <a:solidFill>
                  <a:srgbClr val="000000"/>
                </a:solidFill>
                <a:effectLst/>
                <a:latin typeface="Times New Roman" panose="02020603050405020304" pitchFamily="18" charset="0"/>
                <a:ea typeface="+mn-ea"/>
                <a:cs typeface="+mn-cs"/>
              </a:rPr>
              <a:t>A tall window gives greater penetration of light: a broad window gives greater diffusion of light. </a:t>
            </a:r>
            <a:endParaRPr lang="en-US" sz="3200" dirty="0">
              <a:effectLst/>
            </a:endParaRPr>
          </a:p>
          <a:p>
            <a:pPr marL="740664" indent="-283464" algn="l" rtl="0" eaLnBrk="1" latinLnBrk="0" hangingPunct="1">
              <a:spcBef>
                <a:spcPts val="360"/>
              </a:spcBef>
              <a:spcAft>
                <a:spcPts val="600"/>
              </a:spcAft>
            </a:pPr>
            <a:r>
              <a:rPr lang="en-US" kern="1200" dirty="0">
                <a:solidFill>
                  <a:srgbClr val="000000"/>
                </a:solidFill>
                <a:effectLst/>
                <a:latin typeface="Times New Roman" panose="02020603050405020304" pitchFamily="18" charset="0"/>
                <a:ea typeface="+mn-ea"/>
                <a:cs typeface="+mn-cs"/>
              </a:rPr>
              <a:t>The rule that window area should not be less than 10 per cent of the floor area is now outdated.</a:t>
            </a:r>
            <a:endParaRPr lang="en-US" sz="3200" dirty="0">
              <a:effectLst/>
            </a:endParaRPr>
          </a:p>
          <a:p>
            <a:pPr marL="740664" indent="-283464" algn="l" rtl="0" eaLnBrk="1" latinLnBrk="0" hangingPunct="1">
              <a:spcBef>
                <a:spcPts val="360"/>
              </a:spcBef>
              <a:spcAft>
                <a:spcPts val="600"/>
              </a:spcAft>
            </a:pPr>
            <a:r>
              <a:rPr lang="en-US" kern="1200" dirty="0">
                <a:solidFill>
                  <a:srgbClr val="000000"/>
                </a:solidFill>
                <a:effectLst/>
                <a:latin typeface="Times New Roman" panose="02020603050405020304" pitchFamily="18" charset="0"/>
                <a:ea typeface="+mn-ea"/>
                <a:cs typeface="+mn-cs"/>
              </a:rPr>
              <a:t>The usefulness of the windows is reduced by covering them unnecessarily with curtains and screens. </a:t>
            </a:r>
            <a:endParaRPr lang="en-US" sz="3200" dirty="0">
              <a:effectLst/>
            </a:endParaRPr>
          </a:p>
          <a:p>
            <a:pPr marL="283464" indent="-283464" algn="l" rtl="0" eaLnBrk="1" latinLnBrk="0" hangingPunct="1">
              <a:spcBef>
                <a:spcPts val="408"/>
              </a:spcBef>
              <a:spcAft>
                <a:spcPts val="600"/>
              </a:spcAft>
            </a:pPr>
            <a:r>
              <a:rPr lang="en-US" kern="1200" dirty="0">
                <a:solidFill>
                  <a:srgbClr val="000000"/>
                </a:solidFill>
                <a:effectLst/>
                <a:latin typeface="Times New Roman" panose="02020603050405020304" pitchFamily="18" charset="0"/>
                <a:ea typeface="+mn-ea"/>
                <a:cs typeface="+mn-cs"/>
              </a:rPr>
              <a:t>INTERIOR OF THE ROOMS : In order to obtain the full benefit of the natural illumination, the ceiling should be white; the upper portions of the walls light-tinted; and lower portions somewhat darker so as to give comfortable contrast to the eyes.</a:t>
            </a:r>
            <a:endParaRPr lang="en-US" sz="3200" dirty="0">
              <a:effectLst/>
            </a:endParaRPr>
          </a:p>
        </p:txBody>
      </p:sp>
    </p:spTree>
    <p:extLst>
      <p:ext uri="{BB962C8B-B14F-4D97-AF65-F5344CB8AC3E}">
        <p14:creationId xmlns:p14="http://schemas.microsoft.com/office/powerpoint/2010/main" val="110365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12"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6"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7"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8"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9"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20062829-E223-3159-5E60-32A044F55170}"/>
              </a:ext>
            </a:extLst>
          </p:cNvPr>
          <p:cNvSpPr>
            <a:spLocks noGrp="1"/>
          </p:cNvSpPr>
          <p:nvPr>
            <p:ph type="title"/>
          </p:nvPr>
        </p:nvSpPr>
        <p:spPr>
          <a:xfrm>
            <a:off x="3962399" y="685800"/>
            <a:ext cx="7345891" cy="1413933"/>
          </a:xfrm>
        </p:spPr>
        <p:txBody>
          <a:bodyPr>
            <a:normAutofit/>
          </a:bodyPr>
          <a:lstStyle/>
          <a:p>
            <a:r>
              <a:rPr lang="en-US" dirty="0"/>
              <a:t>Measurement of daylight</a:t>
            </a:r>
          </a:p>
        </p:txBody>
      </p:sp>
      <p:pic>
        <p:nvPicPr>
          <p:cNvPr id="5" name="Picture 4">
            <a:extLst>
              <a:ext uri="{FF2B5EF4-FFF2-40B4-BE49-F238E27FC236}">
                <a16:creationId xmlns:a16="http://schemas.microsoft.com/office/drawing/2014/main" id="{DECE9404-84DC-8A70-1E85-DAA7903C633B}"/>
              </a:ext>
            </a:extLst>
          </p:cNvPr>
          <p:cNvPicPr>
            <a:picLocks noChangeAspect="1"/>
          </p:cNvPicPr>
          <p:nvPr/>
        </p:nvPicPr>
        <p:blipFill>
          <a:blip r:embed="rId3"/>
          <a:srcRect l="36007" r="35621"/>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F6C835E6-1A10-1F67-FE78-3077482F0D2C}"/>
              </a:ext>
            </a:extLst>
          </p:cNvPr>
          <p:cNvSpPr>
            <a:spLocks noGrp="1"/>
          </p:cNvSpPr>
          <p:nvPr>
            <p:ph idx="1"/>
          </p:nvPr>
        </p:nvSpPr>
        <p:spPr>
          <a:xfrm>
            <a:off x="3843867" y="2048933"/>
            <a:ext cx="7659156" cy="4497010"/>
          </a:xfrm>
        </p:spPr>
        <p:txBody>
          <a:bodyPr>
            <a:normAutofit fontScale="92500" lnSpcReduction="20000"/>
          </a:bodyPr>
          <a:lstStyle/>
          <a:p>
            <a:pPr>
              <a:lnSpc>
                <a:spcPct val="90000"/>
              </a:lnSpc>
            </a:pPr>
            <a:r>
              <a:rPr lang="en-US" dirty="0"/>
              <a:t>Intensity of daylight illumination is liable to change from moment to moment, it is not measured in terms of foot candles. </a:t>
            </a:r>
          </a:p>
          <a:p>
            <a:pPr>
              <a:lnSpc>
                <a:spcPct val="90000"/>
              </a:lnSpc>
            </a:pPr>
            <a:r>
              <a:rPr lang="en-US" dirty="0"/>
              <a:t>Reliance is placed on a factor called the DAYLIGHT FACTOR (D.F.). It is the ratio of illumination at a  given point to illumination at a point exposed simultaneously to the whole hemisphere of the sky (taken as 500 foot candles) excluding direct sunlight. </a:t>
            </a:r>
          </a:p>
          <a:p>
            <a:pPr>
              <a:lnSpc>
                <a:spcPct val="90000"/>
              </a:lnSpc>
            </a:pPr>
            <a:r>
              <a:rPr lang="en-US" dirty="0"/>
              <a:t>D.F = Instantaneous illumination INDOORS*100/Simultaneously occurring illumination OUTDOORS</a:t>
            </a:r>
          </a:p>
          <a:p>
            <a:pPr>
              <a:lnSpc>
                <a:spcPct val="90000"/>
              </a:lnSpc>
            </a:pPr>
            <a:r>
              <a:rPr lang="en-US" dirty="0"/>
              <a:t>The daylight factor in a building may be rapidly determined by a modified photo-electric meter known as a Daylight Factor Meter. </a:t>
            </a:r>
          </a:p>
          <a:p>
            <a:pPr>
              <a:lnSpc>
                <a:spcPct val="90000"/>
              </a:lnSpc>
            </a:pPr>
            <a:r>
              <a:rPr lang="en-US" dirty="0"/>
              <a:t>It is recommended that in living rooms, the daylight factor should be at least 8 percent and in kitchens about 10 per cent</a:t>
            </a:r>
          </a:p>
        </p:txBody>
      </p:sp>
    </p:spTree>
    <p:extLst>
      <p:ext uri="{BB962C8B-B14F-4D97-AF65-F5344CB8AC3E}">
        <p14:creationId xmlns:p14="http://schemas.microsoft.com/office/powerpoint/2010/main" val="3361015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25"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29"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0"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1"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2"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3"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4"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467098D8-009A-1190-5C84-1FB9352FC966}"/>
              </a:ext>
            </a:extLst>
          </p:cNvPr>
          <p:cNvSpPr>
            <a:spLocks noGrp="1"/>
          </p:cNvSpPr>
          <p:nvPr>
            <p:ph type="title"/>
          </p:nvPr>
        </p:nvSpPr>
        <p:spPr>
          <a:xfrm>
            <a:off x="3962399" y="685800"/>
            <a:ext cx="7345891" cy="1413933"/>
          </a:xfrm>
        </p:spPr>
        <p:txBody>
          <a:bodyPr>
            <a:normAutofit/>
          </a:bodyPr>
          <a:lstStyle/>
          <a:p>
            <a:r>
              <a:rPr lang="en-US" dirty="0"/>
              <a:t>Artificial lighting</a:t>
            </a:r>
            <a:endParaRPr lang="en-US"/>
          </a:p>
        </p:txBody>
      </p:sp>
      <p:pic>
        <p:nvPicPr>
          <p:cNvPr id="5" name="Picture 4" descr="Sunlight passing through">
            <a:extLst>
              <a:ext uri="{FF2B5EF4-FFF2-40B4-BE49-F238E27FC236}">
                <a16:creationId xmlns:a16="http://schemas.microsoft.com/office/drawing/2014/main" id="{8F9A8C6E-4661-376F-D1CA-6BD5A2B62531}"/>
              </a:ext>
            </a:extLst>
          </p:cNvPr>
          <p:cNvPicPr>
            <a:picLocks noChangeAspect="1"/>
          </p:cNvPicPr>
          <p:nvPr/>
        </p:nvPicPr>
        <p:blipFill>
          <a:blip r:embed="rId3"/>
          <a:srcRect l="52270" r="10026" b="-2"/>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B1A77327-7432-F700-6FB2-E11B8B2F1AF1}"/>
              </a:ext>
            </a:extLst>
          </p:cNvPr>
          <p:cNvSpPr>
            <a:spLocks noGrp="1"/>
          </p:cNvSpPr>
          <p:nvPr>
            <p:ph idx="1"/>
          </p:nvPr>
        </p:nvSpPr>
        <p:spPr>
          <a:xfrm>
            <a:off x="3843867" y="2048933"/>
            <a:ext cx="7659156" cy="3742267"/>
          </a:xfrm>
        </p:spPr>
        <p:txBody>
          <a:bodyPr>
            <a:normAutofit/>
          </a:bodyPr>
          <a:lstStyle/>
          <a:p>
            <a:pPr>
              <a:lnSpc>
                <a:spcPct val="90000"/>
              </a:lnSpc>
            </a:pPr>
            <a:r>
              <a:rPr lang="en-US" sz="1700" dirty="0"/>
              <a:t>Artificial lighting should be as close as possible to daylight in composition. </a:t>
            </a:r>
          </a:p>
          <a:p>
            <a:pPr>
              <a:lnSpc>
                <a:spcPct val="90000"/>
              </a:lnSpc>
            </a:pPr>
            <a:r>
              <a:rPr lang="en-US" sz="1700" dirty="0"/>
              <a:t>DIRECT LIGHTING - In direct lighting, 99 to 100 per cent of the light is projected directly towards the working area. Direct lighting is efficient economical but tends to cast sharp shadows. It should not fall into the eyes. </a:t>
            </a:r>
          </a:p>
          <a:p>
            <a:pPr>
              <a:lnSpc>
                <a:spcPct val="90000"/>
              </a:lnSpc>
            </a:pPr>
            <a:r>
              <a:rPr lang="en-US" sz="1700" dirty="0"/>
              <a:t>SEMI-DIRECT : 10 to 40 per cent of the light is projected upwards so that it is reflected back on the object by the ceiling. </a:t>
            </a:r>
          </a:p>
          <a:p>
            <a:pPr>
              <a:lnSpc>
                <a:spcPct val="90000"/>
              </a:lnSpc>
            </a:pPr>
            <a:r>
              <a:rPr lang="en-US" sz="1700" dirty="0"/>
              <a:t>INDIRECT : light does not strike a surface directly, because 90 to 100 per cent of the light is projected towards the ceiling and walls. This gives a general illumination of the whole room but not of any object. </a:t>
            </a:r>
          </a:p>
          <a:p>
            <a:pPr>
              <a:lnSpc>
                <a:spcPct val="90000"/>
              </a:lnSpc>
            </a:pPr>
            <a:r>
              <a:rPr lang="en-US" sz="1700" dirty="0"/>
              <a:t>SEMI-INDIRECT : 60 to 90 per cent of the light is directed upwards, and the rest downwards.</a:t>
            </a:r>
          </a:p>
          <a:p>
            <a:pPr>
              <a:lnSpc>
                <a:spcPct val="90000"/>
              </a:lnSpc>
            </a:pPr>
            <a:r>
              <a:rPr lang="en-US" sz="1700" dirty="0"/>
              <a:t>DIRECT-INDIRECT : light is distributed equally.</a:t>
            </a:r>
          </a:p>
        </p:txBody>
      </p:sp>
    </p:spTree>
    <p:extLst>
      <p:ext uri="{BB962C8B-B14F-4D97-AF65-F5344CB8AC3E}">
        <p14:creationId xmlns:p14="http://schemas.microsoft.com/office/powerpoint/2010/main" val="102131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AD13879-708A-1046-F763-CEDEB719306E}"/>
              </a:ext>
            </a:extLst>
          </p:cNvPr>
          <p:cNvPicPr>
            <a:picLocks noChangeAspect="1"/>
          </p:cNvPicPr>
          <p:nvPr/>
        </p:nvPicPr>
        <p:blipFill>
          <a:blip r:embed="rId2">
            <a:alphaModFix amt="2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EC251EA-A5CF-A3B7-3DD4-2EE0414AE5AF}"/>
              </a:ext>
            </a:extLst>
          </p:cNvPr>
          <p:cNvSpPr>
            <a:spLocks noGrp="1"/>
          </p:cNvSpPr>
          <p:nvPr>
            <p:ph type="title"/>
          </p:nvPr>
        </p:nvSpPr>
        <p:spPr>
          <a:xfrm>
            <a:off x="1484310" y="210457"/>
            <a:ext cx="10018713" cy="914399"/>
          </a:xfrm>
        </p:spPr>
        <p:txBody>
          <a:bodyPr anchor="b">
            <a:normAutofit/>
          </a:bodyPr>
          <a:lstStyle/>
          <a:p>
            <a:pPr algn="l"/>
            <a:r>
              <a:rPr lang="en-US" dirty="0"/>
              <a:t>Methods of artificial illumination</a:t>
            </a:r>
          </a:p>
        </p:txBody>
      </p:sp>
      <p:sp>
        <p:nvSpPr>
          <p:cNvPr id="8" name="Content Placeholder 2">
            <a:extLst>
              <a:ext uri="{FF2B5EF4-FFF2-40B4-BE49-F238E27FC236}">
                <a16:creationId xmlns:a16="http://schemas.microsoft.com/office/drawing/2014/main" id="{15412D8A-07B3-4F8E-8FD3-674228243665}"/>
              </a:ext>
            </a:extLst>
          </p:cNvPr>
          <p:cNvSpPr>
            <a:spLocks noGrp="1"/>
          </p:cNvSpPr>
          <p:nvPr>
            <p:ph idx="1"/>
          </p:nvPr>
        </p:nvSpPr>
        <p:spPr>
          <a:xfrm>
            <a:off x="1269402" y="1600199"/>
            <a:ext cx="10233621" cy="5047344"/>
          </a:xfrm>
        </p:spPr>
        <p:txBody>
          <a:bodyPr anchor="t">
            <a:noAutofit/>
          </a:bodyPr>
          <a:lstStyle/>
          <a:p>
            <a:pPr>
              <a:lnSpc>
                <a:spcPct val="90000"/>
              </a:lnSpc>
            </a:pPr>
            <a:r>
              <a:rPr lang="en-US" sz="2600" dirty="0"/>
              <a:t>FILAMENT LAMPS : These are widely used. The electric current heats up the tungsten filament and the light emitted depends upon the temperature. </a:t>
            </a:r>
          </a:p>
          <a:p>
            <a:pPr lvl="1">
              <a:lnSpc>
                <a:spcPct val="90000"/>
              </a:lnSpc>
            </a:pPr>
            <a:r>
              <a:rPr lang="en-US" sz="2200" dirty="0"/>
              <a:t>The hotter filaments produce the bluer light. </a:t>
            </a:r>
          </a:p>
          <a:p>
            <a:pPr lvl="1">
              <a:lnSpc>
                <a:spcPct val="90000"/>
              </a:lnSpc>
            </a:pPr>
            <a:r>
              <a:rPr lang="en-US" sz="2200" dirty="0"/>
              <a:t>Accumulation of dust on the bulbs reduces illumination by 30 to 40 per cent. The bulbs and shades therefore should be cleaned frequently.</a:t>
            </a:r>
          </a:p>
          <a:p>
            <a:pPr>
              <a:lnSpc>
                <a:spcPct val="90000"/>
              </a:lnSpc>
            </a:pPr>
            <a:r>
              <a:rPr lang="en-US" sz="2600" dirty="0"/>
              <a:t>FLUORESCENT LAMPS : Fluorescent lamps are economical in the use of electric current; they are cool and efficient; the light emitted simulates natural light. </a:t>
            </a:r>
          </a:p>
          <a:p>
            <a:pPr lvl="1">
              <a:lnSpc>
                <a:spcPct val="90000"/>
              </a:lnSpc>
            </a:pPr>
            <a:r>
              <a:rPr lang="en-US" sz="2200" dirty="0"/>
              <a:t>The lamps consist of a glass tube filled with mercury </a:t>
            </a:r>
            <a:r>
              <a:rPr lang="en-US" sz="2200" dirty="0" err="1"/>
              <a:t>vapour</a:t>
            </a:r>
            <a:r>
              <a:rPr lang="en-US" sz="2200" dirty="0"/>
              <a:t> and an electrode fitted at each end. </a:t>
            </a:r>
          </a:p>
          <a:p>
            <a:pPr lvl="1">
              <a:lnSpc>
                <a:spcPct val="90000"/>
              </a:lnSpc>
            </a:pPr>
            <a:r>
              <a:rPr lang="en-US" sz="2200" dirty="0"/>
              <a:t>The inside of the tube is coated with fluorescent chemicals, which absorb practically all the ultraviolet radiation and remit the radiation in the visible range.</a:t>
            </a:r>
          </a:p>
        </p:txBody>
      </p:sp>
    </p:spTree>
    <p:extLst>
      <p:ext uri="{BB962C8B-B14F-4D97-AF65-F5344CB8AC3E}">
        <p14:creationId xmlns:p14="http://schemas.microsoft.com/office/powerpoint/2010/main" val="958909604"/>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71AB8-33B6-A056-1186-232CDC0D1B30}"/>
              </a:ext>
            </a:extLst>
          </p:cNvPr>
          <p:cNvSpPr>
            <a:spLocks noGrp="1"/>
          </p:cNvSpPr>
          <p:nvPr>
            <p:ph type="title"/>
          </p:nvPr>
        </p:nvSpPr>
        <p:spPr>
          <a:xfrm>
            <a:off x="4429252" y="0"/>
            <a:ext cx="3333495" cy="1504335"/>
          </a:xfrm>
        </p:spPr>
        <p:txBody>
          <a:bodyPr>
            <a:normAutofit/>
          </a:bodyPr>
          <a:lstStyle/>
          <a:p>
            <a:r>
              <a:rPr lang="en-US" sz="2400" b="1" dirty="0"/>
              <a:t>Lighting standards</a:t>
            </a:r>
          </a:p>
        </p:txBody>
      </p:sp>
      <p:sp>
        <p:nvSpPr>
          <p:cNvPr id="3" name="Content Placeholder 2">
            <a:extLst>
              <a:ext uri="{FF2B5EF4-FFF2-40B4-BE49-F238E27FC236}">
                <a16:creationId xmlns:a16="http://schemas.microsoft.com/office/drawing/2014/main" id="{F99C12F9-2851-940E-2B50-AA579004E38E}"/>
              </a:ext>
            </a:extLst>
          </p:cNvPr>
          <p:cNvSpPr>
            <a:spLocks noGrp="1"/>
          </p:cNvSpPr>
          <p:nvPr>
            <p:ph idx="1"/>
          </p:nvPr>
        </p:nvSpPr>
        <p:spPr>
          <a:xfrm>
            <a:off x="1484311" y="1494971"/>
            <a:ext cx="3777722" cy="4746172"/>
          </a:xfrm>
        </p:spPr>
        <p:txBody>
          <a:bodyPr anchor="t">
            <a:normAutofit fontScale="92500"/>
          </a:bodyPr>
          <a:lstStyle/>
          <a:p>
            <a:pPr>
              <a:lnSpc>
                <a:spcPct val="90000"/>
              </a:lnSpc>
            </a:pPr>
            <a:r>
              <a:rPr lang="en-US" dirty="0"/>
              <a:t>The eye responds to a range of illumination ranging from 0-1 lux (full moonlight night) to 100,000 lux (bright sunshine). </a:t>
            </a:r>
          </a:p>
          <a:p>
            <a:pPr>
              <a:lnSpc>
                <a:spcPct val="90000"/>
              </a:lnSpc>
            </a:pPr>
            <a:r>
              <a:rPr lang="en-US" dirty="0"/>
              <a:t>The visual efficiency increases with the increase of illumination, but the curve flattens out at higher levels. </a:t>
            </a:r>
          </a:p>
          <a:p>
            <a:pPr>
              <a:lnSpc>
                <a:spcPct val="90000"/>
              </a:lnSpc>
            </a:pPr>
            <a:r>
              <a:rPr lang="en-US" dirty="0"/>
              <a:t>A useful rule of thumb is that the illumination level should be 30 times higher than the level at which the task can just be done.</a:t>
            </a:r>
          </a:p>
        </p:txBody>
      </p:sp>
      <p:pic>
        <p:nvPicPr>
          <p:cNvPr id="5" name="Picture 4" descr="A table with numbers and a number of objects&#10;&#10;Description automatically generated with medium confidence">
            <a:extLst>
              <a:ext uri="{FF2B5EF4-FFF2-40B4-BE49-F238E27FC236}">
                <a16:creationId xmlns:a16="http://schemas.microsoft.com/office/drawing/2014/main" id="{862E50CB-6CAB-02E2-5712-FF28A8DFD53D}"/>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t="8905"/>
          <a:stretch/>
        </p:blipFill>
        <p:spPr>
          <a:xfrm>
            <a:off x="5262033" y="2132038"/>
            <a:ext cx="6240990" cy="2160571"/>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438259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12"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6"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7"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8"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9"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FC1E73F2-0C36-0515-E4E9-1550F941CC44}"/>
              </a:ext>
            </a:extLst>
          </p:cNvPr>
          <p:cNvSpPr>
            <a:spLocks noGrp="1"/>
          </p:cNvSpPr>
          <p:nvPr>
            <p:ph type="title"/>
          </p:nvPr>
        </p:nvSpPr>
        <p:spPr>
          <a:xfrm>
            <a:off x="3962399" y="685800"/>
            <a:ext cx="7345891" cy="1413933"/>
          </a:xfrm>
        </p:spPr>
        <p:txBody>
          <a:bodyPr>
            <a:normAutofit/>
          </a:bodyPr>
          <a:lstStyle/>
          <a:p>
            <a:r>
              <a:rPr lang="en-US" dirty="0"/>
              <a:t>Biological effect of light</a:t>
            </a:r>
          </a:p>
        </p:txBody>
      </p:sp>
      <p:pic>
        <p:nvPicPr>
          <p:cNvPr id="5" name="Picture 4" descr="Droplets on a glass surface with a needle">
            <a:extLst>
              <a:ext uri="{FF2B5EF4-FFF2-40B4-BE49-F238E27FC236}">
                <a16:creationId xmlns:a16="http://schemas.microsoft.com/office/drawing/2014/main" id="{3626766E-C862-DC66-5CC6-5BC99A83CB4F}"/>
              </a:ext>
            </a:extLst>
          </p:cNvPr>
          <p:cNvPicPr>
            <a:picLocks noChangeAspect="1"/>
          </p:cNvPicPr>
          <p:nvPr/>
        </p:nvPicPr>
        <p:blipFill>
          <a:blip r:embed="rId3"/>
          <a:srcRect l="38899" r="23271"/>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83FF10C1-CD4D-AF22-7C52-28853070F373}"/>
              </a:ext>
            </a:extLst>
          </p:cNvPr>
          <p:cNvSpPr>
            <a:spLocks noGrp="1"/>
          </p:cNvSpPr>
          <p:nvPr>
            <p:ph idx="1"/>
          </p:nvPr>
        </p:nvSpPr>
        <p:spPr>
          <a:xfrm>
            <a:off x="3843867" y="2048933"/>
            <a:ext cx="7659156" cy="3742267"/>
          </a:xfrm>
        </p:spPr>
        <p:txBody>
          <a:bodyPr>
            <a:normAutofit/>
          </a:bodyPr>
          <a:lstStyle/>
          <a:p>
            <a:r>
              <a:rPr lang="en-US" dirty="0"/>
              <a:t>The observation that daylight could cause the in vitro degradation of bilirubin is now being used as a therapeutic measure in premature infants with </a:t>
            </a:r>
            <a:r>
              <a:rPr lang="en-US" dirty="0" err="1"/>
              <a:t>hyperbilirubinaemia</a:t>
            </a:r>
            <a:r>
              <a:rPr lang="en-US" dirty="0"/>
              <a:t>. </a:t>
            </a:r>
          </a:p>
          <a:p>
            <a:r>
              <a:rPr lang="en-US" dirty="0"/>
              <a:t>Biologic rhythms of body temperature and physical activity</a:t>
            </a:r>
          </a:p>
          <a:p>
            <a:r>
              <a:rPr lang="en-US" dirty="0"/>
              <a:t>The stimulation of melanin synthesis, </a:t>
            </a:r>
          </a:p>
          <a:p>
            <a:r>
              <a:rPr lang="en-US" dirty="0"/>
              <a:t>The activation of precursors of vitamin D</a:t>
            </a:r>
          </a:p>
          <a:p>
            <a:r>
              <a:rPr lang="en-US" dirty="0"/>
              <a:t>Adrenocortical secretion and food consumption.</a:t>
            </a:r>
          </a:p>
        </p:txBody>
      </p:sp>
    </p:spTree>
    <p:extLst>
      <p:ext uri="{BB962C8B-B14F-4D97-AF65-F5344CB8AC3E}">
        <p14:creationId xmlns:p14="http://schemas.microsoft.com/office/powerpoint/2010/main" val="3716751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30"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31"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32"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33"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34"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35"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pic>
        <p:nvPicPr>
          <p:cNvPr id="6" name="Picture 5" descr="Zigzag indicator line">
            <a:extLst>
              <a:ext uri="{FF2B5EF4-FFF2-40B4-BE49-F238E27FC236}">
                <a16:creationId xmlns:a16="http://schemas.microsoft.com/office/drawing/2014/main" id="{5AB0B7D8-AFB7-28CF-1627-18B2A0D075AF}"/>
              </a:ext>
            </a:extLst>
          </p:cNvPr>
          <p:cNvPicPr>
            <a:picLocks noChangeAspect="1"/>
          </p:cNvPicPr>
          <p:nvPr/>
        </p:nvPicPr>
        <p:blipFill>
          <a:blip r:embed="rId2"/>
          <a:srcRect t="4433" b="11297"/>
          <a:stretch/>
        </p:blipFill>
        <p:spPr>
          <a:xfrm>
            <a:off x="20" y="10"/>
            <a:ext cx="12191980" cy="6857990"/>
          </a:xfrm>
          <a:prstGeom prst="rect">
            <a:avLst/>
          </a:prstGeom>
        </p:spPr>
      </p:pic>
      <p:sp>
        <p:nvSpPr>
          <p:cNvPr id="37" name="Rectangle 36">
            <a:extLst>
              <a:ext uri="{FF2B5EF4-FFF2-40B4-BE49-F238E27FC236}">
                <a16:creationId xmlns:a16="http://schemas.microsoft.com/office/drawing/2014/main" id="{C2A2366C-96BE-4587-BABC-529047265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557" y="3336063"/>
            <a:ext cx="7055369" cy="2286139"/>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B6D6ADD-B54F-7FC4-BC75-B9697BCF95C3}"/>
              </a:ext>
            </a:extLst>
          </p:cNvPr>
          <p:cNvSpPr>
            <a:spLocks noGrp="1"/>
          </p:cNvSpPr>
          <p:nvPr>
            <p:ph type="title"/>
          </p:nvPr>
        </p:nvSpPr>
        <p:spPr>
          <a:xfrm>
            <a:off x="4830184" y="3531612"/>
            <a:ext cx="6672838" cy="1414311"/>
          </a:xfrm>
        </p:spPr>
        <p:txBody>
          <a:bodyPr vert="horz" lIns="91440" tIns="45720" rIns="91440" bIns="45720" rtlCol="0" anchor="b">
            <a:normAutofit/>
          </a:bodyPr>
          <a:lstStyle/>
          <a:p>
            <a:pPr algn="r"/>
            <a:r>
              <a:rPr lang="en-US" sz="4800"/>
              <a:t>Noise</a:t>
            </a:r>
          </a:p>
        </p:txBody>
      </p:sp>
    </p:spTree>
    <p:extLst>
      <p:ext uri="{BB962C8B-B14F-4D97-AF65-F5344CB8AC3E}">
        <p14:creationId xmlns:p14="http://schemas.microsoft.com/office/powerpoint/2010/main" val="318410918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B39CD920-D302-9138-3314-184744482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0" y="11"/>
            <a:ext cx="12191980" cy="6857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745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8C71E-50F2-C938-7A09-DA0863C5EA05}"/>
              </a:ext>
            </a:extLst>
          </p:cNvPr>
          <p:cNvSpPr>
            <a:spLocks noGrp="1"/>
          </p:cNvSpPr>
          <p:nvPr>
            <p:ph type="title"/>
          </p:nvPr>
        </p:nvSpPr>
        <p:spPr>
          <a:xfrm>
            <a:off x="1484311" y="0"/>
            <a:ext cx="10018713" cy="1185333"/>
          </a:xfrm>
        </p:spPr>
        <p:txBody>
          <a:bodyPr>
            <a:normAutofit/>
          </a:bodyPr>
          <a:lstStyle/>
          <a:p>
            <a:r>
              <a:rPr lang="en-US" dirty="0"/>
              <a:t>Noise</a:t>
            </a:r>
          </a:p>
        </p:txBody>
      </p:sp>
      <p:sp>
        <p:nvSpPr>
          <p:cNvPr id="3" name="Content Placeholder 2">
            <a:extLst>
              <a:ext uri="{FF2B5EF4-FFF2-40B4-BE49-F238E27FC236}">
                <a16:creationId xmlns:a16="http://schemas.microsoft.com/office/drawing/2014/main" id="{BAA39ECC-5BEA-6913-7101-E372341B2BD3}"/>
              </a:ext>
            </a:extLst>
          </p:cNvPr>
          <p:cNvSpPr>
            <a:spLocks noGrp="1"/>
          </p:cNvSpPr>
          <p:nvPr>
            <p:ph idx="1"/>
          </p:nvPr>
        </p:nvSpPr>
        <p:spPr>
          <a:xfrm>
            <a:off x="1484311" y="1406769"/>
            <a:ext cx="7301596" cy="5158154"/>
          </a:xfrm>
        </p:spPr>
        <p:txBody>
          <a:bodyPr>
            <a:normAutofit lnSpcReduction="10000"/>
          </a:bodyPr>
          <a:lstStyle/>
          <a:p>
            <a:pPr>
              <a:lnSpc>
                <a:spcPct val="90000"/>
              </a:lnSpc>
            </a:pPr>
            <a:r>
              <a:rPr lang="en-US" sz="1800" dirty="0"/>
              <a:t>Noise is often defined as “unwanted sound”, but this definition is subjective because one man’s sound may be another man’s noise. </a:t>
            </a:r>
          </a:p>
          <a:p>
            <a:pPr lvl="1">
              <a:lnSpc>
                <a:spcPct val="90000"/>
              </a:lnSpc>
            </a:pPr>
            <a:r>
              <a:rPr lang="en-US" sz="1800" dirty="0"/>
              <a:t>A better definition of noise is : “wrong sound, in the wrong place, at the wrong time”. </a:t>
            </a:r>
          </a:p>
          <a:p>
            <a:pPr>
              <a:lnSpc>
                <a:spcPct val="90000"/>
              </a:lnSpc>
            </a:pPr>
            <a:r>
              <a:rPr lang="en-US" sz="1800" dirty="0"/>
              <a:t>Man is living in an increasingly noisy environment. The 20th Century has been described as the “Century of Noise”. </a:t>
            </a:r>
          </a:p>
          <a:p>
            <a:pPr>
              <a:lnSpc>
                <a:spcPct val="90000"/>
              </a:lnSpc>
            </a:pPr>
            <a:r>
              <a:rPr lang="en-US" sz="1800" dirty="0"/>
              <a:t>The term “Noise Pollution” has been recently coined to signify the vast cacophony of sounds that are being produced in the modern life, leading to health hazards.</a:t>
            </a:r>
          </a:p>
          <a:p>
            <a:pPr>
              <a:lnSpc>
                <a:spcPct val="90000"/>
              </a:lnSpc>
            </a:pPr>
            <a:r>
              <a:rPr lang="en-US" sz="1800" dirty="0"/>
              <a:t>Sources : These are automobiles, factories, industries, air-crafts etc.</a:t>
            </a:r>
          </a:p>
          <a:p>
            <a:pPr lvl="1">
              <a:lnSpc>
                <a:spcPct val="90000"/>
              </a:lnSpc>
            </a:pPr>
            <a:r>
              <a:rPr lang="en-US" sz="1800" dirty="0"/>
              <a:t>Noise levels are particularly acute near railway junctions, traffic round-abouts, bus terminuses and airports. </a:t>
            </a:r>
          </a:p>
          <a:p>
            <a:pPr lvl="1">
              <a:lnSpc>
                <a:spcPct val="90000"/>
              </a:lnSpc>
            </a:pPr>
            <a:r>
              <a:rPr lang="en-US" sz="1800" dirty="0"/>
              <a:t>Use of pressure horns, recreational noise of loudspeakers with full volume during festivities particularly at night are other sources of noise production. </a:t>
            </a:r>
          </a:p>
          <a:p>
            <a:pPr lvl="1">
              <a:lnSpc>
                <a:spcPct val="90000"/>
              </a:lnSpc>
            </a:pPr>
            <a:r>
              <a:rPr lang="en-US" sz="1800" dirty="0"/>
              <a:t>The domestic noises from the radios, transistors, T.V sets - all add to the quantum of noise in daily life.</a:t>
            </a:r>
          </a:p>
        </p:txBody>
      </p:sp>
      <p:pic>
        <p:nvPicPr>
          <p:cNvPr id="7" name="Graphic 6" descr="Voice">
            <a:extLst>
              <a:ext uri="{FF2B5EF4-FFF2-40B4-BE49-F238E27FC236}">
                <a16:creationId xmlns:a16="http://schemas.microsoft.com/office/drawing/2014/main" id="{569A5E8E-2B1E-7853-0472-111272FE7C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85907" y="2535331"/>
            <a:ext cx="2717116" cy="271711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449060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up of a paper&#10;&#10;Description automatically generated">
            <a:extLst>
              <a:ext uri="{FF2B5EF4-FFF2-40B4-BE49-F238E27FC236}">
                <a16:creationId xmlns:a16="http://schemas.microsoft.com/office/drawing/2014/main" id="{C39D7465-2E3C-0AA0-FE39-3A7C3EFD3B8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rcRect b="4554"/>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25" name="Group 24">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26"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7"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5"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8"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9"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0"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9667ED7A-A970-64CE-4F03-546A4FD729D4}"/>
              </a:ext>
            </a:extLst>
          </p:cNvPr>
          <p:cNvSpPr>
            <a:spLocks noGrp="1"/>
          </p:cNvSpPr>
          <p:nvPr>
            <p:ph type="title"/>
          </p:nvPr>
        </p:nvSpPr>
        <p:spPr>
          <a:xfrm>
            <a:off x="972080" y="685800"/>
            <a:ext cx="5260680" cy="1752599"/>
          </a:xfrm>
        </p:spPr>
        <p:txBody>
          <a:bodyPr>
            <a:normAutofit/>
          </a:bodyPr>
          <a:lstStyle/>
          <a:p>
            <a:pPr algn="l"/>
            <a:r>
              <a:rPr lang="en-US" dirty="0"/>
              <a:t>Properties - loudness</a:t>
            </a:r>
            <a:endParaRPr lang="en-US"/>
          </a:p>
        </p:txBody>
      </p:sp>
      <p:sp>
        <p:nvSpPr>
          <p:cNvPr id="3" name="Content Placeholder 2">
            <a:extLst>
              <a:ext uri="{FF2B5EF4-FFF2-40B4-BE49-F238E27FC236}">
                <a16:creationId xmlns:a16="http://schemas.microsoft.com/office/drawing/2014/main" id="{C8C8D951-E145-95E1-E93E-917CAFFACC46}"/>
              </a:ext>
            </a:extLst>
          </p:cNvPr>
          <p:cNvSpPr>
            <a:spLocks noGrp="1"/>
          </p:cNvSpPr>
          <p:nvPr>
            <p:ph idx="1"/>
          </p:nvPr>
        </p:nvSpPr>
        <p:spPr>
          <a:xfrm>
            <a:off x="230717" y="1872343"/>
            <a:ext cx="5997280" cy="4985657"/>
          </a:xfrm>
        </p:spPr>
        <p:txBody>
          <a:bodyPr>
            <a:normAutofit fontScale="92500" lnSpcReduction="20000"/>
          </a:bodyPr>
          <a:lstStyle/>
          <a:p>
            <a:pPr>
              <a:lnSpc>
                <a:spcPct val="90000"/>
              </a:lnSpc>
            </a:pPr>
            <a:r>
              <a:rPr lang="en-US" dirty="0"/>
              <a:t>Loudness or intensity depends upon the amplitude of the vibrations which initiated the noise. </a:t>
            </a:r>
          </a:p>
          <a:p>
            <a:pPr>
              <a:lnSpc>
                <a:spcPct val="90000"/>
              </a:lnSpc>
            </a:pPr>
            <a:r>
              <a:rPr lang="en-US" dirty="0"/>
              <a:t>The loudness of noise is measured in decibels (dB). </a:t>
            </a:r>
          </a:p>
          <a:p>
            <a:pPr>
              <a:lnSpc>
                <a:spcPct val="90000"/>
              </a:lnSpc>
            </a:pPr>
            <a:r>
              <a:rPr lang="en-US" dirty="0"/>
              <a:t>When we say that sound is 60 dB, it means that it is 60 dB more intense than the smallest distinguishable noise or the “reference” sound pressure, which is understood to be 0.0002 microbar or dynes/cm2. A dyne is 1/1000,000th of atmospheric pressure. </a:t>
            </a:r>
          </a:p>
          <a:p>
            <a:pPr>
              <a:lnSpc>
                <a:spcPct val="90000"/>
              </a:lnSpc>
            </a:pPr>
            <a:r>
              <a:rPr lang="en-US" dirty="0"/>
              <a:t>Normal conversation produces a noise of 60-65 dB; whispering, 20-30 dB; heavy street traffic, 60-80 dB; and boiler factories, about 120 </a:t>
            </a:r>
            <a:r>
              <a:rPr lang="en-US" dirty="0" err="1"/>
              <a:t>dB.</a:t>
            </a:r>
            <a:r>
              <a:rPr lang="en-US" dirty="0"/>
              <a:t> </a:t>
            </a:r>
          </a:p>
          <a:p>
            <a:pPr>
              <a:lnSpc>
                <a:spcPct val="90000"/>
              </a:lnSpc>
            </a:pPr>
            <a:r>
              <a:rPr lang="en-US" dirty="0"/>
              <a:t>A daily exposure </a:t>
            </a:r>
            <a:r>
              <a:rPr lang="en-US" dirty="0" err="1"/>
              <a:t>upto</a:t>
            </a:r>
            <a:r>
              <a:rPr lang="en-US" dirty="0"/>
              <a:t> 85 dB is about the limit people can tolerate without substantial damage to their hearing. </a:t>
            </a:r>
          </a:p>
        </p:txBody>
      </p:sp>
    </p:spTree>
    <p:extLst>
      <p:ext uri="{BB962C8B-B14F-4D97-AF65-F5344CB8AC3E}">
        <p14:creationId xmlns:p14="http://schemas.microsoft.com/office/powerpoint/2010/main" val="554213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7ED7A-A970-64CE-4F03-546A4FD729D4}"/>
              </a:ext>
            </a:extLst>
          </p:cNvPr>
          <p:cNvSpPr>
            <a:spLocks noGrp="1"/>
          </p:cNvSpPr>
          <p:nvPr>
            <p:ph type="title"/>
          </p:nvPr>
        </p:nvSpPr>
        <p:spPr>
          <a:xfrm>
            <a:off x="1706425" y="-47286"/>
            <a:ext cx="4872175" cy="1504335"/>
          </a:xfrm>
        </p:spPr>
        <p:txBody>
          <a:bodyPr>
            <a:normAutofit/>
          </a:bodyPr>
          <a:lstStyle/>
          <a:p>
            <a:r>
              <a:rPr lang="en-US" sz="2400" dirty="0"/>
              <a:t>Properties - loudness</a:t>
            </a:r>
          </a:p>
        </p:txBody>
      </p:sp>
      <p:sp>
        <p:nvSpPr>
          <p:cNvPr id="3" name="Content Placeholder 2">
            <a:extLst>
              <a:ext uri="{FF2B5EF4-FFF2-40B4-BE49-F238E27FC236}">
                <a16:creationId xmlns:a16="http://schemas.microsoft.com/office/drawing/2014/main" id="{C8C8D951-E145-95E1-E93E-917CAFFACC46}"/>
              </a:ext>
            </a:extLst>
          </p:cNvPr>
          <p:cNvSpPr>
            <a:spLocks noGrp="1"/>
          </p:cNvSpPr>
          <p:nvPr>
            <p:ph idx="1"/>
          </p:nvPr>
        </p:nvSpPr>
        <p:spPr>
          <a:xfrm>
            <a:off x="1706425" y="1457049"/>
            <a:ext cx="3953933" cy="4673599"/>
          </a:xfrm>
        </p:spPr>
        <p:txBody>
          <a:bodyPr anchor="t">
            <a:normAutofit lnSpcReduction="10000"/>
          </a:bodyPr>
          <a:lstStyle/>
          <a:p>
            <a:pPr>
              <a:lnSpc>
                <a:spcPct val="90000"/>
              </a:lnSpc>
            </a:pPr>
            <a:r>
              <a:rPr lang="en-US" sz="2000" dirty="0"/>
              <a:t>Human ear responds in a non-uniform way to different sound-pressure levels, that is, it responds not to the real loudness of a sound, but to the perceived intensity. </a:t>
            </a:r>
          </a:p>
          <a:p>
            <a:pPr>
              <a:lnSpc>
                <a:spcPct val="90000"/>
              </a:lnSpc>
            </a:pPr>
            <a:r>
              <a:rPr lang="en-US" sz="2000" dirty="0"/>
              <a:t>A weighting curve, called curve A has been constructed which takes into account the subjective effects of that sound. </a:t>
            </a:r>
          </a:p>
          <a:p>
            <a:pPr>
              <a:lnSpc>
                <a:spcPct val="90000"/>
              </a:lnSpc>
            </a:pPr>
            <a:r>
              <a:rPr lang="en-US" sz="2000" dirty="0"/>
              <a:t>Sound-pressure levels are therefore expressed in dB (A), that is in decibels conforming to the weighting curve A, because this reflects the perception of that sound emission by the normal human ear.</a:t>
            </a:r>
          </a:p>
        </p:txBody>
      </p:sp>
      <p:pic>
        <p:nvPicPr>
          <p:cNvPr id="5" name="Picture 4" descr="A close-up of a list of noise levels&#10;&#10;Description automatically generated">
            <a:extLst>
              <a:ext uri="{FF2B5EF4-FFF2-40B4-BE49-F238E27FC236}">
                <a16:creationId xmlns:a16="http://schemas.microsoft.com/office/drawing/2014/main" id="{C39D7465-2E3C-0AA0-FE39-3A7C3EFD3B8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r="2223" b="1"/>
          <a:stretch/>
        </p:blipFill>
        <p:spPr>
          <a:xfrm>
            <a:off x="5770033" y="1457049"/>
            <a:ext cx="6240990" cy="351054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545900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A6BEE-BE34-D702-7E11-30B5A910F6B2}"/>
              </a:ext>
            </a:extLst>
          </p:cNvPr>
          <p:cNvSpPr>
            <a:spLocks noGrp="1"/>
          </p:cNvSpPr>
          <p:nvPr>
            <p:ph type="title"/>
          </p:nvPr>
        </p:nvSpPr>
        <p:spPr/>
        <p:txBody>
          <a:bodyPr/>
          <a:lstStyle/>
          <a:p>
            <a:r>
              <a:rPr lang="en-US" dirty="0"/>
              <a:t>Properties - frequency</a:t>
            </a:r>
          </a:p>
        </p:txBody>
      </p:sp>
      <p:sp>
        <p:nvSpPr>
          <p:cNvPr id="3" name="Content Placeholder 2">
            <a:extLst>
              <a:ext uri="{FF2B5EF4-FFF2-40B4-BE49-F238E27FC236}">
                <a16:creationId xmlns:a16="http://schemas.microsoft.com/office/drawing/2014/main" id="{8DE617EB-FF17-A4A7-6E24-0F0809DE1359}"/>
              </a:ext>
            </a:extLst>
          </p:cNvPr>
          <p:cNvSpPr>
            <a:spLocks noGrp="1"/>
          </p:cNvSpPr>
          <p:nvPr>
            <p:ph idx="1"/>
          </p:nvPr>
        </p:nvSpPr>
        <p:spPr/>
        <p:txBody>
          <a:bodyPr>
            <a:normAutofit fontScale="92500"/>
          </a:bodyPr>
          <a:lstStyle/>
          <a:p>
            <a:r>
              <a:rPr lang="en-US" dirty="0"/>
              <a:t>The frequency is denoted as Hertz (Hz.) One Hz is equal to one wave per second. </a:t>
            </a:r>
          </a:p>
          <a:p>
            <a:r>
              <a:rPr lang="en-US" dirty="0"/>
              <a:t>The human ear can hear frequencies from about 20 to 20,000 Hz, but this range is reduced with age and other subjective factors.</a:t>
            </a:r>
          </a:p>
          <a:p>
            <a:r>
              <a:rPr lang="en-US" dirty="0"/>
              <a:t>The range of vibrations below 20 Hz are infra-audible; and those above 20.000 Hz ultra-sonic. </a:t>
            </a:r>
          </a:p>
          <a:p>
            <a:r>
              <a:rPr lang="en-US" dirty="0"/>
              <a:t>Sometimes noise is expressed in psycho-acoustic terms – the phon. The </a:t>
            </a:r>
            <a:r>
              <a:rPr lang="en-US" dirty="0" err="1"/>
              <a:t>phon</a:t>
            </a:r>
            <a:r>
              <a:rPr lang="en-US" dirty="0"/>
              <a:t> is a </a:t>
            </a:r>
            <a:r>
              <a:rPr lang="en-US" dirty="0" err="1"/>
              <a:t>psyho-acouslic</a:t>
            </a:r>
            <a:r>
              <a:rPr lang="en-US" dirty="0"/>
              <a:t> index of loudness. It takes into consideration intensity and frequency.</a:t>
            </a:r>
          </a:p>
        </p:txBody>
      </p:sp>
    </p:spTree>
    <p:extLst>
      <p:ext uri="{BB962C8B-B14F-4D97-AF65-F5344CB8AC3E}">
        <p14:creationId xmlns:p14="http://schemas.microsoft.com/office/powerpoint/2010/main" val="4290256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Noise-Induced Hearing Loss [Causes, Symptoms, Treatment] | ZipHearing">
            <a:extLst>
              <a:ext uri="{FF2B5EF4-FFF2-40B4-BE49-F238E27FC236}">
                <a16:creationId xmlns:a16="http://schemas.microsoft.com/office/drawing/2014/main" id="{44F2FF61-901B-263B-8FB7-797A81852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571" r="8444"/>
          <a:stretch/>
        </p:blipFill>
        <p:spPr bwMode="auto">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a:noFill/>
          <a:extLst>
            <a:ext uri="{909E8E84-426E-40DD-AFC4-6F175D3DCCD1}">
              <a14:hiddenFill xmlns:a14="http://schemas.microsoft.com/office/drawing/2010/main">
                <a:solidFill>
                  <a:srgbClr val="FFFFFF"/>
                </a:solidFill>
              </a14:hiddenFill>
            </a:ext>
          </a:extLst>
        </p:spPr>
      </p:pic>
      <p:grpSp>
        <p:nvGrpSpPr>
          <p:cNvPr id="1033" name="Group 1032">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1034"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035"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36"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037"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038"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039"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C4CF140B-6213-51B0-3A61-4E0E5539A497}"/>
              </a:ext>
            </a:extLst>
          </p:cNvPr>
          <p:cNvSpPr>
            <a:spLocks noGrp="1"/>
          </p:cNvSpPr>
          <p:nvPr>
            <p:ph type="title"/>
          </p:nvPr>
        </p:nvSpPr>
        <p:spPr>
          <a:xfrm>
            <a:off x="972080" y="685800"/>
            <a:ext cx="5260680" cy="1752599"/>
          </a:xfrm>
        </p:spPr>
        <p:txBody>
          <a:bodyPr>
            <a:normAutofit/>
          </a:bodyPr>
          <a:lstStyle/>
          <a:p>
            <a:pPr algn="l"/>
            <a:r>
              <a:rPr lang="en-US" dirty="0"/>
              <a:t>Instrument used for noise studies</a:t>
            </a:r>
            <a:endParaRPr lang="en-US"/>
          </a:p>
        </p:txBody>
      </p:sp>
      <p:sp>
        <p:nvSpPr>
          <p:cNvPr id="3" name="Content Placeholder 2">
            <a:extLst>
              <a:ext uri="{FF2B5EF4-FFF2-40B4-BE49-F238E27FC236}">
                <a16:creationId xmlns:a16="http://schemas.microsoft.com/office/drawing/2014/main" id="{5701EE55-3216-307D-338B-CFFE5B61749F}"/>
              </a:ext>
            </a:extLst>
          </p:cNvPr>
          <p:cNvSpPr>
            <a:spLocks noGrp="1"/>
          </p:cNvSpPr>
          <p:nvPr>
            <p:ph idx="1"/>
          </p:nvPr>
        </p:nvSpPr>
        <p:spPr>
          <a:xfrm>
            <a:off x="230717" y="1790700"/>
            <a:ext cx="5865283" cy="4781549"/>
          </a:xfrm>
        </p:spPr>
        <p:txBody>
          <a:bodyPr>
            <a:normAutofit/>
          </a:bodyPr>
          <a:lstStyle/>
          <a:p>
            <a:pPr>
              <a:lnSpc>
                <a:spcPct val="90000"/>
              </a:lnSpc>
            </a:pPr>
            <a:r>
              <a:rPr lang="en-US" sz="1800" dirty="0"/>
              <a:t>The “</a:t>
            </a:r>
            <a:r>
              <a:rPr lang="en-US" sz="1800" b="1" dirty="0"/>
              <a:t>Sound Level Meter</a:t>
            </a:r>
            <a:r>
              <a:rPr lang="en-US" sz="1800" dirty="0"/>
              <a:t>” which measures the intensity of sound in dB or dB (A).</a:t>
            </a:r>
          </a:p>
          <a:p>
            <a:pPr>
              <a:lnSpc>
                <a:spcPct val="90000"/>
              </a:lnSpc>
            </a:pPr>
            <a:r>
              <a:rPr lang="en-US" sz="1800" dirty="0"/>
              <a:t>The “</a:t>
            </a:r>
            <a:r>
              <a:rPr lang="en-US" sz="1800" b="1" dirty="0"/>
              <a:t>Octave Band Frequency Analyzer</a:t>
            </a:r>
            <a:r>
              <a:rPr lang="en-US" sz="1800" dirty="0"/>
              <a:t>” which measures the noise in octave bands. The resulting plot shows the “sound spectrum and indicates the characteristics of the noise, whether it is mainly high pitched, low-pitched or of variable pitch,</a:t>
            </a:r>
          </a:p>
          <a:p>
            <a:pPr>
              <a:lnSpc>
                <a:spcPct val="90000"/>
              </a:lnSpc>
            </a:pPr>
            <a:r>
              <a:rPr lang="en-US" sz="1800" dirty="0"/>
              <a:t>The “</a:t>
            </a:r>
            <a:r>
              <a:rPr lang="en-US" sz="1800" b="1" dirty="0"/>
              <a:t>Audiometer</a:t>
            </a:r>
            <a:r>
              <a:rPr lang="en-US" sz="1800" dirty="0"/>
              <a:t>” which measures the hearing ability. </a:t>
            </a:r>
          </a:p>
          <a:p>
            <a:pPr lvl="1">
              <a:lnSpc>
                <a:spcPct val="90000"/>
              </a:lnSpc>
            </a:pPr>
            <a:r>
              <a:rPr lang="en-US" sz="1800" dirty="0"/>
              <a:t>The zero line at the top in the audiogram represents normal hearing.</a:t>
            </a:r>
          </a:p>
          <a:p>
            <a:pPr lvl="1">
              <a:lnSpc>
                <a:spcPct val="90000"/>
              </a:lnSpc>
            </a:pPr>
            <a:r>
              <a:rPr lang="en-US" sz="1800" dirty="0"/>
              <a:t>Noise-induced hearing loss shows a characteristic dip in the curve at the 4000 Hz frequency.</a:t>
            </a:r>
          </a:p>
        </p:txBody>
      </p:sp>
    </p:spTree>
    <p:extLst>
      <p:ext uri="{BB962C8B-B14F-4D97-AF65-F5344CB8AC3E}">
        <p14:creationId xmlns:p14="http://schemas.microsoft.com/office/powerpoint/2010/main" val="241329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4E126E0-A3FC-3CB8-C3F7-906D91ED1AA2}"/>
              </a:ext>
            </a:extLst>
          </p:cNvPr>
          <p:cNvSpPr>
            <a:spLocks noGrp="1"/>
          </p:cNvSpPr>
          <p:nvPr>
            <p:ph type="title"/>
          </p:nvPr>
        </p:nvSpPr>
        <p:spPr>
          <a:xfrm>
            <a:off x="535021" y="685800"/>
            <a:ext cx="2639962" cy="5105400"/>
          </a:xfrm>
        </p:spPr>
        <p:txBody>
          <a:bodyPr>
            <a:normAutofit/>
          </a:bodyPr>
          <a:lstStyle/>
          <a:p>
            <a:r>
              <a:rPr lang="en-US">
                <a:solidFill>
                  <a:srgbClr val="FFFFFF"/>
                </a:solidFill>
              </a:rPr>
              <a:t>Noise exposure – auditory effect</a:t>
            </a: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10" name="Content Placeholder 2">
            <a:extLst>
              <a:ext uri="{FF2B5EF4-FFF2-40B4-BE49-F238E27FC236}">
                <a16:creationId xmlns:a16="http://schemas.microsoft.com/office/drawing/2014/main" id="{7B37344D-79A5-D204-2A06-25A7417F87BE}"/>
              </a:ext>
            </a:extLst>
          </p:cNvPr>
          <p:cNvGraphicFramePr>
            <a:graphicFrameLocks noGrp="1"/>
          </p:cNvGraphicFramePr>
          <p:nvPr>
            <p:ph idx="1"/>
            <p:extLst>
              <p:ext uri="{D42A27DB-BD31-4B8C-83A1-F6EECF244321}">
                <p14:modId xmlns:p14="http://schemas.microsoft.com/office/powerpoint/2010/main" val="712246456"/>
              </p:ext>
            </p:extLst>
          </p:nvPr>
        </p:nvGraphicFramePr>
        <p:xfrm>
          <a:off x="3918857" y="0"/>
          <a:ext cx="8273143"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1201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sp useBgFill="1">
        <p:nvSpPr>
          <p:cNvPr id="10" name="Freeform: Shape 9">
            <a:extLst>
              <a:ext uri="{FF2B5EF4-FFF2-40B4-BE49-F238E27FC236}">
                <a16:creationId xmlns:a16="http://schemas.microsoft.com/office/drawing/2014/main" id="{B1BDB70B-F0E6-4867-818F-C582494FB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7083" y="0"/>
            <a:ext cx="11134917" cy="6858000"/>
          </a:xfrm>
          <a:custGeom>
            <a:avLst/>
            <a:gdLst>
              <a:gd name="connsiteX0" fmla="*/ 7627977 w 11134917"/>
              <a:gd name="connsiteY0" fmla="*/ 0 h 6858000"/>
              <a:gd name="connsiteX1" fmla="*/ 8129873 w 11134917"/>
              <a:gd name="connsiteY1" fmla="*/ 0 h 6858000"/>
              <a:gd name="connsiteX2" fmla="*/ 11134917 w 11134917"/>
              <a:gd name="connsiteY2" fmla="*/ 0 h 6858000"/>
              <a:gd name="connsiteX3" fmla="*/ 11134917 w 11134917"/>
              <a:gd name="connsiteY3" fmla="*/ 6858000 h 6858000"/>
              <a:gd name="connsiteX4" fmla="*/ 8129873 w 11134917"/>
              <a:gd name="connsiteY4" fmla="*/ 6858000 h 6858000"/>
              <a:gd name="connsiteX5" fmla="*/ 7627977 w 11134917"/>
              <a:gd name="connsiteY5" fmla="*/ 6858000 h 6858000"/>
              <a:gd name="connsiteX6" fmla="*/ 7627977 w 11134917"/>
              <a:gd name="connsiteY6" fmla="*/ 6857419 h 6858000"/>
              <a:gd name="connsiteX7" fmla="*/ 1921931 w 11134917"/>
              <a:gd name="connsiteY7" fmla="*/ 6850814 h 6858000"/>
              <a:gd name="connsiteX8" fmla="*/ 0 w 11134917"/>
              <a:gd name="connsiteY8" fmla="*/ 5325357 h 6858000"/>
              <a:gd name="connsiteX9" fmla="*/ 838199 w 11134917"/>
              <a:gd name="connsiteY9" fmla="*/ 7331 h 6858000"/>
              <a:gd name="connsiteX10" fmla="*/ 7627977 w 11134917"/>
              <a:gd name="connsiteY10" fmla="*/ 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34917" h="6858000">
                <a:moveTo>
                  <a:pt x="7627977" y="0"/>
                </a:moveTo>
                <a:lnTo>
                  <a:pt x="8129873" y="0"/>
                </a:lnTo>
                <a:lnTo>
                  <a:pt x="11134917" y="0"/>
                </a:lnTo>
                <a:lnTo>
                  <a:pt x="11134917" y="6858000"/>
                </a:lnTo>
                <a:lnTo>
                  <a:pt x="8129873" y="6858000"/>
                </a:lnTo>
                <a:lnTo>
                  <a:pt x="7627977" y="6858000"/>
                </a:lnTo>
                <a:lnTo>
                  <a:pt x="7627977" y="6857419"/>
                </a:lnTo>
                <a:lnTo>
                  <a:pt x="1921931" y="6850814"/>
                </a:lnTo>
                <a:lnTo>
                  <a:pt x="0" y="5325357"/>
                </a:lnTo>
                <a:lnTo>
                  <a:pt x="838199" y="7331"/>
                </a:lnTo>
                <a:lnTo>
                  <a:pt x="7627977" y="50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E52C707-F508-47B5-8864-8CC3EE0F0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025" y="0"/>
            <a:ext cx="2436813" cy="6858001"/>
            <a:chOff x="1320800" y="0"/>
            <a:chExt cx="2436813" cy="6858001"/>
          </a:xfrm>
        </p:grpSpPr>
        <p:sp>
          <p:nvSpPr>
            <p:cNvPr id="21" name="Freeform 6">
              <a:extLst>
                <a:ext uri="{FF2B5EF4-FFF2-40B4-BE49-F238E27FC236}">
                  <a16:creationId xmlns:a16="http://schemas.microsoft.com/office/drawing/2014/main" id="{066B5DD9-1C9B-4957-AF7C-8E11C7E88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2" name="Freeform 7">
              <a:extLst>
                <a:ext uri="{FF2B5EF4-FFF2-40B4-BE49-F238E27FC236}">
                  <a16:creationId xmlns:a16="http://schemas.microsoft.com/office/drawing/2014/main" id="{8DF9D480-2CEE-4037-8C1B-638068630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3" name="Freeform 8">
              <a:extLst>
                <a:ext uri="{FF2B5EF4-FFF2-40B4-BE49-F238E27FC236}">
                  <a16:creationId xmlns:a16="http://schemas.microsoft.com/office/drawing/2014/main" id="{EBF6F7B8-E51D-495D-B944-B8E2E84C5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4" name="Freeform 9">
              <a:extLst>
                <a:ext uri="{FF2B5EF4-FFF2-40B4-BE49-F238E27FC236}">
                  <a16:creationId xmlns:a16="http://schemas.microsoft.com/office/drawing/2014/main" id="{F43BB0F7-F9F4-4CFA-9277-2B671DC70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5" name="Freeform 10">
              <a:extLst>
                <a:ext uri="{FF2B5EF4-FFF2-40B4-BE49-F238E27FC236}">
                  <a16:creationId xmlns:a16="http://schemas.microsoft.com/office/drawing/2014/main" id="{D51F18A6-D926-4462-B110-63097184F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6" name="Freeform 11">
              <a:extLst>
                <a:ext uri="{FF2B5EF4-FFF2-40B4-BE49-F238E27FC236}">
                  <a16:creationId xmlns:a16="http://schemas.microsoft.com/office/drawing/2014/main" id="{ED77B4F5-55D8-444A-9EFF-CAAA8CD69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C169A986-DE1A-519A-EDD0-01E86197AB4A}"/>
              </a:ext>
            </a:extLst>
          </p:cNvPr>
          <p:cNvSpPr>
            <a:spLocks noGrp="1"/>
          </p:cNvSpPr>
          <p:nvPr>
            <p:ph type="title"/>
          </p:nvPr>
        </p:nvSpPr>
        <p:spPr>
          <a:xfrm>
            <a:off x="3230030" y="-88490"/>
            <a:ext cx="7904887" cy="1213391"/>
          </a:xfrm>
          <a:effectLst/>
        </p:spPr>
        <p:txBody>
          <a:bodyPr anchor="ctr">
            <a:normAutofit/>
          </a:bodyPr>
          <a:lstStyle/>
          <a:p>
            <a:pPr algn="l"/>
            <a:r>
              <a:rPr lang="en-US" sz="3200" b="1" u="sng" dirty="0">
                <a:solidFill>
                  <a:schemeClr val="tx2"/>
                </a:solidFill>
              </a:rPr>
              <a:t>Noise exposure – Non auditory effects</a:t>
            </a:r>
          </a:p>
        </p:txBody>
      </p:sp>
      <p:sp>
        <p:nvSpPr>
          <p:cNvPr id="27" name="Content Placeholder 2">
            <a:extLst>
              <a:ext uri="{FF2B5EF4-FFF2-40B4-BE49-F238E27FC236}">
                <a16:creationId xmlns:a16="http://schemas.microsoft.com/office/drawing/2014/main" id="{A0A203E1-E6B0-F617-D398-134C6393C842}"/>
              </a:ext>
            </a:extLst>
          </p:cNvPr>
          <p:cNvSpPr>
            <a:spLocks noGrp="1"/>
          </p:cNvSpPr>
          <p:nvPr>
            <p:ph idx="1"/>
          </p:nvPr>
        </p:nvSpPr>
        <p:spPr>
          <a:xfrm>
            <a:off x="1892727" y="952501"/>
            <a:ext cx="9887247" cy="5684156"/>
          </a:xfrm>
        </p:spPr>
        <p:txBody>
          <a:bodyPr anchor="ctr">
            <a:normAutofit fontScale="92500"/>
          </a:bodyPr>
          <a:lstStyle/>
          <a:p>
            <a:pPr>
              <a:lnSpc>
                <a:spcPct val="90000"/>
              </a:lnSpc>
            </a:pPr>
            <a:r>
              <a:rPr lang="en-US" sz="2600" b="1" dirty="0"/>
              <a:t>Interference with speech </a:t>
            </a:r>
            <a:r>
              <a:rPr lang="en-US" sz="2600" dirty="0"/>
              <a:t>: Noise interferes with speech communication. </a:t>
            </a:r>
          </a:p>
          <a:p>
            <a:pPr lvl="1">
              <a:lnSpc>
                <a:spcPct val="90000"/>
              </a:lnSpc>
            </a:pPr>
            <a:r>
              <a:rPr lang="en-US" sz="2400" dirty="0"/>
              <a:t>In everyday life, the frequencies causing most disturbance to speech communication lie in the 300-500 Hz range. Such frequencies are commonly present in noise produced by road and air traffic.  </a:t>
            </a:r>
          </a:p>
          <a:p>
            <a:pPr lvl="1">
              <a:lnSpc>
                <a:spcPct val="90000"/>
              </a:lnSpc>
            </a:pPr>
            <a:r>
              <a:rPr lang="en-US" sz="2400" dirty="0"/>
              <a:t>For good speech intelligibility, it is considered that the speech sound level must exceed the SIL (Speech Interference Level) by approximately 12 </a:t>
            </a:r>
            <a:r>
              <a:rPr lang="en-US" sz="2400" dirty="0" err="1"/>
              <a:t>dB.</a:t>
            </a:r>
            <a:endParaRPr lang="en-US" sz="2400" dirty="0"/>
          </a:p>
          <a:p>
            <a:pPr>
              <a:lnSpc>
                <a:spcPct val="90000"/>
              </a:lnSpc>
            </a:pPr>
            <a:r>
              <a:rPr lang="en-US" sz="2600" b="1" dirty="0"/>
              <a:t>Annoyance</a:t>
            </a:r>
            <a:r>
              <a:rPr lang="en-US" sz="2600" dirty="0"/>
              <a:t> : This is primarily a psychological response. </a:t>
            </a:r>
          </a:p>
          <a:p>
            <a:pPr lvl="1">
              <a:lnSpc>
                <a:spcPct val="90000"/>
              </a:lnSpc>
            </a:pPr>
            <a:r>
              <a:rPr lang="en-US" sz="2400" dirty="0"/>
              <a:t>Neurotic people are more sensitive to noise than balanced people. </a:t>
            </a:r>
          </a:p>
          <a:p>
            <a:pPr lvl="1">
              <a:lnSpc>
                <a:spcPct val="90000"/>
              </a:lnSpc>
            </a:pPr>
            <a:r>
              <a:rPr lang="en-US" sz="2400" dirty="0"/>
              <a:t>Workmen exposed to higher intensity of noise in occupational capacities, were often irritated, short temped and impatient and more likely to resort to agitation and disrupt production.</a:t>
            </a:r>
          </a:p>
          <a:p>
            <a:pPr>
              <a:lnSpc>
                <a:spcPct val="90000"/>
              </a:lnSpc>
            </a:pPr>
            <a:r>
              <a:rPr lang="en-US" sz="2600" b="1" dirty="0"/>
              <a:t>Efficiency </a:t>
            </a:r>
            <a:r>
              <a:rPr lang="en-US" sz="2600" dirty="0"/>
              <a:t>: Where men a concentration is to be undertaken, a low level of noise is always desired. </a:t>
            </a:r>
          </a:p>
          <a:p>
            <a:pPr lvl="1">
              <a:lnSpc>
                <a:spcPct val="90000"/>
              </a:lnSpc>
            </a:pPr>
            <a:r>
              <a:rPr lang="en-US" sz="2400" dirty="0"/>
              <a:t>Reduction in noise has been found to increase work output.</a:t>
            </a:r>
          </a:p>
        </p:txBody>
      </p:sp>
    </p:spTree>
    <p:extLst>
      <p:ext uri="{BB962C8B-B14F-4D97-AF65-F5344CB8AC3E}">
        <p14:creationId xmlns:p14="http://schemas.microsoft.com/office/powerpoint/2010/main" val="414937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12"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6"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7"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8"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9"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C169A986-DE1A-519A-EDD0-01E86197AB4A}"/>
              </a:ext>
            </a:extLst>
          </p:cNvPr>
          <p:cNvSpPr>
            <a:spLocks noGrp="1"/>
          </p:cNvSpPr>
          <p:nvPr>
            <p:ph type="title"/>
          </p:nvPr>
        </p:nvSpPr>
        <p:spPr>
          <a:xfrm>
            <a:off x="3962399" y="685800"/>
            <a:ext cx="7345891" cy="1413933"/>
          </a:xfrm>
        </p:spPr>
        <p:txBody>
          <a:bodyPr>
            <a:normAutofit/>
          </a:bodyPr>
          <a:lstStyle/>
          <a:p>
            <a:r>
              <a:rPr lang="en-US" dirty="0"/>
              <a:t>Noise exposure – Non auditory effects</a:t>
            </a:r>
          </a:p>
        </p:txBody>
      </p:sp>
      <p:pic>
        <p:nvPicPr>
          <p:cNvPr id="5" name="Picture 4" descr="Zigzag indicator line">
            <a:extLst>
              <a:ext uri="{FF2B5EF4-FFF2-40B4-BE49-F238E27FC236}">
                <a16:creationId xmlns:a16="http://schemas.microsoft.com/office/drawing/2014/main" id="{1C41864C-3B8B-2C0F-9EBD-6940A550FFA9}"/>
              </a:ext>
            </a:extLst>
          </p:cNvPr>
          <p:cNvPicPr>
            <a:picLocks noChangeAspect="1"/>
          </p:cNvPicPr>
          <p:nvPr/>
        </p:nvPicPr>
        <p:blipFill>
          <a:blip r:embed="rId3"/>
          <a:srcRect l="30742" r="35589" b="-1"/>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A0A203E1-E6B0-F617-D398-134C6393C842}"/>
              </a:ext>
            </a:extLst>
          </p:cNvPr>
          <p:cNvSpPr>
            <a:spLocks noGrp="1"/>
          </p:cNvSpPr>
          <p:nvPr>
            <p:ph idx="1"/>
          </p:nvPr>
        </p:nvSpPr>
        <p:spPr>
          <a:xfrm>
            <a:off x="3843867" y="2048933"/>
            <a:ext cx="7659156" cy="4809067"/>
          </a:xfrm>
        </p:spPr>
        <p:txBody>
          <a:bodyPr>
            <a:normAutofit/>
          </a:bodyPr>
          <a:lstStyle/>
          <a:p>
            <a:pPr>
              <a:lnSpc>
                <a:spcPct val="90000"/>
              </a:lnSpc>
            </a:pPr>
            <a:r>
              <a:rPr lang="en-US" dirty="0"/>
              <a:t>Several temporary physiological changes occur in the human body as a direct result of noise exposure. </a:t>
            </a:r>
          </a:p>
          <a:p>
            <a:pPr lvl="1">
              <a:lnSpc>
                <a:spcPct val="90000"/>
              </a:lnSpc>
            </a:pPr>
            <a:r>
              <a:rPr lang="en-US" sz="1800" dirty="0"/>
              <a:t>Rise in blood pressure, </a:t>
            </a:r>
          </a:p>
          <a:p>
            <a:pPr lvl="1">
              <a:lnSpc>
                <a:spcPct val="90000"/>
              </a:lnSpc>
            </a:pPr>
            <a:r>
              <a:rPr lang="en-US" sz="1800" dirty="0"/>
              <a:t>Rise in intracranial pressure, </a:t>
            </a:r>
          </a:p>
          <a:p>
            <a:pPr lvl="1">
              <a:lnSpc>
                <a:spcPct val="90000"/>
              </a:lnSpc>
            </a:pPr>
            <a:r>
              <a:rPr lang="en-US" sz="1800" dirty="0"/>
              <a:t>An increase in heart rate and breathing </a:t>
            </a:r>
          </a:p>
          <a:p>
            <a:pPr lvl="1">
              <a:lnSpc>
                <a:spcPct val="90000"/>
              </a:lnSpc>
            </a:pPr>
            <a:r>
              <a:rPr lang="en-US" sz="1800" dirty="0"/>
              <a:t>An increase in sweating. </a:t>
            </a:r>
          </a:p>
          <a:p>
            <a:pPr lvl="1">
              <a:lnSpc>
                <a:spcPct val="90000"/>
              </a:lnSpc>
            </a:pPr>
            <a:r>
              <a:rPr lang="en-US" sz="1800" dirty="0"/>
              <a:t>General symptoms such as giddiness, nausea and fatigue may also occur. </a:t>
            </a:r>
          </a:p>
          <a:p>
            <a:pPr lvl="1">
              <a:lnSpc>
                <a:spcPct val="90000"/>
              </a:lnSpc>
            </a:pPr>
            <a:r>
              <a:rPr lang="en-US" sz="1800" dirty="0"/>
              <a:t>Noise interferes with sleep. </a:t>
            </a:r>
          </a:p>
          <a:p>
            <a:pPr lvl="1">
              <a:lnSpc>
                <a:spcPct val="90000"/>
              </a:lnSpc>
            </a:pPr>
            <a:r>
              <a:rPr lang="en-US" sz="1800" dirty="0"/>
              <a:t>Noise is also said to cause visual disturbance. It is said to cause a narrowing of pupil, affect </a:t>
            </a:r>
            <a:r>
              <a:rPr lang="en-US" sz="1800" dirty="0" err="1"/>
              <a:t>colour</a:t>
            </a:r>
            <a:r>
              <a:rPr lang="en-US" sz="1800" dirty="0"/>
              <a:t> perception and reduce night vision.</a:t>
            </a:r>
          </a:p>
          <a:p>
            <a:pPr>
              <a:lnSpc>
                <a:spcPct val="90000"/>
              </a:lnSpc>
            </a:pPr>
            <a:r>
              <a:rPr lang="en-US" dirty="0"/>
              <a:t>Besides affecting health, noise is also a significant factor in economic losses. The potential cost of noise induced hearing loss to industry is quite great.</a:t>
            </a:r>
          </a:p>
        </p:txBody>
      </p:sp>
    </p:spTree>
    <p:extLst>
      <p:ext uri="{BB962C8B-B14F-4D97-AF65-F5344CB8AC3E}">
        <p14:creationId xmlns:p14="http://schemas.microsoft.com/office/powerpoint/2010/main" val="1328378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472BE-1D8A-4712-62DE-99B56656B63B}"/>
              </a:ext>
            </a:extLst>
          </p:cNvPr>
          <p:cNvSpPr>
            <a:spLocks noGrp="1"/>
          </p:cNvSpPr>
          <p:nvPr>
            <p:ph type="title"/>
          </p:nvPr>
        </p:nvSpPr>
        <p:spPr>
          <a:xfrm>
            <a:off x="1484311" y="685800"/>
            <a:ext cx="10018713" cy="780143"/>
          </a:xfrm>
        </p:spPr>
        <p:txBody>
          <a:bodyPr/>
          <a:lstStyle/>
          <a:p>
            <a:r>
              <a:rPr lang="en-US" dirty="0"/>
              <a:t>Control of noise</a:t>
            </a:r>
          </a:p>
        </p:txBody>
      </p:sp>
      <p:sp>
        <p:nvSpPr>
          <p:cNvPr id="3" name="Content Placeholder 2">
            <a:extLst>
              <a:ext uri="{FF2B5EF4-FFF2-40B4-BE49-F238E27FC236}">
                <a16:creationId xmlns:a16="http://schemas.microsoft.com/office/drawing/2014/main" id="{4ED69EAC-D065-4E3E-7A6E-9BE131A73F3A}"/>
              </a:ext>
            </a:extLst>
          </p:cNvPr>
          <p:cNvSpPr>
            <a:spLocks noGrp="1"/>
          </p:cNvSpPr>
          <p:nvPr>
            <p:ph idx="1"/>
          </p:nvPr>
        </p:nvSpPr>
        <p:spPr>
          <a:xfrm>
            <a:off x="1484310" y="1465943"/>
            <a:ext cx="10018713" cy="4818743"/>
          </a:xfrm>
        </p:spPr>
        <p:txBody>
          <a:bodyPr>
            <a:normAutofit fontScale="85000" lnSpcReduction="10000"/>
          </a:bodyPr>
          <a:lstStyle/>
          <a:p>
            <a:r>
              <a:rPr lang="en-US" dirty="0"/>
              <a:t>CAREFUL PLANNING OF CITIES : </a:t>
            </a:r>
          </a:p>
          <a:p>
            <a:pPr lvl="1"/>
            <a:r>
              <a:rPr lang="en-US" dirty="0"/>
              <a:t>Division of the city into zones with separation of areas concerned with industry and transport;</a:t>
            </a:r>
          </a:p>
          <a:p>
            <a:pPr lvl="1"/>
            <a:r>
              <a:rPr lang="en-US" dirty="0"/>
              <a:t>The separation of residential areas from the main streets by means of wide green belts. House fronts should lie not less than 15 </a:t>
            </a:r>
            <a:r>
              <a:rPr lang="en-US" dirty="0" err="1"/>
              <a:t>metres</a:t>
            </a:r>
            <a:r>
              <a:rPr lang="en-US" dirty="0"/>
              <a:t> from the road and the intervening space should be thickly planted with trees and bushes. </a:t>
            </a:r>
          </a:p>
          <a:p>
            <a:pPr lvl="1"/>
            <a:r>
              <a:rPr lang="en-US" dirty="0"/>
              <a:t>Widening of main streets to reduce the level of noise penetration into dwellings.</a:t>
            </a:r>
          </a:p>
          <a:p>
            <a:r>
              <a:rPr lang="en-US" dirty="0"/>
              <a:t>CONTROL OF VEHICLES : </a:t>
            </a:r>
          </a:p>
          <a:p>
            <a:pPr lvl="1"/>
            <a:r>
              <a:rPr lang="en-US" dirty="0"/>
              <a:t>Heavy vehicles should not be routed into narrow streets. Vehicular traffic on residential streets should be reduced. Indiscriminate blowing of the horn and use of pressure horn should be prohibited.</a:t>
            </a:r>
          </a:p>
          <a:p>
            <a:r>
              <a:rPr lang="en-US" dirty="0"/>
              <a:t>TO IMPROVE ACOUSTIC INSULATION OF BUILDING :</a:t>
            </a:r>
          </a:p>
          <a:p>
            <a:pPr lvl="1"/>
            <a:r>
              <a:rPr lang="en-US" dirty="0"/>
              <a:t>From the acoustic standpoint, the best arrangement is construction of detached buildings rather than a single large building or one that is continuous. </a:t>
            </a:r>
          </a:p>
          <a:p>
            <a:pPr lvl="1"/>
            <a:r>
              <a:rPr lang="en-US" dirty="0"/>
              <a:t>Installations that produce noise or disturb the occupants within dwellings should be prohibited. </a:t>
            </a:r>
          </a:p>
          <a:p>
            <a:pPr lvl="1"/>
            <a:r>
              <a:rPr lang="en-US" dirty="0"/>
              <a:t>Buildings should be sound-proof where necessary.</a:t>
            </a:r>
          </a:p>
        </p:txBody>
      </p:sp>
    </p:spTree>
    <p:extLst>
      <p:ext uri="{BB962C8B-B14F-4D97-AF65-F5344CB8AC3E}">
        <p14:creationId xmlns:p14="http://schemas.microsoft.com/office/powerpoint/2010/main" val="175282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472BE-1D8A-4712-62DE-99B56656B63B}"/>
              </a:ext>
            </a:extLst>
          </p:cNvPr>
          <p:cNvSpPr>
            <a:spLocks noGrp="1"/>
          </p:cNvSpPr>
          <p:nvPr>
            <p:ph type="title"/>
          </p:nvPr>
        </p:nvSpPr>
        <p:spPr>
          <a:xfrm>
            <a:off x="1484311" y="685800"/>
            <a:ext cx="10018713" cy="780143"/>
          </a:xfrm>
        </p:spPr>
        <p:txBody>
          <a:bodyPr/>
          <a:lstStyle/>
          <a:p>
            <a:r>
              <a:rPr lang="en-US" dirty="0"/>
              <a:t>Control of noise</a:t>
            </a:r>
          </a:p>
        </p:txBody>
      </p:sp>
      <p:sp>
        <p:nvSpPr>
          <p:cNvPr id="3" name="Content Placeholder 2">
            <a:extLst>
              <a:ext uri="{FF2B5EF4-FFF2-40B4-BE49-F238E27FC236}">
                <a16:creationId xmlns:a16="http://schemas.microsoft.com/office/drawing/2014/main" id="{4ED69EAC-D065-4E3E-7A6E-9BE131A73F3A}"/>
              </a:ext>
            </a:extLst>
          </p:cNvPr>
          <p:cNvSpPr>
            <a:spLocks noGrp="1"/>
          </p:cNvSpPr>
          <p:nvPr>
            <p:ph idx="1"/>
          </p:nvPr>
        </p:nvSpPr>
        <p:spPr>
          <a:xfrm>
            <a:off x="1484310" y="1465943"/>
            <a:ext cx="10018713" cy="4818743"/>
          </a:xfrm>
        </p:spPr>
        <p:txBody>
          <a:bodyPr>
            <a:normAutofit fontScale="77500" lnSpcReduction="20000"/>
          </a:bodyPr>
          <a:lstStyle/>
          <a:p>
            <a:r>
              <a:rPr lang="en-US" dirty="0"/>
              <a:t>INDUSTRIES AND RAILWAYS : </a:t>
            </a:r>
          </a:p>
          <a:p>
            <a:pPr lvl="1"/>
            <a:r>
              <a:rPr lang="en-US" dirty="0"/>
              <a:t>Control of noise at source is possible in industries. </a:t>
            </a:r>
          </a:p>
          <a:p>
            <a:pPr lvl="1"/>
            <a:r>
              <a:rPr lang="en-US" dirty="0"/>
              <a:t>Special areas must be earmarked, outside residential areas, for industries, for railways, marshalling yards and similar installations. </a:t>
            </a:r>
          </a:p>
          <a:p>
            <a:pPr lvl="1"/>
            <a:r>
              <a:rPr lang="en-US" dirty="0"/>
              <a:t>When these demands cannot be met, protective green belts must be laid down between the installations and residential areas.</a:t>
            </a:r>
          </a:p>
          <a:p>
            <a:r>
              <a:rPr lang="en-US" dirty="0"/>
              <a:t>PROTECTION OF EXPOSED PERSONS : Hearing protection is recommended for all workers who are consistently exposed to noise louder than 85 decibels in the frequency bands above 150 Hz. </a:t>
            </a:r>
          </a:p>
          <a:p>
            <a:pPr lvl="1"/>
            <a:r>
              <a:rPr lang="en-US" dirty="0"/>
              <a:t>Workers must be regularly rotated from noisy areas to comparatively quiet posts in factories. </a:t>
            </a:r>
          </a:p>
          <a:p>
            <a:pPr lvl="1"/>
            <a:r>
              <a:rPr lang="en-US" dirty="0"/>
              <a:t>Periodical audiogram check-ups and use of ear plugs, ear muffs are also essential as the situation demands.</a:t>
            </a:r>
          </a:p>
          <a:p>
            <a:r>
              <a:rPr lang="en-US" dirty="0"/>
              <a:t>LEGISLATION: Many states have adopted legislation providing for controls which are applicable to a wide variety of sources. </a:t>
            </a:r>
          </a:p>
          <a:p>
            <a:pPr lvl="1"/>
            <a:r>
              <a:rPr lang="en-US" dirty="0"/>
              <a:t>Workers have the right to claim compensation if they have suffered a loss of ability to understand speech.</a:t>
            </a:r>
          </a:p>
          <a:p>
            <a:r>
              <a:rPr lang="en-US" dirty="0"/>
              <a:t>EDUCATION : No noise abatement </a:t>
            </a:r>
            <a:r>
              <a:rPr lang="en-US" dirty="0" err="1"/>
              <a:t>programme</a:t>
            </a:r>
            <a:r>
              <a:rPr lang="en-US" dirty="0"/>
              <a:t> can succeed without people’s participation. Therefore, their education through all available media is needed to</a:t>
            </a:r>
          </a:p>
        </p:txBody>
      </p:sp>
    </p:spTree>
    <p:extLst>
      <p:ext uri="{BB962C8B-B14F-4D97-AF65-F5344CB8AC3E}">
        <p14:creationId xmlns:p14="http://schemas.microsoft.com/office/powerpoint/2010/main" val="1736469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79" name="Group 3078">
            <a:extLst>
              <a:ext uri="{FF2B5EF4-FFF2-40B4-BE49-F238E27FC236}">
                <a16:creationId xmlns:a16="http://schemas.microsoft.com/office/drawing/2014/main" id="{6ADA8EC3-01C5-453C-91A6-D01B9E15BF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3080" name="Freeform 6">
              <a:extLst>
                <a:ext uri="{FF2B5EF4-FFF2-40B4-BE49-F238E27FC236}">
                  <a16:creationId xmlns:a16="http://schemas.microsoft.com/office/drawing/2014/main" id="{9A1D7546-68ED-4F66-AA8D-D04BEAD39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081" name="Freeform 7">
              <a:extLst>
                <a:ext uri="{FF2B5EF4-FFF2-40B4-BE49-F238E27FC236}">
                  <a16:creationId xmlns:a16="http://schemas.microsoft.com/office/drawing/2014/main" id="{FCFE8A66-699D-4E05-B8FC-C31AE461D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082" name="Freeform 8">
              <a:extLst>
                <a:ext uri="{FF2B5EF4-FFF2-40B4-BE49-F238E27FC236}">
                  <a16:creationId xmlns:a16="http://schemas.microsoft.com/office/drawing/2014/main" id="{A124234B-D5D1-45F9-9B32-264F699BC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083" name="Freeform 9">
              <a:extLst>
                <a:ext uri="{FF2B5EF4-FFF2-40B4-BE49-F238E27FC236}">
                  <a16:creationId xmlns:a16="http://schemas.microsoft.com/office/drawing/2014/main" id="{7A0B0249-AEB7-44A1-BEC3-A0C07E9E3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084" name="Freeform 10">
              <a:extLst>
                <a:ext uri="{FF2B5EF4-FFF2-40B4-BE49-F238E27FC236}">
                  <a16:creationId xmlns:a16="http://schemas.microsoft.com/office/drawing/2014/main" id="{251D4BF9-284D-4B99-922C-BAB91FB2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085" name="Freeform 11">
              <a:extLst>
                <a:ext uri="{FF2B5EF4-FFF2-40B4-BE49-F238E27FC236}">
                  <a16:creationId xmlns:a16="http://schemas.microsoft.com/office/drawing/2014/main" id="{733E9BD1-CC4F-4B4B-A413-92D6B1F0B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pic>
        <p:nvPicPr>
          <p:cNvPr id="3074" name="Picture 2" descr="hearWHO, the new World Health Organisation hearing test app • Paramount ...">
            <a:extLst>
              <a:ext uri="{FF2B5EF4-FFF2-40B4-BE49-F238E27FC236}">
                <a16:creationId xmlns:a16="http://schemas.microsoft.com/office/drawing/2014/main" id="{B0F6599E-565D-C30A-18A3-2A8A44B2A84B}"/>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t="7149" b="3566"/>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978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64080D6-34DE-4277-97CC-2FB381284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Inside view of a red umbrella">
            <a:extLst>
              <a:ext uri="{FF2B5EF4-FFF2-40B4-BE49-F238E27FC236}">
                <a16:creationId xmlns:a16="http://schemas.microsoft.com/office/drawing/2014/main" id="{983349DB-331C-D6D7-9F41-F0D24D4882B4}"/>
              </a:ext>
            </a:extLst>
          </p:cNvPr>
          <p:cNvPicPr>
            <a:picLocks noChangeAspect="1"/>
          </p:cNvPicPr>
          <p:nvPr/>
        </p:nvPicPr>
        <p:blipFill>
          <a:blip r:embed="rId2">
            <a:alphaModFix amt="40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D893B8C1-4E2E-CC0B-BD6E-4BE1600904CF}"/>
              </a:ext>
            </a:extLst>
          </p:cNvPr>
          <p:cNvSpPr>
            <a:spLocks noGrp="1"/>
          </p:cNvSpPr>
          <p:nvPr>
            <p:ph type="ctrTitle"/>
          </p:nvPr>
        </p:nvSpPr>
        <p:spPr>
          <a:xfrm>
            <a:off x="2928401" y="1380068"/>
            <a:ext cx="8574622" cy="2616199"/>
          </a:xfrm>
        </p:spPr>
        <p:txBody>
          <a:bodyPr>
            <a:normAutofit/>
          </a:bodyPr>
          <a:lstStyle/>
          <a:p>
            <a:r>
              <a:rPr lang="en-US"/>
              <a:t>Radiation</a:t>
            </a:r>
            <a:endParaRPr lang="en-US" dirty="0"/>
          </a:p>
        </p:txBody>
      </p:sp>
      <p:sp>
        <p:nvSpPr>
          <p:cNvPr id="4" name="Subtitle 3">
            <a:extLst>
              <a:ext uri="{FF2B5EF4-FFF2-40B4-BE49-F238E27FC236}">
                <a16:creationId xmlns:a16="http://schemas.microsoft.com/office/drawing/2014/main" id="{DB69AFAD-0950-2443-291A-3F2640679E3C}"/>
              </a:ext>
            </a:extLst>
          </p:cNvPr>
          <p:cNvSpPr>
            <a:spLocks noGrp="1"/>
          </p:cNvSpPr>
          <p:nvPr>
            <p:ph type="subTitle" idx="1"/>
          </p:nvPr>
        </p:nvSpPr>
        <p:spPr>
          <a:xfrm>
            <a:off x="4515377" y="3996267"/>
            <a:ext cx="6987645" cy="1388534"/>
          </a:xfrm>
        </p:spPr>
        <p:txBody>
          <a:bodyPr>
            <a:normAutofit/>
          </a:bodyPr>
          <a:lstStyle/>
          <a:p>
            <a:endParaRPr lang="en-US"/>
          </a:p>
        </p:txBody>
      </p:sp>
    </p:spTree>
    <p:extLst>
      <p:ext uri="{BB962C8B-B14F-4D97-AF65-F5344CB8AC3E}">
        <p14:creationId xmlns:p14="http://schemas.microsoft.com/office/powerpoint/2010/main" val="102793023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E500B-C106-6B3E-6FE1-4DB77B8FB36D}"/>
              </a:ext>
            </a:extLst>
          </p:cNvPr>
          <p:cNvSpPr>
            <a:spLocks noGrp="1"/>
          </p:cNvSpPr>
          <p:nvPr>
            <p:ph type="title"/>
          </p:nvPr>
        </p:nvSpPr>
        <p:spPr>
          <a:xfrm>
            <a:off x="1484311" y="91576"/>
            <a:ext cx="10018713" cy="838201"/>
          </a:xfrm>
        </p:spPr>
        <p:txBody>
          <a:bodyPr>
            <a:normAutofit/>
          </a:bodyPr>
          <a:lstStyle/>
          <a:p>
            <a:r>
              <a:rPr lang="en-US" dirty="0"/>
              <a:t>Radiation</a:t>
            </a:r>
          </a:p>
        </p:txBody>
      </p:sp>
      <p:sp>
        <p:nvSpPr>
          <p:cNvPr id="3" name="Content Placeholder 2">
            <a:extLst>
              <a:ext uri="{FF2B5EF4-FFF2-40B4-BE49-F238E27FC236}">
                <a16:creationId xmlns:a16="http://schemas.microsoft.com/office/drawing/2014/main" id="{B2D5B7FC-5E72-859D-A9AD-F2D282C0CAF9}"/>
              </a:ext>
            </a:extLst>
          </p:cNvPr>
          <p:cNvSpPr>
            <a:spLocks noGrp="1"/>
          </p:cNvSpPr>
          <p:nvPr>
            <p:ph idx="1"/>
          </p:nvPr>
        </p:nvSpPr>
        <p:spPr>
          <a:xfrm>
            <a:off x="1484311" y="929777"/>
            <a:ext cx="7864820" cy="5928224"/>
          </a:xfrm>
        </p:spPr>
        <p:txBody>
          <a:bodyPr>
            <a:normAutofit/>
          </a:bodyPr>
          <a:lstStyle/>
          <a:p>
            <a:pPr>
              <a:lnSpc>
                <a:spcPct val="90000"/>
              </a:lnSpc>
            </a:pPr>
            <a:r>
              <a:rPr lang="en-US" sz="2800" dirty="0"/>
              <a:t>Radiation is the emission of energy as electromagnetic waves or as moving subatomic particles.</a:t>
            </a:r>
          </a:p>
          <a:p>
            <a:pPr>
              <a:lnSpc>
                <a:spcPct val="90000"/>
              </a:lnSpc>
            </a:pPr>
            <a:r>
              <a:rPr lang="en-US" sz="2800" dirty="0"/>
              <a:t>Types: Ionizing and Non-ionizing radiation.</a:t>
            </a:r>
          </a:p>
          <a:p>
            <a:pPr>
              <a:lnSpc>
                <a:spcPct val="90000"/>
              </a:lnSpc>
            </a:pPr>
            <a:r>
              <a:rPr lang="en-US" sz="2800" dirty="0"/>
              <a:t>Ionizing Radiation:</a:t>
            </a:r>
          </a:p>
          <a:p>
            <a:pPr lvl="1">
              <a:lnSpc>
                <a:spcPct val="90000"/>
              </a:lnSpc>
            </a:pPr>
            <a:r>
              <a:rPr lang="en-US" sz="2800" dirty="0"/>
              <a:t>Ability to penetrate tissues and deposit its energy within them.</a:t>
            </a:r>
          </a:p>
          <a:p>
            <a:pPr lvl="1">
              <a:lnSpc>
                <a:spcPct val="90000"/>
              </a:lnSpc>
            </a:pPr>
            <a:r>
              <a:rPr lang="en-US" sz="2800" dirty="0"/>
              <a:t>EM radiations - X-rays, gamma rays</a:t>
            </a:r>
          </a:p>
          <a:p>
            <a:pPr lvl="1">
              <a:lnSpc>
                <a:spcPct val="90000"/>
              </a:lnSpc>
            </a:pPr>
            <a:r>
              <a:rPr lang="en-US" sz="2800" dirty="0"/>
              <a:t>Corpuscular radiations - Alpha particles, beta particles.</a:t>
            </a:r>
          </a:p>
          <a:p>
            <a:pPr lvl="1">
              <a:lnSpc>
                <a:spcPct val="90000"/>
              </a:lnSpc>
            </a:pPr>
            <a:r>
              <a:rPr lang="en-US" sz="2800" dirty="0"/>
              <a:t>Effects: Can remove tightly bound electrons from atoms, creating ions.</a:t>
            </a:r>
          </a:p>
        </p:txBody>
      </p:sp>
      <p:pic>
        <p:nvPicPr>
          <p:cNvPr id="7" name="Graphic 6" descr="Radioactive Sign">
            <a:extLst>
              <a:ext uri="{FF2B5EF4-FFF2-40B4-BE49-F238E27FC236}">
                <a16:creationId xmlns:a16="http://schemas.microsoft.com/office/drawing/2014/main" id="{A79E8B6B-935A-17EA-AFED-C2A45D5424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9131" y="2535331"/>
            <a:ext cx="2717116" cy="271711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3762853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7AB9-F663-7385-64CC-D53163C7F18C}"/>
              </a:ext>
            </a:extLst>
          </p:cNvPr>
          <p:cNvSpPr>
            <a:spLocks noGrp="1"/>
          </p:cNvSpPr>
          <p:nvPr>
            <p:ph type="title"/>
          </p:nvPr>
        </p:nvSpPr>
        <p:spPr/>
        <p:txBody>
          <a:bodyPr/>
          <a:lstStyle/>
          <a:p>
            <a:pPr>
              <a:lnSpc>
                <a:spcPct val="90000"/>
              </a:lnSpc>
            </a:pPr>
            <a:r>
              <a:rPr lang="en-US" dirty="0"/>
              <a:t>Non-ionizing Radiation:</a:t>
            </a:r>
          </a:p>
        </p:txBody>
      </p:sp>
      <p:sp>
        <p:nvSpPr>
          <p:cNvPr id="3" name="Content Placeholder 2">
            <a:extLst>
              <a:ext uri="{FF2B5EF4-FFF2-40B4-BE49-F238E27FC236}">
                <a16:creationId xmlns:a16="http://schemas.microsoft.com/office/drawing/2014/main" id="{9A4B230D-55B6-F954-5A2F-40BC53F61838}"/>
              </a:ext>
            </a:extLst>
          </p:cNvPr>
          <p:cNvSpPr>
            <a:spLocks noGrp="1"/>
          </p:cNvSpPr>
          <p:nvPr>
            <p:ph idx="1"/>
          </p:nvPr>
        </p:nvSpPr>
        <p:spPr>
          <a:xfrm>
            <a:off x="1484310" y="1803400"/>
            <a:ext cx="10018713" cy="5054599"/>
          </a:xfrm>
        </p:spPr>
        <p:txBody>
          <a:bodyPr>
            <a:normAutofit/>
          </a:bodyPr>
          <a:lstStyle/>
          <a:p>
            <a:pPr lvl="1">
              <a:lnSpc>
                <a:spcPct val="90000"/>
              </a:lnSpc>
            </a:pPr>
            <a:r>
              <a:rPr lang="en-US" sz="2400" dirty="0"/>
              <a:t>Several forms of electromagnetic radiation of wavelengths longer than those of ionizing radiation. </a:t>
            </a:r>
          </a:p>
          <a:p>
            <a:pPr lvl="1">
              <a:lnSpc>
                <a:spcPct val="90000"/>
              </a:lnSpc>
            </a:pPr>
            <a:r>
              <a:rPr lang="en-US" sz="2400" dirty="0"/>
              <a:t>All non-ionizing forms of radiation have less energy than cosmic, gamma, and X-radiation have. </a:t>
            </a:r>
          </a:p>
          <a:p>
            <a:pPr lvl="1">
              <a:lnSpc>
                <a:spcPct val="90000"/>
              </a:lnSpc>
            </a:pPr>
            <a:r>
              <a:rPr lang="en-US" sz="2400" dirty="0"/>
              <a:t>In order of increasing wavelength, non-ionizing radiation includes</a:t>
            </a:r>
          </a:p>
          <a:p>
            <a:pPr lvl="1">
              <a:lnSpc>
                <a:spcPct val="90000"/>
              </a:lnSpc>
            </a:pPr>
            <a:r>
              <a:rPr lang="en-US" sz="2400" dirty="0"/>
              <a:t>Ultraviolet (UV) radiation, visible light, infrared radiation, microwave radiation and radio frequency radiation. Effects: Generally less harmful, can cause heating effects.</a:t>
            </a:r>
          </a:p>
          <a:p>
            <a:endParaRPr lang="en-US" dirty="0"/>
          </a:p>
        </p:txBody>
      </p:sp>
    </p:spTree>
    <p:extLst>
      <p:ext uri="{BB962C8B-B14F-4D97-AF65-F5344CB8AC3E}">
        <p14:creationId xmlns:p14="http://schemas.microsoft.com/office/powerpoint/2010/main" val="394025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FC1E2E-41F9-64E6-3661-554E0861252C}"/>
              </a:ext>
            </a:extLst>
          </p:cNvPr>
          <p:cNvSpPr>
            <a:spLocks noGrp="1"/>
          </p:cNvSpPr>
          <p:nvPr>
            <p:ph idx="1"/>
          </p:nvPr>
        </p:nvSpPr>
        <p:spPr>
          <a:xfrm>
            <a:off x="1267326" y="1187117"/>
            <a:ext cx="4524095" cy="4604084"/>
          </a:xfrm>
        </p:spPr>
        <p:txBody>
          <a:bodyPr anchor="t">
            <a:normAutofit lnSpcReduction="10000"/>
          </a:bodyPr>
          <a:lstStyle/>
          <a:p>
            <a:pPr>
              <a:lnSpc>
                <a:spcPct val="90000"/>
              </a:lnSpc>
            </a:pPr>
            <a:r>
              <a:rPr lang="en-US" sz="1800" dirty="0"/>
              <a:t>Alpha particles are 10 times as harmful as X-rays, beta particles or gamma rays. </a:t>
            </a:r>
          </a:p>
          <a:p>
            <a:pPr>
              <a:lnSpc>
                <a:spcPct val="90000"/>
              </a:lnSpc>
            </a:pPr>
            <a:r>
              <a:rPr lang="en-US" sz="1800" dirty="0"/>
              <a:t>Alpha particles, luckily, have little penetrating force. On the other hand, they are quite dangerous if radioactive substance has entered the body (by inhalation or through a wound). </a:t>
            </a:r>
          </a:p>
          <a:p>
            <a:pPr>
              <a:lnSpc>
                <a:spcPct val="90000"/>
              </a:lnSpc>
            </a:pPr>
            <a:r>
              <a:rPr lang="en-US" sz="1800" dirty="0"/>
              <a:t>Gamma rays and X-rays have short wave lengths; they are deep penetrating radiations. </a:t>
            </a:r>
          </a:p>
          <a:p>
            <a:pPr>
              <a:lnSpc>
                <a:spcPct val="90000"/>
              </a:lnSpc>
            </a:pPr>
            <a:r>
              <a:rPr lang="en-US" sz="1800" dirty="0"/>
              <a:t>X-rays are manmade, while gamma rays are emitted spontaneously by radioactive elements during their disintegration. Otherwise there is no material difference between gamma rays and X-rays. </a:t>
            </a:r>
          </a:p>
          <a:p>
            <a:pPr>
              <a:lnSpc>
                <a:spcPct val="90000"/>
              </a:lnSpc>
            </a:pPr>
            <a:r>
              <a:rPr lang="en-US" sz="1800" dirty="0"/>
              <a:t>Cosmic rays also contain ionizing radiations.</a:t>
            </a:r>
          </a:p>
        </p:txBody>
      </p:sp>
      <p:pic>
        <p:nvPicPr>
          <p:cNvPr id="5" name="Picture 4" descr="A close-up of a paper&#10;&#10;Description automatically generated">
            <a:extLst>
              <a:ext uri="{FF2B5EF4-FFF2-40B4-BE49-F238E27FC236}">
                <a16:creationId xmlns:a16="http://schemas.microsoft.com/office/drawing/2014/main" id="{B593BAE5-821A-D01A-D76B-B23A58A7E1FF}"/>
              </a:ext>
            </a:extLst>
          </p:cNvPr>
          <p:cNvPicPr>
            <a:picLocks noChangeAspect="1"/>
          </p:cNvPicPr>
          <p:nvPr/>
        </p:nvPicPr>
        <p:blipFill>
          <a:blip r:embed="rId3"/>
          <a:stretch>
            <a:fillRect/>
          </a:stretch>
        </p:blipFill>
        <p:spPr>
          <a:xfrm>
            <a:off x="5791422" y="2016976"/>
            <a:ext cx="6240990" cy="2824048"/>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763107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D293A-E629-3ABD-A701-A705F76886AD}"/>
              </a:ext>
            </a:extLst>
          </p:cNvPr>
          <p:cNvSpPr>
            <a:spLocks noGrp="1"/>
          </p:cNvSpPr>
          <p:nvPr>
            <p:ph type="title"/>
          </p:nvPr>
        </p:nvSpPr>
        <p:spPr>
          <a:xfrm>
            <a:off x="1484310" y="188495"/>
            <a:ext cx="10018713" cy="693821"/>
          </a:xfrm>
        </p:spPr>
        <p:txBody>
          <a:bodyPr>
            <a:normAutofit fontScale="90000"/>
          </a:bodyPr>
          <a:lstStyle/>
          <a:p>
            <a:r>
              <a:rPr lang="en-US" dirty="0"/>
              <a:t>Sources - Natural</a:t>
            </a:r>
          </a:p>
        </p:txBody>
      </p:sp>
      <p:sp>
        <p:nvSpPr>
          <p:cNvPr id="3" name="Content Placeholder 2">
            <a:extLst>
              <a:ext uri="{FF2B5EF4-FFF2-40B4-BE49-F238E27FC236}">
                <a16:creationId xmlns:a16="http://schemas.microsoft.com/office/drawing/2014/main" id="{295D463C-D8BC-FB44-2F70-0BFA19733F89}"/>
              </a:ext>
            </a:extLst>
          </p:cNvPr>
          <p:cNvSpPr>
            <a:spLocks noGrp="1"/>
          </p:cNvSpPr>
          <p:nvPr>
            <p:ph idx="1"/>
          </p:nvPr>
        </p:nvSpPr>
        <p:spPr>
          <a:xfrm>
            <a:off x="1484310" y="882317"/>
            <a:ext cx="10018713" cy="5662862"/>
          </a:xfrm>
        </p:spPr>
        <p:txBody>
          <a:bodyPr>
            <a:noAutofit/>
          </a:bodyPr>
          <a:lstStyle/>
          <a:p>
            <a:r>
              <a:rPr lang="en-US" sz="2800" dirty="0"/>
              <a:t>Cosmic rays : The cosmic rays which originate in outer space are weakened as they pass through the atmosphere. </a:t>
            </a:r>
          </a:p>
          <a:p>
            <a:pPr lvl="1"/>
            <a:r>
              <a:rPr lang="en-US" dirty="0"/>
              <a:t>At ordinary living altitudes, their impact is about 35 </a:t>
            </a:r>
            <a:r>
              <a:rPr lang="en-US" dirty="0" err="1"/>
              <a:t>mrad</a:t>
            </a:r>
            <a:r>
              <a:rPr lang="en-US" dirty="0"/>
              <a:t> a year. At altitudes above 20 km cosmic radiation becomes important. It has been calculated that a commercial jet pilot receives about 300 </a:t>
            </a:r>
            <a:r>
              <a:rPr lang="en-US" dirty="0" err="1"/>
              <a:t>mrad</a:t>
            </a:r>
            <a:r>
              <a:rPr lang="en-US" dirty="0"/>
              <a:t> per year from cosmic radiation.</a:t>
            </a:r>
          </a:p>
          <a:p>
            <a:r>
              <a:rPr lang="en-US" sz="2800" dirty="0"/>
              <a:t>Environmental : </a:t>
            </a:r>
          </a:p>
          <a:p>
            <a:pPr lvl="1"/>
            <a:r>
              <a:rPr lang="en-US" dirty="0"/>
              <a:t>Terrestrial radiation : Radioactive elements such as thorium, uranium, radium and an isotope of potassium (K40) are present in man’s environment, e.g., soil, rocks, buildings. </a:t>
            </a:r>
          </a:p>
          <a:p>
            <a:pPr lvl="2"/>
            <a:r>
              <a:rPr lang="en-US" dirty="0"/>
              <a:t>It is estimated that man derives about 50 </a:t>
            </a:r>
            <a:r>
              <a:rPr lang="en-US" dirty="0" err="1"/>
              <a:t>mrad</a:t>
            </a:r>
            <a:r>
              <a:rPr lang="en-US" dirty="0"/>
              <a:t> per year from terrestrial radiation. </a:t>
            </a:r>
          </a:p>
          <a:p>
            <a:pPr lvl="2"/>
            <a:r>
              <a:rPr lang="en-US" dirty="0"/>
              <a:t>Areas exist (e.g., Kerala in India) where there are rock formations containing uranium, it can be as high as 2,000 </a:t>
            </a:r>
            <a:r>
              <a:rPr lang="en-US" dirty="0" err="1"/>
              <a:t>mrad</a:t>
            </a:r>
            <a:r>
              <a:rPr lang="en-US" dirty="0"/>
              <a:t> a year.</a:t>
            </a:r>
          </a:p>
          <a:p>
            <a:pPr lvl="1"/>
            <a:r>
              <a:rPr lang="en-US" dirty="0"/>
              <a:t>Atmospheric radiation : The external radiation dose from the radioactive gases radon and thoron in the atmosphere is rather small : about 2 </a:t>
            </a:r>
            <a:r>
              <a:rPr lang="en-US" dirty="0" err="1"/>
              <a:t>mrad</a:t>
            </a:r>
            <a:r>
              <a:rPr lang="en-US" dirty="0"/>
              <a:t> per year.</a:t>
            </a:r>
          </a:p>
        </p:txBody>
      </p:sp>
    </p:spTree>
    <p:extLst>
      <p:ext uri="{BB962C8B-B14F-4D97-AF65-F5344CB8AC3E}">
        <p14:creationId xmlns:p14="http://schemas.microsoft.com/office/powerpoint/2010/main" val="2411999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D293A-E629-3ABD-A701-A705F76886AD}"/>
              </a:ext>
            </a:extLst>
          </p:cNvPr>
          <p:cNvSpPr>
            <a:spLocks noGrp="1"/>
          </p:cNvSpPr>
          <p:nvPr>
            <p:ph type="title"/>
          </p:nvPr>
        </p:nvSpPr>
        <p:spPr>
          <a:xfrm>
            <a:off x="1484310" y="188495"/>
            <a:ext cx="10018713" cy="982579"/>
          </a:xfrm>
        </p:spPr>
        <p:txBody>
          <a:bodyPr>
            <a:normAutofit/>
          </a:bodyPr>
          <a:lstStyle/>
          <a:p>
            <a:r>
              <a:rPr lang="en-US" dirty="0"/>
              <a:t>Sources - Natural</a:t>
            </a:r>
          </a:p>
        </p:txBody>
      </p:sp>
      <p:sp>
        <p:nvSpPr>
          <p:cNvPr id="3" name="Content Placeholder 2">
            <a:extLst>
              <a:ext uri="{FF2B5EF4-FFF2-40B4-BE49-F238E27FC236}">
                <a16:creationId xmlns:a16="http://schemas.microsoft.com/office/drawing/2014/main" id="{295D463C-D8BC-FB44-2F70-0BFA19733F89}"/>
              </a:ext>
            </a:extLst>
          </p:cNvPr>
          <p:cNvSpPr>
            <a:spLocks noGrp="1"/>
          </p:cNvSpPr>
          <p:nvPr>
            <p:ph idx="1"/>
          </p:nvPr>
        </p:nvSpPr>
        <p:spPr>
          <a:xfrm>
            <a:off x="1484310" y="882317"/>
            <a:ext cx="10018713" cy="5662862"/>
          </a:xfrm>
        </p:spPr>
        <p:txBody>
          <a:bodyPr>
            <a:noAutofit/>
          </a:bodyPr>
          <a:lstStyle/>
          <a:p>
            <a:r>
              <a:rPr lang="en-US" sz="3200" dirty="0"/>
              <a:t>Internal radiation : Man is also subjected to internal radiation, i.e., from radioactive matter stored in the body tissues. </a:t>
            </a:r>
          </a:p>
          <a:p>
            <a:pPr lvl="1"/>
            <a:r>
              <a:rPr lang="en-US" sz="2400" dirty="0"/>
              <a:t>These radioactive materials include minute quantities of uranium, thorium, and related substances, and isotopes of potassium (K40, strontium (Sr90), and carbon (C14). </a:t>
            </a:r>
          </a:p>
          <a:p>
            <a:pPr lvl="1"/>
            <a:r>
              <a:rPr lang="en-US" sz="2400" dirty="0"/>
              <a:t>Internal radiation is thought to inflict about 25 </a:t>
            </a:r>
            <a:r>
              <a:rPr lang="en-US" sz="2400" dirty="0" err="1"/>
              <a:t>mrad</a:t>
            </a:r>
            <a:r>
              <a:rPr lang="en-US" sz="2400" dirty="0"/>
              <a:t> a year on the body as a whole but may be as high as 70 or 80. </a:t>
            </a:r>
          </a:p>
          <a:p>
            <a:r>
              <a:rPr lang="en-US" sz="3200" dirty="0"/>
              <a:t>All in all, it is estimated that the total natural radiation to which the average person is subjected comes to approximately 0.1 rad a year.</a:t>
            </a:r>
          </a:p>
        </p:txBody>
      </p:sp>
    </p:spTree>
    <p:extLst>
      <p:ext uri="{BB962C8B-B14F-4D97-AF65-F5344CB8AC3E}">
        <p14:creationId xmlns:p14="http://schemas.microsoft.com/office/powerpoint/2010/main" val="483793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FA0B7-34FD-C66A-F14C-FC14ACD62B72}"/>
              </a:ext>
            </a:extLst>
          </p:cNvPr>
          <p:cNvSpPr>
            <a:spLocks noGrp="1"/>
          </p:cNvSpPr>
          <p:nvPr>
            <p:ph type="title"/>
          </p:nvPr>
        </p:nvSpPr>
        <p:spPr>
          <a:xfrm>
            <a:off x="1600425" y="206829"/>
            <a:ext cx="10018713" cy="678543"/>
          </a:xfrm>
        </p:spPr>
        <p:txBody>
          <a:bodyPr>
            <a:normAutofit fontScale="90000"/>
          </a:bodyPr>
          <a:lstStyle/>
          <a:p>
            <a:r>
              <a:rPr lang="en-US" dirty="0"/>
              <a:t>Sources – Man Made</a:t>
            </a:r>
          </a:p>
        </p:txBody>
      </p:sp>
      <p:sp>
        <p:nvSpPr>
          <p:cNvPr id="3" name="Content Placeholder 2">
            <a:extLst>
              <a:ext uri="{FF2B5EF4-FFF2-40B4-BE49-F238E27FC236}">
                <a16:creationId xmlns:a16="http://schemas.microsoft.com/office/drawing/2014/main" id="{2C4C5DA0-7A5C-F972-CCB2-4792280DD122}"/>
              </a:ext>
            </a:extLst>
          </p:cNvPr>
          <p:cNvSpPr>
            <a:spLocks noGrp="1"/>
          </p:cNvSpPr>
          <p:nvPr>
            <p:ph idx="1"/>
          </p:nvPr>
        </p:nvSpPr>
        <p:spPr>
          <a:xfrm>
            <a:off x="1484310" y="1077686"/>
            <a:ext cx="10018713" cy="5225142"/>
          </a:xfrm>
        </p:spPr>
        <p:txBody>
          <a:bodyPr>
            <a:normAutofit fontScale="85000" lnSpcReduction="10000"/>
          </a:bodyPr>
          <a:lstStyle/>
          <a:p>
            <a:r>
              <a:rPr lang="en-US" dirty="0"/>
              <a:t>X-rays : The greatest man-made source of radiation exposure to the general population at the present time is medical and dental X-rays. </a:t>
            </a:r>
          </a:p>
          <a:p>
            <a:pPr lvl="1"/>
            <a:r>
              <a:rPr lang="en-US" dirty="0"/>
              <a:t>Two distinct groups are involved : (</a:t>
            </a:r>
            <a:r>
              <a:rPr lang="en-US" dirty="0" err="1"/>
              <a:t>i</a:t>
            </a:r>
            <a:r>
              <a:rPr lang="en-US" dirty="0"/>
              <a:t>) patients and (ii) radiologists and medical technicians. </a:t>
            </a:r>
          </a:p>
          <a:p>
            <a:pPr lvl="1"/>
            <a:r>
              <a:rPr lang="en-US" dirty="0"/>
              <a:t>When optimum radiographic techniques are employed, the skin dose to the patient from a single X-ray film varies roughly from 0.02 to 3.0 rad. </a:t>
            </a:r>
          </a:p>
          <a:p>
            <a:r>
              <a:rPr lang="en-US" dirty="0"/>
              <a:t>Radioactive fallout: Nuclear explosions release a tremendous amount of energy in the form of heat, light, ionizing radiation and many radioactive substances, the important being the isotopes of carbon (C14), iodine (l131), cesium (Cs137) and strontium (Sr90). </a:t>
            </a:r>
          </a:p>
          <a:p>
            <a:pPr lvl="1"/>
            <a:r>
              <a:rPr lang="en-US" dirty="0"/>
              <a:t>Csl37 and Sr90 are considered most important because they are liberated in large amounts and remain radioactive for many years. The “half-life” of Sr is about 28 years and that of Cs137 is 30 years. </a:t>
            </a:r>
          </a:p>
          <a:p>
            <a:pPr lvl="1"/>
            <a:r>
              <a:rPr lang="en-US" dirty="0"/>
              <a:t>These radioactive particles released into the atmosphere float down to earth for some years afterwards. Because of air currents, the particles are distributed evenly over the whole human race. Measurements made in 1963 in Germany (F.R.), a country where there had been no explosions, showed that a dose of 33 mrems per person was received from this source.</a:t>
            </a:r>
          </a:p>
          <a:p>
            <a:r>
              <a:rPr lang="en-US" dirty="0"/>
              <a:t>Miscellaneous : Some everyday appliances (e.g., TV sets, luminous wrist watches) are radioactive. But radiation from these sources at present is too small to be important.</a:t>
            </a:r>
          </a:p>
          <a:p>
            <a:endParaRPr lang="en-US" dirty="0"/>
          </a:p>
        </p:txBody>
      </p:sp>
    </p:spTree>
    <p:extLst>
      <p:ext uri="{BB962C8B-B14F-4D97-AF65-F5344CB8AC3E}">
        <p14:creationId xmlns:p14="http://schemas.microsoft.com/office/powerpoint/2010/main" val="1826746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6D820-BF11-1319-9068-2B7D305BBBB1}"/>
              </a:ext>
            </a:extLst>
          </p:cNvPr>
          <p:cNvSpPr>
            <a:spLocks noGrp="1"/>
          </p:cNvSpPr>
          <p:nvPr>
            <p:ph type="title"/>
          </p:nvPr>
        </p:nvSpPr>
        <p:spPr/>
        <p:txBody>
          <a:bodyPr/>
          <a:lstStyle/>
          <a:p>
            <a:r>
              <a:rPr lang="en-US" dirty="0"/>
              <a:t>Radiation units</a:t>
            </a:r>
          </a:p>
        </p:txBody>
      </p:sp>
      <p:sp>
        <p:nvSpPr>
          <p:cNvPr id="3" name="Content Placeholder 2">
            <a:extLst>
              <a:ext uri="{FF2B5EF4-FFF2-40B4-BE49-F238E27FC236}">
                <a16:creationId xmlns:a16="http://schemas.microsoft.com/office/drawing/2014/main" id="{EB31C927-F4E8-0707-C90C-99DB842FFD7A}"/>
              </a:ext>
            </a:extLst>
          </p:cNvPr>
          <p:cNvSpPr>
            <a:spLocks noGrp="1"/>
          </p:cNvSpPr>
          <p:nvPr>
            <p:ph idx="1"/>
          </p:nvPr>
        </p:nvSpPr>
        <p:spPr>
          <a:xfrm>
            <a:off x="1484310" y="2105525"/>
            <a:ext cx="10018713" cy="3124201"/>
          </a:xfrm>
        </p:spPr>
        <p:txBody>
          <a:bodyPr/>
          <a:lstStyle/>
          <a:p>
            <a:r>
              <a:rPr lang="en-US" dirty="0"/>
              <a:t>The activity of a radioactive material is the number of nuclear disintegration per unit of time. </a:t>
            </a:r>
          </a:p>
          <a:p>
            <a:r>
              <a:rPr lang="en-US" dirty="0"/>
              <a:t>The unit of activity is a </a:t>
            </a:r>
            <a:r>
              <a:rPr lang="en-US" dirty="0">
                <a:highlight>
                  <a:srgbClr val="FFFF00"/>
                </a:highlight>
              </a:rPr>
              <a:t>becquerel (</a:t>
            </a:r>
            <a:r>
              <a:rPr lang="en-US" dirty="0" err="1">
                <a:highlight>
                  <a:srgbClr val="FFFF00"/>
                </a:highlight>
              </a:rPr>
              <a:t>Bq</a:t>
            </a:r>
            <a:r>
              <a:rPr lang="en-US" dirty="0">
                <a:highlight>
                  <a:srgbClr val="FFFF00"/>
                </a:highlight>
              </a:rPr>
              <a:t>); </a:t>
            </a:r>
            <a:r>
              <a:rPr lang="en-US" dirty="0"/>
              <a:t>1 </a:t>
            </a:r>
            <a:r>
              <a:rPr lang="en-US" dirty="0" err="1"/>
              <a:t>Bq</a:t>
            </a:r>
            <a:r>
              <a:rPr lang="en-US" dirty="0"/>
              <a:t> is equal to 1 disintegration per second. </a:t>
            </a:r>
          </a:p>
          <a:p>
            <a:r>
              <a:rPr lang="en-US" dirty="0"/>
              <a:t>Formerly, the unit of activity was curie (Ci) and 1 </a:t>
            </a:r>
            <a:r>
              <a:rPr lang="en-US" dirty="0" err="1"/>
              <a:t>Bq</a:t>
            </a:r>
            <a:r>
              <a:rPr lang="en-US" dirty="0"/>
              <a:t> corresponds approximately to 27 picocuries.</a:t>
            </a:r>
          </a:p>
        </p:txBody>
      </p:sp>
    </p:spTree>
    <p:extLst>
      <p:ext uri="{BB962C8B-B14F-4D97-AF65-F5344CB8AC3E}">
        <p14:creationId xmlns:p14="http://schemas.microsoft.com/office/powerpoint/2010/main" val="3396111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F1A4-38A0-78DA-07DE-0A42D68E7C16}"/>
              </a:ext>
            </a:extLst>
          </p:cNvPr>
          <p:cNvSpPr>
            <a:spLocks noGrp="1"/>
          </p:cNvSpPr>
          <p:nvPr>
            <p:ph type="title"/>
          </p:nvPr>
        </p:nvSpPr>
        <p:spPr>
          <a:xfrm>
            <a:off x="1484311" y="685801"/>
            <a:ext cx="10018713" cy="822158"/>
          </a:xfrm>
        </p:spPr>
        <p:txBody>
          <a:bodyPr/>
          <a:lstStyle/>
          <a:p>
            <a:r>
              <a:rPr lang="en-US" dirty="0"/>
              <a:t>Potency of radiation</a:t>
            </a:r>
          </a:p>
        </p:txBody>
      </p:sp>
      <p:sp>
        <p:nvSpPr>
          <p:cNvPr id="3" name="Content Placeholder 2">
            <a:extLst>
              <a:ext uri="{FF2B5EF4-FFF2-40B4-BE49-F238E27FC236}">
                <a16:creationId xmlns:a16="http://schemas.microsoft.com/office/drawing/2014/main" id="{942F234C-FE9B-2A00-1621-A820EF1F86EB}"/>
              </a:ext>
            </a:extLst>
          </p:cNvPr>
          <p:cNvSpPr>
            <a:spLocks noGrp="1"/>
          </p:cNvSpPr>
          <p:nvPr>
            <p:ph idx="1"/>
          </p:nvPr>
        </p:nvSpPr>
        <p:spPr>
          <a:xfrm>
            <a:off x="1484310" y="1828800"/>
            <a:ext cx="10018713" cy="4539915"/>
          </a:xfrm>
        </p:spPr>
        <p:txBody>
          <a:bodyPr>
            <a:normAutofit fontScale="92500" lnSpcReduction="20000"/>
          </a:bodyPr>
          <a:lstStyle/>
          <a:p>
            <a:r>
              <a:rPr lang="en-US" dirty="0"/>
              <a:t>Roentgen: Roentgen is the unit of exposure. It is the amount of radiation absorbed in air at a given point, i.e. number of ions produced in 1 ml of air.</a:t>
            </a:r>
          </a:p>
          <a:p>
            <a:pPr lvl="1"/>
            <a:r>
              <a:rPr lang="en-US" dirty="0"/>
              <a:t>Coulomb per kilogram (C/Kg) replacing the roentgen. 1 roentgen is equal to 2.58 x 10"4 C kg”1. </a:t>
            </a:r>
          </a:p>
          <a:p>
            <a:r>
              <a:rPr lang="en-US" dirty="0"/>
              <a:t>Rad is the unit of absorbed dose. It is the amount of radioactive energy absorbed per gram of tissue or any material, 1mrad = 0.001 Rad.</a:t>
            </a:r>
          </a:p>
          <a:p>
            <a:pPr lvl="1"/>
            <a:r>
              <a:rPr lang="en-US" dirty="0"/>
              <a:t>Gray (</a:t>
            </a:r>
            <a:r>
              <a:rPr lang="en-US" dirty="0" err="1"/>
              <a:t>Gy</a:t>
            </a:r>
            <a:r>
              <a:rPr lang="en-US" dirty="0"/>
              <a:t>) replacing the rad. Dose of ionizing radiation that impart 1 joule of energy to 1 kg of absorbing material. 1 rad is equal to 0.01 </a:t>
            </a:r>
            <a:r>
              <a:rPr lang="en-US" dirty="0" err="1"/>
              <a:t>Gy</a:t>
            </a:r>
            <a:r>
              <a:rPr lang="en-US" dirty="0"/>
              <a:t>.</a:t>
            </a:r>
          </a:p>
          <a:p>
            <a:r>
              <a:rPr lang="en-US" dirty="0"/>
              <a:t>Rem is the product of the absorbed dose and the modifying factors. The rem indicates the degree of potential danger to health. </a:t>
            </a:r>
          </a:p>
          <a:p>
            <a:pPr lvl="1"/>
            <a:r>
              <a:rPr lang="en-US" dirty="0"/>
              <a:t>Sievert (</a:t>
            </a:r>
            <a:r>
              <a:rPr lang="en-US" dirty="0" err="1"/>
              <a:t>Sv</a:t>
            </a:r>
            <a:r>
              <a:rPr lang="en-US" dirty="0"/>
              <a:t>) replacing the rem. It is the SI unit of dose equivalent. The dose equivalent of 1 sievert is equal to 100 rems.</a:t>
            </a:r>
          </a:p>
          <a:p>
            <a:r>
              <a:rPr lang="en-US" dirty="0"/>
              <a:t>The radiation to which the average citizen is exposed is made up almost of the fast moving, highly penetrating X-rays and gamma rays, where rem and rad are equal.</a:t>
            </a:r>
          </a:p>
        </p:txBody>
      </p:sp>
    </p:spTree>
    <p:extLst>
      <p:ext uri="{BB962C8B-B14F-4D97-AF65-F5344CB8AC3E}">
        <p14:creationId xmlns:p14="http://schemas.microsoft.com/office/powerpoint/2010/main" val="27626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FF97-AF2F-75CD-1FCC-9C3B3B75558A}"/>
              </a:ext>
            </a:extLst>
          </p:cNvPr>
          <p:cNvSpPr>
            <a:spLocks noGrp="1"/>
          </p:cNvSpPr>
          <p:nvPr>
            <p:ph type="title"/>
          </p:nvPr>
        </p:nvSpPr>
        <p:spPr>
          <a:xfrm>
            <a:off x="1484311" y="685801"/>
            <a:ext cx="10018713" cy="977900"/>
          </a:xfrm>
        </p:spPr>
        <p:txBody>
          <a:bodyPr/>
          <a:lstStyle/>
          <a:p>
            <a:r>
              <a:rPr lang="en-US" dirty="0"/>
              <a:t>Dose equivalent</a:t>
            </a:r>
          </a:p>
        </p:txBody>
      </p:sp>
      <p:sp>
        <p:nvSpPr>
          <p:cNvPr id="3" name="Content Placeholder 2">
            <a:extLst>
              <a:ext uri="{FF2B5EF4-FFF2-40B4-BE49-F238E27FC236}">
                <a16:creationId xmlns:a16="http://schemas.microsoft.com/office/drawing/2014/main" id="{BA56BB77-6B82-0BF6-5329-C4FFD23A5B04}"/>
              </a:ext>
            </a:extLst>
          </p:cNvPr>
          <p:cNvSpPr>
            <a:spLocks noGrp="1"/>
          </p:cNvSpPr>
          <p:nvPr>
            <p:ph idx="1"/>
          </p:nvPr>
        </p:nvSpPr>
        <p:spPr>
          <a:xfrm>
            <a:off x="1484310" y="1892301"/>
            <a:ext cx="10018713" cy="3898900"/>
          </a:xfrm>
        </p:spPr>
        <p:txBody>
          <a:bodyPr>
            <a:normAutofit/>
          </a:bodyPr>
          <a:lstStyle/>
          <a:p>
            <a:r>
              <a:rPr lang="en-US" dirty="0"/>
              <a:t>Dose equivalent (H) : As all types of radiation do not produce the same biological effect per unit of energy absorbed, the concept of dose equivalent has been introduced. </a:t>
            </a:r>
          </a:p>
          <a:p>
            <a:r>
              <a:rPr lang="en-US" dirty="0"/>
              <a:t>The dose equivalent, M (Sieverts) is equal to the absorbed dose, D (grays), multiplied by a quality factor Q which depends upon the density of ionization produced in the tissue by the radiation.</a:t>
            </a:r>
          </a:p>
          <a:p>
            <a:r>
              <a:rPr lang="en-US" dirty="0"/>
              <a:t>H = DQ</a:t>
            </a:r>
          </a:p>
          <a:p>
            <a:r>
              <a:rPr lang="en-US" dirty="0"/>
              <a:t>The factor Q for X-rays and Y-rays and electrons is equal to 1, whereas for a particle it is 20</a:t>
            </a:r>
          </a:p>
        </p:txBody>
      </p:sp>
    </p:spTree>
    <p:extLst>
      <p:ext uri="{BB962C8B-B14F-4D97-AF65-F5344CB8AC3E}">
        <p14:creationId xmlns:p14="http://schemas.microsoft.com/office/powerpoint/2010/main" val="24923953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1A1B78C-0085-54A6-88EA-A74D1D44E0AC}"/>
              </a:ext>
            </a:extLst>
          </p:cNvPr>
          <p:cNvSpPr>
            <a:spLocks noGrp="1"/>
          </p:cNvSpPr>
          <p:nvPr>
            <p:ph type="title"/>
          </p:nvPr>
        </p:nvSpPr>
        <p:spPr>
          <a:xfrm>
            <a:off x="535021" y="685800"/>
            <a:ext cx="2639962" cy="5105400"/>
          </a:xfrm>
        </p:spPr>
        <p:txBody>
          <a:bodyPr>
            <a:normAutofit/>
          </a:bodyPr>
          <a:lstStyle/>
          <a:p>
            <a:r>
              <a:rPr lang="en-US">
                <a:solidFill>
                  <a:srgbClr val="FFFFFF"/>
                </a:solidFill>
              </a:rPr>
              <a:t>Biological effects</a:t>
            </a:r>
          </a:p>
        </p:txBody>
      </p:sp>
      <p:grpSp>
        <p:nvGrpSpPr>
          <p:cNvPr id="28" name="Group 27">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29"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0"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1"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2"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3"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4"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5" name="Content Placeholder 2">
            <a:extLst>
              <a:ext uri="{FF2B5EF4-FFF2-40B4-BE49-F238E27FC236}">
                <a16:creationId xmlns:a16="http://schemas.microsoft.com/office/drawing/2014/main" id="{F23A9203-F0C4-0B32-CB79-303544F86560}"/>
              </a:ext>
            </a:extLst>
          </p:cNvPr>
          <p:cNvGraphicFramePr>
            <a:graphicFrameLocks noGrp="1"/>
          </p:cNvGraphicFramePr>
          <p:nvPr>
            <p:ph idx="1"/>
            <p:extLst>
              <p:ext uri="{D42A27DB-BD31-4B8C-83A1-F6EECF244321}">
                <p14:modId xmlns:p14="http://schemas.microsoft.com/office/powerpoint/2010/main" val="4177038994"/>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3453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2542B-DA68-47B6-3D02-3F59B19C25E3}"/>
              </a:ext>
            </a:extLst>
          </p:cNvPr>
          <p:cNvSpPr>
            <a:spLocks noGrp="1"/>
          </p:cNvSpPr>
          <p:nvPr>
            <p:ph type="title"/>
          </p:nvPr>
        </p:nvSpPr>
        <p:spPr>
          <a:xfrm>
            <a:off x="1484311" y="685801"/>
            <a:ext cx="10018713" cy="736600"/>
          </a:xfrm>
        </p:spPr>
        <p:txBody>
          <a:bodyPr/>
          <a:lstStyle/>
          <a:p>
            <a:r>
              <a:rPr lang="en-US" dirty="0"/>
              <a:t>Biological response</a:t>
            </a:r>
          </a:p>
        </p:txBody>
      </p:sp>
      <p:sp>
        <p:nvSpPr>
          <p:cNvPr id="3" name="Content Placeholder 2">
            <a:extLst>
              <a:ext uri="{FF2B5EF4-FFF2-40B4-BE49-F238E27FC236}">
                <a16:creationId xmlns:a16="http://schemas.microsoft.com/office/drawing/2014/main" id="{146C2BDF-45C1-1F45-F440-7831E36978A9}"/>
              </a:ext>
            </a:extLst>
          </p:cNvPr>
          <p:cNvSpPr>
            <a:spLocks noGrp="1"/>
          </p:cNvSpPr>
          <p:nvPr>
            <p:ph idx="1"/>
          </p:nvPr>
        </p:nvSpPr>
        <p:spPr>
          <a:xfrm>
            <a:off x="1484311" y="1955801"/>
            <a:ext cx="10018713" cy="4368800"/>
          </a:xfrm>
        </p:spPr>
        <p:txBody>
          <a:bodyPr>
            <a:normAutofit fontScale="92500" lnSpcReduction="20000"/>
          </a:bodyPr>
          <a:lstStyle/>
          <a:p>
            <a:r>
              <a:rPr lang="en-US" dirty="0"/>
              <a:t>&lt; 5 rad : No immediate observable effects</a:t>
            </a:r>
          </a:p>
          <a:p>
            <a:r>
              <a:rPr lang="en-US" dirty="0"/>
              <a:t>~ 5 rad to 50 rad : Slight blood changes may be detected by medical evaluations</a:t>
            </a:r>
          </a:p>
          <a:p>
            <a:r>
              <a:rPr lang="en-US" dirty="0"/>
              <a:t>~ 50 rad to 150 rad : Slight blood changes will be noted and symptoms of nausea, fatigue, vomiting etc. likely.</a:t>
            </a:r>
          </a:p>
          <a:p>
            <a:r>
              <a:rPr lang="en-US" dirty="0"/>
              <a:t>~ 150 rad to 1,100 rad : Severe blood changes will be noted and symptoms appear immediately. Approximately 2 weeks later, some of those exposed may die. </a:t>
            </a:r>
          </a:p>
          <a:p>
            <a:pPr lvl="1"/>
            <a:r>
              <a:rPr lang="en-US" dirty="0"/>
              <a:t>At about 300-500 rad, </a:t>
            </a:r>
            <a:r>
              <a:rPr lang="en-US" dirty="0" err="1"/>
              <a:t>upto</a:t>
            </a:r>
            <a:r>
              <a:rPr lang="en-US" dirty="0"/>
              <a:t> one half of the people exposed will die within 60 days without intensive medical attention. Death is due to destruction of the blood forming organs. Without white blood cells, infection is likely. </a:t>
            </a:r>
          </a:p>
          <a:p>
            <a:pPr lvl="1"/>
            <a:r>
              <a:rPr lang="en-US" dirty="0"/>
              <a:t>At the lower end of the dose range, isolation, antibiotics, and transfusions may provide the bone marrow time to generate new blood cells and full recovery is possible. </a:t>
            </a:r>
          </a:p>
          <a:p>
            <a:pPr lvl="1"/>
            <a:r>
              <a:rPr lang="en-US" dirty="0"/>
              <a:t>At the upper end of the dose range, a borne marrow transplant may be required to produce new blood cells.</a:t>
            </a:r>
          </a:p>
        </p:txBody>
      </p:sp>
    </p:spTree>
    <p:extLst>
      <p:ext uri="{BB962C8B-B14F-4D97-AF65-F5344CB8AC3E}">
        <p14:creationId xmlns:p14="http://schemas.microsoft.com/office/powerpoint/2010/main" val="3922211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2542B-DA68-47B6-3D02-3F59B19C25E3}"/>
              </a:ext>
            </a:extLst>
          </p:cNvPr>
          <p:cNvSpPr>
            <a:spLocks noGrp="1"/>
          </p:cNvSpPr>
          <p:nvPr>
            <p:ph type="title"/>
          </p:nvPr>
        </p:nvSpPr>
        <p:spPr>
          <a:xfrm>
            <a:off x="1484311" y="685801"/>
            <a:ext cx="10018713" cy="736600"/>
          </a:xfrm>
        </p:spPr>
        <p:txBody>
          <a:bodyPr/>
          <a:lstStyle/>
          <a:p>
            <a:r>
              <a:rPr lang="en-US" dirty="0"/>
              <a:t>Biological response</a:t>
            </a:r>
          </a:p>
        </p:txBody>
      </p:sp>
      <p:sp>
        <p:nvSpPr>
          <p:cNvPr id="3" name="Content Placeholder 2">
            <a:extLst>
              <a:ext uri="{FF2B5EF4-FFF2-40B4-BE49-F238E27FC236}">
                <a16:creationId xmlns:a16="http://schemas.microsoft.com/office/drawing/2014/main" id="{146C2BDF-45C1-1F45-F440-7831E36978A9}"/>
              </a:ext>
            </a:extLst>
          </p:cNvPr>
          <p:cNvSpPr>
            <a:spLocks noGrp="1"/>
          </p:cNvSpPr>
          <p:nvPr>
            <p:ph idx="1"/>
          </p:nvPr>
        </p:nvSpPr>
        <p:spPr>
          <a:xfrm>
            <a:off x="1484311" y="1955801"/>
            <a:ext cx="10018713" cy="4368800"/>
          </a:xfrm>
        </p:spPr>
        <p:txBody>
          <a:bodyPr>
            <a:normAutofit/>
          </a:bodyPr>
          <a:lstStyle/>
          <a:p>
            <a:r>
              <a:rPr lang="en-US" dirty="0"/>
              <a:t>~ 1,100 rad to 2,000 rad : The probability of death increases to 100% within one to two weeks. The initial symptoms appear immediately. </a:t>
            </a:r>
          </a:p>
          <a:p>
            <a:pPr lvl="1"/>
            <a:r>
              <a:rPr lang="en-US" dirty="0"/>
              <a:t>A few days later, things get very bad, very quickly since the gastrointestinal system is destroyed. </a:t>
            </a:r>
          </a:p>
          <a:p>
            <a:pPr lvl="1"/>
            <a:r>
              <a:rPr lang="en-US" dirty="0"/>
              <a:t>Once the GI system ceases to function, nothing can be done, and medical care is for comfort only.</a:t>
            </a:r>
          </a:p>
          <a:p>
            <a:r>
              <a:rPr lang="en-US" dirty="0"/>
              <a:t>&gt;2,000 rad : Death is a </a:t>
            </a:r>
            <a:r>
              <a:rPr lang="en-US" dirty="0" err="1"/>
              <a:t>certainity</a:t>
            </a:r>
            <a:r>
              <a:rPr lang="en-US" dirty="0"/>
              <a:t>. At doses above 5,000 rad, the central nervous system (brain and muscles) can no longer control the body functions, including breathing and blood circulation. </a:t>
            </a:r>
          </a:p>
        </p:txBody>
      </p:sp>
    </p:spTree>
    <p:extLst>
      <p:ext uri="{BB962C8B-B14F-4D97-AF65-F5344CB8AC3E}">
        <p14:creationId xmlns:p14="http://schemas.microsoft.com/office/powerpoint/2010/main" val="8132908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3751-92E9-35AC-D0E8-9577261BCF64}"/>
              </a:ext>
            </a:extLst>
          </p:cNvPr>
          <p:cNvSpPr>
            <a:spLocks noGrp="1"/>
          </p:cNvSpPr>
          <p:nvPr>
            <p:ph type="title"/>
          </p:nvPr>
        </p:nvSpPr>
        <p:spPr/>
        <p:txBody>
          <a:bodyPr/>
          <a:lstStyle/>
          <a:p>
            <a:r>
              <a:rPr lang="en-US" dirty="0"/>
              <a:t>Genetic effects</a:t>
            </a:r>
          </a:p>
        </p:txBody>
      </p:sp>
      <p:sp>
        <p:nvSpPr>
          <p:cNvPr id="3" name="Content Placeholder 2">
            <a:extLst>
              <a:ext uri="{FF2B5EF4-FFF2-40B4-BE49-F238E27FC236}">
                <a16:creationId xmlns:a16="http://schemas.microsoft.com/office/drawing/2014/main" id="{DD57776E-9917-2002-CAC5-1014B7D03635}"/>
              </a:ext>
            </a:extLst>
          </p:cNvPr>
          <p:cNvSpPr>
            <a:spLocks noGrp="1"/>
          </p:cNvSpPr>
          <p:nvPr>
            <p:ph idx="1"/>
          </p:nvPr>
        </p:nvSpPr>
        <p:spPr/>
        <p:txBody>
          <a:bodyPr>
            <a:normAutofit/>
          </a:bodyPr>
          <a:lstStyle/>
          <a:p>
            <a:r>
              <a:rPr lang="en-US" dirty="0"/>
              <a:t>Somatic effects are recognizable within the life span of the irradiated person,</a:t>
            </a:r>
          </a:p>
          <a:p>
            <a:r>
              <a:rPr lang="en-US" dirty="0"/>
              <a:t>Genetic effects would be manifest in the more or less remote offspring. </a:t>
            </a:r>
          </a:p>
          <a:p>
            <a:r>
              <a:rPr lang="en-US" dirty="0"/>
              <a:t>Genetic effects result from injury to chromosomes. Chromosome mutations and point mutations.</a:t>
            </a:r>
          </a:p>
          <a:p>
            <a:r>
              <a:rPr lang="en-US" dirty="0"/>
              <a:t>Chromosome mutation is associated with sterility. Point mutation affects the genes.</a:t>
            </a:r>
          </a:p>
        </p:txBody>
      </p:sp>
    </p:spTree>
    <p:extLst>
      <p:ext uri="{BB962C8B-B14F-4D97-AF65-F5344CB8AC3E}">
        <p14:creationId xmlns:p14="http://schemas.microsoft.com/office/powerpoint/2010/main" val="3692376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E226-A8DA-55AC-DDD5-4843ED8F3A8F}"/>
              </a:ext>
            </a:extLst>
          </p:cNvPr>
          <p:cNvSpPr>
            <a:spLocks noGrp="1"/>
          </p:cNvSpPr>
          <p:nvPr>
            <p:ph type="title"/>
          </p:nvPr>
        </p:nvSpPr>
        <p:spPr>
          <a:xfrm>
            <a:off x="1484310" y="116175"/>
            <a:ext cx="10018713" cy="738266"/>
          </a:xfrm>
        </p:spPr>
        <p:txBody>
          <a:bodyPr/>
          <a:lstStyle/>
          <a:p>
            <a:r>
              <a:rPr lang="en-US" dirty="0"/>
              <a:t>Radiation protection</a:t>
            </a:r>
          </a:p>
        </p:txBody>
      </p:sp>
      <p:sp>
        <p:nvSpPr>
          <p:cNvPr id="3" name="Content Placeholder 2">
            <a:extLst>
              <a:ext uri="{FF2B5EF4-FFF2-40B4-BE49-F238E27FC236}">
                <a16:creationId xmlns:a16="http://schemas.microsoft.com/office/drawing/2014/main" id="{3A09FA60-5817-BB9F-2A4F-FD75E1FEC069}"/>
              </a:ext>
            </a:extLst>
          </p:cNvPr>
          <p:cNvSpPr>
            <a:spLocks noGrp="1"/>
          </p:cNvSpPr>
          <p:nvPr>
            <p:ph idx="1"/>
          </p:nvPr>
        </p:nvSpPr>
        <p:spPr>
          <a:xfrm>
            <a:off x="1484310" y="854441"/>
            <a:ext cx="10018713" cy="5396457"/>
          </a:xfrm>
        </p:spPr>
        <p:txBody>
          <a:bodyPr>
            <a:normAutofit fontScale="92500" lnSpcReduction="20000"/>
          </a:bodyPr>
          <a:lstStyle/>
          <a:p>
            <a:r>
              <a:rPr lang="en-US" dirty="0"/>
              <a:t>The amount of radiation received from outer space and </a:t>
            </a:r>
            <a:r>
              <a:rPr lang="en-US" dirty="0">
                <a:highlight>
                  <a:srgbClr val="FFFF00"/>
                </a:highlight>
              </a:rPr>
              <a:t>background radiation has been estimated to be 0.1 rad a year</a:t>
            </a:r>
            <a:r>
              <a:rPr lang="en-US" dirty="0"/>
              <a:t>. Apparently, this does not at present constitute a hazard. The additional permissible dose from </a:t>
            </a:r>
            <a:r>
              <a:rPr lang="en-US" dirty="0">
                <a:highlight>
                  <a:srgbClr val="FFFF00"/>
                </a:highlight>
              </a:rPr>
              <a:t>man-made sources should not exceed 5 rad a year. </a:t>
            </a:r>
          </a:p>
          <a:p>
            <a:r>
              <a:rPr lang="en-US" dirty="0"/>
              <a:t>Of the man-made sources, the X-rays constitute the greatest hazard. In routine fluoroscopy, a dose of 4 rad is delivered to a part of the body in about one minute. </a:t>
            </a:r>
          </a:p>
          <a:p>
            <a:r>
              <a:rPr lang="en-US" dirty="0"/>
              <a:t>It also implies adequate control and surveillance of X-ray installations, protection of workers, improvement in techniques and improvements leading to dose reduction.</a:t>
            </a:r>
          </a:p>
          <a:p>
            <a:r>
              <a:rPr lang="en-US" dirty="0"/>
              <a:t>Effective protective measures include proper use of lead shields and lead rubber aprons. Lead aprons (0.5 mm of lead) will reduce the intensity of scattered X-rays over 90 per cent and should be worn by all workers regularly associated with X-ray procedures. </a:t>
            </a:r>
          </a:p>
          <a:p>
            <a:r>
              <a:rPr lang="en-US" dirty="0"/>
              <a:t>Workers must wear a film badge or dosimeter which shows accumulated exposure to radiation since last time the instrument was charged. Besides, periodic medical examinations, regular working hours, recreation, and holidays must be ensured to workers to maintain their state of health.</a:t>
            </a:r>
          </a:p>
        </p:txBody>
      </p:sp>
    </p:spTree>
    <p:extLst>
      <p:ext uri="{BB962C8B-B14F-4D97-AF65-F5344CB8AC3E}">
        <p14:creationId xmlns:p14="http://schemas.microsoft.com/office/powerpoint/2010/main" val="1511690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E226-A8DA-55AC-DDD5-4843ED8F3A8F}"/>
              </a:ext>
            </a:extLst>
          </p:cNvPr>
          <p:cNvSpPr>
            <a:spLocks noGrp="1"/>
          </p:cNvSpPr>
          <p:nvPr>
            <p:ph type="title"/>
          </p:nvPr>
        </p:nvSpPr>
        <p:spPr>
          <a:xfrm>
            <a:off x="1484310" y="116175"/>
            <a:ext cx="10018713" cy="738266"/>
          </a:xfrm>
        </p:spPr>
        <p:txBody>
          <a:bodyPr/>
          <a:lstStyle/>
          <a:p>
            <a:r>
              <a:rPr lang="en-US" dirty="0"/>
              <a:t>Radiation protection</a:t>
            </a:r>
          </a:p>
        </p:txBody>
      </p:sp>
      <p:sp>
        <p:nvSpPr>
          <p:cNvPr id="3" name="Content Placeholder 2">
            <a:extLst>
              <a:ext uri="{FF2B5EF4-FFF2-40B4-BE49-F238E27FC236}">
                <a16:creationId xmlns:a16="http://schemas.microsoft.com/office/drawing/2014/main" id="{3A09FA60-5817-BB9F-2A4F-FD75E1FEC069}"/>
              </a:ext>
            </a:extLst>
          </p:cNvPr>
          <p:cNvSpPr>
            <a:spLocks noGrp="1"/>
          </p:cNvSpPr>
          <p:nvPr>
            <p:ph idx="1"/>
          </p:nvPr>
        </p:nvSpPr>
        <p:spPr>
          <a:xfrm>
            <a:off x="1484310" y="854441"/>
            <a:ext cx="10018713" cy="5396457"/>
          </a:xfrm>
        </p:spPr>
        <p:txBody>
          <a:bodyPr>
            <a:normAutofit fontScale="92500" lnSpcReduction="10000"/>
          </a:bodyPr>
          <a:lstStyle/>
          <a:p>
            <a:r>
              <a:rPr lang="en-US" dirty="0"/>
              <a:t>Radiation protection is the youngest branch of hygiene, and is called radiation-hygiene. </a:t>
            </a:r>
          </a:p>
          <a:p>
            <a:r>
              <a:rPr lang="en-US" dirty="0"/>
              <a:t>The International Commission on Radiological Protection (ICRP), the International Atomic Energy Agency (IAEA) and the World Health Organization (WHO) have been active in this field. The ICRP’s recommendations on radiation dose levels for occupational workers and for the general population have been adopted by many countries. </a:t>
            </a:r>
          </a:p>
          <a:p>
            <a:r>
              <a:rPr lang="en-US" dirty="0"/>
              <a:t>It has been recommended that the genetic dose to the whole population from all sources additional to the natural background radiation, </a:t>
            </a:r>
            <a:r>
              <a:rPr lang="en-US" dirty="0">
                <a:highlight>
                  <a:srgbClr val="FFFF00"/>
                </a:highlight>
              </a:rPr>
              <a:t>should not exceed 5 rems over a period of 30 years</a:t>
            </a:r>
            <a:r>
              <a:rPr lang="en-US" dirty="0"/>
              <a:t>. </a:t>
            </a:r>
          </a:p>
          <a:p>
            <a:r>
              <a:rPr lang="en-US" dirty="0"/>
              <a:t>The WHO has published permissible radiation levels in drinking water. </a:t>
            </a:r>
          </a:p>
          <a:p>
            <a:r>
              <a:rPr lang="en-US" dirty="0"/>
              <a:t>The IAEA has sponsored many symposia on radioactive waste disposal and associated subjects. </a:t>
            </a:r>
          </a:p>
          <a:p>
            <a:r>
              <a:rPr lang="en-US" dirty="0"/>
              <a:t>Its main concern has been to promote peaceful uses of atomic energy and to assure that these uses do not imperil peace or health. </a:t>
            </a:r>
          </a:p>
        </p:txBody>
      </p:sp>
    </p:spTree>
    <p:extLst>
      <p:ext uri="{BB962C8B-B14F-4D97-AF65-F5344CB8AC3E}">
        <p14:creationId xmlns:p14="http://schemas.microsoft.com/office/powerpoint/2010/main" val="871829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10"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1"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2"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3"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4"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5"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40" name="Rectangle 39">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59100" y="-4763"/>
            <a:ext cx="5014912" cy="6862763"/>
            <a:chOff x="2928938" y="-4763"/>
            <a:chExt cx="5014912" cy="6862763"/>
          </a:xfrm>
        </p:grpSpPr>
        <p:sp>
          <p:nvSpPr>
            <p:cNvPr id="20"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1"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2"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3"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4"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5"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31352449-4CD8-938C-30E1-3530DCDB4F0F}"/>
              </a:ext>
            </a:extLst>
          </p:cNvPr>
          <p:cNvSpPr>
            <a:spLocks noGrp="1"/>
          </p:cNvSpPr>
          <p:nvPr>
            <p:ph type="title"/>
          </p:nvPr>
        </p:nvSpPr>
        <p:spPr>
          <a:xfrm>
            <a:off x="5448299" y="1380068"/>
            <a:ext cx="6054723" cy="2616199"/>
          </a:xfrm>
        </p:spPr>
        <p:txBody>
          <a:bodyPr vert="horz" lIns="91440" tIns="45720" rIns="91440" bIns="45720" rtlCol="0" anchor="b">
            <a:normAutofit/>
          </a:bodyPr>
          <a:lstStyle/>
          <a:p>
            <a:pPr algn="r"/>
            <a:r>
              <a:rPr lang="en-US" sz="6000"/>
              <a:t>Thank you</a:t>
            </a:r>
          </a:p>
        </p:txBody>
      </p:sp>
      <p:pic>
        <p:nvPicPr>
          <p:cNvPr id="42" name="Picture 41" descr="Bright modern kitchen">
            <a:extLst>
              <a:ext uri="{FF2B5EF4-FFF2-40B4-BE49-F238E27FC236}">
                <a16:creationId xmlns:a16="http://schemas.microsoft.com/office/drawing/2014/main" id="{A8C693CB-DEE3-D9B5-346F-8C3B8DD97C94}"/>
              </a:ext>
            </a:extLst>
          </p:cNvPr>
          <p:cNvPicPr>
            <a:picLocks noChangeAspect="1"/>
          </p:cNvPicPr>
          <p:nvPr/>
        </p:nvPicPr>
        <p:blipFill>
          <a:blip r:embed="rId3"/>
          <a:srcRect l="39302" r="7669" b="-1"/>
          <a:stretch/>
        </p:blipFill>
        <p:spPr>
          <a:xfrm>
            <a:off x="20" y="10"/>
            <a:ext cx="5448280"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Tree>
    <p:extLst>
      <p:ext uri="{BB962C8B-B14F-4D97-AF65-F5344CB8AC3E}">
        <p14:creationId xmlns:p14="http://schemas.microsoft.com/office/powerpoint/2010/main" val="14740104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ustom 1">
      <a:majorFont>
        <a:latin typeface="Times New Roman"/>
        <a:ea typeface=""/>
        <a:cs typeface=""/>
      </a:majorFont>
      <a:minorFont>
        <a:latin typeface="Times New Roman"/>
        <a:ea typeface=""/>
        <a:cs typeface=""/>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220</TotalTime>
  <Words>4226</Words>
  <Application>Microsoft Office PowerPoint</Application>
  <PresentationFormat>Widescreen</PresentationFormat>
  <Paragraphs>235</Paragraphs>
  <Slides>39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Arial</vt:lpstr>
      <vt:lpstr>Times New Roman</vt:lpstr>
      <vt:lpstr>Parallax</vt:lpstr>
      <vt:lpstr>Light</vt:lpstr>
      <vt:lpstr>Natural lighting</vt:lpstr>
      <vt:lpstr>Planning for best utilization of daylight</vt:lpstr>
      <vt:lpstr>Planning for best utilization of daylight</vt:lpstr>
      <vt:lpstr>Measurement of daylight</vt:lpstr>
      <vt:lpstr>Artificial lighting</vt:lpstr>
      <vt:lpstr>Methods of artificial illumination</vt:lpstr>
      <vt:lpstr>Lighting standards</vt:lpstr>
      <vt:lpstr>Biological effect of light</vt:lpstr>
      <vt:lpstr>Noise</vt:lpstr>
      <vt:lpstr>PowerPoint Presentation</vt:lpstr>
      <vt:lpstr>Noise</vt:lpstr>
      <vt:lpstr>Properties - loudness</vt:lpstr>
      <vt:lpstr>Properties - loudness</vt:lpstr>
      <vt:lpstr>Properties - frequency</vt:lpstr>
      <vt:lpstr>Instrument used for noise studies</vt:lpstr>
      <vt:lpstr>Noise exposure – auditory effect</vt:lpstr>
      <vt:lpstr>Noise exposure – Non auditory effects</vt:lpstr>
      <vt:lpstr>Noise exposure – Non auditory effects</vt:lpstr>
      <vt:lpstr>Control of noise</vt:lpstr>
      <vt:lpstr>Control of noise</vt:lpstr>
      <vt:lpstr>PowerPoint Presentation</vt:lpstr>
      <vt:lpstr>Radiation</vt:lpstr>
      <vt:lpstr>Radiation</vt:lpstr>
      <vt:lpstr>Non-ionizing Radiation:</vt:lpstr>
      <vt:lpstr>PowerPoint Presentation</vt:lpstr>
      <vt:lpstr>Sources - Natural</vt:lpstr>
      <vt:lpstr>Sources - Natural</vt:lpstr>
      <vt:lpstr>Sources – Man Made</vt:lpstr>
      <vt:lpstr>Radiation units</vt:lpstr>
      <vt:lpstr>Potency of radiation</vt:lpstr>
      <vt:lpstr>Dose equivalent</vt:lpstr>
      <vt:lpstr>Biological effects</vt:lpstr>
      <vt:lpstr>Biological response</vt:lpstr>
      <vt:lpstr>Biological response</vt:lpstr>
      <vt:lpstr>Genetic effects</vt:lpstr>
      <vt:lpstr>Radiation protection</vt:lpstr>
      <vt:lpstr>Radiation protection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2024-07-31T14:52:57Z</dcterms:created>
  <dcterms:modified xsi:type="dcterms:W3CDTF">2024-08-07T18:48:46Z</dcterms:modified>
</cp:coreProperties>
</file>