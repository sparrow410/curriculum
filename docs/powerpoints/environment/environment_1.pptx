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B1BE68-9C5C-4D70-AD65-46433B57AA55}" v="8" dt="2024-05-30T01:56:27.6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2" autoAdjust="0"/>
    <p:restoredTop sz="94660"/>
  </p:normalViewPr>
  <p:slideViewPr>
    <p:cSldViewPr snapToGrid="0">
      <p:cViewPr>
        <p:scale>
          <a:sx n="75" d="100"/>
          <a:sy n="75" d="100"/>
        </p:scale>
        <p:origin x="1176" y="10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77B1BE68-9C5C-4D70-AD65-46433B57AA55}"/>
    <pc:docChg chg="undo custSel addSld modSld">
      <pc:chgData name="mukul maheshwari" userId="12cb43e2ca5f0d2c" providerId="LiveId" clId="{77B1BE68-9C5C-4D70-AD65-46433B57AA55}" dt="2024-05-30T01:56:48.635" v="981" actId="207"/>
      <pc:docMkLst>
        <pc:docMk/>
      </pc:docMkLst>
      <pc:sldChg chg="addSp modSp mod setBg">
        <pc:chgData name="mukul maheshwari" userId="12cb43e2ca5f0d2c" providerId="LiveId" clId="{77B1BE68-9C5C-4D70-AD65-46433B57AA55}" dt="2024-05-30T01:05:37.166" v="106" actId="27636"/>
        <pc:sldMkLst>
          <pc:docMk/>
          <pc:sldMk cId="97129165" sldId="268"/>
        </pc:sldMkLst>
        <pc:spChg chg="mod ord">
          <ac:chgData name="mukul maheshwari" userId="12cb43e2ca5f0d2c" providerId="LiveId" clId="{77B1BE68-9C5C-4D70-AD65-46433B57AA55}" dt="2024-05-30T01:04:03.277" v="77" actId="122"/>
          <ac:spMkLst>
            <pc:docMk/>
            <pc:sldMk cId="97129165" sldId="268"/>
            <ac:spMk id="2" creationId="{3F8339F5-1FAF-A5AE-F999-0D29851896EA}"/>
          </ac:spMkLst>
        </pc:spChg>
        <pc:spChg chg="mod">
          <ac:chgData name="mukul maheshwari" userId="12cb43e2ca5f0d2c" providerId="LiveId" clId="{77B1BE68-9C5C-4D70-AD65-46433B57AA55}" dt="2024-05-30T01:05:37.166" v="106" actId="27636"/>
          <ac:spMkLst>
            <pc:docMk/>
            <pc:sldMk cId="97129165" sldId="268"/>
            <ac:spMk id="3" creationId="{8DE65348-24A8-D249-6DDA-22AA3C0B7C93}"/>
          </ac:spMkLst>
        </pc:spChg>
        <pc:spChg chg="add">
          <ac:chgData name="mukul maheshwari" userId="12cb43e2ca5f0d2c" providerId="LiveId" clId="{77B1BE68-9C5C-4D70-AD65-46433B57AA55}" dt="2024-05-30T01:03:50.928" v="73" actId="26606"/>
          <ac:spMkLst>
            <pc:docMk/>
            <pc:sldMk cId="97129165" sldId="268"/>
            <ac:spMk id="9" creationId="{E51BA4DF-2BD4-4EC2-B1DB-B27C8AC71864}"/>
          </ac:spMkLst>
        </pc:spChg>
        <pc:picChg chg="add">
          <ac:chgData name="mukul maheshwari" userId="12cb43e2ca5f0d2c" providerId="LiveId" clId="{77B1BE68-9C5C-4D70-AD65-46433B57AA55}" dt="2024-05-30T01:03:50.928" v="73" actId="26606"/>
          <ac:picMkLst>
            <pc:docMk/>
            <pc:sldMk cId="97129165" sldId="268"/>
            <ac:picMk id="5" creationId="{ED05FC5D-11F7-814F-81FB-940E819FDBC8}"/>
          </ac:picMkLst>
        </pc:picChg>
      </pc:sldChg>
      <pc:sldChg chg="addSp modSp new mod setBg">
        <pc:chgData name="mukul maheshwari" userId="12cb43e2ca5f0d2c" providerId="LiveId" clId="{77B1BE68-9C5C-4D70-AD65-46433B57AA55}" dt="2024-05-30T01:06:23.969" v="134" actId="14"/>
        <pc:sldMkLst>
          <pc:docMk/>
          <pc:sldMk cId="2905748457" sldId="269"/>
        </pc:sldMkLst>
        <pc:spChg chg="mod">
          <ac:chgData name="mukul maheshwari" userId="12cb43e2ca5f0d2c" providerId="LiveId" clId="{77B1BE68-9C5C-4D70-AD65-46433B57AA55}" dt="2024-05-30T01:06:14.816" v="132" actId="26606"/>
          <ac:spMkLst>
            <pc:docMk/>
            <pc:sldMk cId="2905748457" sldId="269"/>
            <ac:spMk id="2" creationId="{CAEBE84A-2108-A49F-02E8-A5011740AFA7}"/>
          </ac:spMkLst>
        </pc:spChg>
        <pc:spChg chg="mod">
          <ac:chgData name="mukul maheshwari" userId="12cb43e2ca5f0d2c" providerId="LiveId" clId="{77B1BE68-9C5C-4D70-AD65-46433B57AA55}" dt="2024-05-30T01:06:23.969" v="134" actId="14"/>
          <ac:spMkLst>
            <pc:docMk/>
            <pc:sldMk cId="2905748457" sldId="269"/>
            <ac:spMk id="3" creationId="{F5CEB84B-7858-B2BA-BC24-8A5079B8FB98}"/>
          </ac:spMkLst>
        </pc:spChg>
        <pc:spChg chg="add">
          <ac:chgData name="mukul maheshwari" userId="12cb43e2ca5f0d2c" providerId="LiveId" clId="{77B1BE68-9C5C-4D70-AD65-46433B57AA55}" dt="2024-05-30T01:06:14.816" v="132" actId="26606"/>
          <ac:spMkLst>
            <pc:docMk/>
            <pc:sldMk cId="2905748457" sldId="269"/>
            <ac:spMk id="9" creationId="{E51BA4DF-2BD4-4EC2-B1DB-B27C8AC71864}"/>
          </ac:spMkLst>
        </pc:spChg>
        <pc:picChg chg="add">
          <ac:chgData name="mukul maheshwari" userId="12cb43e2ca5f0d2c" providerId="LiveId" clId="{77B1BE68-9C5C-4D70-AD65-46433B57AA55}" dt="2024-05-30T01:06:14.816" v="132" actId="26606"/>
          <ac:picMkLst>
            <pc:docMk/>
            <pc:sldMk cId="2905748457" sldId="269"/>
            <ac:picMk id="5" creationId="{1222CBD2-6CA2-8AD1-AB86-DC6E501BF849}"/>
          </ac:picMkLst>
        </pc:picChg>
      </pc:sldChg>
      <pc:sldChg chg="addSp modSp new mod setBg">
        <pc:chgData name="mukul maheshwari" userId="12cb43e2ca5f0d2c" providerId="LiveId" clId="{77B1BE68-9C5C-4D70-AD65-46433B57AA55}" dt="2024-05-30T01:18:59.034" v="311" actId="108"/>
        <pc:sldMkLst>
          <pc:docMk/>
          <pc:sldMk cId="1648884383" sldId="270"/>
        </pc:sldMkLst>
        <pc:spChg chg="mod ord">
          <ac:chgData name="mukul maheshwari" userId="12cb43e2ca5f0d2c" providerId="LiveId" clId="{77B1BE68-9C5C-4D70-AD65-46433B57AA55}" dt="2024-05-30T01:16:15.643" v="236" actId="1076"/>
          <ac:spMkLst>
            <pc:docMk/>
            <pc:sldMk cId="1648884383" sldId="270"/>
            <ac:spMk id="2" creationId="{9919AEA8-71E9-E4B5-1E58-747EE9B2F0B5}"/>
          </ac:spMkLst>
        </pc:spChg>
        <pc:spChg chg="mod">
          <ac:chgData name="mukul maheshwari" userId="12cb43e2ca5f0d2c" providerId="LiveId" clId="{77B1BE68-9C5C-4D70-AD65-46433B57AA55}" dt="2024-05-30T01:18:59.034" v="311" actId="108"/>
          <ac:spMkLst>
            <pc:docMk/>
            <pc:sldMk cId="1648884383" sldId="270"/>
            <ac:spMk id="3" creationId="{FDD26B4D-9089-58B5-0153-D758F46719F7}"/>
          </ac:spMkLst>
        </pc:spChg>
        <pc:spChg chg="add">
          <ac:chgData name="mukul maheshwari" userId="12cb43e2ca5f0d2c" providerId="LiveId" clId="{77B1BE68-9C5C-4D70-AD65-46433B57AA55}" dt="2024-05-30T01:15:51.669" v="230" actId="26606"/>
          <ac:spMkLst>
            <pc:docMk/>
            <pc:sldMk cId="1648884383" sldId="270"/>
            <ac:spMk id="9" creationId="{E51BA4DF-2BD4-4EC2-B1DB-B27C8AC71864}"/>
          </ac:spMkLst>
        </pc:spChg>
        <pc:picChg chg="add">
          <ac:chgData name="mukul maheshwari" userId="12cb43e2ca5f0d2c" providerId="LiveId" clId="{77B1BE68-9C5C-4D70-AD65-46433B57AA55}" dt="2024-05-30T01:15:51.669" v="230" actId="26606"/>
          <ac:picMkLst>
            <pc:docMk/>
            <pc:sldMk cId="1648884383" sldId="270"/>
            <ac:picMk id="5" creationId="{3F00FE1E-66DA-9215-C973-B65517EC9710}"/>
          </ac:picMkLst>
        </pc:picChg>
      </pc:sldChg>
      <pc:sldChg chg="addSp delSp modSp new mod setBg">
        <pc:chgData name="mukul maheshwari" userId="12cb43e2ca5f0d2c" providerId="LiveId" clId="{77B1BE68-9C5C-4D70-AD65-46433B57AA55}" dt="2024-05-30T01:18:41.809" v="304" actId="478"/>
        <pc:sldMkLst>
          <pc:docMk/>
          <pc:sldMk cId="1846437011" sldId="271"/>
        </pc:sldMkLst>
        <pc:spChg chg="mod ord">
          <ac:chgData name="mukul maheshwari" userId="12cb43e2ca5f0d2c" providerId="LiveId" clId="{77B1BE68-9C5C-4D70-AD65-46433B57AA55}" dt="2024-05-30T01:18:16.809" v="298" actId="122"/>
          <ac:spMkLst>
            <pc:docMk/>
            <pc:sldMk cId="1846437011" sldId="271"/>
            <ac:spMk id="2" creationId="{55FC5358-CA42-172D-62D5-BB89DB37C9D9}"/>
          </ac:spMkLst>
        </pc:spChg>
        <pc:spChg chg="del mod">
          <ac:chgData name="mukul maheshwari" userId="12cb43e2ca5f0d2c" providerId="LiveId" clId="{77B1BE68-9C5C-4D70-AD65-46433B57AA55}" dt="2024-05-30T01:17:27.962" v="292" actId="26606"/>
          <ac:spMkLst>
            <pc:docMk/>
            <pc:sldMk cId="1846437011" sldId="271"/>
            <ac:spMk id="3" creationId="{CF8C5410-633C-C30C-E9D0-6DB172624017}"/>
          </ac:spMkLst>
        </pc:spChg>
        <pc:spChg chg="add">
          <ac:chgData name="mukul maheshwari" userId="12cb43e2ca5f0d2c" providerId="LiveId" clId="{77B1BE68-9C5C-4D70-AD65-46433B57AA55}" dt="2024-05-30T01:17:27.962" v="292" actId="26606"/>
          <ac:spMkLst>
            <pc:docMk/>
            <pc:sldMk cId="1846437011" sldId="271"/>
            <ac:spMk id="10" creationId="{E51BA4DF-2BD4-4EC2-B1DB-B27C8AC71864}"/>
          </ac:spMkLst>
        </pc:spChg>
        <pc:graphicFrameChg chg="add mod">
          <ac:chgData name="mukul maheshwari" userId="12cb43e2ca5f0d2c" providerId="LiveId" clId="{77B1BE68-9C5C-4D70-AD65-46433B57AA55}" dt="2024-05-30T01:18:41.809" v="304" actId="478"/>
          <ac:graphicFrameMkLst>
            <pc:docMk/>
            <pc:sldMk cId="1846437011" sldId="271"/>
            <ac:graphicFrameMk id="5" creationId="{A90C4312-4D93-B2CF-F338-7101C7CD98C6}"/>
          </ac:graphicFrameMkLst>
        </pc:graphicFrameChg>
        <pc:picChg chg="add mod">
          <ac:chgData name="mukul maheshwari" userId="12cb43e2ca5f0d2c" providerId="LiveId" clId="{77B1BE68-9C5C-4D70-AD65-46433B57AA55}" dt="2024-05-30T01:17:48.975" v="293" actId="27614"/>
          <ac:picMkLst>
            <pc:docMk/>
            <pc:sldMk cId="1846437011" sldId="271"/>
            <ac:picMk id="6" creationId="{A06AE467-94D4-7A5B-112F-11BBBC2599BC}"/>
          </ac:picMkLst>
        </pc:picChg>
      </pc:sldChg>
      <pc:sldChg chg="addSp delSp modSp new mod setBg">
        <pc:chgData name="mukul maheshwari" userId="12cb43e2ca5f0d2c" providerId="LiveId" clId="{77B1BE68-9C5C-4D70-AD65-46433B57AA55}" dt="2024-05-30T01:23:12.210" v="399" actId="12100"/>
        <pc:sldMkLst>
          <pc:docMk/>
          <pc:sldMk cId="838441034" sldId="272"/>
        </pc:sldMkLst>
        <pc:spChg chg="mod ord">
          <ac:chgData name="mukul maheshwari" userId="12cb43e2ca5f0d2c" providerId="LiveId" clId="{77B1BE68-9C5C-4D70-AD65-46433B57AA55}" dt="2024-05-30T01:22:54.868" v="396" actId="14100"/>
          <ac:spMkLst>
            <pc:docMk/>
            <pc:sldMk cId="838441034" sldId="272"/>
            <ac:spMk id="2" creationId="{3606902E-C13F-7036-C069-11A47DC7C682}"/>
          </ac:spMkLst>
        </pc:spChg>
        <pc:spChg chg="del mod">
          <ac:chgData name="mukul maheshwari" userId="12cb43e2ca5f0d2c" providerId="LiveId" clId="{77B1BE68-9C5C-4D70-AD65-46433B57AA55}" dt="2024-05-30T01:22:21.669" v="391" actId="26606"/>
          <ac:spMkLst>
            <pc:docMk/>
            <pc:sldMk cId="838441034" sldId="272"/>
            <ac:spMk id="3" creationId="{C459DA1E-2772-52C7-F668-C2EA926DF39C}"/>
          </ac:spMkLst>
        </pc:spChg>
        <pc:spChg chg="add">
          <ac:chgData name="mukul maheshwari" userId="12cb43e2ca5f0d2c" providerId="LiveId" clId="{77B1BE68-9C5C-4D70-AD65-46433B57AA55}" dt="2024-05-30T01:22:21.669" v="391" actId="26606"/>
          <ac:spMkLst>
            <pc:docMk/>
            <pc:sldMk cId="838441034" sldId="272"/>
            <ac:spMk id="10" creationId="{E51BA4DF-2BD4-4EC2-B1DB-B27C8AC71864}"/>
          </ac:spMkLst>
        </pc:spChg>
        <pc:graphicFrameChg chg="add mod">
          <ac:chgData name="mukul maheshwari" userId="12cb43e2ca5f0d2c" providerId="LiveId" clId="{77B1BE68-9C5C-4D70-AD65-46433B57AA55}" dt="2024-05-30T01:23:12.210" v="399" actId="12100"/>
          <ac:graphicFrameMkLst>
            <pc:docMk/>
            <pc:sldMk cId="838441034" sldId="272"/>
            <ac:graphicFrameMk id="5" creationId="{88B6510E-E58E-A3D6-A257-1C4D8CD1ADE3}"/>
          </ac:graphicFrameMkLst>
        </pc:graphicFrameChg>
        <pc:picChg chg="add mod">
          <ac:chgData name="mukul maheshwari" userId="12cb43e2ca5f0d2c" providerId="LiveId" clId="{77B1BE68-9C5C-4D70-AD65-46433B57AA55}" dt="2024-05-30T01:22:30.517" v="392" actId="27614"/>
          <ac:picMkLst>
            <pc:docMk/>
            <pc:sldMk cId="838441034" sldId="272"/>
            <ac:picMk id="6" creationId="{9C750AEA-15DD-FDED-8331-139436B685F7}"/>
          </ac:picMkLst>
        </pc:picChg>
      </pc:sldChg>
      <pc:sldChg chg="addSp delSp modSp new mod setBg">
        <pc:chgData name="mukul maheshwari" userId="12cb43e2ca5f0d2c" providerId="LiveId" clId="{77B1BE68-9C5C-4D70-AD65-46433B57AA55}" dt="2024-05-30T01:29:10.205" v="524" actId="27636"/>
        <pc:sldMkLst>
          <pc:docMk/>
          <pc:sldMk cId="3709169737" sldId="273"/>
        </pc:sldMkLst>
        <pc:spChg chg="mod ord">
          <ac:chgData name="mukul maheshwari" userId="12cb43e2ca5f0d2c" providerId="LiveId" clId="{77B1BE68-9C5C-4D70-AD65-46433B57AA55}" dt="2024-05-30T01:28:44.304" v="515" actId="207"/>
          <ac:spMkLst>
            <pc:docMk/>
            <pc:sldMk cId="3709169737" sldId="273"/>
            <ac:spMk id="2" creationId="{578953CD-2553-7681-F573-ED6735DA7DD3}"/>
          </ac:spMkLst>
        </pc:spChg>
        <pc:spChg chg="mod">
          <ac:chgData name="mukul maheshwari" userId="12cb43e2ca5f0d2c" providerId="LiveId" clId="{77B1BE68-9C5C-4D70-AD65-46433B57AA55}" dt="2024-05-30T01:29:10.205" v="524" actId="27636"/>
          <ac:spMkLst>
            <pc:docMk/>
            <pc:sldMk cId="3709169737" sldId="273"/>
            <ac:spMk id="3" creationId="{2F099B20-3BD5-1704-3869-16C3C545AB80}"/>
          </ac:spMkLst>
        </pc:spChg>
        <pc:spChg chg="add">
          <ac:chgData name="mukul maheshwari" userId="12cb43e2ca5f0d2c" providerId="LiveId" clId="{77B1BE68-9C5C-4D70-AD65-46433B57AA55}" dt="2024-05-30T01:27:29.853" v="495" actId="26606"/>
          <ac:spMkLst>
            <pc:docMk/>
            <pc:sldMk cId="3709169737" sldId="273"/>
            <ac:spMk id="14" creationId="{E51BA4DF-2BD4-4EC2-B1DB-B27C8AC71864}"/>
          </ac:spMkLst>
        </pc:spChg>
        <pc:picChg chg="add mod">
          <ac:chgData name="mukul maheshwari" userId="12cb43e2ca5f0d2c" providerId="LiveId" clId="{77B1BE68-9C5C-4D70-AD65-46433B57AA55}" dt="2024-05-30T01:27:29.853" v="495" actId="26606"/>
          <ac:picMkLst>
            <pc:docMk/>
            <pc:sldMk cId="3709169737" sldId="273"/>
            <ac:picMk id="5" creationId="{6E1B979A-0CDD-019E-7467-B5622EC4A7F1}"/>
          </ac:picMkLst>
        </pc:picChg>
        <pc:cxnChg chg="add del">
          <ac:chgData name="mukul maheshwari" userId="12cb43e2ca5f0d2c" providerId="LiveId" clId="{77B1BE68-9C5C-4D70-AD65-46433B57AA55}" dt="2024-05-30T01:27:29.853" v="495" actId="26606"/>
          <ac:cxnSpMkLst>
            <pc:docMk/>
            <pc:sldMk cId="3709169737" sldId="273"/>
            <ac:cxnSpMk id="9" creationId="{1503BFE4-729B-D9D0-C17B-501E6AF1127A}"/>
          </ac:cxnSpMkLst>
        </pc:cxnChg>
      </pc:sldChg>
      <pc:sldChg chg="addSp delSp modSp new mod setBg">
        <pc:chgData name="mukul maheshwari" userId="12cb43e2ca5f0d2c" providerId="LiveId" clId="{77B1BE68-9C5C-4D70-AD65-46433B57AA55}" dt="2024-05-30T01:30:50.154" v="584" actId="27636"/>
        <pc:sldMkLst>
          <pc:docMk/>
          <pc:sldMk cId="681368479" sldId="274"/>
        </pc:sldMkLst>
        <pc:spChg chg="mod ord">
          <ac:chgData name="mukul maheshwari" userId="12cb43e2ca5f0d2c" providerId="LiveId" clId="{77B1BE68-9C5C-4D70-AD65-46433B57AA55}" dt="2024-05-30T01:30:39.134" v="579" actId="122"/>
          <ac:spMkLst>
            <pc:docMk/>
            <pc:sldMk cId="681368479" sldId="274"/>
            <ac:spMk id="2" creationId="{E54D9909-A3EB-9A06-5B94-5496FECC7B60}"/>
          </ac:spMkLst>
        </pc:spChg>
        <pc:spChg chg="mod">
          <ac:chgData name="mukul maheshwari" userId="12cb43e2ca5f0d2c" providerId="LiveId" clId="{77B1BE68-9C5C-4D70-AD65-46433B57AA55}" dt="2024-05-30T01:30:50.154" v="584" actId="27636"/>
          <ac:spMkLst>
            <pc:docMk/>
            <pc:sldMk cId="681368479" sldId="274"/>
            <ac:spMk id="3" creationId="{BA5404FE-1F38-D9AA-DD51-1475D8A7ED28}"/>
          </ac:spMkLst>
        </pc:spChg>
        <pc:spChg chg="add del">
          <ac:chgData name="mukul maheshwari" userId="12cb43e2ca5f0d2c" providerId="LiveId" clId="{77B1BE68-9C5C-4D70-AD65-46433B57AA55}" dt="2024-05-30T01:30:10.702" v="569" actId="26606"/>
          <ac:spMkLst>
            <pc:docMk/>
            <pc:sldMk cId="681368479" sldId="274"/>
            <ac:spMk id="9" creationId="{E51BA4DF-2BD4-4EC2-B1DB-B27C8AC71864}"/>
          </ac:spMkLst>
        </pc:spChg>
        <pc:spChg chg="add del">
          <ac:chgData name="mukul maheshwari" userId="12cb43e2ca5f0d2c" providerId="LiveId" clId="{77B1BE68-9C5C-4D70-AD65-46433B57AA55}" dt="2024-05-30T01:30:18.948" v="571" actId="26606"/>
          <ac:spMkLst>
            <pc:docMk/>
            <pc:sldMk cId="681368479" sldId="274"/>
            <ac:spMk id="11" creationId="{3FCFB1DE-0B7E-48CC-BA90-B2AB0889F9D6}"/>
          </ac:spMkLst>
        </pc:spChg>
        <pc:spChg chg="add del">
          <ac:chgData name="mukul maheshwari" userId="12cb43e2ca5f0d2c" providerId="LiveId" clId="{77B1BE68-9C5C-4D70-AD65-46433B57AA55}" dt="2024-05-30T01:30:18.948" v="571" actId="26606"/>
          <ac:spMkLst>
            <pc:docMk/>
            <pc:sldMk cId="681368479" sldId="274"/>
            <ac:spMk id="12" creationId="{2C61293E-6EBE-43EF-A52C-9BEBFD7679D4}"/>
          </ac:spMkLst>
        </pc:spChg>
        <pc:spChg chg="add">
          <ac:chgData name="mukul maheshwari" userId="12cb43e2ca5f0d2c" providerId="LiveId" clId="{77B1BE68-9C5C-4D70-AD65-46433B57AA55}" dt="2024-05-30T01:30:19.010" v="572" actId="26606"/>
          <ac:spMkLst>
            <pc:docMk/>
            <pc:sldMk cId="681368479" sldId="274"/>
            <ac:spMk id="15" creationId="{E51BA4DF-2BD4-4EC2-B1DB-B27C8AC71864}"/>
          </ac:spMkLst>
        </pc:spChg>
        <pc:picChg chg="add del">
          <ac:chgData name="mukul maheshwari" userId="12cb43e2ca5f0d2c" providerId="LiveId" clId="{77B1BE68-9C5C-4D70-AD65-46433B57AA55}" dt="2024-05-30T01:30:10.702" v="569" actId="26606"/>
          <ac:picMkLst>
            <pc:docMk/>
            <pc:sldMk cId="681368479" sldId="274"/>
            <ac:picMk id="5" creationId="{698B3F6A-7D1C-634E-0964-A89AC239C441}"/>
          </ac:picMkLst>
        </pc:picChg>
        <pc:picChg chg="add del">
          <ac:chgData name="mukul maheshwari" userId="12cb43e2ca5f0d2c" providerId="LiveId" clId="{77B1BE68-9C5C-4D70-AD65-46433B57AA55}" dt="2024-05-30T01:30:18.948" v="571" actId="26606"/>
          <ac:picMkLst>
            <pc:docMk/>
            <pc:sldMk cId="681368479" sldId="274"/>
            <ac:picMk id="13" creationId="{AA1A23F2-EA35-73CA-249A-A10E23FD5033}"/>
          </ac:picMkLst>
        </pc:picChg>
        <pc:picChg chg="add">
          <ac:chgData name="mukul maheshwari" userId="12cb43e2ca5f0d2c" providerId="LiveId" clId="{77B1BE68-9C5C-4D70-AD65-46433B57AA55}" dt="2024-05-30T01:30:19.010" v="572" actId="26606"/>
          <ac:picMkLst>
            <pc:docMk/>
            <pc:sldMk cId="681368479" sldId="274"/>
            <ac:picMk id="16" creationId="{698B3F6A-7D1C-634E-0964-A89AC239C441}"/>
          </ac:picMkLst>
        </pc:picChg>
      </pc:sldChg>
      <pc:sldChg chg="addSp delSp modSp new mod setBg">
        <pc:chgData name="mukul maheshwari" userId="12cb43e2ca5f0d2c" providerId="LiveId" clId="{77B1BE68-9C5C-4D70-AD65-46433B57AA55}" dt="2024-05-30T01:36:23.506" v="699" actId="403"/>
        <pc:sldMkLst>
          <pc:docMk/>
          <pc:sldMk cId="2046670789" sldId="275"/>
        </pc:sldMkLst>
        <pc:spChg chg="mod ord">
          <ac:chgData name="mukul maheshwari" userId="12cb43e2ca5f0d2c" providerId="LiveId" clId="{77B1BE68-9C5C-4D70-AD65-46433B57AA55}" dt="2024-05-30T01:36:14.760" v="694" actId="207"/>
          <ac:spMkLst>
            <pc:docMk/>
            <pc:sldMk cId="2046670789" sldId="275"/>
            <ac:spMk id="2" creationId="{1BFB114A-EB54-12B8-F4EB-4C82164EEECB}"/>
          </ac:spMkLst>
        </pc:spChg>
        <pc:spChg chg="mod">
          <ac:chgData name="mukul maheshwari" userId="12cb43e2ca5f0d2c" providerId="LiveId" clId="{77B1BE68-9C5C-4D70-AD65-46433B57AA55}" dt="2024-05-30T01:36:23.506" v="699" actId="403"/>
          <ac:spMkLst>
            <pc:docMk/>
            <pc:sldMk cId="2046670789" sldId="275"/>
            <ac:spMk id="3" creationId="{B5DE8E85-847D-6CE8-5D39-AD69701E09ED}"/>
          </ac:spMkLst>
        </pc:spChg>
        <pc:spChg chg="add del">
          <ac:chgData name="mukul maheshwari" userId="12cb43e2ca5f0d2c" providerId="LiveId" clId="{77B1BE68-9C5C-4D70-AD65-46433B57AA55}" dt="2024-05-30T01:34:44.987" v="679" actId="26606"/>
          <ac:spMkLst>
            <pc:docMk/>
            <pc:sldMk cId="2046670789" sldId="275"/>
            <ac:spMk id="9" creationId="{2C61293E-6EBE-43EF-A52C-9BEBFD7679D4}"/>
          </ac:spMkLst>
        </pc:spChg>
        <pc:spChg chg="add del">
          <ac:chgData name="mukul maheshwari" userId="12cb43e2ca5f0d2c" providerId="LiveId" clId="{77B1BE68-9C5C-4D70-AD65-46433B57AA55}" dt="2024-05-30T01:34:44.987" v="679" actId="26606"/>
          <ac:spMkLst>
            <pc:docMk/>
            <pc:sldMk cId="2046670789" sldId="275"/>
            <ac:spMk id="11" creationId="{3FCFB1DE-0B7E-48CC-BA90-B2AB0889F9D6}"/>
          </ac:spMkLst>
        </pc:spChg>
        <pc:spChg chg="add">
          <ac:chgData name="mukul maheshwari" userId="12cb43e2ca5f0d2c" providerId="LiveId" clId="{77B1BE68-9C5C-4D70-AD65-46433B57AA55}" dt="2024-05-30T01:34:44.987" v="679" actId="26606"/>
          <ac:spMkLst>
            <pc:docMk/>
            <pc:sldMk cId="2046670789" sldId="275"/>
            <ac:spMk id="16" creationId="{E51BA4DF-2BD4-4EC2-B1DB-B27C8AC71864}"/>
          </ac:spMkLst>
        </pc:spChg>
        <pc:picChg chg="add mod">
          <ac:chgData name="mukul maheshwari" userId="12cb43e2ca5f0d2c" providerId="LiveId" clId="{77B1BE68-9C5C-4D70-AD65-46433B57AA55}" dt="2024-05-30T01:34:44.987" v="679" actId="26606"/>
          <ac:picMkLst>
            <pc:docMk/>
            <pc:sldMk cId="2046670789" sldId="275"/>
            <ac:picMk id="5" creationId="{DC7B129E-6177-3E2A-F2D2-819C7C654513}"/>
          </ac:picMkLst>
        </pc:picChg>
      </pc:sldChg>
      <pc:sldChg chg="addSp delSp modSp new mod setBg">
        <pc:chgData name="mukul maheshwari" userId="12cb43e2ca5f0d2c" providerId="LiveId" clId="{77B1BE68-9C5C-4D70-AD65-46433B57AA55}" dt="2024-05-30T01:38:05.974" v="717" actId="27636"/>
        <pc:sldMkLst>
          <pc:docMk/>
          <pc:sldMk cId="2341894002" sldId="276"/>
        </pc:sldMkLst>
        <pc:spChg chg="mod ord">
          <ac:chgData name="mukul maheshwari" userId="12cb43e2ca5f0d2c" providerId="LiveId" clId="{77B1BE68-9C5C-4D70-AD65-46433B57AA55}" dt="2024-05-30T01:37:36.800" v="706" actId="122"/>
          <ac:spMkLst>
            <pc:docMk/>
            <pc:sldMk cId="2341894002" sldId="276"/>
            <ac:spMk id="2" creationId="{0F197C07-45B3-FCF5-0FCE-952963B810CB}"/>
          </ac:spMkLst>
        </pc:spChg>
        <pc:spChg chg="mod">
          <ac:chgData name="mukul maheshwari" userId="12cb43e2ca5f0d2c" providerId="LiveId" clId="{77B1BE68-9C5C-4D70-AD65-46433B57AA55}" dt="2024-05-30T01:38:05.974" v="717" actId="27636"/>
          <ac:spMkLst>
            <pc:docMk/>
            <pc:sldMk cId="2341894002" sldId="276"/>
            <ac:spMk id="3" creationId="{9927F89A-F138-5B68-7775-FEEFAE2E5BA4}"/>
          </ac:spMkLst>
        </pc:spChg>
        <pc:spChg chg="add del">
          <ac:chgData name="mukul maheshwari" userId="12cb43e2ca5f0d2c" providerId="LiveId" clId="{77B1BE68-9C5C-4D70-AD65-46433B57AA55}" dt="2024-05-30T01:36:53.105" v="701" actId="26606"/>
          <ac:spMkLst>
            <pc:docMk/>
            <pc:sldMk cId="2341894002" sldId="276"/>
            <ac:spMk id="9" creationId="{2C61293E-6EBE-43EF-A52C-9BEBFD7679D4}"/>
          </ac:spMkLst>
        </pc:spChg>
        <pc:spChg chg="add del">
          <ac:chgData name="mukul maheshwari" userId="12cb43e2ca5f0d2c" providerId="LiveId" clId="{77B1BE68-9C5C-4D70-AD65-46433B57AA55}" dt="2024-05-30T01:36:53.105" v="701" actId="26606"/>
          <ac:spMkLst>
            <pc:docMk/>
            <pc:sldMk cId="2341894002" sldId="276"/>
            <ac:spMk id="11" creationId="{3FCFB1DE-0B7E-48CC-BA90-B2AB0889F9D6}"/>
          </ac:spMkLst>
        </pc:spChg>
        <pc:spChg chg="add">
          <ac:chgData name="mukul maheshwari" userId="12cb43e2ca5f0d2c" providerId="LiveId" clId="{77B1BE68-9C5C-4D70-AD65-46433B57AA55}" dt="2024-05-30T01:36:53.105" v="701" actId="26606"/>
          <ac:spMkLst>
            <pc:docMk/>
            <pc:sldMk cId="2341894002" sldId="276"/>
            <ac:spMk id="16" creationId="{E51BA4DF-2BD4-4EC2-B1DB-B27C8AC71864}"/>
          </ac:spMkLst>
        </pc:spChg>
        <pc:picChg chg="add mod">
          <ac:chgData name="mukul maheshwari" userId="12cb43e2ca5f0d2c" providerId="LiveId" clId="{77B1BE68-9C5C-4D70-AD65-46433B57AA55}" dt="2024-05-30T01:36:53.105" v="701" actId="26606"/>
          <ac:picMkLst>
            <pc:docMk/>
            <pc:sldMk cId="2341894002" sldId="276"/>
            <ac:picMk id="5" creationId="{6ABA4C05-5F6F-6D1B-0431-9794B5FDD539}"/>
          </ac:picMkLst>
        </pc:picChg>
      </pc:sldChg>
      <pc:sldChg chg="addSp delSp modSp new mod setBg">
        <pc:chgData name="mukul maheshwari" userId="12cb43e2ca5f0d2c" providerId="LiveId" clId="{77B1BE68-9C5C-4D70-AD65-46433B57AA55}" dt="2024-05-30T01:56:48.635" v="981" actId="207"/>
        <pc:sldMkLst>
          <pc:docMk/>
          <pc:sldMk cId="1191524174" sldId="277"/>
        </pc:sldMkLst>
        <pc:spChg chg="mod ord">
          <ac:chgData name="mukul maheshwari" userId="12cb43e2ca5f0d2c" providerId="LiveId" clId="{77B1BE68-9C5C-4D70-AD65-46433B57AA55}" dt="2024-05-30T01:56:48.635" v="981" actId="207"/>
          <ac:spMkLst>
            <pc:docMk/>
            <pc:sldMk cId="1191524174" sldId="277"/>
            <ac:spMk id="2" creationId="{3400FA69-5E81-6CC7-48CE-6EF4D3882843}"/>
          </ac:spMkLst>
        </pc:spChg>
        <pc:spChg chg="mod ord">
          <ac:chgData name="mukul maheshwari" userId="12cb43e2ca5f0d2c" providerId="LiveId" clId="{77B1BE68-9C5C-4D70-AD65-46433B57AA55}" dt="2024-05-30T01:50:56.305" v="916" actId="27636"/>
          <ac:spMkLst>
            <pc:docMk/>
            <pc:sldMk cId="1191524174" sldId="277"/>
            <ac:spMk id="3" creationId="{06908DE3-6609-94A6-B1F1-A7C6AFE642C3}"/>
          </ac:spMkLst>
        </pc:spChg>
        <pc:spChg chg="add del">
          <ac:chgData name="mukul maheshwari" userId="12cb43e2ca5f0d2c" providerId="LiveId" clId="{77B1BE68-9C5C-4D70-AD65-46433B57AA55}" dt="2024-05-30T01:47:49.236" v="901" actId="26606"/>
          <ac:spMkLst>
            <pc:docMk/>
            <pc:sldMk cId="1191524174" sldId="277"/>
            <ac:spMk id="8" creationId="{09588DA8-065E-4F6F-8EFD-43104AB2E0CF}"/>
          </ac:spMkLst>
        </pc:spChg>
        <pc:spChg chg="add del">
          <ac:chgData name="mukul maheshwari" userId="12cb43e2ca5f0d2c" providerId="LiveId" clId="{77B1BE68-9C5C-4D70-AD65-46433B57AA55}" dt="2024-05-30T01:47:49.236" v="901" actId="26606"/>
          <ac:spMkLst>
            <pc:docMk/>
            <pc:sldMk cId="1191524174" sldId="277"/>
            <ac:spMk id="10" creationId="{C4285719-470E-454C-AF62-8323075F1F5B}"/>
          </ac:spMkLst>
        </pc:spChg>
        <pc:spChg chg="add del">
          <ac:chgData name="mukul maheshwari" userId="12cb43e2ca5f0d2c" providerId="LiveId" clId="{77B1BE68-9C5C-4D70-AD65-46433B57AA55}" dt="2024-05-30T01:47:49.236" v="901" actId="26606"/>
          <ac:spMkLst>
            <pc:docMk/>
            <pc:sldMk cId="1191524174" sldId="277"/>
            <ac:spMk id="12" creationId="{CD9FE4EF-C4D8-49A0-B2FF-81D8DB7D8A24}"/>
          </ac:spMkLst>
        </pc:spChg>
        <pc:spChg chg="add del">
          <ac:chgData name="mukul maheshwari" userId="12cb43e2ca5f0d2c" providerId="LiveId" clId="{77B1BE68-9C5C-4D70-AD65-46433B57AA55}" dt="2024-05-30T01:47:49.236" v="901" actId="26606"/>
          <ac:spMkLst>
            <pc:docMk/>
            <pc:sldMk cId="1191524174" sldId="277"/>
            <ac:spMk id="14" creationId="{4300840D-0A0B-4512-BACA-B439D5B9C57C}"/>
          </ac:spMkLst>
        </pc:spChg>
        <pc:spChg chg="add del">
          <ac:chgData name="mukul maheshwari" userId="12cb43e2ca5f0d2c" providerId="LiveId" clId="{77B1BE68-9C5C-4D70-AD65-46433B57AA55}" dt="2024-05-30T01:47:49.236" v="901" actId="26606"/>
          <ac:spMkLst>
            <pc:docMk/>
            <pc:sldMk cId="1191524174" sldId="277"/>
            <ac:spMk id="16" creationId="{D2B78728-A580-49A7-84F9-6EF6F583ADE0}"/>
          </ac:spMkLst>
        </pc:spChg>
        <pc:spChg chg="add del">
          <ac:chgData name="mukul maheshwari" userId="12cb43e2ca5f0d2c" providerId="LiveId" clId="{77B1BE68-9C5C-4D70-AD65-46433B57AA55}" dt="2024-05-30T01:47:49.236" v="901" actId="26606"/>
          <ac:spMkLst>
            <pc:docMk/>
            <pc:sldMk cId="1191524174" sldId="277"/>
            <ac:spMk id="18" creationId="{38FAA1A1-D861-433F-88FA-1E9D6FD31D11}"/>
          </ac:spMkLst>
        </pc:spChg>
        <pc:spChg chg="add del">
          <ac:chgData name="mukul maheshwari" userId="12cb43e2ca5f0d2c" providerId="LiveId" clId="{77B1BE68-9C5C-4D70-AD65-46433B57AA55}" dt="2024-05-30T01:47:49.236" v="901" actId="26606"/>
          <ac:spMkLst>
            <pc:docMk/>
            <pc:sldMk cId="1191524174" sldId="277"/>
            <ac:spMk id="20" creationId="{8D71EDA1-87BF-4D5D-AB79-F346FD19278A}"/>
          </ac:spMkLst>
        </pc:spChg>
        <pc:spChg chg="add del">
          <ac:chgData name="mukul maheshwari" userId="12cb43e2ca5f0d2c" providerId="LiveId" clId="{77B1BE68-9C5C-4D70-AD65-46433B57AA55}" dt="2024-05-30T01:47:49.221" v="900" actId="26606"/>
          <ac:spMkLst>
            <pc:docMk/>
            <pc:sldMk cId="1191524174" sldId="277"/>
            <ac:spMk id="25" creationId="{B34F5AD2-EDBD-4BBD-A55C-EAFFD0C7097A}"/>
          </ac:spMkLst>
        </pc:spChg>
        <pc:spChg chg="add del">
          <ac:chgData name="mukul maheshwari" userId="12cb43e2ca5f0d2c" providerId="LiveId" clId="{77B1BE68-9C5C-4D70-AD65-46433B57AA55}" dt="2024-05-30T01:47:49.221" v="900" actId="26606"/>
          <ac:spMkLst>
            <pc:docMk/>
            <pc:sldMk cId="1191524174" sldId="277"/>
            <ac:spMk id="27" creationId="{C3896A03-3945-419A-B66B-4EE266EDD152}"/>
          </ac:spMkLst>
        </pc:spChg>
        <pc:spChg chg="add del">
          <ac:chgData name="mukul maheshwari" userId="12cb43e2ca5f0d2c" providerId="LiveId" clId="{77B1BE68-9C5C-4D70-AD65-46433B57AA55}" dt="2024-05-30T01:47:49.221" v="900" actId="26606"/>
          <ac:spMkLst>
            <pc:docMk/>
            <pc:sldMk cId="1191524174" sldId="277"/>
            <ac:spMk id="29" creationId="{B8EAE243-3A9F-4A46-B0D9-04C723A8A1BD}"/>
          </ac:spMkLst>
        </pc:spChg>
        <pc:spChg chg="add del">
          <ac:chgData name="mukul maheshwari" userId="12cb43e2ca5f0d2c" providerId="LiveId" clId="{77B1BE68-9C5C-4D70-AD65-46433B57AA55}" dt="2024-05-30T01:50:14.487" v="903" actId="26606"/>
          <ac:spMkLst>
            <pc:docMk/>
            <pc:sldMk cId="1191524174" sldId="277"/>
            <ac:spMk id="31" creationId="{4300840D-0A0B-4512-BACA-B439D5B9C57C}"/>
          </ac:spMkLst>
        </pc:spChg>
        <pc:spChg chg="add del">
          <ac:chgData name="mukul maheshwari" userId="12cb43e2ca5f0d2c" providerId="LiveId" clId="{77B1BE68-9C5C-4D70-AD65-46433B57AA55}" dt="2024-05-30T01:50:14.487" v="903" actId="26606"/>
          <ac:spMkLst>
            <pc:docMk/>
            <pc:sldMk cId="1191524174" sldId="277"/>
            <ac:spMk id="32" creationId="{09588DA8-065E-4F6F-8EFD-43104AB2E0CF}"/>
          </ac:spMkLst>
        </pc:spChg>
        <pc:spChg chg="add del">
          <ac:chgData name="mukul maheshwari" userId="12cb43e2ca5f0d2c" providerId="LiveId" clId="{77B1BE68-9C5C-4D70-AD65-46433B57AA55}" dt="2024-05-30T01:50:14.487" v="903" actId="26606"/>
          <ac:spMkLst>
            <pc:docMk/>
            <pc:sldMk cId="1191524174" sldId="277"/>
            <ac:spMk id="33" creationId="{D2B78728-A580-49A7-84F9-6EF6F583ADE0}"/>
          </ac:spMkLst>
        </pc:spChg>
        <pc:spChg chg="add del">
          <ac:chgData name="mukul maheshwari" userId="12cb43e2ca5f0d2c" providerId="LiveId" clId="{77B1BE68-9C5C-4D70-AD65-46433B57AA55}" dt="2024-05-30T01:50:14.487" v="903" actId="26606"/>
          <ac:spMkLst>
            <pc:docMk/>
            <pc:sldMk cId="1191524174" sldId="277"/>
            <ac:spMk id="34" creationId="{C4285719-470E-454C-AF62-8323075F1F5B}"/>
          </ac:spMkLst>
        </pc:spChg>
        <pc:spChg chg="add del">
          <ac:chgData name="mukul maheshwari" userId="12cb43e2ca5f0d2c" providerId="LiveId" clId="{77B1BE68-9C5C-4D70-AD65-46433B57AA55}" dt="2024-05-30T01:50:14.487" v="903" actId="26606"/>
          <ac:spMkLst>
            <pc:docMk/>
            <pc:sldMk cId="1191524174" sldId="277"/>
            <ac:spMk id="35" creationId="{38FAA1A1-D861-433F-88FA-1E9D6FD31D11}"/>
          </ac:spMkLst>
        </pc:spChg>
        <pc:spChg chg="add del">
          <ac:chgData name="mukul maheshwari" userId="12cb43e2ca5f0d2c" providerId="LiveId" clId="{77B1BE68-9C5C-4D70-AD65-46433B57AA55}" dt="2024-05-30T01:50:14.487" v="903" actId="26606"/>
          <ac:spMkLst>
            <pc:docMk/>
            <pc:sldMk cId="1191524174" sldId="277"/>
            <ac:spMk id="36" creationId="{CD9FE4EF-C4D8-49A0-B2FF-81D8DB7D8A24}"/>
          </ac:spMkLst>
        </pc:spChg>
        <pc:spChg chg="add del">
          <ac:chgData name="mukul maheshwari" userId="12cb43e2ca5f0d2c" providerId="LiveId" clId="{77B1BE68-9C5C-4D70-AD65-46433B57AA55}" dt="2024-05-30T01:50:14.487" v="903" actId="26606"/>
          <ac:spMkLst>
            <pc:docMk/>
            <pc:sldMk cId="1191524174" sldId="277"/>
            <ac:spMk id="37" creationId="{8D71EDA1-87BF-4D5D-AB79-F346FD19278A}"/>
          </ac:spMkLst>
        </pc:spChg>
        <pc:spChg chg="add">
          <ac:chgData name="mukul maheshwari" userId="12cb43e2ca5f0d2c" providerId="LiveId" clId="{77B1BE68-9C5C-4D70-AD65-46433B57AA55}" dt="2024-05-30T01:50:14.487" v="903" actId="26606"/>
          <ac:spMkLst>
            <pc:docMk/>
            <pc:sldMk cId="1191524174" sldId="277"/>
            <ac:spMk id="1031" creationId="{79BB35BC-D5C2-4C8B-A22A-A71E6191913B}"/>
          </ac:spMkLst>
        </pc:spChg>
        <pc:picChg chg="add mod">
          <ac:chgData name="mukul maheshwari" userId="12cb43e2ca5f0d2c" providerId="LiveId" clId="{77B1BE68-9C5C-4D70-AD65-46433B57AA55}" dt="2024-05-30T01:56:27.671" v="977"/>
          <ac:picMkLst>
            <pc:docMk/>
            <pc:sldMk cId="1191524174" sldId="277"/>
            <ac:picMk id="1026" creationId="{A330E30D-58FC-21E2-9E63-FC95CE2BBC53}"/>
          </ac:picMkLst>
        </pc:picChg>
      </pc:sldChg>
      <pc:sldChg chg="addSp modSp new mod setBg">
        <pc:chgData name="mukul maheshwari" userId="12cb43e2ca5f0d2c" providerId="LiveId" clId="{77B1BE68-9C5C-4D70-AD65-46433B57AA55}" dt="2024-05-30T01:51:41.017" v="933" actId="27636"/>
        <pc:sldMkLst>
          <pc:docMk/>
          <pc:sldMk cId="4206926138" sldId="278"/>
        </pc:sldMkLst>
        <pc:spChg chg="mod ord">
          <ac:chgData name="mukul maheshwari" userId="12cb43e2ca5f0d2c" providerId="LiveId" clId="{77B1BE68-9C5C-4D70-AD65-46433B57AA55}" dt="2024-05-30T01:51:25.594" v="923" actId="14100"/>
          <ac:spMkLst>
            <pc:docMk/>
            <pc:sldMk cId="4206926138" sldId="278"/>
            <ac:spMk id="2" creationId="{2FB67EDC-1034-E5D6-D549-FBE053BA817C}"/>
          </ac:spMkLst>
        </pc:spChg>
        <pc:spChg chg="mod">
          <ac:chgData name="mukul maheshwari" userId="12cb43e2ca5f0d2c" providerId="LiveId" clId="{77B1BE68-9C5C-4D70-AD65-46433B57AA55}" dt="2024-05-30T01:51:41.017" v="933" actId="27636"/>
          <ac:spMkLst>
            <pc:docMk/>
            <pc:sldMk cId="4206926138" sldId="278"/>
            <ac:spMk id="3" creationId="{206E37A9-CBDC-401C-D46F-14A72BAE06F5}"/>
          </ac:spMkLst>
        </pc:spChg>
        <pc:spChg chg="add">
          <ac:chgData name="mukul maheshwari" userId="12cb43e2ca5f0d2c" providerId="LiveId" clId="{77B1BE68-9C5C-4D70-AD65-46433B57AA55}" dt="2024-05-30T01:51:03.341" v="917" actId="26606"/>
          <ac:spMkLst>
            <pc:docMk/>
            <pc:sldMk cId="4206926138" sldId="278"/>
            <ac:spMk id="9" creationId="{79BB35BC-D5C2-4C8B-A22A-A71E6191913B}"/>
          </ac:spMkLst>
        </pc:spChg>
        <pc:picChg chg="add mod">
          <ac:chgData name="mukul maheshwari" userId="12cb43e2ca5f0d2c" providerId="LiveId" clId="{77B1BE68-9C5C-4D70-AD65-46433B57AA55}" dt="2024-05-30T01:51:09.282" v="918" actId="14100"/>
          <ac:picMkLst>
            <pc:docMk/>
            <pc:sldMk cId="4206926138" sldId="278"/>
            <ac:picMk id="5" creationId="{689421E3-228A-24C5-7786-09B02DFD7DC0}"/>
          </ac:picMkLst>
        </pc:picChg>
      </pc:sldChg>
      <pc:sldChg chg="addSp delSp modSp new mod setBg">
        <pc:chgData name="mukul maheshwari" userId="12cb43e2ca5f0d2c" providerId="LiveId" clId="{77B1BE68-9C5C-4D70-AD65-46433B57AA55}" dt="2024-05-30T01:52:02.446" v="936" actId="26606"/>
        <pc:sldMkLst>
          <pc:docMk/>
          <pc:sldMk cId="2263267107" sldId="279"/>
        </pc:sldMkLst>
        <pc:spChg chg="add del">
          <ac:chgData name="mukul maheshwari" userId="12cb43e2ca5f0d2c" providerId="LiveId" clId="{77B1BE68-9C5C-4D70-AD65-46433B57AA55}" dt="2024-05-30T01:52:02.446" v="936" actId="26606"/>
          <ac:spMkLst>
            <pc:docMk/>
            <pc:sldMk cId="2263267107" sldId="279"/>
            <ac:spMk id="2" creationId="{50204596-AEB8-7227-FAE3-64C23D557054}"/>
          </ac:spMkLst>
        </pc:spChg>
        <pc:spChg chg="add del">
          <ac:chgData name="mukul maheshwari" userId="12cb43e2ca5f0d2c" providerId="LiveId" clId="{77B1BE68-9C5C-4D70-AD65-46433B57AA55}" dt="2024-05-30T01:52:02.446" v="936" actId="26606"/>
          <ac:spMkLst>
            <pc:docMk/>
            <pc:sldMk cId="2263267107" sldId="279"/>
            <ac:spMk id="3" creationId="{C1225C7D-AD6D-0502-4C34-0B61801D6F34}"/>
          </ac:spMkLst>
        </pc:spChg>
        <pc:spChg chg="add">
          <ac:chgData name="mukul maheshwari" userId="12cb43e2ca5f0d2c" providerId="LiveId" clId="{77B1BE68-9C5C-4D70-AD65-46433B57AA55}" dt="2024-05-30T01:52:02.446" v="936" actId="26606"/>
          <ac:spMkLst>
            <pc:docMk/>
            <pc:sldMk cId="2263267107" sldId="279"/>
            <ac:spMk id="7" creationId="{42A4FC2C-047E-45A5-965D-8E1E3BF09BC6}"/>
          </ac:spMkLst>
        </pc:spChg>
        <pc:spChg chg="add del">
          <ac:chgData name="mukul maheshwari" userId="12cb43e2ca5f0d2c" providerId="LiveId" clId="{77B1BE68-9C5C-4D70-AD65-46433B57AA55}" dt="2024-05-30T01:52:00.396" v="935" actId="26606"/>
          <ac:spMkLst>
            <pc:docMk/>
            <pc:sldMk cId="2263267107" sldId="279"/>
            <ac:spMk id="10" creationId="{42A4FC2C-047E-45A5-965D-8E1E3BF09BC6}"/>
          </ac:spMkLst>
        </pc:spChg>
        <pc:picChg chg="add mod">
          <ac:chgData name="mukul maheshwari" userId="12cb43e2ca5f0d2c" providerId="LiveId" clId="{77B1BE68-9C5C-4D70-AD65-46433B57AA55}" dt="2024-05-30T01:52:02.446" v="936" actId="26606"/>
          <ac:picMkLst>
            <pc:docMk/>
            <pc:sldMk cId="2263267107" sldId="279"/>
            <ac:picMk id="5" creationId="{280FD4D2-A072-4BB2-1D30-40557A9A7677}"/>
          </ac:picMkLst>
        </pc:picChg>
      </pc:sldChg>
      <pc:sldChg chg="addSp modSp new mod setBg">
        <pc:chgData name="mukul maheshwari" userId="12cb43e2ca5f0d2c" providerId="LiveId" clId="{77B1BE68-9C5C-4D70-AD65-46433B57AA55}" dt="2024-05-30T01:55:11.302" v="975" actId="20577"/>
        <pc:sldMkLst>
          <pc:docMk/>
          <pc:sldMk cId="3133847460" sldId="280"/>
        </pc:sldMkLst>
        <pc:spChg chg="mod ord">
          <ac:chgData name="mukul maheshwari" userId="12cb43e2ca5f0d2c" providerId="LiveId" clId="{77B1BE68-9C5C-4D70-AD65-46433B57AA55}" dt="2024-05-30T01:54:06.345" v="952" actId="1076"/>
          <ac:spMkLst>
            <pc:docMk/>
            <pc:sldMk cId="3133847460" sldId="280"/>
            <ac:spMk id="2" creationId="{41E91EDC-59F0-88D9-9613-8F8397AB8471}"/>
          </ac:spMkLst>
        </pc:spChg>
        <pc:spChg chg="mod">
          <ac:chgData name="mukul maheshwari" userId="12cb43e2ca5f0d2c" providerId="LiveId" clId="{77B1BE68-9C5C-4D70-AD65-46433B57AA55}" dt="2024-05-30T01:55:11.302" v="975" actId="20577"/>
          <ac:spMkLst>
            <pc:docMk/>
            <pc:sldMk cId="3133847460" sldId="280"/>
            <ac:spMk id="3" creationId="{2FE58E92-0CA1-6EE5-DEDD-C8A5B002CECC}"/>
          </ac:spMkLst>
        </pc:spChg>
        <pc:spChg chg="add">
          <ac:chgData name="mukul maheshwari" userId="12cb43e2ca5f0d2c" providerId="LiveId" clId="{77B1BE68-9C5C-4D70-AD65-46433B57AA55}" dt="2024-05-30T01:53:52.091" v="949" actId="26606"/>
          <ac:spMkLst>
            <pc:docMk/>
            <pc:sldMk cId="3133847460" sldId="280"/>
            <ac:spMk id="9" creationId="{79BB35BC-D5C2-4C8B-A22A-A71E6191913B}"/>
          </ac:spMkLst>
        </pc:spChg>
        <pc:picChg chg="add mod">
          <ac:chgData name="mukul maheshwari" userId="12cb43e2ca5f0d2c" providerId="LiveId" clId="{77B1BE68-9C5C-4D70-AD65-46433B57AA55}" dt="2024-05-30T01:54:42.067" v="966" actId="14100"/>
          <ac:picMkLst>
            <pc:docMk/>
            <pc:sldMk cId="3133847460" sldId="280"/>
            <ac:picMk id="5" creationId="{CD1E24F4-4FDB-AA66-8F37-E6DC1306788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638FB5-7E3B-458F-8A7D-BE6A3EA6687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23B7BD08-42A4-4C85-BEEB-074EA93EF923}">
      <dgm:prSet/>
      <dgm:spPr/>
      <dgm:t>
        <a:bodyPr/>
        <a:lstStyle/>
        <a:p>
          <a:r>
            <a:rPr lang="en-US"/>
            <a:t>Proper environmental health now requires the services of:</a:t>
          </a:r>
        </a:p>
      </dgm:t>
    </dgm:pt>
    <dgm:pt modelId="{CFFF6905-E1A0-4708-A76E-59CE8C25E03F}" type="parTrans" cxnId="{B396B24C-9B9B-4231-BA82-8D81BDADF487}">
      <dgm:prSet/>
      <dgm:spPr/>
      <dgm:t>
        <a:bodyPr/>
        <a:lstStyle/>
        <a:p>
          <a:endParaRPr lang="en-US"/>
        </a:p>
      </dgm:t>
    </dgm:pt>
    <dgm:pt modelId="{0F7A444C-2148-4A41-9ACF-78BD486A6AFA}" type="sibTrans" cxnId="{B396B24C-9B9B-4231-BA82-8D81BDADF487}">
      <dgm:prSet/>
      <dgm:spPr/>
      <dgm:t>
        <a:bodyPr/>
        <a:lstStyle/>
        <a:p>
          <a:endParaRPr lang="en-US"/>
        </a:p>
      </dgm:t>
    </dgm:pt>
    <dgm:pt modelId="{B1A09340-F01A-46DD-B5D4-00CBCFAF8E67}">
      <dgm:prSet/>
      <dgm:spPr/>
      <dgm:t>
        <a:bodyPr/>
        <a:lstStyle/>
        <a:p>
          <a:r>
            <a:rPr lang="en-US"/>
            <a:t>The public health qualified doctor</a:t>
          </a:r>
        </a:p>
      </dgm:t>
    </dgm:pt>
    <dgm:pt modelId="{370732E0-B019-4B9E-B4D7-598FBF9B996A}" type="parTrans" cxnId="{FC9DFED0-C031-476C-8E63-2F9C5E47E1CB}">
      <dgm:prSet/>
      <dgm:spPr/>
      <dgm:t>
        <a:bodyPr/>
        <a:lstStyle/>
        <a:p>
          <a:endParaRPr lang="en-US"/>
        </a:p>
      </dgm:t>
    </dgm:pt>
    <dgm:pt modelId="{01154B16-C738-4CE5-9321-3E4440A23CCC}" type="sibTrans" cxnId="{FC9DFED0-C031-476C-8E63-2F9C5E47E1CB}">
      <dgm:prSet/>
      <dgm:spPr/>
      <dgm:t>
        <a:bodyPr/>
        <a:lstStyle/>
        <a:p>
          <a:endParaRPr lang="en-US"/>
        </a:p>
      </dgm:t>
    </dgm:pt>
    <dgm:pt modelId="{744A7F7C-09D9-4364-8213-B14C1887B61D}">
      <dgm:prSet/>
      <dgm:spPr/>
      <dgm:t>
        <a:bodyPr/>
        <a:lstStyle/>
        <a:p>
          <a:r>
            <a:rPr lang="en-US"/>
            <a:t>The epidemiologist</a:t>
          </a:r>
        </a:p>
      </dgm:t>
    </dgm:pt>
    <dgm:pt modelId="{5A0FC45D-5CDF-4FEF-809A-EF252024D29E}" type="parTrans" cxnId="{03E5DE2E-5E3F-4EC7-B538-6F4937BC6FC0}">
      <dgm:prSet/>
      <dgm:spPr/>
      <dgm:t>
        <a:bodyPr/>
        <a:lstStyle/>
        <a:p>
          <a:endParaRPr lang="en-US"/>
        </a:p>
      </dgm:t>
    </dgm:pt>
    <dgm:pt modelId="{5B3A029E-913D-47FA-BD02-FAFF926F9D07}" type="sibTrans" cxnId="{03E5DE2E-5E3F-4EC7-B538-6F4937BC6FC0}">
      <dgm:prSet/>
      <dgm:spPr/>
      <dgm:t>
        <a:bodyPr/>
        <a:lstStyle/>
        <a:p>
          <a:endParaRPr lang="en-US"/>
        </a:p>
      </dgm:t>
    </dgm:pt>
    <dgm:pt modelId="{A69FFDE8-4D19-4304-8168-61DE78AF755C}">
      <dgm:prSet/>
      <dgm:spPr/>
      <dgm:t>
        <a:bodyPr/>
        <a:lstStyle/>
        <a:p>
          <a:r>
            <a:rPr lang="en-US"/>
            <a:t>The public health engineer </a:t>
          </a:r>
        </a:p>
      </dgm:t>
    </dgm:pt>
    <dgm:pt modelId="{F2079B39-23C1-4E5E-83D9-0684D4AD7D91}" type="parTrans" cxnId="{55D757C7-CB5F-4E5D-BBB6-BEAF93A8C3B8}">
      <dgm:prSet/>
      <dgm:spPr/>
      <dgm:t>
        <a:bodyPr/>
        <a:lstStyle/>
        <a:p>
          <a:endParaRPr lang="en-US"/>
        </a:p>
      </dgm:t>
    </dgm:pt>
    <dgm:pt modelId="{AFA52D27-0D9E-4606-9184-AC8874A2504A}" type="sibTrans" cxnId="{55D757C7-CB5F-4E5D-BBB6-BEAF93A8C3B8}">
      <dgm:prSet/>
      <dgm:spPr/>
      <dgm:t>
        <a:bodyPr/>
        <a:lstStyle/>
        <a:p>
          <a:endParaRPr lang="en-US"/>
        </a:p>
      </dgm:t>
    </dgm:pt>
    <dgm:pt modelId="{0C9AD20A-8990-4B85-9D05-FB3F40ABF603}">
      <dgm:prSet/>
      <dgm:spPr/>
      <dgm:t>
        <a:bodyPr/>
        <a:lstStyle/>
        <a:p>
          <a:r>
            <a:rPr lang="en-US"/>
            <a:t>The town planner</a:t>
          </a:r>
        </a:p>
      </dgm:t>
    </dgm:pt>
    <dgm:pt modelId="{2E4BA370-087D-49FC-B403-65F076726D6A}" type="parTrans" cxnId="{BEA48760-E504-48A9-9136-06E510BB5610}">
      <dgm:prSet/>
      <dgm:spPr/>
      <dgm:t>
        <a:bodyPr/>
        <a:lstStyle/>
        <a:p>
          <a:endParaRPr lang="en-US"/>
        </a:p>
      </dgm:t>
    </dgm:pt>
    <dgm:pt modelId="{E741D827-9938-4438-AB9B-2277BABBABF0}" type="sibTrans" cxnId="{BEA48760-E504-48A9-9136-06E510BB5610}">
      <dgm:prSet/>
      <dgm:spPr/>
      <dgm:t>
        <a:bodyPr/>
        <a:lstStyle/>
        <a:p>
          <a:endParaRPr lang="en-US"/>
        </a:p>
      </dgm:t>
    </dgm:pt>
    <dgm:pt modelId="{D228B344-653C-42E9-BE8C-0CBD35DFBB31}">
      <dgm:prSet/>
      <dgm:spPr/>
      <dgm:t>
        <a:bodyPr/>
        <a:lstStyle/>
        <a:p>
          <a:r>
            <a:rPr lang="en-US"/>
            <a:t>The sociologist </a:t>
          </a:r>
        </a:p>
      </dgm:t>
    </dgm:pt>
    <dgm:pt modelId="{B71AF669-841C-437D-A480-46536560734C}" type="parTrans" cxnId="{2481CAB5-7034-4836-AA2D-B54DE99DBFE1}">
      <dgm:prSet/>
      <dgm:spPr/>
      <dgm:t>
        <a:bodyPr/>
        <a:lstStyle/>
        <a:p>
          <a:endParaRPr lang="en-US"/>
        </a:p>
      </dgm:t>
    </dgm:pt>
    <dgm:pt modelId="{FD06D13F-9538-4931-8952-8E1965925D3A}" type="sibTrans" cxnId="{2481CAB5-7034-4836-AA2D-B54DE99DBFE1}">
      <dgm:prSet/>
      <dgm:spPr/>
      <dgm:t>
        <a:bodyPr/>
        <a:lstStyle/>
        <a:p>
          <a:endParaRPr lang="en-US"/>
        </a:p>
      </dgm:t>
    </dgm:pt>
    <dgm:pt modelId="{109C1022-54F8-4680-AC5B-DDBDBF63FA42}">
      <dgm:prSet/>
      <dgm:spPr/>
      <dgm:t>
        <a:bodyPr/>
        <a:lstStyle/>
        <a:p>
          <a:r>
            <a:rPr lang="en-US"/>
            <a:t>The economist</a:t>
          </a:r>
        </a:p>
      </dgm:t>
    </dgm:pt>
    <dgm:pt modelId="{75B46CC8-AC03-4720-9874-FE9DB823A91E}" type="parTrans" cxnId="{7DE135D3-B0B0-44DD-BD45-F4E71CAF15C2}">
      <dgm:prSet/>
      <dgm:spPr/>
      <dgm:t>
        <a:bodyPr/>
        <a:lstStyle/>
        <a:p>
          <a:endParaRPr lang="en-US"/>
        </a:p>
      </dgm:t>
    </dgm:pt>
    <dgm:pt modelId="{9EA73BC9-0462-4F5B-A023-20F59DF7556F}" type="sibTrans" cxnId="{7DE135D3-B0B0-44DD-BD45-F4E71CAF15C2}">
      <dgm:prSet/>
      <dgm:spPr/>
      <dgm:t>
        <a:bodyPr/>
        <a:lstStyle/>
        <a:p>
          <a:endParaRPr lang="en-US"/>
        </a:p>
      </dgm:t>
    </dgm:pt>
    <dgm:pt modelId="{D3F411BE-9B49-4E95-B4AF-57434C1D6CE6}">
      <dgm:prSet/>
      <dgm:spPr/>
      <dgm:t>
        <a:bodyPr/>
        <a:lstStyle/>
        <a:p>
          <a:r>
            <a:rPr lang="en-US"/>
            <a:t>The health inspector. </a:t>
          </a:r>
        </a:p>
      </dgm:t>
    </dgm:pt>
    <dgm:pt modelId="{E7BDECEB-37A1-47FE-8B5D-597505627EA0}" type="parTrans" cxnId="{A2FC0EE6-E672-4F62-9CD5-B85798260C12}">
      <dgm:prSet/>
      <dgm:spPr/>
      <dgm:t>
        <a:bodyPr/>
        <a:lstStyle/>
        <a:p>
          <a:endParaRPr lang="en-US"/>
        </a:p>
      </dgm:t>
    </dgm:pt>
    <dgm:pt modelId="{509CF368-464D-4633-A1EE-3D224E438362}" type="sibTrans" cxnId="{A2FC0EE6-E672-4F62-9CD5-B85798260C12}">
      <dgm:prSet/>
      <dgm:spPr/>
      <dgm:t>
        <a:bodyPr/>
        <a:lstStyle/>
        <a:p>
          <a:endParaRPr lang="en-US"/>
        </a:p>
      </dgm:t>
    </dgm:pt>
    <dgm:pt modelId="{BEC65FAC-966D-4274-9BCD-7A165C758F22}">
      <dgm:prSet/>
      <dgm:spPr/>
      <dgm:t>
        <a:bodyPr/>
        <a:lstStyle/>
        <a:p>
          <a:r>
            <a:rPr lang="en-US"/>
            <a:t>A combined multi-disciplinary programme of action is needed to achieve a healthy environment.</a:t>
          </a:r>
        </a:p>
      </dgm:t>
    </dgm:pt>
    <dgm:pt modelId="{211E75CE-EEAF-487B-AB45-E3272F2737F0}" type="parTrans" cxnId="{9E2AE2D3-E497-4949-A446-D287FF88E094}">
      <dgm:prSet/>
      <dgm:spPr/>
      <dgm:t>
        <a:bodyPr/>
        <a:lstStyle/>
        <a:p>
          <a:endParaRPr lang="en-US"/>
        </a:p>
      </dgm:t>
    </dgm:pt>
    <dgm:pt modelId="{AD16ED74-C80C-43C9-ABB2-ED1279FF29B3}" type="sibTrans" cxnId="{9E2AE2D3-E497-4949-A446-D287FF88E094}">
      <dgm:prSet/>
      <dgm:spPr/>
      <dgm:t>
        <a:bodyPr/>
        <a:lstStyle/>
        <a:p>
          <a:endParaRPr lang="en-US"/>
        </a:p>
      </dgm:t>
    </dgm:pt>
    <dgm:pt modelId="{FAF8DBD1-AE21-4DE6-A7E5-7394FE7F67B1}" type="pres">
      <dgm:prSet presAssocID="{92638FB5-7E3B-458F-8A7D-BE6A3EA66878}" presName="linear" presStyleCnt="0">
        <dgm:presLayoutVars>
          <dgm:animLvl val="lvl"/>
          <dgm:resizeHandles val="exact"/>
        </dgm:presLayoutVars>
      </dgm:prSet>
      <dgm:spPr/>
    </dgm:pt>
    <dgm:pt modelId="{73D213ED-70E1-4827-B406-7909E34AD4C7}" type="pres">
      <dgm:prSet presAssocID="{23B7BD08-42A4-4C85-BEEB-074EA93EF923}" presName="parentText" presStyleLbl="node1" presStyleIdx="0" presStyleCnt="2">
        <dgm:presLayoutVars>
          <dgm:chMax val="0"/>
          <dgm:bulletEnabled val="1"/>
        </dgm:presLayoutVars>
      </dgm:prSet>
      <dgm:spPr/>
    </dgm:pt>
    <dgm:pt modelId="{1231DF68-3178-4ADB-9D52-369D3BD07219}" type="pres">
      <dgm:prSet presAssocID="{23B7BD08-42A4-4C85-BEEB-074EA93EF923}" presName="childText" presStyleLbl="revTx" presStyleIdx="0" presStyleCnt="1">
        <dgm:presLayoutVars>
          <dgm:bulletEnabled val="1"/>
        </dgm:presLayoutVars>
      </dgm:prSet>
      <dgm:spPr/>
    </dgm:pt>
    <dgm:pt modelId="{A2542324-1FF3-45D7-AD7D-E4187C977DD0}" type="pres">
      <dgm:prSet presAssocID="{BEC65FAC-966D-4274-9BCD-7A165C758F22}" presName="parentText" presStyleLbl="node1" presStyleIdx="1" presStyleCnt="2">
        <dgm:presLayoutVars>
          <dgm:chMax val="0"/>
          <dgm:bulletEnabled val="1"/>
        </dgm:presLayoutVars>
      </dgm:prSet>
      <dgm:spPr/>
    </dgm:pt>
  </dgm:ptLst>
  <dgm:cxnLst>
    <dgm:cxn modelId="{85034A13-A966-45E0-9CDE-B87BB58B209C}" type="presOf" srcId="{BEC65FAC-966D-4274-9BCD-7A165C758F22}" destId="{A2542324-1FF3-45D7-AD7D-E4187C977DD0}" srcOrd="0" destOrd="0" presId="urn:microsoft.com/office/officeart/2005/8/layout/vList2"/>
    <dgm:cxn modelId="{03E5DE2E-5E3F-4EC7-B538-6F4937BC6FC0}" srcId="{23B7BD08-42A4-4C85-BEEB-074EA93EF923}" destId="{744A7F7C-09D9-4364-8213-B14C1887B61D}" srcOrd="1" destOrd="0" parTransId="{5A0FC45D-5CDF-4FEF-809A-EF252024D29E}" sibTransId="{5B3A029E-913D-47FA-BD02-FAFF926F9D07}"/>
    <dgm:cxn modelId="{8770A736-08B6-4CD4-AAA5-AA41FACE0B91}" type="presOf" srcId="{0C9AD20A-8990-4B85-9D05-FB3F40ABF603}" destId="{1231DF68-3178-4ADB-9D52-369D3BD07219}" srcOrd="0" destOrd="3" presId="urn:microsoft.com/office/officeart/2005/8/layout/vList2"/>
    <dgm:cxn modelId="{E6F1023C-6266-45ED-BC9B-244876CF79D4}" type="presOf" srcId="{744A7F7C-09D9-4364-8213-B14C1887B61D}" destId="{1231DF68-3178-4ADB-9D52-369D3BD07219}" srcOrd="0" destOrd="1" presId="urn:microsoft.com/office/officeart/2005/8/layout/vList2"/>
    <dgm:cxn modelId="{BEA48760-E504-48A9-9136-06E510BB5610}" srcId="{23B7BD08-42A4-4C85-BEEB-074EA93EF923}" destId="{0C9AD20A-8990-4B85-9D05-FB3F40ABF603}" srcOrd="3" destOrd="0" parTransId="{2E4BA370-087D-49FC-B403-65F076726D6A}" sibTransId="{E741D827-9938-4438-AB9B-2277BABBABF0}"/>
    <dgm:cxn modelId="{30C5BC41-0E81-43B7-9EEE-F4DA32B25026}" type="presOf" srcId="{A69FFDE8-4D19-4304-8168-61DE78AF755C}" destId="{1231DF68-3178-4ADB-9D52-369D3BD07219}" srcOrd="0" destOrd="2" presId="urn:microsoft.com/office/officeart/2005/8/layout/vList2"/>
    <dgm:cxn modelId="{5A88DC48-4FC1-4839-A6BA-A2356DB53B8C}" type="presOf" srcId="{92638FB5-7E3B-458F-8A7D-BE6A3EA66878}" destId="{FAF8DBD1-AE21-4DE6-A7E5-7394FE7F67B1}" srcOrd="0" destOrd="0" presId="urn:microsoft.com/office/officeart/2005/8/layout/vList2"/>
    <dgm:cxn modelId="{E8A37E4A-EB9C-41FA-9589-4CBD81B4DD77}" type="presOf" srcId="{109C1022-54F8-4680-AC5B-DDBDBF63FA42}" destId="{1231DF68-3178-4ADB-9D52-369D3BD07219}" srcOrd="0" destOrd="5" presId="urn:microsoft.com/office/officeart/2005/8/layout/vList2"/>
    <dgm:cxn modelId="{B396B24C-9B9B-4231-BA82-8D81BDADF487}" srcId="{92638FB5-7E3B-458F-8A7D-BE6A3EA66878}" destId="{23B7BD08-42A4-4C85-BEEB-074EA93EF923}" srcOrd="0" destOrd="0" parTransId="{CFFF6905-E1A0-4708-A76E-59CE8C25E03F}" sibTransId="{0F7A444C-2148-4A41-9ACF-78BD486A6AFA}"/>
    <dgm:cxn modelId="{0D58BE94-B0EA-4208-BE51-3C1895392A93}" type="presOf" srcId="{23B7BD08-42A4-4C85-BEEB-074EA93EF923}" destId="{73D213ED-70E1-4827-B406-7909E34AD4C7}" srcOrd="0" destOrd="0" presId="urn:microsoft.com/office/officeart/2005/8/layout/vList2"/>
    <dgm:cxn modelId="{B3187D99-15CB-4F19-A397-2379BBF99724}" type="presOf" srcId="{D3F411BE-9B49-4E95-B4AF-57434C1D6CE6}" destId="{1231DF68-3178-4ADB-9D52-369D3BD07219}" srcOrd="0" destOrd="6" presId="urn:microsoft.com/office/officeart/2005/8/layout/vList2"/>
    <dgm:cxn modelId="{2481CAB5-7034-4836-AA2D-B54DE99DBFE1}" srcId="{23B7BD08-42A4-4C85-BEEB-074EA93EF923}" destId="{D228B344-653C-42E9-BE8C-0CBD35DFBB31}" srcOrd="4" destOrd="0" parTransId="{B71AF669-841C-437D-A480-46536560734C}" sibTransId="{FD06D13F-9538-4931-8952-8E1965925D3A}"/>
    <dgm:cxn modelId="{55D757C7-CB5F-4E5D-BBB6-BEAF93A8C3B8}" srcId="{23B7BD08-42A4-4C85-BEEB-074EA93EF923}" destId="{A69FFDE8-4D19-4304-8168-61DE78AF755C}" srcOrd="2" destOrd="0" parTransId="{F2079B39-23C1-4E5E-83D9-0684D4AD7D91}" sibTransId="{AFA52D27-0D9E-4606-9184-AC8874A2504A}"/>
    <dgm:cxn modelId="{78562EC9-BD18-420B-8B6C-CDA3AB6DAB28}" type="presOf" srcId="{D228B344-653C-42E9-BE8C-0CBD35DFBB31}" destId="{1231DF68-3178-4ADB-9D52-369D3BD07219}" srcOrd="0" destOrd="4" presId="urn:microsoft.com/office/officeart/2005/8/layout/vList2"/>
    <dgm:cxn modelId="{FC9DFED0-C031-476C-8E63-2F9C5E47E1CB}" srcId="{23B7BD08-42A4-4C85-BEEB-074EA93EF923}" destId="{B1A09340-F01A-46DD-B5D4-00CBCFAF8E67}" srcOrd="0" destOrd="0" parTransId="{370732E0-B019-4B9E-B4D7-598FBF9B996A}" sibTransId="{01154B16-C738-4CE5-9321-3E4440A23CCC}"/>
    <dgm:cxn modelId="{7DE135D3-B0B0-44DD-BD45-F4E71CAF15C2}" srcId="{23B7BD08-42A4-4C85-BEEB-074EA93EF923}" destId="{109C1022-54F8-4680-AC5B-DDBDBF63FA42}" srcOrd="5" destOrd="0" parTransId="{75B46CC8-AC03-4720-9874-FE9DB823A91E}" sibTransId="{9EA73BC9-0462-4F5B-A023-20F59DF7556F}"/>
    <dgm:cxn modelId="{9E2AE2D3-E497-4949-A446-D287FF88E094}" srcId="{92638FB5-7E3B-458F-8A7D-BE6A3EA66878}" destId="{BEC65FAC-966D-4274-9BCD-7A165C758F22}" srcOrd="1" destOrd="0" parTransId="{211E75CE-EEAF-487B-AB45-E3272F2737F0}" sibTransId="{AD16ED74-C80C-43C9-ABB2-ED1279FF29B3}"/>
    <dgm:cxn modelId="{AD5A17E3-9171-424B-BE94-85C30CF6E2F0}" type="presOf" srcId="{B1A09340-F01A-46DD-B5D4-00CBCFAF8E67}" destId="{1231DF68-3178-4ADB-9D52-369D3BD07219}" srcOrd="0" destOrd="0" presId="urn:microsoft.com/office/officeart/2005/8/layout/vList2"/>
    <dgm:cxn modelId="{A2FC0EE6-E672-4F62-9CD5-B85798260C12}" srcId="{23B7BD08-42A4-4C85-BEEB-074EA93EF923}" destId="{D3F411BE-9B49-4E95-B4AF-57434C1D6CE6}" srcOrd="6" destOrd="0" parTransId="{E7BDECEB-37A1-47FE-8B5D-597505627EA0}" sibTransId="{509CF368-464D-4633-A1EE-3D224E438362}"/>
    <dgm:cxn modelId="{DEBCE351-D72E-422B-95C1-1B6BE49C6CCD}" type="presParOf" srcId="{FAF8DBD1-AE21-4DE6-A7E5-7394FE7F67B1}" destId="{73D213ED-70E1-4827-B406-7909E34AD4C7}" srcOrd="0" destOrd="0" presId="urn:microsoft.com/office/officeart/2005/8/layout/vList2"/>
    <dgm:cxn modelId="{107472DE-178F-4251-8829-B9ED4DBA7A5B}" type="presParOf" srcId="{FAF8DBD1-AE21-4DE6-A7E5-7394FE7F67B1}" destId="{1231DF68-3178-4ADB-9D52-369D3BD07219}" srcOrd="1" destOrd="0" presId="urn:microsoft.com/office/officeart/2005/8/layout/vList2"/>
    <dgm:cxn modelId="{C1E74FF5-2712-446C-99F7-8C935D76B071}" type="presParOf" srcId="{FAF8DBD1-AE21-4DE6-A7E5-7394FE7F67B1}" destId="{A2542324-1FF3-45D7-AD7D-E4187C977DD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41A22F5-07F5-492C-9A34-3A8043E107C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47B540B-B5E6-47D3-A932-128A137AD4A8}">
      <dgm:prSet/>
      <dgm:spPr/>
      <dgm:t>
        <a:bodyPr/>
        <a:lstStyle/>
        <a:p>
          <a:r>
            <a:rPr lang="en-US" dirty="0"/>
            <a:t>Two of the changes needed to achieve “Health for All” are concerned with </a:t>
          </a:r>
        </a:p>
      </dgm:t>
    </dgm:pt>
    <dgm:pt modelId="{FAD0891B-D0B7-415D-BADF-14736483C036}" type="parTrans" cxnId="{884B6ED7-4A92-4A23-89C8-D91166A755A0}">
      <dgm:prSet/>
      <dgm:spPr/>
      <dgm:t>
        <a:bodyPr/>
        <a:lstStyle/>
        <a:p>
          <a:endParaRPr lang="en-US"/>
        </a:p>
      </dgm:t>
    </dgm:pt>
    <dgm:pt modelId="{086C231C-A762-405F-AC1F-9FC6B84F06D4}" type="sibTrans" cxnId="{884B6ED7-4A92-4A23-89C8-D91166A755A0}">
      <dgm:prSet/>
      <dgm:spPr/>
      <dgm:t>
        <a:bodyPr/>
        <a:lstStyle/>
        <a:p>
          <a:endParaRPr lang="en-US"/>
        </a:p>
      </dgm:t>
    </dgm:pt>
    <dgm:pt modelId="{879FD953-A52F-4DB7-BC17-5D7858000BD8}">
      <dgm:prSet/>
      <dgm:spPr/>
      <dgm:t>
        <a:bodyPr/>
        <a:lstStyle/>
        <a:p>
          <a:r>
            <a:rPr lang="en-US"/>
            <a:t>Healthy environment </a:t>
          </a:r>
        </a:p>
      </dgm:t>
    </dgm:pt>
    <dgm:pt modelId="{F30D7A11-7CCC-40E9-8372-A4F487CEC688}" type="parTrans" cxnId="{FA558515-0E52-43E9-A3FB-FB5E6F46F1B4}">
      <dgm:prSet/>
      <dgm:spPr/>
      <dgm:t>
        <a:bodyPr/>
        <a:lstStyle/>
        <a:p>
          <a:endParaRPr lang="en-US"/>
        </a:p>
      </dgm:t>
    </dgm:pt>
    <dgm:pt modelId="{7AA50F47-229A-4539-A129-21F40F9B994F}" type="sibTrans" cxnId="{FA558515-0E52-43E9-A3FB-FB5E6F46F1B4}">
      <dgm:prSet/>
      <dgm:spPr/>
      <dgm:t>
        <a:bodyPr/>
        <a:lstStyle/>
        <a:p>
          <a:endParaRPr lang="en-US"/>
        </a:p>
      </dgm:t>
    </dgm:pt>
    <dgm:pt modelId="{947A3D02-D6A7-46A7-AD6E-16038B47BC02}">
      <dgm:prSet/>
      <dgm:spPr/>
      <dgm:t>
        <a:bodyPr/>
        <a:lstStyle/>
        <a:p>
          <a:r>
            <a:rPr lang="en-US"/>
            <a:t>Healthy lifestyle </a:t>
          </a:r>
        </a:p>
      </dgm:t>
    </dgm:pt>
    <dgm:pt modelId="{F45247A7-1CCA-4CE4-851B-59295982A630}" type="parTrans" cxnId="{538AB187-5023-4E89-A9AB-BB52C22D313B}">
      <dgm:prSet/>
      <dgm:spPr/>
      <dgm:t>
        <a:bodyPr/>
        <a:lstStyle/>
        <a:p>
          <a:endParaRPr lang="en-US"/>
        </a:p>
      </dgm:t>
    </dgm:pt>
    <dgm:pt modelId="{2D2ECA2E-3F0F-41BA-BEAA-52618578ED47}" type="sibTrans" cxnId="{538AB187-5023-4E89-A9AB-BB52C22D313B}">
      <dgm:prSet/>
      <dgm:spPr/>
      <dgm:t>
        <a:bodyPr/>
        <a:lstStyle/>
        <a:p>
          <a:endParaRPr lang="en-US"/>
        </a:p>
      </dgm:t>
    </dgm:pt>
    <dgm:pt modelId="{12D87121-EDE6-4916-B29F-93D049B99AC8}">
      <dgm:prSet/>
      <dgm:spPr/>
      <dgm:t>
        <a:bodyPr/>
        <a:lstStyle/>
        <a:p>
          <a:r>
            <a:rPr lang="en-US"/>
            <a:t>Require initiatives by the individual, the family and the community</a:t>
          </a:r>
        </a:p>
      </dgm:t>
    </dgm:pt>
    <dgm:pt modelId="{5AF0A652-7A99-4B8D-9CC3-368D40475151}" type="parTrans" cxnId="{8D4F14D1-B390-4788-8539-9934DC4B4EFF}">
      <dgm:prSet/>
      <dgm:spPr/>
      <dgm:t>
        <a:bodyPr/>
        <a:lstStyle/>
        <a:p>
          <a:endParaRPr lang="en-US"/>
        </a:p>
      </dgm:t>
    </dgm:pt>
    <dgm:pt modelId="{4E00A136-3971-4214-8D70-6A23E488577A}" type="sibTrans" cxnId="{8D4F14D1-B390-4788-8539-9934DC4B4EFF}">
      <dgm:prSet/>
      <dgm:spPr/>
      <dgm:t>
        <a:bodyPr/>
        <a:lstStyle/>
        <a:p>
          <a:endParaRPr lang="en-US"/>
        </a:p>
      </dgm:t>
    </dgm:pt>
    <dgm:pt modelId="{36D5E6F7-417C-472B-BB9C-468DD810D2EE}" type="pres">
      <dgm:prSet presAssocID="{541A22F5-07F5-492C-9A34-3A8043E107CB}" presName="linear" presStyleCnt="0">
        <dgm:presLayoutVars>
          <dgm:animLvl val="lvl"/>
          <dgm:resizeHandles val="exact"/>
        </dgm:presLayoutVars>
      </dgm:prSet>
      <dgm:spPr/>
    </dgm:pt>
    <dgm:pt modelId="{9979E30C-EDE3-4B35-8676-8CE28B317791}" type="pres">
      <dgm:prSet presAssocID="{047B540B-B5E6-47D3-A932-128A137AD4A8}" presName="parentText" presStyleLbl="node1" presStyleIdx="0" presStyleCnt="2">
        <dgm:presLayoutVars>
          <dgm:chMax val="0"/>
          <dgm:bulletEnabled val="1"/>
        </dgm:presLayoutVars>
      </dgm:prSet>
      <dgm:spPr/>
    </dgm:pt>
    <dgm:pt modelId="{002BB542-7C0D-4CB9-B866-F301E2F48F9E}" type="pres">
      <dgm:prSet presAssocID="{047B540B-B5E6-47D3-A932-128A137AD4A8}" presName="childText" presStyleLbl="revTx" presStyleIdx="0" presStyleCnt="1">
        <dgm:presLayoutVars>
          <dgm:bulletEnabled val="1"/>
        </dgm:presLayoutVars>
      </dgm:prSet>
      <dgm:spPr/>
    </dgm:pt>
    <dgm:pt modelId="{C29C536B-6171-4D55-992C-510E4EAE90D2}" type="pres">
      <dgm:prSet presAssocID="{12D87121-EDE6-4916-B29F-93D049B99AC8}" presName="parentText" presStyleLbl="node1" presStyleIdx="1" presStyleCnt="2">
        <dgm:presLayoutVars>
          <dgm:chMax val="0"/>
          <dgm:bulletEnabled val="1"/>
        </dgm:presLayoutVars>
      </dgm:prSet>
      <dgm:spPr/>
    </dgm:pt>
  </dgm:ptLst>
  <dgm:cxnLst>
    <dgm:cxn modelId="{FA558515-0E52-43E9-A3FB-FB5E6F46F1B4}" srcId="{047B540B-B5E6-47D3-A932-128A137AD4A8}" destId="{879FD953-A52F-4DB7-BC17-5D7858000BD8}" srcOrd="0" destOrd="0" parTransId="{F30D7A11-7CCC-40E9-8372-A4F487CEC688}" sibTransId="{7AA50F47-229A-4539-A129-21F40F9B994F}"/>
    <dgm:cxn modelId="{E5E18631-2CDB-4137-8C96-65A4C5665A1F}" type="presOf" srcId="{879FD953-A52F-4DB7-BC17-5D7858000BD8}" destId="{002BB542-7C0D-4CB9-B866-F301E2F48F9E}" srcOrd="0" destOrd="0" presId="urn:microsoft.com/office/officeart/2005/8/layout/vList2"/>
    <dgm:cxn modelId="{E9E6F667-54C1-4D96-B01C-9C1DA64D7347}" type="presOf" srcId="{047B540B-B5E6-47D3-A932-128A137AD4A8}" destId="{9979E30C-EDE3-4B35-8676-8CE28B317791}" srcOrd="0" destOrd="0" presId="urn:microsoft.com/office/officeart/2005/8/layout/vList2"/>
    <dgm:cxn modelId="{C8E2AA6C-9237-4C1F-B8C8-D3A7F0345B03}" type="presOf" srcId="{541A22F5-07F5-492C-9A34-3A8043E107CB}" destId="{36D5E6F7-417C-472B-BB9C-468DD810D2EE}" srcOrd="0" destOrd="0" presId="urn:microsoft.com/office/officeart/2005/8/layout/vList2"/>
    <dgm:cxn modelId="{3807B27D-6CE8-4422-938E-8BFA05380CDF}" type="presOf" srcId="{12D87121-EDE6-4916-B29F-93D049B99AC8}" destId="{C29C536B-6171-4D55-992C-510E4EAE90D2}" srcOrd="0" destOrd="0" presId="urn:microsoft.com/office/officeart/2005/8/layout/vList2"/>
    <dgm:cxn modelId="{538AB187-5023-4E89-A9AB-BB52C22D313B}" srcId="{047B540B-B5E6-47D3-A932-128A137AD4A8}" destId="{947A3D02-D6A7-46A7-AD6E-16038B47BC02}" srcOrd="1" destOrd="0" parTransId="{F45247A7-1CCA-4CE4-851B-59295982A630}" sibTransId="{2D2ECA2E-3F0F-41BA-BEAA-52618578ED47}"/>
    <dgm:cxn modelId="{8D4F14D1-B390-4788-8539-9934DC4B4EFF}" srcId="{541A22F5-07F5-492C-9A34-3A8043E107CB}" destId="{12D87121-EDE6-4916-B29F-93D049B99AC8}" srcOrd="1" destOrd="0" parTransId="{5AF0A652-7A99-4B8D-9CC3-368D40475151}" sibTransId="{4E00A136-3971-4214-8D70-6A23E488577A}"/>
    <dgm:cxn modelId="{884B6ED7-4A92-4A23-89C8-D91166A755A0}" srcId="{541A22F5-07F5-492C-9A34-3A8043E107CB}" destId="{047B540B-B5E6-47D3-A932-128A137AD4A8}" srcOrd="0" destOrd="0" parTransId="{FAD0891B-D0B7-415D-BADF-14736483C036}" sibTransId="{086C231C-A762-405F-AC1F-9FC6B84F06D4}"/>
    <dgm:cxn modelId="{CB93CCF7-CCDF-4B4B-B657-477A9794E81F}" type="presOf" srcId="{947A3D02-D6A7-46A7-AD6E-16038B47BC02}" destId="{002BB542-7C0D-4CB9-B866-F301E2F48F9E}" srcOrd="0" destOrd="1" presId="urn:microsoft.com/office/officeart/2005/8/layout/vList2"/>
    <dgm:cxn modelId="{0E4EC00E-F8B5-4569-8625-86B885699688}" type="presParOf" srcId="{36D5E6F7-417C-472B-BB9C-468DD810D2EE}" destId="{9979E30C-EDE3-4B35-8676-8CE28B317791}" srcOrd="0" destOrd="0" presId="urn:microsoft.com/office/officeart/2005/8/layout/vList2"/>
    <dgm:cxn modelId="{6C708EF0-7DE1-4617-B653-1365FD748326}" type="presParOf" srcId="{36D5E6F7-417C-472B-BB9C-468DD810D2EE}" destId="{002BB542-7C0D-4CB9-B866-F301E2F48F9E}" srcOrd="1" destOrd="0" presId="urn:microsoft.com/office/officeart/2005/8/layout/vList2"/>
    <dgm:cxn modelId="{3067A14A-721F-46D2-8907-35F65FEF3DF8}" type="presParOf" srcId="{36D5E6F7-417C-472B-BB9C-468DD810D2EE}" destId="{C29C536B-6171-4D55-992C-510E4EAE90D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CFDF27D-935C-4817-A9B6-5D938E406B9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F53052D-D0CF-47C3-BDB4-12AF8BC476FD}">
      <dgm:prSet/>
      <dgm:spPr/>
      <dgm:t>
        <a:bodyPr/>
        <a:lstStyle/>
        <a:p>
          <a:r>
            <a:rPr lang="en-US" dirty="0"/>
            <a:t>Unsafe water, polluted soil, unhygienic disposal of human excreta and refuse, poor housing, insects and rodents. </a:t>
          </a:r>
        </a:p>
      </dgm:t>
    </dgm:pt>
    <dgm:pt modelId="{F226A80F-03F8-4D22-BDF3-F450219284C2}" type="parTrans" cxnId="{D2B6E352-0223-4A5B-A5DB-EC483D2B790F}">
      <dgm:prSet/>
      <dgm:spPr/>
      <dgm:t>
        <a:bodyPr/>
        <a:lstStyle/>
        <a:p>
          <a:endParaRPr lang="en-US"/>
        </a:p>
      </dgm:t>
    </dgm:pt>
    <dgm:pt modelId="{E54AEEBF-2C07-4EAE-BD23-918673EDD19B}" type="sibTrans" cxnId="{D2B6E352-0223-4A5B-A5DB-EC483D2B790F}">
      <dgm:prSet/>
      <dgm:spPr/>
      <dgm:t>
        <a:bodyPr/>
        <a:lstStyle/>
        <a:p>
          <a:endParaRPr lang="en-US"/>
        </a:p>
      </dgm:t>
    </dgm:pt>
    <dgm:pt modelId="{9A258923-7761-4120-884D-D365240B8EA6}">
      <dgm:prSet/>
      <dgm:spPr/>
      <dgm:t>
        <a:bodyPr/>
        <a:lstStyle/>
        <a:p>
          <a:r>
            <a:rPr lang="en-US"/>
            <a:t>Air pollution is also a growing concern in many cities. </a:t>
          </a:r>
        </a:p>
      </dgm:t>
    </dgm:pt>
    <dgm:pt modelId="{BABB6046-EB7F-4C2C-8CA4-A0B232692658}" type="parTrans" cxnId="{BC381142-16B4-4A1C-9B8A-A6F9204645D1}">
      <dgm:prSet/>
      <dgm:spPr/>
      <dgm:t>
        <a:bodyPr/>
        <a:lstStyle/>
        <a:p>
          <a:endParaRPr lang="en-US"/>
        </a:p>
      </dgm:t>
    </dgm:pt>
    <dgm:pt modelId="{714503DA-67A5-43C3-8875-0492A0AF1B09}" type="sibTrans" cxnId="{BC381142-16B4-4A1C-9B8A-A6F9204645D1}">
      <dgm:prSet/>
      <dgm:spPr/>
      <dgm:t>
        <a:bodyPr/>
        <a:lstStyle/>
        <a:p>
          <a:endParaRPr lang="en-US"/>
        </a:p>
      </dgm:t>
    </dgm:pt>
    <dgm:pt modelId="{02216BD3-A2C3-420F-93F4-9B6F234502E8}">
      <dgm:prSet/>
      <dgm:spPr/>
      <dgm:t>
        <a:bodyPr/>
        <a:lstStyle/>
        <a:p>
          <a:r>
            <a:rPr lang="en-US"/>
            <a:t>The high death rate, infant mortality rate, sickness rate and poor standards of health are in fact largely due to defective environmental sanitation.</a:t>
          </a:r>
        </a:p>
      </dgm:t>
    </dgm:pt>
    <dgm:pt modelId="{04D74EA3-6CA5-4320-92D1-E86BCC6578EB}" type="parTrans" cxnId="{B8A10A27-3738-4478-AD9B-424644B60F88}">
      <dgm:prSet/>
      <dgm:spPr/>
      <dgm:t>
        <a:bodyPr/>
        <a:lstStyle/>
        <a:p>
          <a:endParaRPr lang="en-US"/>
        </a:p>
      </dgm:t>
    </dgm:pt>
    <dgm:pt modelId="{8416484A-EABE-4506-830D-A2B350EBA2A4}" type="sibTrans" cxnId="{B8A10A27-3738-4478-AD9B-424644B60F88}">
      <dgm:prSet/>
      <dgm:spPr/>
      <dgm:t>
        <a:bodyPr/>
        <a:lstStyle/>
        <a:p>
          <a:endParaRPr lang="en-US"/>
        </a:p>
      </dgm:t>
    </dgm:pt>
    <dgm:pt modelId="{D766071C-0292-4CD0-8B8F-184578EBB954}">
      <dgm:prSet/>
      <dgm:spPr/>
      <dgm:t>
        <a:bodyPr/>
        <a:lstStyle/>
        <a:p>
          <a:r>
            <a:rPr lang="en-US"/>
            <a:t>Since more than 70 per cent of the population of India live in rural areas, the problem is one of rural sanitation. </a:t>
          </a:r>
        </a:p>
      </dgm:t>
    </dgm:pt>
    <dgm:pt modelId="{B1204BEE-199F-4E83-8AB4-0E39D472992B}" type="parTrans" cxnId="{9FDA6DAF-7BB2-4E4B-870D-83867259E529}">
      <dgm:prSet/>
      <dgm:spPr/>
      <dgm:t>
        <a:bodyPr/>
        <a:lstStyle/>
        <a:p>
          <a:endParaRPr lang="en-US"/>
        </a:p>
      </dgm:t>
    </dgm:pt>
    <dgm:pt modelId="{1FC112EF-E72F-44CB-A7A1-4B5816BB4D07}" type="sibTrans" cxnId="{9FDA6DAF-7BB2-4E4B-870D-83867259E529}">
      <dgm:prSet/>
      <dgm:spPr/>
      <dgm:t>
        <a:bodyPr/>
        <a:lstStyle/>
        <a:p>
          <a:endParaRPr lang="en-US"/>
        </a:p>
      </dgm:t>
    </dgm:pt>
    <dgm:pt modelId="{EDB4B01C-E989-4470-AD3F-F60BB85290A0}">
      <dgm:prSet/>
      <dgm:spPr/>
      <dgm:t>
        <a:bodyPr/>
        <a:lstStyle/>
        <a:p>
          <a:r>
            <a:rPr lang="en-US"/>
            <a:t>The first step in any health programme is the elimination through environmental control of those factors which are harmful to health.</a:t>
          </a:r>
        </a:p>
      </dgm:t>
    </dgm:pt>
    <dgm:pt modelId="{D1B039F3-5B5B-4BF0-909E-25B286D1402D}" type="parTrans" cxnId="{7B98F3E0-1BA5-4C24-94E1-66DE19D7B652}">
      <dgm:prSet/>
      <dgm:spPr/>
      <dgm:t>
        <a:bodyPr/>
        <a:lstStyle/>
        <a:p>
          <a:endParaRPr lang="en-US"/>
        </a:p>
      </dgm:t>
    </dgm:pt>
    <dgm:pt modelId="{F34925AC-C122-403C-8151-DAAEFCD310FA}" type="sibTrans" cxnId="{7B98F3E0-1BA5-4C24-94E1-66DE19D7B652}">
      <dgm:prSet/>
      <dgm:spPr/>
      <dgm:t>
        <a:bodyPr/>
        <a:lstStyle/>
        <a:p>
          <a:endParaRPr lang="en-US"/>
        </a:p>
      </dgm:t>
    </dgm:pt>
    <dgm:pt modelId="{2D945FE8-8967-4132-A707-48B7D262525E}" type="pres">
      <dgm:prSet presAssocID="{FCFDF27D-935C-4817-A9B6-5D938E406B9A}" presName="linear" presStyleCnt="0">
        <dgm:presLayoutVars>
          <dgm:animLvl val="lvl"/>
          <dgm:resizeHandles val="exact"/>
        </dgm:presLayoutVars>
      </dgm:prSet>
      <dgm:spPr/>
    </dgm:pt>
    <dgm:pt modelId="{2FE07E10-221D-4D85-BEC6-569D988E6A81}" type="pres">
      <dgm:prSet presAssocID="{9F53052D-D0CF-47C3-BDB4-12AF8BC476FD}" presName="parentText" presStyleLbl="node1" presStyleIdx="0" presStyleCnt="5">
        <dgm:presLayoutVars>
          <dgm:chMax val="0"/>
          <dgm:bulletEnabled val="1"/>
        </dgm:presLayoutVars>
      </dgm:prSet>
      <dgm:spPr/>
    </dgm:pt>
    <dgm:pt modelId="{4843581B-06C6-44CF-96B5-8A884151A9E3}" type="pres">
      <dgm:prSet presAssocID="{E54AEEBF-2C07-4EAE-BD23-918673EDD19B}" presName="spacer" presStyleCnt="0"/>
      <dgm:spPr/>
    </dgm:pt>
    <dgm:pt modelId="{98D70FBF-CD92-4A36-BDA9-E5FF4693B1F2}" type="pres">
      <dgm:prSet presAssocID="{9A258923-7761-4120-884D-D365240B8EA6}" presName="parentText" presStyleLbl="node1" presStyleIdx="1" presStyleCnt="5">
        <dgm:presLayoutVars>
          <dgm:chMax val="0"/>
          <dgm:bulletEnabled val="1"/>
        </dgm:presLayoutVars>
      </dgm:prSet>
      <dgm:spPr/>
    </dgm:pt>
    <dgm:pt modelId="{F054187E-29CF-419E-A56C-4094A8E32DBA}" type="pres">
      <dgm:prSet presAssocID="{714503DA-67A5-43C3-8875-0492A0AF1B09}" presName="spacer" presStyleCnt="0"/>
      <dgm:spPr/>
    </dgm:pt>
    <dgm:pt modelId="{CEA5D869-1EF4-40BD-B022-954465A555B6}" type="pres">
      <dgm:prSet presAssocID="{02216BD3-A2C3-420F-93F4-9B6F234502E8}" presName="parentText" presStyleLbl="node1" presStyleIdx="2" presStyleCnt="5">
        <dgm:presLayoutVars>
          <dgm:chMax val="0"/>
          <dgm:bulletEnabled val="1"/>
        </dgm:presLayoutVars>
      </dgm:prSet>
      <dgm:spPr/>
    </dgm:pt>
    <dgm:pt modelId="{5ADB3FF1-AEAF-4968-88C3-F581F14A6BF7}" type="pres">
      <dgm:prSet presAssocID="{8416484A-EABE-4506-830D-A2B350EBA2A4}" presName="spacer" presStyleCnt="0"/>
      <dgm:spPr/>
    </dgm:pt>
    <dgm:pt modelId="{96C25464-6340-4624-969C-D2E50A5207AA}" type="pres">
      <dgm:prSet presAssocID="{D766071C-0292-4CD0-8B8F-184578EBB954}" presName="parentText" presStyleLbl="node1" presStyleIdx="3" presStyleCnt="5">
        <dgm:presLayoutVars>
          <dgm:chMax val="0"/>
          <dgm:bulletEnabled val="1"/>
        </dgm:presLayoutVars>
      </dgm:prSet>
      <dgm:spPr/>
    </dgm:pt>
    <dgm:pt modelId="{43BAF737-F0E2-492D-BC7C-E22B7DB2AF4C}" type="pres">
      <dgm:prSet presAssocID="{1FC112EF-E72F-44CB-A7A1-4B5816BB4D07}" presName="spacer" presStyleCnt="0"/>
      <dgm:spPr/>
    </dgm:pt>
    <dgm:pt modelId="{FE016BF1-B1F2-4F01-9876-7F93F7D481DF}" type="pres">
      <dgm:prSet presAssocID="{EDB4B01C-E989-4470-AD3F-F60BB85290A0}" presName="parentText" presStyleLbl="node1" presStyleIdx="4" presStyleCnt="5">
        <dgm:presLayoutVars>
          <dgm:chMax val="0"/>
          <dgm:bulletEnabled val="1"/>
        </dgm:presLayoutVars>
      </dgm:prSet>
      <dgm:spPr/>
    </dgm:pt>
  </dgm:ptLst>
  <dgm:cxnLst>
    <dgm:cxn modelId="{556F8905-A18B-41F8-8B56-9CB5758FA376}" type="presOf" srcId="{9A258923-7761-4120-884D-D365240B8EA6}" destId="{98D70FBF-CD92-4A36-BDA9-E5FF4693B1F2}" srcOrd="0" destOrd="0" presId="urn:microsoft.com/office/officeart/2005/8/layout/vList2"/>
    <dgm:cxn modelId="{B8A10A27-3738-4478-AD9B-424644B60F88}" srcId="{FCFDF27D-935C-4817-A9B6-5D938E406B9A}" destId="{02216BD3-A2C3-420F-93F4-9B6F234502E8}" srcOrd="2" destOrd="0" parTransId="{04D74EA3-6CA5-4320-92D1-E86BCC6578EB}" sibTransId="{8416484A-EABE-4506-830D-A2B350EBA2A4}"/>
    <dgm:cxn modelId="{26CD8C29-3A9A-4A3C-8D45-C79FCB8B2680}" type="presOf" srcId="{02216BD3-A2C3-420F-93F4-9B6F234502E8}" destId="{CEA5D869-1EF4-40BD-B022-954465A555B6}" srcOrd="0" destOrd="0" presId="urn:microsoft.com/office/officeart/2005/8/layout/vList2"/>
    <dgm:cxn modelId="{BC381142-16B4-4A1C-9B8A-A6F9204645D1}" srcId="{FCFDF27D-935C-4817-A9B6-5D938E406B9A}" destId="{9A258923-7761-4120-884D-D365240B8EA6}" srcOrd="1" destOrd="0" parTransId="{BABB6046-EB7F-4C2C-8CA4-A0B232692658}" sibTransId="{714503DA-67A5-43C3-8875-0492A0AF1B09}"/>
    <dgm:cxn modelId="{D2B6E352-0223-4A5B-A5DB-EC483D2B790F}" srcId="{FCFDF27D-935C-4817-A9B6-5D938E406B9A}" destId="{9F53052D-D0CF-47C3-BDB4-12AF8BC476FD}" srcOrd="0" destOrd="0" parTransId="{F226A80F-03F8-4D22-BDF3-F450219284C2}" sibTransId="{E54AEEBF-2C07-4EAE-BD23-918673EDD19B}"/>
    <dgm:cxn modelId="{A327C784-4C4F-46DF-B5DB-8C3C37005D2A}" type="presOf" srcId="{9F53052D-D0CF-47C3-BDB4-12AF8BC476FD}" destId="{2FE07E10-221D-4D85-BEC6-569D988E6A81}" srcOrd="0" destOrd="0" presId="urn:microsoft.com/office/officeart/2005/8/layout/vList2"/>
    <dgm:cxn modelId="{7A208685-2297-4885-8226-917B28DB5DFD}" type="presOf" srcId="{FCFDF27D-935C-4817-A9B6-5D938E406B9A}" destId="{2D945FE8-8967-4132-A707-48B7D262525E}" srcOrd="0" destOrd="0" presId="urn:microsoft.com/office/officeart/2005/8/layout/vList2"/>
    <dgm:cxn modelId="{3BEE9DA3-9D6F-4AAC-84DF-8CB63E188690}" type="presOf" srcId="{D766071C-0292-4CD0-8B8F-184578EBB954}" destId="{96C25464-6340-4624-969C-D2E50A5207AA}" srcOrd="0" destOrd="0" presId="urn:microsoft.com/office/officeart/2005/8/layout/vList2"/>
    <dgm:cxn modelId="{9FDA6DAF-7BB2-4E4B-870D-83867259E529}" srcId="{FCFDF27D-935C-4817-A9B6-5D938E406B9A}" destId="{D766071C-0292-4CD0-8B8F-184578EBB954}" srcOrd="3" destOrd="0" parTransId="{B1204BEE-199F-4E83-8AB4-0E39D472992B}" sibTransId="{1FC112EF-E72F-44CB-A7A1-4B5816BB4D07}"/>
    <dgm:cxn modelId="{7B98F3E0-1BA5-4C24-94E1-66DE19D7B652}" srcId="{FCFDF27D-935C-4817-A9B6-5D938E406B9A}" destId="{EDB4B01C-E989-4470-AD3F-F60BB85290A0}" srcOrd="4" destOrd="0" parTransId="{D1B039F3-5B5B-4BF0-909E-25B286D1402D}" sibTransId="{F34925AC-C122-403C-8151-DAAEFCD310FA}"/>
    <dgm:cxn modelId="{C50337FA-4C0F-4AFA-9A95-B1CD7C2BD396}" type="presOf" srcId="{EDB4B01C-E989-4470-AD3F-F60BB85290A0}" destId="{FE016BF1-B1F2-4F01-9876-7F93F7D481DF}" srcOrd="0" destOrd="0" presId="urn:microsoft.com/office/officeart/2005/8/layout/vList2"/>
    <dgm:cxn modelId="{273A2220-CD6E-4DBC-A6DC-1D42C1998154}" type="presParOf" srcId="{2D945FE8-8967-4132-A707-48B7D262525E}" destId="{2FE07E10-221D-4D85-BEC6-569D988E6A81}" srcOrd="0" destOrd="0" presId="urn:microsoft.com/office/officeart/2005/8/layout/vList2"/>
    <dgm:cxn modelId="{C53687F5-AFF3-464B-8C7C-23E8C155BB3E}" type="presParOf" srcId="{2D945FE8-8967-4132-A707-48B7D262525E}" destId="{4843581B-06C6-44CF-96B5-8A884151A9E3}" srcOrd="1" destOrd="0" presId="urn:microsoft.com/office/officeart/2005/8/layout/vList2"/>
    <dgm:cxn modelId="{CD476C4E-E49D-4ACD-8C8A-A65E178A0282}" type="presParOf" srcId="{2D945FE8-8967-4132-A707-48B7D262525E}" destId="{98D70FBF-CD92-4A36-BDA9-E5FF4693B1F2}" srcOrd="2" destOrd="0" presId="urn:microsoft.com/office/officeart/2005/8/layout/vList2"/>
    <dgm:cxn modelId="{12A01314-818C-47F2-9AEF-4FAB54DC60AC}" type="presParOf" srcId="{2D945FE8-8967-4132-A707-48B7D262525E}" destId="{F054187E-29CF-419E-A56C-4094A8E32DBA}" srcOrd="3" destOrd="0" presId="urn:microsoft.com/office/officeart/2005/8/layout/vList2"/>
    <dgm:cxn modelId="{686DF392-78D3-47A7-9A4D-94266E392670}" type="presParOf" srcId="{2D945FE8-8967-4132-A707-48B7D262525E}" destId="{CEA5D869-1EF4-40BD-B022-954465A555B6}" srcOrd="4" destOrd="0" presId="urn:microsoft.com/office/officeart/2005/8/layout/vList2"/>
    <dgm:cxn modelId="{12EFC9C7-3EEC-4936-BFA4-1E57464C62C5}" type="presParOf" srcId="{2D945FE8-8967-4132-A707-48B7D262525E}" destId="{5ADB3FF1-AEAF-4968-88C3-F581F14A6BF7}" srcOrd="5" destOrd="0" presId="urn:microsoft.com/office/officeart/2005/8/layout/vList2"/>
    <dgm:cxn modelId="{D1363D81-6722-455A-8B1F-2710BFBF0450}" type="presParOf" srcId="{2D945FE8-8967-4132-A707-48B7D262525E}" destId="{96C25464-6340-4624-969C-D2E50A5207AA}" srcOrd="6" destOrd="0" presId="urn:microsoft.com/office/officeart/2005/8/layout/vList2"/>
    <dgm:cxn modelId="{371CD6CB-34E9-49B0-9245-4A5BE1AA2165}" type="presParOf" srcId="{2D945FE8-8967-4132-A707-48B7D262525E}" destId="{43BAF737-F0E2-492D-BC7C-E22B7DB2AF4C}" srcOrd="7" destOrd="0" presId="urn:microsoft.com/office/officeart/2005/8/layout/vList2"/>
    <dgm:cxn modelId="{FFD33022-82C4-4D9A-BC5D-F1EE10751F76}" type="presParOf" srcId="{2D945FE8-8967-4132-A707-48B7D262525E}" destId="{FE016BF1-B1F2-4F01-9876-7F93F7D481D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9BD38C-326E-4B59-BDBC-DED2606435D1}" type="doc">
      <dgm:prSet loTypeId="urn:microsoft.com/office/officeart/2005/8/layout/process4" loCatId="process" qsTypeId="urn:microsoft.com/office/officeart/2005/8/quickstyle/simple4" qsCatId="simple" csTypeId="urn:microsoft.com/office/officeart/2005/8/colors/colorful5" csCatId="colorful" phldr="1"/>
      <dgm:spPr/>
      <dgm:t>
        <a:bodyPr/>
        <a:lstStyle/>
        <a:p>
          <a:endParaRPr lang="en-US"/>
        </a:p>
      </dgm:t>
    </dgm:pt>
    <dgm:pt modelId="{2128D9B6-056A-480B-8F38-A9F563223A6D}">
      <dgm:prSet custT="1"/>
      <dgm:spPr/>
      <dgm:t>
        <a:bodyPr/>
        <a:lstStyle/>
        <a:p>
          <a:r>
            <a:rPr lang="en-US" sz="2800"/>
            <a:t>Water intended for human consumption should be both safe and wholesome. This has been defined as water that is</a:t>
          </a:r>
        </a:p>
      </dgm:t>
    </dgm:pt>
    <dgm:pt modelId="{24A55843-8AE5-4E7A-BBD3-05D275B6D7E4}" type="parTrans" cxnId="{D54E6192-45E2-43FE-B19D-82AE1D624B76}">
      <dgm:prSet/>
      <dgm:spPr/>
      <dgm:t>
        <a:bodyPr/>
        <a:lstStyle/>
        <a:p>
          <a:endParaRPr lang="en-US" sz="2000"/>
        </a:p>
      </dgm:t>
    </dgm:pt>
    <dgm:pt modelId="{16948D8C-3619-473D-B2C7-173671CB2134}" type="sibTrans" cxnId="{D54E6192-45E2-43FE-B19D-82AE1D624B76}">
      <dgm:prSet/>
      <dgm:spPr/>
      <dgm:t>
        <a:bodyPr/>
        <a:lstStyle/>
        <a:p>
          <a:endParaRPr lang="en-US" sz="2000"/>
        </a:p>
      </dgm:t>
    </dgm:pt>
    <dgm:pt modelId="{2C8F728B-3CA6-4448-A2A6-CDA9AAAB91F6}">
      <dgm:prSet custT="1"/>
      <dgm:spPr>
        <a:solidFill>
          <a:schemeClr val="accent6">
            <a:lumMod val="20000"/>
            <a:lumOff val="80000"/>
            <a:alpha val="47000"/>
          </a:schemeClr>
        </a:solidFill>
        <a:ln>
          <a:noFill/>
        </a:ln>
      </dgm:spPr>
      <dgm:t>
        <a:bodyPr/>
        <a:lstStyle/>
        <a:p>
          <a:r>
            <a:rPr lang="en-US" sz="2400" dirty="0"/>
            <a:t>Free from pathogenic agents;</a:t>
          </a:r>
        </a:p>
      </dgm:t>
    </dgm:pt>
    <dgm:pt modelId="{D14FC8E2-F50B-4AA7-87EB-AD50316C94EC}" type="parTrans" cxnId="{A05B9FFC-697B-4560-9F28-14B1A502CDD5}">
      <dgm:prSet/>
      <dgm:spPr/>
      <dgm:t>
        <a:bodyPr/>
        <a:lstStyle/>
        <a:p>
          <a:endParaRPr lang="en-US" sz="2000"/>
        </a:p>
      </dgm:t>
    </dgm:pt>
    <dgm:pt modelId="{A990A9B9-FFC0-40F5-94B8-DF5C9CDE19D5}" type="sibTrans" cxnId="{A05B9FFC-697B-4560-9F28-14B1A502CDD5}">
      <dgm:prSet/>
      <dgm:spPr/>
      <dgm:t>
        <a:bodyPr/>
        <a:lstStyle/>
        <a:p>
          <a:endParaRPr lang="en-US" sz="2000"/>
        </a:p>
      </dgm:t>
    </dgm:pt>
    <dgm:pt modelId="{193BDEBA-22C9-4D37-9039-55E0308D92AA}">
      <dgm:prSet custT="1"/>
      <dgm:spPr>
        <a:solidFill>
          <a:schemeClr val="accent6">
            <a:lumMod val="20000"/>
            <a:lumOff val="80000"/>
            <a:alpha val="47000"/>
          </a:schemeClr>
        </a:solidFill>
        <a:ln>
          <a:noFill/>
        </a:ln>
      </dgm:spPr>
      <dgm:t>
        <a:bodyPr/>
        <a:lstStyle/>
        <a:p>
          <a:r>
            <a:rPr lang="en-US" sz="2400"/>
            <a:t>Free from harmful chemical substances;</a:t>
          </a:r>
        </a:p>
      </dgm:t>
    </dgm:pt>
    <dgm:pt modelId="{0447E456-1F58-42D3-B641-7CB7A5426A02}" type="parTrans" cxnId="{4DBF3DA4-D285-4EA4-9B8A-17A6033DCE33}">
      <dgm:prSet/>
      <dgm:spPr/>
      <dgm:t>
        <a:bodyPr/>
        <a:lstStyle/>
        <a:p>
          <a:endParaRPr lang="en-US" sz="2000"/>
        </a:p>
      </dgm:t>
    </dgm:pt>
    <dgm:pt modelId="{32C3A8F0-4616-41E5-A2DF-88042395F214}" type="sibTrans" cxnId="{4DBF3DA4-D285-4EA4-9B8A-17A6033DCE33}">
      <dgm:prSet/>
      <dgm:spPr/>
      <dgm:t>
        <a:bodyPr/>
        <a:lstStyle/>
        <a:p>
          <a:endParaRPr lang="en-US" sz="2000"/>
        </a:p>
      </dgm:t>
    </dgm:pt>
    <dgm:pt modelId="{5A939487-2F4E-4669-94FC-9761613ADEE8}">
      <dgm:prSet custT="1"/>
      <dgm:spPr>
        <a:solidFill>
          <a:schemeClr val="accent6">
            <a:lumMod val="20000"/>
            <a:lumOff val="80000"/>
            <a:alpha val="47000"/>
          </a:schemeClr>
        </a:solidFill>
        <a:ln>
          <a:noFill/>
        </a:ln>
      </dgm:spPr>
      <dgm:t>
        <a:bodyPr/>
        <a:lstStyle/>
        <a:p>
          <a:r>
            <a:rPr lang="en-US" sz="2400" dirty="0"/>
            <a:t>Pleasant to the taste, i.e., free from </a:t>
          </a:r>
          <a:r>
            <a:rPr lang="en-US" sz="2400" dirty="0" err="1"/>
            <a:t>colour</a:t>
          </a:r>
          <a:r>
            <a:rPr lang="en-US" sz="2400" dirty="0"/>
            <a:t> and </a:t>
          </a:r>
          <a:r>
            <a:rPr lang="en-US" sz="2400" dirty="0" err="1"/>
            <a:t>odour</a:t>
          </a:r>
          <a:endParaRPr lang="en-US" sz="2400" dirty="0"/>
        </a:p>
      </dgm:t>
    </dgm:pt>
    <dgm:pt modelId="{B04E0800-49F6-4751-ADC9-CEDFDD65592C}" type="parTrans" cxnId="{98E180C0-C857-42C2-9DC1-E50B593CA478}">
      <dgm:prSet/>
      <dgm:spPr/>
      <dgm:t>
        <a:bodyPr/>
        <a:lstStyle/>
        <a:p>
          <a:endParaRPr lang="en-US" sz="2000"/>
        </a:p>
      </dgm:t>
    </dgm:pt>
    <dgm:pt modelId="{FF656A4A-2D90-43DE-9A6D-BA2B13F7A18F}" type="sibTrans" cxnId="{98E180C0-C857-42C2-9DC1-E50B593CA478}">
      <dgm:prSet/>
      <dgm:spPr/>
      <dgm:t>
        <a:bodyPr/>
        <a:lstStyle/>
        <a:p>
          <a:endParaRPr lang="en-US" sz="2000"/>
        </a:p>
      </dgm:t>
    </dgm:pt>
    <dgm:pt modelId="{A9F36D00-BAC7-467E-92ED-E828B873F3DA}">
      <dgm:prSet custT="1"/>
      <dgm:spPr>
        <a:solidFill>
          <a:schemeClr val="accent6">
            <a:lumMod val="20000"/>
            <a:lumOff val="80000"/>
            <a:alpha val="47000"/>
          </a:schemeClr>
        </a:solidFill>
        <a:ln>
          <a:noFill/>
        </a:ln>
      </dgm:spPr>
      <dgm:t>
        <a:bodyPr/>
        <a:lstStyle/>
        <a:p>
          <a:r>
            <a:rPr lang="en-US" sz="2400"/>
            <a:t>Usable for domestic purposes.</a:t>
          </a:r>
        </a:p>
      </dgm:t>
    </dgm:pt>
    <dgm:pt modelId="{A0A05C1A-C6B1-471B-A58D-419AD9302F81}" type="parTrans" cxnId="{F5BD9C0C-1C19-4A21-8336-5549840C845A}">
      <dgm:prSet/>
      <dgm:spPr/>
      <dgm:t>
        <a:bodyPr/>
        <a:lstStyle/>
        <a:p>
          <a:endParaRPr lang="en-US" sz="2000"/>
        </a:p>
      </dgm:t>
    </dgm:pt>
    <dgm:pt modelId="{C8A1C68D-EFC7-4C32-AC71-7E57F03DE4D6}" type="sibTrans" cxnId="{F5BD9C0C-1C19-4A21-8336-5549840C845A}">
      <dgm:prSet/>
      <dgm:spPr/>
      <dgm:t>
        <a:bodyPr/>
        <a:lstStyle/>
        <a:p>
          <a:endParaRPr lang="en-US" sz="2000"/>
        </a:p>
      </dgm:t>
    </dgm:pt>
    <dgm:pt modelId="{C76CC640-3BCF-498A-B996-3A96D1698504}">
      <dgm:prSet custT="1"/>
      <dgm:spPr/>
      <dgm:t>
        <a:bodyPr/>
        <a:lstStyle/>
        <a:p>
          <a:r>
            <a:rPr lang="en-US" sz="2800"/>
            <a:t>Water is said to be polluted or contaminated when it does not fulfil the above criteria</a:t>
          </a:r>
        </a:p>
      </dgm:t>
    </dgm:pt>
    <dgm:pt modelId="{A2FBF432-5D06-4F1D-82F8-38823C606EF0}" type="parTrans" cxnId="{62ED260A-32FA-4B63-885F-5D2A1A6D8989}">
      <dgm:prSet/>
      <dgm:spPr/>
      <dgm:t>
        <a:bodyPr/>
        <a:lstStyle/>
        <a:p>
          <a:endParaRPr lang="en-US" sz="2000"/>
        </a:p>
      </dgm:t>
    </dgm:pt>
    <dgm:pt modelId="{1C2F978F-EC87-4792-8B82-E3526CB75B9C}" type="sibTrans" cxnId="{62ED260A-32FA-4B63-885F-5D2A1A6D8989}">
      <dgm:prSet/>
      <dgm:spPr/>
      <dgm:t>
        <a:bodyPr/>
        <a:lstStyle/>
        <a:p>
          <a:endParaRPr lang="en-US" sz="2000"/>
        </a:p>
      </dgm:t>
    </dgm:pt>
    <dgm:pt modelId="{8C5751E6-9728-4757-8AF6-E8B3480F69FF}" type="pres">
      <dgm:prSet presAssocID="{949BD38C-326E-4B59-BDBC-DED2606435D1}" presName="Name0" presStyleCnt="0">
        <dgm:presLayoutVars>
          <dgm:dir/>
          <dgm:animLvl val="lvl"/>
          <dgm:resizeHandles val="exact"/>
        </dgm:presLayoutVars>
      </dgm:prSet>
      <dgm:spPr/>
    </dgm:pt>
    <dgm:pt modelId="{7FDF6796-2ABD-4422-9A49-06EB87F77E71}" type="pres">
      <dgm:prSet presAssocID="{C76CC640-3BCF-498A-B996-3A96D1698504}" presName="boxAndChildren" presStyleCnt="0"/>
      <dgm:spPr/>
    </dgm:pt>
    <dgm:pt modelId="{AB1B04EA-6660-42BA-B734-FFA830680E09}" type="pres">
      <dgm:prSet presAssocID="{C76CC640-3BCF-498A-B996-3A96D1698504}" presName="parentTextBox" presStyleLbl="node1" presStyleIdx="0" presStyleCnt="2"/>
      <dgm:spPr/>
    </dgm:pt>
    <dgm:pt modelId="{CEFEE955-E47A-4785-8550-EF6B773D4042}" type="pres">
      <dgm:prSet presAssocID="{16948D8C-3619-473D-B2C7-173671CB2134}" presName="sp" presStyleCnt="0"/>
      <dgm:spPr/>
    </dgm:pt>
    <dgm:pt modelId="{333E5AC2-117B-4226-99C9-C7D55755E7F6}" type="pres">
      <dgm:prSet presAssocID="{2128D9B6-056A-480B-8F38-A9F563223A6D}" presName="arrowAndChildren" presStyleCnt="0"/>
      <dgm:spPr/>
    </dgm:pt>
    <dgm:pt modelId="{CFF36843-3E42-46BC-AD26-E67F1B856471}" type="pres">
      <dgm:prSet presAssocID="{2128D9B6-056A-480B-8F38-A9F563223A6D}" presName="parentTextArrow" presStyleLbl="node1" presStyleIdx="0" presStyleCnt="2"/>
      <dgm:spPr/>
    </dgm:pt>
    <dgm:pt modelId="{F44D38DA-49D2-4848-9367-2F133D97B11A}" type="pres">
      <dgm:prSet presAssocID="{2128D9B6-056A-480B-8F38-A9F563223A6D}" presName="arrow" presStyleLbl="node1" presStyleIdx="1" presStyleCnt="2" custLinFactNeighborX="59" custLinFactNeighborY="84"/>
      <dgm:spPr/>
    </dgm:pt>
    <dgm:pt modelId="{CC74E33C-DDE1-4867-91DD-3E93B4A24291}" type="pres">
      <dgm:prSet presAssocID="{2128D9B6-056A-480B-8F38-A9F563223A6D}" presName="descendantArrow" presStyleCnt="0"/>
      <dgm:spPr/>
    </dgm:pt>
    <dgm:pt modelId="{26C533C4-0701-43D7-9501-97047AD891D6}" type="pres">
      <dgm:prSet presAssocID="{2C8F728B-3CA6-4448-A2A6-CDA9AAAB91F6}" presName="childTextArrow" presStyleLbl="fgAccFollowNode1" presStyleIdx="0" presStyleCnt="4" custScaleY="141626" custLinFactNeighborY="31832">
        <dgm:presLayoutVars>
          <dgm:bulletEnabled val="1"/>
        </dgm:presLayoutVars>
      </dgm:prSet>
      <dgm:spPr/>
    </dgm:pt>
    <dgm:pt modelId="{69E4E7F8-FDCA-48A4-9008-EE5A9B5AF0A4}" type="pres">
      <dgm:prSet presAssocID="{193BDEBA-22C9-4D37-9039-55E0308D92AA}" presName="childTextArrow" presStyleLbl="fgAccFollowNode1" presStyleIdx="1" presStyleCnt="4" custScaleY="141626" custLinFactNeighborY="31832">
        <dgm:presLayoutVars>
          <dgm:bulletEnabled val="1"/>
        </dgm:presLayoutVars>
      </dgm:prSet>
      <dgm:spPr/>
    </dgm:pt>
    <dgm:pt modelId="{26682ADB-8646-4B05-B61E-1AD994469D2C}" type="pres">
      <dgm:prSet presAssocID="{5A939487-2F4E-4669-94FC-9761613ADEE8}" presName="childTextArrow" presStyleLbl="fgAccFollowNode1" presStyleIdx="2" presStyleCnt="4" custScaleY="141626" custLinFactNeighborY="31832">
        <dgm:presLayoutVars>
          <dgm:bulletEnabled val="1"/>
        </dgm:presLayoutVars>
      </dgm:prSet>
      <dgm:spPr/>
    </dgm:pt>
    <dgm:pt modelId="{4128B7BD-5DB5-4B26-A583-B381636FAFE7}" type="pres">
      <dgm:prSet presAssocID="{A9F36D00-BAC7-467E-92ED-E828B873F3DA}" presName="childTextArrow" presStyleLbl="fgAccFollowNode1" presStyleIdx="3" presStyleCnt="4" custScaleY="141626" custLinFactNeighborY="31832">
        <dgm:presLayoutVars>
          <dgm:bulletEnabled val="1"/>
        </dgm:presLayoutVars>
      </dgm:prSet>
      <dgm:spPr/>
    </dgm:pt>
  </dgm:ptLst>
  <dgm:cxnLst>
    <dgm:cxn modelId="{62ED260A-32FA-4B63-885F-5D2A1A6D8989}" srcId="{949BD38C-326E-4B59-BDBC-DED2606435D1}" destId="{C76CC640-3BCF-498A-B996-3A96D1698504}" srcOrd="1" destOrd="0" parTransId="{A2FBF432-5D06-4F1D-82F8-38823C606EF0}" sibTransId="{1C2F978F-EC87-4792-8B82-E3526CB75B9C}"/>
    <dgm:cxn modelId="{F5BD9C0C-1C19-4A21-8336-5549840C845A}" srcId="{2128D9B6-056A-480B-8F38-A9F563223A6D}" destId="{A9F36D00-BAC7-467E-92ED-E828B873F3DA}" srcOrd="3" destOrd="0" parTransId="{A0A05C1A-C6B1-471B-A58D-419AD9302F81}" sibTransId="{C8A1C68D-EFC7-4C32-AC71-7E57F03DE4D6}"/>
    <dgm:cxn modelId="{E9B34123-2DA0-4F32-8D78-0EE66FC9A242}" type="presOf" srcId="{2128D9B6-056A-480B-8F38-A9F563223A6D}" destId="{F44D38DA-49D2-4848-9367-2F133D97B11A}" srcOrd="1" destOrd="0" presId="urn:microsoft.com/office/officeart/2005/8/layout/process4"/>
    <dgm:cxn modelId="{EF652137-DC5C-4C9A-AAFF-C11189BF2CA0}" type="presOf" srcId="{C76CC640-3BCF-498A-B996-3A96D1698504}" destId="{AB1B04EA-6660-42BA-B734-FFA830680E09}" srcOrd="0" destOrd="0" presId="urn:microsoft.com/office/officeart/2005/8/layout/process4"/>
    <dgm:cxn modelId="{D54E6192-45E2-43FE-B19D-82AE1D624B76}" srcId="{949BD38C-326E-4B59-BDBC-DED2606435D1}" destId="{2128D9B6-056A-480B-8F38-A9F563223A6D}" srcOrd="0" destOrd="0" parTransId="{24A55843-8AE5-4E7A-BBD3-05D275B6D7E4}" sibTransId="{16948D8C-3619-473D-B2C7-173671CB2134}"/>
    <dgm:cxn modelId="{CBEC0796-CCF8-4ECA-A211-A3AD26727F98}" type="presOf" srcId="{193BDEBA-22C9-4D37-9039-55E0308D92AA}" destId="{69E4E7F8-FDCA-48A4-9008-EE5A9B5AF0A4}" srcOrd="0" destOrd="0" presId="urn:microsoft.com/office/officeart/2005/8/layout/process4"/>
    <dgm:cxn modelId="{398118A3-41CC-49BC-BDE5-0ECD35633C85}" type="presOf" srcId="{2128D9B6-056A-480B-8F38-A9F563223A6D}" destId="{CFF36843-3E42-46BC-AD26-E67F1B856471}" srcOrd="0" destOrd="0" presId="urn:microsoft.com/office/officeart/2005/8/layout/process4"/>
    <dgm:cxn modelId="{4DBF3DA4-D285-4EA4-9B8A-17A6033DCE33}" srcId="{2128D9B6-056A-480B-8F38-A9F563223A6D}" destId="{193BDEBA-22C9-4D37-9039-55E0308D92AA}" srcOrd="1" destOrd="0" parTransId="{0447E456-1F58-42D3-B641-7CB7A5426A02}" sibTransId="{32C3A8F0-4616-41E5-A2DF-88042395F214}"/>
    <dgm:cxn modelId="{2A7EFFA5-4242-4F12-82E5-7FA445BACC03}" type="presOf" srcId="{2C8F728B-3CA6-4448-A2A6-CDA9AAAB91F6}" destId="{26C533C4-0701-43D7-9501-97047AD891D6}" srcOrd="0" destOrd="0" presId="urn:microsoft.com/office/officeart/2005/8/layout/process4"/>
    <dgm:cxn modelId="{9BA029B9-0E1A-4A57-885C-60EF05644D52}" type="presOf" srcId="{949BD38C-326E-4B59-BDBC-DED2606435D1}" destId="{8C5751E6-9728-4757-8AF6-E8B3480F69FF}" srcOrd="0" destOrd="0" presId="urn:microsoft.com/office/officeart/2005/8/layout/process4"/>
    <dgm:cxn modelId="{98E180C0-C857-42C2-9DC1-E50B593CA478}" srcId="{2128D9B6-056A-480B-8F38-A9F563223A6D}" destId="{5A939487-2F4E-4669-94FC-9761613ADEE8}" srcOrd="2" destOrd="0" parTransId="{B04E0800-49F6-4751-ADC9-CEDFDD65592C}" sibTransId="{FF656A4A-2D90-43DE-9A6D-BA2B13F7A18F}"/>
    <dgm:cxn modelId="{E7DFD7D4-583F-4436-B1D7-A6B2C82CB735}" type="presOf" srcId="{5A939487-2F4E-4669-94FC-9761613ADEE8}" destId="{26682ADB-8646-4B05-B61E-1AD994469D2C}" srcOrd="0" destOrd="0" presId="urn:microsoft.com/office/officeart/2005/8/layout/process4"/>
    <dgm:cxn modelId="{9A356BE4-1EDA-4266-A2E4-A2BA7F386505}" type="presOf" srcId="{A9F36D00-BAC7-467E-92ED-E828B873F3DA}" destId="{4128B7BD-5DB5-4B26-A583-B381636FAFE7}" srcOrd="0" destOrd="0" presId="urn:microsoft.com/office/officeart/2005/8/layout/process4"/>
    <dgm:cxn modelId="{A05B9FFC-697B-4560-9F28-14B1A502CDD5}" srcId="{2128D9B6-056A-480B-8F38-A9F563223A6D}" destId="{2C8F728B-3CA6-4448-A2A6-CDA9AAAB91F6}" srcOrd="0" destOrd="0" parTransId="{D14FC8E2-F50B-4AA7-87EB-AD50316C94EC}" sibTransId="{A990A9B9-FFC0-40F5-94B8-DF5C9CDE19D5}"/>
    <dgm:cxn modelId="{2E904829-9B31-4270-A0AB-D42D4AD40486}" type="presParOf" srcId="{8C5751E6-9728-4757-8AF6-E8B3480F69FF}" destId="{7FDF6796-2ABD-4422-9A49-06EB87F77E71}" srcOrd="0" destOrd="0" presId="urn:microsoft.com/office/officeart/2005/8/layout/process4"/>
    <dgm:cxn modelId="{FCDF011A-96A2-4ECE-ABE5-5A553BE5D74E}" type="presParOf" srcId="{7FDF6796-2ABD-4422-9A49-06EB87F77E71}" destId="{AB1B04EA-6660-42BA-B734-FFA830680E09}" srcOrd="0" destOrd="0" presId="urn:microsoft.com/office/officeart/2005/8/layout/process4"/>
    <dgm:cxn modelId="{0DB928C0-3E11-4624-B5A2-B83809432015}" type="presParOf" srcId="{8C5751E6-9728-4757-8AF6-E8B3480F69FF}" destId="{CEFEE955-E47A-4785-8550-EF6B773D4042}" srcOrd="1" destOrd="0" presId="urn:microsoft.com/office/officeart/2005/8/layout/process4"/>
    <dgm:cxn modelId="{086E8B9A-3829-494C-9946-2BDD5532C9F8}" type="presParOf" srcId="{8C5751E6-9728-4757-8AF6-E8B3480F69FF}" destId="{333E5AC2-117B-4226-99C9-C7D55755E7F6}" srcOrd="2" destOrd="0" presId="urn:microsoft.com/office/officeart/2005/8/layout/process4"/>
    <dgm:cxn modelId="{E7733568-94F8-48C2-9FFD-5BA7613E7CAA}" type="presParOf" srcId="{333E5AC2-117B-4226-99C9-C7D55755E7F6}" destId="{CFF36843-3E42-46BC-AD26-E67F1B856471}" srcOrd="0" destOrd="0" presId="urn:microsoft.com/office/officeart/2005/8/layout/process4"/>
    <dgm:cxn modelId="{45694036-C2CC-4612-A95A-AC83146E163D}" type="presParOf" srcId="{333E5AC2-117B-4226-99C9-C7D55755E7F6}" destId="{F44D38DA-49D2-4848-9367-2F133D97B11A}" srcOrd="1" destOrd="0" presId="urn:microsoft.com/office/officeart/2005/8/layout/process4"/>
    <dgm:cxn modelId="{F8A0CC43-B777-4166-8559-4ECE5C665A13}" type="presParOf" srcId="{333E5AC2-117B-4226-99C9-C7D55755E7F6}" destId="{CC74E33C-DDE1-4867-91DD-3E93B4A24291}" srcOrd="2" destOrd="0" presId="urn:microsoft.com/office/officeart/2005/8/layout/process4"/>
    <dgm:cxn modelId="{CBF086F1-05A4-435B-83B5-F9642024B506}" type="presParOf" srcId="{CC74E33C-DDE1-4867-91DD-3E93B4A24291}" destId="{26C533C4-0701-43D7-9501-97047AD891D6}" srcOrd="0" destOrd="0" presId="urn:microsoft.com/office/officeart/2005/8/layout/process4"/>
    <dgm:cxn modelId="{88D85879-E6F4-46BF-957D-99835F7904BF}" type="presParOf" srcId="{CC74E33C-DDE1-4867-91DD-3E93B4A24291}" destId="{69E4E7F8-FDCA-48A4-9008-EE5A9B5AF0A4}" srcOrd="1" destOrd="0" presId="urn:microsoft.com/office/officeart/2005/8/layout/process4"/>
    <dgm:cxn modelId="{7DCC8718-BCF0-4254-8540-FB44B43088A7}" type="presParOf" srcId="{CC74E33C-DDE1-4867-91DD-3E93B4A24291}" destId="{26682ADB-8646-4B05-B61E-1AD994469D2C}" srcOrd="2" destOrd="0" presId="urn:microsoft.com/office/officeart/2005/8/layout/process4"/>
    <dgm:cxn modelId="{DF337497-00E2-4376-B53F-E1C9B2EAB5D1}" type="presParOf" srcId="{CC74E33C-DDE1-4867-91DD-3E93B4A24291}" destId="{4128B7BD-5DB5-4B26-A583-B381636FAFE7}" srcOrd="3"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BA9A59-AB1C-4611-A8FE-AF113C6E2FB6}"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226BBA82-E34B-46D4-A90F-1DF4F96A4368}">
      <dgm:prSet/>
      <dgm:spPr/>
      <dgm:t>
        <a:bodyPr/>
        <a:lstStyle/>
        <a:p>
          <a:r>
            <a:rPr lang="en-US"/>
            <a:t>IMPURITIES : Rainwater tends to become impure as it passes through the atmosphere. </a:t>
          </a:r>
        </a:p>
      </dgm:t>
    </dgm:pt>
    <dgm:pt modelId="{130C0EFE-C1F8-48EF-BB47-AE53583CF38B}" type="parTrans" cxnId="{BDD2F7B9-2553-452D-8BDC-421FDF4A9687}">
      <dgm:prSet/>
      <dgm:spPr/>
      <dgm:t>
        <a:bodyPr/>
        <a:lstStyle/>
        <a:p>
          <a:endParaRPr lang="en-US"/>
        </a:p>
      </dgm:t>
    </dgm:pt>
    <dgm:pt modelId="{CA86D32F-A1DA-4F5B-8491-7898CFFDEC59}" type="sibTrans" cxnId="{BDD2F7B9-2553-452D-8BDC-421FDF4A9687}">
      <dgm:prSet/>
      <dgm:spPr/>
      <dgm:t>
        <a:bodyPr/>
        <a:lstStyle/>
        <a:p>
          <a:endParaRPr lang="en-US"/>
        </a:p>
      </dgm:t>
    </dgm:pt>
    <dgm:pt modelId="{8C048822-BFAC-4599-8843-8DD30A885ACB}">
      <dgm:prSet/>
      <dgm:spPr/>
      <dgm:t>
        <a:bodyPr/>
        <a:lstStyle/>
        <a:p>
          <a:r>
            <a:rPr lang="en-US"/>
            <a:t>It picks up suspended impurities from the atmosphere such as dust, soot and microorganisms and gases such as carbon dioxide, nitrogen, oxygen and ammonia. </a:t>
          </a:r>
        </a:p>
      </dgm:t>
    </dgm:pt>
    <dgm:pt modelId="{94A6AD31-6203-45B8-A72C-8CA7B70CDC73}" type="parTrans" cxnId="{0A07BEB6-C14D-4FF8-9EE2-35AA7B653592}">
      <dgm:prSet/>
      <dgm:spPr/>
      <dgm:t>
        <a:bodyPr/>
        <a:lstStyle/>
        <a:p>
          <a:endParaRPr lang="en-US"/>
        </a:p>
      </dgm:t>
    </dgm:pt>
    <dgm:pt modelId="{36680036-6D85-458E-8274-4712C8CEAB03}" type="sibTrans" cxnId="{0A07BEB6-C14D-4FF8-9EE2-35AA7B653592}">
      <dgm:prSet/>
      <dgm:spPr/>
      <dgm:t>
        <a:bodyPr/>
        <a:lstStyle/>
        <a:p>
          <a:endParaRPr lang="en-US"/>
        </a:p>
      </dgm:t>
    </dgm:pt>
    <dgm:pt modelId="{9A1E2F5D-38D5-4858-9DAD-409BCF9484DB}">
      <dgm:prSet/>
      <dgm:spPr/>
      <dgm:t>
        <a:bodyPr/>
        <a:lstStyle/>
        <a:p>
          <a:r>
            <a:rPr lang="en-US"/>
            <a:t>Gaseous sulphur and nitrogen oxides are emitted from power plants that use fossil fuels. </a:t>
          </a:r>
        </a:p>
      </dgm:t>
    </dgm:pt>
    <dgm:pt modelId="{AFA75E74-9422-4D91-9BCD-E16988375CE2}" type="parTrans" cxnId="{E91C2AB7-6FED-4C49-8995-0B54A1B4A1E6}">
      <dgm:prSet/>
      <dgm:spPr/>
      <dgm:t>
        <a:bodyPr/>
        <a:lstStyle/>
        <a:p>
          <a:endParaRPr lang="en-US"/>
        </a:p>
      </dgm:t>
    </dgm:pt>
    <dgm:pt modelId="{3B004CDA-748C-4E7A-ADCB-D95022CAE900}" type="sibTrans" cxnId="{E91C2AB7-6FED-4C49-8995-0B54A1B4A1E6}">
      <dgm:prSet/>
      <dgm:spPr/>
      <dgm:t>
        <a:bodyPr/>
        <a:lstStyle/>
        <a:p>
          <a:endParaRPr lang="en-US"/>
        </a:p>
      </dgm:t>
    </dgm:pt>
    <dgm:pt modelId="{9D159AD5-B79E-4BF0-90F3-B3AE2B913C55}">
      <dgm:prSet/>
      <dgm:spPr/>
      <dgm:t>
        <a:bodyPr/>
        <a:lstStyle/>
        <a:p>
          <a:r>
            <a:rPr lang="en-US"/>
            <a:t>These gases react with atmospheric water, forming dilute solution of sulphuric and nitric acid.  The precipitation of these acids (acid rain) has begun to have serious impacts on surface water quality and on plants etc. </a:t>
          </a:r>
        </a:p>
      </dgm:t>
    </dgm:pt>
    <dgm:pt modelId="{2504998F-626E-459E-B8A0-6EC44C7589B7}" type="parTrans" cxnId="{1D9FA812-3FB2-4B98-A948-C9EFF5F9BC5B}">
      <dgm:prSet/>
      <dgm:spPr/>
      <dgm:t>
        <a:bodyPr/>
        <a:lstStyle/>
        <a:p>
          <a:endParaRPr lang="en-US"/>
        </a:p>
      </dgm:t>
    </dgm:pt>
    <dgm:pt modelId="{B56B9670-7D92-4EAE-AEAE-FEFD557069C9}" type="sibTrans" cxnId="{1D9FA812-3FB2-4B98-A948-C9EFF5F9BC5B}">
      <dgm:prSet/>
      <dgm:spPr/>
      <dgm:t>
        <a:bodyPr/>
        <a:lstStyle/>
        <a:p>
          <a:endParaRPr lang="en-US"/>
        </a:p>
      </dgm:t>
    </dgm:pt>
    <dgm:pt modelId="{FFE6B7E1-B350-40BF-80E5-DF06BA61FBD0}" type="pres">
      <dgm:prSet presAssocID="{D9BA9A59-AB1C-4611-A8FE-AF113C6E2FB6}" presName="linear" presStyleCnt="0">
        <dgm:presLayoutVars>
          <dgm:animLvl val="lvl"/>
          <dgm:resizeHandles val="exact"/>
        </dgm:presLayoutVars>
      </dgm:prSet>
      <dgm:spPr/>
    </dgm:pt>
    <dgm:pt modelId="{86BB3854-6FC7-49ED-B5BB-C1C895E555A7}" type="pres">
      <dgm:prSet presAssocID="{226BBA82-E34B-46D4-A90F-1DF4F96A4368}" presName="parentText" presStyleLbl="node1" presStyleIdx="0" presStyleCnt="2">
        <dgm:presLayoutVars>
          <dgm:chMax val="0"/>
          <dgm:bulletEnabled val="1"/>
        </dgm:presLayoutVars>
      </dgm:prSet>
      <dgm:spPr/>
    </dgm:pt>
    <dgm:pt modelId="{0DEB0770-60BC-4BA3-90AC-49F941F5DC2B}" type="pres">
      <dgm:prSet presAssocID="{226BBA82-E34B-46D4-A90F-1DF4F96A4368}" presName="childText" presStyleLbl="revTx" presStyleIdx="0" presStyleCnt="1">
        <dgm:presLayoutVars>
          <dgm:bulletEnabled val="1"/>
        </dgm:presLayoutVars>
      </dgm:prSet>
      <dgm:spPr/>
    </dgm:pt>
    <dgm:pt modelId="{025EDC00-FEE4-4EB5-A7BD-2A825D19CF7F}" type="pres">
      <dgm:prSet presAssocID="{9D159AD5-B79E-4BF0-90F3-B3AE2B913C55}" presName="parentText" presStyleLbl="node1" presStyleIdx="1" presStyleCnt="2">
        <dgm:presLayoutVars>
          <dgm:chMax val="0"/>
          <dgm:bulletEnabled val="1"/>
        </dgm:presLayoutVars>
      </dgm:prSet>
      <dgm:spPr/>
    </dgm:pt>
  </dgm:ptLst>
  <dgm:cxnLst>
    <dgm:cxn modelId="{1D9FA812-3FB2-4B98-A948-C9EFF5F9BC5B}" srcId="{D9BA9A59-AB1C-4611-A8FE-AF113C6E2FB6}" destId="{9D159AD5-B79E-4BF0-90F3-B3AE2B913C55}" srcOrd="1" destOrd="0" parTransId="{2504998F-626E-459E-B8A0-6EC44C7589B7}" sibTransId="{B56B9670-7D92-4EAE-AEAE-FEFD557069C9}"/>
    <dgm:cxn modelId="{AA924418-99A3-4E85-9FE2-26251093BED9}" type="presOf" srcId="{9D159AD5-B79E-4BF0-90F3-B3AE2B913C55}" destId="{025EDC00-FEE4-4EB5-A7BD-2A825D19CF7F}" srcOrd="0" destOrd="0" presId="urn:microsoft.com/office/officeart/2005/8/layout/vList2"/>
    <dgm:cxn modelId="{F2456D6C-1AD9-4BAA-85B5-CB70A497A2C8}" type="presOf" srcId="{8C048822-BFAC-4599-8843-8DD30A885ACB}" destId="{0DEB0770-60BC-4BA3-90AC-49F941F5DC2B}" srcOrd="0" destOrd="0" presId="urn:microsoft.com/office/officeart/2005/8/layout/vList2"/>
    <dgm:cxn modelId="{748911B1-75EE-4AB5-81DA-A6D54C24F4F7}" type="presOf" srcId="{226BBA82-E34B-46D4-A90F-1DF4F96A4368}" destId="{86BB3854-6FC7-49ED-B5BB-C1C895E555A7}" srcOrd="0" destOrd="0" presId="urn:microsoft.com/office/officeart/2005/8/layout/vList2"/>
    <dgm:cxn modelId="{0A07BEB6-C14D-4FF8-9EE2-35AA7B653592}" srcId="{226BBA82-E34B-46D4-A90F-1DF4F96A4368}" destId="{8C048822-BFAC-4599-8843-8DD30A885ACB}" srcOrd="0" destOrd="0" parTransId="{94A6AD31-6203-45B8-A72C-8CA7B70CDC73}" sibTransId="{36680036-6D85-458E-8274-4712C8CEAB03}"/>
    <dgm:cxn modelId="{E91C2AB7-6FED-4C49-8995-0B54A1B4A1E6}" srcId="{226BBA82-E34B-46D4-A90F-1DF4F96A4368}" destId="{9A1E2F5D-38D5-4858-9DAD-409BCF9484DB}" srcOrd="1" destOrd="0" parTransId="{AFA75E74-9422-4D91-9BCD-E16988375CE2}" sibTransId="{3B004CDA-748C-4E7A-ADCB-D95022CAE900}"/>
    <dgm:cxn modelId="{BDD2F7B9-2553-452D-8BDC-421FDF4A9687}" srcId="{D9BA9A59-AB1C-4611-A8FE-AF113C6E2FB6}" destId="{226BBA82-E34B-46D4-A90F-1DF4F96A4368}" srcOrd="0" destOrd="0" parTransId="{130C0EFE-C1F8-48EF-BB47-AE53583CF38B}" sibTransId="{CA86D32F-A1DA-4F5B-8491-7898CFFDEC59}"/>
    <dgm:cxn modelId="{4C9B8FBF-5BA8-438A-ADDD-556E0AF36043}" type="presOf" srcId="{D9BA9A59-AB1C-4611-A8FE-AF113C6E2FB6}" destId="{FFE6B7E1-B350-40BF-80E5-DF06BA61FBD0}" srcOrd="0" destOrd="0" presId="urn:microsoft.com/office/officeart/2005/8/layout/vList2"/>
    <dgm:cxn modelId="{88C9B2F1-DB8F-4963-9C0C-CE8FEDB768C0}" type="presOf" srcId="{9A1E2F5D-38D5-4858-9DAD-409BCF9484DB}" destId="{0DEB0770-60BC-4BA3-90AC-49F941F5DC2B}" srcOrd="0" destOrd="1" presId="urn:microsoft.com/office/officeart/2005/8/layout/vList2"/>
    <dgm:cxn modelId="{1B067C58-47C2-4173-A21E-0F9BBB154279}" type="presParOf" srcId="{FFE6B7E1-B350-40BF-80E5-DF06BA61FBD0}" destId="{86BB3854-6FC7-49ED-B5BB-C1C895E555A7}" srcOrd="0" destOrd="0" presId="urn:microsoft.com/office/officeart/2005/8/layout/vList2"/>
    <dgm:cxn modelId="{A1C39349-88FA-4938-A842-9C90550FFE6F}" type="presParOf" srcId="{FFE6B7E1-B350-40BF-80E5-DF06BA61FBD0}" destId="{0DEB0770-60BC-4BA3-90AC-49F941F5DC2B}" srcOrd="1" destOrd="0" presId="urn:microsoft.com/office/officeart/2005/8/layout/vList2"/>
    <dgm:cxn modelId="{E8729FB5-CA49-479E-9787-FF82EA419210}" type="presParOf" srcId="{FFE6B7E1-B350-40BF-80E5-DF06BA61FBD0}" destId="{025EDC00-FEE4-4EB5-A7BD-2A825D19CF7F}"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68FC922-1053-4631-9174-4D8471DB0664}"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5330C02A-4F31-416A-B61A-E6AB8571F6F1}">
      <dgm:prSet/>
      <dgm:spPr/>
      <dgm:t>
        <a:bodyPr/>
        <a:lstStyle/>
        <a:p>
          <a:r>
            <a:rPr lang="en-US" dirty="0"/>
            <a:t>Surface water originates from rainwater. It is the main source of water supply in many areas. </a:t>
          </a:r>
        </a:p>
      </dgm:t>
    </dgm:pt>
    <dgm:pt modelId="{F5A51B9B-6679-410F-AC35-8F1A86F04554}" type="parTrans" cxnId="{544AC80E-082E-436B-A519-3E8BD19D5BF6}">
      <dgm:prSet/>
      <dgm:spPr/>
      <dgm:t>
        <a:bodyPr/>
        <a:lstStyle/>
        <a:p>
          <a:endParaRPr lang="en-US"/>
        </a:p>
      </dgm:t>
    </dgm:pt>
    <dgm:pt modelId="{18CDF643-3677-48D1-B62B-A88CF0E44918}" type="sibTrans" cxnId="{544AC80E-082E-436B-A519-3E8BD19D5BF6}">
      <dgm:prSet/>
      <dgm:spPr/>
      <dgm:t>
        <a:bodyPr/>
        <a:lstStyle/>
        <a:p>
          <a:endParaRPr lang="en-US"/>
        </a:p>
      </dgm:t>
    </dgm:pt>
    <dgm:pt modelId="{09DC19EF-4F3E-421B-890C-44385D7AC25B}">
      <dgm:prSet/>
      <dgm:spPr/>
      <dgm:t>
        <a:bodyPr/>
        <a:lstStyle/>
        <a:p>
          <a:r>
            <a:rPr lang="en-US"/>
            <a:t>Examples of surface water include rivers, tanks, lakes, wadis (waler source which are dry, except in rainy season), man-made reservoirs and sea water. </a:t>
          </a:r>
        </a:p>
      </dgm:t>
    </dgm:pt>
    <dgm:pt modelId="{94FB44B2-C8CF-4383-968E-D73ED409EF69}" type="parTrans" cxnId="{89D6F907-ACEC-4374-8E8E-F22F0C80710A}">
      <dgm:prSet/>
      <dgm:spPr/>
      <dgm:t>
        <a:bodyPr/>
        <a:lstStyle/>
        <a:p>
          <a:endParaRPr lang="en-US"/>
        </a:p>
      </dgm:t>
    </dgm:pt>
    <dgm:pt modelId="{78A2CD91-42FA-49DF-97E8-CCF05D588D81}" type="sibTrans" cxnId="{89D6F907-ACEC-4374-8E8E-F22F0C80710A}">
      <dgm:prSet/>
      <dgm:spPr/>
      <dgm:t>
        <a:bodyPr/>
        <a:lstStyle/>
        <a:p>
          <a:endParaRPr lang="en-US"/>
        </a:p>
      </dgm:t>
    </dgm:pt>
    <dgm:pt modelId="{12EB9752-77F9-4561-AF5C-EB779A7F2878}">
      <dgm:prSet/>
      <dgm:spPr/>
      <dgm:t>
        <a:bodyPr/>
        <a:lstStyle/>
        <a:p>
          <a:r>
            <a:rPr lang="en-US"/>
            <a:t>Surface water is prone to contamination from human and animal sources. As such it is never safe for human consumption unless subjected to sanitary protection and purification before use.</a:t>
          </a:r>
        </a:p>
      </dgm:t>
    </dgm:pt>
    <dgm:pt modelId="{88C46CE1-A5F1-4ACE-85EF-F11C15F1B6A0}" type="parTrans" cxnId="{704561F1-3CB9-4F67-A998-30F703DE227B}">
      <dgm:prSet/>
      <dgm:spPr/>
      <dgm:t>
        <a:bodyPr/>
        <a:lstStyle/>
        <a:p>
          <a:endParaRPr lang="en-US"/>
        </a:p>
      </dgm:t>
    </dgm:pt>
    <dgm:pt modelId="{15D1A507-2BED-495A-8CC0-EEAC15A8F3DD}" type="sibTrans" cxnId="{704561F1-3CB9-4F67-A998-30F703DE227B}">
      <dgm:prSet/>
      <dgm:spPr/>
      <dgm:t>
        <a:bodyPr/>
        <a:lstStyle/>
        <a:p>
          <a:endParaRPr lang="en-US"/>
        </a:p>
      </dgm:t>
    </dgm:pt>
    <dgm:pt modelId="{620FF6CF-D0A2-47A1-B303-C8B94177FD6E}">
      <dgm:prSet/>
      <dgm:spPr/>
      <dgm:t>
        <a:bodyPr/>
        <a:lstStyle/>
        <a:p>
          <a:r>
            <a:rPr lang="en-US"/>
            <a:t>In general, surface water supplies possess a high probability of organic, bacterial and viral contamination.</a:t>
          </a:r>
        </a:p>
      </dgm:t>
    </dgm:pt>
    <dgm:pt modelId="{06B28D70-63EF-48D9-8127-5F086B5D06E1}" type="parTrans" cxnId="{2EA6C7EB-3308-414D-B2E6-2B1B1FD9CA2C}">
      <dgm:prSet/>
      <dgm:spPr/>
      <dgm:t>
        <a:bodyPr/>
        <a:lstStyle/>
        <a:p>
          <a:endParaRPr lang="en-US"/>
        </a:p>
      </dgm:t>
    </dgm:pt>
    <dgm:pt modelId="{3A702937-DD0A-4F8F-97B0-D4F546091473}" type="sibTrans" cxnId="{2EA6C7EB-3308-414D-B2E6-2B1B1FD9CA2C}">
      <dgm:prSet/>
      <dgm:spPr/>
      <dgm:t>
        <a:bodyPr/>
        <a:lstStyle/>
        <a:p>
          <a:endParaRPr lang="en-US"/>
        </a:p>
      </dgm:t>
    </dgm:pt>
    <dgm:pt modelId="{117890BA-42DA-4CF2-A64A-169938C1AEBA}">
      <dgm:prSet/>
      <dgm:spPr/>
      <dgm:t>
        <a:bodyPr/>
        <a:lstStyle/>
        <a:p>
          <a:r>
            <a:rPr lang="en-US"/>
            <a:t>Most Indian cities and towns depend upon surface water sources </a:t>
          </a:r>
        </a:p>
      </dgm:t>
    </dgm:pt>
    <dgm:pt modelId="{8AB7409A-96B0-46D1-9D09-65CFE1E15996}" type="parTrans" cxnId="{092CA14F-FCB0-41FB-A2CF-94D68697058C}">
      <dgm:prSet/>
      <dgm:spPr/>
      <dgm:t>
        <a:bodyPr/>
        <a:lstStyle/>
        <a:p>
          <a:endParaRPr lang="en-US"/>
        </a:p>
      </dgm:t>
    </dgm:pt>
    <dgm:pt modelId="{FC0F3F96-1F94-4AD1-8C67-742C8C3957A1}" type="sibTrans" cxnId="{092CA14F-FCB0-41FB-A2CF-94D68697058C}">
      <dgm:prSet/>
      <dgm:spPr/>
      <dgm:t>
        <a:bodyPr/>
        <a:lstStyle/>
        <a:p>
          <a:endParaRPr lang="en-US"/>
        </a:p>
      </dgm:t>
    </dgm:pt>
    <dgm:pt modelId="{7B48DFE6-5BC8-4123-9D83-12B41DCC0E2E}">
      <dgm:prSet/>
      <dgm:spPr/>
      <dgm:t>
        <a:bodyPr/>
        <a:lstStyle/>
        <a:p>
          <a:r>
            <a:rPr lang="en-US"/>
            <a:t>Impounding Reservoirs.</a:t>
          </a:r>
        </a:p>
      </dgm:t>
    </dgm:pt>
    <dgm:pt modelId="{B39E217E-F47B-44C1-B672-749FF399E09F}" type="parTrans" cxnId="{B60AF582-5B40-4759-A05E-5146361AB669}">
      <dgm:prSet/>
      <dgm:spPr/>
      <dgm:t>
        <a:bodyPr/>
        <a:lstStyle/>
        <a:p>
          <a:endParaRPr lang="en-US"/>
        </a:p>
      </dgm:t>
    </dgm:pt>
    <dgm:pt modelId="{ABE75D99-1924-46BF-B9CF-DE3DAB54AD1E}" type="sibTrans" cxnId="{B60AF582-5B40-4759-A05E-5146361AB669}">
      <dgm:prSet/>
      <dgm:spPr/>
      <dgm:t>
        <a:bodyPr/>
        <a:lstStyle/>
        <a:p>
          <a:endParaRPr lang="en-US"/>
        </a:p>
      </dgm:t>
    </dgm:pt>
    <dgm:pt modelId="{4FD72BA9-54F9-4257-9756-84C08D0E2EA8}">
      <dgm:prSet/>
      <dgm:spPr/>
      <dgm:t>
        <a:bodyPr/>
        <a:lstStyle/>
        <a:p>
          <a:r>
            <a:rPr lang="en-US"/>
            <a:t>Rivers and Streams, </a:t>
          </a:r>
        </a:p>
      </dgm:t>
    </dgm:pt>
    <dgm:pt modelId="{9795E866-DE46-4C10-BDFF-0A5522D3E77E}" type="parTrans" cxnId="{F26A0C8D-4473-4D49-9CB6-9F7A70D5E45B}">
      <dgm:prSet/>
      <dgm:spPr/>
      <dgm:t>
        <a:bodyPr/>
        <a:lstStyle/>
        <a:p>
          <a:endParaRPr lang="en-US"/>
        </a:p>
      </dgm:t>
    </dgm:pt>
    <dgm:pt modelId="{6ED76D90-3EFD-4AF5-81DE-6D6D8B26C861}" type="sibTrans" cxnId="{F26A0C8D-4473-4D49-9CB6-9F7A70D5E45B}">
      <dgm:prSet/>
      <dgm:spPr/>
      <dgm:t>
        <a:bodyPr/>
        <a:lstStyle/>
        <a:p>
          <a:endParaRPr lang="en-US"/>
        </a:p>
      </dgm:t>
    </dgm:pt>
    <dgm:pt modelId="{CDDB7B31-43D0-474F-AECC-FF69FA9976AB}">
      <dgm:prSet/>
      <dgm:spPr/>
      <dgm:t>
        <a:bodyPr/>
        <a:lstStyle/>
        <a:p>
          <a:r>
            <a:rPr lang="en-US"/>
            <a:t>Tanks, Ponds and Lakes. </a:t>
          </a:r>
        </a:p>
      </dgm:t>
    </dgm:pt>
    <dgm:pt modelId="{F5ECBB59-4FA0-41DC-AC1A-BCEB61796D8C}" type="parTrans" cxnId="{C86EBE33-81BE-4105-928B-5A5C4CDE02B3}">
      <dgm:prSet/>
      <dgm:spPr/>
      <dgm:t>
        <a:bodyPr/>
        <a:lstStyle/>
        <a:p>
          <a:endParaRPr lang="en-US"/>
        </a:p>
      </dgm:t>
    </dgm:pt>
    <dgm:pt modelId="{3F7344FC-7C71-4C25-9046-E94602B8334D}" type="sibTrans" cxnId="{C86EBE33-81BE-4105-928B-5A5C4CDE02B3}">
      <dgm:prSet/>
      <dgm:spPr/>
      <dgm:t>
        <a:bodyPr/>
        <a:lstStyle/>
        <a:p>
          <a:endParaRPr lang="en-US"/>
        </a:p>
      </dgm:t>
    </dgm:pt>
    <dgm:pt modelId="{9D50D80A-265A-4B53-8B62-2FCE610D9DFD}" type="pres">
      <dgm:prSet presAssocID="{468FC922-1053-4631-9174-4D8471DB0664}" presName="linear" presStyleCnt="0">
        <dgm:presLayoutVars>
          <dgm:animLvl val="lvl"/>
          <dgm:resizeHandles val="exact"/>
        </dgm:presLayoutVars>
      </dgm:prSet>
      <dgm:spPr/>
    </dgm:pt>
    <dgm:pt modelId="{6351244C-7B4D-49ED-811C-1E55527955F0}" type="pres">
      <dgm:prSet presAssocID="{5330C02A-4F31-416A-B61A-E6AB8571F6F1}" presName="parentText" presStyleLbl="node1" presStyleIdx="0" presStyleCnt="5">
        <dgm:presLayoutVars>
          <dgm:chMax val="0"/>
          <dgm:bulletEnabled val="1"/>
        </dgm:presLayoutVars>
      </dgm:prSet>
      <dgm:spPr/>
    </dgm:pt>
    <dgm:pt modelId="{230331BE-AD90-4630-A1C9-C2002690F82F}" type="pres">
      <dgm:prSet presAssocID="{18CDF643-3677-48D1-B62B-A88CF0E44918}" presName="spacer" presStyleCnt="0"/>
      <dgm:spPr/>
    </dgm:pt>
    <dgm:pt modelId="{7F8D8040-B70E-411E-BA80-2EA6D3125731}" type="pres">
      <dgm:prSet presAssocID="{09DC19EF-4F3E-421B-890C-44385D7AC25B}" presName="parentText" presStyleLbl="node1" presStyleIdx="1" presStyleCnt="5">
        <dgm:presLayoutVars>
          <dgm:chMax val="0"/>
          <dgm:bulletEnabled val="1"/>
        </dgm:presLayoutVars>
      </dgm:prSet>
      <dgm:spPr/>
    </dgm:pt>
    <dgm:pt modelId="{B8844E03-64D6-4C40-8EAC-44881CC2A039}" type="pres">
      <dgm:prSet presAssocID="{78A2CD91-42FA-49DF-97E8-CCF05D588D81}" presName="spacer" presStyleCnt="0"/>
      <dgm:spPr/>
    </dgm:pt>
    <dgm:pt modelId="{A93F7226-DA4F-4D01-A5B4-BB449745918B}" type="pres">
      <dgm:prSet presAssocID="{12EB9752-77F9-4561-AF5C-EB779A7F2878}" presName="parentText" presStyleLbl="node1" presStyleIdx="2" presStyleCnt="5">
        <dgm:presLayoutVars>
          <dgm:chMax val="0"/>
          <dgm:bulletEnabled val="1"/>
        </dgm:presLayoutVars>
      </dgm:prSet>
      <dgm:spPr/>
    </dgm:pt>
    <dgm:pt modelId="{BCC5985B-4E54-4EF1-B4F9-56B4D0B09413}" type="pres">
      <dgm:prSet presAssocID="{15D1A507-2BED-495A-8CC0-EEAC15A8F3DD}" presName="spacer" presStyleCnt="0"/>
      <dgm:spPr/>
    </dgm:pt>
    <dgm:pt modelId="{25F82F62-4E38-4A47-A779-9FCBFCE09E0C}" type="pres">
      <dgm:prSet presAssocID="{620FF6CF-D0A2-47A1-B303-C8B94177FD6E}" presName="parentText" presStyleLbl="node1" presStyleIdx="3" presStyleCnt="5">
        <dgm:presLayoutVars>
          <dgm:chMax val="0"/>
          <dgm:bulletEnabled val="1"/>
        </dgm:presLayoutVars>
      </dgm:prSet>
      <dgm:spPr/>
    </dgm:pt>
    <dgm:pt modelId="{53C40C70-F7DF-4278-96CC-7CB1EC40D88B}" type="pres">
      <dgm:prSet presAssocID="{3A702937-DD0A-4F8F-97B0-D4F546091473}" presName="spacer" presStyleCnt="0"/>
      <dgm:spPr/>
    </dgm:pt>
    <dgm:pt modelId="{CBF18837-9EB5-4440-A4EA-2EAFA32901F6}" type="pres">
      <dgm:prSet presAssocID="{117890BA-42DA-4CF2-A64A-169938C1AEBA}" presName="parentText" presStyleLbl="node1" presStyleIdx="4" presStyleCnt="5">
        <dgm:presLayoutVars>
          <dgm:chMax val="0"/>
          <dgm:bulletEnabled val="1"/>
        </dgm:presLayoutVars>
      </dgm:prSet>
      <dgm:spPr/>
    </dgm:pt>
    <dgm:pt modelId="{723A0D49-809B-4E5C-B105-724E4ACFD839}" type="pres">
      <dgm:prSet presAssocID="{117890BA-42DA-4CF2-A64A-169938C1AEBA}" presName="childText" presStyleLbl="revTx" presStyleIdx="0" presStyleCnt="1">
        <dgm:presLayoutVars>
          <dgm:bulletEnabled val="1"/>
        </dgm:presLayoutVars>
      </dgm:prSet>
      <dgm:spPr/>
    </dgm:pt>
  </dgm:ptLst>
  <dgm:cxnLst>
    <dgm:cxn modelId="{89D6F907-ACEC-4374-8E8E-F22F0C80710A}" srcId="{468FC922-1053-4631-9174-4D8471DB0664}" destId="{09DC19EF-4F3E-421B-890C-44385D7AC25B}" srcOrd="1" destOrd="0" parTransId="{94FB44B2-C8CF-4383-968E-D73ED409EF69}" sibTransId="{78A2CD91-42FA-49DF-97E8-CCF05D588D81}"/>
    <dgm:cxn modelId="{544AC80E-082E-436B-A519-3E8BD19D5BF6}" srcId="{468FC922-1053-4631-9174-4D8471DB0664}" destId="{5330C02A-4F31-416A-B61A-E6AB8571F6F1}" srcOrd="0" destOrd="0" parTransId="{F5A51B9B-6679-410F-AC35-8F1A86F04554}" sibTransId="{18CDF643-3677-48D1-B62B-A88CF0E44918}"/>
    <dgm:cxn modelId="{271F762E-F130-4DDC-91E5-E2A39EA80784}" type="presOf" srcId="{7B48DFE6-5BC8-4123-9D83-12B41DCC0E2E}" destId="{723A0D49-809B-4E5C-B105-724E4ACFD839}" srcOrd="0" destOrd="0" presId="urn:microsoft.com/office/officeart/2005/8/layout/vList2"/>
    <dgm:cxn modelId="{C86EBE33-81BE-4105-928B-5A5C4CDE02B3}" srcId="{117890BA-42DA-4CF2-A64A-169938C1AEBA}" destId="{CDDB7B31-43D0-474F-AECC-FF69FA9976AB}" srcOrd="2" destOrd="0" parTransId="{F5ECBB59-4FA0-41DC-AC1A-BCEB61796D8C}" sibTransId="{3F7344FC-7C71-4C25-9046-E94602B8334D}"/>
    <dgm:cxn modelId="{2E9F8E38-9151-4B4D-9B61-2A25AF1A7A20}" type="presOf" srcId="{468FC922-1053-4631-9174-4D8471DB0664}" destId="{9D50D80A-265A-4B53-8B62-2FCE610D9DFD}" srcOrd="0" destOrd="0" presId="urn:microsoft.com/office/officeart/2005/8/layout/vList2"/>
    <dgm:cxn modelId="{EBECD05E-79B8-409B-9E6B-13F77BE39771}" type="presOf" srcId="{12EB9752-77F9-4561-AF5C-EB779A7F2878}" destId="{A93F7226-DA4F-4D01-A5B4-BB449745918B}" srcOrd="0" destOrd="0" presId="urn:microsoft.com/office/officeart/2005/8/layout/vList2"/>
    <dgm:cxn modelId="{092CA14F-FCB0-41FB-A2CF-94D68697058C}" srcId="{468FC922-1053-4631-9174-4D8471DB0664}" destId="{117890BA-42DA-4CF2-A64A-169938C1AEBA}" srcOrd="4" destOrd="0" parTransId="{8AB7409A-96B0-46D1-9D09-65CFE1E15996}" sibTransId="{FC0F3F96-1F94-4AD1-8C67-742C8C3957A1}"/>
    <dgm:cxn modelId="{8E971579-C564-47E0-A5D3-F84487C3C8D9}" type="presOf" srcId="{117890BA-42DA-4CF2-A64A-169938C1AEBA}" destId="{CBF18837-9EB5-4440-A4EA-2EAFA32901F6}" srcOrd="0" destOrd="0" presId="urn:microsoft.com/office/officeart/2005/8/layout/vList2"/>
    <dgm:cxn modelId="{B60AF582-5B40-4759-A05E-5146361AB669}" srcId="{117890BA-42DA-4CF2-A64A-169938C1AEBA}" destId="{7B48DFE6-5BC8-4123-9D83-12B41DCC0E2E}" srcOrd="0" destOrd="0" parTransId="{B39E217E-F47B-44C1-B672-749FF399E09F}" sibTransId="{ABE75D99-1924-46BF-B9CF-DE3DAB54AD1E}"/>
    <dgm:cxn modelId="{B7269F84-8015-41FF-9BB5-7456A569C6D2}" type="presOf" srcId="{5330C02A-4F31-416A-B61A-E6AB8571F6F1}" destId="{6351244C-7B4D-49ED-811C-1E55527955F0}" srcOrd="0" destOrd="0" presId="urn:microsoft.com/office/officeart/2005/8/layout/vList2"/>
    <dgm:cxn modelId="{F26A0C8D-4473-4D49-9CB6-9F7A70D5E45B}" srcId="{117890BA-42DA-4CF2-A64A-169938C1AEBA}" destId="{4FD72BA9-54F9-4257-9756-84C08D0E2EA8}" srcOrd="1" destOrd="0" parTransId="{9795E866-DE46-4C10-BDFF-0A5522D3E77E}" sibTransId="{6ED76D90-3EFD-4AF5-81DE-6D6D8B26C861}"/>
    <dgm:cxn modelId="{7110C68D-A885-4C5C-9531-C3507AFD4782}" type="presOf" srcId="{CDDB7B31-43D0-474F-AECC-FF69FA9976AB}" destId="{723A0D49-809B-4E5C-B105-724E4ACFD839}" srcOrd="0" destOrd="2" presId="urn:microsoft.com/office/officeart/2005/8/layout/vList2"/>
    <dgm:cxn modelId="{82286CB1-47DC-4894-AF1C-73737DEC8696}" type="presOf" srcId="{4FD72BA9-54F9-4257-9756-84C08D0E2EA8}" destId="{723A0D49-809B-4E5C-B105-724E4ACFD839}" srcOrd="0" destOrd="1" presId="urn:microsoft.com/office/officeart/2005/8/layout/vList2"/>
    <dgm:cxn modelId="{08A562B9-AD3A-4CA5-AD03-5E6A36F6BDB5}" type="presOf" srcId="{620FF6CF-D0A2-47A1-B303-C8B94177FD6E}" destId="{25F82F62-4E38-4A47-A779-9FCBFCE09E0C}" srcOrd="0" destOrd="0" presId="urn:microsoft.com/office/officeart/2005/8/layout/vList2"/>
    <dgm:cxn modelId="{28D967C6-5EE9-4AA9-AA7F-9988B1B84CD5}" type="presOf" srcId="{09DC19EF-4F3E-421B-890C-44385D7AC25B}" destId="{7F8D8040-B70E-411E-BA80-2EA6D3125731}" srcOrd="0" destOrd="0" presId="urn:microsoft.com/office/officeart/2005/8/layout/vList2"/>
    <dgm:cxn modelId="{2EA6C7EB-3308-414D-B2E6-2B1B1FD9CA2C}" srcId="{468FC922-1053-4631-9174-4D8471DB0664}" destId="{620FF6CF-D0A2-47A1-B303-C8B94177FD6E}" srcOrd="3" destOrd="0" parTransId="{06B28D70-63EF-48D9-8127-5F086B5D06E1}" sibTransId="{3A702937-DD0A-4F8F-97B0-D4F546091473}"/>
    <dgm:cxn modelId="{704561F1-3CB9-4F67-A998-30F703DE227B}" srcId="{468FC922-1053-4631-9174-4D8471DB0664}" destId="{12EB9752-77F9-4561-AF5C-EB779A7F2878}" srcOrd="2" destOrd="0" parTransId="{88C46CE1-A5F1-4ACE-85EF-F11C15F1B6A0}" sibTransId="{15D1A507-2BED-495A-8CC0-EEAC15A8F3DD}"/>
    <dgm:cxn modelId="{7733B849-17C4-477E-B92C-B0E6BC98FA1D}" type="presParOf" srcId="{9D50D80A-265A-4B53-8B62-2FCE610D9DFD}" destId="{6351244C-7B4D-49ED-811C-1E55527955F0}" srcOrd="0" destOrd="0" presId="urn:microsoft.com/office/officeart/2005/8/layout/vList2"/>
    <dgm:cxn modelId="{D9AE8FE6-5B63-48B5-91BB-015C7E39AF36}" type="presParOf" srcId="{9D50D80A-265A-4B53-8B62-2FCE610D9DFD}" destId="{230331BE-AD90-4630-A1C9-C2002690F82F}" srcOrd="1" destOrd="0" presId="urn:microsoft.com/office/officeart/2005/8/layout/vList2"/>
    <dgm:cxn modelId="{327F250C-FD1D-4E3D-B00C-52CA790CD44C}" type="presParOf" srcId="{9D50D80A-265A-4B53-8B62-2FCE610D9DFD}" destId="{7F8D8040-B70E-411E-BA80-2EA6D3125731}" srcOrd="2" destOrd="0" presId="urn:microsoft.com/office/officeart/2005/8/layout/vList2"/>
    <dgm:cxn modelId="{68E95165-A039-4F53-92B2-64E8BCF01A18}" type="presParOf" srcId="{9D50D80A-265A-4B53-8B62-2FCE610D9DFD}" destId="{B8844E03-64D6-4C40-8EAC-44881CC2A039}" srcOrd="3" destOrd="0" presId="urn:microsoft.com/office/officeart/2005/8/layout/vList2"/>
    <dgm:cxn modelId="{DFF87A26-3A9A-43F9-910E-895238E3C0C1}" type="presParOf" srcId="{9D50D80A-265A-4B53-8B62-2FCE610D9DFD}" destId="{A93F7226-DA4F-4D01-A5B4-BB449745918B}" srcOrd="4" destOrd="0" presId="urn:microsoft.com/office/officeart/2005/8/layout/vList2"/>
    <dgm:cxn modelId="{FF1AD4D3-41D6-4784-92CE-DB414EA8F86D}" type="presParOf" srcId="{9D50D80A-265A-4B53-8B62-2FCE610D9DFD}" destId="{BCC5985B-4E54-4EF1-B4F9-56B4D0B09413}" srcOrd="5" destOrd="0" presId="urn:microsoft.com/office/officeart/2005/8/layout/vList2"/>
    <dgm:cxn modelId="{51B23EB3-71C7-4D61-97C9-F8207A4922F2}" type="presParOf" srcId="{9D50D80A-265A-4B53-8B62-2FCE610D9DFD}" destId="{25F82F62-4E38-4A47-A779-9FCBFCE09E0C}" srcOrd="6" destOrd="0" presId="urn:microsoft.com/office/officeart/2005/8/layout/vList2"/>
    <dgm:cxn modelId="{B6FD4EC7-A101-4AC0-8084-A15417B78062}" type="presParOf" srcId="{9D50D80A-265A-4B53-8B62-2FCE610D9DFD}" destId="{53C40C70-F7DF-4278-96CC-7CB1EC40D88B}" srcOrd="7" destOrd="0" presId="urn:microsoft.com/office/officeart/2005/8/layout/vList2"/>
    <dgm:cxn modelId="{B2265905-8DB1-497D-ACC1-37947E8E74AE}" type="presParOf" srcId="{9D50D80A-265A-4B53-8B62-2FCE610D9DFD}" destId="{CBF18837-9EB5-4440-A4EA-2EAFA32901F6}" srcOrd="8" destOrd="0" presId="urn:microsoft.com/office/officeart/2005/8/layout/vList2"/>
    <dgm:cxn modelId="{3E356EF6-17E3-4ACA-A6B6-0A40B0A5E77F}" type="presParOf" srcId="{9D50D80A-265A-4B53-8B62-2FCE610D9DFD}" destId="{723A0D49-809B-4E5C-B105-724E4ACFD839}" srcOrd="9"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D213ED-70E1-4827-B406-7909E34AD4C7}">
      <dsp:nvSpPr>
        <dsp:cNvPr id="0" name=""/>
        <dsp:cNvSpPr/>
      </dsp:nvSpPr>
      <dsp:spPr>
        <a:xfrm>
          <a:off x="0" y="22593"/>
          <a:ext cx="7310020" cy="1645751"/>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Proper environmental health now requires the services of:</a:t>
          </a:r>
        </a:p>
      </dsp:txBody>
      <dsp:txXfrm>
        <a:off x="80339" y="102932"/>
        <a:ext cx="7149342" cy="1485073"/>
      </dsp:txXfrm>
    </dsp:sp>
    <dsp:sp modelId="{1231DF68-3178-4ADB-9D52-369D3BD07219}">
      <dsp:nvSpPr>
        <dsp:cNvPr id="0" name=""/>
        <dsp:cNvSpPr/>
      </dsp:nvSpPr>
      <dsp:spPr>
        <a:xfrm>
          <a:off x="0" y="1668344"/>
          <a:ext cx="7310020" cy="2759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093"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The public health qualified doctor</a:t>
          </a:r>
        </a:p>
        <a:p>
          <a:pPr marL="228600" lvl="1" indent="-228600" algn="l" defTabSz="1066800">
            <a:lnSpc>
              <a:spcPct val="90000"/>
            </a:lnSpc>
            <a:spcBef>
              <a:spcPct val="0"/>
            </a:spcBef>
            <a:spcAft>
              <a:spcPct val="20000"/>
            </a:spcAft>
            <a:buChar char="•"/>
          </a:pPr>
          <a:r>
            <a:rPr lang="en-US" sz="2400" kern="1200"/>
            <a:t>The epidemiologist</a:t>
          </a:r>
        </a:p>
        <a:p>
          <a:pPr marL="228600" lvl="1" indent="-228600" algn="l" defTabSz="1066800">
            <a:lnSpc>
              <a:spcPct val="90000"/>
            </a:lnSpc>
            <a:spcBef>
              <a:spcPct val="0"/>
            </a:spcBef>
            <a:spcAft>
              <a:spcPct val="20000"/>
            </a:spcAft>
            <a:buChar char="•"/>
          </a:pPr>
          <a:r>
            <a:rPr lang="en-US" sz="2400" kern="1200"/>
            <a:t>The public health engineer </a:t>
          </a:r>
        </a:p>
        <a:p>
          <a:pPr marL="228600" lvl="1" indent="-228600" algn="l" defTabSz="1066800">
            <a:lnSpc>
              <a:spcPct val="90000"/>
            </a:lnSpc>
            <a:spcBef>
              <a:spcPct val="0"/>
            </a:spcBef>
            <a:spcAft>
              <a:spcPct val="20000"/>
            </a:spcAft>
            <a:buChar char="•"/>
          </a:pPr>
          <a:r>
            <a:rPr lang="en-US" sz="2400" kern="1200"/>
            <a:t>The town planner</a:t>
          </a:r>
        </a:p>
        <a:p>
          <a:pPr marL="228600" lvl="1" indent="-228600" algn="l" defTabSz="1066800">
            <a:lnSpc>
              <a:spcPct val="90000"/>
            </a:lnSpc>
            <a:spcBef>
              <a:spcPct val="0"/>
            </a:spcBef>
            <a:spcAft>
              <a:spcPct val="20000"/>
            </a:spcAft>
            <a:buChar char="•"/>
          </a:pPr>
          <a:r>
            <a:rPr lang="en-US" sz="2400" kern="1200"/>
            <a:t>The sociologist </a:t>
          </a:r>
        </a:p>
        <a:p>
          <a:pPr marL="228600" lvl="1" indent="-228600" algn="l" defTabSz="1066800">
            <a:lnSpc>
              <a:spcPct val="90000"/>
            </a:lnSpc>
            <a:spcBef>
              <a:spcPct val="0"/>
            </a:spcBef>
            <a:spcAft>
              <a:spcPct val="20000"/>
            </a:spcAft>
            <a:buChar char="•"/>
          </a:pPr>
          <a:r>
            <a:rPr lang="en-US" sz="2400" kern="1200"/>
            <a:t>The economist</a:t>
          </a:r>
        </a:p>
        <a:p>
          <a:pPr marL="228600" lvl="1" indent="-228600" algn="l" defTabSz="1066800">
            <a:lnSpc>
              <a:spcPct val="90000"/>
            </a:lnSpc>
            <a:spcBef>
              <a:spcPct val="0"/>
            </a:spcBef>
            <a:spcAft>
              <a:spcPct val="20000"/>
            </a:spcAft>
            <a:buChar char="•"/>
          </a:pPr>
          <a:r>
            <a:rPr lang="en-US" sz="2400" kern="1200"/>
            <a:t>The health inspector. </a:t>
          </a:r>
        </a:p>
      </dsp:txBody>
      <dsp:txXfrm>
        <a:off x="0" y="1668344"/>
        <a:ext cx="7310020" cy="2759309"/>
      </dsp:txXfrm>
    </dsp:sp>
    <dsp:sp modelId="{A2542324-1FF3-45D7-AD7D-E4187C977DD0}">
      <dsp:nvSpPr>
        <dsp:cNvPr id="0" name=""/>
        <dsp:cNvSpPr/>
      </dsp:nvSpPr>
      <dsp:spPr>
        <a:xfrm>
          <a:off x="0" y="4427654"/>
          <a:ext cx="7310020" cy="1645751"/>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A combined multi-disciplinary programme of action is needed to achieve a healthy environment.</a:t>
          </a:r>
        </a:p>
      </dsp:txBody>
      <dsp:txXfrm>
        <a:off x="80339" y="4507993"/>
        <a:ext cx="7149342" cy="1485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9E30C-EDE3-4B35-8676-8CE28B317791}">
      <dsp:nvSpPr>
        <dsp:cNvPr id="0" name=""/>
        <dsp:cNvSpPr/>
      </dsp:nvSpPr>
      <dsp:spPr>
        <a:xfrm>
          <a:off x="0" y="33217"/>
          <a:ext cx="6798539" cy="221129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dirty="0"/>
            <a:t>Two of the changes needed to achieve “Health for All” are concerned with </a:t>
          </a:r>
        </a:p>
      </dsp:txBody>
      <dsp:txXfrm>
        <a:off x="107947" y="141164"/>
        <a:ext cx="6582645" cy="1995405"/>
      </dsp:txXfrm>
    </dsp:sp>
    <dsp:sp modelId="{002BB542-7C0D-4CB9-B866-F301E2F48F9E}">
      <dsp:nvSpPr>
        <dsp:cNvPr id="0" name=""/>
        <dsp:cNvSpPr/>
      </dsp:nvSpPr>
      <dsp:spPr>
        <a:xfrm>
          <a:off x="0" y="2244517"/>
          <a:ext cx="6798539" cy="108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54" tIns="53340" rIns="298704" bIns="53340" numCol="1" spcCol="1270" anchor="t" anchorCtr="0">
          <a:noAutofit/>
        </a:bodyPr>
        <a:lstStyle/>
        <a:p>
          <a:pPr marL="285750" lvl="1" indent="-285750" algn="l" defTabSz="1466850">
            <a:lnSpc>
              <a:spcPct val="90000"/>
            </a:lnSpc>
            <a:spcBef>
              <a:spcPct val="0"/>
            </a:spcBef>
            <a:spcAft>
              <a:spcPct val="20000"/>
            </a:spcAft>
            <a:buChar char="•"/>
          </a:pPr>
          <a:r>
            <a:rPr lang="en-US" sz="3300" kern="1200"/>
            <a:t>Healthy environment </a:t>
          </a:r>
        </a:p>
        <a:p>
          <a:pPr marL="285750" lvl="1" indent="-285750" algn="l" defTabSz="1466850">
            <a:lnSpc>
              <a:spcPct val="90000"/>
            </a:lnSpc>
            <a:spcBef>
              <a:spcPct val="0"/>
            </a:spcBef>
            <a:spcAft>
              <a:spcPct val="20000"/>
            </a:spcAft>
            <a:buChar char="•"/>
          </a:pPr>
          <a:r>
            <a:rPr lang="en-US" sz="3300" kern="1200"/>
            <a:t>Healthy lifestyle </a:t>
          </a:r>
        </a:p>
      </dsp:txBody>
      <dsp:txXfrm>
        <a:off x="0" y="2244517"/>
        <a:ext cx="6798539" cy="1086750"/>
      </dsp:txXfrm>
    </dsp:sp>
    <dsp:sp modelId="{C29C536B-6171-4D55-992C-510E4EAE90D2}">
      <dsp:nvSpPr>
        <dsp:cNvPr id="0" name=""/>
        <dsp:cNvSpPr/>
      </dsp:nvSpPr>
      <dsp:spPr>
        <a:xfrm>
          <a:off x="0" y="3331267"/>
          <a:ext cx="6798539" cy="221129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kern="1200"/>
            <a:t>Require initiatives by the individual, the family and the community</a:t>
          </a:r>
        </a:p>
      </dsp:txBody>
      <dsp:txXfrm>
        <a:off x="107947" y="3439214"/>
        <a:ext cx="6582645" cy="19954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07E10-221D-4D85-BEC6-569D988E6A81}">
      <dsp:nvSpPr>
        <dsp:cNvPr id="0" name=""/>
        <dsp:cNvSpPr/>
      </dsp:nvSpPr>
      <dsp:spPr>
        <a:xfrm>
          <a:off x="0" y="66854"/>
          <a:ext cx="7059673" cy="111486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Unsafe water, polluted soil, unhygienic disposal of human excreta and refuse, poor housing, insects and rodents. </a:t>
          </a:r>
        </a:p>
      </dsp:txBody>
      <dsp:txXfrm>
        <a:off x="54423" y="121277"/>
        <a:ext cx="6950827" cy="1006017"/>
      </dsp:txXfrm>
    </dsp:sp>
    <dsp:sp modelId="{98D70FBF-CD92-4A36-BDA9-E5FF4693B1F2}">
      <dsp:nvSpPr>
        <dsp:cNvPr id="0" name=""/>
        <dsp:cNvSpPr/>
      </dsp:nvSpPr>
      <dsp:spPr>
        <a:xfrm>
          <a:off x="0" y="1242197"/>
          <a:ext cx="7059673" cy="1114863"/>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Air pollution is also a growing concern in many cities. </a:t>
          </a:r>
        </a:p>
      </dsp:txBody>
      <dsp:txXfrm>
        <a:off x="54423" y="1296620"/>
        <a:ext cx="6950827" cy="1006017"/>
      </dsp:txXfrm>
    </dsp:sp>
    <dsp:sp modelId="{CEA5D869-1EF4-40BD-B022-954465A555B6}">
      <dsp:nvSpPr>
        <dsp:cNvPr id="0" name=""/>
        <dsp:cNvSpPr/>
      </dsp:nvSpPr>
      <dsp:spPr>
        <a:xfrm>
          <a:off x="0" y="2417541"/>
          <a:ext cx="7059673" cy="1114863"/>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high death rate, infant mortality rate, sickness rate and poor standards of health are in fact largely due to defective environmental sanitation.</a:t>
          </a:r>
        </a:p>
      </dsp:txBody>
      <dsp:txXfrm>
        <a:off x="54423" y="2471964"/>
        <a:ext cx="6950827" cy="1006017"/>
      </dsp:txXfrm>
    </dsp:sp>
    <dsp:sp modelId="{96C25464-6340-4624-969C-D2E50A5207AA}">
      <dsp:nvSpPr>
        <dsp:cNvPr id="0" name=""/>
        <dsp:cNvSpPr/>
      </dsp:nvSpPr>
      <dsp:spPr>
        <a:xfrm>
          <a:off x="0" y="3592885"/>
          <a:ext cx="7059673" cy="1114863"/>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Since more than 70 per cent of the population of India live in rural areas, the problem is one of rural sanitation. </a:t>
          </a:r>
        </a:p>
      </dsp:txBody>
      <dsp:txXfrm>
        <a:off x="54423" y="3647308"/>
        <a:ext cx="6950827" cy="1006017"/>
      </dsp:txXfrm>
    </dsp:sp>
    <dsp:sp modelId="{FE016BF1-B1F2-4F01-9876-7F93F7D481DF}">
      <dsp:nvSpPr>
        <dsp:cNvPr id="0" name=""/>
        <dsp:cNvSpPr/>
      </dsp:nvSpPr>
      <dsp:spPr>
        <a:xfrm>
          <a:off x="0" y="4768229"/>
          <a:ext cx="7059673" cy="1114863"/>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first step in any health programme is the elimination through environmental control of those factors which are harmful to health.</a:t>
          </a:r>
        </a:p>
      </dsp:txBody>
      <dsp:txXfrm>
        <a:off x="54423" y="4822652"/>
        <a:ext cx="6950827" cy="10060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B04EA-6660-42BA-B734-FFA830680E09}">
      <dsp:nvSpPr>
        <dsp:cNvPr id="0" name=""/>
        <dsp:cNvSpPr/>
      </dsp:nvSpPr>
      <dsp:spPr>
        <a:xfrm>
          <a:off x="0" y="4026915"/>
          <a:ext cx="8154176" cy="264209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Water is said to be polluted or contaminated when it does not fulfil the above criteria</a:t>
          </a:r>
        </a:p>
      </dsp:txBody>
      <dsp:txXfrm>
        <a:off x="0" y="4026915"/>
        <a:ext cx="8154176" cy="2642092"/>
      </dsp:txXfrm>
    </dsp:sp>
    <dsp:sp modelId="{F44D38DA-49D2-4848-9367-2F133D97B11A}">
      <dsp:nvSpPr>
        <dsp:cNvPr id="0" name=""/>
        <dsp:cNvSpPr/>
      </dsp:nvSpPr>
      <dsp:spPr>
        <a:xfrm rot="10800000">
          <a:off x="0" y="6421"/>
          <a:ext cx="8154176" cy="4063537"/>
        </a:xfrm>
        <a:prstGeom prst="upArrowCallou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Water intended for human consumption should be both safe and wholesome. This has been defined as water that is</a:t>
          </a:r>
        </a:p>
      </dsp:txBody>
      <dsp:txXfrm rot="-10800000">
        <a:off x="0" y="6421"/>
        <a:ext cx="8154176" cy="1426301"/>
      </dsp:txXfrm>
    </dsp:sp>
    <dsp:sp modelId="{26C533C4-0701-43D7-9501-97047AD891D6}">
      <dsp:nvSpPr>
        <dsp:cNvPr id="0" name=""/>
        <dsp:cNvSpPr/>
      </dsp:nvSpPr>
      <dsp:spPr>
        <a:xfrm>
          <a:off x="0" y="1563191"/>
          <a:ext cx="2038544" cy="1720752"/>
        </a:xfrm>
        <a:prstGeom prst="rect">
          <a:avLst/>
        </a:prstGeom>
        <a:solidFill>
          <a:schemeClr val="accent6">
            <a:lumMod val="20000"/>
            <a:lumOff val="80000"/>
            <a:alpha val="4700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dirty="0"/>
            <a:t>Free from pathogenic agents;</a:t>
          </a:r>
        </a:p>
      </dsp:txBody>
      <dsp:txXfrm>
        <a:off x="0" y="1563191"/>
        <a:ext cx="2038544" cy="1720752"/>
      </dsp:txXfrm>
    </dsp:sp>
    <dsp:sp modelId="{69E4E7F8-FDCA-48A4-9008-EE5A9B5AF0A4}">
      <dsp:nvSpPr>
        <dsp:cNvPr id="0" name=""/>
        <dsp:cNvSpPr/>
      </dsp:nvSpPr>
      <dsp:spPr>
        <a:xfrm>
          <a:off x="2038544" y="1563191"/>
          <a:ext cx="2038544" cy="1720752"/>
        </a:xfrm>
        <a:prstGeom prst="rect">
          <a:avLst/>
        </a:prstGeom>
        <a:solidFill>
          <a:schemeClr val="accent6">
            <a:lumMod val="20000"/>
            <a:lumOff val="80000"/>
            <a:alpha val="4700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Free from harmful chemical substances;</a:t>
          </a:r>
        </a:p>
      </dsp:txBody>
      <dsp:txXfrm>
        <a:off x="2038544" y="1563191"/>
        <a:ext cx="2038544" cy="1720752"/>
      </dsp:txXfrm>
    </dsp:sp>
    <dsp:sp modelId="{26682ADB-8646-4B05-B61E-1AD994469D2C}">
      <dsp:nvSpPr>
        <dsp:cNvPr id="0" name=""/>
        <dsp:cNvSpPr/>
      </dsp:nvSpPr>
      <dsp:spPr>
        <a:xfrm>
          <a:off x="4077088" y="1563191"/>
          <a:ext cx="2038544" cy="1720752"/>
        </a:xfrm>
        <a:prstGeom prst="rect">
          <a:avLst/>
        </a:prstGeom>
        <a:solidFill>
          <a:schemeClr val="accent6">
            <a:lumMod val="20000"/>
            <a:lumOff val="80000"/>
            <a:alpha val="4700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dirty="0"/>
            <a:t>Pleasant to the taste, i.e., free from </a:t>
          </a:r>
          <a:r>
            <a:rPr lang="en-US" sz="2400" kern="1200" dirty="0" err="1"/>
            <a:t>colour</a:t>
          </a:r>
          <a:r>
            <a:rPr lang="en-US" sz="2400" kern="1200" dirty="0"/>
            <a:t> and </a:t>
          </a:r>
          <a:r>
            <a:rPr lang="en-US" sz="2400" kern="1200" dirty="0" err="1"/>
            <a:t>odour</a:t>
          </a:r>
          <a:endParaRPr lang="en-US" sz="2400" kern="1200" dirty="0"/>
        </a:p>
      </dsp:txBody>
      <dsp:txXfrm>
        <a:off x="4077088" y="1563191"/>
        <a:ext cx="2038544" cy="1720752"/>
      </dsp:txXfrm>
    </dsp:sp>
    <dsp:sp modelId="{4128B7BD-5DB5-4B26-A583-B381636FAFE7}">
      <dsp:nvSpPr>
        <dsp:cNvPr id="0" name=""/>
        <dsp:cNvSpPr/>
      </dsp:nvSpPr>
      <dsp:spPr>
        <a:xfrm>
          <a:off x="6115632" y="1563191"/>
          <a:ext cx="2038544" cy="1720752"/>
        </a:xfrm>
        <a:prstGeom prst="rect">
          <a:avLst/>
        </a:prstGeom>
        <a:solidFill>
          <a:schemeClr val="accent6">
            <a:lumMod val="20000"/>
            <a:lumOff val="80000"/>
            <a:alpha val="47000"/>
          </a:schemeClr>
        </a:solidFill>
        <a:ln w="12700" cap="flat" cmpd="sng" algn="ctr">
          <a:no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Usable for domestic purposes.</a:t>
          </a:r>
        </a:p>
      </dsp:txBody>
      <dsp:txXfrm>
        <a:off x="6115632" y="1563191"/>
        <a:ext cx="2038544" cy="17207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BB3854-6FC7-49ED-B5BB-C1C895E555A7}">
      <dsp:nvSpPr>
        <dsp:cNvPr id="0" name=""/>
        <dsp:cNvSpPr/>
      </dsp:nvSpPr>
      <dsp:spPr>
        <a:xfrm>
          <a:off x="0" y="82259"/>
          <a:ext cx="6939930" cy="229729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IMPURITIES : Rainwater tends to become impure as it passes through the atmosphere. </a:t>
          </a:r>
        </a:p>
      </dsp:txBody>
      <dsp:txXfrm>
        <a:off x="112145" y="194404"/>
        <a:ext cx="6715640" cy="2073005"/>
      </dsp:txXfrm>
    </dsp:sp>
    <dsp:sp modelId="{0DEB0770-60BC-4BA3-90AC-49F941F5DC2B}">
      <dsp:nvSpPr>
        <dsp:cNvPr id="0" name=""/>
        <dsp:cNvSpPr/>
      </dsp:nvSpPr>
      <dsp:spPr>
        <a:xfrm>
          <a:off x="0" y="2379555"/>
          <a:ext cx="6939930" cy="1593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343"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It picks up suspended impurities from the atmosphere such as dust, soot and microorganisms and gases such as carbon dioxide, nitrogen, oxygen and ammonia. </a:t>
          </a:r>
        </a:p>
        <a:p>
          <a:pPr marL="228600" lvl="1" indent="-228600" algn="l" defTabSz="977900">
            <a:lnSpc>
              <a:spcPct val="90000"/>
            </a:lnSpc>
            <a:spcBef>
              <a:spcPct val="0"/>
            </a:spcBef>
            <a:spcAft>
              <a:spcPct val="20000"/>
            </a:spcAft>
            <a:buChar char="•"/>
          </a:pPr>
          <a:r>
            <a:rPr lang="en-US" sz="2200" kern="1200"/>
            <a:t>Gaseous sulphur and nitrogen oxides are emitted from power plants that use fossil fuels. </a:t>
          </a:r>
        </a:p>
      </dsp:txBody>
      <dsp:txXfrm>
        <a:off x="0" y="2379555"/>
        <a:ext cx="6939930" cy="1593900"/>
      </dsp:txXfrm>
    </dsp:sp>
    <dsp:sp modelId="{025EDC00-FEE4-4EB5-A7BD-2A825D19CF7F}">
      <dsp:nvSpPr>
        <dsp:cNvPr id="0" name=""/>
        <dsp:cNvSpPr/>
      </dsp:nvSpPr>
      <dsp:spPr>
        <a:xfrm>
          <a:off x="0" y="3973455"/>
          <a:ext cx="6939930" cy="229729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These gases react with atmospheric water, forming dilute solution of sulphuric and nitric acid.  The precipitation of these acids (acid rain) has begun to have serious impacts on surface water quality and on plants etc. </a:t>
          </a:r>
        </a:p>
      </dsp:txBody>
      <dsp:txXfrm>
        <a:off x="112145" y="4085600"/>
        <a:ext cx="6715640" cy="20730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1244C-7B4D-49ED-811C-1E55527955F0}">
      <dsp:nvSpPr>
        <dsp:cNvPr id="0" name=""/>
        <dsp:cNvSpPr/>
      </dsp:nvSpPr>
      <dsp:spPr>
        <a:xfrm>
          <a:off x="0" y="189862"/>
          <a:ext cx="6983473" cy="1061775"/>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Surface water originates from rainwater. It is the main source of water supply in many areas. </a:t>
          </a:r>
        </a:p>
      </dsp:txBody>
      <dsp:txXfrm>
        <a:off x="51832" y="241694"/>
        <a:ext cx="6879809" cy="958111"/>
      </dsp:txXfrm>
    </dsp:sp>
    <dsp:sp modelId="{7F8D8040-B70E-411E-BA80-2EA6D3125731}">
      <dsp:nvSpPr>
        <dsp:cNvPr id="0" name=""/>
        <dsp:cNvSpPr/>
      </dsp:nvSpPr>
      <dsp:spPr>
        <a:xfrm>
          <a:off x="0" y="1309237"/>
          <a:ext cx="6983473" cy="106177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Examples of surface water include rivers, tanks, lakes, wadis (waler source which are dry, except in rainy season), man-made reservoirs and sea water. </a:t>
          </a:r>
        </a:p>
      </dsp:txBody>
      <dsp:txXfrm>
        <a:off x="51832" y="1361069"/>
        <a:ext cx="6879809" cy="958111"/>
      </dsp:txXfrm>
    </dsp:sp>
    <dsp:sp modelId="{A93F7226-DA4F-4D01-A5B4-BB449745918B}">
      <dsp:nvSpPr>
        <dsp:cNvPr id="0" name=""/>
        <dsp:cNvSpPr/>
      </dsp:nvSpPr>
      <dsp:spPr>
        <a:xfrm>
          <a:off x="0" y="2428612"/>
          <a:ext cx="6983473" cy="1061775"/>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Surface water is prone to contamination from human and animal sources. As such it is never safe for human consumption unless subjected to sanitary protection and purification before use.</a:t>
          </a:r>
        </a:p>
      </dsp:txBody>
      <dsp:txXfrm>
        <a:off x="51832" y="2480444"/>
        <a:ext cx="6879809" cy="958111"/>
      </dsp:txXfrm>
    </dsp:sp>
    <dsp:sp modelId="{25F82F62-4E38-4A47-A779-9FCBFCE09E0C}">
      <dsp:nvSpPr>
        <dsp:cNvPr id="0" name=""/>
        <dsp:cNvSpPr/>
      </dsp:nvSpPr>
      <dsp:spPr>
        <a:xfrm>
          <a:off x="0" y="3547987"/>
          <a:ext cx="6983473" cy="106177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In general, surface water supplies possess a high probability of organic, bacterial and viral contamination.</a:t>
          </a:r>
        </a:p>
      </dsp:txBody>
      <dsp:txXfrm>
        <a:off x="51832" y="3599819"/>
        <a:ext cx="6879809" cy="958111"/>
      </dsp:txXfrm>
    </dsp:sp>
    <dsp:sp modelId="{CBF18837-9EB5-4440-A4EA-2EAFA32901F6}">
      <dsp:nvSpPr>
        <dsp:cNvPr id="0" name=""/>
        <dsp:cNvSpPr/>
      </dsp:nvSpPr>
      <dsp:spPr>
        <a:xfrm>
          <a:off x="0" y="4667362"/>
          <a:ext cx="6983473" cy="1061775"/>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Most Indian cities and towns depend upon surface water sources </a:t>
          </a:r>
        </a:p>
      </dsp:txBody>
      <dsp:txXfrm>
        <a:off x="51832" y="4719194"/>
        <a:ext cx="6879809" cy="958111"/>
      </dsp:txXfrm>
    </dsp:sp>
    <dsp:sp modelId="{723A0D49-809B-4E5C-B105-724E4ACFD839}">
      <dsp:nvSpPr>
        <dsp:cNvPr id="0" name=""/>
        <dsp:cNvSpPr/>
      </dsp:nvSpPr>
      <dsp:spPr>
        <a:xfrm>
          <a:off x="0" y="5729137"/>
          <a:ext cx="6983473" cy="7865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725"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kern="1200"/>
            <a:t>Impounding Reservoirs.</a:t>
          </a:r>
        </a:p>
        <a:p>
          <a:pPr marL="171450" lvl="1" indent="-171450" algn="l" defTabSz="711200">
            <a:lnSpc>
              <a:spcPct val="90000"/>
            </a:lnSpc>
            <a:spcBef>
              <a:spcPct val="0"/>
            </a:spcBef>
            <a:spcAft>
              <a:spcPct val="20000"/>
            </a:spcAft>
            <a:buChar char="•"/>
          </a:pPr>
          <a:r>
            <a:rPr lang="en-US" sz="1600" kern="1200"/>
            <a:t>Rivers and Streams, </a:t>
          </a:r>
        </a:p>
        <a:p>
          <a:pPr marL="171450" lvl="1" indent="-171450" algn="l" defTabSz="711200">
            <a:lnSpc>
              <a:spcPct val="90000"/>
            </a:lnSpc>
            <a:spcBef>
              <a:spcPct val="0"/>
            </a:spcBef>
            <a:spcAft>
              <a:spcPct val="20000"/>
            </a:spcAft>
            <a:buChar char="•"/>
          </a:pPr>
          <a:r>
            <a:rPr lang="en-US" sz="1600" kern="1200"/>
            <a:t>Tanks, Ponds and Lakes. </a:t>
          </a:r>
        </a:p>
      </dsp:txBody>
      <dsp:txXfrm>
        <a:off x="0" y="5729137"/>
        <a:ext cx="6983473" cy="7865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DCBFF-3A9F-F733-B44C-B851CB241A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9FDA4DC-484A-1FFE-0615-A83ED75C14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5BE0CA-A50A-291E-405E-A83236C103A4}"/>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EBF340C2-CA72-94D2-2E65-9217202FCE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5EC423-EF12-6EA8-17A3-87094DB450CB}"/>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1221685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C105-219E-0530-920D-FB827B9FF5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4EDBDA-2454-3731-4779-1052E544AE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31E80F-3E68-538D-5EC8-EDC7899DEC61}"/>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62C38902-9057-AF2E-08CD-A32A26E79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84254-A545-2493-8D82-DAC1F7D77153}"/>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2082325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92B2-8347-D7EF-4990-100FE94BE2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FDBB45-3CC6-8880-CB1A-6FF564C260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FADFD4-6285-1AD4-B304-25DDC42EF89E}"/>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DC63A99D-4591-F971-F5C4-22AB027E2A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7CD86-17C3-26C6-4BD9-BCCAE31A20BB}"/>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346360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2D48-87E4-3FE4-C742-4AB298B218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83B448-A813-A552-5D91-2EBEDBD3B5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07F7E2-9945-54BF-F4A9-3187D3167C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ADE2EB-344C-D5A5-E992-EF8008D806A4}"/>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6" name="Footer Placeholder 5">
            <a:extLst>
              <a:ext uri="{FF2B5EF4-FFF2-40B4-BE49-F238E27FC236}">
                <a16:creationId xmlns:a16="http://schemas.microsoft.com/office/drawing/2014/main" id="{8B7EACF4-3029-82C5-9760-A3071FCE3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EC7F3-D983-FC72-4FFF-E36C0641AF7A}"/>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2112878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A9DD9-3AC0-36FB-C54A-F7360BABDF4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7702D6-0758-8FB0-FC42-2483B47B2D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9200CE-C100-6321-E2D7-7419CC428D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BDC8FF-DA2E-0B7C-FB99-F9D24A1D7E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40EFE8-4398-E280-150D-407FA74DB0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600057-CA2B-E292-CB42-15DF64F22866}"/>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8" name="Footer Placeholder 7">
            <a:extLst>
              <a:ext uri="{FF2B5EF4-FFF2-40B4-BE49-F238E27FC236}">
                <a16:creationId xmlns:a16="http://schemas.microsoft.com/office/drawing/2014/main" id="{F8818EFF-0BC1-67B9-3783-EDFEFAD631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ED6D14-FF9B-06EF-2F9E-911454C589E7}"/>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1134573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E3703-9F8C-0060-1D8C-6CC24C4969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C888C9-FC8B-BFC9-02FD-180975A80E0E}"/>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4" name="Footer Placeholder 3">
            <a:extLst>
              <a:ext uri="{FF2B5EF4-FFF2-40B4-BE49-F238E27FC236}">
                <a16:creationId xmlns:a16="http://schemas.microsoft.com/office/drawing/2014/main" id="{1C560C04-E884-A3C4-BFEC-A3D98C5F4B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68A7CF7-01E9-449C-2B40-9C254D8E2DBC}"/>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573146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870DF-F4EA-8936-E7D7-CFD6BD13453D}"/>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3" name="Footer Placeholder 2">
            <a:extLst>
              <a:ext uri="{FF2B5EF4-FFF2-40B4-BE49-F238E27FC236}">
                <a16:creationId xmlns:a16="http://schemas.microsoft.com/office/drawing/2014/main" id="{07B90FF4-AC93-613E-3FE4-F010F3F2C1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FC34DA-055C-67ED-3B69-E2D68AD32321}"/>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391904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BEBFA-257B-CAB2-33DB-6A69C6B1E7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073071-4D30-D82B-0D10-EC4891A403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0C9E6D6-6CD5-FD6A-29F5-F8AED9649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8C6F1-0948-0E30-76E9-C58E5DFFA470}"/>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6" name="Footer Placeholder 5">
            <a:extLst>
              <a:ext uri="{FF2B5EF4-FFF2-40B4-BE49-F238E27FC236}">
                <a16:creationId xmlns:a16="http://schemas.microsoft.com/office/drawing/2014/main" id="{F7537A85-2F0F-7C31-6E56-1705B29ABB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54D4EF-7EA3-5EC9-0DAC-DFF1596433A5}"/>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1420517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39FB-E771-FAFE-B661-363584003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8868F1-50C9-CA1C-A59A-BA253829CE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7FC368-EB5F-9287-F86C-FF2B6906B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352BE-0097-59C1-7AF7-BA1950FF22E1}"/>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6" name="Footer Placeholder 5">
            <a:extLst>
              <a:ext uri="{FF2B5EF4-FFF2-40B4-BE49-F238E27FC236}">
                <a16:creationId xmlns:a16="http://schemas.microsoft.com/office/drawing/2014/main" id="{B01B1F2D-109E-0109-B47A-9792C46CB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57D0B-B2E1-C95C-8813-255F94D3F2FD}"/>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3546015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FCAEB-7D33-1DF2-F9BC-58363856DC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3B1BC2-E3E8-BCC7-7B3B-498750454E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CAFC43-E004-6ECA-2E03-B8DDE6B7DA60}"/>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FD3F4639-4AC8-7881-6C7C-3A97673224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19DCC-5F75-0531-A809-B60169A3AC84}"/>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232394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825387-CE62-6016-4E9F-F052DE7FE0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3AA1DF-A442-16A7-1A64-3A8BCFB75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789D4-203E-1919-D337-26A133AC5FD2}"/>
              </a:ext>
            </a:extLst>
          </p:cNvPr>
          <p:cNvSpPr>
            <a:spLocks noGrp="1"/>
          </p:cNvSpPr>
          <p:nvPr>
            <p:ph type="dt" sz="half" idx="10"/>
          </p:nvPr>
        </p:nvSpPr>
        <p:spPr/>
        <p:txBody>
          <a:body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C7A4BAF1-20C5-F78F-EFAF-AD4C90588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C61F4B-8A15-89AA-F9DA-DA89F87EAA59}"/>
              </a:ext>
            </a:extLst>
          </p:cNvPr>
          <p:cNvSpPr>
            <a:spLocks noGrp="1"/>
          </p:cNvSpPr>
          <p:nvPr>
            <p:ph type="sldNum" sz="quarter" idx="12"/>
          </p:nvPr>
        </p:nvSpPr>
        <p:spPr/>
        <p:txBody>
          <a:bodyPr/>
          <a:lstStyle/>
          <a:p>
            <a:fld id="{2F6A73F9-7F81-459A-ADA4-BDAA17AB1C8B}" type="slidenum">
              <a:rPr lang="en-US" smtClean="0"/>
              <a:t>‹#›</a:t>
            </a:fld>
            <a:endParaRPr lang="en-US"/>
          </a:p>
        </p:txBody>
      </p:sp>
    </p:spTree>
    <p:extLst>
      <p:ext uri="{BB962C8B-B14F-4D97-AF65-F5344CB8AC3E}">
        <p14:creationId xmlns:p14="http://schemas.microsoft.com/office/powerpoint/2010/main" val="1416038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018DF0-9A65-8708-B23F-EBB60A28A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D10437-006F-3FE8-37D7-BA49C5563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90A825-D7A6-901A-C9BD-31D10E331D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9A488-6B70-4DEF-ACB6-04452B0DA6DB}" type="datetimeFigureOut">
              <a:rPr lang="en-US" smtClean="0"/>
              <a:t>5/30/2024</a:t>
            </a:fld>
            <a:endParaRPr lang="en-US"/>
          </a:p>
        </p:txBody>
      </p:sp>
      <p:sp>
        <p:nvSpPr>
          <p:cNvPr id="5" name="Footer Placeholder 4">
            <a:extLst>
              <a:ext uri="{FF2B5EF4-FFF2-40B4-BE49-F238E27FC236}">
                <a16:creationId xmlns:a16="http://schemas.microsoft.com/office/drawing/2014/main" id="{07E6804A-5117-02A7-4007-E52FF950C7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53B4C7C-1C8E-3EAF-55C7-1B03FC8529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6A73F9-7F81-459A-ADA4-BDAA17AB1C8B}" type="slidenum">
              <a:rPr lang="en-US" smtClean="0"/>
              <a:t>‹#›</a:t>
            </a:fld>
            <a:endParaRPr lang="en-US"/>
          </a:p>
        </p:txBody>
      </p:sp>
    </p:spTree>
    <p:extLst>
      <p:ext uri="{BB962C8B-B14F-4D97-AF65-F5344CB8AC3E}">
        <p14:creationId xmlns:p14="http://schemas.microsoft.com/office/powerpoint/2010/main" val="2571676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 bulb on green grass">
            <a:extLst>
              <a:ext uri="{FF2B5EF4-FFF2-40B4-BE49-F238E27FC236}">
                <a16:creationId xmlns:a16="http://schemas.microsoft.com/office/drawing/2014/main" id="{32A3116C-CD02-928F-E3F1-1425AC6D6788}"/>
              </a:ext>
            </a:extLst>
          </p:cNvPr>
          <p:cNvPicPr>
            <a:picLocks noChangeAspect="1"/>
          </p:cNvPicPr>
          <p:nvPr/>
        </p:nvPicPr>
        <p:blipFill rotWithShape="1">
          <a:blip r:embed="rId2"/>
          <a:srcRect t="1709" b="14021"/>
          <a:stretch/>
        </p:blipFill>
        <p:spPr>
          <a:xfrm>
            <a:off x="-3047" y="10"/>
            <a:ext cx="12191999" cy="6857990"/>
          </a:xfrm>
          <a:prstGeom prst="rect">
            <a:avLst/>
          </a:prstGeom>
        </p:spPr>
      </p:pic>
      <p:sp>
        <p:nvSpPr>
          <p:cNvPr id="18" name="Rectangle 17">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EB8860-F7D3-28D8-2C81-0C41F9346929}"/>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latin typeface="Times New Roman" panose="02020603050405020304" pitchFamily="18" charset="0"/>
                <a:cs typeface="Times New Roman" panose="02020603050405020304" pitchFamily="18" charset="0"/>
              </a:rPr>
              <a:t>Environment and Health</a:t>
            </a:r>
          </a:p>
        </p:txBody>
      </p:sp>
      <p:sp>
        <p:nvSpPr>
          <p:cNvPr id="3" name="Subtitle 2">
            <a:extLst>
              <a:ext uri="{FF2B5EF4-FFF2-40B4-BE49-F238E27FC236}">
                <a16:creationId xmlns:a16="http://schemas.microsoft.com/office/drawing/2014/main" id="{F7ED9C99-022D-1E99-C74A-EBF8EAE53202}"/>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endParaRPr lang="en-US">
              <a:solidFill>
                <a:srgbClr val="FFFFFF"/>
              </a:solidFill>
            </a:endParaRPr>
          </a:p>
        </p:txBody>
      </p:sp>
    </p:spTree>
    <p:extLst>
      <p:ext uri="{BB962C8B-B14F-4D97-AF65-F5344CB8AC3E}">
        <p14:creationId xmlns:p14="http://schemas.microsoft.com/office/powerpoint/2010/main" val="205976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wing plant">
            <a:extLst>
              <a:ext uri="{FF2B5EF4-FFF2-40B4-BE49-F238E27FC236}">
                <a16:creationId xmlns:a16="http://schemas.microsoft.com/office/drawing/2014/main" id="{BCC0E3B8-23AE-B493-4D4C-912252874D8A}"/>
              </a:ext>
            </a:extLst>
          </p:cNvPr>
          <p:cNvPicPr>
            <a:picLocks noChangeAspect="1"/>
          </p:cNvPicPr>
          <p:nvPr/>
        </p:nvPicPr>
        <p:blipFill rotWithShape="1">
          <a:blip r:embed="rId2"/>
          <a:srcRect l="33046" r="26108"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7CA77EEC-B75D-0EA4-9A74-2A8FC139792A}"/>
              </a:ext>
            </a:extLst>
          </p:cNvPr>
          <p:cNvSpPr>
            <a:spLocks noGrp="1"/>
          </p:cNvSpPr>
          <p:nvPr>
            <p:ph type="title"/>
          </p:nvPr>
        </p:nvSpPr>
        <p:spPr>
          <a:xfrm>
            <a:off x="0" y="367104"/>
            <a:ext cx="4196496" cy="1675623"/>
          </a:xfrm>
        </p:spPr>
        <p:txBody>
          <a:bodyPr anchor="b">
            <a:normAutofit/>
          </a:bodyPr>
          <a:lstStyle/>
          <a:p>
            <a:pPr algn="ctr"/>
            <a:r>
              <a:rPr lang="en-US" sz="4000" dirty="0">
                <a:solidFill>
                  <a:schemeClr val="accent5">
                    <a:lumMod val="50000"/>
                  </a:schemeClr>
                </a:solidFill>
                <a:latin typeface="Times New Roman" panose="02020603050405020304" pitchFamily="18" charset="0"/>
                <a:cs typeface="Times New Roman" panose="02020603050405020304" pitchFamily="18" charset="0"/>
              </a:rPr>
              <a:t>Definition and Components</a:t>
            </a:r>
          </a:p>
        </p:txBody>
      </p:sp>
      <p:sp>
        <p:nvSpPr>
          <p:cNvPr id="3" name="Content Placeholder 2">
            <a:extLst>
              <a:ext uri="{FF2B5EF4-FFF2-40B4-BE49-F238E27FC236}">
                <a16:creationId xmlns:a16="http://schemas.microsoft.com/office/drawing/2014/main" id="{F9423F4A-87DD-C2E4-87EE-1B3A23474291}"/>
              </a:ext>
            </a:extLst>
          </p:cNvPr>
          <p:cNvSpPr>
            <a:spLocks noGrp="1"/>
          </p:cNvSpPr>
          <p:nvPr>
            <p:ph idx="1"/>
          </p:nvPr>
        </p:nvSpPr>
        <p:spPr>
          <a:xfrm>
            <a:off x="4553734" y="367104"/>
            <a:ext cx="6798539" cy="5747943"/>
          </a:xfrm>
        </p:spPr>
        <p:txBody>
          <a:bodyPr>
            <a:normAutofit fontScale="92500" lnSpcReduction="20000"/>
          </a:bodyPr>
          <a:lstStyle/>
          <a:p>
            <a:r>
              <a:rPr lang="en-US" sz="3200" dirty="0">
                <a:latin typeface="Times New Roman" panose="02020603050405020304" pitchFamily="18" charset="0"/>
                <a:cs typeface="Times New Roman" panose="02020603050405020304" pitchFamily="18" charset="0"/>
              </a:rPr>
              <a:t>External factors - living and non-living, material and non-material — which surround man. </a:t>
            </a:r>
          </a:p>
          <a:p>
            <a:r>
              <a:rPr lang="en-US" sz="3200" dirty="0">
                <a:latin typeface="Times New Roman" panose="02020603050405020304" pitchFamily="18" charset="0"/>
                <a:cs typeface="Times New Roman" panose="02020603050405020304" pitchFamily="18" charset="0"/>
              </a:rPr>
              <a:t>In its modern concept, environment includes not only the water, air and soil that form our environment but also the social and economic conditions under which we live.</a:t>
            </a:r>
          </a:p>
          <a:p>
            <a:pPr lvl="1"/>
            <a:r>
              <a:rPr lang="en-US" sz="3200" b="0" i="0" u="none" strike="noStrike" baseline="0" dirty="0">
                <a:latin typeface="Times New Roman" panose="02020603050405020304" pitchFamily="18" charset="0"/>
                <a:cs typeface="Times New Roman" panose="02020603050405020304" pitchFamily="18" charset="0"/>
              </a:rPr>
              <a:t>Physical : Water, air, soil, housing, wastes, radiation, etc.</a:t>
            </a:r>
          </a:p>
          <a:p>
            <a:pPr lvl="1"/>
            <a:r>
              <a:rPr lang="en-US" sz="3200" b="0" i="0" u="none" strike="noStrike" baseline="0" dirty="0">
                <a:latin typeface="Times New Roman" panose="02020603050405020304" pitchFamily="18" charset="0"/>
                <a:cs typeface="Times New Roman" panose="02020603050405020304" pitchFamily="18" charset="0"/>
              </a:rPr>
              <a:t>Biologic : Plant and animal life including bacteria, viruses, insects, rodents and animals.</a:t>
            </a:r>
          </a:p>
          <a:p>
            <a:pPr lvl="1"/>
            <a:r>
              <a:rPr lang="en-US" sz="3200" b="0" i="0" u="none" strike="noStrike" baseline="0" dirty="0">
                <a:latin typeface="Times New Roman" panose="02020603050405020304" pitchFamily="18" charset="0"/>
                <a:cs typeface="Times New Roman" panose="02020603050405020304" pitchFamily="18" charset="0"/>
              </a:rPr>
              <a:t>Social : Customs, culture, habits, income, occupation, religion etc.</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821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umes from a powerplant chimney">
            <a:extLst>
              <a:ext uri="{FF2B5EF4-FFF2-40B4-BE49-F238E27FC236}">
                <a16:creationId xmlns:a16="http://schemas.microsoft.com/office/drawing/2014/main" id="{9C3100A8-9EF9-AF9C-CCCC-A6875C261893}"/>
              </a:ext>
            </a:extLst>
          </p:cNvPr>
          <p:cNvPicPr>
            <a:picLocks noChangeAspect="1"/>
          </p:cNvPicPr>
          <p:nvPr/>
        </p:nvPicPr>
        <p:blipFill rotWithShape="1">
          <a:blip r:embed="rId2"/>
          <a:srcRect l="27213" r="31483"/>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9323389A-F1D4-8099-DBBD-73390797086D}"/>
              </a:ext>
            </a:extLst>
          </p:cNvPr>
          <p:cNvSpPr>
            <a:spLocks noGrp="1"/>
          </p:cNvSpPr>
          <p:nvPr>
            <p:ph type="title"/>
          </p:nvPr>
        </p:nvSpPr>
        <p:spPr>
          <a:xfrm>
            <a:off x="0" y="367104"/>
            <a:ext cx="4009293" cy="1675623"/>
          </a:xfrm>
        </p:spPr>
        <p:txBody>
          <a:bodyPr anchor="b">
            <a:normAutofit/>
          </a:bodyPr>
          <a:lstStyle/>
          <a:p>
            <a:pPr algn="ctr"/>
            <a:r>
              <a:rPr lang="en-US" sz="4000" dirty="0">
                <a:solidFill>
                  <a:schemeClr val="bg1"/>
                </a:solidFill>
              </a:rPr>
              <a:t>Ill health and environment</a:t>
            </a:r>
          </a:p>
        </p:txBody>
      </p:sp>
      <p:sp>
        <p:nvSpPr>
          <p:cNvPr id="3" name="Content Placeholder 2">
            <a:extLst>
              <a:ext uri="{FF2B5EF4-FFF2-40B4-BE49-F238E27FC236}">
                <a16:creationId xmlns:a16="http://schemas.microsoft.com/office/drawing/2014/main" id="{2F554C80-FE34-5958-FF4C-48ECE9CE7616}"/>
              </a:ext>
            </a:extLst>
          </p:cNvPr>
          <p:cNvSpPr>
            <a:spLocks noGrp="1"/>
          </p:cNvSpPr>
          <p:nvPr>
            <p:ph idx="1"/>
          </p:nvPr>
        </p:nvSpPr>
        <p:spPr>
          <a:xfrm>
            <a:off x="4553734" y="367104"/>
            <a:ext cx="6798539" cy="5747943"/>
          </a:xfrm>
        </p:spPr>
        <p:txBody>
          <a:bodyPr>
            <a:normAutofit fontScale="92500"/>
          </a:bodyPr>
          <a:lstStyle/>
          <a:p>
            <a:r>
              <a:rPr lang="en-US" sz="3200" dirty="0"/>
              <a:t>Water pollution, soil pollution, air pollution, poor housing conditions, presence of animal reservoirs and insect vectors of diseases which pose a constant threat to man’s health. </a:t>
            </a:r>
          </a:p>
          <a:p>
            <a:r>
              <a:rPr lang="en-US" sz="3200" dirty="0"/>
              <a:t>Man is responsible for the pollution of his environment through urbanization, industrialization and other human activities. </a:t>
            </a:r>
          </a:p>
          <a:p>
            <a:r>
              <a:rPr lang="en-US" sz="3200" dirty="0"/>
              <a:t>In 1972 the UN conference on the Human Environment focused worldwide attention on the environmental hazards that threaten human beings. </a:t>
            </a:r>
          </a:p>
        </p:txBody>
      </p:sp>
    </p:spTree>
    <p:extLst>
      <p:ext uri="{BB962C8B-B14F-4D97-AF65-F5344CB8AC3E}">
        <p14:creationId xmlns:p14="http://schemas.microsoft.com/office/powerpoint/2010/main" val="2570034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and spraying sanitiser">
            <a:extLst>
              <a:ext uri="{FF2B5EF4-FFF2-40B4-BE49-F238E27FC236}">
                <a16:creationId xmlns:a16="http://schemas.microsoft.com/office/drawing/2014/main" id="{2BFB2048-3FD8-0233-334B-2C169F0657D2}"/>
              </a:ext>
            </a:extLst>
          </p:cNvPr>
          <p:cNvPicPr>
            <a:picLocks noChangeAspect="1"/>
          </p:cNvPicPr>
          <p:nvPr/>
        </p:nvPicPr>
        <p:blipFill rotWithShape="1">
          <a:blip r:embed="rId2"/>
          <a:srcRect l="16646" r="42508"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796D1DE7-262B-A4C4-DCC3-C4EDBEF7FC80}"/>
              </a:ext>
            </a:extLst>
          </p:cNvPr>
          <p:cNvSpPr>
            <a:spLocks noGrp="1"/>
          </p:cNvSpPr>
          <p:nvPr>
            <p:ph type="title"/>
          </p:nvPr>
        </p:nvSpPr>
        <p:spPr>
          <a:xfrm>
            <a:off x="239641" y="367104"/>
            <a:ext cx="3488297" cy="1675623"/>
          </a:xfrm>
        </p:spPr>
        <p:txBody>
          <a:bodyPr anchor="b">
            <a:normAutofit/>
          </a:bodyPr>
          <a:lstStyle/>
          <a:p>
            <a:r>
              <a:rPr lang="en-US" sz="5400" dirty="0">
                <a:solidFill>
                  <a:schemeClr val="bg1"/>
                </a:solidFill>
              </a:rPr>
              <a:t>Sanitation</a:t>
            </a:r>
          </a:p>
        </p:txBody>
      </p:sp>
      <p:sp>
        <p:nvSpPr>
          <p:cNvPr id="3" name="Content Placeholder 2">
            <a:extLst>
              <a:ext uri="{FF2B5EF4-FFF2-40B4-BE49-F238E27FC236}">
                <a16:creationId xmlns:a16="http://schemas.microsoft.com/office/drawing/2014/main" id="{678D5749-91A1-9A40-EC3A-42D9A8460238}"/>
              </a:ext>
            </a:extLst>
          </p:cNvPr>
          <p:cNvSpPr>
            <a:spLocks noGrp="1"/>
          </p:cNvSpPr>
          <p:nvPr>
            <p:ph idx="1"/>
          </p:nvPr>
        </p:nvSpPr>
        <p:spPr>
          <a:xfrm>
            <a:off x="4553734" y="367104"/>
            <a:ext cx="6798539" cy="5747943"/>
          </a:xfrm>
        </p:spPr>
        <p:txBody>
          <a:bodyPr>
            <a:normAutofit fontScale="92500" lnSpcReduction="10000"/>
          </a:bodyPr>
          <a:lstStyle/>
          <a:p>
            <a:r>
              <a:rPr lang="en-US" dirty="0"/>
              <a:t>The dictionary meaning of the word sanitation is “</a:t>
            </a:r>
            <a:r>
              <a:rPr lang="en-US" dirty="0">
                <a:highlight>
                  <a:srgbClr val="FFFF00"/>
                </a:highlight>
              </a:rPr>
              <a:t>the science of safe-guarding health</a:t>
            </a:r>
            <a:r>
              <a:rPr lang="en-US" dirty="0"/>
              <a:t>.” </a:t>
            </a:r>
          </a:p>
          <a:p>
            <a:r>
              <a:rPr lang="en-US" dirty="0"/>
              <a:t>National Sanitation Foundation of the USA, which is as follows : ‘Sanitation is a way of life. It is the quality of living that is expressed in the </a:t>
            </a:r>
            <a:r>
              <a:rPr lang="en-US" dirty="0">
                <a:highlight>
                  <a:srgbClr val="FFFF00"/>
                </a:highlight>
              </a:rPr>
              <a:t>clean home, the clean farm, the clean business, the clean neighborhood and the clean community</a:t>
            </a:r>
            <a:r>
              <a:rPr lang="en-US" dirty="0"/>
              <a:t>. </a:t>
            </a:r>
          </a:p>
          <a:p>
            <a:pPr lvl="1"/>
            <a:r>
              <a:rPr lang="en-US" sz="2800" dirty="0"/>
              <a:t>Being a way of life, it must come from within the people; it is nourished by knowledge and grows as an obligation and an ideal in human relations. </a:t>
            </a:r>
          </a:p>
          <a:p>
            <a:r>
              <a:rPr lang="en-US" dirty="0"/>
              <a:t>Defined by WHO as “the control of all those factors in man’s physical environment which exercise or may exercise a deleterious effect on his physical development, health and survival”.</a:t>
            </a:r>
          </a:p>
        </p:txBody>
      </p:sp>
    </p:spTree>
    <p:extLst>
      <p:ext uri="{BB962C8B-B14F-4D97-AF65-F5344CB8AC3E}">
        <p14:creationId xmlns:p14="http://schemas.microsoft.com/office/powerpoint/2010/main" val="115304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8BB7253-3485-7B83-8880-7B0C9614BFDD}"/>
              </a:ext>
            </a:extLst>
          </p:cNvPr>
          <p:cNvPicPr>
            <a:picLocks noChangeAspect="1"/>
          </p:cNvPicPr>
          <p:nvPr/>
        </p:nvPicPr>
        <p:blipFill rotWithShape="1">
          <a:blip r:embed="rId2"/>
          <a:srcRect l="29555" r="29599"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89961161-0447-8E1D-D33B-73F26D57355E}"/>
              </a:ext>
            </a:extLst>
          </p:cNvPr>
          <p:cNvSpPr>
            <a:spLocks noGrp="1"/>
          </p:cNvSpPr>
          <p:nvPr>
            <p:ph type="title"/>
          </p:nvPr>
        </p:nvSpPr>
        <p:spPr>
          <a:xfrm>
            <a:off x="328246" y="829065"/>
            <a:ext cx="3388811" cy="1675623"/>
          </a:xfrm>
        </p:spPr>
        <p:txBody>
          <a:bodyPr anchor="b">
            <a:normAutofit/>
          </a:bodyPr>
          <a:lstStyle/>
          <a:p>
            <a:r>
              <a:rPr lang="en-US" sz="4000" dirty="0">
                <a:solidFill>
                  <a:schemeClr val="bg1"/>
                </a:solidFill>
              </a:rPr>
              <a:t>Services required</a:t>
            </a:r>
          </a:p>
        </p:txBody>
      </p:sp>
      <p:graphicFrame>
        <p:nvGraphicFramePr>
          <p:cNvPr id="5" name="Content Placeholder 2">
            <a:extLst>
              <a:ext uri="{FF2B5EF4-FFF2-40B4-BE49-F238E27FC236}">
                <a16:creationId xmlns:a16="http://schemas.microsoft.com/office/drawing/2014/main" id="{D908AB3D-6925-97EB-CD1A-52267778EC58}"/>
              </a:ext>
            </a:extLst>
          </p:cNvPr>
          <p:cNvGraphicFramePr>
            <a:graphicFrameLocks noGrp="1"/>
          </p:cNvGraphicFramePr>
          <p:nvPr>
            <p:ph idx="1"/>
            <p:extLst>
              <p:ext uri="{D42A27DB-BD31-4B8C-83A1-F6EECF244321}">
                <p14:modId xmlns:p14="http://schemas.microsoft.com/office/powerpoint/2010/main" val="732317221"/>
              </p:ext>
            </p:extLst>
          </p:nvPr>
        </p:nvGraphicFramePr>
        <p:xfrm>
          <a:off x="4553734" y="468923"/>
          <a:ext cx="7310020" cy="6095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62966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A46E542-3491-9CCE-6483-534D200E4EED}"/>
              </a:ext>
            </a:extLst>
          </p:cNvPr>
          <p:cNvPicPr>
            <a:picLocks noChangeAspect="1"/>
          </p:cNvPicPr>
          <p:nvPr/>
        </p:nvPicPr>
        <p:blipFill rotWithShape="1">
          <a:blip r:embed="rId2"/>
          <a:srcRect l="18986" r="40168"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736E4EB7-A78B-DE0A-3232-44DED6147A3B}"/>
              </a:ext>
            </a:extLst>
          </p:cNvPr>
          <p:cNvSpPr>
            <a:spLocks noGrp="1"/>
          </p:cNvSpPr>
          <p:nvPr>
            <p:ph type="title"/>
          </p:nvPr>
        </p:nvSpPr>
        <p:spPr>
          <a:xfrm>
            <a:off x="257909" y="742953"/>
            <a:ext cx="3459148" cy="1675623"/>
          </a:xfrm>
        </p:spPr>
        <p:txBody>
          <a:bodyPr anchor="b">
            <a:normAutofit/>
          </a:bodyPr>
          <a:lstStyle/>
          <a:p>
            <a:pPr algn="ctr"/>
            <a:r>
              <a:rPr lang="en-US" sz="5400" dirty="0">
                <a:solidFill>
                  <a:schemeClr val="bg1"/>
                </a:solidFill>
              </a:rPr>
              <a:t>Health for all</a:t>
            </a:r>
          </a:p>
        </p:txBody>
      </p:sp>
      <p:graphicFrame>
        <p:nvGraphicFramePr>
          <p:cNvPr id="5" name="Content Placeholder 2">
            <a:extLst>
              <a:ext uri="{FF2B5EF4-FFF2-40B4-BE49-F238E27FC236}">
                <a16:creationId xmlns:a16="http://schemas.microsoft.com/office/drawing/2014/main" id="{DADAFC14-7C96-F7E8-8CD4-46E7F1CBC5F2}"/>
              </a:ext>
            </a:extLst>
          </p:cNvPr>
          <p:cNvGraphicFramePr>
            <a:graphicFrameLocks noGrp="1"/>
          </p:cNvGraphicFramePr>
          <p:nvPr>
            <p:ph idx="1"/>
            <p:extLst>
              <p:ext uri="{D42A27DB-BD31-4B8C-83A1-F6EECF244321}">
                <p14:modId xmlns:p14="http://schemas.microsoft.com/office/powerpoint/2010/main" val="768061621"/>
              </p:ext>
            </p:extLst>
          </p:nvPr>
        </p:nvGraphicFramePr>
        <p:xfrm>
          <a:off x="4553734" y="539262"/>
          <a:ext cx="6798539" cy="55757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546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A662CE1-CD76-4317-09DF-105B78EFC035}"/>
              </a:ext>
            </a:extLst>
          </p:cNvPr>
          <p:cNvPicPr>
            <a:picLocks noChangeAspect="1"/>
          </p:cNvPicPr>
          <p:nvPr/>
        </p:nvPicPr>
        <p:blipFill rotWithShape="1">
          <a:blip r:embed="rId2"/>
          <a:srcRect l="26873" r="26163" b="1"/>
          <a:stretch/>
        </p:blipFill>
        <p:spPr>
          <a:xfrm>
            <a:off x="1" y="0"/>
            <a:ext cx="4196496" cy="6857990"/>
          </a:xfrm>
          <a:prstGeom prst="rect">
            <a:avLst/>
          </a:prstGeom>
          <a:effectLst/>
        </p:spPr>
      </p:pic>
      <p:sp>
        <p:nvSpPr>
          <p:cNvPr id="2" name="Title 1">
            <a:extLst>
              <a:ext uri="{FF2B5EF4-FFF2-40B4-BE49-F238E27FC236}">
                <a16:creationId xmlns:a16="http://schemas.microsoft.com/office/drawing/2014/main" id="{6487304A-B5C9-D3EC-B9F5-1B0AC033B410}"/>
              </a:ext>
            </a:extLst>
          </p:cNvPr>
          <p:cNvSpPr>
            <a:spLocks noGrp="1"/>
          </p:cNvSpPr>
          <p:nvPr>
            <p:ph type="title"/>
          </p:nvPr>
        </p:nvSpPr>
        <p:spPr>
          <a:xfrm>
            <a:off x="239721" y="2187868"/>
            <a:ext cx="3717056" cy="1675623"/>
          </a:xfrm>
        </p:spPr>
        <p:txBody>
          <a:bodyPr anchor="b">
            <a:normAutofit fontScale="90000"/>
          </a:bodyPr>
          <a:lstStyle/>
          <a:p>
            <a:pPr algn="ctr"/>
            <a:r>
              <a:rPr lang="en-US" sz="4000" dirty="0"/>
              <a:t>Poor environmental sanitation</a:t>
            </a:r>
          </a:p>
        </p:txBody>
      </p:sp>
      <p:graphicFrame>
        <p:nvGraphicFramePr>
          <p:cNvPr id="5" name="Content Placeholder 2">
            <a:extLst>
              <a:ext uri="{FF2B5EF4-FFF2-40B4-BE49-F238E27FC236}">
                <a16:creationId xmlns:a16="http://schemas.microsoft.com/office/drawing/2014/main" id="{AF40501F-7E0C-1624-1E00-947227D190B1}"/>
              </a:ext>
            </a:extLst>
          </p:cNvPr>
          <p:cNvGraphicFramePr>
            <a:graphicFrameLocks noGrp="1"/>
          </p:cNvGraphicFramePr>
          <p:nvPr>
            <p:ph idx="1"/>
            <p:extLst>
              <p:ext uri="{D42A27DB-BD31-4B8C-83A1-F6EECF244321}">
                <p14:modId xmlns:p14="http://schemas.microsoft.com/office/powerpoint/2010/main" val="2782459910"/>
              </p:ext>
            </p:extLst>
          </p:nvPr>
        </p:nvGraphicFramePr>
        <p:xfrm>
          <a:off x="4292600" y="165100"/>
          <a:ext cx="7059673" cy="59499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7819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Video 5" descr="Air Bubbles In The Underwater">
            <a:extLst>
              <a:ext uri="{FF2B5EF4-FFF2-40B4-BE49-F238E27FC236}">
                <a16:creationId xmlns:a16="http://schemas.microsoft.com/office/drawing/2014/main" id="{26CBFB07-6D6D-6595-F397-668FD106C0FF}"/>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3047" y="10"/>
            <a:ext cx="12191999" cy="6857990"/>
          </a:xfrm>
          <a:prstGeom prst="rect">
            <a:avLst/>
          </a:prstGeom>
        </p:spPr>
      </p:pic>
      <p:sp>
        <p:nvSpPr>
          <p:cNvPr id="12" name="Rectangle 11">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E56FE76-94C3-10E6-144F-62F6090704D2}"/>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Water</a:t>
            </a:r>
          </a:p>
        </p:txBody>
      </p:sp>
    </p:spTree>
    <p:extLst>
      <p:ext uri="{BB962C8B-B14F-4D97-AF65-F5344CB8AC3E}">
        <p14:creationId xmlns:p14="http://schemas.microsoft.com/office/powerpoint/2010/main" val="360170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12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mute="1">
                <p:cTn id="12" repeatCount="indefinite" fill="hold" display="0">
                  <p:stCondLst>
                    <p:cond delay="indefinite"/>
                  </p:stCondLst>
                </p:cTn>
                <p:tgtEl>
                  <p:spTgt spid="6"/>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9B93F8AD-1EC8-BB32-4B1F-28554A059F68}"/>
              </a:ext>
            </a:extLst>
          </p:cNvPr>
          <p:cNvSpPr>
            <a:spLocks noGrp="1"/>
          </p:cNvSpPr>
          <p:nvPr>
            <p:ph type="title"/>
          </p:nvPr>
        </p:nvSpPr>
        <p:spPr>
          <a:xfrm>
            <a:off x="466722" y="586855"/>
            <a:ext cx="3201366" cy="3387497"/>
          </a:xfrm>
        </p:spPr>
        <p:txBody>
          <a:bodyPr anchor="b">
            <a:normAutofit/>
          </a:bodyPr>
          <a:lstStyle/>
          <a:p>
            <a:pPr algn="ctr"/>
            <a:r>
              <a:rPr lang="en-US" sz="4000" dirty="0">
                <a:solidFill>
                  <a:srgbClr val="FFFFFF"/>
                </a:solidFill>
              </a:rPr>
              <a:t>Water</a:t>
            </a:r>
          </a:p>
        </p:txBody>
      </p:sp>
      <p:sp>
        <p:nvSpPr>
          <p:cNvPr id="4" name="Content Placeholder 3">
            <a:extLst>
              <a:ext uri="{FF2B5EF4-FFF2-40B4-BE49-F238E27FC236}">
                <a16:creationId xmlns:a16="http://schemas.microsoft.com/office/drawing/2014/main" id="{A0D13465-461E-8F1B-2477-B98C856CFDEC}"/>
              </a:ext>
            </a:extLst>
          </p:cNvPr>
          <p:cNvSpPr>
            <a:spLocks noGrp="1"/>
          </p:cNvSpPr>
          <p:nvPr>
            <p:ph idx="1"/>
          </p:nvPr>
        </p:nvSpPr>
        <p:spPr>
          <a:xfrm>
            <a:off x="4367695" y="10138"/>
            <a:ext cx="6997911" cy="6837724"/>
          </a:xfrm>
        </p:spPr>
        <p:txBody>
          <a:bodyPr anchor="ctr">
            <a:normAutofit/>
          </a:bodyPr>
          <a:lstStyle/>
          <a:p>
            <a:r>
              <a:rPr lang="en-US" sz="2000" dirty="0"/>
              <a:t>There can be no state of positive health and well-being without safe water. </a:t>
            </a:r>
          </a:p>
          <a:p>
            <a:r>
              <a:rPr lang="en-US" sz="2000" dirty="0"/>
              <a:t>Water that </a:t>
            </a:r>
            <a:r>
              <a:rPr lang="en-US" sz="2000" dirty="0">
                <a:highlight>
                  <a:srgbClr val="FFFF00"/>
                </a:highlight>
              </a:rPr>
              <a:t>is easily accessible, adequate in quantity, free from contamination, safe and readily available </a:t>
            </a:r>
            <a:r>
              <a:rPr lang="en-US" sz="2000" dirty="0"/>
              <a:t>throughout the year. </a:t>
            </a:r>
          </a:p>
          <a:p>
            <a:r>
              <a:rPr lang="en-US" sz="2000" dirty="0"/>
              <a:t>Water is not only a vital environmental factor to all forms of life, but it has also a great role to play in socio-economic development of human population. </a:t>
            </a:r>
          </a:p>
          <a:p>
            <a:r>
              <a:rPr lang="en-US" sz="2000" dirty="0"/>
              <a:t>Each country should develop its own water resources agency which would collect all pertinent data on water resources, exploitation and hydrogeology. </a:t>
            </a:r>
          </a:p>
          <a:p>
            <a:r>
              <a:rPr lang="en-US" sz="2000" dirty="0"/>
              <a:t>In 1981, the 34th World Health Assembly in a resolution emphasized that safe drinking water is a basic element of “primary health care” which is the key to the attainment of “Health for All by the year 2000 AD”. </a:t>
            </a:r>
          </a:p>
          <a:p>
            <a:r>
              <a:rPr lang="en-US" sz="2000" dirty="0"/>
              <a:t>The Millennium Development Goals  and SDG 6 included safe water and sanitation in the attainable goals. </a:t>
            </a:r>
          </a:p>
          <a:p>
            <a:r>
              <a:rPr lang="en-US" sz="2000" dirty="0"/>
              <a:t>Water is integrated with other PHC components because it is an essential part of health education, food and nutrition, and also MCH.</a:t>
            </a:r>
          </a:p>
        </p:txBody>
      </p:sp>
    </p:spTree>
    <p:extLst>
      <p:ext uri="{BB962C8B-B14F-4D97-AF65-F5344CB8AC3E}">
        <p14:creationId xmlns:p14="http://schemas.microsoft.com/office/powerpoint/2010/main" val="515935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44005F-747A-C192-98E7-7AA5F87682E1}"/>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Safe and Wholesome water</a:t>
            </a:r>
          </a:p>
        </p:txBody>
      </p:sp>
      <p:graphicFrame>
        <p:nvGraphicFramePr>
          <p:cNvPr id="5" name="Content Placeholder 2">
            <a:extLst>
              <a:ext uri="{FF2B5EF4-FFF2-40B4-BE49-F238E27FC236}">
                <a16:creationId xmlns:a16="http://schemas.microsoft.com/office/drawing/2014/main" id="{646E77A5-D35D-E1A5-7BE1-9CE9311969BF}"/>
              </a:ext>
            </a:extLst>
          </p:cNvPr>
          <p:cNvGraphicFramePr>
            <a:graphicFrameLocks noGrp="1"/>
          </p:cNvGraphicFramePr>
          <p:nvPr>
            <p:ph idx="1"/>
            <p:extLst>
              <p:ext uri="{D42A27DB-BD31-4B8C-83A1-F6EECF244321}">
                <p14:modId xmlns:p14="http://schemas.microsoft.com/office/powerpoint/2010/main" val="3215748627"/>
              </p:ext>
            </p:extLst>
          </p:nvPr>
        </p:nvGraphicFramePr>
        <p:xfrm>
          <a:off x="4037824" y="10138"/>
          <a:ext cx="8154176" cy="6672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988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background of blue and water droplets">
            <a:extLst>
              <a:ext uri="{FF2B5EF4-FFF2-40B4-BE49-F238E27FC236}">
                <a16:creationId xmlns:a16="http://schemas.microsoft.com/office/drawing/2014/main" id="{C9C4341C-425F-BF8E-8BE8-FDB79B8817C2}"/>
              </a:ext>
            </a:extLst>
          </p:cNvPr>
          <p:cNvPicPr>
            <a:picLocks noChangeAspect="1"/>
          </p:cNvPicPr>
          <p:nvPr/>
        </p:nvPicPr>
        <p:blipFill rotWithShape="1">
          <a:blip r:embed="rId2"/>
          <a:srcRect l="33758" r="22336" b="-2"/>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982102D7-7E21-042F-2D17-50B7FDB1F070}"/>
              </a:ext>
            </a:extLst>
          </p:cNvPr>
          <p:cNvSpPr>
            <a:spLocks noGrp="1"/>
          </p:cNvSpPr>
          <p:nvPr>
            <p:ph type="title"/>
          </p:nvPr>
        </p:nvSpPr>
        <p:spPr>
          <a:xfrm>
            <a:off x="-1" y="734202"/>
            <a:ext cx="4196499" cy="1675623"/>
          </a:xfrm>
        </p:spPr>
        <p:txBody>
          <a:bodyPr anchor="b">
            <a:normAutofit/>
          </a:bodyPr>
          <a:lstStyle/>
          <a:p>
            <a:pPr algn="ctr"/>
            <a:r>
              <a:rPr lang="en-US" sz="4000" dirty="0"/>
              <a:t>Water requirement</a:t>
            </a:r>
          </a:p>
        </p:txBody>
      </p:sp>
      <p:sp>
        <p:nvSpPr>
          <p:cNvPr id="3" name="Content Placeholder 2">
            <a:extLst>
              <a:ext uri="{FF2B5EF4-FFF2-40B4-BE49-F238E27FC236}">
                <a16:creationId xmlns:a16="http://schemas.microsoft.com/office/drawing/2014/main" id="{412333C8-1BAE-A806-9CD7-2E9E6B81044D}"/>
              </a:ext>
            </a:extLst>
          </p:cNvPr>
          <p:cNvSpPr>
            <a:spLocks noGrp="1"/>
          </p:cNvSpPr>
          <p:nvPr>
            <p:ph idx="1"/>
          </p:nvPr>
        </p:nvSpPr>
        <p:spPr>
          <a:xfrm>
            <a:off x="4553734" y="492370"/>
            <a:ext cx="6798539" cy="5622678"/>
          </a:xfrm>
        </p:spPr>
        <p:txBody>
          <a:bodyPr>
            <a:normAutofit/>
          </a:bodyPr>
          <a:lstStyle/>
          <a:p>
            <a:r>
              <a:rPr lang="en-US" sz="2400" dirty="0"/>
              <a:t>The basic physiological requirements for drinking water have been estimated at about 2 liters per head per day. (For survival needs) </a:t>
            </a:r>
          </a:p>
          <a:p>
            <a:r>
              <a:rPr lang="en-US" sz="2400" dirty="0"/>
              <a:t>The consumption of water, however, depends upon climate conditions, standard of living and habits of the people. </a:t>
            </a:r>
          </a:p>
          <a:p>
            <a:r>
              <a:rPr lang="en-US" sz="2400" dirty="0"/>
              <a:t>A daily supply of 150-200 liters per capita is considered as an adequate supply to meet the needs for all urban domestic purposes. </a:t>
            </a:r>
          </a:p>
          <a:p>
            <a:r>
              <a:rPr lang="en-US" sz="2400" dirty="0"/>
              <a:t>In India 40 liters of water supply per capita per day was the set target to be achieved in rural areas. </a:t>
            </a:r>
          </a:p>
          <a:p>
            <a:r>
              <a:rPr lang="en-US" sz="2400" dirty="0"/>
              <a:t>It must be available close to the people, else they must spend hours and a lot of energy, going back and forth to obtain it and the water is often polluted in the process.</a:t>
            </a:r>
          </a:p>
        </p:txBody>
      </p:sp>
    </p:spTree>
    <p:extLst>
      <p:ext uri="{BB962C8B-B14F-4D97-AF65-F5344CB8AC3E}">
        <p14:creationId xmlns:p14="http://schemas.microsoft.com/office/powerpoint/2010/main" val="2938694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5F55C16-BC21-49EF-A4FF-C3155BB9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C5F069E-AFE6-4825-8945-46F2918A5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6116569" cy="6858000"/>
          </a:xfrm>
          <a:custGeom>
            <a:avLst/>
            <a:gdLst>
              <a:gd name="connsiteX0" fmla="*/ 0 w 6116569"/>
              <a:gd name="connsiteY0" fmla="*/ 0 h 6879321"/>
              <a:gd name="connsiteX1" fmla="*/ 2935851 w 6116569"/>
              <a:gd name="connsiteY1" fmla="*/ 0 h 6879321"/>
              <a:gd name="connsiteX2" fmla="*/ 3238280 w 6116569"/>
              <a:gd name="connsiteY2" fmla="*/ 31980 h 6879321"/>
              <a:gd name="connsiteX3" fmla="*/ 3660541 w 6116569"/>
              <a:gd name="connsiteY3" fmla="*/ 550772 h 6879321"/>
              <a:gd name="connsiteX4" fmla="*/ 3808902 w 6116569"/>
              <a:gd name="connsiteY4" fmla="*/ 589860 h 6879321"/>
              <a:gd name="connsiteX5" fmla="*/ 4413762 w 6116569"/>
              <a:gd name="connsiteY5" fmla="*/ 625393 h 6879321"/>
              <a:gd name="connsiteX6" fmla="*/ 4567830 w 6116569"/>
              <a:gd name="connsiteY6" fmla="*/ 721333 h 6879321"/>
              <a:gd name="connsiteX7" fmla="*/ 4171247 w 6116569"/>
              <a:gd name="connsiteY7" fmla="*/ 792401 h 6879321"/>
              <a:gd name="connsiteX8" fmla="*/ 4376671 w 6116569"/>
              <a:gd name="connsiteY8" fmla="*/ 842148 h 6879321"/>
              <a:gd name="connsiteX9" fmla="*/ 4527887 w 6116569"/>
              <a:gd name="connsiteY9" fmla="*/ 813722 h 6879321"/>
              <a:gd name="connsiteX10" fmla="*/ 4633452 w 6116569"/>
              <a:gd name="connsiteY10" fmla="*/ 799508 h 6879321"/>
              <a:gd name="connsiteX11" fmla="*/ 4947293 w 6116569"/>
              <a:gd name="connsiteY11" fmla="*/ 870576 h 6879321"/>
              <a:gd name="connsiteX12" fmla="*/ 5263988 w 6116569"/>
              <a:gd name="connsiteY12" fmla="*/ 820828 h 6879321"/>
              <a:gd name="connsiteX13" fmla="*/ 5249723 w 6116569"/>
              <a:gd name="connsiteY13" fmla="*/ 895449 h 6879321"/>
              <a:gd name="connsiteX14" fmla="*/ 4744723 w 6116569"/>
              <a:gd name="connsiteY14" fmla="*/ 1197485 h 6879321"/>
              <a:gd name="connsiteX15" fmla="*/ 4767548 w 6116569"/>
              <a:gd name="connsiteY15" fmla="*/ 1346727 h 6879321"/>
              <a:gd name="connsiteX16" fmla="*/ 4539299 w 6116569"/>
              <a:gd name="connsiteY16" fmla="*/ 1421348 h 6879321"/>
              <a:gd name="connsiteX17" fmla="*/ 4607773 w 6116569"/>
              <a:gd name="connsiteY17" fmla="*/ 1485309 h 6879321"/>
              <a:gd name="connsiteX18" fmla="*/ 4579242 w 6116569"/>
              <a:gd name="connsiteY18" fmla="*/ 1535055 h 6879321"/>
              <a:gd name="connsiteX19" fmla="*/ 5278255 w 6116569"/>
              <a:gd name="connsiteY19" fmla="*/ 1609676 h 6879321"/>
              <a:gd name="connsiteX20" fmla="*/ 5771843 w 6116569"/>
              <a:gd name="connsiteY20" fmla="*/ 1630997 h 6879321"/>
              <a:gd name="connsiteX21" fmla="*/ 6105656 w 6116569"/>
              <a:gd name="connsiteY21" fmla="*/ 1748257 h 6879321"/>
              <a:gd name="connsiteX22" fmla="*/ 5691955 w 6116569"/>
              <a:gd name="connsiteY22" fmla="*/ 2167555 h 6879321"/>
              <a:gd name="connsiteX23" fmla="*/ 5475118 w 6116569"/>
              <a:gd name="connsiteY23" fmla="*/ 2348776 h 6879321"/>
              <a:gd name="connsiteX24" fmla="*/ 5826051 w 6116569"/>
              <a:gd name="connsiteY24" fmla="*/ 2291922 h 6879321"/>
              <a:gd name="connsiteX25" fmla="*/ 5552153 w 6116569"/>
              <a:gd name="connsiteY25" fmla="*/ 2597513 h 6879321"/>
              <a:gd name="connsiteX26" fmla="*/ 5603508 w 6116569"/>
              <a:gd name="connsiteY26" fmla="*/ 2647260 h 6879321"/>
              <a:gd name="connsiteX27" fmla="*/ 5700515 w 6116569"/>
              <a:gd name="connsiteY27" fmla="*/ 2679240 h 6879321"/>
              <a:gd name="connsiteX28" fmla="*/ 5246870 w 6116569"/>
              <a:gd name="connsiteY28" fmla="*/ 2888889 h 6879321"/>
              <a:gd name="connsiteX29" fmla="*/ 4836022 w 6116569"/>
              <a:gd name="connsiteY29" fmla="*/ 3169605 h 6879321"/>
              <a:gd name="connsiteX30" fmla="*/ 4736163 w 6116569"/>
              <a:gd name="connsiteY30" fmla="*/ 3233565 h 6879321"/>
              <a:gd name="connsiteX31" fmla="*/ 4853141 w 6116569"/>
              <a:gd name="connsiteY31" fmla="*/ 3233565 h 6879321"/>
              <a:gd name="connsiteX32" fmla="*/ 4944440 w 6116569"/>
              <a:gd name="connsiteY32" fmla="*/ 3226459 h 6879321"/>
              <a:gd name="connsiteX33" fmla="*/ 5109921 w 6116569"/>
              <a:gd name="connsiteY33" fmla="*/ 3283313 h 6879321"/>
              <a:gd name="connsiteX34" fmla="*/ 5694809 w 6116569"/>
              <a:gd name="connsiteY34" fmla="*/ 3141178 h 6879321"/>
              <a:gd name="connsiteX35" fmla="*/ 5566419 w 6116569"/>
              <a:gd name="connsiteY35" fmla="*/ 3301079 h 6879321"/>
              <a:gd name="connsiteX36" fmla="*/ 5415203 w 6116569"/>
              <a:gd name="connsiteY36" fmla="*/ 3397020 h 6879321"/>
              <a:gd name="connsiteX37" fmla="*/ 5612068 w 6116569"/>
              <a:gd name="connsiteY37" fmla="*/ 3432554 h 6879321"/>
              <a:gd name="connsiteX38" fmla="*/ 5206927 w 6116569"/>
              <a:gd name="connsiteY38" fmla="*/ 3599562 h 6879321"/>
              <a:gd name="connsiteX39" fmla="*/ 5301079 w 6116569"/>
              <a:gd name="connsiteY39" fmla="*/ 3723930 h 6879321"/>
              <a:gd name="connsiteX40" fmla="*/ 4507915 w 6116569"/>
              <a:gd name="connsiteY40" fmla="*/ 4306683 h 6879321"/>
              <a:gd name="connsiteX41" fmla="*/ 3982942 w 6116569"/>
              <a:gd name="connsiteY41" fmla="*/ 4587399 h 6879321"/>
              <a:gd name="connsiteX42" fmla="*/ 4185513 w 6116569"/>
              <a:gd name="connsiteY42" fmla="*/ 4541205 h 6879321"/>
              <a:gd name="connsiteX43" fmla="*/ 5212633 w 6116569"/>
              <a:gd name="connsiteY43" fmla="*/ 4455924 h 6879321"/>
              <a:gd name="connsiteX44" fmla="*/ 5312492 w 6116569"/>
              <a:gd name="connsiteY44" fmla="*/ 4473691 h 6879321"/>
              <a:gd name="connsiteX45" fmla="*/ 4596361 w 6116569"/>
              <a:gd name="connsiteY45" fmla="*/ 4818368 h 6879321"/>
              <a:gd name="connsiteX46" fmla="*/ 4873113 w 6116569"/>
              <a:gd name="connsiteY46" fmla="*/ 4885882 h 6879321"/>
              <a:gd name="connsiteX47" fmla="*/ 4935881 w 6116569"/>
              <a:gd name="connsiteY47" fmla="*/ 4914309 h 6879321"/>
              <a:gd name="connsiteX48" fmla="*/ 4873113 w 6116569"/>
              <a:gd name="connsiteY48" fmla="*/ 5003143 h 6879321"/>
              <a:gd name="connsiteX49" fmla="*/ 4721898 w 6116569"/>
              <a:gd name="connsiteY49" fmla="*/ 5095530 h 6879321"/>
              <a:gd name="connsiteX50" fmla="*/ 5132745 w 6116569"/>
              <a:gd name="connsiteY50" fmla="*/ 4949842 h 6879321"/>
              <a:gd name="connsiteX51" fmla="*/ 5101362 w 6116569"/>
              <a:gd name="connsiteY51" fmla="*/ 5081317 h 6879321"/>
              <a:gd name="connsiteX52" fmla="*/ 5138452 w 6116569"/>
              <a:gd name="connsiteY52" fmla="*/ 5198578 h 6879321"/>
              <a:gd name="connsiteX53" fmla="*/ 4904497 w 6116569"/>
              <a:gd name="connsiteY53" fmla="*/ 5362033 h 6879321"/>
              <a:gd name="connsiteX54" fmla="*/ 4579242 w 6116569"/>
              <a:gd name="connsiteY54" fmla="*/ 5674729 h 6879321"/>
              <a:gd name="connsiteX55" fmla="*/ 4253988 w 6116569"/>
              <a:gd name="connsiteY55" fmla="*/ 5884379 h 6879321"/>
              <a:gd name="connsiteX56" fmla="*/ 3985795 w 6116569"/>
              <a:gd name="connsiteY56" fmla="*/ 6069153 h 6879321"/>
              <a:gd name="connsiteX57" fmla="*/ 4231163 w 6116569"/>
              <a:gd name="connsiteY57" fmla="*/ 6030066 h 6879321"/>
              <a:gd name="connsiteX58" fmla="*/ 3814609 w 6116569"/>
              <a:gd name="connsiteY58" fmla="*/ 6317889 h 6879321"/>
              <a:gd name="connsiteX59" fmla="*/ 3751840 w 6116569"/>
              <a:gd name="connsiteY59" fmla="*/ 6339209 h 6879321"/>
              <a:gd name="connsiteX60" fmla="*/ 3089919 w 6116569"/>
              <a:gd name="connsiteY60" fmla="*/ 6563071 h 6879321"/>
              <a:gd name="connsiteX61" fmla="*/ 2961529 w 6116569"/>
              <a:gd name="connsiteY61" fmla="*/ 6662566 h 6879321"/>
              <a:gd name="connsiteX62" fmla="*/ 3107038 w 6116569"/>
              <a:gd name="connsiteY62" fmla="*/ 6673226 h 6879321"/>
              <a:gd name="connsiteX63" fmla="*/ 3594919 w 6116569"/>
              <a:gd name="connsiteY63" fmla="*/ 6591499 h 6879321"/>
              <a:gd name="connsiteX64" fmla="*/ 3261106 w 6116569"/>
              <a:gd name="connsiteY64" fmla="*/ 6726527 h 6879321"/>
              <a:gd name="connsiteX65" fmla="*/ 3620597 w 6116569"/>
              <a:gd name="connsiteY65" fmla="*/ 6740740 h 6879321"/>
              <a:gd name="connsiteX66" fmla="*/ 3703337 w 6116569"/>
              <a:gd name="connsiteY66" fmla="*/ 6826020 h 6879321"/>
              <a:gd name="connsiteX67" fmla="*/ 3689072 w 6116569"/>
              <a:gd name="connsiteY67" fmla="*/ 6879321 h 6879321"/>
              <a:gd name="connsiteX68" fmla="*/ 0 w 6116569"/>
              <a:gd name="connsiteY68" fmla="*/ 6879321 h 687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79D2ACA-D5F7-5C47-95AC-6571B1E72C1B}"/>
              </a:ext>
            </a:extLst>
          </p:cNvPr>
          <p:cNvSpPr>
            <a:spLocks noGrp="1"/>
          </p:cNvSpPr>
          <p:nvPr>
            <p:ph type="title"/>
          </p:nvPr>
        </p:nvSpPr>
        <p:spPr>
          <a:xfrm>
            <a:off x="889000" y="288925"/>
            <a:ext cx="2907338" cy="1952744"/>
          </a:xfrm>
        </p:spPr>
        <p:txBody>
          <a:bodyPr>
            <a:normAutofit/>
          </a:bodyPr>
          <a:lstStyle/>
          <a:p>
            <a:pPr algn="ctr"/>
            <a:r>
              <a:rPr lang="en-US" dirty="0"/>
              <a:t>Uses of water</a:t>
            </a:r>
          </a:p>
        </p:txBody>
      </p:sp>
      <p:pic>
        <p:nvPicPr>
          <p:cNvPr id="7" name="Graphic 6" descr="Water">
            <a:extLst>
              <a:ext uri="{FF2B5EF4-FFF2-40B4-BE49-F238E27FC236}">
                <a16:creationId xmlns:a16="http://schemas.microsoft.com/office/drawing/2014/main" id="{1EB34A4E-C363-D903-1190-C5F703E1B4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1134" y="1918107"/>
            <a:ext cx="3195204" cy="3195204"/>
          </a:xfrm>
          <a:prstGeom prst="rect">
            <a:avLst/>
          </a:prstGeom>
        </p:spPr>
      </p:pic>
      <p:sp>
        <p:nvSpPr>
          <p:cNvPr id="3" name="Content Placeholder 2">
            <a:extLst>
              <a:ext uri="{FF2B5EF4-FFF2-40B4-BE49-F238E27FC236}">
                <a16:creationId xmlns:a16="http://schemas.microsoft.com/office/drawing/2014/main" id="{AF516407-EA37-54E0-19B8-4247F90A586C}"/>
              </a:ext>
            </a:extLst>
          </p:cNvPr>
          <p:cNvSpPr>
            <a:spLocks noGrp="1"/>
          </p:cNvSpPr>
          <p:nvPr>
            <p:ph idx="1"/>
          </p:nvPr>
        </p:nvSpPr>
        <p:spPr>
          <a:xfrm>
            <a:off x="3796338" y="177801"/>
            <a:ext cx="7557460" cy="5999162"/>
          </a:xfrm>
        </p:spPr>
        <p:txBody>
          <a:bodyPr>
            <a:normAutofit/>
          </a:bodyPr>
          <a:lstStyle/>
          <a:p>
            <a:r>
              <a:rPr lang="en-US" sz="2000" dirty="0"/>
              <a:t>Conventionally, it has been convenient and economical to provide a single water supply sufficient in quantity to serve all uses and suitable in quality to meet drinking requirements, even though only a small fraction of the total water supply is used for drinking.</a:t>
            </a:r>
          </a:p>
          <a:p>
            <a:r>
              <a:rPr lang="en-US" sz="2000" dirty="0"/>
              <a:t>The uses of water include : </a:t>
            </a:r>
          </a:p>
          <a:p>
            <a:pPr lvl="1"/>
            <a:r>
              <a:rPr lang="en-US" sz="2000" dirty="0"/>
              <a:t>Domestic use : on domestic front, water is required for drinking, cooking, washing and bathing, flushing of toilets, gardening etc.</a:t>
            </a:r>
          </a:p>
          <a:p>
            <a:pPr lvl="1"/>
            <a:r>
              <a:rPr lang="en-US" sz="2000" dirty="0"/>
              <a:t>Public purposes : cleaning streets, recreational purposes like swimming pools, public fountains and ornamental ponds, fire protection and public parks. </a:t>
            </a:r>
          </a:p>
          <a:p>
            <a:pPr lvl="1"/>
            <a:r>
              <a:rPr lang="en-US" sz="2000" dirty="0"/>
              <a:t>Industrial purposes : for processing and cooling; </a:t>
            </a:r>
          </a:p>
          <a:p>
            <a:pPr lvl="1"/>
            <a:r>
              <a:rPr lang="en-US" sz="2000" dirty="0"/>
              <a:t>Agricultural purpose : irrigation </a:t>
            </a:r>
          </a:p>
          <a:p>
            <a:pPr lvl="1"/>
            <a:r>
              <a:rPr lang="en-US" sz="2000" dirty="0"/>
              <a:t>Power production from hydropower and steam power; </a:t>
            </a:r>
          </a:p>
          <a:p>
            <a:pPr lvl="1"/>
            <a:r>
              <a:rPr lang="en-US" sz="2000" dirty="0"/>
              <a:t>Carrying away waste from all manner of establishments and institutions. </a:t>
            </a:r>
          </a:p>
          <a:p>
            <a:r>
              <a:rPr lang="en-US" sz="2000" dirty="0"/>
              <a:t>Water is therefore an essential factor in the economic, social and cultural development of a community. It can eliminate diseases, promote rural development and improve quality of life.</a:t>
            </a:r>
          </a:p>
        </p:txBody>
      </p:sp>
    </p:spTree>
    <p:extLst>
      <p:ext uri="{BB962C8B-B14F-4D97-AF65-F5344CB8AC3E}">
        <p14:creationId xmlns:p14="http://schemas.microsoft.com/office/powerpoint/2010/main" val="56698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hree drops of water falling into a pool of water">
            <a:extLst>
              <a:ext uri="{FF2B5EF4-FFF2-40B4-BE49-F238E27FC236}">
                <a16:creationId xmlns:a16="http://schemas.microsoft.com/office/drawing/2014/main" id="{ED05FC5D-11F7-814F-81FB-940E819FDBC8}"/>
              </a:ext>
            </a:extLst>
          </p:cNvPr>
          <p:cNvPicPr>
            <a:picLocks noChangeAspect="1"/>
          </p:cNvPicPr>
          <p:nvPr/>
        </p:nvPicPr>
        <p:blipFill rotWithShape="1">
          <a:blip r:embed="rId2"/>
          <a:srcRect l="21439" r="32667"/>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3F8339F5-1FAF-A5AE-F999-0D29851896EA}"/>
              </a:ext>
            </a:extLst>
          </p:cNvPr>
          <p:cNvSpPr>
            <a:spLocks noGrp="1"/>
          </p:cNvSpPr>
          <p:nvPr>
            <p:ph type="title"/>
          </p:nvPr>
        </p:nvSpPr>
        <p:spPr>
          <a:xfrm>
            <a:off x="286534" y="367104"/>
            <a:ext cx="3511744" cy="1675623"/>
          </a:xfrm>
        </p:spPr>
        <p:txBody>
          <a:bodyPr anchor="b">
            <a:normAutofit/>
          </a:bodyPr>
          <a:lstStyle/>
          <a:p>
            <a:pPr algn="ctr"/>
            <a:r>
              <a:rPr lang="en-US" sz="4000" dirty="0"/>
              <a:t>Sources of water</a:t>
            </a:r>
          </a:p>
        </p:txBody>
      </p:sp>
      <p:sp>
        <p:nvSpPr>
          <p:cNvPr id="3" name="Content Placeholder 2">
            <a:extLst>
              <a:ext uri="{FF2B5EF4-FFF2-40B4-BE49-F238E27FC236}">
                <a16:creationId xmlns:a16="http://schemas.microsoft.com/office/drawing/2014/main" id="{8DE65348-24A8-D249-6DDA-22AA3C0B7C93}"/>
              </a:ext>
            </a:extLst>
          </p:cNvPr>
          <p:cNvSpPr>
            <a:spLocks noGrp="1"/>
          </p:cNvSpPr>
          <p:nvPr>
            <p:ph idx="1"/>
          </p:nvPr>
        </p:nvSpPr>
        <p:spPr>
          <a:xfrm>
            <a:off x="4196497" y="367104"/>
            <a:ext cx="7708969" cy="6268158"/>
          </a:xfrm>
        </p:spPr>
        <p:txBody>
          <a:bodyPr>
            <a:normAutofit lnSpcReduction="10000"/>
          </a:bodyPr>
          <a:lstStyle/>
          <a:p>
            <a:r>
              <a:rPr lang="en-US" dirty="0">
                <a:latin typeface="+mj-lt"/>
              </a:rPr>
              <a:t>Water may be abstracted for use from any one of a number of points in its movement through the hydrological cycle. </a:t>
            </a:r>
          </a:p>
          <a:p>
            <a:r>
              <a:rPr lang="en-US" dirty="0">
                <a:latin typeface="+mj-lt"/>
              </a:rPr>
              <a:t>The safe yield of the source must be sufficient to serve the population expected at the end of the design period, which may be 10 to 50 years in future. </a:t>
            </a:r>
          </a:p>
          <a:p>
            <a:r>
              <a:rPr lang="en-US" dirty="0">
                <a:latin typeface="+mj-lt"/>
              </a:rPr>
              <a:t>The safe yield is generally defined as the yield that is adequate for 95 per cent of the year. </a:t>
            </a:r>
          </a:p>
          <a:p>
            <a:r>
              <a:rPr lang="en-US" dirty="0">
                <a:latin typeface="+mj-lt"/>
              </a:rPr>
              <a:t>The selection of a source requires professional advice. In general, water sources must conform to two criteria :</a:t>
            </a:r>
          </a:p>
          <a:p>
            <a:pPr lvl="1"/>
            <a:r>
              <a:rPr lang="en-US" sz="2800" dirty="0">
                <a:latin typeface="+mj-lt"/>
              </a:rPr>
              <a:t>The quantity must be sufficient to meet present and future requirement </a:t>
            </a:r>
          </a:p>
          <a:p>
            <a:pPr lvl="1"/>
            <a:r>
              <a:rPr lang="en-US" sz="2800" dirty="0">
                <a:latin typeface="+mj-lt"/>
              </a:rPr>
              <a:t>The quality of water must be acceptable. </a:t>
            </a:r>
          </a:p>
        </p:txBody>
      </p:sp>
    </p:spTree>
    <p:extLst>
      <p:ext uri="{BB962C8B-B14F-4D97-AF65-F5344CB8AC3E}">
        <p14:creationId xmlns:p14="http://schemas.microsoft.com/office/powerpoint/2010/main" val="97129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EBE84A-2108-A49F-02E8-A5011740AFA7}"/>
              </a:ext>
            </a:extLst>
          </p:cNvPr>
          <p:cNvSpPr>
            <a:spLocks noGrp="1"/>
          </p:cNvSpPr>
          <p:nvPr>
            <p:ph type="title"/>
          </p:nvPr>
        </p:nvSpPr>
        <p:spPr>
          <a:xfrm>
            <a:off x="4553733" y="548464"/>
            <a:ext cx="6798541" cy="1675623"/>
          </a:xfrm>
        </p:spPr>
        <p:txBody>
          <a:bodyPr anchor="b">
            <a:normAutofit/>
          </a:bodyPr>
          <a:lstStyle/>
          <a:p>
            <a:r>
              <a:rPr lang="en-US" sz="4000"/>
              <a:t>Main Sources of water</a:t>
            </a:r>
          </a:p>
        </p:txBody>
      </p:sp>
      <p:pic>
        <p:nvPicPr>
          <p:cNvPr id="5" name="Picture 4" descr="Waterdrops on a liquid surface">
            <a:extLst>
              <a:ext uri="{FF2B5EF4-FFF2-40B4-BE49-F238E27FC236}">
                <a16:creationId xmlns:a16="http://schemas.microsoft.com/office/drawing/2014/main" id="{1222CBD2-6CA2-8AD1-AB86-DC6E501BF849}"/>
              </a:ext>
            </a:extLst>
          </p:cNvPr>
          <p:cNvPicPr>
            <a:picLocks noChangeAspect="1"/>
          </p:cNvPicPr>
          <p:nvPr/>
        </p:nvPicPr>
        <p:blipFill rotWithShape="1">
          <a:blip r:embed="rId2"/>
          <a:srcRect l="33804" r="25350" b="-1"/>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F5CEB84B-7858-B2BA-BC24-8A5079B8FB98}"/>
              </a:ext>
            </a:extLst>
          </p:cNvPr>
          <p:cNvSpPr>
            <a:spLocks noGrp="1"/>
          </p:cNvSpPr>
          <p:nvPr>
            <p:ph idx="1"/>
          </p:nvPr>
        </p:nvSpPr>
        <p:spPr>
          <a:xfrm>
            <a:off x="4553734" y="2409830"/>
            <a:ext cx="6798539" cy="3705217"/>
          </a:xfrm>
        </p:spPr>
        <p:txBody>
          <a:bodyPr>
            <a:normAutofit/>
          </a:bodyPr>
          <a:lstStyle/>
          <a:p>
            <a:r>
              <a:rPr lang="en-US" sz="2400" dirty="0">
                <a:latin typeface="+mj-lt"/>
              </a:rPr>
              <a:t>RAIN</a:t>
            </a:r>
          </a:p>
          <a:p>
            <a:r>
              <a:rPr lang="en-US" sz="2400" dirty="0">
                <a:latin typeface="+mj-lt"/>
              </a:rPr>
              <a:t>SURFACE WATER</a:t>
            </a:r>
          </a:p>
          <a:p>
            <a:pPr lvl="1"/>
            <a:r>
              <a:rPr lang="en-US" dirty="0">
                <a:latin typeface="+mj-lt"/>
              </a:rPr>
              <a:t>Impounding reservoirs</a:t>
            </a:r>
          </a:p>
          <a:p>
            <a:pPr lvl="1"/>
            <a:r>
              <a:rPr lang="en-US" dirty="0">
                <a:latin typeface="+mj-lt"/>
              </a:rPr>
              <a:t>Rivers and streams</a:t>
            </a:r>
          </a:p>
          <a:p>
            <a:pPr lvl="1"/>
            <a:r>
              <a:rPr lang="en-US" dirty="0">
                <a:latin typeface="+mj-lt"/>
              </a:rPr>
              <a:t>Tanks, ponds and lakes.</a:t>
            </a:r>
          </a:p>
          <a:p>
            <a:r>
              <a:rPr lang="en-US" sz="2400" dirty="0">
                <a:latin typeface="+mj-lt"/>
              </a:rPr>
              <a:t>GROUND WATER</a:t>
            </a:r>
          </a:p>
          <a:p>
            <a:pPr lvl="1"/>
            <a:r>
              <a:rPr lang="en-US" dirty="0">
                <a:latin typeface="+mj-lt"/>
              </a:rPr>
              <a:t>Shallow wells</a:t>
            </a:r>
          </a:p>
          <a:p>
            <a:pPr lvl="1"/>
            <a:r>
              <a:rPr lang="en-US" dirty="0">
                <a:latin typeface="+mj-lt"/>
              </a:rPr>
              <a:t>Deep wells</a:t>
            </a:r>
          </a:p>
          <a:p>
            <a:pPr lvl="1"/>
            <a:r>
              <a:rPr lang="en-US" dirty="0">
                <a:latin typeface="+mj-lt"/>
              </a:rPr>
              <a:t>Springs</a:t>
            </a:r>
          </a:p>
        </p:txBody>
      </p:sp>
    </p:spTree>
    <p:extLst>
      <p:ext uri="{BB962C8B-B14F-4D97-AF65-F5344CB8AC3E}">
        <p14:creationId xmlns:p14="http://schemas.microsoft.com/office/powerpoint/2010/main" val="2905748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formation of rainfall cloud">
            <a:extLst>
              <a:ext uri="{FF2B5EF4-FFF2-40B4-BE49-F238E27FC236}">
                <a16:creationId xmlns:a16="http://schemas.microsoft.com/office/drawing/2014/main" id="{3F00FE1E-66DA-9215-C973-B65517EC9710}"/>
              </a:ext>
            </a:extLst>
          </p:cNvPr>
          <p:cNvPicPr>
            <a:picLocks noChangeAspect="1"/>
          </p:cNvPicPr>
          <p:nvPr/>
        </p:nvPicPr>
        <p:blipFill rotWithShape="1">
          <a:blip r:embed="rId2"/>
          <a:srcRect l="14689" r="44466"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9919AEA8-71E9-E4B5-1E58-747EE9B2F0B5}"/>
              </a:ext>
            </a:extLst>
          </p:cNvPr>
          <p:cNvSpPr>
            <a:spLocks noGrp="1"/>
          </p:cNvSpPr>
          <p:nvPr>
            <p:ph type="title"/>
          </p:nvPr>
        </p:nvSpPr>
        <p:spPr>
          <a:xfrm>
            <a:off x="302447" y="3001379"/>
            <a:ext cx="3414609" cy="1675623"/>
          </a:xfrm>
        </p:spPr>
        <p:txBody>
          <a:bodyPr anchor="b">
            <a:normAutofit/>
          </a:bodyPr>
          <a:lstStyle/>
          <a:p>
            <a:pPr algn="ctr"/>
            <a:r>
              <a:rPr lang="en-US" sz="4000" dirty="0">
                <a:solidFill>
                  <a:schemeClr val="bg1"/>
                </a:solidFill>
              </a:rPr>
              <a:t>Rain</a:t>
            </a:r>
          </a:p>
        </p:txBody>
      </p:sp>
      <p:sp>
        <p:nvSpPr>
          <p:cNvPr id="3" name="Content Placeholder 2">
            <a:extLst>
              <a:ext uri="{FF2B5EF4-FFF2-40B4-BE49-F238E27FC236}">
                <a16:creationId xmlns:a16="http://schemas.microsoft.com/office/drawing/2014/main" id="{FDD26B4D-9089-58B5-0153-D758F46719F7}"/>
              </a:ext>
            </a:extLst>
          </p:cNvPr>
          <p:cNvSpPr>
            <a:spLocks noGrp="1"/>
          </p:cNvSpPr>
          <p:nvPr>
            <p:ph idx="1"/>
          </p:nvPr>
        </p:nvSpPr>
        <p:spPr>
          <a:xfrm>
            <a:off x="4553734" y="246744"/>
            <a:ext cx="6798539" cy="5868304"/>
          </a:xfrm>
        </p:spPr>
        <p:txBody>
          <a:bodyPr>
            <a:normAutofit fontScale="92500" lnSpcReduction="10000"/>
          </a:bodyPr>
          <a:lstStyle/>
          <a:p>
            <a:r>
              <a:rPr lang="en-US" sz="2400" dirty="0"/>
              <a:t>Rain is the prime source of all water. </a:t>
            </a:r>
          </a:p>
          <a:p>
            <a:r>
              <a:rPr lang="en-US" sz="2400" dirty="0"/>
              <a:t>A part of the rainwater sinks into the ground to form ground water; part of it evaporates back into the atmosphere, and some runs off to form streams and rivers which flow ultimately into the sea. Some of the water in the soil is taken up by the plants and is evaporated in turn by the leaves. These events are spoken of as water cycle . </a:t>
            </a:r>
          </a:p>
          <a:p>
            <a:r>
              <a:rPr lang="en-US" sz="2400" dirty="0"/>
              <a:t>There are very few places in the world like </a:t>
            </a:r>
            <a:r>
              <a:rPr lang="en-US" sz="2400" dirty="0" err="1"/>
              <a:t>Gibralter</a:t>
            </a:r>
            <a:r>
              <a:rPr lang="en-US" sz="2400" dirty="0"/>
              <a:t> which depend upon rain as a source of water supply.</a:t>
            </a:r>
          </a:p>
          <a:p>
            <a:r>
              <a:rPr lang="en-US" sz="2400" dirty="0"/>
              <a:t>CHARACTERISTICS : Rainwater is the purest water in nature. </a:t>
            </a:r>
          </a:p>
          <a:p>
            <a:pPr lvl="1"/>
            <a:r>
              <a:rPr lang="en-US" dirty="0"/>
              <a:t>Physically, it is clear, bright and sparkling. </a:t>
            </a:r>
          </a:p>
          <a:p>
            <a:pPr lvl="1"/>
            <a:r>
              <a:rPr lang="en-US" dirty="0"/>
              <a:t>Chemically, it is very soft water containing only traces of dissolved solids (0.0005 per cent). Being soft, it has a corrosive action on lead pipes. </a:t>
            </a:r>
          </a:p>
          <a:p>
            <a:pPr lvl="1"/>
            <a:r>
              <a:rPr lang="en-US" dirty="0"/>
              <a:t>Bacteriologically, rainwater from clean districts is free from pathogenic agents. </a:t>
            </a:r>
          </a:p>
        </p:txBody>
      </p:sp>
    </p:spTree>
    <p:extLst>
      <p:ext uri="{BB962C8B-B14F-4D97-AF65-F5344CB8AC3E}">
        <p14:creationId xmlns:p14="http://schemas.microsoft.com/office/powerpoint/2010/main" val="1648884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een and blue sky with white dots&#10;&#10;Description automatically generated with medium confidence">
            <a:extLst>
              <a:ext uri="{FF2B5EF4-FFF2-40B4-BE49-F238E27FC236}">
                <a16:creationId xmlns:a16="http://schemas.microsoft.com/office/drawing/2014/main" id="{A06AE467-94D4-7A5B-112F-11BBBC2599BC}"/>
              </a:ext>
            </a:extLst>
          </p:cNvPr>
          <p:cNvPicPr>
            <a:picLocks noChangeAspect="1"/>
          </p:cNvPicPr>
          <p:nvPr/>
        </p:nvPicPr>
        <p:blipFill rotWithShape="1">
          <a:blip r:embed="rId2"/>
          <a:srcRect l="38980" r="25375"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55FC5358-CA42-172D-62D5-BB89DB37C9D9}"/>
              </a:ext>
            </a:extLst>
          </p:cNvPr>
          <p:cNvSpPr>
            <a:spLocks noGrp="1"/>
          </p:cNvSpPr>
          <p:nvPr>
            <p:ph type="title"/>
          </p:nvPr>
        </p:nvSpPr>
        <p:spPr>
          <a:xfrm>
            <a:off x="388133" y="367104"/>
            <a:ext cx="3269467" cy="1675623"/>
          </a:xfrm>
        </p:spPr>
        <p:txBody>
          <a:bodyPr anchor="b">
            <a:normAutofit/>
          </a:bodyPr>
          <a:lstStyle/>
          <a:p>
            <a:pPr algn="ctr"/>
            <a:r>
              <a:rPr lang="en-US" sz="4000" dirty="0">
                <a:solidFill>
                  <a:schemeClr val="bg1"/>
                </a:solidFill>
              </a:rPr>
              <a:t>Impurities in rain</a:t>
            </a:r>
          </a:p>
        </p:txBody>
      </p:sp>
      <p:graphicFrame>
        <p:nvGraphicFramePr>
          <p:cNvPr id="5" name="Content Placeholder 2">
            <a:extLst>
              <a:ext uri="{FF2B5EF4-FFF2-40B4-BE49-F238E27FC236}">
                <a16:creationId xmlns:a16="http://schemas.microsoft.com/office/drawing/2014/main" id="{A90C4312-4D93-B2CF-F338-7101C7CD98C6}"/>
              </a:ext>
            </a:extLst>
          </p:cNvPr>
          <p:cNvGraphicFramePr>
            <a:graphicFrameLocks noGrp="1"/>
          </p:cNvGraphicFramePr>
          <p:nvPr>
            <p:ph idx="1"/>
            <p:extLst>
              <p:ext uri="{D42A27DB-BD31-4B8C-83A1-F6EECF244321}">
                <p14:modId xmlns:p14="http://schemas.microsoft.com/office/powerpoint/2010/main" val="4056765751"/>
              </p:ext>
            </p:extLst>
          </p:nvPr>
        </p:nvGraphicFramePr>
        <p:xfrm>
          <a:off x="4412344" y="367104"/>
          <a:ext cx="6939930" cy="63530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6437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up of a blue ribbon&#10;&#10;Description automatically generated">
            <a:extLst>
              <a:ext uri="{FF2B5EF4-FFF2-40B4-BE49-F238E27FC236}">
                <a16:creationId xmlns:a16="http://schemas.microsoft.com/office/drawing/2014/main" id="{9C750AEA-15DD-FDED-8331-139436B685F7}"/>
              </a:ext>
            </a:extLst>
          </p:cNvPr>
          <p:cNvPicPr>
            <a:picLocks noChangeAspect="1"/>
          </p:cNvPicPr>
          <p:nvPr/>
        </p:nvPicPr>
        <p:blipFill rotWithShape="1">
          <a:blip r:embed="rId2"/>
          <a:srcRect l="16653" r="42501" b="-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3606902E-C13F-7036-C069-11A47DC7C682}"/>
              </a:ext>
            </a:extLst>
          </p:cNvPr>
          <p:cNvSpPr>
            <a:spLocks noGrp="1"/>
          </p:cNvSpPr>
          <p:nvPr>
            <p:ph type="title"/>
          </p:nvPr>
        </p:nvSpPr>
        <p:spPr>
          <a:xfrm>
            <a:off x="317785" y="3190064"/>
            <a:ext cx="3543015" cy="1675623"/>
          </a:xfrm>
        </p:spPr>
        <p:txBody>
          <a:bodyPr anchor="b">
            <a:normAutofit/>
          </a:bodyPr>
          <a:lstStyle/>
          <a:p>
            <a:r>
              <a:rPr lang="en-US" sz="4000" dirty="0">
                <a:solidFill>
                  <a:schemeClr val="bg1"/>
                </a:solidFill>
              </a:rPr>
              <a:t>Surface water</a:t>
            </a:r>
          </a:p>
        </p:txBody>
      </p:sp>
      <p:graphicFrame>
        <p:nvGraphicFramePr>
          <p:cNvPr id="5" name="Content Placeholder 2">
            <a:extLst>
              <a:ext uri="{FF2B5EF4-FFF2-40B4-BE49-F238E27FC236}">
                <a16:creationId xmlns:a16="http://schemas.microsoft.com/office/drawing/2014/main" id="{88B6510E-E58E-A3D6-A257-1C4D8CD1ADE3}"/>
              </a:ext>
            </a:extLst>
          </p:cNvPr>
          <p:cNvGraphicFramePr>
            <a:graphicFrameLocks noGrp="1"/>
          </p:cNvGraphicFramePr>
          <p:nvPr>
            <p:ph idx="1"/>
            <p:extLst>
              <p:ext uri="{D42A27DB-BD31-4B8C-83A1-F6EECF244321}">
                <p14:modId xmlns:p14="http://schemas.microsoft.com/office/powerpoint/2010/main" val="3725006154"/>
              </p:ext>
            </p:extLst>
          </p:nvPr>
        </p:nvGraphicFramePr>
        <p:xfrm>
          <a:off x="4368800" y="0"/>
          <a:ext cx="6983473" cy="670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8441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erial view of valley map">
            <a:extLst>
              <a:ext uri="{FF2B5EF4-FFF2-40B4-BE49-F238E27FC236}">
                <a16:creationId xmlns:a16="http://schemas.microsoft.com/office/drawing/2014/main" id="{6E1B979A-0CDD-019E-7467-B5622EC4A7F1}"/>
              </a:ext>
            </a:extLst>
          </p:cNvPr>
          <p:cNvPicPr>
            <a:picLocks noChangeAspect="1"/>
          </p:cNvPicPr>
          <p:nvPr/>
        </p:nvPicPr>
        <p:blipFill rotWithShape="1">
          <a:blip r:embed="rId2"/>
          <a:srcRect l="27451" r="37670"/>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578953CD-2553-7681-F573-ED6735DA7DD3}"/>
              </a:ext>
            </a:extLst>
          </p:cNvPr>
          <p:cNvSpPr>
            <a:spLocks noGrp="1"/>
          </p:cNvSpPr>
          <p:nvPr>
            <p:ph type="title"/>
          </p:nvPr>
        </p:nvSpPr>
        <p:spPr>
          <a:xfrm>
            <a:off x="101600" y="2961464"/>
            <a:ext cx="3993298" cy="1675623"/>
          </a:xfrm>
          <a:solidFill>
            <a:schemeClr val="accent1">
              <a:alpha val="30000"/>
            </a:schemeClr>
          </a:solidFill>
        </p:spPr>
        <p:txBody>
          <a:bodyPr anchor="b">
            <a:normAutofit/>
          </a:bodyPr>
          <a:lstStyle/>
          <a:p>
            <a:pPr algn="ctr"/>
            <a:r>
              <a:rPr lang="en-US" sz="4000" dirty="0">
                <a:solidFill>
                  <a:schemeClr val="bg1"/>
                </a:solidFill>
              </a:rPr>
              <a:t>Impounding reservoir</a:t>
            </a:r>
          </a:p>
        </p:txBody>
      </p:sp>
      <p:sp>
        <p:nvSpPr>
          <p:cNvPr id="3" name="Content Placeholder 2">
            <a:extLst>
              <a:ext uri="{FF2B5EF4-FFF2-40B4-BE49-F238E27FC236}">
                <a16:creationId xmlns:a16="http://schemas.microsoft.com/office/drawing/2014/main" id="{2F099B20-3BD5-1704-3869-16C3C545AB80}"/>
              </a:ext>
            </a:extLst>
          </p:cNvPr>
          <p:cNvSpPr>
            <a:spLocks noGrp="1"/>
          </p:cNvSpPr>
          <p:nvPr>
            <p:ph idx="1"/>
          </p:nvPr>
        </p:nvSpPr>
        <p:spPr>
          <a:xfrm>
            <a:off x="4419600" y="88900"/>
            <a:ext cx="6932673" cy="6464300"/>
          </a:xfrm>
          <a:noFill/>
        </p:spPr>
        <p:txBody>
          <a:bodyPr>
            <a:normAutofit fontScale="92500"/>
          </a:bodyPr>
          <a:lstStyle/>
          <a:p>
            <a:r>
              <a:rPr lang="en-US" sz="2400" dirty="0"/>
              <a:t>These are artificial lakes constructed usually of earthwork or masonry in which large quantities of surface water is stored. </a:t>
            </a:r>
          </a:p>
          <a:p>
            <a:r>
              <a:rPr lang="en-US" sz="2400" dirty="0"/>
              <a:t>Dams built across rivers and mountain streams also provide large reserves of surface water. The area draining into the reservoir is called “Catchment area . </a:t>
            </a:r>
          </a:p>
          <a:p>
            <a:r>
              <a:rPr lang="en-US" sz="2400" dirty="0"/>
              <a:t>Cities such as Mumbai, Chennai and Nagpur derive their water supply from impounding reservoirs. One disadvantage of storing water for long periods in reservoirs is the growth of algae and other microscopic organisms, which impart bad tastes and </a:t>
            </a:r>
            <a:r>
              <a:rPr lang="en-US" sz="2400" dirty="0" err="1"/>
              <a:t>odours</a:t>
            </a:r>
            <a:r>
              <a:rPr lang="en-US" sz="2400" dirty="0"/>
              <a:t> to water. </a:t>
            </a:r>
          </a:p>
          <a:p>
            <a:r>
              <a:rPr lang="en-US" sz="2400" dirty="0"/>
              <a:t>CHARACTERISTICS : Impounding reservoirs usually furnish a fairly good quality of water. </a:t>
            </a:r>
          </a:p>
          <a:p>
            <a:pPr lvl="1"/>
            <a:r>
              <a:rPr lang="en-US" dirty="0"/>
              <a:t>The waler is usually clear, palatable and ranks next to rainwater in purity. </a:t>
            </a:r>
          </a:p>
          <a:p>
            <a:pPr lvl="1"/>
            <a:r>
              <a:rPr lang="en-US" dirty="0"/>
              <a:t>If the surrounding hills are covered with peat, the water may acquire a brownish coloration. </a:t>
            </a:r>
          </a:p>
          <a:p>
            <a:pPr lvl="1"/>
            <a:r>
              <a:rPr lang="en-US" dirty="0"/>
              <a:t>The water is usually soft and considered to be free of pathogenic organisms. </a:t>
            </a:r>
          </a:p>
        </p:txBody>
      </p:sp>
    </p:spTree>
    <p:extLst>
      <p:ext uri="{BB962C8B-B14F-4D97-AF65-F5344CB8AC3E}">
        <p14:creationId xmlns:p14="http://schemas.microsoft.com/office/powerpoint/2010/main" val="3709169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erial shot of a zigzag river">
            <a:extLst>
              <a:ext uri="{FF2B5EF4-FFF2-40B4-BE49-F238E27FC236}">
                <a16:creationId xmlns:a16="http://schemas.microsoft.com/office/drawing/2014/main" id="{698B3F6A-7D1C-634E-0964-A89AC239C441}"/>
              </a:ext>
            </a:extLst>
          </p:cNvPr>
          <p:cNvPicPr>
            <a:picLocks noChangeAspect="1"/>
          </p:cNvPicPr>
          <p:nvPr/>
        </p:nvPicPr>
        <p:blipFill rotWithShape="1">
          <a:blip r:embed="rId2"/>
          <a:srcRect l="20447" r="33659"/>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E54D9909-A3EB-9A06-5B94-5496FECC7B60}"/>
              </a:ext>
            </a:extLst>
          </p:cNvPr>
          <p:cNvSpPr>
            <a:spLocks noGrp="1"/>
          </p:cNvSpPr>
          <p:nvPr>
            <p:ph type="title"/>
          </p:nvPr>
        </p:nvSpPr>
        <p:spPr>
          <a:xfrm>
            <a:off x="-1" y="742953"/>
            <a:ext cx="4196497" cy="1675623"/>
          </a:xfrm>
        </p:spPr>
        <p:txBody>
          <a:bodyPr anchor="b">
            <a:normAutofit fontScale="90000"/>
          </a:bodyPr>
          <a:lstStyle/>
          <a:p>
            <a:pPr algn="ctr"/>
            <a:r>
              <a:rPr lang="en-US" sz="4000" dirty="0">
                <a:solidFill>
                  <a:schemeClr val="bg1"/>
                </a:solidFill>
              </a:rPr>
              <a:t>Impounding Reservoir - impurities</a:t>
            </a:r>
          </a:p>
        </p:txBody>
      </p:sp>
      <p:sp>
        <p:nvSpPr>
          <p:cNvPr id="3" name="Content Placeholder 2">
            <a:extLst>
              <a:ext uri="{FF2B5EF4-FFF2-40B4-BE49-F238E27FC236}">
                <a16:creationId xmlns:a16="http://schemas.microsoft.com/office/drawing/2014/main" id="{BA5404FE-1F38-D9AA-DD51-1475D8A7ED28}"/>
              </a:ext>
            </a:extLst>
          </p:cNvPr>
          <p:cNvSpPr>
            <a:spLocks noGrp="1"/>
          </p:cNvSpPr>
          <p:nvPr>
            <p:ph idx="1"/>
          </p:nvPr>
        </p:nvSpPr>
        <p:spPr>
          <a:xfrm>
            <a:off x="4196496" y="558800"/>
            <a:ext cx="7155777" cy="5556247"/>
          </a:xfrm>
        </p:spPr>
        <p:txBody>
          <a:bodyPr>
            <a:normAutofit lnSpcReduction="10000"/>
          </a:bodyPr>
          <a:lstStyle/>
          <a:p>
            <a:r>
              <a:rPr lang="en-US" sz="3200" dirty="0"/>
              <a:t>IMPURITIES : The upland surface water derives its impurities from the catchment area.</a:t>
            </a:r>
          </a:p>
          <a:p>
            <a:r>
              <a:rPr lang="en-US" sz="3200" dirty="0"/>
              <a:t>The sources being human habitations and animal keeping or grazing. </a:t>
            </a:r>
          </a:p>
          <a:p>
            <a:r>
              <a:rPr lang="en-US" sz="3200" dirty="0"/>
              <a:t>It is therefore very necessary to keep the catchment area free from human or animal intrusion. </a:t>
            </a:r>
          </a:p>
          <a:p>
            <a:r>
              <a:rPr lang="en-US" sz="3200" dirty="0"/>
              <a:t>The general belief that mountain streams are very pure water is often untrue. Even if there is no human habitation or cattle near, there is still a possibility of contamination caused by wild animals.</a:t>
            </a:r>
          </a:p>
          <a:p>
            <a:endParaRPr lang="en-US" sz="3200" dirty="0"/>
          </a:p>
        </p:txBody>
      </p:sp>
    </p:spTree>
    <p:extLst>
      <p:ext uri="{BB962C8B-B14F-4D97-AF65-F5344CB8AC3E}">
        <p14:creationId xmlns:p14="http://schemas.microsoft.com/office/powerpoint/2010/main" val="681368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op view of a boat being moored by fishermen">
            <a:extLst>
              <a:ext uri="{FF2B5EF4-FFF2-40B4-BE49-F238E27FC236}">
                <a16:creationId xmlns:a16="http://schemas.microsoft.com/office/drawing/2014/main" id="{DC7B129E-6177-3E2A-F2D2-819C7C654513}"/>
              </a:ext>
            </a:extLst>
          </p:cNvPr>
          <p:cNvPicPr>
            <a:picLocks noChangeAspect="1"/>
          </p:cNvPicPr>
          <p:nvPr/>
        </p:nvPicPr>
        <p:blipFill rotWithShape="1">
          <a:blip r:embed="rId2"/>
          <a:srcRect l="36952" r="17154"/>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1BFB114A-EB54-12B8-F4EB-4C82164EEECB}"/>
              </a:ext>
            </a:extLst>
          </p:cNvPr>
          <p:cNvSpPr>
            <a:spLocks noGrp="1"/>
          </p:cNvSpPr>
          <p:nvPr>
            <p:ph type="title"/>
          </p:nvPr>
        </p:nvSpPr>
        <p:spPr>
          <a:xfrm>
            <a:off x="317785" y="2409830"/>
            <a:ext cx="1815815" cy="1675623"/>
          </a:xfrm>
          <a:solidFill>
            <a:schemeClr val="bg1">
              <a:alpha val="40000"/>
            </a:schemeClr>
          </a:solidFill>
        </p:spPr>
        <p:txBody>
          <a:bodyPr anchor="b">
            <a:normAutofit/>
          </a:bodyPr>
          <a:lstStyle/>
          <a:p>
            <a:r>
              <a:rPr lang="en-US" sz="4000" dirty="0"/>
              <a:t>Rivers</a:t>
            </a:r>
            <a:br>
              <a:rPr lang="en-US" sz="4000" dirty="0">
                <a:solidFill>
                  <a:schemeClr val="bg1"/>
                </a:solidFill>
              </a:rPr>
            </a:br>
            <a:endParaRPr lang="en-US" sz="4000" dirty="0">
              <a:solidFill>
                <a:schemeClr val="bg1"/>
              </a:solidFill>
            </a:endParaRPr>
          </a:p>
        </p:txBody>
      </p:sp>
      <p:sp>
        <p:nvSpPr>
          <p:cNvPr id="3" name="Content Placeholder 2">
            <a:extLst>
              <a:ext uri="{FF2B5EF4-FFF2-40B4-BE49-F238E27FC236}">
                <a16:creationId xmlns:a16="http://schemas.microsoft.com/office/drawing/2014/main" id="{B5DE8E85-847D-6CE8-5D39-AD69701E09ED}"/>
              </a:ext>
            </a:extLst>
          </p:cNvPr>
          <p:cNvSpPr>
            <a:spLocks noGrp="1"/>
          </p:cNvSpPr>
          <p:nvPr>
            <p:ph idx="1"/>
          </p:nvPr>
        </p:nvSpPr>
        <p:spPr>
          <a:xfrm>
            <a:off x="4553734" y="445478"/>
            <a:ext cx="6798539" cy="5669570"/>
          </a:xfrm>
        </p:spPr>
        <p:txBody>
          <a:bodyPr>
            <a:normAutofit fontScale="92500" lnSpcReduction="10000"/>
          </a:bodyPr>
          <a:lstStyle/>
          <a:p>
            <a:r>
              <a:rPr lang="en-US" dirty="0"/>
              <a:t>Many rivers furnish a dependable supply of water. </a:t>
            </a:r>
          </a:p>
          <a:p>
            <a:r>
              <a:rPr lang="en-US" dirty="0"/>
              <a:t>Cities such as Delhi, Kolkata and Allahabad rely on river water for their needs. The chief drawback of river water is that it is always grossly polluted and is quite unfit for drinking without treatment. </a:t>
            </a:r>
          </a:p>
          <a:p>
            <a:r>
              <a:rPr lang="en-US" dirty="0"/>
              <a:t>CHARACTERISTICS : River water is turbid during rainy season; it may be clear in other seasons.</a:t>
            </a:r>
          </a:p>
          <a:p>
            <a:r>
              <a:rPr lang="en-US" dirty="0"/>
              <a:t>Clarity of water is no guarantee that the river water is safe for drinking. River water contains dissolved and suspended impurities of all kinds. The bacterial count, including the human intestinal organisms may be very high. </a:t>
            </a:r>
          </a:p>
        </p:txBody>
      </p:sp>
    </p:spTree>
    <p:extLst>
      <p:ext uri="{BB962C8B-B14F-4D97-AF65-F5344CB8AC3E}">
        <p14:creationId xmlns:p14="http://schemas.microsoft.com/office/powerpoint/2010/main" val="2046670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 abstract background in the wall">
            <a:extLst>
              <a:ext uri="{FF2B5EF4-FFF2-40B4-BE49-F238E27FC236}">
                <a16:creationId xmlns:a16="http://schemas.microsoft.com/office/drawing/2014/main" id="{6ABA4C05-5F6F-6D1B-0431-9794B5FDD539}"/>
              </a:ext>
            </a:extLst>
          </p:cNvPr>
          <p:cNvPicPr>
            <a:picLocks noChangeAspect="1"/>
          </p:cNvPicPr>
          <p:nvPr/>
        </p:nvPicPr>
        <p:blipFill rotWithShape="1">
          <a:blip r:embed="rId2"/>
          <a:srcRect l="37589" r="27991"/>
          <a:stretch/>
        </p:blipFill>
        <p:spPr>
          <a:xfrm>
            <a:off x="1" y="10"/>
            <a:ext cx="4196496" cy="6857990"/>
          </a:xfrm>
          <a:prstGeom prst="rect">
            <a:avLst/>
          </a:prstGeom>
          <a:effectLst/>
        </p:spPr>
      </p:pic>
      <p:sp>
        <p:nvSpPr>
          <p:cNvPr id="2" name="Title 1">
            <a:extLst>
              <a:ext uri="{FF2B5EF4-FFF2-40B4-BE49-F238E27FC236}">
                <a16:creationId xmlns:a16="http://schemas.microsoft.com/office/drawing/2014/main" id="{0F197C07-45B3-FCF5-0FCE-952963B810CB}"/>
              </a:ext>
            </a:extLst>
          </p:cNvPr>
          <p:cNvSpPr>
            <a:spLocks noGrp="1"/>
          </p:cNvSpPr>
          <p:nvPr>
            <p:ph type="title"/>
          </p:nvPr>
        </p:nvSpPr>
        <p:spPr>
          <a:xfrm>
            <a:off x="235733" y="525857"/>
            <a:ext cx="3675867" cy="1675623"/>
          </a:xfrm>
        </p:spPr>
        <p:txBody>
          <a:bodyPr anchor="b">
            <a:normAutofit/>
          </a:bodyPr>
          <a:lstStyle/>
          <a:p>
            <a:pPr algn="ctr"/>
            <a:r>
              <a:rPr lang="en-US" sz="4000" dirty="0">
                <a:solidFill>
                  <a:srgbClr val="FF0000"/>
                </a:solidFill>
              </a:rPr>
              <a:t>Rivers - impurities</a:t>
            </a:r>
          </a:p>
        </p:txBody>
      </p:sp>
      <p:sp>
        <p:nvSpPr>
          <p:cNvPr id="3" name="Content Placeholder 2">
            <a:extLst>
              <a:ext uri="{FF2B5EF4-FFF2-40B4-BE49-F238E27FC236}">
                <a16:creationId xmlns:a16="http://schemas.microsoft.com/office/drawing/2014/main" id="{9927F89A-F138-5B68-7775-FEEFAE2E5BA4}"/>
              </a:ext>
            </a:extLst>
          </p:cNvPr>
          <p:cNvSpPr>
            <a:spLocks noGrp="1"/>
          </p:cNvSpPr>
          <p:nvPr>
            <p:ph idx="1"/>
          </p:nvPr>
        </p:nvSpPr>
        <p:spPr>
          <a:xfrm>
            <a:off x="4553734" y="525858"/>
            <a:ext cx="6798539" cy="6332142"/>
          </a:xfrm>
        </p:spPr>
        <p:txBody>
          <a:bodyPr>
            <a:normAutofit lnSpcReduction="10000"/>
          </a:bodyPr>
          <a:lstStyle/>
          <a:p>
            <a:r>
              <a:rPr lang="en-US" sz="2400" dirty="0"/>
              <a:t>IMPURITIES: Rivers are described as a direct connection between the alimentary canal of the people living upstream and the mouths of those below. </a:t>
            </a:r>
          </a:p>
          <a:p>
            <a:r>
              <a:rPr lang="en-US" sz="2400" dirty="0"/>
              <a:t>The impurities of river water are derived from surface washings, sewage and sullage water, industrial and trade wastes, and drainage from agricultural areas. </a:t>
            </a:r>
          </a:p>
          <a:p>
            <a:r>
              <a:rPr lang="en-US" sz="2400" dirty="0"/>
              <a:t>The customs and habits of the people like bathing, animal washing and disposal of the dead, all add to the pollution of water. </a:t>
            </a:r>
          </a:p>
          <a:p>
            <a:r>
              <a:rPr lang="en-US" sz="2400" dirty="0"/>
              <a:t>SELF-PURIFICATION : Certain amount of self-purification does occur in river water by natural forces of purification such as dilution, sedimentation, aeration, oxidation, sunlight, plant and animal life but these agencies are not sufficient to render the water potable. </a:t>
            </a:r>
          </a:p>
          <a:p>
            <a:r>
              <a:rPr lang="en-US" sz="2400" dirty="0"/>
              <a:t>River water needs purification before it can be used for drinking purposes.</a:t>
            </a:r>
          </a:p>
          <a:p>
            <a:endParaRPr lang="en-US" sz="2400" dirty="0"/>
          </a:p>
        </p:txBody>
      </p:sp>
    </p:spTree>
    <p:extLst>
      <p:ext uri="{BB962C8B-B14F-4D97-AF65-F5344CB8AC3E}">
        <p14:creationId xmlns:p14="http://schemas.microsoft.com/office/powerpoint/2010/main" val="2341894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330E30D-58FC-21E2-9E63-FC95CE2BBC5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9722" r="29722"/>
          <a:stretch/>
        </p:blipFill>
        <p:spPr bwMode="auto">
          <a:xfrm>
            <a:off x="21" y="10"/>
            <a:ext cx="4267180"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00FA69-5E81-6CC7-48CE-6EF4D3882843}"/>
              </a:ext>
            </a:extLst>
          </p:cNvPr>
          <p:cNvSpPr>
            <a:spLocks noGrp="1"/>
          </p:cNvSpPr>
          <p:nvPr>
            <p:ph type="title"/>
          </p:nvPr>
        </p:nvSpPr>
        <p:spPr>
          <a:xfrm>
            <a:off x="740985" y="3291946"/>
            <a:ext cx="4840010" cy="1807305"/>
          </a:xfrm>
          <a:solidFill>
            <a:schemeClr val="bg1">
              <a:alpha val="30000"/>
            </a:schemeClr>
          </a:solidFill>
        </p:spPr>
        <p:txBody>
          <a:bodyPr>
            <a:normAutofit/>
          </a:bodyPr>
          <a:lstStyle/>
          <a:p>
            <a:r>
              <a:rPr lang="en-US" dirty="0"/>
              <a:t>Tanks</a:t>
            </a:r>
          </a:p>
        </p:txBody>
      </p:sp>
      <p:sp>
        <p:nvSpPr>
          <p:cNvPr id="3" name="Content Placeholder 2">
            <a:extLst>
              <a:ext uri="{FF2B5EF4-FFF2-40B4-BE49-F238E27FC236}">
                <a16:creationId xmlns:a16="http://schemas.microsoft.com/office/drawing/2014/main" id="{06908DE3-6609-94A6-B1F1-A7C6AFE642C3}"/>
              </a:ext>
            </a:extLst>
          </p:cNvPr>
          <p:cNvSpPr>
            <a:spLocks noGrp="1"/>
          </p:cNvSpPr>
          <p:nvPr>
            <p:ph idx="1"/>
          </p:nvPr>
        </p:nvSpPr>
        <p:spPr>
          <a:xfrm>
            <a:off x="4267200" y="241300"/>
            <a:ext cx="7467599" cy="6090708"/>
          </a:xfrm>
        </p:spPr>
        <p:txBody>
          <a:bodyPr>
            <a:normAutofit fontScale="92500"/>
          </a:bodyPr>
          <a:lstStyle/>
          <a:p>
            <a:r>
              <a:rPr lang="en-US" sz="2400" dirty="0"/>
              <a:t>Tanks are large excavations in which surface water is stored. </a:t>
            </a:r>
          </a:p>
          <a:p>
            <a:r>
              <a:rPr lang="en-US" sz="2400" dirty="0"/>
              <a:t>They are an important source of water supply in some Indian villages. </a:t>
            </a:r>
          </a:p>
          <a:p>
            <a:r>
              <a:rPr lang="en-US" sz="2400" dirty="0"/>
              <a:t>Tanks are recipients of contamination of all sorts. They are full of silt and colloidal matter, especially immediately after the rains. The older tanks may be full of aquatic vegetation. </a:t>
            </a:r>
          </a:p>
          <a:p>
            <a:r>
              <a:rPr lang="en-US" sz="2400" dirty="0"/>
              <a:t>Tanks are often used for washing of clothes, cattle, humans, cooking pots; children use it for swimming and there may be regular defecation around the edges which will be washed into the tank at the next rains. </a:t>
            </a:r>
          </a:p>
          <a:p>
            <a:r>
              <a:rPr lang="en-US" sz="2400" dirty="0"/>
              <a:t>Tanks are thus subjected to unlimited possibilities of contamination and arc highly dangerous, as a source of drinking water, even at the best of times. </a:t>
            </a:r>
          </a:p>
          <a:p>
            <a:r>
              <a:rPr lang="en-US" sz="2400" dirty="0"/>
              <a:t>Unfortunately, the tank water is drunk without being boiled, disinfected or having undergone treatment of any kind which is responsible for an incalculable number of cases of sickness and death, particularly of children.</a:t>
            </a:r>
          </a:p>
        </p:txBody>
      </p:sp>
    </p:spTree>
    <p:extLst>
      <p:ext uri="{BB962C8B-B14F-4D97-AF65-F5344CB8AC3E}">
        <p14:creationId xmlns:p14="http://schemas.microsoft.com/office/powerpoint/2010/main" val="1191524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pes over the sea">
            <a:extLst>
              <a:ext uri="{FF2B5EF4-FFF2-40B4-BE49-F238E27FC236}">
                <a16:creationId xmlns:a16="http://schemas.microsoft.com/office/drawing/2014/main" id="{689421E3-228A-24C5-7786-09B02DFD7DC0}"/>
              </a:ext>
            </a:extLst>
          </p:cNvPr>
          <p:cNvPicPr>
            <a:picLocks noChangeAspect="1"/>
          </p:cNvPicPr>
          <p:nvPr/>
        </p:nvPicPr>
        <p:blipFill rotWithShape="1">
          <a:blip r:embed="rId2"/>
          <a:srcRect l="12858" r="20251"/>
          <a:stretch/>
        </p:blipFill>
        <p:spPr>
          <a:xfrm>
            <a:off x="21" y="10"/>
            <a:ext cx="4533880"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2" name="Title 1">
            <a:extLst>
              <a:ext uri="{FF2B5EF4-FFF2-40B4-BE49-F238E27FC236}">
                <a16:creationId xmlns:a16="http://schemas.microsoft.com/office/drawing/2014/main" id="{2FB67EDC-1034-E5D6-D549-FBE053BA817C}"/>
              </a:ext>
            </a:extLst>
          </p:cNvPr>
          <p:cNvSpPr>
            <a:spLocks noGrp="1"/>
          </p:cNvSpPr>
          <p:nvPr>
            <p:ph type="title"/>
          </p:nvPr>
        </p:nvSpPr>
        <p:spPr>
          <a:xfrm>
            <a:off x="519388" y="276225"/>
            <a:ext cx="3252512" cy="1807305"/>
          </a:xfrm>
        </p:spPr>
        <p:txBody>
          <a:bodyPr>
            <a:normAutofit/>
          </a:bodyPr>
          <a:lstStyle/>
          <a:p>
            <a:pPr algn="ctr"/>
            <a:r>
              <a:rPr lang="en-US" dirty="0"/>
              <a:t>Improvement of tanks</a:t>
            </a:r>
          </a:p>
        </p:txBody>
      </p:sp>
      <p:sp>
        <p:nvSpPr>
          <p:cNvPr id="3" name="Content Placeholder 2">
            <a:extLst>
              <a:ext uri="{FF2B5EF4-FFF2-40B4-BE49-F238E27FC236}">
                <a16:creationId xmlns:a16="http://schemas.microsoft.com/office/drawing/2014/main" id="{206E37A9-CBDC-401C-D46F-14A72BAE06F5}"/>
              </a:ext>
            </a:extLst>
          </p:cNvPr>
          <p:cNvSpPr>
            <a:spLocks noGrp="1"/>
          </p:cNvSpPr>
          <p:nvPr>
            <p:ph idx="1"/>
          </p:nvPr>
        </p:nvSpPr>
        <p:spPr>
          <a:xfrm>
            <a:off x="4533901" y="276224"/>
            <a:ext cx="7138711" cy="6315075"/>
          </a:xfrm>
        </p:spPr>
        <p:txBody>
          <a:bodyPr>
            <a:normAutofit lnSpcReduction="10000"/>
          </a:bodyPr>
          <a:lstStyle/>
          <a:p>
            <a:r>
              <a:rPr lang="en-US" sz="1800" dirty="0"/>
              <a:t>A certain amount of natural purification does take place in tank water because of storage, oxidation and other agencies but these arc not sufficient to render the water safe. </a:t>
            </a:r>
          </a:p>
          <a:p>
            <a:r>
              <a:rPr lang="en-US" sz="1800" dirty="0"/>
              <a:t>The sanitary quality of tank water may be considerably improved by observing the following : </a:t>
            </a:r>
          </a:p>
          <a:p>
            <a:pPr lvl="1"/>
            <a:r>
              <a:rPr lang="en-US" sz="1800" dirty="0"/>
              <a:t>The edges of the tank should be elevated in order to prevent the entry of surface washings; </a:t>
            </a:r>
          </a:p>
          <a:p>
            <a:pPr lvl="1"/>
            <a:r>
              <a:rPr lang="en-US" sz="1800" dirty="0"/>
              <a:t>There should be a fence around the tank to prevent access to animals; </a:t>
            </a:r>
          </a:p>
          <a:p>
            <a:pPr lvl="1"/>
            <a:r>
              <a:rPr lang="en-US" sz="1800" dirty="0"/>
              <a:t>No one should be permitted to get into the tank directly (note the hazard of guinea worm infestation);</a:t>
            </a:r>
          </a:p>
          <a:p>
            <a:pPr lvl="1"/>
            <a:r>
              <a:rPr lang="en-US" sz="1800" dirty="0"/>
              <a:t>There should be an elevated platform from where people can draw water; </a:t>
            </a:r>
          </a:p>
          <a:p>
            <a:pPr lvl="1"/>
            <a:r>
              <a:rPr lang="en-US" sz="1800" dirty="0"/>
              <a:t>The weeds should be periodically removed; and </a:t>
            </a:r>
          </a:p>
          <a:p>
            <a:pPr lvl="1"/>
            <a:r>
              <a:rPr lang="en-US" sz="1800" dirty="0"/>
              <a:t>The tank should be cleaned at the end of the dry season. </a:t>
            </a:r>
          </a:p>
          <a:p>
            <a:r>
              <a:rPr lang="en-US" sz="1800" dirty="0" err="1"/>
              <a:t>Inspite</a:t>
            </a:r>
            <a:r>
              <a:rPr lang="en-US" sz="1800" dirty="0"/>
              <a:t> of these precautions, from a practical point of view, it is not possible to prevent pollution of tanks as the people who consume the tank water are often among the poorest in the country and do not have sanitary concepts. </a:t>
            </a:r>
          </a:p>
          <a:p>
            <a:r>
              <a:rPr lang="en-US" sz="1800" dirty="0"/>
              <a:t>It is believed that the simplest solution consists of subjecting the tank water to some sort of sand filtration. </a:t>
            </a:r>
          </a:p>
          <a:p>
            <a:r>
              <a:rPr lang="en-US" sz="1800" dirty="0"/>
              <a:t>The addition of chlorine would undoubtedly add to the value of sand filtration.</a:t>
            </a:r>
          </a:p>
        </p:txBody>
      </p:sp>
    </p:spTree>
    <p:extLst>
      <p:ext uri="{BB962C8B-B14F-4D97-AF65-F5344CB8AC3E}">
        <p14:creationId xmlns:p14="http://schemas.microsoft.com/office/powerpoint/2010/main" val="42069261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280FD4D2-A072-4BB2-1D30-40557A9A767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2204"/>
          <a:stretch/>
        </p:blipFill>
        <p:spPr>
          <a:xfrm>
            <a:off x="20" y="1282"/>
            <a:ext cx="12191980" cy="6856718"/>
          </a:xfrm>
          <a:prstGeom prst="rect">
            <a:avLst/>
          </a:prstGeom>
        </p:spPr>
      </p:pic>
    </p:spTree>
    <p:extLst>
      <p:ext uri="{BB962C8B-B14F-4D97-AF65-F5344CB8AC3E}">
        <p14:creationId xmlns:p14="http://schemas.microsoft.com/office/powerpoint/2010/main" val="2263267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D1E24F4-4FDB-AA66-8F37-E6DC1306788D}"/>
              </a:ext>
            </a:extLst>
          </p:cNvPr>
          <p:cNvPicPr>
            <a:picLocks noChangeAspect="1"/>
          </p:cNvPicPr>
          <p:nvPr/>
        </p:nvPicPr>
        <p:blipFill rotWithShape="1">
          <a:blip r:embed="rId2"/>
          <a:srcRect l="45829" r="4002"/>
          <a:stretch/>
        </p:blipFill>
        <p:spPr>
          <a:xfrm>
            <a:off x="21" y="10"/>
            <a:ext cx="5283180"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2" name="Title 1">
            <a:extLst>
              <a:ext uri="{FF2B5EF4-FFF2-40B4-BE49-F238E27FC236}">
                <a16:creationId xmlns:a16="http://schemas.microsoft.com/office/drawing/2014/main" id="{41E91EDC-59F0-88D9-9613-8F8397AB8471}"/>
              </a:ext>
            </a:extLst>
          </p:cNvPr>
          <p:cNvSpPr>
            <a:spLocks noGrp="1"/>
          </p:cNvSpPr>
          <p:nvPr>
            <p:ph type="title"/>
          </p:nvPr>
        </p:nvSpPr>
        <p:spPr>
          <a:xfrm>
            <a:off x="1128988" y="525992"/>
            <a:ext cx="4840010" cy="1807305"/>
          </a:xfrm>
        </p:spPr>
        <p:txBody>
          <a:bodyPr>
            <a:normAutofit/>
          </a:bodyPr>
          <a:lstStyle/>
          <a:p>
            <a:r>
              <a:rPr lang="en-US" dirty="0"/>
              <a:t>Sea water</a:t>
            </a:r>
          </a:p>
        </p:txBody>
      </p:sp>
      <p:sp>
        <p:nvSpPr>
          <p:cNvPr id="3" name="Content Placeholder 2">
            <a:extLst>
              <a:ext uri="{FF2B5EF4-FFF2-40B4-BE49-F238E27FC236}">
                <a16:creationId xmlns:a16="http://schemas.microsoft.com/office/drawing/2014/main" id="{2FE58E92-0CA1-6EE5-DEDD-C8A5B002CECC}"/>
              </a:ext>
            </a:extLst>
          </p:cNvPr>
          <p:cNvSpPr>
            <a:spLocks noGrp="1"/>
          </p:cNvSpPr>
          <p:nvPr>
            <p:ph idx="1"/>
          </p:nvPr>
        </p:nvSpPr>
        <p:spPr>
          <a:xfrm>
            <a:off x="5968998" y="525992"/>
            <a:ext cx="5384800" cy="5650971"/>
          </a:xfrm>
        </p:spPr>
        <p:txBody>
          <a:bodyPr>
            <a:normAutofit/>
          </a:bodyPr>
          <a:lstStyle/>
          <a:p>
            <a:r>
              <a:rPr lang="en-US" sz="2000" dirty="0"/>
              <a:t>Though this source is plentiful, it has great many limitations. </a:t>
            </a:r>
          </a:p>
          <a:p>
            <a:r>
              <a:rPr lang="en-US" sz="2000" dirty="0"/>
              <a:t>It contains 3.5 per cent of salts in solution. </a:t>
            </a:r>
          </a:p>
          <a:p>
            <a:r>
              <a:rPr lang="en-US" sz="2000" dirty="0"/>
              <a:t>Offshore waters of the oceans and seas have a salt concentration of 30,000 to 36,000 mg/</a:t>
            </a:r>
            <a:r>
              <a:rPr lang="en-US" sz="2000" dirty="0" err="1"/>
              <a:t>litre</a:t>
            </a:r>
            <a:r>
              <a:rPr lang="en-US" sz="2000" dirty="0"/>
              <a:t> (30-36 g/</a:t>
            </a:r>
            <a:r>
              <a:rPr lang="en-US" sz="2000" dirty="0" err="1"/>
              <a:t>litre</a:t>
            </a:r>
            <a:r>
              <a:rPr lang="en-US" sz="2000" dirty="0"/>
              <a:t>) of dissolved solids including 19,000 mg/</a:t>
            </a:r>
            <a:r>
              <a:rPr lang="en-US" sz="2000" dirty="0" err="1"/>
              <a:t>litre</a:t>
            </a:r>
            <a:r>
              <a:rPr lang="en-US" sz="2000" dirty="0"/>
              <a:t> of chloride, 10,600 mg/</a:t>
            </a:r>
            <a:r>
              <a:rPr lang="en-US" sz="2000" dirty="0" err="1"/>
              <a:t>litre</a:t>
            </a:r>
            <a:r>
              <a:rPr lang="en-US" sz="2000" dirty="0"/>
              <a:t> of sodium and 1,270 mg/</a:t>
            </a:r>
            <a:r>
              <a:rPr lang="en-US" sz="2000" dirty="0" err="1"/>
              <a:t>litre</a:t>
            </a:r>
            <a:r>
              <a:rPr lang="en-US" sz="2000" dirty="0"/>
              <a:t> of magnesium.</a:t>
            </a:r>
          </a:p>
          <a:p>
            <a:r>
              <a:rPr lang="en-US" sz="2000" dirty="0"/>
              <a:t>Desalting and demineralization process involves heavy expenditure. </a:t>
            </a:r>
          </a:p>
          <a:p>
            <a:r>
              <a:rPr lang="en-US" sz="2000" dirty="0"/>
              <a:t>It is adopted in places where sea water is the only source available</a:t>
            </a:r>
          </a:p>
        </p:txBody>
      </p:sp>
    </p:spTree>
    <p:extLst>
      <p:ext uri="{BB962C8B-B14F-4D97-AF65-F5344CB8AC3E}">
        <p14:creationId xmlns:p14="http://schemas.microsoft.com/office/powerpoint/2010/main" val="31338474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968</TotalTime>
  <Words>2515</Words>
  <Application>Microsoft Office PowerPoint</Application>
  <PresentationFormat>Widescreen</PresentationFormat>
  <Paragraphs>157</Paragraphs>
  <Slides>25</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Times New Roman</vt:lpstr>
      <vt:lpstr>Office Theme</vt:lpstr>
      <vt:lpstr>Environment and Health</vt:lpstr>
      <vt:lpstr>Definition and Components</vt:lpstr>
      <vt:lpstr>Ill health and environment</vt:lpstr>
      <vt:lpstr>Sanitation</vt:lpstr>
      <vt:lpstr>Services required</vt:lpstr>
      <vt:lpstr>Health for all</vt:lpstr>
      <vt:lpstr>Poor environmental sanitation</vt:lpstr>
      <vt:lpstr>Water</vt:lpstr>
      <vt:lpstr>Water</vt:lpstr>
      <vt:lpstr>Safe and Wholesome water</vt:lpstr>
      <vt:lpstr>Water requirement</vt:lpstr>
      <vt:lpstr>Uses of water</vt:lpstr>
      <vt:lpstr>Sources of water</vt:lpstr>
      <vt:lpstr>Main Sources of water</vt:lpstr>
      <vt:lpstr>Rain</vt:lpstr>
      <vt:lpstr>Impurities in rain</vt:lpstr>
      <vt:lpstr>Surface water</vt:lpstr>
      <vt:lpstr>Impounding reservoir</vt:lpstr>
      <vt:lpstr>Impounding Reservoir - impurities</vt:lpstr>
      <vt:lpstr>Rivers </vt:lpstr>
      <vt:lpstr>Rivers - impurities</vt:lpstr>
      <vt:lpstr>Tanks</vt:lpstr>
      <vt:lpstr>Improvement of tanks</vt:lpstr>
      <vt:lpstr>PowerPoint Presentation</vt:lpstr>
      <vt:lpstr>Sea water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2</cp:revision>
  <dcterms:created xsi:type="dcterms:W3CDTF">2024-05-29T09:46:52Z</dcterms:created>
  <dcterms:modified xsi:type="dcterms:W3CDTF">2024-05-30T01:56:57Z</dcterms:modified>
</cp:coreProperties>
</file>