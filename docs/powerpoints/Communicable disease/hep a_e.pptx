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8CD824-E6D9-431C-973F-1E56AB92B644}" v="2" dt="2024-10-09T20:32:41.5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2" autoAdjust="0"/>
    <p:restoredTop sz="94660"/>
  </p:normalViewPr>
  <p:slideViewPr>
    <p:cSldViewPr snapToGrid="0">
      <p:cViewPr>
        <p:scale>
          <a:sx n="66" d="100"/>
          <a:sy n="66" d="100"/>
        </p:scale>
        <p:origin x="-342" y="1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418CD824-E6D9-431C-973F-1E56AB92B644}"/>
    <pc:docChg chg="undo custSel addSld delSld modSld">
      <pc:chgData name="mukul maheshwari" userId="12cb43e2ca5f0d2c" providerId="LiveId" clId="{418CD824-E6D9-431C-973F-1E56AB92B644}" dt="2024-10-09T20:38:25.333" v="402" actId="26606"/>
      <pc:docMkLst>
        <pc:docMk/>
      </pc:docMkLst>
      <pc:sldChg chg="del">
        <pc:chgData name="mukul maheshwari" userId="12cb43e2ca5f0d2c" providerId="LiveId" clId="{418CD824-E6D9-431C-973F-1E56AB92B644}" dt="2024-10-09T20:09:28.180" v="7" actId="47"/>
        <pc:sldMkLst>
          <pc:docMk/>
          <pc:sldMk cId="1761073606" sldId="256"/>
        </pc:sldMkLst>
      </pc:sldChg>
      <pc:sldChg chg="addSp delSp modSp mod setBg addAnim delAnim setClrOvrMap">
        <pc:chgData name="mukul maheshwari" userId="12cb43e2ca5f0d2c" providerId="LiveId" clId="{418CD824-E6D9-431C-973F-1E56AB92B644}" dt="2024-10-09T20:09:18.553" v="6"/>
        <pc:sldMkLst>
          <pc:docMk/>
          <pc:sldMk cId="3134345173" sldId="257"/>
        </pc:sldMkLst>
        <pc:spChg chg="mod">
          <ac:chgData name="mukul maheshwari" userId="12cb43e2ca5f0d2c" providerId="LiveId" clId="{418CD824-E6D9-431C-973F-1E56AB92B644}" dt="2024-10-09T20:09:18.553" v="5" actId="26606"/>
          <ac:spMkLst>
            <pc:docMk/>
            <pc:sldMk cId="3134345173" sldId="257"/>
            <ac:spMk id="2" creationId="{B416F09D-E379-0398-675E-DC2483DEAF7D}"/>
          </ac:spMkLst>
        </pc:spChg>
        <pc:spChg chg="add del">
          <ac:chgData name="mukul maheshwari" userId="12cb43e2ca5f0d2c" providerId="LiveId" clId="{418CD824-E6D9-431C-973F-1E56AB92B644}" dt="2024-10-09T20:09:18.531" v="4" actId="26606"/>
          <ac:spMkLst>
            <pc:docMk/>
            <pc:sldMk cId="3134345173" sldId="257"/>
            <ac:spMk id="8" creationId="{71B2258F-86CA-4D4D-8270-BC05FCDEBFB3}"/>
          </ac:spMkLst>
        </pc:spChg>
        <pc:spChg chg="add">
          <ac:chgData name="mukul maheshwari" userId="12cb43e2ca5f0d2c" providerId="LiveId" clId="{418CD824-E6D9-431C-973F-1E56AB92B644}" dt="2024-10-09T20:09:18.553" v="5" actId="26606"/>
          <ac:spMkLst>
            <pc:docMk/>
            <pc:sldMk cId="3134345173" sldId="257"/>
            <ac:spMk id="10" creationId="{68CD2EFB-78C2-4C6E-A6B9-4ED12FAD5B99}"/>
          </ac:spMkLst>
        </pc:spChg>
        <pc:spChg chg="add">
          <ac:chgData name="mukul maheshwari" userId="12cb43e2ca5f0d2c" providerId="LiveId" clId="{418CD824-E6D9-431C-973F-1E56AB92B644}" dt="2024-10-09T20:09:18.553" v="5" actId="26606"/>
          <ac:spMkLst>
            <pc:docMk/>
            <pc:sldMk cId="3134345173" sldId="257"/>
            <ac:spMk id="11" creationId="{C8320351-9FA2-4A26-885B-BB8F3E4902D2}"/>
          </ac:spMkLst>
        </pc:spChg>
        <pc:picChg chg="add del">
          <ac:chgData name="mukul maheshwari" userId="12cb43e2ca5f0d2c" providerId="LiveId" clId="{418CD824-E6D9-431C-973F-1E56AB92B644}" dt="2024-10-09T20:09:18.531" v="4" actId="26606"/>
          <ac:picMkLst>
            <pc:docMk/>
            <pc:sldMk cId="3134345173" sldId="257"/>
            <ac:picMk id="4" creationId="{E2AC87FA-E52D-CDE2-7A60-7F900855309F}"/>
          </ac:picMkLst>
        </pc:picChg>
        <pc:picChg chg="add">
          <ac:chgData name="mukul maheshwari" userId="12cb43e2ca5f0d2c" providerId="LiveId" clId="{418CD824-E6D9-431C-973F-1E56AB92B644}" dt="2024-10-09T20:09:18.553" v="5" actId="26606"/>
          <ac:picMkLst>
            <pc:docMk/>
            <pc:sldMk cId="3134345173" sldId="257"/>
            <ac:picMk id="12" creationId="{535E4C76-1172-08E6-C132-297D6F5EE7DE}"/>
          </ac:picMkLst>
        </pc:picChg>
      </pc:sldChg>
      <pc:sldChg chg="modSp mod">
        <pc:chgData name="mukul maheshwari" userId="12cb43e2ca5f0d2c" providerId="LiveId" clId="{418CD824-E6D9-431C-973F-1E56AB92B644}" dt="2024-10-09T20:09:04.588" v="1" actId="13926"/>
        <pc:sldMkLst>
          <pc:docMk/>
          <pc:sldMk cId="2662201665" sldId="258"/>
        </pc:sldMkLst>
        <pc:spChg chg="mod">
          <ac:chgData name="mukul maheshwari" userId="12cb43e2ca5f0d2c" providerId="LiveId" clId="{418CD824-E6D9-431C-973F-1E56AB92B644}" dt="2024-10-09T20:09:04.588" v="1" actId="13926"/>
          <ac:spMkLst>
            <pc:docMk/>
            <pc:sldMk cId="2662201665" sldId="258"/>
            <ac:spMk id="3" creationId="{1B74CB53-6AE3-254D-9BC3-A0BE690498A6}"/>
          </ac:spMkLst>
        </pc:spChg>
      </pc:sldChg>
      <pc:sldChg chg="modSp mod">
        <pc:chgData name="mukul maheshwari" userId="12cb43e2ca5f0d2c" providerId="LiveId" clId="{418CD824-E6D9-431C-973F-1E56AB92B644}" dt="2024-10-09T20:10:37.107" v="9" actId="13926"/>
        <pc:sldMkLst>
          <pc:docMk/>
          <pc:sldMk cId="3310668298" sldId="259"/>
        </pc:sldMkLst>
        <pc:spChg chg="mod">
          <ac:chgData name="mukul maheshwari" userId="12cb43e2ca5f0d2c" providerId="LiveId" clId="{418CD824-E6D9-431C-973F-1E56AB92B644}" dt="2024-10-09T20:10:37.107" v="9" actId="13926"/>
          <ac:spMkLst>
            <pc:docMk/>
            <pc:sldMk cId="3310668298" sldId="259"/>
            <ac:spMk id="3" creationId="{BA318C7B-109F-9C72-D589-48627287A804}"/>
          </ac:spMkLst>
        </pc:spChg>
      </pc:sldChg>
      <pc:sldChg chg="modSp mod">
        <pc:chgData name="mukul maheshwari" userId="12cb43e2ca5f0d2c" providerId="LiveId" clId="{418CD824-E6D9-431C-973F-1E56AB92B644}" dt="2024-10-09T20:11:33.241" v="12" actId="13926"/>
        <pc:sldMkLst>
          <pc:docMk/>
          <pc:sldMk cId="2351257516" sldId="260"/>
        </pc:sldMkLst>
        <pc:spChg chg="mod">
          <ac:chgData name="mukul maheshwari" userId="12cb43e2ca5f0d2c" providerId="LiveId" clId="{418CD824-E6D9-431C-973F-1E56AB92B644}" dt="2024-10-09T20:11:33.241" v="12" actId="13926"/>
          <ac:spMkLst>
            <pc:docMk/>
            <pc:sldMk cId="2351257516" sldId="260"/>
            <ac:spMk id="3" creationId="{97039413-0C0E-84F4-721E-7F1F0C06C200}"/>
          </ac:spMkLst>
        </pc:spChg>
      </pc:sldChg>
      <pc:sldChg chg="modSp mod">
        <pc:chgData name="mukul maheshwari" userId="12cb43e2ca5f0d2c" providerId="LiveId" clId="{418CD824-E6D9-431C-973F-1E56AB92B644}" dt="2024-10-09T20:12:05.492" v="14" actId="13926"/>
        <pc:sldMkLst>
          <pc:docMk/>
          <pc:sldMk cId="3657558694" sldId="261"/>
        </pc:sldMkLst>
        <pc:spChg chg="mod">
          <ac:chgData name="mukul maheshwari" userId="12cb43e2ca5f0d2c" providerId="LiveId" clId="{418CD824-E6D9-431C-973F-1E56AB92B644}" dt="2024-10-09T20:12:05.492" v="14" actId="13926"/>
          <ac:spMkLst>
            <pc:docMk/>
            <pc:sldMk cId="3657558694" sldId="261"/>
            <ac:spMk id="3" creationId="{4714D697-0354-00D3-42D5-A7061A743E3A}"/>
          </ac:spMkLst>
        </pc:spChg>
      </pc:sldChg>
      <pc:sldChg chg="modSp mod">
        <pc:chgData name="mukul maheshwari" userId="12cb43e2ca5f0d2c" providerId="LiveId" clId="{418CD824-E6D9-431C-973F-1E56AB92B644}" dt="2024-10-09T20:13:59.765" v="18" actId="13926"/>
        <pc:sldMkLst>
          <pc:docMk/>
          <pc:sldMk cId="1302199302" sldId="263"/>
        </pc:sldMkLst>
        <pc:spChg chg="mod">
          <ac:chgData name="mukul maheshwari" userId="12cb43e2ca5f0d2c" providerId="LiveId" clId="{418CD824-E6D9-431C-973F-1E56AB92B644}" dt="2024-10-09T20:13:59.765" v="18" actId="13926"/>
          <ac:spMkLst>
            <pc:docMk/>
            <pc:sldMk cId="1302199302" sldId="263"/>
            <ac:spMk id="3" creationId="{2DDC4101-EFA5-3060-B097-A5C3E453365D}"/>
          </ac:spMkLst>
        </pc:spChg>
      </pc:sldChg>
      <pc:sldChg chg="modSp mod">
        <pc:chgData name="mukul maheshwari" userId="12cb43e2ca5f0d2c" providerId="LiveId" clId="{418CD824-E6D9-431C-973F-1E56AB92B644}" dt="2024-10-09T20:15:04.556" v="20" actId="13926"/>
        <pc:sldMkLst>
          <pc:docMk/>
          <pc:sldMk cId="2240394270" sldId="264"/>
        </pc:sldMkLst>
        <pc:spChg chg="mod">
          <ac:chgData name="mukul maheshwari" userId="12cb43e2ca5f0d2c" providerId="LiveId" clId="{418CD824-E6D9-431C-973F-1E56AB92B644}" dt="2024-10-09T20:15:04.556" v="20" actId="13926"/>
          <ac:spMkLst>
            <pc:docMk/>
            <pc:sldMk cId="2240394270" sldId="264"/>
            <ac:spMk id="3" creationId="{4D3BEA34-12BB-C0F7-A602-36A005FBA0D0}"/>
          </ac:spMkLst>
        </pc:spChg>
      </pc:sldChg>
      <pc:sldChg chg="modSp mod">
        <pc:chgData name="mukul maheshwari" userId="12cb43e2ca5f0d2c" providerId="LiveId" clId="{418CD824-E6D9-431C-973F-1E56AB92B644}" dt="2024-10-09T20:15:20.420" v="21" actId="13926"/>
        <pc:sldMkLst>
          <pc:docMk/>
          <pc:sldMk cId="2530655220" sldId="265"/>
        </pc:sldMkLst>
        <pc:spChg chg="mod">
          <ac:chgData name="mukul maheshwari" userId="12cb43e2ca5f0d2c" providerId="LiveId" clId="{418CD824-E6D9-431C-973F-1E56AB92B644}" dt="2024-10-09T20:15:20.420" v="21" actId="13926"/>
          <ac:spMkLst>
            <pc:docMk/>
            <pc:sldMk cId="2530655220" sldId="265"/>
            <ac:spMk id="3" creationId="{95B41DD3-C7FE-2D44-B329-E21ADEDD0078}"/>
          </ac:spMkLst>
        </pc:spChg>
      </pc:sldChg>
      <pc:sldChg chg="modSp mod">
        <pc:chgData name="mukul maheshwari" userId="12cb43e2ca5f0d2c" providerId="LiveId" clId="{418CD824-E6D9-431C-973F-1E56AB92B644}" dt="2024-10-09T20:16:22.095" v="22" actId="13926"/>
        <pc:sldMkLst>
          <pc:docMk/>
          <pc:sldMk cId="3386619279" sldId="266"/>
        </pc:sldMkLst>
        <pc:spChg chg="mod">
          <ac:chgData name="mukul maheshwari" userId="12cb43e2ca5f0d2c" providerId="LiveId" clId="{418CD824-E6D9-431C-973F-1E56AB92B644}" dt="2024-10-09T20:16:22.095" v="22" actId="13926"/>
          <ac:spMkLst>
            <pc:docMk/>
            <pc:sldMk cId="3386619279" sldId="266"/>
            <ac:spMk id="3" creationId="{25A64BEF-97A2-0AAB-72C4-D317B2A307B4}"/>
          </ac:spMkLst>
        </pc:spChg>
      </pc:sldChg>
      <pc:sldChg chg="modSp mod">
        <pc:chgData name="mukul maheshwari" userId="12cb43e2ca5f0d2c" providerId="LiveId" clId="{418CD824-E6D9-431C-973F-1E56AB92B644}" dt="2024-10-09T20:17:02.762" v="24" actId="13926"/>
        <pc:sldMkLst>
          <pc:docMk/>
          <pc:sldMk cId="4206822921" sldId="267"/>
        </pc:sldMkLst>
        <pc:spChg chg="mod">
          <ac:chgData name="mukul maheshwari" userId="12cb43e2ca5f0d2c" providerId="LiveId" clId="{418CD824-E6D9-431C-973F-1E56AB92B644}" dt="2024-10-09T20:17:02.762" v="24" actId="13926"/>
          <ac:spMkLst>
            <pc:docMk/>
            <pc:sldMk cId="4206822921" sldId="267"/>
            <ac:spMk id="3" creationId="{A6CDCE04-6EAA-55F9-A9D9-A37650564F71}"/>
          </ac:spMkLst>
        </pc:spChg>
      </pc:sldChg>
      <pc:sldChg chg="modSp mod">
        <pc:chgData name="mukul maheshwari" userId="12cb43e2ca5f0d2c" providerId="LiveId" clId="{418CD824-E6D9-431C-973F-1E56AB92B644}" dt="2024-10-09T20:18:45.023" v="27" actId="20577"/>
        <pc:sldMkLst>
          <pc:docMk/>
          <pc:sldMk cId="3024212284" sldId="269"/>
        </pc:sldMkLst>
        <pc:spChg chg="mod">
          <ac:chgData name="mukul maheshwari" userId="12cb43e2ca5f0d2c" providerId="LiveId" clId="{418CD824-E6D9-431C-973F-1E56AB92B644}" dt="2024-10-09T20:18:45.023" v="27" actId="20577"/>
          <ac:spMkLst>
            <pc:docMk/>
            <pc:sldMk cId="3024212284" sldId="269"/>
            <ac:spMk id="3" creationId="{BE6B1963-2E11-49BC-34D7-28C1E62E8BB8}"/>
          </ac:spMkLst>
        </pc:spChg>
      </pc:sldChg>
      <pc:sldChg chg="addSp delSp modSp new mod setBg">
        <pc:chgData name="mukul maheshwari" userId="12cb43e2ca5f0d2c" providerId="LiveId" clId="{418CD824-E6D9-431C-973F-1E56AB92B644}" dt="2024-10-09T20:21:14.057" v="40" actId="26606"/>
        <pc:sldMkLst>
          <pc:docMk/>
          <pc:sldMk cId="2381659151" sldId="278"/>
        </pc:sldMkLst>
        <pc:spChg chg="mod">
          <ac:chgData name="mukul maheshwari" userId="12cb43e2ca5f0d2c" providerId="LiveId" clId="{418CD824-E6D9-431C-973F-1E56AB92B644}" dt="2024-10-09T20:21:14.057" v="40" actId="26606"/>
          <ac:spMkLst>
            <pc:docMk/>
            <pc:sldMk cId="2381659151" sldId="278"/>
            <ac:spMk id="2" creationId="{9DB16805-F7C9-1599-3ED2-EFDB5343D554}"/>
          </ac:spMkLst>
        </pc:spChg>
        <pc:spChg chg="del">
          <ac:chgData name="mukul maheshwari" userId="12cb43e2ca5f0d2c" providerId="LiveId" clId="{418CD824-E6D9-431C-973F-1E56AB92B644}" dt="2024-10-09T20:21:14.057" v="40" actId="26606"/>
          <ac:spMkLst>
            <pc:docMk/>
            <pc:sldMk cId="2381659151" sldId="278"/>
            <ac:spMk id="3" creationId="{9CE7EB67-FDE1-3703-E81D-9150A0E11914}"/>
          </ac:spMkLst>
        </pc:spChg>
        <pc:spChg chg="add">
          <ac:chgData name="mukul maheshwari" userId="12cb43e2ca5f0d2c" providerId="LiveId" clId="{418CD824-E6D9-431C-973F-1E56AB92B644}" dt="2024-10-09T20:21:14.057" v="40" actId="26606"/>
          <ac:spMkLst>
            <pc:docMk/>
            <pc:sldMk cId="2381659151" sldId="278"/>
            <ac:spMk id="9" creationId="{4D60F200-5EB0-B223-2439-C96C67F0FEE1}"/>
          </ac:spMkLst>
        </pc:spChg>
        <pc:spChg chg="add">
          <ac:chgData name="mukul maheshwari" userId="12cb43e2ca5f0d2c" providerId="LiveId" clId="{418CD824-E6D9-431C-973F-1E56AB92B644}" dt="2024-10-09T20:21:14.057" v="40" actId="26606"/>
          <ac:spMkLst>
            <pc:docMk/>
            <pc:sldMk cId="2381659151" sldId="278"/>
            <ac:spMk id="11" creationId="{A6567EA8-C72D-4B9B-D23F-6B2E9F9C9F47}"/>
          </ac:spMkLst>
        </pc:spChg>
        <pc:spChg chg="add">
          <ac:chgData name="mukul maheshwari" userId="12cb43e2ca5f0d2c" providerId="LiveId" clId="{418CD824-E6D9-431C-973F-1E56AB92B644}" dt="2024-10-09T20:21:14.057" v="40" actId="26606"/>
          <ac:spMkLst>
            <pc:docMk/>
            <pc:sldMk cId="2381659151" sldId="278"/>
            <ac:spMk id="13" creationId="{FEFBFA78-9360-1E01-5448-6D5AE0A32601}"/>
          </ac:spMkLst>
        </pc:spChg>
        <pc:spChg chg="add">
          <ac:chgData name="mukul maheshwari" userId="12cb43e2ca5f0d2c" providerId="LiveId" clId="{418CD824-E6D9-431C-973F-1E56AB92B644}" dt="2024-10-09T20:21:14.057" v="40" actId="26606"/>
          <ac:spMkLst>
            <pc:docMk/>
            <pc:sldMk cId="2381659151" sldId="278"/>
            <ac:spMk id="15" creationId="{1740453C-744F-DB3A-47EC-15EACE1DC117}"/>
          </ac:spMkLst>
        </pc:spChg>
        <pc:spChg chg="add">
          <ac:chgData name="mukul maheshwari" userId="12cb43e2ca5f0d2c" providerId="LiveId" clId="{418CD824-E6D9-431C-973F-1E56AB92B644}" dt="2024-10-09T20:21:14.057" v="40" actId="26606"/>
          <ac:spMkLst>
            <pc:docMk/>
            <pc:sldMk cId="2381659151" sldId="278"/>
            <ac:spMk id="17" creationId="{B6924B03-77BD-EAE3-2854-43363FF8E6BB}"/>
          </ac:spMkLst>
        </pc:spChg>
        <pc:picChg chg="add">
          <ac:chgData name="mukul maheshwari" userId="12cb43e2ca5f0d2c" providerId="LiveId" clId="{418CD824-E6D9-431C-973F-1E56AB92B644}" dt="2024-10-09T20:21:14.057" v="40" actId="26606"/>
          <ac:picMkLst>
            <pc:docMk/>
            <pc:sldMk cId="2381659151" sldId="278"/>
            <ac:picMk id="5" creationId="{87D8733D-032D-59E9-CDB2-DC8E419AA721}"/>
          </ac:picMkLst>
        </pc:picChg>
      </pc:sldChg>
      <pc:sldChg chg="modSp new mod">
        <pc:chgData name="mukul maheshwari" userId="12cb43e2ca5f0d2c" providerId="LiveId" clId="{418CD824-E6D9-431C-973F-1E56AB92B644}" dt="2024-10-09T20:23:08.225" v="86" actId="20577"/>
        <pc:sldMkLst>
          <pc:docMk/>
          <pc:sldMk cId="2893711069" sldId="279"/>
        </pc:sldMkLst>
        <pc:spChg chg="mod">
          <ac:chgData name="mukul maheshwari" userId="12cb43e2ca5f0d2c" providerId="LiveId" clId="{418CD824-E6D9-431C-973F-1E56AB92B644}" dt="2024-10-09T20:21:45.354" v="52" actId="20577"/>
          <ac:spMkLst>
            <pc:docMk/>
            <pc:sldMk cId="2893711069" sldId="279"/>
            <ac:spMk id="2" creationId="{1BC14BCC-4851-AC40-9D5D-7DED5DA6DFF7}"/>
          </ac:spMkLst>
        </pc:spChg>
        <pc:spChg chg="mod">
          <ac:chgData name="mukul maheshwari" userId="12cb43e2ca5f0d2c" providerId="LiveId" clId="{418CD824-E6D9-431C-973F-1E56AB92B644}" dt="2024-10-09T20:23:08.225" v="86" actId="20577"/>
          <ac:spMkLst>
            <pc:docMk/>
            <pc:sldMk cId="2893711069" sldId="279"/>
            <ac:spMk id="3" creationId="{DED3A54B-14A8-6DED-6BF1-200C22F101BA}"/>
          </ac:spMkLst>
        </pc:spChg>
      </pc:sldChg>
      <pc:sldChg chg="modSp new mod">
        <pc:chgData name="mukul maheshwari" userId="12cb43e2ca5f0d2c" providerId="LiveId" clId="{418CD824-E6D9-431C-973F-1E56AB92B644}" dt="2024-10-09T20:25:11.757" v="144" actId="33524"/>
        <pc:sldMkLst>
          <pc:docMk/>
          <pc:sldMk cId="226669446" sldId="280"/>
        </pc:sldMkLst>
        <pc:spChg chg="mod">
          <ac:chgData name="mukul maheshwari" userId="12cb43e2ca5f0d2c" providerId="LiveId" clId="{418CD824-E6D9-431C-973F-1E56AB92B644}" dt="2024-10-09T20:23:26.038" v="98" actId="20577"/>
          <ac:spMkLst>
            <pc:docMk/>
            <pc:sldMk cId="226669446" sldId="280"/>
            <ac:spMk id="2" creationId="{2BEFCAD8-0567-C130-D37B-A3B0BF1E8C33}"/>
          </ac:spMkLst>
        </pc:spChg>
        <pc:spChg chg="mod">
          <ac:chgData name="mukul maheshwari" userId="12cb43e2ca5f0d2c" providerId="LiveId" clId="{418CD824-E6D9-431C-973F-1E56AB92B644}" dt="2024-10-09T20:25:11.757" v="144" actId="33524"/>
          <ac:spMkLst>
            <pc:docMk/>
            <pc:sldMk cId="226669446" sldId="280"/>
            <ac:spMk id="3" creationId="{BAA93A51-756C-7B86-DE92-ECD6F43B60C1}"/>
          </ac:spMkLst>
        </pc:spChg>
      </pc:sldChg>
      <pc:sldChg chg="modSp new mod">
        <pc:chgData name="mukul maheshwari" userId="12cb43e2ca5f0d2c" providerId="LiveId" clId="{418CD824-E6D9-431C-973F-1E56AB92B644}" dt="2024-10-09T20:26:56.176" v="185" actId="14100"/>
        <pc:sldMkLst>
          <pc:docMk/>
          <pc:sldMk cId="980726769" sldId="281"/>
        </pc:sldMkLst>
        <pc:spChg chg="mod">
          <ac:chgData name="mukul maheshwari" userId="12cb43e2ca5f0d2c" providerId="LiveId" clId="{418CD824-E6D9-431C-973F-1E56AB92B644}" dt="2024-10-09T20:25:31.768" v="157" actId="20577"/>
          <ac:spMkLst>
            <pc:docMk/>
            <pc:sldMk cId="980726769" sldId="281"/>
            <ac:spMk id="2" creationId="{BD916B3A-9F01-C220-5482-FCD74AA0D8FF}"/>
          </ac:spMkLst>
        </pc:spChg>
        <pc:spChg chg="mod">
          <ac:chgData name="mukul maheshwari" userId="12cb43e2ca5f0d2c" providerId="LiveId" clId="{418CD824-E6D9-431C-973F-1E56AB92B644}" dt="2024-10-09T20:26:56.176" v="185" actId="14100"/>
          <ac:spMkLst>
            <pc:docMk/>
            <pc:sldMk cId="980726769" sldId="281"/>
            <ac:spMk id="3" creationId="{844178A2-FFF3-69E0-BD92-3EEA84832224}"/>
          </ac:spMkLst>
        </pc:spChg>
      </pc:sldChg>
      <pc:sldChg chg="modSp new mod">
        <pc:chgData name="mukul maheshwari" userId="12cb43e2ca5f0d2c" providerId="LiveId" clId="{418CD824-E6D9-431C-973F-1E56AB92B644}" dt="2024-10-09T20:27:52.939" v="213" actId="20577"/>
        <pc:sldMkLst>
          <pc:docMk/>
          <pc:sldMk cId="1960894928" sldId="282"/>
        </pc:sldMkLst>
        <pc:spChg chg="mod">
          <ac:chgData name="mukul maheshwari" userId="12cb43e2ca5f0d2c" providerId="LiveId" clId="{418CD824-E6D9-431C-973F-1E56AB92B644}" dt="2024-10-09T20:27:25.723" v="203" actId="20577"/>
          <ac:spMkLst>
            <pc:docMk/>
            <pc:sldMk cId="1960894928" sldId="282"/>
            <ac:spMk id="2" creationId="{0DCD46B8-4A44-12CE-1CDE-183EE0C54180}"/>
          </ac:spMkLst>
        </pc:spChg>
        <pc:spChg chg="mod">
          <ac:chgData name="mukul maheshwari" userId="12cb43e2ca5f0d2c" providerId="LiveId" clId="{418CD824-E6D9-431C-973F-1E56AB92B644}" dt="2024-10-09T20:27:52.939" v="213" actId="20577"/>
          <ac:spMkLst>
            <pc:docMk/>
            <pc:sldMk cId="1960894928" sldId="282"/>
            <ac:spMk id="3" creationId="{2D115CBB-2B77-D74F-611F-DBA321882FD1}"/>
          </ac:spMkLst>
        </pc:spChg>
      </pc:sldChg>
      <pc:sldChg chg="modSp new mod">
        <pc:chgData name="mukul maheshwari" userId="12cb43e2ca5f0d2c" providerId="LiveId" clId="{418CD824-E6D9-431C-973F-1E56AB92B644}" dt="2024-10-09T20:32:46.725" v="294" actId="27636"/>
        <pc:sldMkLst>
          <pc:docMk/>
          <pc:sldMk cId="3675681178" sldId="283"/>
        </pc:sldMkLst>
        <pc:spChg chg="mod">
          <ac:chgData name="mukul maheshwari" userId="12cb43e2ca5f0d2c" providerId="LiveId" clId="{418CD824-E6D9-431C-973F-1E56AB92B644}" dt="2024-10-09T20:28:11.189" v="222" actId="20577"/>
          <ac:spMkLst>
            <pc:docMk/>
            <pc:sldMk cId="3675681178" sldId="283"/>
            <ac:spMk id="2" creationId="{2B1A37F2-C6F3-45CF-9721-567E541CF116}"/>
          </ac:spMkLst>
        </pc:spChg>
        <pc:spChg chg="mod">
          <ac:chgData name="mukul maheshwari" userId="12cb43e2ca5f0d2c" providerId="LiveId" clId="{418CD824-E6D9-431C-973F-1E56AB92B644}" dt="2024-10-09T20:32:46.725" v="294" actId="27636"/>
          <ac:spMkLst>
            <pc:docMk/>
            <pc:sldMk cId="3675681178" sldId="283"/>
            <ac:spMk id="3" creationId="{882A67F4-8E9F-4858-73CC-56AD9138FAD4}"/>
          </ac:spMkLst>
        </pc:spChg>
      </pc:sldChg>
      <pc:sldChg chg="modSp add mod">
        <pc:chgData name="mukul maheshwari" userId="12cb43e2ca5f0d2c" providerId="LiveId" clId="{418CD824-E6D9-431C-973F-1E56AB92B644}" dt="2024-10-09T20:34:20.620" v="305" actId="20577"/>
        <pc:sldMkLst>
          <pc:docMk/>
          <pc:sldMk cId="2141997844" sldId="284"/>
        </pc:sldMkLst>
        <pc:spChg chg="mod">
          <ac:chgData name="mukul maheshwari" userId="12cb43e2ca5f0d2c" providerId="LiveId" clId="{418CD824-E6D9-431C-973F-1E56AB92B644}" dt="2024-10-09T20:34:20.620" v="305" actId="20577"/>
          <ac:spMkLst>
            <pc:docMk/>
            <pc:sldMk cId="2141997844" sldId="284"/>
            <ac:spMk id="3" creationId="{B28174D4-F18C-B2C2-7F15-504719E5F20D}"/>
          </ac:spMkLst>
        </pc:spChg>
      </pc:sldChg>
      <pc:sldChg chg="modSp new mod">
        <pc:chgData name="mukul maheshwari" userId="12cb43e2ca5f0d2c" providerId="LiveId" clId="{418CD824-E6D9-431C-973F-1E56AB92B644}" dt="2024-10-09T20:35:26.567" v="332" actId="20577"/>
        <pc:sldMkLst>
          <pc:docMk/>
          <pc:sldMk cId="3169196529" sldId="285"/>
        </pc:sldMkLst>
        <pc:spChg chg="mod">
          <ac:chgData name="mukul maheshwari" userId="12cb43e2ca5f0d2c" providerId="LiveId" clId="{418CD824-E6D9-431C-973F-1E56AB92B644}" dt="2024-10-09T20:34:30.597" v="315" actId="20577"/>
          <ac:spMkLst>
            <pc:docMk/>
            <pc:sldMk cId="3169196529" sldId="285"/>
            <ac:spMk id="2" creationId="{5C205E84-0DA8-E0CC-0BA3-E043B70C5954}"/>
          </ac:spMkLst>
        </pc:spChg>
        <pc:spChg chg="mod">
          <ac:chgData name="mukul maheshwari" userId="12cb43e2ca5f0d2c" providerId="LiveId" clId="{418CD824-E6D9-431C-973F-1E56AB92B644}" dt="2024-10-09T20:35:26.567" v="332" actId="20577"/>
          <ac:spMkLst>
            <pc:docMk/>
            <pc:sldMk cId="3169196529" sldId="285"/>
            <ac:spMk id="3" creationId="{C775ECEC-89D9-14EE-763B-AC119717E7AA}"/>
          </ac:spMkLst>
        </pc:spChg>
      </pc:sldChg>
      <pc:sldChg chg="modSp new mod">
        <pc:chgData name="mukul maheshwari" userId="12cb43e2ca5f0d2c" providerId="LiveId" clId="{418CD824-E6D9-431C-973F-1E56AB92B644}" dt="2024-10-09T20:36:18.915" v="357" actId="20577"/>
        <pc:sldMkLst>
          <pc:docMk/>
          <pc:sldMk cId="2548355132" sldId="286"/>
        </pc:sldMkLst>
        <pc:spChg chg="mod">
          <ac:chgData name="mukul maheshwari" userId="12cb43e2ca5f0d2c" providerId="LiveId" clId="{418CD824-E6D9-431C-973F-1E56AB92B644}" dt="2024-10-09T20:35:36.458" v="342" actId="20577"/>
          <ac:spMkLst>
            <pc:docMk/>
            <pc:sldMk cId="2548355132" sldId="286"/>
            <ac:spMk id="2" creationId="{BE4AFD08-7CD0-F0E5-8E01-272637F24DD1}"/>
          </ac:spMkLst>
        </pc:spChg>
        <pc:spChg chg="mod">
          <ac:chgData name="mukul maheshwari" userId="12cb43e2ca5f0d2c" providerId="LiveId" clId="{418CD824-E6D9-431C-973F-1E56AB92B644}" dt="2024-10-09T20:36:18.915" v="357" actId="20577"/>
          <ac:spMkLst>
            <pc:docMk/>
            <pc:sldMk cId="2548355132" sldId="286"/>
            <ac:spMk id="3" creationId="{D98367AA-94B7-1C50-28D1-2F4F727E62D7}"/>
          </ac:spMkLst>
        </pc:spChg>
      </pc:sldChg>
      <pc:sldChg chg="modSp new mod">
        <pc:chgData name="mukul maheshwari" userId="12cb43e2ca5f0d2c" providerId="LiveId" clId="{418CD824-E6D9-431C-973F-1E56AB92B644}" dt="2024-10-09T20:38:06.791" v="394" actId="20577"/>
        <pc:sldMkLst>
          <pc:docMk/>
          <pc:sldMk cId="68331903" sldId="287"/>
        </pc:sldMkLst>
        <pc:spChg chg="mod">
          <ac:chgData name="mukul maheshwari" userId="12cb43e2ca5f0d2c" providerId="LiveId" clId="{418CD824-E6D9-431C-973F-1E56AB92B644}" dt="2024-10-09T20:36:35.786" v="368" actId="20577"/>
          <ac:spMkLst>
            <pc:docMk/>
            <pc:sldMk cId="68331903" sldId="287"/>
            <ac:spMk id="2" creationId="{D711F51A-8585-5BAD-232C-760648808CE0}"/>
          </ac:spMkLst>
        </pc:spChg>
        <pc:spChg chg="mod">
          <ac:chgData name="mukul maheshwari" userId="12cb43e2ca5f0d2c" providerId="LiveId" clId="{418CD824-E6D9-431C-973F-1E56AB92B644}" dt="2024-10-09T20:38:06.791" v="394" actId="20577"/>
          <ac:spMkLst>
            <pc:docMk/>
            <pc:sldMk cId="68331903" sldId="287"/>
            <ac:spMk id="3" creationId="{010AC2CE-8A7E-5C41-0860-83EECA414366}"/>
          </ac:spMkLst>
        </pc:spChg>
      </pc:sldChg>
      <pc:sldChg chg="addSp delSp modSp new mod setBg">
        <pc:chgData name="mukul maheshwari" userId="12cb43e2ca5f0d2c" providerId="LiveId" clId="{418CD824-E6D9-431C-973F-1E56AB92B644}" dt="2024-10-09T20:38:25.333" v="402" actId="26606"/>
        <pc:sldMkLst>
          <pc:docMk/>
          <pc:sldMk cId="3110791887" sldId="288"/>
        </pc:sldMkLst>
        <pc:spChg chg="mod">
          <ac:chgData name="mukul maheshwari" userId="12cb43e2ca5f0d2c" providerId="LiveId" clId="{418CD824-E6D9-431C-973F-1E56AB92B644}" dt="2024-10-09T20:38:25.333" v="402" actId="26606"/>
          <ac:spMkLst>
            <pc:docMk/>
            <pc:sldMk cId="3110791887" sldId="288"/>
            <ac:spMk id="2" creationId="{8DF40DCA-8ED2-91D4-4656-0D01D11D2000}"/>
          </ac:spMkLst>
        </pc:spChg>
        <pc:spChg chg="del">
          <ac:chgData name="mukul maheshwari" userId="12cb43e2ca5f0d2c" providerId="LiveId" clId="{418CD824-E6D9-431C-973F-1E56AB92B644}" dt="2024-10-09T20:38:25.333" v="402" actId="26606"/>
          <ac:spMkLst>
            <pc:docMk/>
            <pc:sldMk cId="3110791887" sldId="288"/>
            <ac:spMk id="3" creationId="{4FCE497E-780D-C128-0054-CA9788393D45}"/>
          </ac:spMkLst>
        </pc:spChg>
        <pc:spChg chg="add">
          <ac:chgData name="mukul maheshwari" userId="12cb43e2ca5f0d2c" providerId="LiveId" clId="{418CD824-E6D9-431C-973F-1E56AB92B644}" dt="2024-10-09T20:38:25.333" v="402" actId="26606"/>
          <ac:spMkLst>
            <pc:docMk/>
            <pc:sldMk cId="3110791887" sldId="288"/>
            <ac:spMk id="9" creationId="{4D60F200-5EB0-B223-2439-C96C67F0FEE1}"/>
          </ac:spMkLst>
        </pc:spChg>
        <pc:spChg chg="add">
          <ac:chgData name="mukul maheshwari" userId="12cb43e2ca5f0d2c" providerId="LiveId" clId="{418CD824-E6D9-431C-973F-1E56AB92B644}" dt="2024-10-09T20:38:25.333" v="402" actId="26606"/>
          <ac:spMkLst>
            <pc:docMk/>
            <pc:sldMk cId="3110791887" sldId="288"/>
            <ac:spMk id="11" creationId="{A6567EA8-C72D-4B9B-D23F-6B2E9F9C9F47}"/>
          </ac:spMkLst>
        </pc:spChg>
        <pc:spChg chg="add">
          <ac:chgData name="mukul maheshwari" userId="12cb43e2ca5f0d2c" providerId="LiveId" clId="{418CD824-E6D9-431C-973F-1E56AB92B644}" dt="2024-10-09T20:38:25.333" v="402" actId="26606"/>
          <ac:spMkLst>
            <pc:docMk/>
            <pc:sldMk cId="3110791887" sldId="288"/>
            <ac:spMk id="13" creationId="{FEFBFA78-9360-1E01-5448-6D5AE0A32601}"/>
          </ac:spMkLst>
        </pc:spChg>
        <pc:spChg chg="add">
          <ac:chgData name="mukul maheshwari" userId="12cb43e2ca5f0d2c" providerId="LiveId" clId="{418CD824-E6D9-431C-973F-1E56AB92B644}" dt="2024-10-09T20:38:25.333" v="402" actId="26606"/>
          <ac:spMkLst>
            <pc:docMk/>
            <pc:sldMk cId="3110791887" sldId="288"/>
            <ac:spMk id="15" creationId="{1740453C-744F-DB3A-47EC-15EACE1DC117}"/>
          </ac:spMkLst>
        </pc:spChg>
        <pc:spChg chg="add">
          <ac:chgData name="mukul maheshwari" userId="12cb43e2ca5f0d2c" providerId="LiveId" clId="{418CD824-E6D9-431C-973F-1E56AB92B644}" dt="2024-10-09T20:38:25.333" v="402" actId="26606"/>
          <ac:spMkLst>
            <pc:docMk/>
            <pc:sldMk cId="3110791887" sldId="288"/>
            <ac:spMk id="17" creationId="{B6924B03-77BD-EAE3-2854-43363FF8E6BB}"/>
          </ac:spMkLst>
        </pc:spChg>
        <pc:picChg chg="add">
          <ac:chgData name="mukul maheshwari" userId="12cb43e2ca5f0d2c" providerId="LiveId" clId="{418CD824-E6D9-431C-973F-1E56AB92B644}" dt="2024-10-09T20:38:25.333" v="402" actId="26606"/>
          <ac:picMkLst>
            <pc:docMk/>
            <pc:sldMk cId="3110791887" sldId="288"/>
            <ac:picMk id="5" creationId="{15CF5776-5E43-8AB4-2280-BF5A5F99CFD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7F5D1-A25B-FF7D-C6B7-BC63F91D5C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4C9E953-7B5E-2A2F-ABB0-9F64889450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67013A-B49D-B7E9-87BD-DF188E9B0131}"/>
              </a:ext>
            </a:extLst>
          </p:cNvPr>
          <p:cNvSpPr>
            <a:spLocks noGrp="1"/>
          </p:cNvSpPr>
          <p:nvPr>
            <p:ph type="dt" sz="half" idx="10"/>
          </p:nvPr>
        </p:nvSpPr>
        <p:spPr/>
        <p:txBody>
          <a:bodyPr/>
          <a:lstStyle/>
          <a:p>
            <a:fld id="{842D4FEE-5F81-4303-A4F6-BE86D2C59E11}" type="datetimeFigureOut">
              <a:rPr lang="en-US" smtClean="0"/>
              <a:t>10/10/2024</a:t>
            </a:fld>
            <a:endParaRPr lang="en-US"/>
          </a:p>
        </p:txBody>
      </p:sp>
      <p:sp>
        <p:nvSpPr>
          <p:cNvPr id="5" name="Footer Placeholder 4">
            <a:extLst>
              <a:ext uri="{FF2B5EF4-FFF2-40B4-BE49-F238E27FC236}">
                <a16:creationId xmlns:a16="http://schemas.microsoft.com/office/drawing/2014/main" id="{D845D78E-82B8-4D96-76A5-C8788F32F6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812458-F240-3408-6D60-AFFDE87731C1}"/>
              </a:ext>
            </a:extLst>
          </p:cNvPr>
          <p:cNvSpPr>
            <a:spLocks noGrp="1"/>
          </p:cNvSpPr>
          <p:nvPr>
            <p:ph type="sldNum" sz="quarter" idx="12"/>
          </p:nvPr>
        </p:nvSpPr>
        <p:spPr/>
        <p:txBody>
          <a:bodyPr/>
          <a:lstStyle/>
          <a:p>
            <a:fld id="{7D0B01C2-180D-4A42-87DD-135212085763}" type="slidenum">
              <a:rPr lang="en-US" smtClean="0"/>
              <a:t>‹#›</a:t>
            </a:fld>
            <a:endParaRPr lang="en-US"/>
          </a:p>
        </p:txBody>
      </p:sp>
    </p:spTree>
    <p:extLst>
      <p:ext uri="{BB962C8B-B14F-4D97-AF65-F5344CB8AC3E}">
        <p14:creationId xmlns:p14="http://schemas.microsoft.com/office/powerpoint/2010/main" val="172796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5337C-2A66-A3D7-9F00-69ECB444F7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ED979D-8174-607A-CC32-9DFBB8D759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08AD2D-4BC9-A1DC-7449-ECFF1C3C977A}"/>
              </a:ext>
            </a:extLst>
          </p:cNvPr>
          <p:cNvSpPr>
            <a:spLocks noGrp="1"/>
          </p:cNvSpPr>
          <p:nvPr>
            <p:ph type="dt" sz="half" idx="10"/>
          </p:nvPr>
        </p:nvSpPr>
        <p:spPr/>
        <p:txBody>
          <a:bodyPr/>
          <a:lstStyle/>
          <a:p>
            <a:fld id="{842D4FEE-5F81-4303-A4F6-BE86D2C59E11}" type="datetimeFigureOut">
              <a:rPr lang="en-US" smtClean="0"/>
              <a:t>10/10/2024</a:t>
            </a:fld>
            <a:endParaRPr lang="en-US"/>
          </a:p>
        </p:txBody>
      </p:sp>
      <p:sp>
        <p:nvSpPr>
          <p:cNvPr id="5" name="Footer Placeholder 4">
            <a:extLst>
              <a:ext uri="{FF2B5EF4-FFF2-40B4-BE49-F238E27FC236}">
                <a16:creationId xmlns:a16="http://schemas.microsoft.com/office/drawing/2014/main" id="{65686F0A-7878-005D-33B5-AC364298E1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587D44-3D91-F301-D318-A3B83861F5D9}"/>
              </a:ext>
            </a:extLst>
          </p:cNvPr>
          <p:cNvSpPr>
            <a:spLocks noGrp="1"/>
          </p:cNvSpPr>
          <p:nvPr>
            <p:ph type="sldNum" sz="quarter" idx="12"/>
          </p:nvPr>
        </p:nvSpPr>
        <p:spPr/>
        <p:txBody>
          <a:bodyPr/>
          <a:lstStyle/>
          <a:p>
            <a:fld id="{7D0B01C2-180D-4A42-87DD-135212085763}" type="slidenum">
              <a:rPr lang="en-US" smtClean="0"/>
              <a:t>‹#›</a:t>
            </a:fld>
            <a:endParaRPr lang="en-US"/>
          </a:p>
        </p:txBody>
      </p:sp>
    </p:spTree>
    <p:extLst>
      <p:ext uri="{BB962C8B-B14F-4D97-AF65-F5344CB8AC3E}">
        <p14:creationId xmlns:p14="http://schemas.microsoft.com/office/powerpoint/2010/main" val="3253709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6EEC0-2234-6045-1EF6-621094966D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6299A3-4DC4-3EBB-8B0A-1E3D705631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DF9526-D195-183E-F346-806C754A591E}"/>
              </a:ext>
            </a:extLst>
          </p:cNvPr>
          <p:cNvSpPr>
            <a:spLocks noGrp="1"/>
          </p:cNvSpPr>
          <p:nvPr>
            <p:ph type="dt" sz="half" idx="10"/>
          </p:nvPr>
        </p:nvSpPr>
        <p:spPr/>
        <p:txBody>
          <a:bodyPr/>
          <a:lstStyle/>
          <a:p>
            <a:fld id="{842D4FEE-5F81-4303-A4F6-BE86D2C59E11}" type="datetimeFigureOut">
              <a:rPr lang="en-US" smtClean="0"/>
              <a:t>10/10/2024</a:t>
            </a:fld>
            <a:endParaRPr lang="en-US"/>
          </a:p>
        </p:txBody>
      </p:sp>
      <p:sp>
        <p:nvSpPr>
          <p:cNvPr id="5" name="Footer Placeholder 4">
            <a:extLst>
              <a:ext uri="{FF2B5EF4-FFF2-40B4-BE49-F238E27FC236}">
                <a16:creationId xmlns:a16="http://schemas.microsoft.com/office/drawing/2014/main" id="{DBE5780C-E282-FEA3-D0CD-918405F437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C9595C-18D6-1053-AD8A-082048916594}"/>
              </a:ext>
            </a:extLst>
          </p:cNvPr>
          <p:cNvSpPr>
            <a:spLocks noGrp="1"/>
          </p:cNvSpPr>
          <p:nvPr>
            <p:ph type="sldNum" sz="quarter" idx="12"/>
          </p:nvPr>
        </p:nvSpPr>
        <p:spPr/>
        <p:txBody>
          <a:bodyPr/>
          <a:lstStyle/>
          <a:p>
            <a:fld id="{7D0B01C2-180D-4A42-87DD-135212085763}" type="slidenum">
              <a:rPr lang="en-US" smtClean="0"/>
              <a:t>‹#›</a:t>
            </a:fld>
            <a:endParaRPr lang="en-US"/>
          </a:p>
        </p:txBody>
      </p:sp>
    </p:spTree>
    <p:extLst>
      <p:ext uri="{BB962C8B-B14F-4D97-AF65-F5344CB8AC3E}">
        <p14:creationId xmlns:p14="http://schemas.microsoft.com/office/powerpoint/2010/main" val="224232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4680F-162F-B8F7-EB56-B5F325D067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B357B6-4622-AF80-385D-C836A92B54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AA7D09-E2FF-4A51-58A8-4A386FDEE8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1CD095-0136-112B-72CD-6BA2FCE9F14E}"/>
              </a:ext>
            </a:extLst>
          </p:cNvPr>
          <p:cNvSpPr>
            <a:spLocks noGrp="1"/>
          </p:cNvSpPr>
          <p:nvPr>
            <p:ph type="dt" sz="half" idx="10"/>
          </p:nvPr>
        </p:nvSpPr>
        <p:spPr/>
        <p:txBody>
          <a:bodyPr/>
          <a:lstStyle/>
          <a:p>
            <a:fld id="{842D4FEE-5F81-4303-A4F6-BE86D2C59E11}" type="datetimeFigureOut">
              <a:rPr lang="en-US" smtClean="0"/>
              <a:t>10/10/2024</a:t>
            </a:fld>
            <a:endParaRPr lang="en-US"/>
          </a:p>
        </p:txBody>
      </p:sp>
      <p:sp>
        <p:nvSpPr>
          <p:cNvPr id="6" name="Footer Placeholder 5">
            <a:extLst>
              <a:ext uri="{FF2B5EF4-FFF2-40B4-BE49-F238E27FC236}">
                <a16:creationId xmlns:a16="http://schemas.microsoft.com/office/drawing/2014/main" id="{33EA767E-5FE8-C66D-94DA-253E006275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01D30B-14AC-3979-6A46-95D3EFF12AF1}"/>
              </a:ext>
            </a:extLst>
          </p:cNvPr>
          <p:cNvSpPr>
            <a:spLocks noGrp="1"/>
          </p:cNvSpPr>
          <p:nvPr>
            <p:ph type="sldNum" sz="quarter" idx="12"/>
          </p:nvPr>
        </p:nvSpPr>
        <p:spPr/>
        <p:txBody>
          <a:bodyPr/>
          <a:lstStyle/>
          <a:p>
            <a:fld id="{7D0B01C2-180D-4A42-87DD-135212085763}" type="slidenum">
              <a:rPr lang="en-US" smtClean="0"/>
              <a:t>‹#›</a:t>
            </a:fld>
            <a:endParaRPr lang="en-US"/>
          </a:p>
        </p:txBody>
      </p:sp>
    </p:spTree>
    <p:extLst>
      <p:ext uri="{BB962C8B-B14F-4D97-AF65-F5344CB8AC3E}">
        <p14:creationId xmlns:p14="http://schemas.microsoft.com/office/powerpoint/2010/main" val="1589534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585F3-FB1E-83F9-1508-F600C1C88A0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B495D8-E13B-D1FE-D264-3BAA43C73C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71F755-D257-EBC7-064B-3EB6CB9F1C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8F8A3ED-EB89-586A-7C9B-2A2D0BB19A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B5352F-9083-21DC-552F-C8F3AD3500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9EEAEE-74E7-A126-74F4-C7560710FF7D}"/>
              </a:ext>
            </a:extLst>
          </p:cNvPr>
          <p:cNvSpPr>
            <a:spLocks noGrp="1"/>
          </p:cNvSpPr>
          <p:nvPr>
            <p:ph type="dt" sz="half" idx="10"/>
          </p:nvPr>
        </p:nvSpPr>
        <p:spPr/>
        <p:txBody>
          <a:bodyPr/>
          <a:lstStyle/>
          <a:p>
            <a:fld id="{842D4FEE-5F81-4303-A4F6-BE86D2C59E11}" type="datetimeFigureOut">
              <a:rPr lang="en-US" smtClean="0"/>
              <a:t>10/10/2024</a:t>
            </a:fld>
            <a:endParaRPr lang="en-US"/>
          </a:p>
        </p:txBody>
      </p:sp>
      <p:sp>
        <p:nvSpPr>
          <p:cNvPr id="8" name="Footer Placeholder 7">
            <a:extLst>
              <a:ext uri="{FF2B5EF4-FFF2-40B4-BE49-F238E27FC236}">
                <a16:creationId xmlns:a16="http://schemas.microsoft.com/office/drawing/2014/main" id="{21C1F698-0FB2-5C73-42AD-412E75AE95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A01C97-6345-D1B5-5103-20609B38E038}"/>
              </a:ext>
            </a:extLst>
          </p:cNvPr>
          <p:cNvSpPr>
            <a:spLocks noGrp="1"/>
          </p:cNvSpPr>
          <p:nvPr>
            <p:ph type="sldNum" sz="quarter" idx="12"/>
          </p:nvPr>
        </p:nvSpPr>
        <p:spPr/>
        <p:txBody>
          <a:bodyPr/>
          <a:lstStyle/>
          <a:p>
            <a:fld id="{7D0B01C2-180D-4A42-87DD-135212085763}" type="slidenum">
              <a:rPr lang="en-US" smtClean="0"/>
              <a:t>‹#›</a:t>
            </a:fld>
            <a:endParaRPr lang="en-US"/>
          </a:p>
        </p:txBody>
      </p:sp>
    </p:spTree>
    <p:extLst>
      <p:ext uri="{BB962C8B-B14F-4D97-AF65-F5344CB8AC3E}">
        <p14:creationId xmlns:p14="http://schemas.microsoft.com/office/powerpoint/2010/main" val="1977811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0A400-FDAF-3819-E564-B128499E0E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1798EE-A7CC-CA3F-A294-9BB2533BECA1}"/>
              </a:ext>
            </a:extLst>
          </p:cNvPr>
          <p:cNvSpPr>
            <a:spLocks noGrp="1"/>
          </p:cNvSpPr>
          <p:nvPr>
            <p:ph type="dt" sz="half" idx="10"/>
          </p:nvPr>
        </p:nvSpPr>
        <p:spPr/>
        <p:txBody>
          <a:bodyPr/>
          <a:lstStyle/>
          <a:p>
            <a:fld id="{842D4FEE-5F81-4303-A4F6-BE86D2C59E11}" type="datetimeFigureOut">
              <a:rPr lang="en-US" smtClean="0"/>
              <a:t>10/10/2024</a:t>
            </a:fld>
            <a:endParaRPr lang="en-US"/>
          </a:p>
        </p:txBody>
      </p:sp>
      <p:sp>
        <p:nvSpPr>
          <p:cNvPr id="4" name="Footer Placeholder 3">
            <a:extLst>
              <a:ext uri="{FF2B5EF4-FFF2-40B4-BE49-F238E27FC236}">
                <a16:creationId xmlns:a16="http://schemas.microsoft.com/office/drawing/2014/main" id="{BBF5AE9F-1AAA-5D8D-7721-40AB8C6370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D8A721-80C9-7FC4-8D99-4CABDF333F25}"/>
              </a:ext>
            </a:extLst>
          </p:cNvPr>
          <p:cNvSpPr>
            <a:spLocks noGrp="1"/>
          </p:cNvSpPr>
          <p:nvPr>
            <p:ph type="sldNum" sz="quarter" idx="12"/>
          </p:nvPr>
        </p:nvSpPr>
        <p:spPr/>
        <p:txBody>
          <a:bodyPr/>
          <a:lstStyle/>
          <a:p>
            <a:fld id="{7D0B01C2-180D-4A42-87DD-135212085763}" type="slidenum">
              <a:rPr lang="en-US" smtClean="0"/>
              <a:t>‹#›</a:t>
            </a:fld>
            <a:endParaRPr lang="en-US"/>
          </a:p>
        </p:txBody>
      </p:sp>
    </p:spTree>
    <p:extLst>
      <p:ext uri="{BB962C8B-B14F-4D97-AF65-F5344CB8AC3E}">
        <p14:creationId xmlns:p14="http://schemas.microsoft.com/office/powerpoint/2010/main" val="217999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B84BD3-9A32-8F75-4898-BEBA868E3948}"/>
              </a:ext>
            </a:extLst>
          </p:cNvPr>
          <p:cNvSpPr>
            <a:spLocks noGrp="1"/>
          </p:cNvSpPr>
          <p:nvPr>
            <p:ph type="dt" sz="half" idx="10"/>
          </p:nvPr>
        </p:nvSpPr>
        <p:spPr/>
        <p:txBody>
          <a:bodyPr/>
          <a:lstStyle/>
          <a:p>
            <a:fld id="{842D4FEE-5F81-4303-A4F6-BE86D2C59E11}" type="datetimeFigureOut">
              <a:rPr lang="en-US" smtClean="0"/>
              <a:t>10/10/2024</a:t>
            </a:fld>
            <a:endParaRPr lang="en-US"/>
          </a:p>
        </p:txBody>
      </p:sp>
      <p:sp>
        <p:nvSpPr>
          <p:cNvPr id="3" name="Footer Placeholder 2">
            <a:extLst>
              <a:ext uri="{FF2B5EF4-FFF2-40B4-BE49-F238E27FC236}">
                <a16:creationId xmlns:a16="http://schemas.microsoft.com/office/drawing/2014/main" id="{EFC3702D-7917-8331-4935-2146A5C8BF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BDF282-B0D5-F5AF-B0F9-0BB9EA18B529}"/>
              </a:ext>
            </a:extLst>
          </p:cNvPr>
          <p:cNvSpPr>
            <a:spLocks noGrp="1"/>
          </p:cNvSpPr>
          <p:nvPr>
            <p:ph type="sldNum" sz="quarter" idx="12"/>
          </p:nvPr>
        </p:nvSpPr>
        <p:spPr/>
        <p:txBody>
          <a:bodyPr/>
          <a:lstStyle/>
          <a:p>
            <a:fld id="{7D0B01C2-180D-4A42-87DD-135212085763}" type="slidenum">
              <a:rPr lang="en-US" smtClean="0"/>
              <a:t>‹#›</a:t>
            </a:fld>
            <a:endParaRPr lang="en-US"/>
          </a:p>
        </p:txBody>
      </p:sp>
    </p:spTree>
    <p:extLst>
      <p:ext uri="{BB962C8B-B14F-4D97-AF65-F5344CB8AC3E}">
        <p14:creationId xmlns:p14="http://schemas.microsoft.com/office/powerpoint/2010/main" val="3534318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464AF-0303-6D94-EBDF-7D2F93FC59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06E402B-EE20-87A7-7A5F-881D91B806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6D685F-D2AE-41D3-EE52-6F4D504B10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DA3C9A-D7C1-8FE7-A32C-BA1E71C74F55}"/>
              </a:ext>
            </a:extLst>
          </p:cNvPr>
          <p:cNvSpPr>
            <a:spLocks noGrp="1"/>
          </p:cNvSpPr>
          <p:nvPr>
            <p:ph type="dt" sz="half" idx="10"/>
          </p:nvPr>
        </p:nvSpPr>
        <p:spPr/>
        <p:txBody>
          <a:bodyPr/>
          <a:lstStyle/>
          <a:p>
            <a:fld id="{842D4FEE-5F81-4303-A4F6-BE86D2C59E11}" type="datetimeFigureOut">
              <a:rPr lang="en-US" smtClean="0"/>
              <a:t>10/10/2024</a:t>
            </a:fld>
            <a:endParaRPr lang="en-US"/>
          </a:p>
        </p:txBody>
      </p:sp>
      <p:sp>
        <p:nvSpPr>
          <p:cNvPr id="6" name="Footer Placeholder 5">
            <a:extLst>
              <a:ext uri="{FF2B5EF4-FFF2-40B4-BE49-F238E27FC236}">
                <a16:creationId xmlns:a16="http://schemas.microsoft.com/office/drawing/2014/main" id="{9B525E5A-EBE3-A9A9-66F0-DE967232E2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62E068-90F8-EBD2-A150-C14D01C1BA88}"/>
              </a:ext>
            </a:extLst>
          </p:cNvPr>
          <p:cNvSpPr>
            <a:spLocks noGrp="1"/>
          </p:cNvSpPr>
          <p:nvPr>
            <p:ph type="sldNum" sz="quarter" idx="12"/>
          </p:nvPr>
        </p:nvSpPr>
        <p:spPr/>
        <p:txBody>
          <a:bodyPr/>
          <a:lstStyle/>
          <a:p>
            <a:fld id="{7D0B01C2-180D-4A42-87DD-135212085763}" type="slidenum">
              <a:rPr lang="en-US" smtClean="0"/>
              <a:t>‹#›</a:t>
            </a:fld>
            <a:endParaRPr lang="en-US"/>
          </a:p>
        </p:txBody>
      </p:sp>
    </p:spTree>
    <p:extLst>
      <p:ext uri="{BB962C8B-B14F-4D97-AF65-F5344CB8AC3E}">
        <p14:creationId xmlns:p14="http://schemas.microsoft.com/office/powerpoint/2010/main" val="3418850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28B1B-CA13-B21C-61A1-F7E983FF5A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A042AD-9844-7A6A-DFAC-2FBED30BC1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C71D0A-F44B-0D23-78C6-C9339CF17D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C84224-9673-6834-A200-D6877127A56F}"/>
              </a:ext>
            </a:extLst>
          </p:cNvPr>
          <p:cNvSpPr>
            <a:spLocks noGrp="1"/>
          </p:cNvSpPr>
          <p:nvPr>
            <p:ph type="dt" sz="half" idx="10"/>
          </p:nvPr>
        </p:nvSpPr>
        <p:spPr/>
        <p:txBody>
          <a:bodyPr/>
          <a:lstStyle/>
          <a:p>
            <a:fld id="{842D4FEE-5F81-4303-A4F6-BE86D2C59E11}" type="datetimeFigureOut">
              <a:rPr lang="en-US" smtClean="0"/>
              <a:t>10/10/2024</a:t>
            </a:fld>
            <a:endParaRPr lang="en-US"/>
          </a:p>
        </p:txBody>
      </p:sp>
      <p:sp>
        <p:nvSpPr>
          <p:cNvPr id="6" name="Footer Placeholder 5">
            <a:extLst>
              <a:ext uri="{FF2B5EF4-FFF2-40B4-BE49-F238E27FC236}">
                <a16:creationId xmlns:a16="http://schemas.microsoft.com/office/drawing/2014/main" id="{196CFD81-509F-631F-ADEF-AEF4F1048B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3D6C8F-2FF5-42A7-3175-603493AEDEAE}"/>
              </a:ext>
            </a:extLst>
          </p:cNvPr>
          <p:cNvSpPr>
            <a:spLocks noGrp="1"/>
          </p:cNvSpPr>
          <p:nvPr>
            <p:ph type="sldNum" sz="quarter" idx="12"/>
          </p:nvPr>
        </p:nvSpPr>
        <p:spPr/>
        <p:txBody>
          <a:bodyPr/>
          <a:lstStyle/>
          <a:p>
            <a:fld id="{7D0B01C2-180D-4A42-87DD-135212085763}" type="slidenum">
              <a:rPr lang="en-US" smtClean="0"/>
              <a:t>‹#›</a:t>
            </a:fld>
            <a:endParaRPr lang="en-US"/>
          </a:p>
        </p:txBody>
      </p:sp>
    </p:spTree>
    <p:extLst>
      <p:ext uri="{BB962C8B-B14F-4D97-AF65-F5344CB8AC3E}">
        <p14:creationId xmlns:p14="http://schemas.microsoft.com/office/powerpoint/2010/main" val="3005118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C6603-C984-6317-2450-1A8DE662E8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CF8D8A7-E391-C801-25D1-486800D523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802853-4371-E763-E232-E3445A618513}"/>
              </a:ext>
            </a:extLst>
          </p:cNvPr>
          <p:cNvSpPr>
            <a:spLocks noGrp="1"/>
          </p:cNvSpPr>
          <p:nvPr>
            <p:ph type="dt" sz="half" idx="10"/>
          </p:nvPr>
        </p:nvSpPr>
        <p:spPr/>
        <p:txBody>
          <a:bodyPr/>
          <a:lstStyle/>
          <a:p>
            <a:fld id="{842D4FEE-5F81-4303-A4F6-BE86D2C59E11}" type="datetimeFigureOut">
              <a:rPr lang="en-US" smtClean="0"/>
              <a:t>10/10/2024</a:t>
            </a:fld>
            <a:endParaRPr lang="en-US"/>
          </a:p>
        </p:txBody>
      </p:sp>
      <p:sp>
        <p:nvSpPr>
          <p:cNvPr id="5" name="Footer Placeholder 4">
            <a:extLst>
              <a:ext uri="{FF2B5EF4-FFF2-40B4-BE49-F238E27FC236}">
                <a16:creationId xmlns:a16="http://schemas.microsoft.com/office/drawing/2014/main" id="{659B8A4E-F040-9D44-818D-B55FE03054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002282-2614-5B7E-C278-2CBB435775D4}"/>
              </a:ext>
            </a:extLst>
          </p:cNvPr>
          <p:cNvSpPr>
            <a:spLocks noGrp="1"/>
          </p:cNvSpPr>
          <p:nvPr>
            <p:ph type="sldNum" sz="quarter" idx="12"/>
          </p:nvPr>
        </p:nvSpPr>
        <p:spPr/>
        <p:txBody>
          <a:bodyPr/>
          <a:lstStyle/>
          <a:p>
            <a:fld id="{7D0B01C2-180D-4A42-87DD-135212085763}" type="slidenum">
              <a:rPr lang="en-US" smtClean="0"/>
              <a:t>‹#›</a:t>
            </a:fld>
            <a:endParaRPr lang="en-US"/>
          </a:p>
        </p:txBody>
      </p:sp>
    </p:spTree>
    <p:extLst>
      <p:ext uri="{BB962C8B-B14F-4D97-AF65-F5344CB8AC3E}">
        <p14:creationId xmlns:p14="http://schemas.microsoft.com/office/powerpoint/2010/main" val="3154570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242F53-38D7-EC1A-088E-6D86F6A4FC8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0550F2-618D-2903-4CC4-9B6EFA3A20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1D215-6882-80A3-F6B8-4DF37F541EA3}"/>
              </a:ext>
            </a:extLst>
          </p:cNvPr>
          <p:cNvSpPr>
            <a:spLocks noGrp="1"/>
          </p:cNvSpPr>
          <p:nvPr>
            <p:ph type="dt" sz="half" idx="10"/>
          </p:nvPr>
        </p:nvSpPr>
        <p:spPr/>
        <p:txBody>
          <a:bodyPr/>
          <a:lstStyle/>
          <a:p>
            <a:fld id="{842D4FEE-5F81-4303-A4F6-BE86D2C59E11}" type="datetimeFigureOut">
              <a:rPr lang="en-US" smtClean="0"/>
              <a:t>10/10/2024</a:t>
            </a:fld>
            <a:endParaRPr lang="en-US"/>
          </a:p>
        </p:txBody>
      </p:sp>
      <p:sp>
        <p:nvSpPr>
          <p:cNvPr id="5" name="Footer Placeholder 4">
            <a:extLst>
              <a:ext uri="{FF2B5EF4-FFF2-40B4-BE49-F238E27FC236}">
                <a16:creationId xmlns:a16="http://schemas.microsoft.com/office/drawing/2014/main" id="{B93397FD-191A-AB41-4AA5-E40CD9F795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E70498-65EA-47E7-A17D-FD4C9DE99E04}"/>
              </a:ext>
            </a:extLst>
          </p:cNvPr>
          <p:cNvSpPr>
            <a:spLocks noGrp="1"/>
          </p:cNvSpPr>
          <p:nvPr>
            <p:ph type="sldNum" sz="quarter" idx="12"/>
          </p:nvPr>
        </p:nvSpPr>
        <p:spPr/>
        <p:txBody>
          <a:bodyPr/>
          <a:lstStyle/>
          <a:p>
            <a:fld id="{7D0B01C2-180D-4A42-87DD-135212085763}" type="slidenum">
              <a:rPr lang="en-US" smtClean="0"/>
              <a:t>‹#›</a:t>
            </a:fld>
            <a:endParaRPr lang="en-US"/>
          </a:p>
        </p:txBody>
      </p:sp>
    </p:spTree>
    <p:extLst>
      <p:ext uri="{BB962C8B-B14F-4D97-AF65-F5344CB8AC3E}">
        <p14:creationId xmlns:p14="http://schemas.microsoft.com/office/powerpoint/2010/main" val="2520834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5EAEB8-3D98-DFF7-C8B8-BEA53861B9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1985A1-CF0F-691F-306B-D8DAAA4ECB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02F8B9-7002-5980-F87E-B0BF3CC5E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2D4FEE-5F81-4303-A4F6-BE86D2C59E11}" type="datetimeFigureOut">
              <a:rPr lang="en-US" smtClean="0"/>
              <a:t>10/10/2024</a:t>
            </a:fld>
            <a:endParaRPr lang="en-US"/>
          </a:p>
        </p:txBody>
      </p:sp>
      <p:sp>
        <p:nvSpPr>
          <p:cNvPr id="5" name="Footer Placeholder 4">
            <a:extLst>
              <a:ext uri="{FF2B5EF4-FFF2-40B4-BE49-F238E27FC236}">
                <a16:creationId xmlns:a16="http://schemas.microsoft.com/office/drawing/2014/main" id="{49A341F6-8DC5-9EBC-A855-5DE8542643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11D6990-704E-AB53-5BA2-92E2B15BD4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0B01C2-180D-4A42-87DD-135212085763}" type="slidenum">
              <a:rPr lang="en-US" smtClean="0"/>
              <a:t>‹#›</a:t>
            </a:fld>
            <a:endParaRPr lang="en-US"/>
          </a:p>
        </p:txBody>
      </p:sp>
    </p:spTree>
    <p:extLst>
      <p:ext uri="{BB962C8B-B14F-4D97-AF65-F5344CB8AC3E}">
        <p14:creationId xmlns:p14="http://schemas.microsoft.com/office/powerpoint/2010/main" val="1971195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8320351-9FA2-4A26-885B-BB8F3E490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68CD2EFB-78C2-4C6E-A6B9-4ED12FAD5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12" name="Picture 11" descr="Close up of cells">
            <a:extLst>
              <a:ext uri="{FF2B5EF4-FFF2-40B4-BE49-F238E27FC236}">
                <a16:creationId xmlns:a16="http://schemas.microsoft.com/office/drawing/2014/main" id="{535E4C76-1172-08E6-C132-297D6F5EE7DE}"/>
              </a:ext>
            </a:extLst>
          </p:cNvPr>
          <p:cNvPicPr>
            <a:picLocks noChangeAspect="1"/>
          </p:cNvPicPr>
          <p:nvPr/>
        </p:nvPicPr>
        <p:blipFill>
          <a:blip r:embed="rId2">
            <a:alphaModFix amt="60000"/>
          </a:blip>
          <a:src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B416F09D-E379-0398-675E-DC2483DEAF7D}"/>
              </a:ext>
            </a:extLst>
          </p:cNvPr>
          <p:cNvSpPr>
            <a:spLocks noGrp="1"/>
          </p:cNvSpPr>
          <p:nvPr>
            <p:ph type="ctrTitle"/>
          </p:nvPr>
        </p:nvSpPr>
        <p:spPr>
          <a:xfrm>
            <a:off x="841248" y="600427"/>
            <a:ext cx="9875520" cy="3299902"/>
          </a:xfrm>
        </p:spPr>
        <p:txBody>
          <a:bodyPr>
            <a:normAutofit/>
          </a:bodyPr>
          <a:lstStyle/>
          <a:p>
            <a:pPr algn="l"/>
            <a:r>
              <a:rPr lang="en-US" sz="8200" b="1">
                <a:solidFill>
                  <a:srgbClr val="FFFFFF"/>
                </a:solidFill>
                <a:latin typeface="Times New Roman" panose="02020603050405020304" pitchFamily="18" charset="0"/>
                <a:cs typeface="Times New Roman" panose="02020603050405020304" pitchFamily="18" charset="0"/>
              </a:rPr>
              <a:t>HEPATITIS-A</a:t>
            </a:r>
            <a:endParaRPr lang="en-IN" sz="8200" b="1">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4345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CB620-DF32-30C7-ABF0-A75C32C82618}"/>
              </a:ext>
            </a:extLst>
          </p:cNvPr>
          <p:cNvSpPr>
            <a:spLocks noGrp="1"/>
          </p:cNvSpPr>
          <p:nvPr>
            <p:ph type="title"/>
          </p:nvPr>
        </p:nvSpPr>
        <p:spPr>
          <a:xfrm>
            <a:off x="946355" y="433950"/>
            <a:ext cx="5788742" cy="825911"/>
          </a:xfrm>
        </p:spPr>
        <p:txBody>
          <a:bodyPr>
            <a:normAutofit/>
          </a:bodyPr>
          <a:lstStyle/>
          <a:p>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74CB53-6AE3-254D-9BC3-A0BE690498A6}"/>
              </a:ext>
            </a:extLst>
          </p:cNvPr>
          <p:cNvSpPr>
            <a:spLocks noGrp="1"/>
          </p:cNvSpPr>
          <p:nvPr>
            <p:ph idx="1"/>
          </p:nvPr>
        </p:nvSpPr>
        <p:spPr>
          <a:xfrm>
            <a:off x="838200" y="1343844"/>
            <a:ext cx="10515600" cy="4667250"/>
          </a:xfrm>
        </p:spPr>
        <p:txBody>
          <a:bodyPr>
            <a:normAutofit/>
          </a:bodyPr>
          <a:lstStyle/>
          <a:p>
            <a:r>
              <a:rPr lang="en-US" sz="2400" dirty="0"/>
              <a:t>Hepatitis A (formerly known as “infectious” hepatitis or epidemic jaundice) is an acute infectious disease caused by hepatitis A virus (HAV). </a:t>
            </a:r>
          </a:p>
          <a:p>
            <a:r>
              <a:rPr lang="en-US" sz="2400" dirty="0"/>
              <a:t>The disease is heralded by non specific symptoms such as </a:t>
            </a:r>
            <a:r>
              <a:rPr lang="en-US" sz="2400" dirty="0">
                <a:highlight>
                  <a:srgbClr val="FFFF00"/>
                </a:highlight>
              </a:rPr>
              <a:t>fever, chills, headache, fatigue, generalized weakness and aches and pains,</a:t>
            </a:r>
            <a:r>
              <a:rPr lang="en-US" sz="2400" dirty="0"/>
              <a:t> followed by anorexia, nausea, vomiting, dark urine and jaundice.</a:t>
            </a:r>
          </a:p>
          <a:p>
            <a:r>
              <a:rPr lang="en-US" sz="2400" dirty="0"/>
              <a:t>The disease spectrum is characterized by the occurrence of numerous subclinical or asymptomatic cases. The disease is benign with complete recovery in several weeks. </a:t>
            </a:r>
          </a:p>
          <a:p>
            <a:r>
              <a:rPr lang="en-US" sz="2400" dirty="0"/>
              <a:t>The </a:t>
            </a:r>
            <a:r>
              <a:rPr lang="en-US" sz="2400" dirty="0">
                <a:highlight>
                  <a:srgbClr val="FFFF00"/>
                </a:highlight>
              </a:rPr>
              <a:t>case fatality rate of icteric cases is less than 0.1 per cent</a:t>
            </a:r>
            <a:r>
              <a:rPr lang="en-US" sz="2400" dirty="0"/>
              <a:t>, usually from acute liver failure and mainly affects older adults. </a:t>
            </a:r>
            <a:endParaRPr lang="en-IN" sz="2400" dirty="0"/>
          </a:p>
        </p:txBody>
      </p:sp>
    </p:spTree>
    <p:extLst>
      <p:ext uri="{BB962C8B-B14F-4D97-AF65-F5344CB8AC3E}">
        <p14:creationId xmlns:p14="http://schemas.microsoft.com/office/powerpoint/2010/main" val="2662201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8FDDF-281F-A456-7181-E5B9EDD4D5E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AGENT FACTORS: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318C7B-109F-9C72-D589-48627287A804}"/>
              </a:ext>
            </a:extLst>
          </p:cNvPr>
          <p:cNvSpPr>
            <a:spLocks noGrp="1"/>
          </p:cNvSpPr>
          <p:nvPr>
            <p:ph idx="1"/>
          </p:nvPr>
        </p:nvSpPr>
        <p:spPr/>
        <p:txBody>
          <a:bodyPr/>
          <a:lstStyle/>
          <a:p>
            <a:pPr marL="0" indent="0">
              <a:buNone/>
            </a:pPr>
            <a:r>
              <a:rPr lang="en-US" sz="2400" dirty="0"/>
              <a:t>AGENT:</a:t>
            </a:r>
          </a:p>
          <a:p>
            <a:r>
              <a:rPr lang="en-US" sz="2400" dirty="0"/>
              <a:t>The causative agent, the hepatitis A virus, is an enterovirus (type 72) of the Picornaviridae family. </a:t>
            </a:r>
          </a:p>
          <a:p>
            <a:r>
              <a:rPr lang="en-US" sz="2400" dirty="0"/>
              <a:t>It multiplies only in hepatocytes. </a:t>
            </a:r>
          </a:p>
          <a:p>
            <a:r>
              <a:rPr lang="en-US" sz="2400" dirty="0" err="1"/>
              <a:t>Faecal</a:t>
            </a:r>
            <a:r>
              <a:rPr lang="en-US" sz="2400" dirty="0"/>
              <a:t> shedding of the virus is at its </a:t>
            </a:r>
            <a:r>
              <a:rPr lang="en-US" sz="2400" dirty="0">
                <a:highlight>
                  <a:srgbClr val="FFFF00"/>
                </a:highlight>
              </a:rPr>
              <a:t>highest during the later part of the incubation period and early acute phase of illness. </a:t>
            </a:r>
          </a:p>
          <a:p>
            <a:r>
              <a:rPr lang="en-US" sz="2400" dirty="0">
                <a:highlight>
                  <a:srgbClr val="FFFF00"/>
                </a:highlight>
              </a:rPr>
              <a:t>Only one serotype </a:t>
            </a:r>
            <a:r>
              <a:rPr lang="en-US" sz="2400" dirty="0"/>
              <a:t>is known</a:t>
            </a:r>
            <a:r>
              <a:rPr lang="en-US" dirty="0"/>
              <a:t>.</a:t>
            </a:r>
            <a:endParaRPr lang="en-IN" dirty="0"/>
          </a:p>
        </p:txBody>
      </p:sp>
    </p:spTree>
    <p:extLst>
      <p:ext uri="{BB962C8B-B14F-4D97-AF65-F5344CB8AC3E}">
        <p14:creationId xmlns:p14="http://schemas.microsoft.com/office/powerpoint/2010/main" val="3310668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92A67-0FD2-B90B-CF51-DE035F2F447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RESISTANCE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7039413-0C0E-84F4-721E-7F1F0C06C200}"/>
              </a:ext>
            </a:extLst>
          </p:cNvPr>
          <p:cNvSpPr>
            <a:spLocks noGrp="1"/>
          </p:cNvSpPr>
          <p:nvPr>
            <p:ph idx="1"/>
          </p:nvPr>
        </p:nvSpPr>
        <p:spPr>
          <a:xfrm>
            <a:off x="838200" y="1848464"/>
            <a:ext cx="10515600" cy="4178710"/>
          </a:xfrm>
        </p:spPr>
        <p:txBody>
          <a:bodyPr>
            <a:normAutofit/>
          </a:bodyPr>
          <a:lstStyle/>
          <a:p>
            <a:r>
              <a:rPr lang="en-US" sz="2400" dirty="0"/>
              <a:t>The virus is fairly resistant to low pH, heat and chemicals. It has been shown to </a:t>
            </a:r>
            <a:r>
              <a:rPr lang="en-US" sz="2400" dirty="0">
                <a:highlight>
                  <a:srgbClr val="FFFF00"/>
                </a:highlight>
              </a:rPr>
              <a:t>survive more than 10 weeks in well water. </a:t>
            </a:r>
          </a:p>
          <a:p>
            <a:r>
              <a:rPr lang="en-US" sz="2400" dirty="0"/>
              <a:t>It withstands heating to 60 deg C for one hour, and is not affected by chlorine in doses usually employed for chlorination. </a:t>
            </a:r>
          </a:p>
          <a:p>
            <a:r>
              <a:rPr lang="en-US" sz="2400" dirty="0">
                <a:highlight>
                  <a:srgbClr val="FFFF00"/>
                </a:highlight>
              </a:rPr>
              <a:t>Formalin is stated to be an effective disinfectant. </a:t>
            </a:r>
          </a:p>
          <a:p>
            <a:r>
              <a:rPr lang="en-US" sz="2400" dirty="0"/>
              <a:t>The virus is </a:t>
            </a:r>
            <a:r>
              <a:rPr lang="en-US" sz="2400" dirty="0">
                <a:highlight>
                  <a:srgbClr val="FFFF00"/>
                </a:highlight>
              </a:rPr>
              <a:t>inactivated by ultraviolet rays and by boiling for 5 minutes or autoclaving. </a:t>
            </a:r>
          </a:p>
          <a:p>
            <a:r>
              <a:rPr lang="en-US" sz="2400" dirty="0"/>
              <a:t>In short the virus survives for long periods under variable conditions and resists many procedures that eliminate or inactivate most bacterial agents.</a:t>
            </a:r>
            <a:endParaRPr lang="en-IN" sz="2400" dirty="0"/>
          </a:p>
        </p:txBody>
      </p:sp>
    </p:spTree>
    <p:extLst>
      <p:ext uri="{BB962C8B-B14F-4D97-AF65-F5344CB8AC3E}">
        <p14:creationId xmlns:p14="http://schemas.microsoft.com/office/powerpoint/2010/main" val="2351257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C04E2-568C-0222-7A02-5D100078B26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RESERVOIR OF INFECTION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714D697-0354-00D3-42D5-A7061A743E3A}"/>
              </a:ext>
            </a:extLst>
          </p:cNvPr>
          <p:cNvSpPr>
            <a:spLocks noGrp="1"/>
          </p:cNvSpPr>
          <p:nvPr>
            <p:ph idx="1"/>
          </p:nvPr>
        </p:nvSpPr>
        <p:spPr/>
        <p:txBody>
          <a:bodyPr>
            <a:normAutofit/>
          </a:bodyPr>
          <a:lstStyle/>
          <a:p>
            <a:r>
              <a:rPr lang="en-US" sz="2400" dirty="0"/>
              <a:t>The </a:t>
            </a:r>
            <a:r>
              <a:rPr lang="en-US" sz="2400" dirty="0">
                <a:highlight>
                  <a:srgbClr val="FFFF00"/>
                </a:highlight>
              </a:rPr>
              <a:t>human cases are the only reservoir of infection</a:t>
            </a:r>
            <a:r>
              <a:rPr lang="en-US" sz="2400" dirty="0"/>
              <a:t>. </a:t>
            </a:r>
          </a:p>
          <a:p>
            <a:r>
              <a:rPr lang="en-US" sz="2400" dirty="0"/>
              <a:t>The cases range from asymptomatic infections to severe ones. </a:t>
            </a:r>
          </a:p>
          <a:p>
            <a:r>
              <a:rPr lang="en-US" sz="2400" dirty="0"/>
              <a:t>Asymptomatic infections are especially common in children. </a:t>
            </a:r>
          </a:p>
          <a:p>
            <a:r>
              <a:rPr lang="en-US" sz="2400" dirty="0"/>
              <a:t>These cases play an important role in maintaining the chain of transmission in the community. </a:t>
            </a:r>
          </a:p>
          <a:p>
            <a:r>
              <a:rPr lang="en-US" sz="2400" dirty="0"/>
              <a:t>There is </a:t>
            </a:r>
            <a:r>
              <a:rPr lang="en-US" sz="2400" dirty="0">
                <a:highlight>
                  <a:srgbClr val="FFFF00"/>
                </a:highlight>
              </a:rPr>
              <a:t>no evidence of a chronic carrier state</a:t>
            </a:r>
            <a:r>
              <a:rPr lang="en-US" sz="2400" dirty="0"/>
              <a:t>.</a:t>
            </a:r>
            <a:endParaRPr lang="en-IN" sz="2400" dirty="0"/>
          </a:p>
        </p:txBody>
      </p:sp>
    </p:spTree>
    <p:extLst>
      <p:ext uri="{BB962C8B-B14F-4D97-AF65-F5344CB8AC3E}">
        <p14:creationId xmlns:p14="http://schemas.microsoft.com/office/powerpoint/2010/main" val="3657558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357D97-DACC-BC9B-B631-0A0A537B7D62}"/>
              </a:ext>
            </a:extLst>
          </p:cNvPr>
          <p:cNvSpPr>
            <a:spLocks noGrp="1"/>
          </p:cNvSpPr>
          <p:nvPr>
            <p:ph idx="1"/>
          </p:nvPr>
        </p:nvSpPr>
        <p:spPr>
          <a:xfrm>
            <a:off x="838200" y="1376516"/>
            <a:ext cx="10515600" cy="4800447"/>
          </a:xfrm>
        </p:spPr>
        <p:txBody>
          <a:bodyPr>
            <a:normAutofit/>
          </a:bodyPr>
          <a:lstStyle/>
          <a:p>
            <a:pPr marL="0" indent="0">
              <a:buNone/>
            </a:pPr>
            <a:r>
              <a:rPr lang="en-US" sz="2400" dirty="0"/>
              <a:t>PERIOD OF INFECTIVITY : </a:t>
            </a:r>
          </a:p>
          <a:p>
            <a:r>
              <a:rPr lang="en-US" sz="2400" dirty="0"/>
              <a:t>The risk of transmitting HAV is greatest from 2 weeks before to 1 week after the onset of jaundice. Infectivity falls rapidly with the onset of jaundice.</a:t>
            </a:r>
          </a:p>
          <a:p>
            <a:pPr marL="0" indent="0">
              <a:buNone/>
            </a:pPr>
            <a:r>
              <a:rPr lang="en-US" sz="2400" dirty="0"/>
              <a:t>INFECTIVE MATERIAL : </a:t>
            </a:r>
          </a:p>
          <a:p>
            <a:r>
              <a:rPr lang="en-US" sz="2400" dirty="0"/>
              <a:t>Mainly man’s </a:t>
            </a:r>
            <a:r>
              <a:rPr lang="en-US" sz="2400" dirty="0" err="1"/>
              <a:t>faeces</a:t>
            </a:r>
            <a:r>
              <a:rPr lang="en-US" sz="2400" dirty="0"/>
              <a:t>. Blood, serum and other fluids are infective during the brief stage of viraemia,</a:t>
            </a:r>
            <a:endParaRPr lang="en-IN" sz="2400" dirty="0"/>
          </a:p>
        </p:txBody>
      </p:sp>
    </p:spTree>
    <p:extLst>
      <p:ext uri="{BB962C8B-B14F-4D97-AF65-F5344CB8AC3E}">
        <p14:creationId xmlns:p14="http://schemas.microsoft.com/office/powerpoint/2010/main" val="2004576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FD4AA-EB15-D3C1-5B74-E55EE78A613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VIRUS EXCRETION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DDC4101-EFA5-3060-B097-A5C3E453365D}"/>
              </a:ext>
            </a:extLst>
          </p:cNvPr>
          <p:cNvSpPr>
            <a:spLocks noGrp="1"/>
          </p:cNvSpPr>
          <p:nvPr>
            <p:ph idx="1"/>
          </p:nvPr>
        </p:nvSpPr>
        <p:spPr/>
        <p:txBody>
          <a:bodyPr>
            <a:normAutofit/>
          </a:bodyPr>
          <a:lstStyle/>
          <a:p>
            <a:r>
              <a:rPr lang="en-US" sz="2400" dirty="0"/>
              <a:t>HAV is excreted in the </a:t>
            </a:r>
            <a:r>
              <a:rPr lang="en-US" sz="2400" dirty="0" err="1"/>
              <a:t>faeces</a:t>
            </a:r>
            <a:r>
              <a:rPr lang="en-US" sz="2400" dirty="0"/>
              <a:t> for about 2 weeks before the onset of jaundice and for up to 1 weeks thereafter. </a:t>
            </a:r>
          </a:p>
          <a:p>
            <a:r>
              <a:rPr lang="en-US" sz="2400" dirty="0"/>
              <a:t>There is </a:t>
            </a:r>
            <a:r>
              <a:rPr lang="en-US" sz="2400" dirty="0">
                <a:highlight>
                  <a:srgbClr val="FFFF00"/>
                </a:highlight>
              </a:rPr>
              <a:t>little evidence for HAV transmission by exposure to urine or </a:t>
            </a:r>
            <a:r>
              <a:rPr lang="en-US" sz="2400" dirty="0" err="1">
                <a:highlight>
                  <a:srgbClr val="FFFF00"/>
                </a:highlight>
              </a:rPr>
              <a:t>naso</a:t>
            </a:r>
            <a:r>
              <a:rPr lang="en-US" sz="2400" dirty="0">
                <a:highlight>
                  <a:srgbClr val="FFFF00"/>
                </a:highlight>
              </a:rPr>
              <a:t>-pharyngeal secretions of infected patients. </a:t>
            </a:r>
          </a:p>
          <a:p>
            <a:r>
              <a:rPr lang="en-US" sz="2400" dirty="0" err="1">
                <a:highlight>
                  <a:srgbClr val="FFFF00"/>
                </a:highlight>
              </a:rPr>
              <a:t>Haemodialysis</a:t>
            </a:r>
            <a:r>
              <a:rPr lang="en-US" sz="2400" dirty="0">
                <a:highlight>
                  <a:srgbClr val="FFFF00"/>
                </a:highlight>
              </a:rPr>
              <a:t> plays no role in the spread </a:t>
            </a:r>
            <a:r>
              <a:rPr lang="en-US" sz="2400" dirty="0"/>
              <a:t>of hepatitis A infections to either patients or the staff.</a:t>
            </a:r>
            <a:endParaRPr lang="en-IN" sz="2400" dirty="0"/>
          </a:p>
        </p:txBody>
      </p:sp>
    </p:spTree>
    <p:extLst>
      <p:ext uri="{BB962C8B-B14F-4D97-AF65-F5344CB8AC3E}">
        <p14:creationId xmlns:p14="http://schemas.microsoft.com/office/powerpoint/2010/main" val="1302199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593B5-9D89-CB53-F2A4-C8A430768306}"/>
              </a:ext>
            </a:extLst>
          </p:cNvPr>
          <p:cNvSpPr>
            <a:spLocks noGrp="1"/>
          </p:cNvSpPr>
          <p:nvPr>
            <p:ph type="title"/>
          </p:nvPr>
        </p:nvSpPr>
        <p:spPr>
          <a:xfrm>
            <a:off x="838200" y="484632"/>
            <a:ext cx="10290048" cy="1609344"/>
          </a:xfrm>
        </p:spPr>
        <p:txBody>
          <a:bodyPr/>
          <a:lstStyle/>
          <a:p>
            <a:r>
              <a:rPr lang="en-US" dirty="0">
                <a:latin typeface="Times New Roman" panose="02020603050405020304" pitchFamily="18" charset="0"/>
                <a:cs typeface="Times New Roman" panose="02020603050405020304" pitchFamily="18" charset="0"/>
              </a:rPr>
              <a:t>HOST FACTORS: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D3BEA34-12BB-C0F7-A602-36A005FBA0D0}"/>
              </a:ext>
            </a:extLst>
          </p:cNvPr>
          <p:cNvSpPr>
            <a:spLocks noGrp="1"/>
          </p:cNvSpPr>
          <p:nvPr>
            <p:ph idx="1"/>
          </p:nvPr>
        </p:nvSpPr>
        <p:spPr>
          <a:xfrm>
            <a:off x="838200" y="1966452"/>
            <a:ext cx="10515600" cy="4633298"/>
          </a:xfrm>
        </p:spPr>
        <p:txBody>
          <a:bodyPr>
            <a:normAutofit/>
          </a:bodyPr>
          <a:lstStyle/>
          <a:p>
            <a:pPr marL="0" indent="0">
              <a:buNone/>
            </a:pPr>
            <a:r>
              <a:rPr lang="en-US" sz="2400" dirty="0"/>
              <a:t>AGE : </a:t>
            </a:r>
          </a:p>
          <a:p>
            <a:r>
              <a:rPr lang="en-US" sz="2400" dirty="0"/>
              <a:t>Infection with HAV is </a:t>
            </a:r>
            <a:r>
              <a:rPr lang="en-US" sz="2400" dirty="0">
                <a:highlight>
                  <a:srgbClr val="FFFF00"/>
                </a:highlight>
              </a:rPr>
              <a:t>more frequent among children than in adults</a:t>
            </a:r>
            <a:r>
              <a:rPr lang="en-US" sz="2400" dirty="0"/>
              <a:t>. </a:t>
            </a:r>
          </a:p>
          <a:p>
            <a:r>
              <a:rPr lang="en-US" sz="2400" dirty="0"/>
              <a:t>However, people from all ages may be infected if susceptible. </a:t>
            </a:r>
          </a:p>
          <a:p>
            <a:r>
              <a:rPr lang="en-US" sz="2400" dirty="0"/>
              <a:t>In young children, infections tend to be mild or subclinical; the clinical severity increases with age. </a:t>
            </a:r>
          </a:p>
          <a:p>
            <a:r>
              <a:rPr lang="en-US" sz="2400" dirty="0"/>
              <a:t>The ratio of anicteric to icteric cases in adults is about 1:3; in children, it may be as high as 12:1. </a:t>
            </a:r>
          </a:p>
          <a:p>
            <a:r>
              <a:rPr lang="en-US" sz="2400" dirty="0"/>
              <a:t>However, </a:t>
            </a:r>
            <a:r>
              <a:rPr lang="en-US" sz="2400" dirty="0" err="1">
                <a:highlight>
                  <a:srgbClr val="FFFF00"/>
                </a:highlight>
              </a:rPr>
              <a:t>faecal</a:t>
            </a:r>
            <a:r>
              <a:rPr lang="en-US" sz="2400" dirty="0">
                <a:highlight>
                  <a:srgbClr val="FFFF00"/>
                </a:highlight>
              </a:rPr>
              <a:t> excretion of HAV antigen and RNA persists longer in the young than in adults.</a:t>
            </a:r>
            <a:endParaRPr lang="en-IN" sz="2400" dirty="0">
              <a:highlight>
                <a:srgbClr val="FFFF00"/>
              </a:highlight>
            </a:endParaRPr>
          </a:p>
        </p:txBody>
      </p:sp>
    </p:spTree>
    <p:extLst>
      <p:ext uri="{BB962C8B-B14F-4D97-AF65-F5344CB8AC3E}">
        <p14:creationId xmlns:p14="http://schemas.microsoft.com/office/powerpoint/2010/main" val="2240394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B41DD3-C7FE-2D44-B329-E21ADEDD0078}"/>
              </a:ext>
            </a:extLst>
          </p:cNvPr>
          <p:cNvSpPr>
            <a:spLocks noGrp="1"/>
          </p:cNvSpPr>
          <p:nvPr>
            <p:ph idx="1"/>
          </p:nvPr>
        </p:nvSpPr>
        <p:spPr>
          <a:xfrm>
            <a:off x="838200" y="884903"/>
            <a:ext cx="10515600" cy="5292060"/>
          </a:xfrm>
        </p:spPr>
        <p:txBody>
          <a:bodyPr>
            <a:normAutofit/>
          </a:bodyPr>
          <a:lstStyle/>
          <a:p>
            <a:pPr marL="0" indent="0">
              <a:buNone/>
            </a:pPr>
            <a:r>
              <a:rPr lang="en-US" sz="2400" dirty="0"/>
              <a:t>SEX:</a:t>
            </a:r>
          </a:p>
          <a:p>
            <a:r>
              <a:rPr lang="en-US" sz="2400" dirty="0"/>
              <a:t> Both sexes are equally susceptible. </a:t>
            </a:r>
          </a:p>
          <a:p>
            <a:pPr marL="0" indent="0">
              <a:buNone/>
            </a:pPr>
            <a:r>
              <a:rPr lang="en-US" sz="2400" dirty="0"/>
              <a:t>IMMUNITY: </a:t>
            </a:r>
          </a:p>
          <a:p>
            <a:r>
              <a:rPr lang="en-US" sz="2400" dirty="0"/>
              <a:t>Immunity after attack </a:t>
            </a:r>
            <a:r>
              <a:rPr lang="en-US" sz="2400" dirty="0">
                <a:highlight>
                  <a:srgbClr val="FFFF00"/>
                </a:highlight>
              </a:rPr>
              <a:t>probably lasts for life, second attacks have been reported in about 5 per cent of patients. </a:t>
            </a:r>
          </a:p>
          <a:p>
            <a:r>
              <a:rPr lang="en-US" sz="2400" dirty="0"/>
              <a:t>Most people in endemic areas acquire immunity through subclinical infection. </a:t>
            </a:r>
          </a:p>
          <a:p>
            <a:r>
              <a:rPr lang="en-US" sz="2400" dirty="0"/>
              <a:t>The IgM antibody appears early in the illness and persists for over 90 days. </a:t>
            </a:r>
          </a:p>
          <a:p>
            <a:r>
              <a:rPr lang="en-US" sz="2400" dirty="0"/>
              <a:t>IgG appears more slowly, and persists for many years.</a:t>
            </a:r>
            <a:endParaRPr lang="en-IN" sz="2400" dirty="0"/>
          </a:p>
        </p:txBody>
      </p:sp>
    </p:spTree>
    <p:extLst>
      <p:ext uri="{BB962C8B-B14F-4D97-AF65-F5344CB8AC3E}">
        <p14:creationId xmlns:p14="http://schemas.microsoft.com/office/powerpoint/2010/main" val="2530655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B8B1A-DA52-445C-BE1F-B34ECB0AE2AB}"/>
              </a:ext>
            </a:extLst>
          </p:cNvPr>
          <p:cNvSpPr>
            <a:spLocks noGrp="1"/>
          </p:cNvSpPr>
          <p:nvPr>
            <p:ph type="title"/>
          </p:nvPr>
        </p:nvSpPr>
        <p:spPr>
          <a:xfrm>
            <a:off x="747252" y="484632"/>
            <a:ext cx="10380996" cy="1609344"/>
          </a:xfrm>
        </p:spPr>
        <p:txBody>
          <a:bodyPr/>
          <a:lstStyle/>
          <a:p>
            <a:r>
              <a:rPr lang="en-US" dirty="0">
                <a:latin typeface="Times New Roman" panose="02020603050405020304" pitchFamily="18" charset="0"/>
                <a:cs typeface="Times New Roman" panose="02020603050405020304" pitchFamily="18" charset="0"/>
              </a:rPr>
              <a:t>ENVIRONMENTAL FACTORS: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A64BEF-97A2-0AAB-72C4-D317B2A307B4}"/>
              </a:ext>
            </a:extLst>
          </p:cNvPr>
          <p:cNvSpPr>
            <a:spLocks noGrp="1"/>
          </p:cNvSpPr>
          <p:nvPr>
            <p:ph idx="1"/>
          </p:nvPr>
        </p:nvSpPr>
        <p:spPr/>
        <p:txBody>
          <a:bodyPr>
            <a:normAutofit/>
          </a:bodyPr>
          <a:lstStyle/>
          <a:p>
            <a:r>
              <a:rPr lang="en-US" sz="2400" dirty="0"/>
              <a:t>Cases may occur throughout the year. In India the disease tends to be </a:t>
            </a:r>
            <a:r>
              <a:rPr lang="en-US" sz="2400" dirty="0">
                <a:highlight>
                  <a:srgbClr val="FFFF00"/>
                </a:highlight>
              </a:rPr>
              <a:t>associated with periods of heavy rainfall. </a:t>
            </a:r>
          </a:p>
          <a:p>
            <a:r>
              <a:rPr lang="en-US" sz="2400" dirty="0"/>
              <a:t>Poor sanitation and overcrowding </a:t>
            </a:r>
            <a:r>
              <a:rPr lang="en-US" sz="2400" dirty="0" err="1"/>
              <a:t>favour</a:t>
            </a:r>
            <a:r>
              <a:rPr lang="en-US" sz="2400" dirty="0"/>
              <a:t> the spread of infection, giving rise to water-borne and food-borne epidemics. </a:t>
            </a:r>
          </a:p>
          <a:p>
            <a:r>
              <a:rPr lang="en-US" sz="2400" dirty="0"/>
              <a:t>Paradoxically, when standards of hygiene and sanitation are improved, morbidity from infection with enteric viruses may increase.  </a:t>
            </a:r>
            <a:endParaRPr lang="en-IN" sz="2400" dirty="0"/>
          </a:p>
        </p:txBody>
      </p:sp>
    </p:spTree>
    <p:extLst>
      <p:ext uri="{BB962C8B-B14F-4D97-AF65-F5344CB8AC3E}">
        <p14:creationId xmlns:p14="http://schemas.microsoft.com/office/powerpoint/2010/main" val="3386619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15570-E1ED-D1E2-6A32-6A37277229AF}"/>
              </a:ext>
            </a:extLst>
          </p:cNvPr>
          <p:cNvSpPr>
            <a:spLocks noGrp="1"/>
          </p:cNvSpPr>
          <p:nvPr>
            <p:ph type="title"/>
          </p:nvPr>
        </p:nvSpPr>
        <p:spPr>
          <a:xfrm>
            <a:off x="631722" y="385250"/>
            <a:ext cx="10515600" cy="1325563"/>
          </a:xfrm>
        </p:spPr>
        <p:txBody>
          <a:bodyPr>
            <a:normAutofit/>
          </a:bodyPr>
          <a:lstStyle/>
          <a:p>
            <a:r>
              <a:rPr lang="en-US" dirty="0">
                <a:latin typeface="Times New Roman" panose="02020603050405020304" pitchFamily="18" charset="0"/>
                <a:cs typeface="Times New Roman" panose="02020603050405020304" pitchFamily="18" charset="0"/>
              </a:rPr>
              <a:t>MODES OF TRANSMISSION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CDCE04-6EAA-55F9-A9D9-A37650564F71}"/>
              </a:ext>
            </a:extLst>
          </p:cNvPr>
          <p:cNvSpPr>
            <a:spLocks noGrp="1"/>
          </p:cNvSpPr>
          <p:nvPr>
            <p:ph idx="1"/>
          </p:nvPr>
        </p:nvSpPr>
        <p:spPr>
          <a:xfrm>
            <a:off x="838200" y="1828800"/>
            <a:ext cx="10515600" cy="4741453"/>
          </a:xfrm>
        </p:spPr>
        <p:txBody>
          <a:bodyPr>
            <a:normAutofit/>
          </a:bodyPr>
          <a:lstStyle/>
          <a:p>
            <a:r>
              <a:rPr lang="en-US" sz="2400" dirty="0">
                <a:highlight>
                  <a:srgbClr val="FFFF00"/>
                </a:highlight>
              </a:rPr>
              <a:t> FAECAL-ORAL ROUTE </a:t>
            </a:r>
            <a:r>
              <a:rPr lang="en-US" sz="2400" dirty="0"/>
              <a:t>: This is the major route of transmission. It may occur by direct (person-to-person) contact or indirectly by way of contaminated water, food or milk. </a:t>
            </a:r>
          </a:p>
          <a:p>
            <a:r>
              <a:rPr lang="en-US" sz="2400" dirty="0">
                <a:highlight>
                  <a:srgbClr val="FFFF00"/>
                </a:highlight>
              </a:rPr>
              <a:t>Water-borne transmission</a:t>
            </a:r>
            <a:r>
              <a:rPr lang="en-US" sz="2400" dirty="0"/>
              <a:t>, is not a major factor in developed countries, where food-borne outbreaks are becoming more frequent. For example, consumption of salads and vegetables, and of raw or inadequately cooked shellfish and oysters cultivated in sewage polluted water is associated with epidemic outbreaks of hepatitis A.</a:t>
            </a:r>
          </a:p>
          <a:p>
            <a:r>
              <a:rPr lang="en-US" sz="2400" dirty="0"/>
              <a:t> Direct transmission comprises an array of routes such as contaminated hands or objects such as eating utensils. Direct infection occurs readily under conditions of poor sanitation and overcrowding.</a:t>
            </a:r>
            <a:endParaRPr lang="en-IN" sz="2400" dirty="0"/>
          </a:p>
        </p:txBody>
      </p:sp>
    </p:spTree>
    <p:extLst>
      <p:ext uri="{BB962C8B-B14F-4D97-AF65-F5344CB8AC3E}">
        <p14:creationId xmlns:p14="http://schemas.microsoft.com/office/powerpoint/2010/main" val="4206822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32E868-C25A-4DA5-B14A-88FDE33F7C77}"/>
              </a:ext>
            </a:extLst>
          </p:cNvPr>
          <p:cNvSpPr>
            <a:spLocks noGrp="1"/>
          </p:cNvSpPr>
          <p:nvPr>
            <p:ph idx="1"/>
          </p:nvPr>
        </p:nvSpPr>
        <p:spPr>
          <a:xfrm>
            <a:off x="971525" y="1501976"/>
            <a:ext cx="10058400" cy="4050792"/>
          </a:xfrm>
        </p:spPr>
        <p:txBody>
          <a:bodyPr>
            <a:normAutofit/>
          </a:bodyPr>
          <a:lstStyle/>
          <a:p>
            <a:pPr marL="0" indent="0">
              <a:buNone/>
            </a:pPr>
            <a:r>
              <a:rPr lang="en-US" sz="2400" dirty="0"/>
              <a:t>PARENTERAL ROUTE: </a:t>
            </a:r>
          </a:p>
          <a:p>
            <a:r>
              <a:rPr lang="en-US" sz="2400" dirty="0"/>
              <a:t>Hepatitis A is rarely, if ever, transmitted by the parenteral route (i.e., by blood and blood products or by skin penetration through contaminated needles). </a:t>
            </a:r>
          </a:p>
          <a:p>
            <a:r>
              <a:rPr lang="en-US" sz="2400" dirty="0"/>
              <a:t>This may occur during the stage of viraemia. </a:t>
            </a:r>
          </a:p>
          <a:p>
            <a:r>
              <a:rPr lang="en-US" sz="2400" dirty="0"/>
              <a:t>This mode of transmission is of minor importance as viremic stage of infection occurs during prodromal phase and there is no carrier state.</a:t>
            </a:r>
            <a:endParaRPr lang="en-IN" sz="2400" dirty="0"/>
          </a:p>
        </p:txBody>
      </p:sp>
    </p:spTree>
    <p:extLst>
      <p:ext uri="{BB962C8B-B14F-4D97-AF65-F5344CB8AC3E}">
        <p14:creationId xmlns:p14="http://schemas.microsoft.com/office/powerpoint/2010/main" val="3331535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6B1963-2E11-49BC-34D7-28C1E62E8BB8}"/>
              </a:ext>
            </a:extLst>
          </p:cNvPr>
          <p:cNvSpPr>
            <a:spLocks noGrp="1"/>
          </p:cNvSpPr>
          <p:nvPr>
            <p:ph idx="1"/>
          </p:nvPr>
        </p:nvSpPr>
        <p:spPr>
          <a:xfrm>
            <a:off x="838200" y="911224"/>
            <a:ext cx="10515600" cy="4889807"/>
          </a:xfrm>
        </p:spPr>
        <p:txBody>
          <a:bodyPr>
            <a:normAutofit/>
          </a:bodyPr>
          <a:lstStyle/>
          <a:p>
            <a:pPr marL="0" indent="0">
              <a:buNone/>
            </a:pPr>
            <a:r>
              <a:rPr lang="en-US" sz="2400" dirty="0"/>
              <a:t>SEXUAL TRANSMISSION : </a:t>
            </a:r>
          </a:p>
          <a:p>
            <a:r>
              <a:rPr lang="en-US" sz="2400" dirty="0"/>
              <a:t>As a sexually transmitted infection hepatitis A may occur mainly among homosexual men because of oral-anal contact. </a:t>
            </a:r>
          </a:p>
          <a:p>
            <a:endParaRPr lang="en-US" sz="2400" dirty="0"/>
          </a:p>
          <a:p>
            <a:r>
              <a:rPr lang="en-US" sz="2400" dirty="0"/>
              <a:t>Food handlers are not at increased risk for hepatitis A, because of their occupation, but are noteworthy because of their critical role in common-source food-borne HAV transmission. </a:t>
            </a:r>
          </a:p>
          <a:p>
            <a:r>
              <a:rPr lang="en-US" sz="2400" dirty="0"/>
              <a:t>Health care personnel do not nave an increased prevalence of HAV infection and nosocomial HAV transmission is rare. Children play an important role in HAV transmission as they generally have asymptomatic or unrecognized illness</a:t>
            </a:r>
            <a:r>
              <a:rPr lang="en-US" dirty="0"/>
              <a:t>.</a:t>
            </a:r>
            <a:endParaRPr lang="en-IN" dirty="0"/>
          </a:p>
        </p:txBody>
      </p:sp>
    </p:spTree>
    <p:extLst>
      <p:ext uri="{BB962C8B-B14F-4D97-AF65-F5344CB8AC3E}">
        <p14:creationId xmlns:p14="http://schemas.microsoft.com/office/powerpoint/2010/main" val="3024212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7FFE6B-E6F3-A946-FF11-B46C111D82D5}"/>
              </a:ext>
            </a:extLst>
          </p:cNvPr>
          <p:cNvSpPr>
            <a:spLocks noGrp="1"/>
          </p:cNvSpPr>
          <p:nvPr>
            <p:ph idx="1"/>
          </p:nvPr>
        </p:nvSpPr>
        <p:spPr>
          <a:xfrm>
            <a:off x="838200" y="1415845"/>
            <a:ext cx="10515600" cy="4761118"/>
          </a:xfrm>
        </p:spPr>
        <p:txBody>
          <a:bodyPr>
            <a:normAutofit/>
          </a:bodyPr>
          <a:lstStyle/>
          <a:p>
            <a:pPr marL="0" indent="0">
              <a:buNone/>
            </a:pPr>
            <a:r>
              <a:rPr lang="en-US" sz="2800" dirty="0"/>
              <a:t>INCUBATION PERIOD : </a:t>
            </a:r>
          </a:p>
          <a:p>
            <a:pPr marL="0" indent="0">
              <a:buNone/>
            </a:pPr>
            <a:r>
              <a:rPr lang="en-US" sz="2800" dirty="0"/>
              <a:t>10 to 50 days (usually 14-28 days), the length of the incubation period is proportional to the dose of viral ingested. </a:t>
            </a:r>
            <a:endParaRPr lang="en-IN" sz="2800" dirty="0"/>
          </a:p>
        </p:txBody>
      </p:sp>
    </p:spTree>
    <p:extLst>
      <p:ext uri="{BB962C8B-B14F-4D97-AF65-F5344CB8AC3E}">
        <p14:creationId xmlns:p14="http://schemas.microsoft.com/office/powerpoint/2010/main" val="721263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C0649-7759-C0C3-4F5F-E14C49DC8189}"/>
              </a:ext>
            </a:extLst>
          </p:cNvPr>
          <p:cNvSpPr>
            <a:spLocks noGrp="1"/>
          </p:cNvSpPr>
          <p:nvPr>
            <p:ph type="title"/>
          </p:nvPr>
        </p:nvSpPr>
        <p:spPr>
          <a:xfrm>
            <a:off x="766916" y="484632"/>
            <a:ext cx="10361332" cy="1609344"/>
          </a:xfrm>
        </p:spPr>
        <p:txBody>
          <a:bodyPr/>
          <a:lstStyle/>
          <a:p>
            <a:r>
              <a:rPr lang="en-US" dirty="0">
                <a:latin typeface="Times New Roman" panose="02020603050405020304" pitchFamily="18" charset="0"/>
                <a:cs typeface="Times New Roman" panose="02020603050405020304" pitchFamily="18" charset="0"/>
              </a:rPr>
              <a:t>CLINICAL SPECTRUM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6FAE85-D419-2AE0-83CB-BF198CD8BE84}"/>
              </a:ext>
            </a:extLst>
          </p:cNvPr>
          <p:cNvSpPr>
            <a:spLocks noGrp="1"/>
          </p:cNvSpPr>
          <p:nvPr>
            <p:ph idx="1"/>
          </p:nvPr>
        </p:nvSpPr>
        <p:spPr/>
        <p:txBody>
          <a:bodyPr>
            <a:normAutofit/>
          </a:bodyPr>
          <a:lstStyle/>
          <a:p>
            <a:r>
              <a:rPr lang="en-US" sz="2400" dirty="0"/>
              <a:t>The onset of jaundice is often preceded by gastrointestinal symptoms such as nausea, vomiting, anorexia, and mild fever.</a:t>
            </a:r>
          </a:p>
          <a:p>
            <a:r>
              <a:rPr lang="en-US" sz="2400" dirty="0"/>
              <a:t> Jaundice may appear within a few days of the prodromal period, but anicteric hepatitis is more common. </a:t>
            </a:r>
          </a:p>
          <a:p>
            <a:r>
              <a:rPr lang="en-US" sz="2400" dirty="0"/>
              <a:t>Hepatitis A resolves completely in 98 per cent of cases but relapse of symptoms are noted in 3-20 per cent cases.</a:t>
            </a:r>
            <a:endParaRPr lang="en-IN" sz="2400" dirty="0"/>
          </a:p>
        </p:txBody>
      </p:sp>
    </p:spTree>
    <p:extLst>
      <p:ext uri="{BB962C8B-B14F-4D97-AF65-F5344CB8AC3E}">
        <p14:creationId xmlns:p14="http://schemas.microsoft.com/office/powerpoint/2010/main" val="1485409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56529-A974-7B30-A4CD-0FDFF6158144}"/>
              </a:ext>
            </a:extLst>
          </p:cNvPr>
          <p:cNvSpPr>
            <a:spLocks noGrp="1"/>
          </p:cNvSpPr>
          <p:nvPr>
            <p:ph type="title"/>
          </p:nvPr>
        </p:nvSpPr>
        <p:spPr>
          <a:xfrm>
            <a:off x="838200" y="0"/>
            <a:ext cx="10515600" cy="1325563"/>
          </a:xfrm>
        </p:spPr>
        <p:txBody>
          <a:bodyPr/>
          <a:lstStyle/>
          <a:p>
            <a:r>
              <a:rPr lang="en-US" dirty="0">
                <a:latin typeface="Times New Roman" panose="02020603050405020304" pitchFamily="18" charset="0"/>
                <a:cs typeface="Times New Roman" panose="02020603050405020304" pitchFamily="18" charset="0"/>
              </a:rPr>
              <a:t>DIAGNOSIS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984DCC-6E54-651F-8039-E422463E8489}"/>
              </a:ext>
            </a:extLst>
          </p:cNvPr>
          <p:cNvSpPr>
            <a:spLocks noGrp="1"/>
          </p:cNvSpPr>
          <p:nvPr>
            <p:ph idx="1"/>
          </p:nvPr>
        </p:nvSpPr>
        <p:spPr>
          <a:xfrm>
            <a:off x="838200" y="1170037"/>
            <a:ext cx="10515600" cy="5781369"/>
          </a:xfrm>
        </p:spPr>
        <p:txBody>
          <a:bodyPr>
            <a:normAutofit/>
          </a:bodyPr>
          <a:lstStyle/>
          <a:p>
            <a:r>
              <a:rPr lang="en-US" sz="2400" dirty="0"/>
              <a:t>Tests for abnormal liver function, such as serum alanine aminotransferase (ALT) and bilirubin, supplement the clinical, pathologic, and epidemiologic findings.</a:t>
            </a:r>
          </a:p>
          <a:p>
            <a:r>
              <a:rPr lang="en-US" sz="2400" dirty="0"/>
              <a:t>Demonstration of HAV particles or specific viral antigens in the </a:t>
            </a:r>
            <a:r>
              <a:rPr lang="en-US" sz="2400" dirty="0" err="1"/>
              <a:t>faeces</a:t>
            </a:r>
            <a:r>
              <a:rPr lang="en-US" sz="2400" dirty="0"/>
              <a:t>, bile and blood. HAV is detected in the stool from about 2 weeks prior to the onset of jaundice, up to 2 weeks after.</a:t>
            </a:r>
          </a:p>
          <a:p>
            <a:r>
              <a:rPr lang="en-US" sz="2400" dirty="0"/>
              <a:t>Anti-HAV appears in the IgM fraction during the acute phase, peaking about 2 weeks after elevation of liver enzymes. </a:t>
            </a:r>
          </a:p>
          <a:p>
            <a:r>
              <a:rPr lang="en-US" sz="2400" dirty="0"/>
              <a:t>Anti-HAV IgM usually declines to non-detectable levels within 3-6 months. Anti-HAV IgG appears soon after the onset of disease and persists for decades. </a:t>
            </a:r>
          </a:p>
          <a:p>
            <a:r>
              <a:rPr lang="en-US" sz="2400" dirty="0"/>
              <a:t>Thus, detection of IgM-specific anti-HAV in the blood of an acutely infected patient confirms the diagnosis of hepatitis A. ELISA is the method of choice for measuring HAV antibodies.</a:t>
            </a:r>
            <a:endParaRPr lang="en-IN" sz="2400" dirty="0"/>
          </a:p>
        </p:txBody>
      </p:sp>
    </p:spTree>
    <p:extLst>
      <p:ext uri="{BB962C8B-B14F-4D97-AF65-F5344CB8AC3E}">
        <p14:creationId xmlns:p14="http://schemas.microsoft.com/office/powerpoint/2010/main" val="192627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95442-BB0B-E28E-02AC-30EE12032FA2}"/>
              </a:ext>
            </a:extLst>
          </p:cNvPr>
          <p:cNvSpPr>
            <a:spLocks noGrp="1"/>
          </p:cNvSpPr>
          <p:nvPr>
            <p:ph type="title"/>
          </p:nvPr>
        </p:nvSpPr>
        <p:spPr>
          <a:xfrm>
            <a:off x="838200" y="365125"/>
            <a:ext cx="10223090" cy="765585"/>
          </a:xfrm>
        </p:spPr>
        <p:txBody>
          <a:bodyPr>
            <a:normAutofit/>
          </a:bodyPr>
          <a:lstStyle/>
          <a:p>
            <a:r>
              <a:rPr lang="en-US" dirty="0">
                <a:latin typeface="Times New Roman" panose="02020603050405020304" pitchFamily="18" charset="0"/>
                <a:cs typeface="Times New Roman" panose="02020603050405020304" pitchFamily="18" charset="0"/>
              </a:rPr>
              <a:t>PREVENTION AND CONTAINMENT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AE72B8E-7222-B8AB-FBE8-D7C1B5FF576F}"/>
              </a:ext>
            </a:extLst>
          </p:cNvPr>
          <p:cNvSpPr>
            <a:spLocks noGrp="1"/>
          </p:cNvSpPr>
          <p:nvPr>
            <p:ph idx="1"/>
          </p:nvPr>
        </p:nvSpPr>
        <p:spPr>
          <a:xfrm>
            <a:off x="838200" y="1356852"/>
            <a:ext cx="10515600" cy="4820111"/>
          </a:xfrm>
        </p:spPr>
        <p:txBody>
          <a:bodyPr>
            <a:normAutofit/>
          </a:bodyPr>
          <a:lstStyle/>
          <a:p>
            <a:pPr marL="0" indent="0">
              <a:buNone/>
            </a:pPr>
            <a:r>
              <a:rPr lang="en-US" sz="2400" dirty="0"/>
              <a:t>CONTROL OF RESERVOIR:</a:t>
            </a:r>
          </a:p>
          <a:p>
            <a:r>
              <a:rPr lang="en-US" sz="2400" dirty="0"/>
              <a:t>Control of reservoir is difficult because of the following factors: </a:t>
            </a:r>
          </a:p>
          <a:p>
            <a:pPr marL="514350" indent="-514350">
              <a:buFont typeface="+mj-lt"/>
              <a:buAutoNum type="arabicPeriod"/>
            </a:pPr>
            <a:r>
              <a:rPr lang="en-US" sz="2400" dirty="0" err="1"/>
              <a:t>Faecal</a:t>
            </a:r>
            <a:r>
              <a:rPr lang="en-US" sz="2400" dirty="0"/>
              <a:t> shedding of the virus is at its height during the incubation period and early phase of illness.</a:t>
            </a:r>
          </a:p>
          <a:p>
            <a:pPr marL="514350" indent="-514350">
              <a:buFont typeface="+mj-lt"/>
              <a:buAutoNum type="arabicPeriod"/>
            </a:pPr>
            <a:r>
              <a:rPr lang="en-US" sz="2400" dirty="0"/>
              <a:t>The occurrence of large number of subclinical cases.</a:t>
            </a:r>
          </a:p>
          <a:p>
            <a:pPr marL="514350" indent="-514350">
              <a:buFont typeface="+mj-lt"/>
              <a:buAutoNum type="arabicPeriod"/>
            </a:pPr>
            <a:r>
              <a:rPr lang="en-US" sz="2400" dirty="0"/>
              <a:t>Absence of specific treatment. </a:t>
            </a:r>
          </a:p>
          <a:p>
            <a:pPr marL="514350" indent="-514350">
              <a:buFont typeface="+mj-lt"/>
              <a:buAutoNum type="arabicPeriod"/>
            </a:pPr>
            <a:r>
              <a:rPr lang="en-US" sz="2400" dirty="0"/>
              <a:t>Low socio-economic profile of the population usually involved.</a:t>
            </a:r>
          </a:p>
          <a:p>
            <a:r>
              <a:rPr lang="en-US" sz="2400" dirty="0"/>
              <a:t> However, attention should be paid to the usual control measures such as complete bed rest and disinfection of </a:t>
            </a:r>
            <a:r>
              <a:rPr lang="en-US" sz="2400" dirty="0" err="1"/>
              <a:t>faeces</a:t>
            </a:r>
            <a:r>
              <a:rPr lang="en-US" sz="2400" dirty="0"/>
              <a:t> and fomites. </a:t>
            </a:r>
          </a:p>
          <a:p>
            <a:r>
              <a:rPr lang="en-US" sz="2400" dirty="0"/>
              <a:t>The use of 0.5 per cent sodium hypochlorite has been strongly recommended as an effective disinfectant </a:t>
            </a:r>
            <a:endParaRPr lang="en-IN" sz="2400" dirty="0"/>
          </a:p>
        </p:txBody>
      </p:sp>
    </p:spTree>
    <p:extLst>
      <p:ext uri="{BB962C8B-B14F-4D97-AF65-F5344CB8AC3E}">
        <p14:creationId xmlns:p14="http://schemas.microsoft.com/office/powerpoint/2010/main" val="2324315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8999F-09C1-4CA9-D7F3-EABF62BD5873}"/>
              </a:ext>
            </a:extLst>
          </p:cNvPr>
          <p:cNvSpPr>
            <a:spLocks noGrp="1"/>
          </p:cNvSpPr>
          <p:nvPr>
            <p:ph type="title"/>
          </p:nvPr>
        </p:nvSpPr>
        <p:spPr>
          <a:xfrm>
            <a:off x="838200" y="132735"/>
            <a:ext cx="10515600" cy="1325563"/>
          </a:xfrm>
        </p:spPr>
        <p:txBody>
          <a:bodyPr/>
          <a:lstStyle/>
          <a:p>
            <a:r>
              <a:rPr lang="en-US" dirty="0">
                <a:latin typeface="Times New Roman" panose="02020603050405020304" pitchFamily="18" charset="0"/>
                <a:cs typeface="Times New Roman" panose="02020603050405020304" pitchFamily="18" charset="0"/>
              </a:rPr>
              <a:t>CONTROL OF TRANSMISSION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F198606-1EF5-778D-2EBD-0348E5354B2A}"/>
              </a:ext>
            </a:extLst>
          </p:cNvPr>
          <p:cNvSpPr>
            <a:spLocks noGrp="1"/>
          </p:cNvSpPr>
          <p:nvPr>
            <p:ph idx="1"/>
          </p:nvPr>
        </p:nvSpPr>
        <p:spPr>
          <a:xfrm>
            <a:off x="324465" y="1307690"/>
            <a:ext cx="11543070" cy="5220930"/>
          </a:xfrm>
        </p:spPr>
        <p:txBody>
          <a:bodyPr>
            <a:noAutofit/>
          </a:bodyPr>
          <a:lstStyle/>
          <a:p>
            <a:r>
              <a:rPr lang="en-US" sz="2400" dirty="0"/>
              <a:t>The best means of reducing the spread of infection is by promoting simple measures of personal and community hygiene, e.g., hand washing before eating and after toilet; the sanitary disposal of excreta which will prevent contamination of water, food and milk; and purification of community water supplies by flocculation, filtration and adequate chlorination. </a:t>
            </a:r>
          </a:p>
          <a:p>
            <a:r>
              <a:rPr lang="en-US" sz="2400" dirty="0"/>
              <a:t>Studies indicated that 1 mg/L of free residual chlorine can cause destruction of the virus in 30 minutes at pH values of 8.5 or less. </a:t>
            </a:r>
          </a:p>
          <a:p>
            <a:r>
              <a:rPr lang="en-US" sz="2400" dirty="0"/>
              <a:t>The water treatment and distribution system should be improved, during epidemics, boiled water should be advocated for drinking purposes. </a:t>
            </a:r>
          </a:p>
          <a:p>
            <a:r>
              <a:rPr lang="en-US" sz="2400" dirty="0"/>
              <a:t>Several countries of the world have achieved control of water-borne HAV infection. </a:t>
            </a:r>
          </a:p>
          <a:p>
            <a:r>
              <a:rPr lang="en-US" sz="2400" dirty="0"/>
              <a:t>Other control measures include proper disposal of sewage within communities. If all these measures are properly implemented, a substantial reduction of HAV infection can be expected.</a:t>
            </a:r>
            <a:endParaRPr lang="en-IN" sz="2400" dirty="0"/>
          </a:p>
        </p:txBody>
      </p:sp>
    </p:spTree>
    <p:extLst>
      <p:ext uri="{BB962C8B-B14F-4D97-AF65-F5344CB8AC3E}">
        <p14:creationId xmlns:p14="http://schemas.microsoft.com/office/powerpoint/2010/main" val="3759735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70D9A-ABE8-291B-FE7E-5B81C21D3C5B}"/>
              </a:ext>
            </a:extLst>
          </p:cNvPr>
          <p:cNvSpPr>
            <a:spLocks noGrp="1"/>
          </p:cNvSpPr>
          <p:nvPr>
            <p:ph type="title"/>
          </p:nvPr>
        </p:nvSpPr>
        <p:spPr>
          <a:xfrm>
            <a:off x="838200" y="365126"/>
            <a:ext cx="10515600" cy="804914"/>
          </a:xfrm>
        </p:spPr>
        <p:txBody>
          <a:bodyPr>
            <a:normAutofit/>
          </a:bodyPr>
          <a:lstStyle/>
          <a:p>
            <a:r>
              <a:rPr lang="en-US" sz="4000" dirty="0">
                <a:latin typeface="Times New Roman" panose="02020603050405020304" pitchFamily="18" charset="0"/>
                <a:cs typeface="Times New Roman" panose="02020603050405020304" pitchFamily="18" charset="0"/>
              </a:rPr>
              <a:t>CONTROL OF SUSCEPTIBLE POPULATION</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659FDE6-EC59-5AAD-92E2-99DF366D874E}"/>
              </a:ext>
            </a:extLst>
          </p:cNvPr>
          <p:cNvSpPr>
            <a:spLocks noGrp="1"/>
          </p:cNvSpPr>
          <p:nvPr>
            <p:ph idx="1"/>
          </p:nvPr>
        </p:nvSpPr>
        <p:spPr>
          <a:xfrm>
            <a:off x="838200" y="1353676"/>
            <a:ext cx="10515600" cy="5047123"/>
          </a:xfrm>
        </p:spPr>
        <p:txBody>
          <a:bodyPr>
            <a:normAutofit/>
          </a:bodyPr>
          <a:lstStyle/>
          <a:p>
            <a:r>
              <a:rPr lang="en-US" sz="2400" dirty="0"/>
              <a:t>Targeted protection of high-risk groups should be considered in low and very low endemicity, settings. </a:t>
            </a:r>
          </a:p>
          <a:p>
            <a:r>
              <a:rPr lang="en-US" sz="2400" dirty="0"/>
              <a:t>Groups at increased risk of hepatitis A include </a:t>
            </a:r>
            <a:r>
              <a:rPr lang="en-US" sz="2400" dirty="0" err="1"/>
              <a:t>travellers</a:t>
            </a:r>
            <a:r>
              <a:rPr lang="en-US" sz="2400" dirty="0"/>
              <a:t> to areas of intermediate or high endemicity, those requiring life-long treatment with blood products, men having sex with men, workers in contact with non-human primates, and injection drug users. </a:t>
            </a:r>
          </a:p>
          <a:p>
            <a:r>
              <a:rPr lang="en-US" sz="2400" dirty="0"/>
              <a:t>In addition, patients with chronic liver disease are at increased risk for fulminant hepatitis A and should be vaccinated. </a:t>
            </a:r>
          </a:p>
          <a:p>
            <a:r>
              <a:rPr lang="en-US" sz="2400" dirty="0"/>
              <a:t>Use of hepatitis A vaccine rather than passive prophylaxis with immune globulin should be considered for pre-exposure prophylaxis (e.g. for travelers) and post-exposure prophylaxis (e.g. for close contacts of acute cases of hepatitis A.</a:t>
            </a:r>
            <a:endParaRPr lang="en-IN" sz="2400" dirty="0"/>
          </a:p>
        </p:txBody>
      </p:sp>
    </p:spTree>
    <p:extLst>
      <p:ext uri="{BB962C8B-B14F-4D97-AF65-F5344CB8AC3E}">
        <p14:creationId xmlns:p14="http://schemas.microsoft.com/office/powerpoint/2010/main" val="1304006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86822-4419-9541-91F7-AB74F4FD4715}"/>
              </a:ext>
            </a:extLst>
          </p:cNvPr>
          <p:cNvSpPr>
            <a:spLocks noGrp="1"/>
          </p:cNvSpPr>
          <p:nvPr>
            <p:ph idx="1"/>
          </p:nvPr>
        </p:nvSpPr>
        <p:spPr>
          <a:xfrm>
            <a:off x="838200" y="442452"/>
            <a:ext cx="10515600" cy="5734511"/>
          </a:xfrm>
        </p:spPr>
        <p:txBody>
          <a:bodyPr>
            <a:normAutofit/>
          </a:bodyPr>
          <a:lstStyle/>
          <a:p>
            <a:pPr marL="0" indent="0">
              <a:buNone/>
            </a:pPr>
            <a:r>
              <a:rPr lang="en-US" sz="2400" dirty="0"/>
              <a:t>VACCINES : </a:t>
            </a:r>
          </a:p>
          <a:p>
            <a:r>
              <a:rPr lang="en-US" sz="2400" dirty="0"/>
              <a:t>Two types of hepatitis A vaccines are currently used worldwide: </a:t>
            </a:r>
          </a:p>
          <a:p>
            <a:pPr marL="0" indent="0">
              <a:buNone/>
            </a:pPr>
            <a:r>
              <a:rPr lang="en-US" sz="2400" dirty="0"/>
              <a:t>(a) Formaldehyde inactivated vaccines - produced in several countries and which are most commonly used worldwide. </a:t>
            </a:r>
          </a:p>
          <a:p>
            <a:pPr marL="0" indent="0">
              <a:buNone/>
            </a:pPr>
            <a:r>
              <a:rPr lang="en-US" sz="2400" dirty="0"/>
              <a:t>(b) Live attenuated vaccines - which are manufactured in China and are available in several countries. Inactivated hepatitis A vaccine are licensed for use in persons  of 12 months of age. </a:t>
            </a:r>
          </a:p>
          <a:p>
            <a:r>
              <a:rPr lang="en-US" sz="2400" dirty="0"/>
              <a:t>The complete vaccination schedule consists of 2 dose administration into the deltoid muscle. </a:t>
            </a:r>
          </a:p>
          <a:p>
            <a:r>
              <a:rPr lang="en-US" sz="2400" dirty="0"/>
              <a:t>The interval between the first (primary) dose and second (booster) dose is commonly 6-12 months; however, the interval between the doses is flexible and can be extended to 18-36 months. </a:t>
            </a:r>
          </a:p>
          <a:p>
            <a:r>
              <a:rPr lang="en-US" sz="2400" dirty="0"/>
              <a:t>It can be administered simultaneously with other vaccines. Following 2 doses of vaccine the protective efficacy is about 94 per cent.</a:t>
            </a:r>
            <a:endParaRPr lang="en-IN" sz="2400" dirty="0"/>
          </a:p>
        </p:txBody>
      </p:sp>
    </p:spTree>
    <p:extLst>
      <p:ext uri="{BB962C8B-B14F-4D97-AF65-F5344CB8AC3E}">
        <p14:creationId xmlns:p14="http://schemas.microsoft.com/office/powerpoint/2010/main" val="3246426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DC82B7-ED27-4485-B539-2A6C6397D261}"/>
              </a:ext>
            </a:extLst>
          </p:cNvPr>
          <p:cNvSpPr>
            <a:spLocks noGrp="1"/>
          </p:cNvSpPr>
          <p:nvPr>
            <p:ph idx="1"/>
          </p:nvPr>
        </p:nvSpPr>
        <p:spPr>
          <a:xfrm>
            <a:off x="838200" y="747252"/>
            <a:ext cx="10515600" cy="5429711"/>
          </a:xfrm>
        </p:spPr>
        <p:txBody>
          <a:bodyPr>
            <a:normAutofit/>
          </a:bodyPr>
          <a:lstStyle/>
          <a:p>
            <a:pPr marL="0" indent="0">
              <a:buNone/>
            </a:pPr>
            <a:r>
              <a:rPr lang="en-US" sz="2400" dirty="0"/>
              <a:t>HUMAN IMMUNOGLOBULIN : </a:t>
            </a:r>
          </a:p>
          <a:p>
            <a:r>
              <a:rPr lang="en-US" sz="2400" dirty="0"/>
              <a:t>The protective efficacy of immune globulin (Ig) against HAV infection is well documented. </a:t>
            </a:r>
          </a:p>
          <a:p>
            <a:r>
              <a:rPr lang="en-US" sz="2400" dirty="0"/>
              <a:t>The duration of protection is, however, limited to approximately 1-2 months and 3-5 months following administration of IgG at dose of 0.02 and 0.06 ml/kg body weight, respectively.</a:t>
            </a:r>
          </a:p>
          <a:p>
            <a:r>
              <a:rPr lang="en-US" sz="2400" dirty="0"/>
              <a:t> Prophylaxis is achieved within hours of injection and is 80 to 90 per cent effective when administered before or no later than 14 days after exposure.</a:t>
            </a:r>
          </a:p>
        </p:txBody>
      </p:sp>
    </p:spTree>
    <p:extLst>
      <p:ext uri="{BB962C8B-B14F-4D97-AF65-F5344CB8AC3E}">
        <p14:creationId xmlns:p14="http://schemas.microsoft.com/office/powerpoint/2010/main" val="2236015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lose-up of a autumn leaf">
            <a:extLst>
              <a:ext uri="{FF2B5EF4-FFF2-40B4-BE49-F238E27FC236}">
                <a16:creationId xmlns:a16="http://schemas.microsoft.com/office/drawing/2014/main" id="{87D8733D-032D-59E9-CDB2-DC8E419AA721}"/>
              </a:ext>
            </a:extLst>
          </p:cNvPr>
          <p:cNvPicPr>
            <a:picLocks noChangeAspect="1"/>
          </p:cNvPicPr>
          <p:nvPr/>
        </p:nvPicPr>
        <p:blipFill>
          <a:blip r:embed="rId2"/>
          <a:srcRect t="14777" r="1" b="711"/>
          <a:stretch/>
        </p:blipFill>
        <p:spPr>
          <a:xfrm>
            <a:off x="-3447" y="-1"/>
            <a:ext cx="12195447" cy="6879745"/>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589414" y="-733991"/>
            <a:ext cx="3020876" cy="12206596"/>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6567EA8-C72D-4B9B-D23F-6B2E9F9C9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46" y="0"/>
            <a:ext cx="2843402"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EFBFA78-9360-1E01-5448-6D5AE0A32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38704" y="21736"/>
            <a:ext cx="3152862" cy="6858008"/>
          </a:xfrm>
          <a:prstGeom prst="rect">
            <a:avLst/>
          </a:prstGeom>
          <a:gradFill flip="none" rotWithShape="1">
            <a:gsLst>
              <a:gs pos="5000">
                <a:schemeClr val="accent5">
                  <a:alpha val="48000"/>
                </a:schemeClr>
              </a:gs>
              <a:gs pos="42000">
                <a:schemeClr val="accent5">
                  <a:alpha val="0"/>
                </a:schemeClr>
              </a:gs>
            </a:gsLst>
            <a:lin ang="1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47" y="5288433"/>
            <a:ext cx="12199706" cy="1591311"/>
          </a:xfrm>
          <a:prstGeom prst="rect">
            <a:avLst/>
          </a:prstGeom>
          <a:gradFill flip="none" rotWithShape="1">
            <a:gsLst>
              <a:gs pos="0">
                <a:schemeClr val="accent2"/>
              </a:gs>
              <a:gs pos="49000">
                <a:schemeClr val="accent2">
                  <a:alpha val="0"/>
                </a:schemeClr>
              </a:gs>
            </a:gsLst>
            <a:lin ang="58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84596" y="2224929"/>
            <a:ext cx="3866773" cy="5442859"/>
          </a:xfrm>
          <a:prstGeom prst="rect">
            <a:avLst/>
          </a:prstGeom>
          <a:gradFill flip="none" rotWithShape="1">
            <a:gsLst>
              <a:gs pos="0">
                <a:schemeClr val="accent5"/>
              </a:gs>
              <a:gs pos="54000">
                <a:schemeClr val="accent5">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B16805-F7C9-1599-3ED2-EFDB5343D554}"/>
              </a:ext>
            </a:extLst>
          </p:cNvPr>
          <p:cNvSpPr>
            <a:spLocks noGrp="1"/>
          </p:cNvSpPr>
          <p:nvPr>
            <p:ph type="title"/>
          </p:nvPr>
        </p:nvSpPr>
        <p:spPr>
          <a:xfrm>
            <a:off x="859028" y="4121944"/>
            <a:ext cx="7927785" cy="1620665"/>
          </a:xfrm>
        </p:spPr>
        <p:txBody>
          <a:bodyPr vert="horz" lIns="91440" tIns="45720" rIns="91440" bIns="45720" rtlCol="0" anchor="b">
            <a:normAutofit/>
          </a:bodyPr>
          <a:lstStyle/>
          <a:p>
            <a:r>
              <a:rPr lang="en-US" sz="4000" dirty="0">
                <a:solidFill>
                  <a:srgbClr val="FFFFFF"/>
                </a:solidFill>
              </a:rPr>
              <a:t>Hepatitis E</a:t>
            </a:r>
          </a:p>
        </p:txBody>
      </p:sp>
    </p:spTree>
    <p:extLst>
      <p:ext uri="{BB962C8B-B14F-4D97-AF65-F5344CB8AC3E}">
        <p14:creationId xmlns:p14="http://schemas.microsoft.com/office/powerpoint/2010/main" val="2381659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14BCC-4851-AC40-9D5D-7DED5DA6DFF7}"/>
              </a:ext>
            </a:extLst>
          </p:cNvPr>
          <p:cNvSpPr>
            <a:spLocks noGrp="1"/>
          </p:cNvSpPr>
          <p:nvPr>
            <p:ph type="title"/>
          </p:nvPr>
        </p:nvSpPr>
        <p:spPr/>
        <p:txBody>
          <a:bodyPr/>
          <a:lstStyle/>
          <a:p>
            <a:r>
              <a:rPr lang="en-US" dirty="0"/>
              <a:t>Hepatitis E</a:t>
            </a:r>
          </a:p>
        </p:txBody>
      </p:sp>
      <p:sp>
        <p:nvSpPr>
          <p:cNvPr id="3" name="Content Placeholder 2">
            <a:extLst>
              <a:ext uri="{FF2B5EF4-FFF2-40B4-BE49-F238E27FC236}">
                <a16:creationId xmlns:a16="http://schemas.microsoft.com/office/drawing/2014/main" id="{DED3A54B-14A8-6DED-6BF1-200C22F101BA}"/>
              </a:ext>
            </a:extLst>
          </p:cNvPr>
          <p:cNvSpPr>
            <a:spLocks noGrp="1"/>
          </p:cNvSpPr>
          <p:nvPr>
            <p:ph idx="1"/>
          </p:nvPr>
        </p:nvSpPr>
        <p:spPr/>
        <p:txBody>
          <a:bodyPr>
            <a:normAutofit fontScale="92500"/>
          </a:bodyPr>
          <a:lstStyle/>
          <a:p>
            <a:r>
              <a:rPr lang="en-US" dirty="0"/>
              <a:t>Discovered in 1980, is essentially a water-borne disease.</a:t>
            </a:r>
          </a:p>
          <a:p>
            <a:r>
              <a:rPr lang="en-US" dirty="0"/>
              <a:t>Formerly termed enterically transmitted hepatitis non-A, non-B (HNANB), </a:t>
            </a:r>
          </a:p>
          <a:p>
            <a:r>
              <a:rPr lang="en-US" dirty="0"/>
              <a:t>HEV is a 29-nm to 32-nm RNA virus with 4 genotypes (type 1, 2, 3 and 4).</a:t>
            </a:r>
          </a:p>
          <a:p>
            <a:r>
              <a:rPr lang="en-US" dirty="0"/>
              <a:t>Found worldwide and different genotypes of the hepatitis E virus determine differences in epidemiology.</a:t>
            </a:r>
          </a:p>
          <a:p>
            <a:r>
              <a:rPr lang="en-US" dirty="0"/>
              <a:t>Genotype 1 is usually seen in developing countries and causes community-level outbreaks</a:t>
            </a:r>
          </a:p>
          <a:p>
            <a:r>
              <a:rPr lang="en-US" dirty="0"/>
              <a:t>Genotype 3 is usually seen in the developed countries, and does not cause outbreaks.</a:t>
            </a:r>
          </a:p>
        </p:txBody>
      </p:sp>
    </p:spTree>
    <p:extLst>
      <p:ext uri="{BB962C8B-B14F-4D97-AF65-F5344CB8AC3E}">
        <p14:creationId xmlns:p14="http://schemas.microsoft.com/office/powerpoint/2010/main" val="2893711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FCAD8-0567-C130-D37B-A3B0BF1E8C33}"/>
              </a:ext>
            </a:extLst>
          </p:cNvPr>
          <p:cNvSpPr>
            <a:spLocks noGrp="1"/>
          </p:cNvSpPr>
          <p:nvPr>
            <p:ph type="title"/>
          </p:nvPr>
        </p:nvSpPr>
        <p:spPr/>
        <p:txBody>
          <a:bodyPr/>
          <a:lstStyle/>
          <a:p>
            <a:r>
              <a:rPr lang="en-US" dirty="0"/>
              <a:t>Hepatitis E</a:t>
            </a:r>
          </a:p>
        </p:txBody>
      </p:sp>
      <p:sp>
        <p:nvSpPr>
          <p:cNvPr id="3" name="Content Placeholder 2">
            <a:extLst>
              <a:ext uri="{FF2B5EF4-FFF2-40B4-BE49-F238E27FC236}">
                <a16:creationId xmlns:a16="http://schemas.microsoft.com/office/drawing/2014/main" id="{BAA93A51-756C-7B86-DE92-ECD6F43B60C1}"/>
              </a:ext>
            </a:extLst>
          </p:cNvPr>
          <p:cNvSpPr>
            <a:spLocks noGrp="1"/>
          </p:cNvSpPr>
          <p:nvPr>
            <p:ph idx="1"/>
          </p:nvPr>
        </p:nvSpPr>
        <p:spPr/>
        <p:txBody>
          <a:bodyPr>
            <a:normAutofit/>
          </a:bodyPr>
          <a:lstStyle/>
          <a:p>
            <a:r>
              <a:rPr lang="en-US" dirty="0"/>
              <a:t>Hepatitis E prevalence is highest in East and South Asia with genotype 1 most found in India. </a:t>
            </a:r>
          </a:p>
          <a:p>
            <a:r>
              <a:rPr lang="en-US" dirty="0"/>
              <a:t>Countries with limited resources, i.e., limited access to essential water, sanitation, hygiene and health services are frequently affected. </a:t>
            </a:r>
          </a:p>
          <a:p>
            <a:r>
              <a:rPr lang="en-US" dirty="0"/>
              <a:t>An estimated 20 million infections and 3.3 million acute cases occur annually worldwide. </a:t>
            </a:r>
          </a:p>
          <a:p>
            <a:r>
              <a:rPr lang="en-US" dirty="0"/>
              <a:t>An estimated 44,000 deaths occurred in 2015. Over 60 per cent of all hepatitis E infections and 65 per cent of hepatitis deaths occur in East and South Asia, where seroprevalence rate of 25 per cent are common in some age groups</a:t>
            </a:r>
          </a:p>
        </p:txBody>
      </p:sp>
    </p:spTree>
    <p:extLst>
      <p:ext uri="{BB962C8B-B14F-4D97-AF65-F5344CB8AC3E}">
        <p14:creationId xmlns:p14="http://schemas.microsoft.com/office/powerpoint/2010/main" val="226669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16B3A-9F01-C220-5482-FCD74AA0D8FF}"/>
              </a:ext>
            </a:extLst>
          </p:cNvPr>
          <p:cNvSpPr>
            <a:spLocks noGrp="1"/>
          </p:cNvSpPr>
          <p:nvPr>
            <p:ph type="title"/>
          </p:nvPr>
        </p:nvSpPr>
        <p:spPr/>
        <p:txBody>
          <a:bodyPr/>
          <a:lstStyle/>
          <a:p>
            <a:r>
              <a:rPr lang="en-US" dirty="0"/>
              <a:t>Transmission</a:t>
            </a:r>
          </a:p>
        </p:txBody>
      </p:sp>
      <p:sp>
        <p:nvSpPr>
          <p:cNvPr id="3" name="Content Placeholder 2">
            <a:extLst>
              <a:ext uri="{FF2B5EF4-FFF2-40B4-BE49-F238E27FC236}">
                <a16:creationId xmlns:a16="http://schemas.microsoft.com/office/drawing/2014/main" id="{844178A2-FFF3-69E0-BD92-3EEA84832224}"/>
              </a:ext>
            </a:extLst>
          </p:cNvPr>
          <p:cNvSpPr>
            <a:spLocks noGrp="1"/>
          </p:cNvSpPr>
          <p:nvPr>
            <p:ph idx="1"/>
          </p:nvPr>
        </p:nvSpPr>
        <p:spPr>
          <a:xfrm>
            <a:off x="514350" y="1690688"/>
            <a:ext cx="10839450" cy="4486275"/>
          </a:xfrm>
        </p:spPr>
        <p:txBody>
          <a:bodyPr/>
          <a:lstStyle/>
          <a:p>
            <a:r>
              <a:rPr lang="en-US" dirty="0"/>
              <a:t>Mainly through the </a:t>
            </a:r>
            <a:r>
              <a:rPr lang="en-US" dirty="0" err="1"/>
              <a:t>faecal</a:t>
            </a:r>
            <a:r>
              <a:rPr lang="en-US" dirty="0"/>
              <a:t>-oral route, due io </a:t>
            </a:r>
            <a:r>
              <a:rPr lang="en-US" dirty="0" err="1"/>
              <a:t>faecal</a:t>
            </a:r>
            <a:r>
              <a:rPr lang="en-US" dirty="0"/>
              <a:t> contamination of drinking water. </a:t>
            </a:r>
          </a:p>
          <a:p>
            <a:r>
              <a:rPr lang="en-US" dirty="0"/>
              <a:t>Other transmission routes have been identified, which include : </a:t>
            </a:r>
          </a:p>
          <a:p>
            <a:pPr lvl="1"/>
            <a:r>
              <a:rPr lang="en-US" dirty="0"/>
              <a:t>(a) food-borne transmission from ingestion of products derived from infected animals; </a:t>
            </a:r>
          </a:p>
          <a:p>
            <a:pPr lvl="1"/>
            <a:r>
              <a:rPr lang="en-US" dirty="0"/>
              <a:t>(b) transfusion of infected blood products</a:t>
            </a:r>
          </a:p>
          <a:p>
            <a:pPr lvl="1"/>
            <a:r>
              <a:rPr lang="en-US" dirty="0"/>
              <a:t>(c) vertical transmission from a pregnant woman to her </a:t>
            </a:r>
            <a:r>
              <a:rPr lang="en-US" dirty="0" err="1"/>
              <a:t>foetus</a:t>
            </a:r>
            <a:r>
              <a:rPr lang="en-US" dirty="0"/>
              <a:t>.</a:t>
            </a:r>
          </a:p>
        </p:txBody>
      </p:sp>
    </p:spTree>
    <p:extLst>
      <p:ext uri="{BB962C8B-B14F-4D97-AF65-F5344CB8AC3E}">
        <p14:creationId xmlns:p14="http://schemas.microsoft.com/office/powerpoint/2010/main" val="980726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D46B8-4A44-12CE-1CDE-183EE0C54180}"/>
              </a:ext>
            </a:extLst>
          </p:cNvPr>
          <p:cNvSpPr>
            <a:spLocks noGrp="1"/>
          </p:cNvSpPr>
          <p:nvPr>
            <p:ph type="title"/>
          </p:nvPr>
        </p:nvSpPr>
        <p:spPr/>
        <p:txBody>
          <a:bodyPr/>
          <a:lstStyle/>
          <a:p>
            <a:r>
              <a:rPr lang="en-US" dirty="0"/>
              <a:t>Incubation period</a:t>
            </a:r>
          </a:p>
        </p:txBody>
      </p:sp>
      <p:sp>
        <p:nvSpPr>
          <p:cNvPr id="3" name="Content Placeholder 2">
            <a:extLst>
              <a:ext uri="{FF2B5EF4-FFF2-40B4-BE49-F238E27FC236}">
                <a16:creationId xmlns:a16="http://schemas.microsoft.com/office/drawing/2014/main" id="{2D115CBB-2B77-D74F-611F-DBA321882FD1}"/>
              </a:ext>
            </a:extLst>
          </p:cNvPr>
          <p:cNvSpPr>
            <a:spLocks noGrp="1"/>
          </p:cNvSpPr>
          <p:nvPr>
            <p:ph idx="1"/>
          </p:nvPr>
        </p:nvSpPr>
        <p:spPr/>
        <p:txBody>
          <a:bodyPr/>
          <a:lstStyle/>
          <a:p>
            <a:r>
              <a:rPr lang="en-US" dirty="0"/>
              <a:t>Following exposure to the hepatitis E virus ranges from three to eight weeks, with a mean of 40 days. The period of communicability is unknown.</a:t>
            </a:r>
          </a:p>
        </p:txBody>
      </p:sp>
    </p:spTree>
    <p:extLst>
      <p:ext uri="{BB962C8B-B14F-4D97-AF65-F5344CB8AC3E}">
        <p14:creationId xmlns:p14="http://schemas.microsoft.com/office/powerpoint/2010/main" val="1960894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37F2-C6F3-45CF-9721-567E541CF116}"/>
              </a:ext>
            </a:extLst>
          </p:cNvPr>
          <p:cNvSpPr>
            <a:spLocks noGrp="1"/>
          </p:cNvSpPr>
          <p:nvPr>
            <p:ph type="title"/>
          </p:nvPr>
        </p:nvSpPr>
        <p:spPr/>
        <p:txBody>
          <a:bodyPr/>
          <a:lstStyle/>
          <a:p>
            <a:r>
              <a:rPr lang="en-US" dirty="0"/>
              <a:t>Symptoms</a:t>
            </a:r>
          </a:p>
        </p:txBody>
      </p:sp>
      <p:sp>
        <p:nvSpPr>
          <p:cNvPr id="3" name="Content Placeholder 2">
            <a:extLst>
              <a:ext uri="{FF2B5EF4-FFF2-40B4-BE49-F238E27FC236}">
                <a16:creationId xmlns:a16="http://schemas.microsoft.com/office/drawing/2014/main" id="{882A67F4-8E9F-4858-73CC-56AD9138FAD4}"/>
              </a:ext>
            </a:extLst>
          </p:cNvPr>
          <p:cNvSpPr>
            <a:spLocks noGrp="1"/>
          </p:cNvSpPr>
          <p:nvPr>
            <p:ph idx="1"/>
          </p:nvPr>
        </p:nvSpPr>
        <p:spPr/>
        <p:txBody>
          <a:bodyPr>
            <a:normAutofit fontScale="92500"/>
          </a:bodyPr>
          <a:lstStyle/>
          <a:p>
            <a:r>
              <a:rPr lang="en-US" dirty="0"/>
              <a:t>Symptomatic infection is more common in young adults aged 15-40 years. </a:t>
            </a:r>
          </a:p>
          <a:p>
            <a:r>
              <a:rPr lang="en-US" dirty="0"/>
              <a:t>Infection is frequent in children, the disease is mostly asymptomatic or causes a very mild illness without jaundice that goes undiagnosed. </a:t>
            </a:r>
          </a:p>
          <a:p>
            <a:r>
              <a:rPr lang="en-US" dirty="0"/>
              <a:t>The typical symptoms are jaundice, loss of appetite, abdominal pain and tenderness, nausea and vomiting, fever and enlarged and tender liver. </a:t>
            </a:r>
          </a:p>
          <a:p>
            <a:r>
              <a:rPr lang="en-US" dirty="0"/>
              <a:t>The symptoms are largely indistinguishable from those experienced during any acute phase of hepatic illness and last for one or two weeks. </a:t>
            </a:r>
          </a:p>
          <a:p>
            <a:r>
              <a:rPr lang="en-US" dirty="0"/>
              <a:t>In rare cases, acute hepatitis E can result in fulminant hepatitis (acute liver failure) and death. </a:t>
            </a:r>
          </a:p>
        </p:txBody>
      </p:sp>
    </p:spTree>
    <p:extLst>
      <p:ext uri="{BB962C8B-B14F-4D97-AF65-F5344CB8AC3E}">
        <p14:creationId xmlns:p14="http://schemas.microsoft.com/office/powerpoint/2010/main" val="3675681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1CA69-62D2-482F-2151-1AF3C59961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28195-7761-6EAC-5F05-3F3550F34DDE}"/>
              </a:ext>
            </a:extLst>
          </p:cNvPr>
          <p:cNvSpPr>
            <a:spLocks noGrp="1"/>
          </p:cNvSpPr>
          <p:nvPr>
            <p:ph type="title"/>
          </p:nvPr>
        </p:nvSpPr>
        <p:spPr/>
        <p:txBody>
          <a:bodyPr/>
          <a:lstStyle/>
          <a:p>
            <a:r>
              <a:rPr lang="en-US" dirty="0"/>
              <a:t>Symptoms</a:t>
            </a:r>
          </a:p>
        </p:txBody>
      </p:sp>
      <p:sp>
        <p:nvSpPr>
          <p:cNvPr id="3" name="Content Placeholder 2">
            <a:extLst>
              <a:ext uri="{FF2B5EF4-FFF2-40B4-BE49-F238E27FC236}">
                <a16:creationId xmlns:a16="http://schemas.microsoft.com/office/drawing/2014/main" id="{B28174D4-F18C-B2C2-7F15-504719E5F20D}"/>
              </a:ext>
            </a:extLst>
          </p:cNvPr>
          <p:cNvSpPr>
            <a:spLocks noGrp="1"/>
          </p:cNvSpPr>
          <p:nvPr>
            <p:ph idx="1"/>
          </p:nvPr>
        </p:nvSpPr>
        <p:spPr/>
        <p:txBody>
          <a:bodyPr>
            <a:normAutofit/>
          </a:bodyPr>
          <a:lstStyle/>
          <a:p>
            <a:r>
              <a:rPr lang="en-US" dirty="0"/>
              <a:t>Fulminant hepatitis occurs more frequently during pregnancy. </a:t>
            </a:r>
          </a:p>
          <a:p>
            <a:r>
              <a:rPr lang="en-US" dirty="0"/>
              <a:t>Pregnant women are at greater risk of obstetrical complications and mortality from hepatitis E, which can induce a mortality rate of 20 per cent among pregnant women in their third trimester. </a:t>
            </a:r>
          </a:p>
          <a:p>
            <a:r>
              <a:rPr lang="en-US" dirty="0"/>
              <a:t>Cases of chronic Hepatitis E infection have been reported in immunosuppressed people. </a:t>
            </a:r>
          </a:p>
          <a:p>
            <a:r>
              <a:rPr lang="en-US" dirty="0"/>
              <a:t>Reactivation of hepatitis E infection has also been reported in immunocompromised people.</a:t>
            </a:r>
          </a:p>
        </p:txBody>
      </p:sp>
    </p:spTree>
    <p:extLst>
      <p:ext uri="{BB962C8B-B14F-4D97-AF65-F5344CB8AC3E}">
        <p14:creationId xmlns:p14="http://schemas.microsoft.com/office/powerpoint/2010/main" val="2141997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05E84-0DA8-E0CC-0BA3-E043B70C5954}"/>
              </a:ext>
            </a:extLst>
          </p:cNvPr>
          <p:cNvSpPr>
            <a:spLocks noGrp="1"/>
          </p:cNvSpPr>
          <p:nvPr>
            <p:ph type="title"/>
          </p:nvPr>
        </p:nvSpPr>
        <p:spPr/>
        <p:txBody>
          <a:bodyPr/>
          <a:lstStyle/>
          <a:p>
            <a:r>
              <a:rPr lang="en-US" dirty="0"/>
              <a:t>Diagnosis</a:t>
            </a:r>
          </a:p>
        </p:txBody>
      </p:sp>
      <p:sp>
        <p:nvSpPr>
          <p:cNvPr id="3" name="Content Placeholder 2">
            <a:extLst>
              <a:ext uri="{FF2B5EF4-FFF2-40B4-BE49-F238E27FC236}">
                <a16:creationId xmlns:a16="http://schemas.microsoft.com/office/drawing/2014/main" id="{C775ECEC-89D9-14EE-763B-AC119717E7AA}"/>
              </a:ext>
            </a:extLst>
          </p:cNvPr>
          <p:cNvSpPr>
            <a:spLocks noGrp="1"/>
          </p:cNvSpPr>
          <p:nvPr>
            <p:ph idx="1"/>
          </p:nvPr>
        </p:nvSpPr>
        <p:spPr/>
        <p:txBody>
          <a:bodyPr/>
          <a:lstStyle/>
          <a:p>
            <a:r>
              <a:rPr lang="en-US" dirty="0"/>
              <a:t>Cases of hepatitis E are not clinically distinguishable from other types of acute viral hepatitis. </a:t>
            </a:r>
          </a:p>
          <a:p>
            <a:r>
              <a:rPr lang="en-US" dirty="0"/>
              <a:t>Diagnosis of hepatitis E infection is, therefore, usually based on the detection of specific IgM and IgG antibodies to the virus in the blood. </a:t>
            </a:r>
          </a:p>
          <a:p>
            <a:r>
              <a:rPr lang="en-US" dirty="0"/>
              <a:t>Additional tests include reverse transcriptase polymerase chain reaction (RT-PCR) to detect the hepatitis E virus RNA in blood and/or stool, but this assay may require specialized laboratory facilities.</a:t>
            </a:r>
          </a:p>
        </p:txBody>
      </p:sp>
    </p:spTree>
    <p:extLst>
      <p:ext uri="{BB962C8B-B14F-4D97-AF65-F5344CB8AC3E}">
        <p14:creationId xmlns:p14="http://schemas.microsoft.com/office/powerpoint/2010/main" val="31691965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AFD08-7CD0-F0E5-8E01-272637F24DD1}"/>
              </a:ext>
            </a:extLst>
          </p:cNvPr>
          <p:cNvSpPr>
            <a:spLocks noGrp="1"/>
          </p:cNvSpPr>
          <p:nvPr>
            <p:ph type="title"/>
          </p:nvPr>
        </p:nvSpPr>
        <p:spPr/>
        <p:txBody>
          <a:bodyPr/>
          <a:lstStyle/>
          <a:p>
            <a:r>
              <a:rPr lang="en-US" dirty="0"/>
              <a:t>Treatment</a:t>
            </a:r>
          </a:p>
        </p:txBody>
      </p:sp>
      <p:sp>
        <p:nvSpPr>
          <p:cNvPr id="3" name="Content Placeholder 2">
            <a:extLst>
              <a:ext uri="{FF2B5EF4-FFF2-40B4-BE49-F238E27FC236}">
                <a16:creationId xmlns:a16="http://schemas.microsoft.com/office/drawing/2014/main" id="{D98367AA-94B7-1C50-28D1-2F4F727E62D7}"/>
              </a:ext>
            </a:extLst>
          </p:cNvPr>
          <p:cNvSpPr>
            <a:spLocks noGrp="1"/>
          </p:cNvSpPr>
          <p:nvPr>
            <p:ph idx="1"/>
          </p:nvPr>
        </p:nvSpPr>
        <p:spPr/>
        <p:txBody>
          <a:bodyPr/>
          <a:lstStyle/>
          <a:p>
            <a:r>
              <a:rPr lang="en-US" dirty="0"/>
              <a:t>Usually self-limiting. </a:t>
            </a:r>
          </a:p>
          <a:p>
            <a:r>
              <a:rPr lang="en-US" dirty="0"/>
              <a:t>Prevention is the most effective approach against the disease as there is no specific treatment for altering the course of acute hepatitis.</a:t>
            </a:r>
          </a:p>
          <a:p>
            <a:r>
              <a:rPr lang="en-US" dirty="0"/>
              <a:t>Hospitalization is required for fulminant cases and in symptomatic pregnant women. </a:t>
            </a:r>
          </a:p>
          <a:p>
            <a:r>
              <a:rPr lang="en-US" dirty="0"/>
              <a:t>Recovery from disease is always complete. </a:t>
            </a:r>
          </a:p>
          <a:p>
            <a:r>
              <a:rPr lang="en-US" dirty="0"/>
              <a:t>No specific immunoglobulin prophylaxis is available.</a:t>
            </a:r>
          </a:p>
        </p:txBody>
      </p:sp>
    </p:spTree>
    <p:extLst>
      <p:ext uri="{BB962C8B-B14F-4D97-AF65-F5344CB8AC3E}">
        <p14:creationId xmlns:p14="http://schemas.microsoft.com/office/powerpoint/2010/main" val="25483551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1F51A-8585-5BAD-232C-760648808CE0}"/>
              </a:ext>
            </a:extLst>
          </p:cNvPr>
          <p:cNvSpPr>
            <a:spLocks noGrp="1"/>
          </p:cNvSpPr>
          <p:nvPr>
            <p:ph type="title"/>
          </p:nvPr>
        </p:nvSpPr>
        <p:spPr/>
        <p:txBody>
          <a:bodyPr/>
          <a:lstStyle/>
          <a:p>
            <a:r>
              <a:rPr lang="en-US" dirty="0"/>
              <a:t>Prevention</a:t>
            </a:r>
          </a:p>
        </p:txBody>
      </p:sp>
      <p:sp>
        <p:nvSpPr>
          <p:cNvPr id="3" name="Content Placeholder 2">
            <a:extLst>
              <a:ext uri="{FF2B5EF4-FFF2-40B4-BE49-F238E27FC236}">
                <a16:creationId xmlns:a16="http://schemas.microsoft.com/office/drawing/2014/main" id="{010AC2CE-8A7E-5C41-0860-83EECA414366}"/>
              </a:ext>
            </a:extLst>
          </p:cNvPr>
          <p:cNvSpPr>
            <a:spLocks noGrp="1"/>
          </p:cNvSpPr>
          <p:nvPr>
            <p:ph idx="1"/>
          </p:nvPr>
        </p:nvSpPr>
        <p:spPr/>
        <p:txBody>
          <a:bodyPr>
            <a:normAutofit lnSpcReduction="10000"/>
          </a:bodyPr>
          <a:lstStyle/>
          <a:p>
            <a:r>
              <a:rPr lang="en-US" dirty="0"/>
              <a:t>The risk of infection and transmission can be reduced by maintaining quality standards for public water supplies and establishing proper disposal systems to eliminate sanitary waste. </a:t>
            </a:r>
          </a:p>
          <a:p>
            <a:r>
              <a:rPr lang="en-US" dirty="0"/>
              <a:t>On an individual level, infection risk can be reduced</a:t>
            </a:r>
          </a:p>
          <a:p>
            <a:r>
              <a:rPr lang="en-US" dirty="0"/>
              <a:t>(a) Maintaining hygienic practices such as hand washing with safe water, particularly before handling food;</a:t>
            </a:r>
          </a:p>
          <a:p>
            <a:r>
              <a:rPr lang="en-US" dirty="0"/>
              <a:t>(b) Avoiding drinking water and/or ice of unknown purity;</a:t>
            </a:r>
          </a:p>
          <a:p>
            <a:r>
              <a:rPr lang="en-US" dirty="0"/>
              <a:t>(c) Adhering to WHO safe food practices. </a:t>
            </a:r>
          </a:p>
          <a:p>
            <a:r>
              <a:rPr lang="en-US" dirty="0"/>
              <a:t>In 2011, the first vaccine to prevent hepatitis E infection was registered in China, although it is not available globally.</a:t>
            </a:r>
          </a:p>
        </p:txBody>
      </p:sp>
    </p:spTree>
    <p:extLst>
      <p:ext uri="{BB962C8B-B14F-4D97-AF65-F5344CB8AC3E}">
        <p14:creationId xmlns:p14="http://schemas.microsoft.com/office/powerpoint/2010/main" val="683319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Pies on a table">
            <a:extLst>
              <a:ext uri="{FF2B5EF4-FFF2-40B4-BE49-F238E27FC236}">
                <a16:creationId xmlns:a16="http://schemas.microsoft.com/office/drawing/2014/main" id="{15CF5776-5E43-8AB4-2280-BF5A5F99CFD1}"/>
              </a:ext>
            </a:extLst>
          </p:cNvPr>
          <p:cNvPicPr>
            <a:picLocks noChangeAspect="1"/>
          </p:cNvPicPr>
          <p:nvPr/>
        </p:nvPicPr>
        <p:blipFill>
          <a:blip r:embed="rId2"/>
          <a:srcRect t="15487" r="1" b="1"/>
          <a:stretch/>
        </p:blipFill>
        <p:spPr>
          <a:xfrm>
            <a:off x="-3447" y="-1"/>
            <a:ext cx="12195447" cy="6879745"/>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589414" y="-733991"/>
            <a:ext cx="3020876" cy="12206596"/>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6567EA8-C72D-4B9B-D23F-6B2E9F9C9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46" y="0"/>
            <a:ext cx="2843402"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EFBFA78-9360-1E01-5448-6D5AE0A32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38704" y="21736"/>
            <a:ext cx="3152862" cy="6858008"/>
          </a:xfrm>
          <a:prstGeom prst="rect">
            <a:avLst/>
          </a:prstGeom>
          <a:gradFill flip="none" rotWithShape="1">
            <a:gsLst>
              <a:gs pos="5000">
                <a:schemeClr val="accent5">
                  <a:alpha val="48000"/>
                </a:schemeClr>
              </a:gs>
              <a:gs pos="42000">
                <a:schemeClr val="accent5">
                  <a:alpha val="0"/>
                </a:schemeClr>
              </a:gs>
            </a:gsLst>
            <a:lin ang="1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740453C-744F-DB3A-47EC-15EACE1DC1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447" y="5288433"/>
            <a:ext cx="12199706" cy="1591311"/>
          </a:xfrm>
          <a:prstGeom prst="rect">
            <a:avLst/>
          </a:prstGeom>
          <a:gradFill flip="none" rotWithShape="1">
            <a:gsLst>
              <a:gs pos="0">
                <a:schemeClr val="accent2"/>
              </a:gs>
              <a:gs pos="49000">
                <a:schemeClr val="accent2">
                  <a:alpha val="0"/>
                </a:schemeClr>
              </a:gs>
            </a:gsLst>
            <a:lin ang="58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6924B03-77BD-EAE3-2854-43363FF8E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84596" y="2224929"/>
            <a:ext cx="3866773" cy="5442859"/>
          </a:xfrm>
          <a:prstGeom prst="rect">
            <a:avLst/>
          </a:prstGeom>
          <a:gradFill flip="none" rotWithShape="1">
            <a:gsLst>
              <a:gs pos="0">
                <a:schemeClr val="accent5"/>
              </a:gs>
              <a:gs pos="54000">
                <a:schemeClr val="accent5">
                  <a:lumMod val="60000"/>
                  <a:lumOff val="4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F40DCA-8ED2-91D4-4656-0D01D11D2000}"/>
              </a:ext>
            </a:extLst>
          </p:cNvPr>
          <p:cNvSpPr>
            <a:spLocks noGrp="1"/>
          </p:cNvSpPr>
          <p:nvPr>
            <p:ph type="title"/>
          </p:nvPr>
        </p:nvSpPr>
        <p:spPr>
          <a:xfrm>
            <a:off x="859028" y="4121944"/>
            <a:ext cx="7927785" cy="1620665"/>
          </a:xfrm>
        </p:spPr>
        <p:txBody>
          <a:bodyPr vert="horz" lIns="91440" tIns="45720" rIns="91440" bIns="45720" rtlCol="0" anchor="b">
            <a:normAutofit/>
          </a:bodyPr>
          <a:lstStyle/>
          <a:p>
            <a:r>
              <a:rPr lang="en-US" sz="4000">
                <a:solidFill>
                  <a:srgbClr val="FFFFFF"/>
                </a:solidFill>
              </a:rPr>
              <a:t>Thanks</a:t>
            </a:r>
          </a:p>
        </p:txBody>
      </p:sp>
    </p:spTree>
    <p:extLst>
      <p:ext uri="{BB962C8B-B14F-4D97-AF65-F5344CB8AC3E}">
        <p14:creationId xmlns:p14="http://schemas.microsoft.com/office/powerpoint/2010/main" val="31107918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2487</Words>
  <Application>Microsoft Office PowerPoint</Application>
  <PresentationFormat>Widescreen</PresentationFormat>
  <Paragraphs>156</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Times New Roman</vt:lpstr>
      <vt:lpstr>Office Theme</vt:lpstr>
      <vt:lpstr>HEPATITIS-A</vt:lpstr>
      <vt:lpstr>Introduction</vt:lpstr>
      <vt:lpstr>AGENT FACTORS:</vt:lpstr>
      <vt:lpstr>RESISTANCE :</vt:lpstr>
      <vt:lpstr>RESERVOIR OF INFECTION :</vt:lpstr>
      <vt:lpstr>PowerPoint Presentation</vt:lpstr>
      <vt:lpstr>VIRUS EXCRETION :</vt:lpstr>
      <vt:lpstr>HOST FACTORS:</vt:lpstr>
      <vt:lpstr>PowerPoint Presentation</vt:lpstr>
      <vt:lpstr>ENVIRONMENTAL FACTORS:</vt:lpstr>
      <vt:lpstr>MODES OF TRANSMISSION</vt:lpstr>
      <vt:lpstr>PowerPoint Presentation</vt:lpstr>
      <vt:lpstr>PowerPoint Presentation</vt:lpstr>
      <vt:lpstr>PowerPoint Presentation</vt:lpstr>
      <vt:lpstr>CLINICAL SPECTRUM</vt:lpstr>
      <vt:lpstr>DIAGNOSIS</vt:lpstr>
      <vt:lpstr>PREVENTION AND CONTAINMENT</vt:lpstr>
      <vt:lpstr>CONTROL OF TRANSMISSION</vt:lpstr>
      <vt:lpstr>CONTROL OF SUSCEPTIBLE POPULATION</vt:lpstr>
      <vt:lpstr>PowerPoint Presentation</vt:lpstr>
      <vt:lpstr>PowerPoint Presentation</vt:lpstr>
      <vt:lpstr>Hepatitis E</vt:lpstr>
      <vt:lpstr>Hepatitis E</vt:lpstr>
      <vt:lpstr>Hepatitis E</vt:lpstr>
      <vt:lpstr>Transmission</vt:lpstr>
      <vt:lpstr>Incubation period</vt:lpstr>
      <vt:lpstr>Symptoms</vt:lpstr>
      <vt:lpstr>Symptoms</vt:lpstr>
      <vt:lpstr>Diagnosis</vt:lpstr>
      <vt:lpstr>Treatment</vt:lpstr>
      <vt:lpstr>Prevention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1</cp:revision>
  <dcterms:created xsi:type="dcterms:W3CDTF">2024-10-09T20:06:18Z</dcterms:created>
  <dcterms:modified xsi:type="dcterms:W3CDTF">2024-10-09T20:38:31Z</dcterms:modified>
</cp:coreProperties>
</file>