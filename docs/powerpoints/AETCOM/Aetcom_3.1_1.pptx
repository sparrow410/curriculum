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1" r:id="rId16"/>
    <p:sldId id="270" r:id="rId17"/>
    <p:sldId id="273" r:id="rId18"/>
    <p:sldId id="272" r:id="rId19"/>
    <p:sldId id="274" r:id="rId20"/>
    <p:sldId id="275" r:id="rId21"/>
    <p:sldId id="276" r:id="rId22"/>
    <p:sldId id="277" r:id="rId23"/>
    <p:sldId id="280" r:id="rId24"/>
    <p:sldId id="279" r:id="rId25"/>
    <p:sldId id="281" r:id="rId26"/>
    <p:sldId id="282" r:id="rId27"/>
    <p:sldId id="283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188200-33C9-411E-8ED9-582A6543A760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8"/>
            <p14:sldId id="267"/>
            <p14:sldId id="269"/>
            <p14:sldId id="271"/>
            <p14:sldId id="270"/>
            <p14:sldId id="273"/>
            <p14:sldId id="272"/>
            <p14:sldId id="274"/>
            <p14:sldId id="275"/>
            <p14:sldId id="276"/>
            <p14:sldId id="277"/>
            <p14:sldId id="280"/>
            <p14:sldId id="279"/>
            <p14:sldId id="281"/>
            <p14:sldId id="282"/>
            <p14:sldId id="283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9B34C-A748-4B5F-AD2B-B66B2499EC13}" v="37" dt="2025-01-25T07:57:3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3C69B34C-A748-4B5F-AD2B-B66B2499EC13}"/>
    <pc:docChg chg="undo redo custSel addSld modSld sldOrd modSection">
      <pc:chgData name="mukul maheshwari" userId="12cb43e2ca5f0d2c" providerId="LiveId" clId="{3C69B34C-A748-4B5F-AD2B-B66B2499EC13}" dt="2025-01-25T07:57:53.536" v="1713" actId="255"/>
      <pc:docMkLst>
        <pc:docMk/>
      </pc:docMkLst>
      <pc:sldChg chg="addSp delSp modSp new mod ord setBg modClrScheme chgLayout">
        <pc:chgData name="mukul maheshwari" userId="12cb43e2ca5f0d2c" providerId="LiveId" clId="{3C69B34C-A748-4B5F-AD2B-B66B2499EC13}" dt="2025-01-25T07:54:09.591" v="1682" actId="26606"/>
        <pc:sldMkLst>
          <pc:docMk/>
          <pc:sldMk cId="3566200621" sldId="279"/>
        </pc:sldMkLst>
        <pc:spChg chg="add mod">
          <ac:chgData name="mukul maheshwari" userId="12cb43e2ca5f0d2c" providerId="LiveId" clId="{3C69B34C-A748-4B5F-AD2B-B66B2499EC13}" dt="2025-01-25T07:54:09.591" v="1682" actId="26606"/>
          <ac:spMkLst>
            <pc:docMk/>
            <pc:sldMk cId="3566200621" sldId="279"/>
            <ac:spMk id="2" creationId="{8C9829E8-C312-6803-9C7C-882D63533889}"/>
          </ac:spMkLst>
        </pc:spChg>
        <pc:spChg chg="add del mod">
          <ac:chgData name="mukul maheshwari" userId="12cb43e2ca5f0d2c" providerId="LiveId" clId="{3C69B34C-A748-4B5F-AD2B-B66B2499EC13}" dt="2025-01-25T07:54:09.591" v="1682" actId="26606"/>
          <ac:spMkLst>
            <pc:docMk/>
            <pc:sldMk cId="3566200621" sldId="279"/>
            <ac:spMk id="3" creationId="{7BA859EC-B8B6-E0D6-EF98-35DEBBB76F5B}"/>
          </ac:spMkLst>
        </pc:spChg>
        <pc:spChg chg="add">
          <ac:chgData name="mukul maheshwari" userId="12cb43e2ca5f0d2c" providerId="LiveId" clId="{3C69B34C-A748-4B5F-AD2B-B66B2499EC13}" dt="2025-01-25T07:54:09.591" v="1682" actId="26606"/>
          <ac:spMkLst>
            <pc:docMk/>
            <pc:sldMk cId="3566200621" sldId="279"/>
            <ac:spMk id="10" creationId="{B50AB553-2A96-4A92-96F2-93548E096954}"/>
          </ac:spMkLst>
        </pc:spChg>
        <pc:graphicFrameChg chg="add">
          <ac:chgData name="mukul maheshwari" userId="12cb43e2ca5f0d2c" providerId="LiveId" clId="{3C69B34C-A748-4B5F-AD2B-B66B2499EC13}" dt="2025-01-25T07:54:09.591" v="1682" actId="26606"/>
          <ac:graphicFrameMkLst>
            <pc:docMk/>
            <pc:sldMk cId="3566200621" sldId="279"/>
            <ac:graphicFrameMk id="5" creationId="{4027E0C3-2167-7C43-1F8D-FAB4E948A117}"/>
          </ac:graphicFrameMkLst>
        </pc:graphicFrameChg>
        <pc:picChg chg="add">
          <ac:chgData name="mukul maheshwari" userId="12cb43e2ca5f0d2c" providerId="LiveId" clId="{3C69B34C-A748-4B5F-AD2B-B66B2499EC13}" dt="2025-01-25T07:54:09.591" v="1682" actId="26606"/>
          <ac:picMkLst>
            <pc:docMk/>
            <pc:sldMk cId="3566200621" sldId="279"/>
            <ac:picMk id="6" creationId="{0E005A50-783E-070A-4DF3-00ACEB3BA667}"/>
          </ac:picMkLst>
        </pc:picChg>
      </pc:sldChg>
      <pc:sldChg chg="addSp modSp add mod setBg">
        <pc:chgData name="mukul maheshwari" userId="12cb43e2ca5f0d2c" providerId="LiveId" clId="{3C69B34C-A748-4B5F-AD2B-B66B2499EC13}" dt="2025-01-25T07:54:01.444" v="1681" actId="26606"/>
        <pc:sldMkLst>
          <pc:docMk/>
          <pc:sldMk cId="216660804" sldId="280"/>
        </pc:sldMkLst>
        <pc:spChg chg="mod">
          <ac:chgData name="mukul maheshwari" userId="12cb43e2ca5f0d2c" providerId="LiveId" clId="{3C69B34C-A748-4B5F-AD2B-B66B2499EC13}" dt="2025-01-25T07:54:01.444" v="1681" actId="26606"/>
          <ac:spMkLst>
            <pc:docMk/>
            <pc:sldMk cId="216660804" sldId="280"/>
            <ac:spMk id="2" creationId="{35DC1D42-749E-5D81-9F93-381671263353}"/>
          </ac:spMkLst>
        </pc:spChg>
        <pc:spChg chg="mod">
          <ac:chgData name="mukul maheshwari" userId="12cb43e2ca5f0d2c" providerId="LiveId" clId="{3C69B34C-A748-4B5F-AD2B-B66B2499EC13}" dt="2025-01-25T07:54:01.444" v="1681" actId="26606"/>
          <ac:spMkLst>
            <pc:docMk/>
            <pc:sldMk cId="216660804" sldId="280"/>
            <ac:spMk id="3" creationId="{6C757AF8-0354-D9A8-4C77-C8036D4482CC}"/>
          </ac:spMkLst>
        </pc:spChg>
        <pc:spChg chg="add">
          <ac:chgData name="mukul maheshwari" userId="12cb43e2ca5f0d2c" providerId="LiveId" clId="{3C69B34C-A748-4B5F-AD2B-B66B2499EC13}" dt="2025-01-25T07:54:01.444" v="1681" actId="26606"/>
          <ac:spMkLst>
            <pc:docMk/>
            <pc:sldMk cId="216660804" sldId="280"/>
            <ac:spMk id="8" creationId="{907EF6B7-1338-4443-8C46-6A318D952DFD}"/>
          </ac:spMkLst>
        </pc:spChg>
        <pc:spChg chg="add">
          <ac:chgData name="mukul maheshwari" userId="12cb43e2ca5f0d2c" providerId="LiveId" clId="{3C69B34C-A748-4B5F-AD2B-B66B2499EC13}" dt="2025-01-25T07:54:01.444" v="1681" actId="26606"/>
          <ac:spMkLst>
            <pc:docMk/>
            <pc:sldMk cId="216660804" sldId="280"/>
            <ac:spMk id="10" creationId="{DAAE4CDD-124C-4DCF-9584-B6033B545DD5}"/>
          </ac:spMkLst>
        </pc:spChg>
        <pc:spChg chg="add">
          <ac:chgData name="mukul maheshwari" userId="12cb43e2ca5f0d2c" providerId="LiveId" clId="{3C69B34C-A748-4B5F-AD2B-B66B2499EC13}" dt="2025-01-25T07:54:01.444" v="1681" actId="26606"/>
          <ac:spMkLst>
            <pc:docMk/>
            <pc:sldMk cId="216660804" sldId="280"/>
            <ac:spMk id="12" creationId="{081E4A58-353D-44AE-B2FC-2A74E2E400F7}"/>
          </ac:spMkLst>
        </pc:spChg>
      </pc:sldChg>
      <pc:sldChg chg="addSp delSp modSp add mod setBg">
        <pc:chgData name="mukul maheshwari" userId="12cb43e2ca5f0d2c" providerId="LiveId" clId="{3C69B34C-A748-4B5F-AD2B-B66B2499EC13}" dt="2025-01-25T07:54:24.142" v="1684" actId="14100"/>
        <pc:sldMkLst>
          <pc:docMk/>
          <pc:sldMk cId="2273341975" sldId="281"/>
        </pc:sldMkLst>
        <pc:spChg chg="mod">
          <ac:chgData name="mukul maheshwari" userId="12cb43e2ca5f0d2c" providerId="LiveId" clId="{3C69B34C-A748-4B5F-AD2B-B66B2499EC13}" dt="2025-01-25T07:54:19.622" v="1683" actId="26606"/>
          <ac:spMkLst>
            <pc:docMk/>
            <pc:sldMk cId="2273341975" sldId="281"/>
            <ac:spMk id="2" creationId="{9C8B3AA4-A4C6-4E09-9C2D-6ADB390DA793}"/>
          </ac:spMkLst>
        </pc:spChg>
        <pc:spChg chg="del mod">
          <ac:chgData name="mukul maheshwari" userId="12cb43e2ca5f0d2c" providerId="LiveId" clId="{3C69B34C-A748-4B5F-AD2B-B66B2499EC13}" dt="2025-01-25T07:54:19.622" v="1683" actId="26606"/>
          <ac:spMkLst>
            <pc:docMk/>
            <pc:sldMk cId="2273341975" sldId="281"/>
            <ac:spMk id="3" creationId="{B110B846-2C2B-B4D8-7327-4822D1D7DD40}"/>
          </ac:spMkLst>
        </pc:spChg>
        <pc:spChg chg="add">
          <ac:chgData name="mukul maheshwari" userId="12cb43e2ca5f0d2c" providerId="LiveId" clId="{3C69B34C-A748-4B5F-AD2B-B66B2499EC13}" dt="2025-01-25T07:54:19.622" v="1683" actId="26606"/>
          <ac:spMkLst>
            <pc:docMk/>
            <pc:sldMk cId="2273341975" sldId="281"/>
            <ac:spMk id="10" creationId="{B50AB553-2A96-4A92-96F2-93548E096954}"/>
          </ac:spMkLst>
        </pc:spChg>
        <pc:graphicFrameChg chg="add mod">
          <ac:chgData name="mukul maheshwari" userId="12cb43e2ca5f0d2c" providerId="LiveId" clId="{3C69B34C-A748-4B5F-AD2B-B66B2499EC13}" dt="2025-01-25T07:54:24.142" v="1684" actId="14100"/>
          <ac:graphicFrameMkLst>
            <pc:docMk/>
            <pc:sldMk cId="2273341975" sldId="281"/>
            <ac:graphicFrameMk id="5" creationId="{32550A37-A140-CB05-4FAD-42D86593CE2F}"/>
          </ac:graphicFrameMkLst>
        </pc:graphicFrameChg>
        <pc:picChg chg="add">
          <ac:chgData name="mukul maheshwari" userId="12cb43e2ca5f0d2c" providerId="LiveId" clId="{3C69B34C-A748-4B5F-AD2B-B66B2499EC13}" dt="2025-01-25T07:54:19.622" v="1683" actId="26606"/>
          <ac:picMkLst>
            <pc:docMk/>
            <pc:sldMk cId="2273341975" sldId="281"/>
            <ac:picMk id="6" creationId="{7444502D-00FC-6AAB-B98E-672FB215379B}"/>
          </ac:picMkLst>
        </pc:picChg>
      </pc:sldChg>
      <pc:sldChg chg="addSp delSp modSp add mod setBg">
        <pc:chgData name="mukul maheshwari" userId="12cb43e2ca5f0d2c" providerId="LiveId" clId="{3C69B34C-A748-4B5F-AD2B-B66B2499EC13}" dt="2025-01-25T07:57:31.555" v="1711" actId="12"/>
        <pc:sldMkLst>
          <pc:docMk/>
          <pc:sldMk cId="63036502" sldId="282"/>
        </pc:sldMkLst>
        <pc:spChg chg="mod">
          <ac:chgData name="mukul maheshwari" userId="12cb43e2ca5f0d2c" providerId="LiveId" clId="{3C69B34C-A748-4B5F-AD2B-B66B2499EC13}" dt="2025-01-25T07:56:35.167" v="1702" actId="26606"/>
          <ac:spMkLst>
            <pc:docMk/>
            <pc:sldMk cId="63036502" sldId="282"/>
            <ac:spMk id="2" creationId="{C841DB4F-1EC9-762F-3812-12326054ACD7}"/>
          </ac:spMkLst>
        </pc:spChg>
        <pc:spChg chg="add del mod">
          <ac:chgData name="mukul maheshwari" userId="12cb43e2ca5f0d2c" providerId="LiveId" clId="{3C69B34C-A748-4B5F-AD2B-B66B2499EC13}" dt="2025-01-25T07:54:36.735" v="1687" actId="26606"/>
          <ac:spMkLst>
            <pc:docMk/>
            <pc:sldMk cId="63036502" sldId="282"/>
            <ac:spMk id="3" creationId="{532D4045-1A95-2175-7F7A-744F7EDCAE37}"/>
          </ac:spMkLst>
        </pc:spChg>
        <pc:spChg chg="add del">
          <ac:chgData name="mukul maheshwari" userId="12cb43e2ca5f0d2c" providerId="LiveId" clId="{3C69B34C-A748-4B5F-AD2B-B66B2499EC13}" dt="2025-01-25T07:54:36.669" v="1686" actId="26606"/>
          <ac:spMkLst>
            <pc:docMk/>
            <pc:sldMk cId="63036502" sldId="282"/>
            <ac:spMk id="10" creationId="{B50AB553-2A96-4A92-96F2-93548E096954}"/>
          </ac:spMkLst>
        </pc:spChg>
        <pc:spChg chg="add">
          <ac:chgData name="mukul maheshwari" userId="12cb43e2ca5f0d2c" providerId="LiveId" clId="{3C69B34C-A748-4B5F-AD2B-B66B2499EC13}" dt="2025-01-25T07:56:35.167" v="1702" actId="26606"/>
          <ac:spMkLst>
            <pc:docMk/>
            <pc:sldMk cId="63036502" sldId="282"/>
            <ac:spMk id="14" creationId="{7D144591-E9E9-4209-8701-3BB48A917D51}"/>
          </ac:spMkLst>
        </pc:spChg>
        <pc:spChg chg="add del">
          <ac:chgData name="mukul maheshwari" userId="12cb43e2ca5f0d2c" providerId="LiveId" clId="{3C69B34C-A748-4B5F-AD2B-B66B2499EC13}" dt="2025-01-25T07:56:27.842" v="1701" actId="26606"/>
          <ac:spMkLst>
            <pc:docMk/>
            <pc:sldMk cId="63036502" sldId="282"/>
            <ac:spMk id="17" creationId="{BACC6370-2D7E-4714-9D71-7542949D7D5D}"/>
          </ac:spMkLst>
        </pc:spChg>
        <pc:spChg chg="add del">
          <ac:chgData name="mukul maheshwari" userId="12cb43e2ca5f0d2c" providerId="LiveId" clId="{3C69B34C-A748-4B5F-AD2B-B66B2499EC13}" dt="2025-01-25T07:56:27.842" v="1701" actId="26606"/>
          <ac:spMkLst>
            <pc:docMk/>
            <pc:sldMk cId="63036502" sldId="282"/>
            <ac:spMk id="19" creationId="{F68B3F68-107C-434F-AA38-110D5EA91B85}"/>
          </ac:spMkLst>
        </pc:spChg>
        <pc:spChg chg="add del">
          <ac:chgData name="mukul maheshwari" userId="12cb43e2ca5f0d2c" providerId="LiveId" clId="{3C69B34C-A748-4B5F-AD2B-B66B2499EC13}" dt="2025-01-25T07:56:27.842" v="1701" actId="26606"/>
          <ac:spMkLst>
            <pc:docMk/>
            <pc:sldMk cId="63036502" sldId="282"/>
            <ac:spMk id="21" creationId="{AAD0DBB9-1A4B-4391-81D4-CB19F9AB918A}"/>
          </ac:spMkLst>
        </pc:spChg>
        <pc:spChg chg="add del">
          <ac:chgData name="mukul maheshwari" userId="12cb43e2ca5f0d2c" providerId="LiveId" clId="{3C69B34C-A748-4B5F-AD2B-B66B2499EC13}" dt="2025-01-25T07:56:27.842" v="1701" actId="26606"/>
          <ac:spMkLst>
            <pc:docMk/>
            <pc:sldMk cId="63036502" sldId="282"/>
            <ac:spMk id="23" creationId="{063BBA22-50EA-4C4D-BE05-F1CE4E63AA56}"/>
          </ac:spMkLst>
        </pc:spChg>
        <pc:graphicFrameChg chg="add del">
          <ac:chgData name="mukul maheshwari" userId="12cb43e2ca5f0d2c" providerId="LiveId" clId="{3C69B34C-A748-4B5F-AD2B-B66B2499EC13}" dt="2025-01-25T07:54:36.669" v="1686" actId="26606"/>
          <ac:graphicFrameMkLst>
            <pc:docMk/>
            <pc:sldMk cId="63036502" sldId="282"/>
            <ac:graphicFrameMk id="5" creationId="{3A94874A-4A49-5B40-9797-E2AFC0C73A43}"/>
          </ac:graphicFrameMkLst>
        </pc:graphicFrameChg>
        <pc:graphicFrameChg chg="add mod modGraphic">
          <ac:chgData name="mukul maheshwari" userId="12cb43e2ca5f0d2c" providerId="LiveId" clId="{3C69B34C-A748-4B5F-AD2B-B66B2499EC13}" dt="2025-01-25T07:57:31.555" v="1711" actId="12"/>
          <ac:graphicFrameMkLst>
            <pc:docMk/>
            <pc:sldMk cId="63036502" sldId="282"/>
            <ac:graphicFrameMk id="12" creationId="{7BF20960-DE94-70FD-F61B-B3FAABDF0B81}"/>
          </ac:graphicFrameMkLst>
        </pc:graphicFrameChg>
        <pc:picChg chg="add del">
          <ac:chgData name="mukul maheshwari" userId="12cb43e2ca5f0d2c" providerId="LiveId" clId="{3C69B34C-A748-4B5F-AD2B-B66B2499EC13}" dt="2025-01-25T07:54:36.669" v="1686" actId="26606"/>
          <ac:picMkLst>
            <pc:docMk/>
            <pc:sldMk cId="63036502" sldId="282"/>
            <ac:picMk id="6" creationId="{8EF373C1-A354-2A8D-FCD8-ADC9A3386DD0}"/>
          </ac:picMkLst>
        </pc:picChg>
      </pc:sldChg>
      <pc:sldChg chg="addSp modSp add mod setBg">
        <pc:chgData name="mukul maheshwari" userId="12cb43e2ca5f0d2c" providerId="LiveId" clId="{3C69B34C-A748-4B5F-AD2B-B66B2499EC13}" dt="2025-01-25T07:57:53.536" v="1713" actId="255"/>
        <pc:sldMkLst>
          <pc:docMk/>
          <pc:sldMk cId="2529776049" sldId="283"/>
        </pc:sldMkLst>
        <pc:spChg chg="mod">
          <ac:chgData name="mukul maheshwari" userId="12cb43e2ca5f0d2c" providerId="LiveId" clId="{3C69B34C-A748-4B5F-AD2B-B66B2499EC13}" dt="2025-01-25T07:57:47.993" v="1712" actId="26606"/>
          <ac:spMkLst>
            <pc:docMk/>
            <pc:sldMk cId="2529776049" sldId="283"/>
            <ac:spMk id="2" creationId="{154B51C2-8DCA-740F-6AC1-B6B4805FC665}"/>
          </ac:spMkLst>
        </pc:spChg>
        <pc:spChg chg="mod">
          <ac:chgData name="mukul maheshwari" userId="12cb43e2ca5f0d2c" providerId="LiveId" clId="{3C69B34C-A748-4B5F-AD2B-B66B2499EC13}" dt="2025-01-25T07:57:53.536" v="1713" actId="255"/>
          <ac:spMkLst>
            <pc:docMk/>
            <pc:sldMk cId="2529776049" sldId="283"/>
            <ac:spMk id="3" creationId="{456237F8-7A02-EFCB-1208-7F21D9E129E5}"/>
          </ac:spMkLst>
        </pc:spChg>
        <pc:spChg chg="add">
          <ac:chgData name="mukul maheshwari" userId="12cb43e2ca5f0d2c" providerId="LiveId" clId="{3C69B34C-A748-4B5F-AD2B-B66B2499EC13}" dt="2025-01-25T07:57:47.993" v="1712" actId="26606"/>
          <ac:spMkLst>
            <pc:docMk/>
            <pc:sldMk cId="2529776049" sldId="283"/>
            <ac:spMk id="10" creationId="{245A9F99-D9B1-4094-A2E2-B90AC1DB7B9C}"/>
          </ac:spMkLst>
        </pc:spChg>
        <pc:spChg chg="add">
          <ac:chgData name="mukul maheshwari" userId="12cb43e2ca5f0d2c" providerId="LiveId" clId="{3C69B34C-A748-4B5F-AD2B-B66B2499EC13}" dt="2025-01-25T07:57:47.993" v="1712" actId="26606"/>
          <ac:spMkLst>
            <pc:docMk/>
            <pc:sldMk cId="2529776049" sldId="283"/>
            <ac:spMk id="12" creationId="{B7FAF607-473A-4A43-A23D-BBFF5C4117BB}"/>
          </ac:spMkLst>
        </pc:spChg>
        <pc:grpChg chg="add">
          <ac:chgData name="mukul maheshwari" userId="12cb43e2ca5f0d2c" providerId="LiveId" clId="{3C69B34C-A748-4B5F-AD2B-B66B2499EC13}" dt="2025-01-25T07:57:47.993" v="1712" actId="26606"/>
          <ac:grpSpMkLst>
            <pc:docMk/>
            <pc:sldMk cId="2529776049" sldId="283"/>
            <ac:grpSpMk id="14" creationId="{C5F6476F-D303-44D3-B30F-1BA348F0F64A}"/>
          </ac:grpSpMkLst>
        </pc:grpChg>
        <pc:picChg chg="add">
          <ac:chgData name="mukul maheshwari" userId="12cb43e2ca5f0d2c" providerId="LiveId" clId="{3C69B34C-A748-4B5F-AD2B-B66B2499EC13}" dt="2025-01-25T07:57:47.993" v="1712" actId="26606"/>
          <ac:picMkLst>
            <pc:docMk/>
            <pc:sldMk cId="2529776049" sldId="283"/>
            <ac:picMk id="7" creationId="{B928706D-CDB7-261A-61F0-7BA3833DF3A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D6B237-6E71-4AD9-9AF1-56C52154BB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D3EE8E-8F6C-4676-94ED-732BD4C548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Part of Medical education</a:t>
          </a:r>
        </a:p>
      </dgm:t>
    </dgm:pt>
    <dgm:pt modelId="{B874718C-91C8-4AC6-920C-71A64B057923}" type="parTrans" cxnId="{226AD058-1FA5-4D16-B44A-BDDA436DA842}">
      <dgm:prSet/>
      <dgm:spPr/>
      <dgm:t>
        <a:bodyPr/>
        <a:lstStyle/>
        <a:p>
          <a:endParaRPr lang="en-US"/>
        </a:p>
      </dgm:t>
    </dgm:pt>
    <dgm:pt modelId="{1A6453C7-BFD1-4AAC-B506-F6361E8DA563}" type="sibTrans" cxnId="{226AD058-1FA5-4D16-B44A-BDDA436DA842}">
      <dgm:prSet/>
      <dgm:spPr/>
      <dgm:t>
        <a:bodyPr/>
        <a:lstStyle/>
        <a:p>
          <a:endParaRPr lang="en-US"/>
        </a:p>
      </dgm:t>
    </dgm:pt>
    <dgm:pt modelId="{30946916-8942-4AA4-8434-52B2130B7D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designed to enhance the interpersonal skills of healthcare professional</a:t>
          </a:r>
        </a:p>
      </dgm:t>
    </dgm:pt>
    <dgm:pt modelId="{1E2EACF3-53A2-451E-8504-7CD5930963BB}" type="parTrans" cxnId="{E19BCA0E-76C6-497D-BC02-649EC429DDD0}">
      <dgm:prSet/>
      <dgm:spPr/>
      <dgm:t>
        <a:bodyPr/>
        <a:lstStyle/>
        <a:p>
          <a:endParaRPr lang="en-US"/>
        </a:p>
      </dgm:t>
    </dgm:pt>
    <dgm:pt modelId="{46DE9DAE-264E-424E-BD44-83E5403A118A}" type="sibTrans" cxnId="{E19BCA0E-76C6-497D-BC02-649EC429DDD0}">
      <dgm:prSet/>
      <dgm:spPr/>
      <dgm:t>
        <a:bodyPr/>
        <a:lstStyle/>
        <a:p>
          <a:endParaRPr lang="en-US"/>
        </a:p>
      </dgm:t>
    </dgm:pt>
    <dgm:pt modelId="{C9714149-8296-4115-B59A-77C3F9988E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AIM : </a:t>
          </a:r>
        </a:p>
      </dgm:t>
    </dgm:pt>
    <dgm:pt modelId="{E36884A1-2737-4C36-84B4-747F7FCDC593}" type="parTrans" cxnId="{27F4AC0D-DA88-41F6-9470-368AA86E1C62}">
      <dgm:prSet/>
      <dgm:spPr/>
      <dgm:t>
        <a:bodyPr/>
        <a:lstStyle/>
        <a:p>
          <a:endParaRPr lang="en-US"/>
        </a:p>
      </dgm:t>
    </dgm:pt>
    <dgm:pt modelId="{899B766C-D62D-4092-B04F-3F55D8EFDA27}" type="sibTrans" cxnId="{27F4AC0D-DA88-41F6-9470-368AA86E1C62}">
      <dgm:prSet/>
      <dgm:spPr/>
      <dgm:t>
        <a:bodyPr/>
        <a:lstStyle/>
        <a:p>
          <a:endParaRPr lang="en-US"/>
        </a:p>
      </dgm:t>
    </dgm:pt>
    <dgm:pt modelId="{5581B49E-73E9-43AB-836F-E59568DD4AF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More empathetic and patient </a:t>
          </a:r>
          <a:r>
            <a:rPr lang="en-US" sz="2800" dirty="0" err="1"/>
            <a:t>centred</a:t>
          </a:r>
          <a:r>
            <a:rPr lang="en-US" sz="2800" dirty="0"/>
            <a:t> approach to healthcare delivery</a:t>
          </a:r>
        </a:p>
      </dgm:t>
    </dgm:pt>
    <dgm:pt modelId="{D58C8987-7828-4550-8E75-35A023F87EC7}" type="parTrans" cxnId="{1F17A948-A9E9-43AB-9845-B2F47D6FD1E1}">
      <dgm:prSet/>
      <dgm:spPr/>
      <dgm:t>
        <a:bodyPr/>
        <a:lstStyle/>
        <a:p>
          <a:endParaRPr lang="en-US"/>
        </a:p>
      </dgm:t>
    </dgm:pt>
    <dgm:pt modelId="{610428C1-2098-4C79-A44B-23638D8289D2}" type="sibTrans" cxnId="{1F17A948-A9E9-43AB-9845-B2F47D6FD1E1}">
      <dgm:prSet/>
      <dgm:spPr/>
      <dgm:t>
        <a:bodyPr/>
        <a:lstStyle/>
        <a:p>
          <a:endParaRPr lang="en-US"/>
        </a:p>
      </dgm:t>
    </dgm:pt>
    <dgm:pt modelId="{784F1651-29EB-4577-BA5E-4F2E0725BF32}" type="pres">
      <dgm:prSet presAssocID="{62D6B237-6E71-4AD9-9AF1-56C52154BB2E}" presName="root" presStyleCnt="0">
        <dgm:presLayoutVars>
          <dgm:dir/>
          <dgm:resizeHandles val="exact"/>
        </dgm:presLayoutVars>
      </dgm:prSet>
      <dgm:spPr/>
    </dgm:pt>
    <dgm:pt modelId="{F3A09726-7845-4873-BB2B-958F1D37AC42}" type="pres">
      <dgm:prSet presAssocID="{F0D3EE8E-8F6C-4676-94ED-732BD4C5488A}" presName="compNode" presStyleCnt="0"/>
      <dgm:spPr/>
    </dgm:pt>
    <dgm:pt modelId="{87B7F6CF-00F1-4746-9A93-0A61B091A88F}" type="pres">
      <dgm:prSet presAssocID="{F0D3EE8E-8F6C-4676-94ED-732BD4C5488A}" presName="bgRect" presStyleLbl="bgShp" presStyleIdx="0" presStyleCnt="3"/>
      <dgm:spPr/>
    </dgm:pt>
    <dgm:pt modelId="{6C74C314-A7BD-4D7F-9266-F4D4EADFD35A}" type="pres">
      <dgm:prSet presAssocID="{F0D3EE8E-8F6C-4676-94ED-732BD4C548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42E8BD1-8FE5-4732-8B30-EB89CA9F102B}" type="pres">
      <dgm:prSet presAssocID="{F0D3EE8E-8F6C-4676-94ED-732BD4C5488A}" presName="spaceRect" presStyleCnt="0"/>
      <dgm:spPr/>
    </dgm:pt>
    <dgm:pt modelId="{3E6D2A89-1A83-45AA-B1F6-BF1CD442226B}" type="pres">
      <dgm:prSet presAssocID="{F0D3EE8E-8F6C-4676-94ED-732BD4C5488A}" presName="parTx" presStyleLbl="revTx" presStyleIdx="0" presStyleCnt="4">
        <dgm:presLayoutVars>
          <dgm:chMax val="0"/>
          <dgm:chPref val="0"/>
        </dgm:presLayoutVars>
      </dgm:prSet>
      <dgm:spPr/>
    </dgm:pt>
    <dgm:pt modelId="{714938EA-0B79-467B-BD90-D1FA0BECB52B}" type="pres">
      <dgm:prSet presAssocID="{1A6453C7-BFD1-4AAC-B506-F6361E8DA563}" presName="sibTrans" presStyleCnt="0"/>
      <dgm:spPr/>
    </dgm:pt>
    <dgm:pt modelId="{9C00CEED-41A9-4622-A823-D3A74ADCABCC}" type="pres">
      <dgm:prSet presAssocID="{30946916-8942-4AA4-8434-52B2130B7D32}" presName="compNode" presStyleCnt="0"/>
      <dgm:spPr/>
    </dgm:pt>
    <dgm:pt modelId="{F763C9AB-87F2-40A8-989D-43252A9A8526}" type="pres">
      <dgm:prSet presAssocID="{30946916-8942-4AA4-8434-52B2130B7D32}" presName="bgRect" presStyleLbl="bgShp" presStyleIdx="1" presStyleCnt="3"/>
      <dgm:spPr/>
    </dgm:pt>
    <dgm:pt modelId="{74F9E201-7E85-402B-8936-03728B195DAB}" type="pres">
      <dgm:prSet presAssocID="{30946916-8942-4AA4-8434-52B2130B7D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3D88C8E-2EE4-4006-A24B-B0C9AF2CEB9D}" type="pres">
      <dgm:prSet presAssocID="{30946916-8942-4AA4-8434-52B2130B7D32}" presName="spaceRect" presStyleCnt="0"/>
      <dgm:spPr/>
    </dgm:pt>
    <dgm:pt modelId="{BE8EA1B4-5AC1-42BB-8CAA-3C3E9FF3AC48}" type="pres">
      <dgm:prSet presAssocID="{30946916-8942-4AA4-8434-52B2130B7D32}" presName="parTx" presStyleLbl="revTx" presStyleIdx="1" presStyleCnt="4">
        <dgm:presLayoutVars>
          <dgm:chMax val="0"/>
          <dgm:chPref val="0"/>
        </dgm:presLayoutVars>
      </dgm:prSet>
      <dgm:spPr/>
    </dgm:pt>
    <dgm:pt modelId="{0E4C74AF-09B2-49AB-B8F1-294BCB94E8C6}" type="pres">
      <dgm:prSet presAssocID="{46DE9DAE-264E-424E-BD44-83E5403A118A}" presName="sibTrans" presStyleCnt="0"/>
      <dgm:spPr/>
    </dgm:pt>
    <dgm:pt modelId="{DB8C13CA-8FF6-4589-B103-C57C2C9D70AC}" type="pres">
      <dgm:prSet presAssocID="{C9714149-8296-4115-B59A-77C3F9988E07}" presName="compNode" presStyleCnt="0"/>
      <dgm:spPr/>
    </dgm:pt>
    <dgm:pt modelId="{9B36F2E6-9700-432E-B3B0-69E879855950}" type="pres">
      <dgm:prSet presAssocID="{C9714149-8296-4115-B59A-77C3F9988E07}" presName="bgRect" presStyleLbl="bgShp" presStyleIdx="2" presStyleCnt="3"/>
      <dgm:spPr/>
    </dgm:pt>
    <dgm:pt modelId="{64A94C60-B973-409F-94A8-EBAA251EB1B6}" type="pres">
      <dgm:prSet presAssocID="{C9714149-8296-4115-B59A-77C3F9988E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CE83ADD-05CD-466A-ABC7-DE83D50AD3B4}" type="pres">
      <dgm:prSet presAssocID="{C9714149-8296-4115-B59A-77C3F9988E07}" presName="spaceRect" presStyleCnt="0"/>
      <dgm:spPr/>
    </dgm:pt>
    <dgm:pt modelId="{6631FC73-7080-42E8-A609-B98440989AB4}" type="pres">
      <dgm:prSet presAssocID="{C9714149-8296-4115-B59A-77C3F9988E07}" presName="parTx" presStyleLbl="revTx" presStyleIdx="2" presStyleCnt="4">
        <dgm:presLayoutVars>
          <dgm:chMax val="0"/>
          <dgm:chPref val="0"/>
        </dgm:presLayoutVars>
      </dgm:prSet>
      <dgm:spPr/>
    </dgm:pt>
    <dgm:pt modelId="{3E5706C7-09BA-4107-AAD5-1CDAB01753B3}" type="pres">
      <dgm:prSet presAssocID="{C9714149-8296-4115-B59A-77C3F9988E07}" presName="desTx" presStyleLbl="revTx" presStyleIdx="3" presStyleCnt="4" custScaleX="173622" custLinFactNeighborX="-36895" custLinFactNeighborY="1333">
        <dgm:presLayoutVars/>
      </dgm:prSet>
      <dgm:spPr/>
    </dgm:pt>
  </dgm:ptLst>
  <dgm:cxnLst>
    <dgm:cxn modelId="{27F4AC0D-DA88-41F6-9470-368AA86E1C62}" srcId="{62D6B237-6E71-4AD9-9AF1-56C52154BB2E}" destId="{C9714149-8296-4115-B59A-77C3F9988E07}" srcOrd="2" destOrd="0" parTransId="{E36884A1-2737-4C36-84B4-747F7FCDC593}" sibTransId="{899B766C-D62D-4092-B04F-3F55D8EFDA27}"/>
    <dgm:cxn modelId="{E19BCA0E-76C6-497D-BC02-649EC429DDD0}" srcId="{62D6B237-6E71-4AD9-9AF1-56C52154BB2E}" destId="{30946916-8942-4AA4-8434-52B2130B7D32}" srcOrd="1" destOrd="0" parTransId="{1E2EACF3-53A2-451E-8504-7CD5930963BB}" sibTransId="{46DE9DAE-264E-424E-BD44-83E5403A118A}"/>
    <dgm:cxn modelId="{C8D45E5B-D4CC-4338-8D29-AF6AC57AF058}" type="presOf" srcId="{5581B49E-73E9-43AB-836F-E59568DD4AF4}" destId="{3E5706C7-09BA-4107-AAD5-1CDAB01753B3}" srcOrd="0" destOrd="0" presId="urn:microsoft.com/office/officeart/2018/2/layout/IconVerticalSolidList"/>
    <dgm:cxn modelId="{9155045D-8896-4A0D-96EA-9DB785C07BDB}" type="presOf" srcId="{30946916-8942-4AA4-8434-52B2130B7D32}" destId="{BE8EA1B4-5AC1-42BB-8CAA-3C3E9FF3AC48}" srcOrd="0" destOrd="0" presId="urn:microsoft.com/office/officeart/2018/2/layout/IconVerticalSolidList"/>
    <dgm:cxn modelId="{1F17A948-A9E9-43AB-9845-B2F47D6FD1E1}" srcId="{C9714149-8296-4115-B59A-77C3F9988E07}" destId="{5581B49E-73E9-43AB-836F-E59568DD4AF4}" srcOrd="0" destOrd="0" parTransId="{D58C8987-7828-4550-8E75-35A023F87EC7}" sibTransId="{610428C1-2098-4C79-A44B-23638D8289D2}"/>
    <dgm:cxn modelId="{226AD058-1FA5-4D16-B44A-BDDA436DA842}" srcId="{62D6B237-6E71-4AD9-9AF1-56C52154BB2E}" destId="{F0D3EE8E-8F6C-4676-94ED-732BD4C5488A}" srcOrd="0" destOrd="0" parTransId="{B874718C-91C8-4AC6-920C-71A64B057923}" sibTransId="{1A6453C7-BFD1-4AAC-B506-F6361E8DA563}"/>
    <dgm:cxn modelId="{535384AB-92E3-4BCD-A0C5-B355BCCEB2B1}" type="presOf" srcId="{C9714149-8296-4115-B59A-77C3F9988E07}" destId="{6631FC73-7080-42E8-A609-B98440989AB4}" srcOrd="0" destOrd="0" presId="urn:microsoft.com/office/officeart/2018/2/layout/IconVerticalSolidList"/>
    <dgm:cxn modelId="{D68B99AB-FEAD-4BDF-8BE1-5271A3FA7A9C}" type="presOf" srcId="{F0D3EE8E-8F6C-4676-94ED-732BD4C5488A}" destId="{3E6D2A89-1A83-45AA-B1F6-BF1CD442226B}" srcOrd="0" destOrd="0" presId="urn:microsoft.com/office/officeart/2018/2/layout/IconVerticalSolidList"/>
    <dgm:cxn modelId="{53A14EE6-ABBB-4BCE-982D-3C54F17D40C8}" type="presOf" srcId="{62D6B237-6E71-4AD9-9AF1-56C52154BB2E}" destId="{784F1651-29EB-4577-BA5E-4F2E0725BF32}" srcOrd="0" destOrd="0" presId="urn:microsoft.com/office/officeart/2018/2/layout/IconVerticalSolidList"/>
    <dgm:cxn modelId="{8D133F94-A733-4C5C-B039-969B978C6DB5}" type="presParOf" srcId="{784F1651-29EB-4577-BA5E-4F2E0725BF32}" destId="{F3A09726-7845-4873-BB2B-958F1D37AC42}" srcOrd="0" destOrd="0" presId="urn:microsoft.com/office/officeart/2018/2/layout/IconVerticalSolidList"/>
    <dgm:cxn modelId="{D0AD78C8-DFF8-4198-A4EB-F3F377019935}" type="presParOf" srcId="{F3A09726-7845-4873-BB2B-958F1D37AC42}" destId="{87B7F6CF-00F1-4746-9A93-0A61B091A88F}" srcOrd="0" destOrd="0" presId="urn:microsoft.com/office/officeart/2018/2/layout/IconVerticalSolidList"/>
    <dgm:cxn modelId="{3A0EC243-68A7-4E02-9257-185756B3EFEE}" type="presParOf" srcId="{F3A09726-7845-4873-BB2B-958F1D37AC42}" destId="{6C74C314-A7BD-4D7F-9266-F4D4EADFD35A}" srcOrd="1" destOrd="0" presId="urn:microsoft.com/office/officeart/2018/2/layout/IconVerticalSolidList"/>
    <dgm:cxn modelId="{A7AE0CA3-99B4-434D-8F99-77EC2AC1A0F8}" type="presParOf" srcId="{F3A09726-7845-4873-BB2B-958F1D37AC42}" destId="{F42E8BD1-8FE5-4732-8B30-EB89CA9F102B}" srcOrd="2" destOrd="0" presId="urn:microsoft.com/office/officeart/2018/2/layout/IconVerticalSolidList"/>
    <dgm:cxn modelId="{E71C75FA-FC05-4789-9473-CD7FF1C44793}" type="presParOf" srcId="{F3A09726-7845-4873-BB2B-958F1D37AC42}" destId="{3E6D2A89-1A83-45AA-B1F6-BF1CD442226B}" srcOrd="3" destOrd="0" presId="urn:microsoft.com/office/officeart/2018/2/layout/IconVerticalSolidList"/>
    <dgm:cxn modelId="{C5036AFA-B23D-42D3-AE6E-A6034EF3B4DE}" type="presParOf" srcId="{784F1651-29EB-4577-BA5E-4F2E0725BF32}" destId="{714938EA-0B79-467B-BD90-D1FA0BECB52B}" srcOrd="1" destOrd="0" presId="urn:microsoft.com/office/officeart/2018/2/layout/IconVerticalSolidList"/>
    <dgm:cxn modelId="{F328AB85-1362-45B5-B1AA-2F2523CAA98D}" type="presParOf" srcId="{784F1651-29EB-4577-BA5E-4F2E0725BF32}" destId="{9C00CEED-41A9-4622-A823-D3A74ADCABCC}" srcOrd="2" destOrd="0" presId="urn:microsoft.com/office/officeart/2018/2/layout/IconVerticalSolidList"/>
    <dgm:cxn modelId="{24F95036-73F6-44BB-AC03-41DEDEF10CFA}" type="presParOf" srcId="{9C00CEED-41A9-4622-A823-D3A74ADCABCC}" destId="{F763C9AB-87F2-40A8-989D-43252A9A8526}" srcOrd="0" destOrd="0" presId="urn:microsoft.com/office/officeart/2018/2/layout/IconVerticalSolidList"/>
    <dgm:cxn modelId="{D95945DF-68C5-4769-B379-28091C198860}" type="presParOf" srcId="{9C00CEED-41A9-4622-A823-D3A74ADCABCC}" destId="{74F9E201-7E85-402B-8936-03728B195DAB}" srcOrd="1" destOrd="0" presId="urn:microsoft.com/office/officeart/2018/2/layout/IconVerticalSolidList"/>
    <dgm:cxn modelId="{FA24BB25-B913-4015-A229-2EC5DEEC82D4}" type="presParOf" srcId="{9C00CEED-41A9-4622-A823-D3A74ADCABCC}" destId="{03D88C8E-2EE4-4006-A24B-B0C9AF2CEB9D}" srcOrd="2" destOrd="0" presId="urn:microsoft.com/office/officeart/2018/2/layout/IconVerticalSolidList"/>
    <dgm:cxn modelId="{0A7AF5F0-9C03-42A4-BA15-74DF332F7D31}" type="presParOf" srcId="{9C00CEED-41A9-4622-A823-D3A74ADCABCC}" destId="{BE8EA1B4-5AC1-42BB-8CAA-3C3E9FF3AC48}" srcOrd="3" destOrd="0" presId="urn:microsoft.com/office/officeart/2018/2/layout/IconVerticalSolidList"/>
    <dgm:cxn modelId="{54B98F07-CE10-41CC-AF09-8EB049E38177}" type="presParOf" srcId="{784F1651-29EB-4577-BA5E-4F2E0725BF32}" destId="{0E4C74AF-09B2-49AB-B8F1-294BCB94E8C6}" srcOrd="3" destOrd="0" presId="urn:microsoft.com/office/officeart/2018/2/layout/IconVerticalSolidList"/>
    <dgm:cxn modelId="{D13E7CFD-2536-4CD5-94CB-D53FD13E6BCA}" type="presParOf" srcId="{784F1651-29EB-4577-BA5E-4F2E0725BF32}" destId="{DB8C13CA-8FF6-4589-B103-C57C2C9D70AC}" srcOrd="4" destOrd="0" presId="urn:microsoft.com/office/officeart/2018/2/layout/IconVerticalSolidList"/>
    <dgm:cxn modelId="{0FE0D7D1-304C-49DF-B69C-76D21C09BEE5}" type="presParOf" srcId="{DB8C13CA-8FF6-4589-B103-C57C2C9D70AC}" destId="{9B36F2E6-9700-432E-B3B0-69E879855950}" srcOrd="0" destOrd="0" presId="urn:microsoft.com/office/officeart/2018/2/layout/IconVerticalSolidList"/>
    <dgm:cxn modelId="{E356125A-ECEC-46BE-BCA8-4BCF62B2E2DE}" type="presParOf" srcId="{DB8C13CA-8FF6-4589-B103-C57C2C9D70AC}" destId="{64A94C60-B973-409F-94A8-EBAA251EB1B6}" srcOrd="1" destOrd="0" presId="urn:microsoft.com/office/officeart/2018/2/layout/IconVerticalSolidList"/>
    <dgm:cxn modelId="{4A04A442-CFB1-43A7-AD34-2123A671F81F}" type="presParOf" srcId="{DB8C13CA-8FF6-4589-B103-C57C2C9D70AC}" destId="{DCE83ADD-05CD-466A-ABC7-DE83D50AD3B4}" srcOrd="2" destOrd="0" presId="urn:microsoft.com/office/officeart/2018/2/layout/IconVerticalSolidList"/>
    <dgm:cxn modelId="{E51AD5E0-61F6-4786-A18C-10B20534EA4A}" type="presParOf" srcId="{DB8C13CA-8FF6-4589-B103-C57C2C9D70AC}" destId="{6631FC73-7080-42E8-A609-B98440989AB4}" srcOrd="3" destOrd="0" presId="urn:microsoft.com/office/officeart/2018/2/layout/IconVerticalSolidList"/>
    <dgm:cxn modelId="{B7260D4E-FBD2-4DD9-858D-3B01A0DD266C}" type="presParOf" srcId="{DB8C13CA-8FF6-4589-B103-C57C2C9D70AC}" destId="{3E5706C7-09BA-4107-AAD5-1CDAB01753B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E33836-4B57-4D4A-BF01-6096E8EFEDF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262BBE-B9E8-48CE-B033-7D235BEF57F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Clarity</a:t>
          </a:r>
          <a:r>
            <a:rPr lang="en-US" sz="2400" dirty="0"/>
            <a:t>: Use simple, clear language to avoid misunderstandings.</a:t>
          </a:r>
        </a:p>
      </dgm:t>
    </dgm:pt>
    <dgm:pt modelId="{3ED2D4CA-D269-475E-AB18-AF5966ACA4B9}" type="parTrans" cxnId="{B59B559A-0282-497F-9F37-C24BFD7B5FF7}">
      <dgm:prSet/>
      <dgm:spPr/>
      <dgm:t>
        <a:bodyPr/>
        <a:lstStyle/>
        <a:p>
          <a:endParaRPr lang="en-US" sz="2800"/>
        </a:p>
      </dgm:t>
    </dgm:pt>
    <dgm:pt modelId="{10B2A703-640B-436D-BBB3-8B75FB63E9D8}" type="sibTrans" cxnId="{B59B559A-0282-497F-9F37-C24BFD7B5FF7}">
      <dgm:prSet/>
      <dgm:spPr/>
      <dgm:t>
        <a:bodyPr/>
        <a:lstStyle/>
        <a:p>
          <a:endParaRPr lang="en-US" sz="2800"/>
        </a:p>
      </dgm:t>
    </dgm:pt>
    <dgm:pt modelId="{3E6CB1EB-113A-4D0C-8778-E91511522A3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Tone</a:t>
          </a:r>
          <a:r>
            <a:rPr lang="en-US" sz="2400" dirty="0"/>
            <a:t>: Maintain a calm and reassuring tone to put patients at ease.</a:t>
          </a:r>
        </a:p>
      </dgm:t>
    </dgm:pt>
    <dgm:pt modelId="{84820932-87F6-4D8F-A8DE-E663F9542500}" type="parTrans" cxnId="{8B87809F-351A-4AB6-AA18-FAB3A25D131A}">
      <dgm:prSet/>
      <dgm:spPr/>
      <dgm:t>
        <a:bodyPr/>
        <a:lstStyle/>
        <a:p>
          <a:endParaRPr lang="en-US" sz="2800"/>
        </a:p>
      </dgm:t>
    </dgm:pt>
    <dgm:pt modelId="{1BAD3069-00B6-459D-A4BD-2F28D98C780C}" type="sibTrans" cxnId="{8B87809F-351A-4AB6-AA18-FAB3A25D131A}">
      <dgm:prSet/>
      <dgm:spPr/>
      <dgm:t>
        <a:bodyPr/>
        <a:lstStyle/>
        <a:p>
          <a:endParaRPr lang="en-US" sz="2800"/>
        </a:p>
      </dgm:t>
    </dgm:pt>
    <dgm:pt modelId="{0F144DFA-7029-4390-9813-2A0149D655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Language</a:t>
          </a:r>
          <a:r>
            <a:rPr lang="en-US" sz="2400" dirty="0"/>
            <a:t>: Avoid medical jargon when speaking with patients.</a:t>
          </a:r>
        </a:p>
      </dgm:t>
    </dgm:pt>
    <dgm:pt modelId="{E41C9CA3-5763-4B7A-936F-F2034645CFAE}" type="parTrans" cxnId="{DA697467-6EB3-401E-9904-8A902D2F1D8B}">
      <dgm:prSet/>
      <dgm:spPr/>
      <dgm:t>
        <a:bodyPr/>
        <a:lstStyle/>
        <a:p>
          <a:endParaRPr lang="en-US" sz="2800"/>
        </a:p>
      </dgm:t>
    </dgm:pt>
    <dgm:pt modelId="{B0603630-9B10-4879-9DAA-ADC574877C91}" type="sibTrans" cxnId="{DA697467-6EB3-401E-9904-8A902D2F1D8B}">
      <dgm:prSet/>
      <dgm:spPr/>
      <dgm:t>
        <a:bodyPr/>
        <a:lstStyle/>
        <a:p>
          <a:endParaRPr lang="en-US" sz="2800"/>
        </a:p>
      </dgm:t>
    </dgm:pt>
    <dgm:pt modelId="{2B07D2A0-1949-4F87-A130-895D6C8CE5B8}" type="pres">
      <dgm:prSet presAssocID="{7DE33836-4B57-4D4A-BF01-6096E8EFEDFE}" presName="root" presStyleCnt="0">
        <dgm:presLayoutVars>
          <dgm:dir/>
          <dgm:resizeHandles val="exact"/>
        </dgm:presLayoutVars>
      </dgm:prSet>
      <dgm:spPr/>
    </dgm:pt>
    <dgm:pt modelId="{9509376F-DDD0-4317-8718-60CC6DBC170C}" type="pres">
      <dgm:prSet presAssocID="{A1262BBE-B9E8-48CE-B033-7D235BEF57F3}" presName="compNode" presStyleCnt="0"/>
      <dgm:spPr/>
    </dgm:pt>
    <dgm:pt modelId="{D6ED0C95-261B-402F-A5DC-FB88D9784DA0}" type="pres">
      <dgm:prSet presAssocID="{A1262BBE-B9E8-48CE-B033-7D235BEF57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1276F3B5-8DD4-49FB-A885-6E1E6F328E1D}" type="pres">
      <dgm:prSet presAssocID="{A1262BBE-B9E8-48CE-B033-7D235BEF57F3}" presName="spaceRect" presStyleCnt="0"/>
      <dgm:spPr/>
    </dgm:pt>
    <dgm:pt modelId="{B9E4921C-2948-4A37-93AC-606257A85CFE}" type="pres">
      <dgm:prSet presAssocID="{A1262BBE-B9E8-48CE-B033-7D235BEF57F3}" presName="textRect" presStyleLbl="revTx" presStyleIdx="0" presStyleCnt="3">
        <dgm:presLayoutVars>
          <dgm:chMax val="1"/>
          <dgm:chPref val="1"/>
        </dgm:presLayoutVars>
      </dgm:prSet>
      <dgm:spPr/>
    </dgm:pt>
    <dgm:pt modelId="{5A2AE980-B9D3-4165-918D-9084DE117AEC}" type="pres">
      <dgm:prSet presAssocID="{10B2A703-640B-436D-BBB3-8B75FB63E9D8}" presName="sibTrans" presStyleCnt="0"/>
      <dgm:spPr/>
    </dgm:pt>
    <dgm:pt modelId="{32BFB297-08DB-41F6-A204-8523C01111CD}" type="pres">
      <dgm:prSet presAssocID="{3E6CB1EB-113A-4D0C-8778-E91511522A30}" presName="compNode" presStyleCnt="0"/>
      <dgm:spPr/>
    </dgm:pt>
    <dgm:pt modelId="{0C5C0A63-BFE8-40FB-B628-0781D24FEFF2}" type="pres">
      <dgm:prSet presAssocID="{3E6CB1EB-113A-4D0C-8778-E91511522A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te Speaker"/>
        </a:ext>
      </dgm:extLst>
    </dgm:pt>
    <dgm:pt modelId="{626E9638-AFCE-4AA2-A9DE-563D1652D48C}" type="pres">
      <dgm:prSet presAssocID="{3E6CB1EB-113A-4D0C-8778-E91511522A30}" presName="spaceRect" presStyleCnt="0"/>
      <dgm:spPr/>
    </dgm:pt>
    <dgm:pt modelId="{7035A650-0C10-4AA6-A6D0-4DF913FC24DE}" type="pres">
      <dgm:prSet presAssocID="{3E6CB1EB-113A-4D0C-8778-E91511522A30}" presName="textRect" presStyleLbl="revTx" presStyleIdx="1" presStyleCnt="3">
        <dgm:presLayoutVars>
          <dgm:chMax val="1"/>
          <dgm:chPref val="1"/>
        </dgm:presLayoutVars>
      </dgm:prSet>
      <dgm:spPr/>
    </dgm:pt>
    <dgm:pt modelId="{AF325660-D28E-46E0-8393-72225FDD3530}" type="pres">
      <dgm:prSet presAssocID="{1BAD3069-00B6-459D-A4BD-2F28D98C780C}" presName="sibTrans" presStyleCnt="0"/>
      <dgm:spPr/>
    </dgm:pt>
    <dgm:pt modelId="{15566ADB-575A-43EF-9701-76947E861285}" type="pres">
      <dgm:prSet presAssocID="{0F144DFA-7029-4390-9813-2A0149D655C7}" presName="compNode" presStyleCnt="0"/>
      <dgm:spPr/>
    </dgm:pt>
    <dgm:pt modelId="{7C1B869C-C25E-4074-AC3D-ED165604BC50}" type="pres">
      <dgm:prSet presAssocID="{0F144DFA-7029-4390-9813-2A0149D655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6B37BE0F-C575-44E6-91D4-638022DE09ED}" type="pres">
      <dgm:prSet presAssocID="{0F144DFA-7029-4390-9813-2A0149D655C7}" presName="spaceRect" presStyleCnt="0"/>
      <dgm:spPr/>
    </dgm:pt>
    <dgm:pt modelId="{E8AF1110-B592-415A-8169-533D039E2307}" type="pres">
      <dgm:prSet presAssocID="{0F144DFA-7029-4390-9813-2A0149D655C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8D635E-68C6-44D7-8526-0D9978F4C1BC}" type="presOf" srcId="{7DE33836-4B57-4D4A-BF01-6096E8EFEDFE}" destId="{2B07D2A0-1949-4F87-A130-895D6C8CE5B8}" srcOrd="0" destOrd="0" presId="urn:microsoft.com/office/officeart/2018/2/layout/IconLabelList"/>
    <dgm:cxn modelId="{DA697467-6EB3-401E-9904-8A902D2F1D8B}" srcId="{7DE33836-4B57-4D4A-BF01-6096E8EFEDFE}" destId="{0F144DFA-7029-4390-9813-2A0149D655C7}" srcOrd="2" destOrd="0" parTransId="{E41C9CA3-5763-4B7A-936F-F2034645CFAE}" sibTransId="{B0603630-9B10-4879-9DAA-ADC574877C91}"/>
    <dgm:cxn modelId="{33610992-833C-493D-9517-01B48A41BBA0}" type="presOf" srcId="{A1262BBE-B9E8-48CE-B033-7D235BEF57F3}" destId="{B9E4921C-2948-4A37-93AC-606257A85CFE}" srcOrd="0" destOrd="0" presId="urn:microsoft.com/office/officeart/2018/2/layout/IconLabelList"/>
    <dgm:cxn modelId="{B59B559A-0282-497F-9F37-C24BFD7B5FF7}" srcId="{7DE33836-4B57-4D4A-BF01-6096E8EFEDFE}" destId="{A1262BBE-B9E8-48CE-B033-7D235BEF57F3}" srcOrd="0" destOrd="0" parTransId="{3ED2D4CA-D269-475E-AB18-AF5966ACA4B9}" sibTransId="{10B2A703-640B-436D-BBB3-8B75FB63E9D8}"/>
    <dgm:cxn modelId="{C20E699D-AF43-464D-B261-19DFBD0AB73E}" type="presOf" srcId="{3E6CB1EB-113A-4D0C-8778-E91511522A30}" destId="{7035A650-0C10-4AA6-A6D0-4DF913FC24DE}" srcOrd="0" destOrd="0" presId="urn:microsoft.com/office/officeart/2018/2/layout/IconLabelList"/>
    <dgm:cxn modelId="{8B87809F-351A-4AB6-AA18-FAB3A25D131A}" srcId="{7DE33836-4B57-4D4A-BF01-6096E8EFEDFE}" destId="{3E6CB1EB-113A-4D0C-8778-E91511522A30}" srcOrd="1" destOrd="0" parTransId="{84820932-87F6-4D8F-A8DE-E663F9542500}" sibTransId="{1BAD3069-00B6-459D-A4BD-2F28D98C780C}"/>
    <dgm:cxn modelId="{0056E7C6-08AE-4260-90CD-CDE51CD711C1}" type="presOf" srcId="{0F144DFA-7029-4390-9813-2A0149D655C7}" destId="{E8AF1110-B592-415A-8169-533D039E2307}" srcOrd="0" destOrd="0" presId="urn:microsoft.com/office/officeart/2018/2/layout/IconLabelList"/>
    <dgm:cxn modelId="{0A862322-40D8-4D0D-9980-325326F0FD11}" type="presParOf" srcId="{2B07D2A0-1949-4F87-A130-895D6C8CE5B8}" destId="{9509376F-DDD0-4317-8718-60CC6DBC170C}" srcOrd="0" destOrd="0" presId="urn:microsoft.com/office/officeart/2018/2/layout/IconLabelList"/>
    <dgm:cxn modelId="{A01DA618-8EEA-401C-895E-AFCC2B2561EE}" type="presParOf" srcId="{9509376F-DDD0-4317-8718-60CC6DBC170C}" destId="{D6ED0C95-261B-402F-A5DC-FB88D9784DA0}" srcOrd="0" destOrd="0" presId="urn:microsoft.com/office/officeart/2018/2/layout/IconLabelList"/>
    <dgm:cxn modelId="{9C24B83D-7306-4B6B-B775-81799F4EECA5}" type="presParOf" srcId="{9509376F-DDD0-4317-8718-60CC6DBC170C}" destId="{1276F3B5-8DD4-49FB-A885-6E1E6F328E1D}" srcOrd="1" destOrd="0" presId="urn:microsoft.com/office/officeart/2018/2/layout/IconLabelList"/>
    <dgm:cxn modelId="{8B5A50F5-60C9-4A78-974B-7ED2279BEF19}" type="presParOf" srcId="{9509376F-DDD0-4317-8718-60CC6DBC170C}" destId="{B9E4921C-2948-4A37-93AC-606257A85CFE}" srcOrd="2" destOrd="0" presId="urn:microsoft.com/office/officeart/2018/2/layout/IconLabelList"/>
    <dgm:cxn modelId="{D6E36418-E142-4EE3-AEE3-5F5AECAF00D3}" type="presParOf" srcId="{2B07D2A0-1949-4F87-A130-895D6C8CE5B8}" destId="{5A2AE980-B9D3-4165-918D-9084DE117AEC}" srcOrd="1" destOrd="0" presId="urn:microsoft.com/office/officeart/2018/2/layout/IconLabelList"/>
    <dgm:cxn modelId="{3FFA8299-AC63-41EF-8E59-EE090A995D06}" type="presParOf" srcId="{2B07D2A0-1949-4F87-A130-895D6C8CE5B8}" destId="{32BFB297-08DB-41F6-A204-8523C01111CD}" srcOrd="2" destOrd="0" presId="urn:microsoft.com/office/officeart/2018/2/layout/IconLabelList"/>
    <dgm:cxn modelId="{F3F2E737-1D2B-4B06-BC06-90F92D8E88C7}" type="presParOf" srcId="{32BFB297-08DB-41F6-A204-8523C01111CD}" destId="{0C5C0A63-BFE8-40FB-B628-0781D24FEFF2}" srcOrd="0" destOrd="0" presId="urn:microsoft.com/office/officeart/2018/2/layout/IconLabelList"/>
    <dgm:cxn modelId="{82FDE124-E85B-40DE-8D7D-230E1518C970}" type="presParOf" srcId="{32BFB297-08DB-41F6-A204-8523C01111CD}" destId="{626E9638-AFCE-4AA2-A9DE-563D1652D48C}" srcOrd="1" destOrd="0" presId="urn:microsoft.com/office/officeart/2018/2/layout/IconLabelList"/>
    <dgm:cxn modelId="{9C1974A5-505F-42B0-A89F-C035E2974B31}" type="presParOf" srcId="{32BFB297-08DB-41F6-A204-8523C01111CD}" destId="{7035A650-0C10-4AA6-A6D0-4DF913FC24DE}" srcOrd="2" destOrd="0" presId="urn:microsoft.com/office/officeart/2018/2/layout/IconLabelList"/>
    <dgm:cxn modelId="{AC213A3A-EEB5-41FA-A8C1-B21546F64ED0}" type="presParOf" srcId="{2B07D2A0-1949-4F87-A130-895D6C8CE5B8}" destId="{AF325660-D28E-46E0-8393-72225FDD3530}" srcOrd="3" destOrd="0" presId="urn:microsoft.com/office/officeart/2018/2/layout/IconLabelList"/>
    <dgm:cxn modelId="{7AA3E231-9A6E-46DC-B80E-F06652A03369}" type="presParOf" srcId="{2B07D2A0-1949-4F87-A130-895D6C8CE5B8}" destId="{15566ADB-575A-43EF-9701-76947E861285}" srcOrd="4" destOrd="0" presId="urn:microsoft.com/office/officeart/2018/2/layout/IconLabelList"/>
    <dgm:cxn modelId="{1FE27C15-7B81-4858-8F3D-35F63D89ADB7}" type="presParOf" srcId="{15566ADB-575A-43EF-9701-76947E861285}" destId="{7C1B869C-C25E-4074-AC3D-ED165604BC50}" srcOrd="0" destOrd="0" presId="urn:microsoft.com/office/officeart/2018/2/layout/IconLabelList"/>
    <dgm:cxn modelId="{64FDF59D-4FAD-4ED2-BCCE-D856B649072A}" type="presParOf" srcId="{15566ADB-575A-43EF-9701-76947E861285}" destId="{6B37BE0F-C575-44E6-91D4-638022DE09ED}" srcOrd="1" destOrd="0" presId="urn:microsoft.com/office/officeart/2018/2/layout/IconLabelList"/>
    <dgm:cxn modelId="{46186880-1BE6-4227-AD17-46D90AB12917}" type="presParOf" srcId="{15566ADB-575A-43EF-9701-76947E861285}" destId="{E8AF1110-B592-415A-8169-533D039E23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905A52-7C43-4940-AF35-350D5155DB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925B8D-EB5C-4761-8AC4-AE7730EACB1F}">
      <dgm:prSet custT="1"/>
      <dgm:spPr/>
      <dgm:t>
        <a:bodyPr/>
        <a:lstStyle/>
        <a:p>
          <a:r>
            <a:rPr lang="en-US" sz="2400" b="1" dirty="0"/>
            <a:t>Body Language</a:t>
          </a:r>
          <a:r>
            <a:rPr lang="en-US" sz="2400" dirty="0"/>
            <a:t>: Open posture, nodding, and appropriate gestures to show engagement.</a:t>
          </a:r>
        </a:p>
      </dgm:t>
    </dgm:pt>
    <dgm:pt modelId="{FF1048E0-171B-49E2-BF27-C032CBDA18A5}" type="parTrans" cxnId="{007B3FB7-4E00-4E71-9D25-B6784CAF16A9}">
      <dgm:prSet/>
      <dgm:spPr/>
      <dgm:t>
        <a:bodyPr/>
        <a:lstStyle/>
        <a:p>
          <a:endParaRPr lang="en-US" sz="2400"/>
        </a:p>
      </dgm:t>
    </dgm:pt>
    <dgm:pt modelId="{D44994C9-1D87-4164-9E6E-24F2B65FACA3}" type="sibTrans" cxnId="{007B3FB7-4E00-4E71-9D25-B6784CAF16A9}">
      <dgm:prSet/>
      <dgm:spPr/>
      <dgm:t>
        <a:bodyPr/>
        <a:lstStyle/>
        <a:p>
          <a:endParaRPr lang="en-US" sz="2400"/>
        </a:p>
      </dgm:t>
    </dgm:pt>
    <dgm:pt modelId="{595A7BB9-A780-4EF7-AE92-46AE838B35F5}">
      <dgm:prSet custT="1"/>
      <dgm:spPr/>
      <dgm:t>
        <a:bodyPr/>
        <a:lstStyle/>
        <a:p>
          <a:r>
            <a:rPr lang="en-US" sz="2400" b="1" dirty="0"/>
            <a:t>Eye Contact</a:t>
          </a:r>
          <a:r>
            <a:rPr lang="en-US" sz="2400" dirty="0"/>
            <a:t>: Maintain appropriate eye contact to convey attention and interest.</a:t>
          </a:r>
        </a:p>
      </dgm:t>
    </dgm:pt>
    <dgm:pt modelId="{F38BA1A7-AF34-4AC0-A8F0-984873C3E3CB}" type="parTrans" cxnId="{7ADD3BE8-7DD5-4001-AD18-1BE9FB1B3A44}">
      <dgm:prSet/>
      <dgm:spPr/>
      <dgm:t>
        <a:bodyPr/>
        <a:lstStyle/>
        <a:p>
          <a:endParaRPr lang="en-US" sz="2400"/>
        </a:p>
      </dgm:t>
    </dgm:pt>
    <dgm:pt modelId="{3281DB0E-47C3-4344-87AE-2E4997BEEC95}" type="sibTrans" cxnId="{7ADD3BE8-7DD5-4001-AD18-1BE9FB1B3A44}">
      <dgm:prSet/>
      <dgm:spPr/>
      <dgm:t>
        <a:bodyPr/>
        <a:lstStyle/>
        <a:p>
          <a:endParaRPr lang="en-US" sz="2400"/>
        </a:p>
      </dgm:t>
    </dgm:pt>
    <dgm:pt modelId="{9078A225-F976-4E9F-BFE8-A77BB8D3B909}">
      <dgm:prSet custT="1"/>
      <dgm:spPr/>
      <dgm:t>
        <a:bodyPr/>
        <a:lstStyle/>
        <a:p>
          <a:r>
            <a:rPr lang="en-US" sz="2400" b="1" dirty="0"/>
            <a:t>Facial Expressions</a:t>
          </a:r>
          <a:r>
            <a:rPr lang="en-US" sz="2400" dirty="0"/>
            <a:t>: Use expressions to convey empathy, understanding, and compassion.</a:t>
          </a:r>
        </a:p>
      </dgm:t>
    </dgm:pt>
    <dgm:pt modelId="{0A82E5F3-0995-477D-AA7E-A2AA8B884B7E}" type="parTrans" cxnId="{5C7B0006-EB64-434A-BA54-524E4B50F426}">
      <dgm:prSet/>
      <dgm:spPr/>
      <dgm:t>
        <a:bodyPr/>
        <a:lstStyle/>
        <a:p>
          <a:endParaRPr lang="en-US" sz="2400"/>
        </a:p>
      </dgm:t>
    </dgm:pt>
    <dgm:pt modelId="{822761AA-EF9C-4CFB-B9AA-5184E46D8864}" type="sibTrans" cxnId="{5C7B0006-EB64-434A-BA54-524E4B50F426}">
      <dgm:prSet/>
      <dgm:spPr/>
      <dgm:t>
        <a:bodyPr/>
        <a:lstStyle/>
        <a:p>
          <a:endParaRPr lang="en-US" sz="2400"/>
        </a:p>
      </dgm:t>
    </dgm:pt>
    <dgm:pt modelId="{05D958B4-08A1-4471-A234-95309E2968A2}" type="pres">
      <dgm:prSet presAssocID="{8A905A52-7C43-4940-AF35-350D5155DB0F}" presName="root" presStyleCnt="0">
        <dgm:presLayoutVars>
          <dgm:dir/>
          <dgm:resizeHandles val="exact"/>
        </dgm:presLayoutVars>
      </dgm:prSet>
      <dgm:spPr/>
    </dgm:pt>
    <dgm:pt modelId="{7FEC104F-CF89-473D-8D9A-91417A4A7EF5}" type="pres">
      <dgm:prSet presAssocID="{71925B8D-EB5C-4761-8AC4-AE7730EACB1F}" presName="compNode" presStyleCnt="0"/>
      <dgm:spPr/>
    </dgm:pt>
    <dgm:pt modelId="{6CF789D9-4079-4283-9EB1-ACA5F8D09FED}" type="pres">
      <dgm:prSet presAssocID="{71925B8D-EB5C-4761-8AC4-AE7730EACB1F}" presName="iconRect" presStyleLbl="node1" presStyleIdx="0" presStyleCnt="3" custScaleX="65668" custScaleY="6310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E1B9B68E-8799-4B5A-B5EA-0837740440B5}" type="pres">
      <dgm:prSet presAssocID="{71925B8D-EB5C-4761-8AC4-AE7730EACB1F}" presName="spaceRect" presStyleCnt="0"/>
      <dgm:spPr/>
    </dgm:pt>
    <dgm:pt modelId="{4BB9C55F-32E2-4F14-9B31-1EFC9824AB80}" type="pres">
      <dgm:prSet presAssocID="{71925B8D-EB5C-4761-8AC4-AE7730EACB1F}" presName="textRect" presStyleLbl="revTx" presStyleIdx="0" presStyleCnt="3">
        <dgm:presLayoutVars>
          <dgm:chMax val="1"/>
          <dgm:chPref val="1"/>
        </dgm:presLayoutVars>
      </dgm:prSet>
      <dgm:spPr/>
    </dgm:pt>
    <dgm:pt modelId="{53E39014-DF57-40B4-A5A1-3C34165273BC}" type="pres">
      <dgm:prSet presAssocID="{D44994C9-1D87-4164-9E6E-24F2B65FACA3}" presName="sibTrans" presStyleCnt="0"/>
      <dgm:spPr/>
    </dgm:pt>
    <dgm:pt modelId="{98099895-43FB-4CF1-BA29-77AFF17A26A8}" type="pres">
      <dgm:prSet presAssocID="{595A7BB9-A780-4EF7-AE92-46AE838B35F5}" presName="compNode" presStyleCnt="0"/>
      <dgm:spPr/>
    </dgm:pt>
    <dgm:pt modelId="{7D43731E-BD14-497B-9CDA-335D6BA5AF61}" type="pres">
      <dgm:prSet presAssocID="{595A7BB9-A780-4EF7-AE92-46AE838B35F5}" presName="iconRect" presStyleLbl="node1" presStyleIdx="1" presStyleCnt="3" custScaleX="65668" custScaleY="6310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6A73A14C-AC41-4A56-96AA-7CC124710A68}" type="pres">
      <dgm:prSet presAssocID="{595A7BB9-A780-4EF7-AE92-46AE838B35F5}" presName="spaceRect" presStyleCnt="0"/>
      <dgm:spPr/>
    </dgm:pt>
    <dgm:pt modelId="{E3459802-4686-4911-AEC4-887BCEC14A5F}" type="pres">
      <dgm:prSet presAssocID="{595A7BB9-A780-4EF7-AE92-46AE838B35F5}" presName="textRect" presStyleLbl="revTx" presStyleIdx="1" presStyleCnt="3">
        <dgm:presLayoutVars>
          <dgm:chMax val="1"/>
          <dgm:chPref val="1"/>
        </dgm:presLayoutVars>
      </dgm:prSet>
      <dgm:spPr/>
    </dgm:pt>
    <dgm:pt modelId="{D7BB3057-2F6A-4ADA-90A2-933BF8DC617C}" type="pres">
      <dgm:prSet presAssocID="{3281DB0E-47C3-4344-87AE-2E4997BEEC95}" presName="sibTrans" presStyleCnt="0"/>
      <dgm:spPr/>
    </dgm:pt>
    <dgm:pt modelId="{585E6B38-62E3-4324-8D07-693721960F84}" type="pres">
      <dgm:prSet presAssocID="{9078A225-F976-4E9F-BFE8-A77BB8D3B909}" presName="compNode" presStyleCnt="0"/>
      <dgm:spPr/>
    </dgm:pt>
    <dgm:pt modelId="{CA633104-4962-4657-8D49-936C0675473F}" type="pres">
      <dgm:prSet presAssocID="{9078A225-F976-4E9F-BFE8-A77BB8D3B909}" presName="iconRect" presStyleLbl="node1" presStyleIdx="2" presStyleCnt="3" custScaleX="65668" custScaleY="6310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 Face with Solid Fill"/>
        </a:ext>
      </dgm:extLst>
    </dgm:pt>
    <dgm:pt modelId="{2E6ADF3F-65B9-4B76-98FB-705B606ECBB5}" type="pres">
      <dgm:prSet presAssocID="{9078A225-F976-4E9F-BFE8-A77BB8D3B909}" presName="spaceRect" presStyleCnt="0"/>
      <dgm:spPr/>
    </dgm:pt>
    <dgm:pt modelId="{02A608F7-9997-4116-BEFD-F8217597608D}" type="pres">
      <dgm:prSet presAssocID="{9078A225-F976-4E9F-BFE8-A77BB8D3B9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C7B0006-EB64-434A-BA54-524E4B50F426}" srcId="{8A905A52-7C43-4940-AF35-350D5155DB0F}" destId="{9078A225-F976-4E9F-BFE8-A77BB8D3B909}" srcOrd="2" destOrd="0" parTransId="{0A82E5F3-0995-477D-AA7E-A2AA8B884B7E}" sibTransId="{822761AA-EF9C-4CFB-B9AA-5184E46D8864}"/>
    <dgm:cxn modelId="{0664322C-2B02-49C8-8CE5-DFACCB361B8F}" type="presOf" srcId="{8A905A52-7C43-4940-AF35-350D5155DB0F}" destId="{05D958B4-08A1-4471-A234-95309E2968A2}" srcOrd="0" destOrd="0" presId="urn:microsoft.com/office/officeart/2018/2/layout/IconLabelList"/>
    <dgm:cxn modelId="{DCD03A65-9B92-4C0D-9C8C-AC1E8C49D204}" type="presOf" srcId="{9078A225-F976-4E9F-BFE8-A77BB8D3B909}" destId="{02A608F7-9997-4116-BEFD-F8217597608D}" srcOrd="0" destOrd="0" presId="urn:microsoft.com/office/officeart/2018/2/layout/IconLabelList"/>
    <dgm:cxn modelId="{007B3FB7-4E00-4E71-9D25-B6784CAF16A9}" srcId="{8A905A52-7C43-4940-AF35-350D5155DB0F}" destId="{71925B8D-EB5C-4761-8AC4-AE7730EACB1F}" srcOrd="0" destOrd="0" parTransId="{FF1048E0-171B-49E2-BF27-C032CBDA18A5}" sibTransId="{D44994C9-1D87-4164-9E6E-24F2B65FACA3}"/>
    <dgm:cxn modelId="{D2ACA5B9-C1B9-46FD-840E-FF21477B1AC8}" type="presOf" srcId="{71925B8D-EB5C-4761-8AC4-AE7730EACB1F}" destId="{4BB9C55F-32E2-4F14-9B31-1EFC9824AB80}" srcOrd="0" destOrd="0" presId="urn:microsoft.com/office/officeart/2018/2/layout/IconLabelList"/>
    <dgm:cxn modelId="{81F5FCE0-C32A-4D83-9BF3-568217E0F093}" type="presOf" srcId="{595A7BB9-A780-4EF7-AE92-46AE838B35F5}" destId="{E3459802-4686-4911-AEC4-887BCEC14A5F}" srcOrd="0" destOrd="0" presId="urn:microsoft.com/office/officeart/2018/2/layout/IconLabelList"/>
    <dgm:cxn modelId="{7ADD3BE8-7DD5-4001-AD18-1BE9FB1B3A44}" srcId="{8A905A52-7C43-4940-AF35-350D5155DB0F}" destId="{595A7BB9-A780-4EF7-AE92-46AE838B35F5}" srcOrd="1" destOrd="0" parTransId="{F38BA1A7-AF34-4AC0-A8F0-984873C3E3CB}" sibTransId="{3281DB0E-47C3-4344-87AE-2E4997BEEC95}"/>
    <dgm:cxn modelId="{33E25F02-FA98-40C9-9D48-CF7A6201AF8A}" type="presParOf" srcId="{05D958B4-08A1-4471-A234-95309E2968A2}" destId="{7FEC104F-CF89-473D-8D9A-91417A4A7EF5}" srcOrd="0" destOrd="0" presId="urn:microsoft.com/office/officeart/2018/2/layout/IconLabelList"/>
    <dgm:cxn modelId="{A66BCFEF-C452-4BD1-ADF5-9DF9C5696E87}" type="presParOf" srcId="{7FEC104F-CF89-473D-8D9A-91417A4A7EF5}" destId="{6CF789D9-4079-4283-9EB1-ACA5F8D09FED}" srcOrd="0" destOrd="0" presId="urn:microsoft.com/office/officeart/2018/2/layout/IconLabelList"/>
    <dgm:cxn modelId="{B93EBCF2-E7A3-428D-A51A-995D5119B523}" type="presParOf" srcId="{7FEC104F-CF89-473D-8D9A-91417A4A7EF5}" destId="{E1B9B68E-8799-4B5A-B5EA-0837740440B5}" srcOrd="1" destOrd="0" presId="urn:microsoft.com/office/officeart/2018/2/layout/IconLabelList"/>
    <dgm:cxn modelId="{1EA91EA2-D9C7-42BD-9D96-D0674BA8037C}" type="presParOf" srcId="{7FEC104F-CF89-473D-8D9A-91417A4A7EF5}" destId="{4BB9C55F-32E2-4F14-9B31-1EFC9824AB80}" srcOrd="2" destOrd="0" presId="urn:microsoft.com/office/officeart/2018/2/layout/IconLabelList"/>
    <dgm:cxn modelId="{DF2BEB66-4E5D-4E09-A06D-3C94550B9690}" type="presParOf" srcId="{05D958B4-08A1-4471-A234-95309E2968A2}" destId="{53E39014-DF57-40B4-A5A1-3C34165273BC}" srcOrd="1" destOrd="0" presId="urn:microsoft.com/office/officeart/2018/2/layout/IconLabelList"/>
    <dgm:cxn modelId="{FD3A3F5D-388E-4A99-ADCA-5548A9AF4BD8}" type="presParOf" srcId="{05D958B4-08A1-4471-A234-95309E2968A2}" destId="{98099895-43FB-4CF1-BA29-77AFF17A26A8}" srcOrd="2" destOrd="0" presId="urn:microsoft.com/office/officeart/2018/2/layout/IconLabelList"/>
    <dgm:cxn modelId="{09094436-6077-4153-8CD9-D18F3BB46DDD}" type="presParOf" srcId="{98099895-43FB-4CF1-BA29-77AFF17A26A8}" destId="{7D43731E-BD14-497B-9CDA-335D6BA5AF61}" srcOrd="0" destOrd="0" presId="urn:microsoft.com/office/officeart/2018/2/layout/IconLabelList"/>
    <dgm:cxn modelId="{A20B558A-A1A0-41AA-80E2-F857F41BD3DB}" type="presParOf" srcId="{98099895-43FB-4CF1-BA29-77AFF17A26A8}" destId="{6A73A14C-AC41-4A56-96AA-7CC124710A68}" srcOrd="1" destOrd="0" presId="urn:microsoft.com/office/officeart/2018/2/layout/IconLabelList"/>
    <dgm:cxn modelId="{85A29A5E-AAE5-4BD3-A4C1-3E7BF73F3B0F}" type="presParOf" srcId="{98099895-43FB-4CF1-BA29-77AFF17A26A8}" destId="{E3459802-4686-4911-AEC4-887BCEC14A5F}" srcOrd="2" destOrd="0" presId="urn:microsoft.com/office/officeart/2018/2/layout/IconLabelList"/>
    <dgm:cxn modelId="{32EE229C-4BC3-4F32-955C-814DDE473C29}" type="presParOf" srcId="{05D958B4-08A1-4471-A234-95309E2968A2}" destId="{D7BB3057-2F6A-4ADA-90A2-933BF8DC617C}" srcOrd="3" destOrd="0" presId="urn:microsoft.com/office/officeart/2018/2/layout/IconLabelList"/>
    <dgm:cxn modelId="{C322B6B0-7F2E-4F27-88EA-98BF0009178D}" type="presParOf" srcId="{05D958B4-08A1-4471-A234-95309E2968A2}" destId="{585E6B38-62E3-4324-8D07-693721960F84}" srcOrd="4" destOrd="0" presId="urn:microsoft.com/office/officeart/2018/2/layout/IconLabelList"/>
    <dgm:cxn modelId="{09D6FCDA-2963-4ED4-8CC5-6FEEB81EA7E5}" type="presParOf" srcId="{585E6B38-62E3-4324-8D07-693721960F84}" destId="{CA633104-4962-4657-8D49-936C0675473F}" srcOrd="0" destOrd="0" presId="urn:microsoft.com/office/officeart/2018/2/layout/IconLabelList"/>
    <dgm:cxn modelId="{F33C7641-838A-4218-8477-D5092A86E2E6}" type="presParOf" srcId="{585E6B38-62E3-4324-8D07-693721960F84}" destId="{2E6ADF3F-65B9-4B76-98FB-705B606ECBB5}" srcOrd="1" destOrd="0" presId="urn:microsoft.com/office/officeart/2018/2/layout/IconLabelList"/>
    <dgm:cxn modelId="{A87535D7-265B-4F1A-A907-B6049D8FCB81}" type="presParOf" srcId="{585E6B38-62E3-4324-8D07-693721960F84}" destId="{02A608F7-9997-4116-BEFD-F821759760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E2286A-79B8-4E56-926C-089159B23FC5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F7D42BD-B54D-4A29-A81A-2FBCB626C9BE}">
      <dgm:prSet/>
      <dgm:spPr/>
      <dgm:t>
        <a:bodyPr/>
        <a:lstStyle/>
        <a:p>
          <a:r>
            <a:rPr lang="en-US"/>
            <a:t>2. Open the discussion</a:t>
          </a:r>
        </a:p>
      </dgm:t>
    </dgm:pt>
    <dgm:pt modelId="{D1A508A1-59C4-4FF1-8DC8-F9A096B4FDEF}" type="parTrans" cxnId="{4ECD5A70-8CC0-4C03-9F67-13F12B5A321E}">
      <dgm:prSet/>
      <dgm:spPr/>
      <dgm:t>
        <a:bodyPr/>
        <a:lstStyle/>
        <a:p>
          <a:endParaRPr lang="en-US"/>
        </a:p>
      </dgm:t>
    </dgm:pt>
    <dgm:pt modelId="{9495783E-E7C8-4D4B-83B3-C1E9515ACC7B}" type="sibTrans" cxnId="{4ECD5A70-8CC0-4C03-9F67-13F12B5A321E}">
      <dgm:prSet/>
      <dgm:spPr/>
      <dgm:t>
        <a:bodyPr/>
        <a:lstStyle/>
        <a:p>
          <a:endParaRPr lang="en-US"/>
        </a:p>
      </dgm:t>
    </dgm:pt>
    <dgm:pt modelId="{FDAD9CB9-4B6F-49B0-95B7-3C96D6FB5EE6}">
      <dgm:prSet/>
      <dgm:spPr/>
      <dgm:t>
        <a:bodyPr/>
        <a:lstStyle/>
        <a:p>
          <a:r>
            <a:rPr lang="en-US"/>
            <a:t>Patient must be allowed to complete his / her opening statement</a:t>
          </a:r>
        </a:p>
      </dgm:t>
    </dgm:pt>
    <dgm:pt modelId="{74D6FCBE-FDC9-4A0D-95D0-8F74101F0353}" type="parTrans" cxnId="{C69F9B9A-9FD7-44AC-B7BB-73DDD965DF78}">
      <dgm:prSet/>
      <dgm:spPr/>
      <dgm:t>
        <a:bodyPr/>
        <a:lstStyle/>
        <a:p>
          <a:endParaRPr lang="en-US"/>
        </a:p>
      </dgm:t>
    </dgm:pt>
    <dgm:pt modelId="{1659F0E0-C08E-42F6-A073-54006DB39175}" type="sibTrans" cxnId="{C69F9B9A-9FD7-44AC-B7BB-73DDD965DF78}">
      <dgm:prSet/>
      <dgm:spPr/>
      <dgm:t>
        <a:bodyPr/>
        <a:lstStyle/>
        <a:p>
          <a:endParaRPr lang="en-US"/>
        </a:p>
      </dgm:t>
    </dgm:pt>
    <dgm:pt modelId="{AB96BB4F-F675-4831-A799-248CB0B04348}">
      <dgm:prSet/>
      <dgm:spPr/>
      <dgm:t>
        <a:bodyPr/>
        <a:lstStyle/>
        <a:p>
          <a:r>
            <a:rPr lang="en-US"/>
            <a:t>Full set of concerns</a:t>
          </a:r>
        </a:p>
      </dgm:t>
    </dgm:pt>
    <dgm:pt modelId="{9167482F-86EB-4F3C-91DC-7838F4537472}" type="parTrans" cxnId="{0068B96D-F5D3-4307-82BB-46833B04F2F6}">
      <dgm:prSet/>
      <dgm:spPr/>
      <dgm:t>
        <a:bodyPr/>
        <a:lstStyle/>
        <a:p>
          <a:endParaRPr lang="en-US"/>
        </a:p>
      </dgm:t>
    </dgm:pt>
    <dgm:pt modelId="{EA7061CC-56DC-4E0A-BE02-A27985536D80}" type="sibTrans" cxnId="{0068B96D-F5D3-4307-82BB-46833B04F2F6}">
      <dgm:prSet/>
      <dgm:spPr/>
      <dgm:t>
        <a:bodyPr/>
        <a:lstStyle/>
        <a:p>
          <a:endParaRPr lang="en-US"/>
        </a:p>
      </dgm:t>
    </dgm:pt>
    <dgm:pt modelId="{F2239113-E359-4D83-8451-B482E260CE34}">
      <dgm:prSet/>
      <dgm:spPr/>
      <dgm:t>
        <a:bodyPr/>
        <a:lstStyle/>
        <a:p>
          <a:r>
            <a:rPr lang="en-US"/>
            <a:t>Establish and maintain a personal connection</a:t>
          </a:r>
        </a:p>
      </dgm:t>
    </dgm:pt>
    <dgm:pt modelId="{0D4A7C12-8A94-4A64-A114-6B1E7C2C375B}" type="parTrans" cxnId="{CD4BFDC4-EFA2-4CE3-BE46-E289ACAB25A5}">
      <dgm:prSet/>
      <dgm:spPr/>
      <dgm:t>
        <a:bodyPr/>
        <a:lstStyle/>
        <a:p>
          <a:endParaRPr lang="en-US"/>
        </a:p>
      </dgm:t>
    </dgm:pt>
    <dgm:pt modelId="{E575AF17-B85A-4AB7-B5FC-3C6D52DCC062}" type="sibTrans" cxnId="{CD4BFDC4-EFA2-4CE3-BE46-E289ACAB25A5}">
      <dgm:prSet/>
      <dgm:spPr/>
      <dgm:t>
        <a:bodyPr/>
        <a:lstStyle/>
        <a:p>
          <a:endParaRPr lang="en-US"/>
        </a:p>
      </dgm:t>
    </dgm:pt>
    <dgm:pt modelId="{9DFD6F61-191C-4D5C-AEF9-A3E92F87B9DD}">
      <dgm:prSet/>
      <dgm:spPr/>
      <dgm:t>
        <a:bodyPr/>
        <a:lstStyle/>
        <a:p>
          <a:r>
            <a:rPr lang="en-US"/>
            <a:t>3. Gather Information</a:t>
          </a:r>
        </a:p>
      </dgm:t>
    </dgm:pt>
    <dgm:pt modelId="{B362204E-C55F-499F-B74A-F9C502EBD733}" type="parTrans" cxnId="{27CE81C5-7E08-4720-A741-6730F176148B}">
      <dgm:prSet/>
      <dgm:spPr/>
      <dgm:t>
        <a:bodyPr/>
        <a:lstStyle/>
        <a:p>
          <a:endParaRPr lang="en-US"/>
        </a:p>
      </dgm:t>
    </dgm:pt>
    <dgm:pt modelId="{1F3281D6-FA77-44CF-B5C7-F4CEB232C959}" type="sibTrans" cxnId="{27CE81C5-7E08-4720-A741-6730F176148B}">
      <dgm:prSet/>
      <dgm:spPr/>
      <dgm:t>
        <a:bodyPr/>
        <a:lstStyle/>
        <a:p>
          <a:endParaRPr lang="en-US"/>
        </a:p>
      </dgm:t>
    </dgm:pt>
    <dgm:pt modelId="{67FBA4F6-580B-4DE4-8ED1-80AB5496B9B7}">
      <dgm:prSet/>
      <dgm:spPr/>
      <dgm:t>
        <a:bodyPr/>
        <a:lstStyle/>
        <a:p>
          <a:r>
            <a:rPr lang="en-US"/>
            <a:t>Open ended and closed ended appropriately</a:t>
          </a:r>
        </a:p>
      </dgm:t>
    </dgm:pt>
    <dgm:pt modelId="{A45516DF-90DA-412F-80A2-FAA4B067CC87}" type="parTrans" cxnId="{4500B89B-C51C-4351-A7F0-0AE97ADD6BEA}">
      <dgm:prSet/>
      <dgm:spPr/>
      <dgm:t>
        <a:bodyPr/>
        <a:lstStyle/>
        <a:p>
          <a:endParaRPr lang="en-US"/>
        </a:p>
      </dgm:t>
    </dgm:pt>
    <dgm:pt modelId="{F88798A1-BF29-4E21-9F3B-0CAD3F9ED195}" type="sibTrans" cxnId="{4500B89B-C51C-4351-A7F0-0AE97ADD6BEA}">
      <dgm:prSet/>
      <dgm:spPr/>
      <dgm:t>
        <a:bodyPr/>
        <a:lstStyle/>
        <a:p>
          <a:endParaRPr lang="en-US"/>
        </a:p>
      </dgm:t>
    </dgm:pt>
    <dgm:pt modelId="{61EBC659-929B-48FD-AA5B-5FBDFC39ADD0}">
      <dgm:prSet/>
      <dgm:spPr/>
      <dgm:t>
        <a:bodyPr/>
        <a:lstStyle/>
        <a:p>
          <a:r>
            <a:rPr lang="en-US"/>
            <a:t>Structure, clarify and summarise information</a:t>
          </a:r>
        </a:p>
      </dgm:t>
    </dgm:pt>
    <dgm:pt modelId="{9829A157-4332-4A5F-9EEA-4409EA42766B}" type="parTrans" cxnId="{5D3F9BC2-0D07-41FA-8E4B-7EA5652F8C29}">
      <dgm:prSet/>
      <dgm:spPr/>
      <dgm:t>
        <a:bodyPr/>
        <a:lstStyle/>
        <a:p>
          <a:endParaRPr lang="en-US"/>
        </a:p>
      </dgm:t>
    </dgm:pt>
    <dgm:pt modelId="{C3B22635-3372-49DB-B358-E0555A828D74}" type="sibTrans" cxnId="{5D3F9BC2-0D07-41FA-8E4B-7EA5652F8C29}">
      <dgm:prSet/>
      <dgm:spPr/>
      <dgm:t>
        <a:bodyPr/>
        <a:lstStyle/>
        <a:p>
          <a:endParaRPr lang="en-US"/>
        </a:p>
      </dgm:t>
    </dgm:pt>
    <dgm:pt modelId="{BD12C6A2-F924-44C6-9FBF-F8A3932348F6}">
      <dgm:prSet/>
      <dgm:spPr/>
      <dgm:t>
        <a:bodyPr/>
        <a:lstStyle/>
        <a:p>
          <a:r>
            <a:rPr lang="en-US"/>
            <a:t>Active listening using non verbal and verbal cues</a:t>
          </a:r>
        </a:p>
      </dgm:t>
    </dgm:pt>
    <dgm:pt modelId="{8DFB4EE2-24F3-4ACC-A426-CF9D82686D08}" type="parTrans" cxnId="{313B1998-E303-4FCD-9AD5-D492FE1012B3}">
      <dgm:prSet/>
      <dgm:spPr/>
      <dgm:t>
        <a:bodyPr/>
        <a:lstStyle/>
        <a:p>
          <a:endParaRPr lang="en-US"/>
        </a:p>
      </dgm:t>
    </dgm:pt>
    <dgm:pt modelId="{285725D5-8327-4DB7-8D49-012354402949}" type="sibTrans" cxnId="{313B1998-E303-4FCD-9AD5-D492FE1012B3}">
      <dgm:prSet/>
      <dgm:spPr/>
      <dgm:t>
        <a:bodyPr/>
        <a:lstStyle/>
        <a:p>
          <a:endParaRPr lang="en-US"/>
        </a:p>
      </dgm:t>
    </dgm:pt>
    <dgm:pt modelId="{B74ECF45-D002-488E-815F-50F6020C4CAF}" type="pres">
      <dgm:prSet presAssocID="{BDE2286A-79B8-4E56-926C-089159B23FC5}" presName="Name0" presStyleCnt="0">
        <dgm:presLayoutVars>
          <dgm:dir/>
          <dgm:animLvl val="lvl"/>
          <dgm:resizeHandles val="exact"/>
        </dgm:presLayoutVars>
      </dgm:prSet>
      <dgm:spPr/>
    </dgm:pt>
    <dgm:pt modelId="{5002860C-5DF5-4B40-93DF-03F05A214A68}" type="pres">
      <dgm:prSet presAssocID="{FF7D42BD-B54D-4A29-A81A-2FBCB626C9BE}" presName="linNode" presStyleCnt="0"/>
      <dgm:spPr/>
    </dgm:pt>
    <dgm:pt modelId="{E93129E8-6118-4CEA-8C0A-2DF3836697FC}" type="pres">
      <dgm:prSet presAssocID="{FF7D42BD-B54D-4A29-A81A-2FBCB626C9B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2CAB500-6425-474F-8B98-72580FC41075}" type="pres">
      <dgm:prSet presAssocID="{FF7D42BD-B54D-4A29-A81A-2FBCB626C9BE}" presName="descendantText" presStyleLbl="alignAccFollowNode1" presStyleIdx="0" presStyleCnt="2">
        <dgm:presLayoutVars>
          <dgm:bulletEnabled val="1"/>
        </dgm:presLayoutVars>
      </dgm:prSet>
      <dgm:spPr/>
    </dgm:pt>
    <dgm:pt modelId="{DE7F4E84-8258-44CB-8416-2D5D6F17F987}" type="pres">
      <dgm:prSet presAssocID="{9495783E-E7C8-4D4B-83B3-C1E9515ACC7B}" presName="sp" presStyleCnt="0"/>
      <dgm:spPr/>
    </dgm:pt>
    <dgm:pt modelId="{82CB5894-8A0F-4151-93AA-483E5143816B}" type="pres">
      <dgm:prSet presAssocID="{9DFD6F61-191C-4D5C-AEF9-A3E92F87B9DD}" presName="linNode" presStyleCnt="0"/>
      <dgm:spPr/>
    </dgm:pt>
    <dgm:pt modelId="{28F9E910-AAA0-412F-AF60-C7C0CE47E8A0}" type="pres">
      <dgm:prSet presAssocID="{9DFD6F61-191C-4D5C-AEF9-A3E92F87B9D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B92B133-5642-4FB0-9C1E-83E5CA6B559D}" type="pres">
      <dgm:prSet presAssocID="{9DFD6F61-191C-4D5C-AEF9-A3E92F87B9D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8CF490F-776F-4FD5-A9AA-49FF186B314B}" type="presOf" srcId="{67FBA4F6-580B-4DE4-8ED1-80AB5496B9B7}" destId="{FB92B133-5642-4FB0-9C1E-83E5CA6B559D}" srcOrd="0" destOrd="0" presId="urn:microsoft.com/office/officeart/2005/8/layout/vList5"/>
    <dgm:cxn modelId="{F55E6027-2C95-4DB4-89C0-A20A62628707}" type="presOf" srcId="{FF7D42BD-B54D-4A29-A81A-2FBCB626C9BE}" destId="{E93129E8-6118-4CEA-8C0A-2DF3836697FC}" srcOrd="0" destOrd="0" presId="urn:microsoft.com/office/officeart/2005/8/layout/vList5"/>
    <dgm:cxn modelId="{59873132-63CD-459F-B3AB-10A0CA437542}" type="presOf" srcId="{AB96BB4F-F675-4831-A799-248CB0B04348}" destId="{02CAB500-6425-474F-8B98-72580FC41075}" srcOrd="0" destOrd="1" presId="urn:microsoft.com/office/officeart/2005/8/layout/vList5"/>
    <dgm:cxn modelId="{23D6A032-6804-4C32-AF17-8AC640BC941F}" type="presOf" srcId="{F2239113-E359-4D83-8451-B482E260CE34}" destId="{02CAB500-6425-474F-8B98-72580FC41075}" srcOrd="0" destOrd="2" presId="urn:microsoft.com/office/officeart/2005/8/layout/vList5"/>
    <dgm:cxn modelId="{20071245-0CC9-401E-A2C7-4B8B7F0C050E}" type="presOf" srcId="{BDE2286A-79B8-4E56-926C-089159B23FC5}" destId="{B74ECF45-D002-488E-815F-50F6020C4CAF}" srcOrd="0" destOrd="0" presId="urn:microsoft.com/office/officeart/2005/8/layout/vList5"/>
    <dgm:cxn modelId="{0068B96D-F5D3-4307-82BB-46833B04F2F6}" srcId="{FF7D42BD-B54D-4A29-A81A-2FBCB626C9BE}" destId="{AB96BB4F-F675-4831-A799-248CB0B04348}" srcOrd="1" destOrd="0" parTransId="{9167482F-86EB-4F3C-91DC-7838F4537472}" sibTransId="{EA7061CC-56DC-4E0A-BE02-A27985536D80}"/>
    <dgm:cxn modelId="{4ECD5A70-8CC0-4C03-9F67-13F12B5A321E}" srcId="{BDE2286A-79B8-4E56-926C-089159B23FC5}" destId="{FF7D42BD-B54D-4A29-A81A-2FBCB626C9BE}" srcOrd="0" destOrd="0" parTransId="{D1A508A1-59C4-4FF1-8DC8-F9A096B4FDEF}" sibTransId="{9495783E-E7C8-4D4B-83B3-C1E9515ACC7B}"/>
    <dgm:cxn modelId="{625DB28E-7FE9-4EEE-9412-464E87186C01}" type="presOf" srcId="{9DFD6F61-191C-4D5C-AEF9-A3E92F87B9DD}" destId="{28F9E910-AAA0-412F-AF60-C7C0CE47E8A0}" srcOrd="0" destOrd="0" presId="urn:microsoft.com/office/officeart/2005/8/layout/vList5"/>
    <dgm:cxn modelId="{313B1998-E303-4FCD-9AD5-D492FE1012B3}" srcId="{9DFD6F61-191C-4D5C-AEF9-A3E92F87B9DD}" destId="{BD12C6A2-F924-44C6-9FBF-F8A3932348F6}" srcOrd="2" destOrd="0" parTransId="{8DFB4EE2-24F3-4ACC-A426-CF9D82686D08}" sibTransId="{285725D5-8327-4DB7-8D49-012354402949}"/>
    <dgm:cxn modelId="{C69F9B9A-9FD7-44AC-B7BB-73DDD965DF78}" srcId="{FF7D42BD-B54D-4A29-A81A-2FBCB626C9BE}" destId="{FDAD9CB9-4B6F-49B0-95B7-3C96D6FB5EE6}" srcOrd="0" destOrd="0" parTransId="{74D6FCBE-FDC9-4A0D-95D0-8F74101F0353}" sibTransId="{1659F0E0-C08E-42F6-A073-54006DB39175}"/>
    <dgm:cxn modelId="{4500B89B-C51C-4351-A7F0-0AE97ADD6BEA}" srcId="{9DFD6F61-191C-4D5C-AEF9-A3E92F87B9DD}" destId="{67FBA4F6-580B-4DE4-8ED1-80AB5496B9B7}" srcOrd="0" destOrd="0" parTransId="{A45516DF-90DA-412F-80A2-FAA4B067CC87}" sibTransId="{F88798A1-BF29-4E21-9F3B-0CAD3F9ED195}"/>
    <dgm:cxn modelId="{253E9FB7-1BAA-425C-9B57-351A791F87E4}" type="presOf" srcId="{61EBC659-929B-48FD-AA5B-5FBDFC39ADD0}" destId="{FB92B133-5642-4FB0-9C1E-83E5CA6B559D}" srcOrd="0" destOrd="1" presId="urn:microsoft.com/office/officeart/2005/8/layout/vList5"/>
    <dgm:cxn modelId="{5D3F9BC2-0D07-41FA-8E4B-7EA5652F8C29}" srcId="{9DFD6F61-191C-4D5C-AEF9-A3E92F87B9DD}" destId="{61EBC659-929B-48FD-AA5B-5FBDFC39ADD0}" srcOrd="1" destOrd="0" parTransId="{9829A157-4332-4A5F-9EEA-4409EA42766B}" sibTransId="{C3B22635-3372-49DB-B358-E0555A828D74}"/>
    <dgm:cxn modelId="{CD4BFDC4-EFA2-4CE3-BE46-E289ACAB25A5}" srcId="{FF7D42BD-B54D-4A29-A81A-2FBCB626C9BE}" destId="{F2239113-E359-4D83-8451-B482E260CE34}" srcOrd="2" destOrd="0" parTransId="{0D4A7C12-8A94-4A64-A114-6B1E7C2C375B}" sibTransId="{E575AF17-B85A-4AB7-B5FC-3C6D52DCC062}"/>
    <dgm:cxn modelId="{27CE81C5-7E08-4720-A741-6730F176148B}" srcId="{BDE2286A-79B8-4E56-926C-089159B23FC5}" destId="{9DFD6F61-191C-4D5C-AEF9-A3E92F87B9DD}" srcOrd="1" destOrd="0" parTransId="{B362204E-C55F-499F-B74A-F9C502EBD733}" sibTransId="{1F3281D6-FA77-44CF-B5C7-F4CEB232C959}"/>
    <dgm:cxn modelId="{717B73D4-700D-4173-B1B3-3FEB4BDD8534}" type="presOf" srcId="{FDAD9CB9-4B6F-49B0-95B7-3C96D6FB5EE6}" destId="{02CAB500-6425-474F-8B98-72580FC41075}" srcOrd="0" destOrd="0" presId="urn:microsoft.com/office/officeart/2005/8/layout/vList5"/>
    <dgm:cxn modelId="{8CCDD2DF-0B68-4297-A15F-BA51D6FDEB29}" type="presOf" srcId="{BD12C6A2-F924-44C6-9FBF-F8A3932348F6}" destId="{FB92B133-5642-4FB0-9C1E-83E5CA6B559D}" srcOrd="0" destOrd="2" presId="urn:microsoft.com/office/officeart/2005/8/layout/vList5"/>
    <dgm:cxn modelId="{9DD72E2E-1BA1-4F2C-B0EB-E88BA2FED757}" type="presParOf" srcId="{B74ECF45-D002-488E-815F-50F6020C4CAF}" destId="{5002860C-5DF5-4B40-93DF-03F05A214A68}" srcOrd="0" destOrd="0" presId="urn:microsoft.com/office/officeart/2005/8/layout/vList5"/>
    <dgm:cxn modelId="{7DFD9C8F-9583-453E-8C02-EEB8A0B7B7B7}" type="presParOf" srcId="{5002860C-5DF5-4B40-93DF-03F05A214A68}" destId="{E93129E8-6118-4CEA-8C0A-2DF3836697FC}" srcOrd="0" destOrd="0" presId="urn:microsoft.com/office/officeart/2005/8/layout/vList5"/>
    <dgm:cxn modelId="{AF3537AB-DA89-4C9F-B922-88D9513A2B85}" type="presParOf" srcId="{5002860C-5DF5-4B40-93DF-03F05A214A68}" destId="{02CAB500-6425-474F-8B98-72580FC41075}" srcOrd="1" destOrd="0" presId="urn:microsoft.com/office/officeart/2005/8/layout/vList5"/>
    <dgm:cxn modelId="{193D787A-959F-406E-9BB8-CD14314F0069}" type="presParOf" srcId="{B74ECF45-D002-488E-815F-50F6020C4CAF}" destId="{DE7F4E84-8258-44CB-8416-2D5D6F17F987}" srcOrd="1" destOrd="0" presId="urn:microsoft.com/office/officeart/2005/8/layout/vList5"/>
    <dgm:cxn modelId="{2F8AB43E-40C3-45AC-A418-49B65D24BD5F}" type="presParOf" srcId="{B74ECF45-D002-488E-815F-50F6020C4CAF}" destId="{82CB5894-8A0F-4151-93AA-483E5143816B}" srcOrd="2" destOrd="0" presId="urn:microsoft.com/office/officeart/2005/8/layout/vList5"/>
    <dgm:cxn modelId="{DDA65437-8D7C-4282-9287-8E2557845064}" type="presParOf" srcId="{82CB5894-8A0F-4151-93AA-483E5143816B}" destId="{28F9E910-AAA0-412F-AF60-C7C0CE47E8A0}" srcOrd="0" destOrd="0" presId="urn:microsoft.com/office/officeart/2005/8/layout/vList5"/>
    <dgm:cxn modelId="{A928B07D-8E46-4FFD-B9EE-2DC491F8E71E}" type="presParOf" srcId="{82CB5894-8A0F-4151-93AA-483E5143816B}" destId="{FB92B133-5642-4FB0-9C1E-83E5CA6B559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DFB1BB-EEE0-45C2-A9B2-0E2DB1D3FC3E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47AD036-3413-461C-94D6-0C3CC626D9A0}">
      <dgm:prSet/>
      <dgm:spPr/>
      <dgm:t>
        <a:bodyPr/>
        <a:lstStyle/>
        <a:p>
          <a:r>
            <a:rPr lang="en-US"/>
            <a:t>4. Understand Patient perspective</a:t>
          </a:r>
        </a:p>
      </dgm:t>
    </dgm:pt>
    <dgm:pt modelId="{34B638CB-CEB7-4693-A53E-354563878903}" type="parTrans" cxnId="{F6349688-7803-4E78-870E-A79A0106AB53}">
      <dgm:prSet/>
      <dgm:spPr/>
      <dgm:t>
        <a:bodyPr/>
        <a:lstStyle/>
        <a:p>
          <a:endParaRPr lang="en-US"/>
        </a:p>
      </dgm:t>
    </dgm:pt>
    <dgm:pt modelId="{2571AFEA-2F5E-4286-8D2B-099E7C3678C0}" type="sibTrans" cxnId="{F6349688-7803-4E78-870E-A79A0106AB53}">
      <dgm:prSet/>
      <dgm:spPr/>
      <dgm:t>
        <a:bodyPr/>
        <a:lstStyle/>
        <a:p>
          <a:endParaRPr lang="en-US"/>
        </a:p>
      </dgm:t>
    </dgm:pt>
    <dgm:pt modelId="{43CDB4F8-7C25-4B04-BD93-7DFC0DF0E956}">
      <dgm:prSet/>
      <dgm:spPr/>
      <dgm:t>
        <a:bodyPr/>
        <a:lstStyle/>
        <a:p>
          <a:r>
            <a:rPr lang="en-US"/>
            <a:t>Exploring various contextual factors</a:t>
          </a:r>
        </a:p>
      </dgm:t>
    </dgm:pt>
    <dgm:pt modelId="{CC632254-815B-404B-B956-89075CA10314}" type="parTrans" cxnId="{883896A3-BB28-4959-AF23-209DE91167A8}">
      <dgm:prSet/>
      <dgm:spPr/>
      <dgm:t>
        <a:bodyPr/>
        <a:lstStyle/>
        <a:p>
          <a:endParaRPr lang="en-US"/>
        </a:p>
      </dgm:t>
    </dgm:pt>
    <dgm:pt modelId="{0811053C-9150-4069-9CC9-0F08683CAFE6}" type="sibTrans" cxnId="{883896A3-BB28-4959-AF23-209DE91167A8}">
      <dgm:prSet/>
      <dgm:spPr/>
      <dgm:t>
        <a:bodyPr/>
        <a:lstStyle/>
        <a:p>
          <a:endParaRPr lang="en-US"/>
        </a:p>
      </dgm:t>
    </dgm:pt>
    <dgm:pt modelId="{A1326E94-9495-4F27-9C45-41BCAF3B56E8}">
      <dgm:prSet/>
      <dgm:spPr/>
      <dgm:t>
        <a:bodyPr/>
        <a:lstStyle/>
        <a:p>
          <a:r>
            <a:rPr lang="en-US"/>
            <a:t>Acknowledge and respond to ideas, feelings and values</a:t>
          </a:r>
        </a:p>
      </dgm:t>
    </dgm:pt>
    <dgm:pt modelId="{BEB61BA6-641B-4270-8B73-FC9D21117C30}" type="parTrans" cxnId="{1E731332-75F1-46A3-B6DC-67F751C1A92B}">
      <dgm:prSet/>
      <dgm:spPr/>
      <dgm:t>
        <a:bodyPr/>
        <a:lstStyle/>
        <a:p>
          <a:endParaRPr lang="en-US"/>
        </a:p>
      </dgm:t>
    </dgm:pt>
    <dgm:pt modelId="{0EF7C63E-07E1-4665-82C6-1848F652EDA9}" type="sibTrans" cxnId="{1E731332-75F1-46A3-B6DC-67F751C1A92B}">
      <dgm:prSet/>
      <dgm:spPr/>
      <dgm:t>
        <a:bodyPr/>
        <a:lstStyle/>
        <a:p>
          <a:endParaRPr lang="en-US"/>
        </a:p>
      </dgm:t>
    </dgm:pt>
    <dgm:pt modelId="{6D07D862-A918-4F2E-915C-08CD0771DD0C}">
      <dgm:prSet/>
      <dgm:spPr/>
      <dgm:t>
        <a:bodyPr/>
        <a:lstStyle/>
        <a:p>
          <a:r>
            <a:rPr lang="en-US"/>
            <a:t>5. Share information</a:t>
          </a:r>
        </a:p>
      </dgm:t>
    </dgm:pt>
    <dgm:pt modelId="{E9A4EACA-8F8F-4C96-A2C0-ACA4D7D459C2}" type="parTrans" cxnId="{C6B0157D-CDF4-4411-A873-ACE90A73AEE6}">
      <dgm:prSet/>
      <dgm:spPr/>
      <dgm:t>
        <a:bodyPr/>
        <a:lstStyle/>
        <a:p>
          <a:endParaRPr lang="en-US"/>
        </a:p>
      </dgm:t>
    </dgm:pt>
    <dgm:pt modelId="{5E6ADD21-EC31-47FC-BD74-B5466767585E}" type="sibTrans" cxnId="{C6B0157D-CDF4-4411-A873-ACE90A73AEE6}">
      <dgm:prSet/>
      <dgm:spPr/>
      <dgm:t>
        <a:bodyPr/>
        <a:lstStyle/>
        <a:p>
          <a:endParaRPr lang="en-US"/>
        </a:p>
      </dgm:t>
    </dgm:pt>
    <dgm:pt modelId="{9CE1DC4C-16F6-4B48-A435-B8A2861805D5}">
      <dgm:prSet/>
      <dgm:spPr/>
      <dgm:t>
        <a:bodyPr/>
        <a:lstStyle/>
        <a:p>
          <a:r>
            <a:rPr lang="en-US"/>
            <a:t>Use the language the patient can understand (avoid medical jargons)</a:t>
          </a:r>
        </a:p>
      </dgm:t>
    </dgm:pt>
    <dgm:pt modelId="{8C06C689-E0C5-437F-8B64-23410C7E0604}" type="parTrans" cxnId="{46890853-0273-4759-9C3C-CC5531072A09}">
      <dgm:prSet/>
      <dgm:spPr/>
      <dgm:t>
        <a:bodyPr/>
        <a:lstStyle/>
        <a:p>
          <a:endParaRPr lang="en-US"/>
        </a:p>
      </dgm:t>
    </dgm:pt>
    <dgm:pt modelId="{1564348C-22C7-422A-A72A-F3248DCE3B8C}" type="sibTrans" cxnId="{46890853-0273-4759-9C3C-CC5531072A09}">
      <dgm:prSet/>
      <dgm:spPr/>
      <dgm:t>
        <a:bodyPr/>
        <a:lstStyle/>
        <a:p>
          <a:endParaRPr lang="en-US"/>
        </a:p>
      </dgm:t>
    </dgm:pt>
    <dgm:pt modelId="{CC2F18DE-3BA7-4A55-B89D-4C4AF27DE7EE}">
      <dgm:prSet/>
      <dgm:spPr/>
      <dgm:t>
        <a:bodyPr/>
        <a:lstStyle/>
        <a:p>
          <a:r>
            <a:rPr lang="en-US"/>
            <a:t>Check for understanding</a:t>
          </a:r>
        </a:p>
      </dgm:t>
    </dgm:pt>
    <dgm:pt modelId="{4AF3269A-32FF-426A-A940-18B0589CE32D}" type="parTrans" cxnId="{E02BAD81-2B82-42B5-8142-BB1079CCA845}">
      <dgm:prSet/>
      <dgm:spPr/>
      <dgm:t>
        <a:bodyPr/>
        <a:lstStyle/>
        <a:p>
          <a:endParaRPr lang="en-US"/>
        </a:p>
      </dgm:t>
    </dgm:pt>
    <dgm:pt modelId="{A4BD5555-CE88-4E2F-8D0E-EE29FA3418A9}" type="sibTrans" cxnId="{E02BAD81-2B82-42B5-8142-BB1079CCA845}">
      <dgm:prSet/>
      <dgm:spPr/>
      <dgm:t>
        <a:bodyPr/>
        <a:lstStyle/>
        <a:p>
          <a:endParaRPr lang="en-US"/>
        </a:p>
      </dgm:t>
    </dgm:pt>
    <dgm:pt modelId="{1C097677-E706-4F2F-AAF3-71E27A34D691}">
      <dgm:prSet/>
      <dgm:spPr/>
      <dgm:t>
        <a:bodyPr/>
        <a:lstStyle/>
        <a:p>
          <a:r>
            <a:rPr lang="en-US"/>
            <a:t>Encourage question from the patient</a:t>
          </a:r>
        </a:p>
      </dgm:t>
    </dgm:pt>
    <dgm:pt modelId="{55FEA0C9-48F0-4E81-BD70-8148BCEDFD09}" type="parTrans" cxnId="{07A3660D-620E-46AA-8D61-0F18CF0E947A}">
      <dgm:prSet/>
      <dgm:spPr/>
      <dgm:t>
        <a:bodyPr/>
        <a:lstStyle/>
        <a:p>
          <a:endParaRPr lang="en-US"/>
        </a:p>
      </dgm:t>
    </dgm:pt>
    <dgm:pt modelId="{33FF9662-4B2A-406C-8513-6F045451DD7B}" type="sibTrans" cxnId="{07A3660D-620E-46AA-8D61-0F18CF0E947A}">
      <dgm:prSet/>
      <dgm:spPr/>
      <dgm:t>
        <a:bodyPr/>
        <a:lstStyle/>
        <a:p>
          <a:endParaRPr lang="en-US"/>
        </a:p>
      </dgm:t>
    </dgm:pt>
    <dgm:pt modelId="{E3539D76-5808-436C-892F-7FC3CEC75550}" type="pres">
      <dgm:prSet presAssocID="{0EDFB1BB-EEE0-45C2-A9B2-0E2DB1D3FC3E}" presName="linear" presStyleCnt="0">
        <dgm:presLayoutVars>
          <dgm:dir/>
          <dgm:animLvl val="lvl"/>
          <dgm:resizeHandles val="exact"/>
        </dgm:presLayoutVars>
      </dgm:prSet>
      <dgm:spPr/>
    </dgm:pt>
    <dgm:pt modelId="{EC81DBF0-7D1B-47DC-87EE-913F899D65FC}" type="pres">
      <dgm:prSet presAssocID="{A47AD036-3413-461C-94D6-0C3CC626D9A0}" presName="parentLin" presStyleCnt="0"/>
      <dgm:spPr/>
    </dgm:pt>
    <dgm:pt modelId="{5C6DCFA8-4D1E-45DD-B0BF-F2310201F6D6}" type="pres">
      <dgm:prSet presAssocID="{A47AD036-3413-461C-94D6-0C3CC626D9A0}" presName="parentLeftMargin" presStyleLbl="node1" presStyleIdx="0" presStyleCnt="2"/>
      <dgm:spPr/>
    </dgm:pt>
    <dgm:pt modelId="{1667DEA5-C833-4A73-904D-958E6CBB3843}" type="pres">
      <dgm:prSet presAssocID="{A47AD036-3413-461C-94D6-0C3CC626D9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47FF1DD-3832-4072-94A8-4E0CC072462A}" type="pres">
      <dgm:prSet presAssocID="{A47AD036-3413-461C-94D6-0C3CC626D9A0}" presName="negativeSpace" presStyleCnt="0"/>
      <dgm:spPr/>
    </dgm:pt>
    <dgm:pt modelId="{0005488E-236A-4448-ADF9-58F2A3D13728}" type="pres">
      <dgm:prSet presAssocID="{A47AD036-3413-461C-94D6-0C3CC626D9A0}" presName="childText" presStyleLbl="conFgAcc1" presStyleIdx="0" presStyleCnt="2">
        <dgm:presLayoutVars>
          <dgm:bulletEnabled val="1"/>
        </dgm:presLayoutVars>
      </dgm:prSet>
      <dgm:spPr/>
    </dgm:pt>
    <dgm:pt modelId="{68348457-6A36-4DFE-907E-6A069441F40C}" type="pres">
      <dgm:prSet presAssocID="{2571AFEA-2F5E-4286-8D2B-099E7C3678C0}" presName="spaceBetweenRectangles" presStyleCnt="0"/>
      <dgm:spPr/>
    </dgm:pt>
    <dgm:pt modelId="{AE59ED76-EACF-4D21-A533-AEB2AF20BF6C}" type="pres">
      <dgm:prSet presAssocID="{6D07D862-A918-4F2E-915C-08CD0771DD0C}" presName="parentLin" presStyleCnt="0"/>
      <dgm:spPr/>
    </dgm:pt>
    <dgm:pt modelId="{0B597948-A334-40B9-AC65-18320B2BA92D}" type="pres">
      <dgm:prSet presAssocID="{6D07D862-A918-4F2E-915C-08CD0771DD0C}" presName="parentLeftMargin" presStyleLbl="node1" presStyleIdx="0" presStyleCnt="2"/>
      <dgm:spPr/>
    </dgm:pt>
    <dgm:pt modelId="{09F0F84B-7F43-4A6E-BE50-A27932187BAC}" type="pres">
      <dgm:prSet presAssocID="{6D07D862-A918-4F2E-915C-08CD0771DD0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0582E19-45EB-44C8-AACE-5E601AC3C533}" type="pres">
      <dgm:prSet presAssocID="{6D07D862-A918-4F2E-915C-08CD0771DD0C}" presName="negativeSpace" presStyleCnt="0"/>
      <dgm:spPr/>
    </dgm:pt>
    <dgm:pt modelId="{EF380314-6C33-4FB5-8A0A-A5FE24C342E9}" type="pres">
      <dgm:prSet presAssocID="{6D07D862-A918-4F2E-915C-08CD0771DD0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E34310A-48DC-4CEE-9978-22FFDED26855}" type="presOf" srcId="{6D07D862-A918-4F2E-915C-08CD0771DD0C}" destId="{0B597948-A334-40B9-AC65-18320B2BA92D}" srcOrd="0" destOrd="0" presId="urn:microsoft.com/office/officeart/2005/8/layout/list1"/>
    <dgm:cxn modelId="{07A3660D-620E-46AA-8D61-0F18CF0E947A}" srcId="{6D07D862-A918-4F2E-915C-08CD0771DD0C}" destId="{1C097677-E706-4F2F-AAF3-71E27A34D691}" srcOrd="2" destOrd="0" parTransId="{55FEA0C9-48F0-4E81-BD70-8148BCEDFD09}" sibTransId="{33FF9662-4B2A-406C-8513-6F045451DD7B}"/>
    <dgm:cxn modelId="{751CC41B-0275-45D0-B841-F30359340478}" type="presOf" srcId="{A1326E94-9495-4F27-9C45-41BCAF3B56E8}" destId="{0005488E-236A-4448-ADF9-58F2A3D13728}" srcOrd="0" destOrd="1" presId="urn:microsoft.com/office/officeart/2005/8/layout/list1"/>
    <dgm:cxn modelId="{1E731332-75F1-46A3-B6DC-67F751C1A92B}" srcId="{A47AD036-3413-461C-94D6-0C3CC626D9A0}" destId="{A1326E94-9495-4F27-9C45-41BCAF3B56E8}" srcOrd="1" destOrd="0" parTransId="{BEB61BA6-641B-4270-8B73-FC9D21117C30}" sibTransId="{0EF7C63E-07E1-4665-82C6-1848F652EDA9}"/>
    <dgm:cxn modelId="{4AA7B534-720C-425B-B6CE-5B9AAFEE30F7}" type="presOf" srcId="{0EDFB1BB-EEE0-45C2-A9B2-0E2DB1D3FC3E}" destId="{E3539D76-5808-436C-892F-7FC3CEC75550}" srcOrd="0" destOrd="0" presId="urn:microsoft.com/office/officeart/2005/8/layout/list1"/>
    <dgm:cxn modelId="{7E510743-9F87-4DD0-BB31-538D61704693}" type="presOf" srcId="{6D07D862-A918-4F2E-915C-08CD0771DD0C}" destId="{09F0F84B-7F43-4A6E-BE50-A27932187BAC}" srcOrd="1" destOrd="0" presId="urn:microsoft.com/office/officeart/2005/8/layout/list1"/>
    <dgm:cxn modelId="{12E0656C-F0DD-4413-BB94-B84EAF4644FE}" type="presOf" srcId="{A47AD036-3413-461C-94D6-0C3CC626D9A0}" destId="{5C6DCFA8-4D1E-45DD-B0BF-F2310201F6D6}" srcOrd="0" destOrd="0" presId="urn:microsoft.com/office/officeart/2005/8/layout/list1"/>
    <dgm:cxn modelId="{46890853-0273-4759-9C3C-CC5531072A09}" srcId="{6D07D862-A918-4F2E-915C-08CD0771DD0C}" destId="{9CE1DC4C-16F6-4B48-A435-B8A2861805D5}" srcOrd="0" destOrd="0" parTransId="{8C06C689-E0C5-437F-8B64-23410C7E0604}" sibTransId="{1564348C-22C7-422A-A72A-F3248DCE3B8C}"/>
    <dgm:cxn modelId="{C6B0157D-CDF4-4411-A873-ACE90A73AEE6}" srcId="{0EDFB1BB-EEE0-45C2-A9B2-0E2DB1D3FC3E}" destId="{6D07D862-A918-4F2E-915C-08CD0771DD0C}" srcOrd="1" destOrd="0" parTransId="{E9A4EACA-8F8F-4C96-A2C0-ACA4D7D459C2}" sibTransId="{5E6ADD21-EC31-47FC-BD74-B5466767585E}"/>
    <dgm:cxn modelId="{E02BAD81-2B82-42B5-8142-BB1079CCA845}" srcId="{6D07D862-A918-4F2E-915C-08CD0771DD0C}" destId="{CC2F18DE-3BA7-4A55-B89D-4C4AF27DE7EE}" srcOrd="1" destOrd="0" parTransId="{4AF3269A-32FF-426A-A940-18B0589CE32D}" sibTransId="{A4BD5555-CE88-4E2F-8D0E-EE29FA3418A9}"/>
    <dgm:cxn modelId="{590FA282-DEF7-480E-A247-EB910E8A5DEE}" type="presOf" srcId="{9CE1DC4C-16F6-4B48-A435-B8A2861805D5}" destId="{EF380314-6C33-4FB5-8A0A-A5FE24C342E9}" srcOrd="0" destOrd="0" presId="urn:microsoft.com/office/officeart/2005/8/layout/list1"/>
    <dgm:cxn modelId="{F6349688-7803-4E78-870E-A79A0106AB53}" srcId="{0EDFB1BB-EEE0-45C2-A9B2-0E2DB1D3FC3E}" destId="{A47AD036-3413-461C-94D6-0C3CC626D9A0}" srcOrd="0" destOrd="0" parTransId="{34B638CB-CEB7-4693-A53E-354563878903}" sibTransId="{2571AFEA-2F5E-4286-8D2B-099E7C3678C0}"/>
    <dgm:cxn modelId="{F9DA8F8A-EBDB-4F7C-A4CA-5A237C682514}" type="presOf" srcId="{CC2F18DE-3BA7-4A55-B89D-4C4AF27DE7EE}" destId="{EF380314-6C33-4FB5-8A0A-A5FE24C342E9}" srcOrd="0" destOrd="1" presId="urn:microsoft.com/office/officeart/2005/8/layout/list1"/>
    <dgm:cxn modelId="{883896A3-BB28-4959-AF23-209DE91167A8}" srcId="{A47AD036-3413-461C-94D6-0C3CC626D9A0}" destId="{43CDB4F8-7C25-4B04-BD93-7DFC0DF0E956}" srcOrd="0" destOrd="0" parTransId="{CC632254-815B-404B-B956-89075CA10314}" sibTransId="{0811053C-9150-4069-9CC9-0F08683CAFE6}"/>
    <dgm:cxn modelId="{65F9B7BF-192C-4C44-9777-034CB910B304}" type="presOf" srcId="{A47AD036-3413-461C-94D6-0C3CC626D9A0}" destId="{1667DEA5-C833-4A73-904D-958E6CBB3843}" srcOrd="1" destOrd="0" presId="urn:microsoft.com/office/officeart/2005/8/layout/list1"/>
    <dgm:cxn modelId="{3D7972CB-6B4A-4A29-B072-1D13B17CFB57}" type="presOf" srcId="{1C097677-E706-4F2F-AAF3-71E27A34D691}" destId="{EF380314-6C33-4FB5-8A0A-A5FE24C342E9}" srcOrd="0" destOrd="2" presId="urn:microsoft.com/office/officeart/2005/8/layout/list1"/>
    <dgm:cxn modelId="{815D51E3-0965-401B-A83B-FA19C4FB4DB7}" type="presOf" srcId="{43CDB4F8-7C25-4B04-BD93-7DFC0DF0E956}" destId="{0005488E-236A-4448-ADF9-58F2A3D13728}" srcOrd="0" destOrd="0" presId="urn:microsoft.com/office/officeart/2005/8/layout/list1"/>
    <dgm:cxn modelId="{9C247015-E0B5-452B-8BC0-62E4CDF7A63E}" type="presParOf" srcId="{E3539D76-5808-436C-892F-7FC3CEC75550}" destId="{EC81DBF0-7D1B-47DC-87EE-913F899D65FC}" srcOrd="0" destOrd="0" presId="urn:microsoft.com/office/officeart/2005/8/layout/list1"/>
    <dgm:cxn modelId="{E5CB1E8A-1B38-4A48-8C06-7C2D501AD7FA}" type="presParOf" srcId="{EC81DBF0-7D1B-47DC-87EE-913F899D65FC}" destId="{5C6DCFA8-4D1E-45DD-B0BF-F2310201F6D6}" srcOrd="0" destOrd="0" presId="urn:microsoft.com/office/officeart/2005/8/layout/list1"/>
    <dgm:cxn modelId="{D425A2E2-8B8F-465D-A375-EDC9998880EB}" type="presParOf" srcId="{EC81DBF0-7D1B-47DC-87EE-913F899D65FC}" destId="{1667DEA5-C833-4A73-904D-958E6CBB3843}" srcOrd="1" destOrd="0" presId="urn:microsoft.com/office/officeart/2005/8/layout/list1"/>
    <dgm:cxn modelId="{9333CB92-BB66-413F-93EB-5CFECB08E563}" type="presParOf" srcId="{E3539D76-5808-436C-892F-7FC3CEC75550}" destId="{247FF1DD-3832-4072-94A8-4E0CC072462A}" srcOrd="1" destOrd="0" presId="urn:microsoft.com/office/officeart/2005/8/layout/list1"/>
    <dgm:cxn modelId="{F30EA8AE-17E3-4DA6-9422-024CB54916AF}" type="presParOf" srcId="{E3539D76-5808-436C-892F-7FC3CEC75550}" destId="{0005488E-236A-4448-ADF9-58F2A3D13728}" srcOrd="2" destOrd="0" presId="urn:microsoft.com/office/officeart/2005/8/layout/list1"/>
    <dgm:cxn modelId="{C90E6032-9DAB-4749-9E54-F943C44533C4}" type="presParOf" srcId="{E3539D76-5808-436C-892F-7FC3CEC75550}" destId="{68348457-6A36-4DFE-907E-6A069441F40C}" srcOrd="3" destOrd="0" presId="urn:microsoft.com/office/officeart/2005/8/layout/list1"/>
    <dgm:cxn modelId="{DA67232B-8DD4-4FF7-8FF7-71D45743EDED}" type="presParOf" srcId="{E3539D76-5808-436C-892F-7FC3CEC75550}" destId="{AE59ED76-EACF-4D21-A533-AEB2AF20BF6C}" srcOrd="4" destOrd="0" presId="urn:microsoft.com/office/officeart/2005/8/layout/list1"/>
    <dgm:cxn modelId="{B88C017C-48B7-4A3D-A0B2-2D61F973143E}" type="presParOf" srcId="{AE59ED76-EACF-4D21-A533-AEB2AF20BF6C}" destId="{0B597948-A334-40B9-AC65-18320B2BA92D}" srcOrd="0" destOrd="0" presId="urn:microsoft.com/office/officeart/2005/8/layout/list1"/>
    <dgm:cxn modelId="{70D916BC-920B-445B-9E85-E3E1323D7657}" type="presParOf" srcId="{AE59ED76-EACF-4D21-A533-AEB2AF20BF6C}" destId="{09F0F84B-7F43-4A6E-BE50-A27932187BAC}" srcOrd="1" destOrd="0" presId="urn:microsoft.com/office/officeart/2005/8/layout/list1"/>
    <dgm:cxn modelId="{C0E9BEC5-F96D-4117-A7B2-F060BD81141F}" type="presParOf" srcId="{E3539D76-5808-436C-892F-7FC3CEC75550}" destId="{B0582E19-45EB-44C8-AACE-5E601AC3C533}" srcOrd="5" destOrd="0" presId="urn:microsoft.com/office/officeart/2005/8/layout/list1"/>
    <dgm:cxn modelId="{DBC0507F-97F9-4335-8AA7-7A961068B098}" type="presParOf" srcId="{E3539D76-5808-436C-892F-7FC3CEC75550}" destId="{EF380314-6C33-4FB5-8A0A-A5FE24C342E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3BABCF-E048-43BD-A700-2D6D79810CA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1E3AD3E-D233-4950-80E1-01CE11908CC7}">
      <dgm:prSet custT="1"/>
      <dgm:spPr/>
      <dgm:t>
        <a:bodyPr/>
        <a:lstStyle/>
        <a:p>
          <a:pPr>
            <a:defRPr b="1"/>
          </a:pPr>
          <a:r>
            <a:rPr lang="en-US" sz="2400" dirty="0"/>
            <a:t>6. Reach agreement on problems and plans</a:t>
          </a:r>
        </a:p>
      </dgm:t>
    </dgm:pt>
    <dgm:pt modelId="{21B85D12-70C3-4718-8104-28CCD16C3EB7}" type="parTrans" cxnId="{58CC464F-B6D0-4FC9-988E-54F912667489}">
      <dgm:prSet/>
      <dgm:spPr/>
      <dgm:t>
        <a:bodyPr/>
        <a:lstStyle/>
        <a:p>
          <a:endParaRPr lang="en-US"/>
        </a:p>
      </dgm:t>
    </dgm:pt>
    <dgm:pt modelId="{4E705F04-3D0F-4471-B7AE-065030C1A396}" type="sibTrans" cxnId="{58CC464F-B6D0-4FC9-988E-54F912667489}">
      <dgm:prSet/>
      <dgm:spPr/>
      <dgm:t>
        <a:bodyPr/>
        <a:lstStyle/>
        <a:p>
          <a:endParaRPr lang="en-US"/>
        </a:p>
      </dgm:t>
    </dgm:pt>
    <dgm:pt modelId="{69CAAEBC-FEDE-4778-827F-C163330BA733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 dirty="0"/>
            <a:t>Encourage the patient to participate in decisions to the extent that he / she desires</a:t>
          </a:r>
        </a:p>
      </dgm:t>
    </dgm:pt>
    <dgm:pt modelId="{37D20A35-1114-44D5-A5E4-E9B7B033F920}" type="parTrans" cxnId="{3ADCC5C5-E9E7-433F-B57E-7806A2BC78D1}">
      <dgm:prSet/>
      <dgm:spPr/>
      <dgm:t>
        <a:bodyPr/>
        <a:lstStyle/>
        <a:p>
          <a:endParaRPr lang="en-US"/>
        </a:p>
      </dgm:t>
    </dgm:pt>
    <dgm:pt modelId="{CE5A4D39-D84B-44FC-9F13-63A4152DF2FB}" type="sibTrans" cxnId="{3ADCC5C5-E9E7-433F-B57E-7806A2BC78D1}">
      <dgm:prSet/>
      <dgm:spPr/>
      <dgm:t>
        <a:bodyPr/>
        <a:lstStyle/>
        <a:p>
          <a:endParaRPr lang="en-US"/>
        </a:p>
      </dgm:t>
    </dgm:pt>
    <dgm:pt modelId="{A8523475-9EF8-4959-BC82-C3912D145E64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 dirty="0"/>
            <a:t>Check the patient’s willingness and ability to follow the plan</a:t>
          </a:r>
        </a:p>
      </dgm:t>
    </dgm:pt>
    <dgm:pt modelId="{BB0356BC-0608-47C8-B33C-AA79DC1CDF1C}" type="parTrans" cxnId="{5C61A129-D46C-4AA5-B80C-021FE9CD2299}">
      <dgm:prSet/>
      <dgm:spPr/>
      <dgm:t>
        <a:bodyPr/>
        <a:lstStyle/>
        <a:p>
          <a:endParaRPr lang="en-US"/>
        </a:p>
      </dgm:t>
    </dgm:pt>
    <dgm:pt modelId="{B5039B88-BDEE-442D-9450-B8DA3EFA2467}" type="sibTrans" cxnId="{5C61A129-D46C-4AA5-B80C-021FE9CD2299}">
      <dgm:prSet/>
      <dgm:spPr/>
      <dgm:t>
        <a:bodyPr/>
        <a:lstStyle/>
        <a:p>
          <a:endParaRPr lang="en-US"/>
        </a:p>
      </dgm:t>
    </dgm:pt>
    <dgm:pt modelId="{3714B66E-B76C-4F9A-9149-F1C079599EFF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/>
            <a:t>Identify and enlist resources and supports</a:t>
          </a:r>
        </a:p>
      </dgm:t>
    </dgm:pt>
    <dgm:pt modelId="{165D8997-A884-4DE8-A01E-C4B4F6917757}" type="parTrans" cxnId="{6F50E06E-0CE8-4CDB-8DE7-8602A91408C0}">
      <dgm:prSet/>
      <dgm:spPr/>
      <dgm:t>
        <a:bodyPr/>
        <a:lstStyle/>
        <a:p>
          <a:endParaRPr lang="en-US"/>
        </a:p>
      </dgm:t>
    </dgm:pt>
    <dgm:pt modelId="{DAA20966-3226-4524-A939-47E406067907}" type="sibTrans" cxnId="{6F50E06E-0CE8-4CDB-8DE7-8602A91408C0}">
      <dgm:prSet/>
      <dgm:spPr/>
      <dgm:t>
        <a:bodyPr/>
        <a:lstStyle/>
        <a:p>
          <a:endParaRPr lang="en-US"/>
        </a:p>
      </dgm:t>
    </dgm:pt>
    <dgm:pt modelId="{E98C7D4C-2CC2-4FEB-BEEE-F69E30C71517}">
      <dgm:prSet custT="1"/>
      <dgm:spPr/>
      <dgm:t>
        <a:bodyPr/>
        <a:lstStyle/>
        <a:p>
          <a:pPr>
            <a:defRPr b="1"/>
          </a:pPr>
          <a:r>
            <a:rPr lang="en-US" sz="2400"/>
            <a:t>7. Provide closure</a:t>
          </a:r>
        </a:p>
      </dgm:t>
    </dgm:pt>
    <dgm:pt modelId="{129C24CB-8560-4F6B-9397-D16F7D223B22}" type="parTrans" cxnId="{D8268B9D-312C-47B7-B5A0-A34FAA00D130}">
      <dgm:prSet/>
      <dgm:spPr/>
      <dgm:t>
        <a:bodyPr/>
        <a:lstStyle/>
        <a:p>
          <a:endParaRPr lang="en-US"/>
        </a:p>
      </dgm:t>
    </dgm:pt>
    <dgm:pt modelId="{1A657B96-B5D2-49F5-A1FE-C54033EA5547}" type="sibTrans" cxnId="{D8268B9D-312C-47B7-B5A0-A34FAA00D130}">
      <dgm:prSet/>
      <dgm:spPr/>
      <dgm:t>
        <a:bodyPr/>
        <a:lstStyle/>
        <a:p>
          <a:endParaRPr lang="en-US"/>
        </a:p>
      </dgm:t>
    </dgm:pt>
    <dgm:pt modelId="{50FA1FE9-A855-4339-A874-7F2DAC24308A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 dirty="0"/>
            <a:t>Ask the patient about any other issues or concerns</a:t>
          </a:r>
        </a:p>
      </dgm:t>
    </dgm:pt>
    <dgm:pt modelId="{E18B00BE-59BF-4C60-BAFF-55DDC275CC52}" type="parTrans" cxnId="{45D309D8-925D-479D-BDAA-C51B89898A09}">
      <dgm:prSet/>
      <dgm:spPr/>
      <dgm:t>
        <a:bodyPr/>
        <a:lstStyle/>
        <a:p>
          <a:endParaRPr lang="en-US"/>
        </a:p>
      </dgm:t>
    </dgm:pt>
    <dgm:pt modelId="{50581520-E91D-47A4-8B3D-9AFA22FDBA43}" type="sibTrans" cxnId="{45D309D8-925D-479D-BDAA-C51B89898A09}">
      <dgm:prSet/>
      <dgm:spPr/>
      <dgm:t>
        <a:bodyPr/>
        <a:lstStyle/>
        <a:p>
          <a:endParaRPr lang="en-US"/>
        </a:p>
      </dgm:t>
    </dgm:pt>
    <dgm:pt modelId="{A3F59A68-8729-483E-BE2C-DC189389076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/>
            <a:t>Summarise and affirm the agreement with plan of action</a:t>
          </a:r>
        </a:p>
      </dgm:t>
    </dgm:pt>
    <dgm:pt modelId="{D4DD3720-C9CE-4976-B364-EB95AC2ADC1F}" type="parTrans" cxnId="{54D23728-E83C-4263-A836-CB564137C7FF}">
      <dgm:prSet/>
      <dgm:spPr/>
      <dgm:t>
        <a:bodyPr/>
        <a:lstStyle/>
        <a:p>
          <a:endParaRPr lang="en-US"/>
        </a:p>
      </dgm:t>
    </dgm:pt>
    <dgm:pt modelId="{09B9AC6F-3AD7-408E-B33A-A7EE650C56A7}" type="sibTrans" cxnId="{54D23728-E83C-4263-A836-CB564137C7FF}">
      <dgm:prSet/>
      <dgm:spPr/>
      <dgm:t>
        <a:bodyPr/>
        <a:lstStyle/>
        <a:p>
          <a:endParaRPr lang="en-US"/>
        </a:p>
      </dgm:t>
    </dgm:pt>
    <dgm:pt modelId="{44EDD056-3906-4EC9-966D-1FB2D9D590FE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200"/>
            <a:t>Discuss the follow up</a:t>
          </a:r>
        </a:p>
      </dgm:t>
    </dgm:pt>
    <dgm:pt modelId="{9791B0CB-FA4D-467D-A3F8-358F8ABC49E0}" type="parTrans" cxnId="{236E91E9-8475-4671-A390-0B700B3BDD72}">
      <dgm:prSet/>
      <dgm:spPr/>
      <dgm:t>
        <a:bodyPr/>
        <a:lstStyle/>
        <a:p>
          <a:endParaRPr lang="en-US"/>
        </a:p>
      </dgm:t>
    </dgm:pt>
    <dgm:pt modelId="{740E1F0D-5829-4F51-AEDA-B64D121007DF}" type="sibTrans" cxnId="{236E91E9-8475-4671-A390-0B700B3BDD72}">
      <dgm:prSet/>
      <dgm:spPr/>
      <dgm:t>
        <a:bodyPr/>
        <a:lstStyle/>
        <a:p>
          <a:endParaRPr lang="en-US"/>
        </a:p>
      </dgm:t>
    </dgm:pt>
    <dgm:pt modelId="{4E074ED0-3712-4DA1-8FCC-A3B966CAEC2D}" type="pres">
      <dgm:prSet presAssocID="{8A3BABCF-E048-43BD-A700-2D6D79810CA3}" presName="root" presStyleCnt="0">
        <dgm:presLayoutVars>
          <dgm:dir/>
          <dgm:resizeHandles val="exact"/>
        </dgm:presLayoutVars>
      </dgm:prSet>
      <dgm:spPr/>
    </dgm:pt>
    <dgm:pt modelId="{48FE5CE4-6592-4402-8C83-B2AA01406E8B}" type="pres">
      <dgm:prSet presAssocID="{A1E3AD3E-D233-4950-80E1-01CE11908CC7}" presName="compNode" presStyleCnt="0"/>
      <dgm:spPr/>
    </dgm:pt>
    <dgm:pt modelId="{3E415CF6-4E16-4824-B791-C22A0B801200}" type="pres">
      <dgm:prSet presAssocID="{A1E3AD3E-D233-4950-80E1-01CE11908CC7}" presName="iconRect" presStyleLbl="node1" presStyleIdx="0" presStyleCnt="2" custScaleX="56573" custScaleY="52090" custLinFactY="-60490" custLinFactNeighborX="-11528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9C1529B-B66E-49C2-8E7F-CEFF2789C4F0}" type="pres">
      <dgm:prSet presAssocID="{A1E3AD3E-D233-4950-80E1-01CE11908CC7}" presName="iconSpace" presStyleCnt="0"/>
      <dgm:spPr/>
    </dgm:pt>
    <dgm:pt modelId="{24E26595-3584-45FB-99AB-30C03CD9E5FA}" type="pres">
      <dgm:prSet presAssocID="{A1E3AD3E-D233-4950-80E1-01CE11908CC7}" presName="parTx" presStyleLbl="revTx" presStyleIdx="0" presStyleCnt="4" custLinFactY="-44669" custLinFactNeighborX="-299" custLinFactNeighborY="-100000">
        <dgm:presLayoutVars>
          <dgm:chMax val="0"/>
          <dgm:chPref val="0"/>
        </dgm:presLayoutVars>
      </dgm:prSet>
      <dgm:spPr/>
    </dgm:pt>
    <dgm:pt modelId="{79E01F94-A47B-43CF-BBDE-E5370E12A3A9}" type="pres">
      <dgm:prSet presAssocID="{A1E3AD3E-D233-4950-80E1-01CE11908CC7}" presName="txSpace" presStyleCnt="0"/>
      <dgm:spPr/>
    </dgm:pt>
    <dgm:pt modelId="{B372DF37-8AF2-4BA0-A973-CE4B2A6D27FE}" type="pres">
      <dgm:prSet presAssocID="{A1E3AD3E-D233-4950-80E1-01CE11908CC7}" presName="desTx" presStyleLbl="revTx" presStyleIdx="1" presStyleCnt="4" custScaleY="366692">
        <dgm:presLayoutVars/>
      </dgm:prSet>
      <dgm:spPr/>
    </dgm:pt>
    <dgm:pt modelId="{DC56B1C5-D1E1-4E2E-9029-D4F1FE69935C}" type="pres">
      <dgm:prSet presAssocID="{4E705F04-3D0F-4471-B7AE-065030C1A396}" presName="sibTrans" presStyleCnt="0"/>
      <dgm:spPr/>
    </dgm:pt>
    <dgm:pt modelId="{3355CC1A-D112-4CA8-B7BF-248FAF12D917}" type="pres">
      <dgm:prSet presAssocID="{E98C7D4C-2CC2-4FEB-BEEE-F69E30C71517}" presName="compNode" presStyleCnt="0"/>
      <dgm:spPr/>
    </dgm:pt>
    <dgm:pt modelId="{862C95E2-4102-44F1-961D-62BA144C4C43}" type="pres">
      <dgm:prSet presAssocID="{E98C7D4C-2CC2-4FEB-BEEE-F69E30C71517}" presName="iconRect" presStyleLbl="node1" presStyleIdx="1" presStyleCnt="2" custScaleX="56573" custScaleY="52090" custLinFactY="-60490" custLinFactNeighborX="-11528" custLinFactNeighborY="-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51E5DCA-7C7C-4694-816A-D9A9077F15C3}" type="pres">
      <dgm:prSet presAssocID="{E98C7D4C-2CC2-4FEB-BEEE-F69E30C71517}" presName="iconSpace" presStyleCnt="0"/>
      <dgm:spPr/>
    </dgm:pt>
    <dgm:pt modelId="{747D0F32-A802-48A6-8833-43D2691DAA35}" type="pres">
      <dgm:prSet presAssocID="{E98C7D4C-2CC2-4FEB-BEEE-F69E30C71517}" presName="parTx" presStyleLbl="revTx" presStyleIdx="2" presStyleCnt="4" custLinFactY="-44669" custLinFactNeighborX="-415" custLinFactNeighborY="-100000">
        <dgm:presLayoutVars>
          <dgm:chMax val="0"/>
          <dgm:chPref val="0"/>
        </dgm:presLayoutVars>
      </dgm:prSet>
      <dgm:spPr/>
    </dgm:pt>
    <dgm:pt modelId="{E0306843-E6D8-42D7-8BBA-0D63754E1AF0}" type="pres">
      <dgm:prSet presAssocID="{E98C7D4C-2CC2-4FEB-BEEE-F69E30C71517}" presName="txSpace" presStyleCnt="0"/>
      <dgm:spPr/>
    </dgm:pt>
    <dgm:pt modelId="{E4FC34B7-626C-4BFF-B979-CFED2A1BE5ED}" type="pres">
      <dgm:prSet presAssocID="{E98C7D4C-2CC2-4FEB-BEEE-F69E30C71517}" presName="desTx" presStyleLbl="revTx" presStyleIdx="3" presStyleCnt="4" custScaleY="366692">
        <dgm:presLayoutVars/>
      </dgm:prSet>
      <dgm:spPr/>
    </dgm:pt>
  </dgm:ptLst>
  <dgm:cxnLst>
    <dgm:cxn modelId="{EB016512-BB64-4DAF-A627-8F5E7BE3490A}" type="presOf" srcId="{A8523475-9EF8-4959-BC82-C3912D145E64}" destId="{B372DF37-8AF2-4BA0-A973-CE4B2A6D27FE}" srcOrd="0" destOrd="1" presId="urn:microsoft.com/office/officeart/2018/2/layout/IconLabelDescriptionList"/>
    <dgm:cxn modelId="{48911B17-967E-49F9-94BA-1B4912D04CC0}" type="presOf" srcId="{50FA1FE9-A855-4339-A874-7F2DAC24308A}" destId="{E4FC34B7-626C-4BFF-B979-CFED2A1BE5ED}" srcOrd="0" destOrd="0" presId="urn:microsoft.com/office/officeart/2018/2/layout/IconLabelDescriptionList"/>
    <dgm:cxn modelId="{CE363C22-BF13-42A7-A931-A4114CC4A749}" type="presOf" srcId="{E98C7D4C-2CC2-4FEB-BEEE-F69E30C71517}" destId="{747D0F32-A802-48A6-8833-43D2691DAA35}" srcOrd="0" destOrd="0" presId="urn:microsoft.com/office/officeart/2018/2/layout/IconLabelDescriptionList"/>
    <dgm:cxn modelId="{54D23728-E83C-4263-A836-CB564137C7FF}" srcId="{E98C7D4C-2CC2-4FEB-BEEE-F69E30C71517}" destId="{A3F59A68-8729-483E-BE2C-DC1893890760}" srcOrd="1" destOrd="0" parTransId="{D4DD3720-C9CE-4976-B364-EB95AC2ADC1F}" sibTransId="{09B9AC6F-3AD7-408E-B33A-A7EE650C56A7}"/>
    <dgm:cxn modelId="{5C61A129-D46C-4AA5-B80C-021FE9CD2299}" srcId="{A1E3AD3E-D233-4950-80E1-01CE11908CC7}" destId="{A8523475-9EF8-4959-BC82-C3912D145E64}" srcOrd="1" destOrd="0" parTransId="{BB0356BC-0608-47C8-B33C-AA79DC1CDF1C}" sibTransId="{B5039B88-BDEE-442D-9450-B8DA3EFA2467}"/>
    <dgm:cxn modelId="{6F50E06E-0CE8-4CDB-8DE7-8602A91408C0}" srcId="{A1E3AD3E-D233-4950-80E1-01CE11908CC7}" destId="{3714B66E-B76C-4F9A-9149-F1C079599EFF}" srcOrd="2" destOrd="0" parTransId="{165D8997-A884-4DE8-A01E-C4B4F6917757}" sibTransId="{DAA20966-3226-4524-A939-47E406067907}"/>
    <dgm:cxn modelId="{58CC464F-B6D0-4FC9-988E-54F912667489}" srcId="{8A3BABCF-E048-43BD-A700-2D6D79810CA3}" destId="{A1E3AD3E-D233-4950-80E1-01CE11908CC7}" srcOrd="0" destOrd="0" parTransId="{21B85D12-70C3-4718-8104-28CCD16C3EB7}" sibTransId="{4E705F04-3D0F-4471-B7AE-065030C1A396}"/>
    <dgm:cxn modelId="{7A3CB191-B63F-4F29-9B7F-FE519BC54E50}" type="presOf" srcId="{A1E3AD3E-D233-4950-80E1-01CE11908CC7}" destId="{24E26595-3584-45FB-99AB-30C03CD9E5FA}" srcOrd="0" destOrd="0" presId="urn:microsoft.com/office/officeart/2018/2/layout/IconLabelDescriptionList"/>
    <dgm:cxn modelId="{D8268B9D-312C-47B7-B5A0-A34FAA00D130}" srcId="{8A3BABCF-E048-43BD-A700-2D6D79810CA3}" destId="{E98C7D4C-2CC2-4FEB-BEEE-F69E30C71517}" srcOrd="1" destOrd="0" parTransId="{129C24CB-8560-4F6B-9397-D16F7D223B22}" sibTransId="{1A657B96-B5D2-49F5-A1FE-C54033EA5547}"/>
    <dgm:cxn modelId="{03F296A1-8F5C-4C43-BE38-C4EF718728EE}" type="presOf" srcId="{3714B66E-B76C-4F9A-9149-F1C079599EFF}" destId="{B372DF37-8AF2-4BA0-A973-CE4B2A6D27FE}" srcOrd="0" destOrd="2" presId="urn:microsoft.com/office/officeart/2018/2/layout/IconLabelDescriptionList"/>
    <dgm:cxn modelId="{CFBA25C2-9A27-4BEB-B126-E582554286B6}" type="presOf" srcId="{8A3BABCF-E048-43BD-A700-2D6D79810CA3}" destId="{4E074ED0-3712-4DA1-8FCC-A3B966CAEC2D}" srcOrd="0" destOrd="0" presId="urn:microsoft.com/office/officeart/2018/2/layout/IconLabelDescriptionList"/>
    <dgm:cxn modelId="{3ADCC5C5-E9E7-433F-B57E-7806A2BC78D1}" srcId="{A1E3AD3E-D233-4950-80E1-01CE11908CC7}" destId="{69CAAEBC-FEDE-4778-827F-C163330BA733}" srcOrd="0" destOrd="0" parTransId="{37D20A35-1114-44D5-A5E4-E9B7B033F920}" sibTransId="{CE5A4D39-D84B-44FC-9F13-63A4152DF2FB}"/>
    <dgm:cxn modelId="{45D309D8-925D-479D-BDAA-C51B89898A09}" srcId="{E98C7D4C-2CC2-4FEB-BEEE-F69E30C71517}" destId="{50FA1FE9-A855-4339-A874-7F2DAC24308A}" srcOrd="0" destOrd="0" parTransId="{E18B00BE-59BF-4C60-BAFF-55DDC275CC52}" sibTransId="{50581520-E91D-47A4-8B3D-9AFA22FDBA43}"/>
    <dgm:cxn modelId="{4384C3D9-6ECD-428C-AC2D-376A3769422D}" type="presOf" srcId="{44EDD056-3906-4EC9-966D-1FB2D9D590FE}" destId="{E4FC34B7-626C-4BFF-B979-CFED2A1BE5ED}" srcOrd="0" destOrd="2" presId="urn:microsoft.com/office/officeart/2018/2/layout/IconLabelDescriptionList"/>
    <dgm:cxn modelId="{AA0621E5-7C9B-4B26-9AF7-1C3731F95084}" type="presOf" srcId="{A3F59A68-8729-483E-BE2C-DC1893890760}" destId="{E4FC34B7-626C-4BFF-B979-CFED2A1BE5ED}" srcOrd="0" destOrd="1" presId="urn:microsoft.com/office/officeart/2018/2/layout/IconLabelDescriptionList"/>
    <dgm:cxn modelId="{EEAF2DE7-FF96-4F49-A704-9F46EDBA4081}" type="presOf" srcId="{69CAAEBC-FEDE-4778-827F-C163330BA733}" destId="{B372DF37-8AF2-4BA0-A973-CE4B2A6D27FE}" srcOrd="0" destOrd="0" presId="urn:microsoft.com/office/officeart/2018/2/layout/IconLabelDescriptionList"/>
    <dgm:cxn modelId="{236E91E9-8475-4671-A390-0B700B3BDD72}" srcId="{E98C7D4C-2CC2-4FEB-BEEE-F69E30C71517}" destId="{44EDD056-3906-4EC9-966D-1FB2D9D590FE}" srcOrd="2" destOrd="0" parTransId="{9791B0CB-FA4D-467D-A3F8-358F8ABC49E0}" sibTransId="{740E1F0D-5829-4F51-AEDA-B64D121007DF}"/>
    <dgm:cxn modelId="{1D976FE0-881D-4443-B282-891C656BB9FC}" type="presParOf" srcId="{4E074ED0-3712-4DA1-8FCC-A3B966CAEC2D}" destId="{48FE5CE4-6592-4402-8C83-B2AA01406E8B}" srcOrd="0" destOrd="0" presId="urn:microsoft.com/office/officeart/2018/2/layout/IconLabelDescriptionList"/>
    <dgm:cxn modelId="{2938E4C2-BC72-46E0-BFFF-23A65F5B3269}" type="presParOf" srcId="{48FE5CE4-6592-4402-8C83-B2AA01406E8B}" destId="{3E415CF6-4E16-4824-B791-C22A0B801200}" srcOrd="0" destOrd="0" presId="urn:microsoft.com/office/officeart/2018/2/layout/IconLabelDescriptionList"/>
    <dgm:cxn modelId="{15DB492E-2D6C-447E-BAFD-1C23C013F4C9}" type="presParOf" srcId="{48FE5CE4-6592-4402-8C83-B2AA01406E8B}" destId="{19C1529B-B66E-49C2-8E7F-CEFF2789C4F0}" srcOrd="1" destOrd="0" presId="urn:microsoft.com/office/officeart/2018/2/layout/IconLabelDescriptionList"/>
    <dgm:cxn modelId="{CB74DEB6-EFCE-41E0-9F35-806E61DEFC23}" type="presParOf" srcId="{48FE5CE4-6592-4402-8C83-B2AA01406E8B}" destId="{24E26595-3584-45FB-99AB-30C03CD9E5FA}" srcOrd="2" destOrd="0" presId="urn:microsoft.com/office/officeart/2018/2/layout/IconLabelDescriptionList"/>
    <dgm:cxn modelId="{40E66BFC-4B81-4078-B406-566DD8DC3591}" type="presParOf" srcId="{48FE5CE4-6592-4402-8C83-B2AA01406E8B}" destId="{79E01F94-A47B-43CF-BBDE-E5370E12A3A9}" srcOrd="3" destOrd="0" presId="urn:microsoft.com/office/officeart/2018/2/layout/IconLabelDescriptionList"/>
    <dgm:cxn modelId="{3A780CF6-F82A-4D74-B94F-A5FB1B1BF997}" type="presParOf" srcId="{48FE5CE4-6592-4402-8C83-B2AA01406E8B}" destId="{B372DF37-8AF2-4BA0-A973-CE4B2A6D27FE}" srcOrd="4" destOrd="0" presId="urn:microsoft.com/office/officeart/2018/2/layout/IconLabelDescriptionList"/>
    <dgm:cxn modelId="{CA9875D5-8127-45C7-8475-4BB213249B41}" type="presParOf" srcId="{4E074ED0-3712-4DA1-8FCC-A3B966CAEC2D}" destId="{DC56B1C5-D1E1-4E2E-9029-D4F1FE69935C}" srcOrd="1" destOrd="0" presId="urn:microsoft.com/office/officeart/2018/2/layout/IconLabelDescriptionList"/>
    <dgm:cxn modelId="{8ED83BC3-904A-42AC-B692-5F4884605A39}" type="presParOf" srcId="{4E074ED0-3712-4DA1-8FCC-A3B966CAEC2D}" destId="{3355CC1A-D112-4CA8-B7BF-248FAF12D917}" srcOrd="2" destOrd="0" presId="urn:microsoft.com/office/officeart/2018/2/layout/IconLabelDescriptionList"/>
    <dgm:cxn modelId="{33238E3B-5231-43E7-9D85-7352CFEFB223}" type="presParOf" srcId="{3355CC1A-D112-4CA8-B7BF-248FAF12D917}" destId="{862C95E2-4102-44F1-961D-62BA144C4C43}" srcOrd="0" destOrd="0" presId="urn:microsoft.com/office/officeart/2018/2/layout/IconLabelDescriptionList"/>
    <dgm:cxn modelId="{7DB03D1F-4B46-4D43-91F9-4D09FAA4AD15}" type="presParOf" srcId="{3355CC1A-D112-4CA8-B7BF-248FAF12D917}" destId="{951E5DCA-7C7C-4694-816A-D9A9077F15C3}" srcOrd="1" destOrd="0" presId="urn:microsoft.com/office/officeart/2018/2/layout/IconLabelDescriptionList"/>
    <dgm:cxn modelId="{46D48C33-E301-4FBD-89ED-8555E755E0C6}" type="presParOf" srcId="{3355CC1A-D112-4CA8-B7BF-248FAF12D917}" destId="{747D0F32-A802-48A6-8833-43D2691DAA35}" srcOrd="2" destOrd="0" presId="urn:microsoft.com/office/officeart/2018/2/layout/IconLabelDescriptionList"/>
    <dgm:cxn modelId="{38B76288-FC7C-4F4D-800A-1CE7B3FE744F}" type="presParOf" srcId="{3355CC1A-D112-4CA8-B7BF-248FAF12D917}" destId="{E0306843-E6D8-42D7-8BBA-0D63754E1AF0}" srcOrd="3" destOrd="0" presId="urn:microsoft.com/office/officeart/2018/2/layout/IconLabelDescriptionList"/>
    <dgm:cxn modelId="{9AD36BC5-27D0-4232-9F32-8D72647D5A5F}" type="presParOf" srcId="{3355CC1A-D112-4CA8-B7BF-248FAF12D917}" destId="{E4FC34B7-626C-4BFF-B979-CFED2A1BE5E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7F6CF-00F1-4746-9A93-0A61B091A88F}">
      <dsp:nvSpPr>
        <dsp:cNvPr id="0" name=""/>
        <dsp:cNvSpPr/>
      </dsp:nvSpPr>
      <dsp:spPr>
        <a:xfrm>
          <a:off x="-799127" y="6897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4C314-A7BD-4D7F-9266-F4D4EADFD35A}">
      <dsp:nvSpPr>
        <dsp:cNvPr id="0" name=""/>
        <dsp:cNvSpPr/>
      </dsp:nvSpPr>
      <dsp:spPr>
        <a:xfrm>
          <a:off x="-424239" y="285739"/>
          <a:ext cx="681613" cy="681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D2A89-1A83-45AA-B1F6-BF1CD442226B}">
      <dsp:nvSpPr>
        <dsp:cNvPr id="0" name=""/>
        <dsp:cNvSpPr/>
      </dsp:nvSpPr>
      <dsp:spPr>
        <a:xfrm>
          <a:off x="632261" y="6897"/>
          <a:ext cx="908141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Part of Medical education</a:t>
          </a:r>
        </a:p>
      </dsp:txBody>
      <dsp:txXfrm>
        <a:off x="632261" y="6897"/>
        <a:ext cx="9081410" cy="1239298"/>
      </dsp:txXfrm>
    </dsp:sp>
    <dsp:sp modelId="{F763C9AB-87F2-40A8-989D-43252A9A8526}">
      <dsp:nvSpPr>
        <dsp:cNvPr id="0" name=""/>
        <dsp:cNvSpPr/>
      </dsp:nvSpPr>
      <dsp:spPr>
        <a:xfrm>
          <a:off x="-799127" y="1556019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9E201-7E85-402B-8936-03728B195DAB}">
      <dsp:nvSpPr>
        <dsp:cNvPr id="0" name=""/>
        <dsp:cNvSpPr/>
      </dsp:nvSpPr>
      <dsp:spPr>
        <a:xfrm>
          <a:off x="-424239" y="1834862"/>
          <a:ext cx="681613" cy="681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EA1B4-5AC1-42BB-8CAA-3C3E9FF3AC48}">
      <dsp:nvSpPr>
        <dsp:cNvPr id="0" name=""/>
        <dsp:cNvSpPr/>
      </dsp:nvSpPr>
      <dsp:spPr>
        <a:xfrm>
          <a:off x="632261" y="1556019"/>
          <a:ext cx="908141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It is designed to enhance the interpersonal skills of healthcare professional</a:t>
          </a:r>
        </a:p>
      </dsp:txBody>
      <dsp:txXfrm>
        <a:off x="632261" y="1556019"/>
        <a:ext cx="9081410" cy="1239298"/>
      </dsp:txXfrm>
    </dsp:sp>
    <dsp:sp modelId="{9B36F2E6-9700-432E-B3B0-69E879855950}">
      <dsp:nvSpPr>
        <dsp:cNvPr id="0" name=""/>
        <dsp:cNvSpPr/>
      </dsp:nvSpPr>
      <dsp:spPr>
        <a:xfrm>
          <a:off x="-799127" y="3105142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94C60-B973-409F-94A8-EBAA251EB1B6}">
      <dsp:nvSpPr>
        <dsp:cNvPr id="0" name=""/>
        <dsp:cNvSpPr/>
      </dsp:nvSpPr>
      <dsp:spPr>
        <a:xfrm>
          <a:off x="-424239" y="3383984"/>
          <a:ext cx="681613" cy="681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1FC73-7080-42E8-A609-B98440989AB4}">
      <dsp:nvSpPr>
        <dsp:cNvPr id="0" name=""/>
        <dsp:cNvSpPr/>
      </dsp:nvSpPr>
      <dsp:spPr>
        <a:xfrm>
          <a:off x="632261" y="3105142"/>
          <a:ext cx="473202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AIM : </a:t>
          </a:r>
        </a:p>
      </dsp:txBody>
      <dsp:txXfrm>
        <a:off x="632261" y="3105142"/>
        <a:ext cx="4732020" cy="1239298"/>
      </dsp:txXfrm>
    </dsp:sp>
    <dsp:sp modelId="{3E5706C7-09BA-4107-AAD5-1CDAB01753B3}">
      <dsp:nvSpPr>
        <dsp:cNvPr id="0" name=""/>
        <dsp:cNvSpPr/>
      </dsp:nvSpPr>
      <dsp:spPr>
        <a:xfrm>
          <a:off x="2158519" y="3112039"/>
          <a:ext cx="7551499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More empathetic and patient </a:t>
          </a:r>
          <a:r>
            <a:rPr lang="en-US" sz="2800" kern="1200" dirty="0" err="1"/>
            <a:t>centred</a:t>
          </a:r>
          <a:r>
            <a:rPr lang="en-US" sz="2800" kern="1200" dirty="0"/>
            <a:t> approach to healthcare delivery</a:t>
          </a:r>
        </a:p>
      </dsp:txBody>
      <dsp:txXfrm>
        <a:off x="2158519" y="3112039"/>
        <a:ext cx="7551499" cy="1239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D0C95-261B-402F-A5DC-FB88D9784DA0}">
      <dsp:nvSpPr>
        <dsp:cNvPr id="0" name=""/>
        <dsp:cNvSpPr/>
      </dsp:nvSpPr>
      <dsp:spPr>
        <a:xfrm>
          <a:off x="1143546" y="1114455"/>
          <a:ext cx="1500886" cy="15008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4921C-2948-4A37-93AC-606257A85CFE}">
      <dsp:nvSpPr>
        <dsp:cNvPr id="0" name=""/>
        <dsp:cNvSpPr/>
      </dsp:nvSpPr>
      <dsp:spPr>
        <a:xfrm>
          <a:off x="226337" y="3066885"/>
          <a:ext cx="3335303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Clarity</a:t>
          </a:r>
          <a:r>
            <a:rPr lang="en-US" sz="2400" kern="1200" dirty="0"/>
            <a:t>: Use simple, clear language to avoid misunderstandings.</a:t>
          </a:r>
        </a:p>
      </dsp:txBody>
      <dsp:txXfrm>
        <a:off x="226337" y="3066885"/>
        <a:ext cx="3335303" cy="1057500"/>
      </dsp:txXfrm>
    </dsp:sp>
    <dsp:sp modelId="{0C5C0A63-BFE8-40FB-B628-0781D24FEFF2}">
      <dsp:nvSpPr>
        <dsp:cNvPr id="0" name=""/>
        <dsp:cNvSpPr/>
      </dsp:nvSpPr>
      <dsp:spPr>
        <a:xfrm>
          <a:off x="5062528" y="1114455"/>
          <a:ext cx="1500886" cy="15008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5A650-0C10-4AA6-A6D0-4DF913FC24DE}">
      <dsp:nvSpPr>
        <dsp:cNvPr id="0" name=""/>
        <dsp:cNvSpPr/>
      </dsp:nvSpPr>
      <dsp:spPr>
        <a:xfrm>
          <a:off x="4145319" y="3066885"/>
          <a:ext cx="3335303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Tone</a:t>
          </a:r>
          <a:r>
            <a:rPr lang="en-US" sz="2400" kern="1200" dirty="0"/>
            <a:t>: Maintain a calm and reassuring tone to put patients at ease.</a:t>
          </a:r>
        </a:p>
      </dsp:txBody>
      <dsp:txXfrm>
        <a:off x="4145319" y="3066885"/>
        <a:ext cx="3335303" cy="1057500"/>
      </dsp:txXfrm>
    </dsp:sp>
    <dsp:sp modelId="{7C1B869C-C25E-4074-AC3D-ED165604BC50}">
      <dsp:nvSpPr>
        <dsp:cNvPr id="0" name=""/>
        <dsp:cNvSpPr/>
      </dsp:nvSpPr>
      <dsp:spPr>
        <a:xfrm>
          <a:off x="8981509" y="1114455"/>
          <a:ext cx="1500886" cy="15008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F1110-B592-415A-8169-533D039E2307}">
      <dsp:nvSpPr>
        <dsp:cNvPr id="0" name=""/>
        <dsp:cNvSpPr/>
      </dsp:nvSpPr>
      <dsp:spPr>
        <a:xfrm>
          <a:off x="8064301" y="3066885"/>
          <a:ext cx="3335303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Language</a:t>
          </a:r>
          <a:r>
            <a:rPr lang="en-US" sz="2400" kern="1200" dirty="0"/>
            <a:t>: Avoid medical jargon when speaking with patients.</a:t>
          </a:r>
        </a:p>
      </dsp:txBody>
      <dsp:txXfrm>
        <a:off x="8064301" y="3066885"/>
        <a:ext cx="3335303" cy="105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789D9-4079-4283-9EB1-ACA5F8D09FED}">
      <dsp:nvSpPr>
        <dsp:cNvPr id="0" name=""/>
        <dsp:cNvSpPr/>
      </dsp:nvSpPr>
      <dsp:spPr>
        <a:xfrm>
          <a:off x="1569958" y="1251252"/>
          <a:ext cx="647183" cy="597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9C55F-32E2-4F14-9B31-1EFC9824AB80}">
      <dsp:nvSpPr>
        <dsp:cNvPr id="0" name=""/>
        <dsp:cNvSpPr/>
      </dsp:nvSpPr>
      <dsp:spPr>
        <a:xfrm>
          <a:off x="226007" y="2514902"/>
          <a:ext cx="3335086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Body Language</a:t>
          </a:r>
          <a:r>
            <a:rPr lang="en-US" sz="2400" kern="1200" dirty="0"/>
            <a:t>: Open posture, nodding, and appropriate gestures to show engagement.</a:t>
          </a:r>
        </a:p>
      </dsp:txBody>
      <dsp:txXfrm>
        <a:off x="226007" y="2514902"/>
        <a:ext cx="3335086" cy="1282500"/>
      </dsp:txXfrm>
    </dsp:sp>
    <dsp:sp modelId="{7D43731E-BD14-497B-9CDA-335D6BA5AF61}">
      <dsp:nvSpPr>
        <dsp:cNvPr id="0" name=""/>
        <dsp:cNvSpPr/>
      </dsp:nvSpPr>
      <dsp:spPr>
        <a:xfrm>
          <a:off x="5319507" y="1025448"/>
          <a:ext cx="985538" cy="947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59802-4686-4911-AEC4-887BCEC14A5F}">
      <dsp:nvSpPr>
        <dsp:cNvPr id="0" name=""/>
        <dsp:cNvSpPr/>
      </dsp:nvSpPr>
      <dsp:spPr>
        <a:xfrm>
          <a:off x="4144733" y="2740706"/>
          <a:ext cx="3335086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Eye Contact</a:t>
          </a:r>
          <a:r>
            <a:rPr lang="en-US" sz="2400" kern="1200" dirty="0"/>
            <a:t>: Maintain appropriate eye contact to convey attention and interest.</a:t>
          </a:r>
        </a:p>
      </dsp:txBody>
      <dsp:txXfrm>
        <a:off x="4144733" y="2740706"/>
        <a:ext cx="3335086" cy="1282500"/>
      </dsp:txXfrm>
    </dsp:sp>
    <dsp:sp modelId="{CA633104-4962-4657-8D49-936C0675473F}">
      <dsp:nvSpPr>
        <dsp:cNvPr id="0" name=""/>
        <dsp:cNvSpPr/>
      </dsp:nvSpPr>
      <dsp:spPr>
        <a:xfrm>
          <a:off x="9238234" y="1025448"/>
          <a:ext cx="985538" cy="947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608F7-9997-4116-BEFD-F8217597608D}">
      <dsp:nvSpPr>
        <dsp:cNvPr id="0" name=""/>
        <dsp:cNvSpPr/>
      </dsp:nvSpPr>
      <dsp:spPr>
        <a:xfrm>
          <a:off x="8063460" y="2740706"/>
          <a:ext cx="3335086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Facial Expressions</a:t>
          </a:r>
          <a:r>
            <a:rPr lang="en-US" sz="2400" kern="1200" dirty="0"/>
            <a:t>: Use expressions to convey empathy, understanding, and compassion.</a:t>
          </a:r>
        </a:p>
      </dsp:txBody>
      <dsp:txXfrm>
        <a:off x="8063460" y="2740706"/>
        <a:ext cx="3335086" cy="1282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AB500-6425-474F-8B98-72580FC41075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Patient must be allowed to complete his / her opening statement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Full set of concerns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Establish and maintain a personal connection</a:t>
          </a:r>
        </a:p>
      </dsp:txBody>
      <dsp:txXfrm rot="-5400000">
        <a:off x="3785616" y="295201"/>
        <a:ext cx="6647092" cy="1532257"/>
      </dsp:txXfrm>
    </dsp:sp>
    <dsp:sp modelId="{E93129E8-6118-4CEA-8C0A-2DF3836697FC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2. Open the discussion</a:t>
          </a:r>
        </a:p>
      </dsp:txBody>
      <dsp:txXfrm>
        <a:off x="103614" y="103667"/>
        <a:ext cx="3578388" cy="1915324"/>
      </dsp:txXfrm>
    </dsp:sp>
    <dsp:sp modelId="{FB92B133-5642-4FB0-9C1E-83E5CA6B559D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Open ended and closed ended appropriately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Structure, clarify and summarise information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Active listening using non verbal and verbal cues</a:t>
          </a:r>
        </a:p>
      </dsp:txBody>
      <dsp:txXfrm rot="-5400000">
        <a:off x="3785616" y="2523880"/>
        <a:ext cx="6647092" cy="1532257"/>
      </dsp:txXfrm>
    </dsp:sp>
    <dsp:sp modelId="{28F9E910-AAA0-412F-AF60-C7C0CE47E8A0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3. Gather Information</a:t>
          </a:r>
        </a:p>
      </dsp:txBody>
      <dsp:txXfrm>
        <a:off x="103614" y="2332346"/>
        <a:ext cx="3578388" cy="19153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5488E-236A-4448-ADF9-58F2A3D13728}">
      <dsp:nvSpPr>
        <dsp:cNvPr id="0" name=""/>
        <dsp:cNvSpPr/>
      </dsp:nvSpPr>
      <dsp:spPr>
        <a:xfrm>
          <a:off x="0" y="435206"/>
          <a:ext cx="1095375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133" tIns="562356" rIns="85013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Exploring various contextual factors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Acknowledge and respond to ideas, feelings and values</a:t>
          </a:r>
        </a:p>
      </dsp:txBody>
      <dsp:txXfrm>
        <a:off x="0" y="435206"/>
        <a:ext cx="10953750" cy="1530900"/>
      </dsp:txXfrm>
    </dsp:sp>
    <dsp:sp modelId="{1667DEA5-C833-4A73-904D-958E6CBB3843}">
      <dsp:nvSpPr>
        <dsp:cNvPr id="0" name=""/>
        <dsp:cNvSpPr/>
      </dsp:nvSpPr>
      <dsp:spPr>
        <a:xfrm>
          <a:off x="547687" y="36686"/>
          <a:ext cx="7667625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9818" tIns="0" rIns="28981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4. Understand Patient perspective</a:t>
          </a:r>
        </a:p>
      </dsp:txBody>
      <dsp:txXfrm>
        <a:off x="586595" y="75594"/>
        <a:ext cx="7589809" cy="719224"/>
      </dsp:txXfrm>
    </dsp:sp>
    <dsp:sp modelId="{EF380314-6C33-4FB5-8A0A-A5FE24C342E9}">
      <dsp:nvSpPr>
        <dsp:cNvPr id="0" name=""/>
        <dsp:cNvSpPr/>
      </dsp:nvSpPr>
      <dsp:spPr>
        <a:xfrm>
          <a:off x="0" y="2510426"/>
          <a:ext cx="10953750" cy="229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133" tIns="562356" rIns="85013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Use the language the patient can understand (avoid medical jargons)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Check for understanding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Encourage question from the patient</a:t>
          </a:r>
        </a:p>
      </dsp:txBody>
      <dsp:txXfrm>
        <a:off x="0" y="2510426"/>
        <a:ext cx="10953750" cy="2296350"/>
      </dsp:txXfrm>
    </dsp:sp>
    <dsp:sp modelId="{09F0F84B-7F43-4A6E-BE50-A27932187BAC}">
      <dsp:nvSpPr>
        <dsp:cNvPr id="0" name=""/>
        <dsp:cNvSpPr/>
      </dsp:nvSpPr>
      <dsp:spPr>
        <a:xfrm>
          <a:off x="547687" y="2111906"/>
          <a:ext cx="7667625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9818" tIns="0" rIns="28981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5. Share information</a:t>
          </a:r>
        </a:p>
      </dsp:txBody>
      <dsp:txXfrm>
        <a:off x="586595" y="2150814"/>
        <a:ext cx="7589809" cy="719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15CF6-4E16-4824-B791-C22A0B801200}">
      <dsp:nvSpPr>
        <dsp:cNvPr id="0" name=""/>
        <dsp:cNvSpPr/>
      </dsp:nvSpPr>
      <dsp:spPr>
        <a:xfrm>
          <a:off x="70466" y="536271"/>
          <a:ext cx="340865" cy="2889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26595-3584-45FB-99AB-30C03CD9E5FA}">
      <dsp:nvSpPr>
        <dsp:cNvPr id="0" name=""/>
        <dsp:cNvSpPr/>
      </dsp:nvSpPr>
      <dsp:spPr>
        <a:xfrm>
          <a:off x="6" y="1026436"/>
          <a:ext cx="3039991" cy="641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6. Reach agreement on problems and plans</a:t>
          </a:r>
        </a:p>
      </dsp:txBody>
      <dsp:txXfrm>
        <a:off x="6" y="1026436"/>
        <a:ext cx="3039991" cy="641874"/>
      </dsp:txXfrm>
    </dsp:sp>
    <dsp:sp modelId="{B372DF37-8AF2-4BA0-A973-CE4B2A6D27FE}">
      <dsp:nvSpPr>
        <dsp:cNvPr id="0" name=""/>
        <dsp:cNvSpPr/>
      </dsp:nvSpPr>
      <dsp:spPr>
        <a:xfrm>
          <a:off x="9096" y="1828353"/>
          <a:ext cx="3039991" cy="2249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/>
            <a:t>Encourage the patient to participate in decisions to the extent that he / she desires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/>
            <a:t>Check the patient’s willingness and ability to follow the plan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/>
            <a:t>Identify and enlist resources and supports</a:t>
          </a:r>
        </a:p>
      </dsp:txBody>
      <dsp:txXfrm>
        <a:off x="9096" y="1828353"/>
        <a:ext cx="3039991" cy="2249700"/>
      </dsp:txXfrm>
    </dsp:sp>
    <dsp:sp modelId="{862C95E2-4102-44F1-961D-62BA144C4C43}">
      <dsp:nvSpPr>
        <dsp:cNvPr id="0" name=""/>
        <dsp:cNvSpPr/>
      </dsp:nvSpPr>
      <dsp:spPr>
        <a:xfrm>
          <a:off x="3642456" y="536271"/>
          <a:ext cx="340865" cy="2889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D0F32-A802-48A6-8833-43D2691DAA35}">
      <dsp:nvSpPr>
        <dsp:cNvPr id="0" name=""/>
        <dsp:cNvSpPr/>
      </dsp:nvSpPr>
      <dsp:spPr>
        <a:xfrm>
          <a:off x="3568470" y="1026436"/>
          <a:ext cx="3039991" cy="641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7. Provide closure</a:t>
          </a:r>
        </a:p>
      </dsp:txBody>
      <dsp:txXfrm>
        <a:off x="3568470" y="1026436"/>
        <a:ext cx="3039991" cy="641874"/>
      </dsp:txXfrm>
    </dsp:sp>
    <dsp:sp modelId="{E4FC34B7-626C-4BFF-B979-CFED2A1BE5ED}">
      <dsp:nvSpPr>
        <dsp:cNvPr id="0" name=""/>
        <dsp:cNvSpPr/>
      </dsp:nvSpPr>
      <dsp:spPr>
        <a:xfrm>
          <a:off x="3581086" y="1828353"/>
          <a:ext cx="3039991" cy="2249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/>
            <a:t>Ask the patient about any other issues or concerns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/>
            <a:t>Summarise and affirm the agreement with plan of action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/>
            <a:t>Discuss the follow up</a:t>
          </a:r>
        </a:p>
      </dsp:txBody>
      <dsp:txXfrm>
        <a:off x="3581086" y="1828353"/>
        <a:ext cx="3039991" cy="2249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8142-B6CD-B25C-FCF2-C0C12C1F5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FCD5D-6BA9-2851-916A-1A4EC5C5B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91F78-EF00-02D4-760D-368F6125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810C8-6F90-BF21-C575-F14F8572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7FA2F-7F3D-8297-F48F-196B310D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6C63-9AAE-B23C-8D83-B4C5C7F4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D77E5-F7EE-CA98-0F7D-11E149684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B7982-5832-18D8-CA38-961E85847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A20EE-F353-CC35-2C5D-23ADC171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CEEB-427D-CFE9-306D-A456246F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2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1B31-B616-9AD2-7CD4-2B30E050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FE396-8017-5BD4-DA49-7E90F9959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D388C-5622-8F37-A460-19EAAB06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4E9C8-9EC7-ECA3-1DAD-4232B9AB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5FE01-5B20-4512-69DF-986022C5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F143-9DE9-A818-CF13-674ABD65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FB2B-A429-8213-6851-9B07C1DFA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B1EF-1B1E-758A-BDD7-BD445C27B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F4A53-3668-32A3-F86E-9851E30B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928A4-18CF-7418-010B-115F658F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65D80-1A5C-769E-378D-797A3995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4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577B-53FD-1387-5EFD-22FA16C7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55A21-553D-6EB2-AAFE-A941A8C6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72B8C-240F-350A-6EEF-5D9537EE3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CBE63-6DF2-3473-D59E-B676F9F1C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6C552-B8C5-2B94-A1A1-1E78B145A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E65E3-A61A-612C-C59F-38781262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909FD-0CAF-3D7E-5DBF-707A9DF8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C666-BD1E-AB08-4FB3-E4195303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598F-2FB0-F95B-9DEF-8B93E6B7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25C29-E4DB-8786-5867-064CD018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C0BC0-C9A4-2254-AF1A-DB12113F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BA32B-7FA4-9617-890C-C03E9526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8B569-0290-1831-BFFC-E274B7DE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DB61F-591E-3922-3C08-D68A3852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A12B4-6D84-6EB8-0ACF-6399B3E0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1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8BC4-CE88-797D-933B-5E6F405C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D01C-3AA6-B33C-34DF-D02454AF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85276-BD21-F3A0-32B2-DA190DE46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628F9-6389-38BD-8659-5140BD74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7F9A7-4D01-8883-FC89-FD77FF51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8FB41-E20B-3476-EF19-2EC7CFA0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4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EBA7-85A3-B935-678A-1E0BF3F3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E97BF-2233-94AE-082B-E7519FB60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B1C17-53FF-94C9-AE36-27C1E89E1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AAC61-EE5D-8164-7DF8-6D82026B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BDA8E-499E-1A97-FF21-108D1E9C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212DE-8D35-6017-8A5C-20768FDC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3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2A87-60B5-BFDE-4D20-A4ACE8CD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2DE4C-CBC5-0F91-BFFB-8796C5346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AC94-5FAD-74D8-40AC-2FD4E1C2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FF2F-8E01-C776-40B8-6881FB01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A19DB-A922-BDB6-E402-A1A45C0D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4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BF94B-0D36-AEDA-389C-D38AE564A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83876-7D1F-35B1-5788-08C10B9DF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474B0-E903-AF2C-A7BD-600BE196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FA04C-D88C-174E-04AF-82A93EF8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5C500-676B-AB72-DDC7-BF2D3A1D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6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0C7B7-1C92-9290-6285-26AF904F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5689D-5816-673B-D358-653116C09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DAD4-336E-FF19-2E00-CB2BB8056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AAFFF-8881-4788-B51C-E66FFC9F6FF9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17BE0-8E33-FE60-FF68-9A36EBA9A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2A4E-ED87-7E76-ADB4-0027B4E9A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30A51-2342-46F6-8A50-8182547CF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9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C8DCBC-444B-D21A-4E5A-8DEB8678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AETCOM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AB34E-F8F7-E99B-B37B-4A25004D4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Attitude, ethics and communication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90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E13C-82C6-5628-64A4-647578BF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B286B91-4E96-E4B6-7B88-4DDBCF4762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6669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07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0" name="Rectangle 616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097F6-63FB-72FE-EAB5-1BC613CE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3.1 Foundations of the communication</a:t>
            </a:r>
          </a:p>
        </p:txBody>
      </p:sp>
      <p:sp>
        <p:nvSpPr>
          <p:cNvPr id="617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CD33-3978-C354-2162-EBB68117C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8112" cy="3547872"/>
          </a:xfrm>
        </p:spPr>
        <p:txBody>
          <a:bodyPr anchor="t">
            <a:normAutofit/>
          </a:bodyPr>
          <a:lstStyle/>
          <a:p>
            <a:r>
              <a:rPr lang="en-US" dirty="0"/>
              <a:t>Objectives</a:t>
            </a:r>
          </a:p>
          <a:p>
            <a:pPr lvl="1"/>
            <a:r>
              <a:rPr lang="en-US" sz="2800" dirty="0"/>
              <a:t>Highlight the significance of effective communication in clinical practice.</a:t>
            </a:r>
          </a:p>
          <a:p>
            <a:pPr lvl="1"/>
            <a:r>
              <a:rPr lang="en-US" sz="2800" dirty="0"/>
              <a:t>Equip healthcare professionals with the necessary skills to communicate effectively with patients and colleagues.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349E8BB-0A7E-2865-AF96-733F099F5B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2" r="24555" b="14985"/>
          <a:stretch/>
        </p:blipFill>
        <p:spPr bwMode="auto">
          <a:xfrm>
            <a:off x="6099048" y="803400"/>
            <a:ext cx="5458968" cy="5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47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21AE-2C98-0AB2-0DF3-1601B95E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B8E33-F201-A799-D414-DFB1E2EC1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Meaningful exchange of thoughts, opinions or information between individuals belonging to any of the sectors of healthcare</a:t>
            </a:r>
          </a:p>
          <a:p>
            <a:endParaRPr lang="en-US" dirty="0"/>
          </a:p>
          <a:p>
            <a:r>
              <a:rPr lang="en-US" dirty="0"/>
              <a:t>IMG should be able to communicate to patients with patience and in respectful, non-threatening, </a:t>
            </a:r>
            <a:r>
              <a:rPr lang="en-US" dirty="0" err="1"/>
              <a:t>non-judgemental</a:t>
            </a:r>
            <a:r>
              <a:rPr lang="en-US" dirty="0"/>
              <a:t> and empathetic manners.</a:t>
            </a:r>
          </a:p>
          <a:p>
            <a:endParaRPr lang="en-US" dirty="0"/>
          </a:p>
          <a:p>
            <a:r>
              <a:rPr lang="en-US" dirty="0"/>
              <a:t>Effective Communication within the healthcare set-up fulfils the primary goal of healthcare i.e. </a:t>
            </a:r>
            <a:r>
              <a:rPr lang="en-US" b="1" dirty="0"/>
              <a:t>patient well being </a:t>
            </a:r>
            <a:r>
              <a:rPr lang="en-US" dirty="0"/>
              <a:t>and </a:t>
            </a:r>
            <a:r>
              <a:rPr lang="en-US" b="1" dirty="0"/>
              <a:t>prevents conflict.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0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49C7-4C19-83A9-270E-FF1B74DE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1852-B10D-0A36-5E57-50E9A627F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Importance in Healthcare:</a:t>
            </a:r>
          </a:p>
          <a:p>
            <a:pPr lvl="1"/>
            <a:r>
              <a:rPr lang="en-US" dirty="0"/>
              <a:t>Essential for accurate diagnosis, patient adherence to treatment, and overall patient satisfaction.</a:t>
            </a:r>
          </a:p>
          <a:p>
            <a:pPr lvl="1"/>
            <a:r>
              <a:rPr lang="en-US" dirty="0"/>
              <a:t>Builds trust and rapport between healthcare providers and patients.</a:t>
            </a:r>
          </a:p>
          <a:p>
            <a:r>
              <a:rPr lang="en-US" dirty="0"/>
              <a:t>Patient-Centered Communication:</a:t>
            </a:r>
          </a:p>
          <a:p>
            <a:pPr lvl="1"/>
            <a:r>
              <a:rPr lang="en-US" dirty="0"/>
              <a:t>Involves understanding and addressing the patient's concerns, values, and preferences.</a:t>
            </a:r>
          </a:p>
          <a:p>
            <a:pPr lvl="1"/>
            <a:r>
              <a:rPr lang="en-US" dirty="0"/>
              <a:t>Empathetic and respectful interaction is key to patient-centered care.</a:t>
            </a:r>
          </a:p>
        </p:txBody>
      </p:sp>
    </p:spTree>
    <p:extLst>
      <p:ext uri="{BB962C8B-B14F-4D97-AF65-F5344CB8AC3E}">
        <p14:creationId xmlns:p14="http://schemas.microsoft.com/office/powerpoint/2010/main" val="349873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0085-C80E-4B97-0F91-A112B9AD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Landmarks of the communication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04140-D8FA-F4BA-1B3A-15EC9DBA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01"/>
          <a:stretch/>
        </p:blipFill>
        <p:spPr>
          <a:xfrm>
            <a:off x="0" y="1254035"/>
            <a:ext cx="12192000" cy="55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7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mpathy Stock Illustrations – 30,528 Empathy Stock Illustrations ...">
            <a:extLst>
              <a:ext uri="{FF2B5EF4-FFF2-40B4-BE49-F238E27FC236}">
                <a16:creationId xmlns:a16="http://schemas.microsoft.com/office/drawing/2014/main" id="{DAF8809D-8E9B-B6A2-52D0-0C57FC4E2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5711" y="643467"/>
            <a:ext cx="6920577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0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y Empathy Is a Superpower">
            <a:extLst>
              <a:ext uri="{FF2B5EF4-FFF2-40B4-BE49-F238E27FC236}">
                <a16:creationId xmlns:a16="http://schemas.microsoft.com/office/drawing/2014/main" id="{C271B8E7-E55A-99E4-90D5-9933CDED7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07" y="0"/>
            <a:ext cx="11772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08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motional Awareness, Mental Health Awareness, Free Mental Health ...">
            <a:extLst>
              <a:ext uri="{FF2B5EF4-FFF2-40B4-BE49-F238E27FC236}">
                <a16:creationId xmlns:a16="http://schemas.microsoft.com/office/drawing/2014/main" id="{4F626D85-1449-9061-7739-0700E0046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509" y="339633"/>
            <a:ext cx="11564982" cy="619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61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E5B3-A074-F32C-6109-98DCBBED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communication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04D45E2-7104-0857-1948-7146D5B62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" t="27372" r="4866" b="11152"/>
          <a:stretch/>
        </p:blipFill>
        <p:spPr bwMode="auto">
          <a:xfrm>
            <a:off x="1358536" y="1644390"/>
            <a:ext cx="9483635" cy="48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65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8537-178E-CDA1-D1F5-7DE83A2D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BBACF-D0DC-C17A-DD03-FBD219901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Intrapersonal Symbol">
            <a:extLst>
              <a:ext uri="{FF2B5EF4-FFF2-40B4-BE49-F238E27FC236}">
                <a16:creationId xmlns:a16="http://schemas.microsoft.com/office/drawing/2014/main" id="{4C53F83D-CA64-89AB-7D9B-5A053267E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94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89E4-20DC-BE9B-FF80-05B9ABF1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 between group and mass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FEAD-B42C-822F-35C5-F5E7EEED2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3" y="1825625"/>
            <a:ext cx="1088353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Audience Size: Group communication targets a smaller, more specific audience, while mass communication targets a much larger, more general audience.</a:t>
            </a:r>
          </a:p>
          <a:p>
            <a:r>
              <a:rPr lang="en-US" sz="3600" dirty="0"/>
              <a:t>Interaction: Group communication allows for direct, two-way interaction, whereas mass communication is typically one-way with limited immediate feedback.</a:t>
            </a:r>
          </a:p>
          <a:p>
            <a:r>
              <a:rPr lang="en-US" sz="3600" dirty="0"/>
              <a:t>Context: Group communication is often more personal and context-specific, while mass communication is designed to appeal to a broad audience.</a:t>
            </a:r>
          </a:p>
        </p:txBody>
      </p:sp>
    </p:spTree>
    <p:extLst>
      <p:ext uri="{BB962C8B-B14F-4D97-AF65-F5344CB8AC3E}">
        <p14:creationId xmlns:p14="http://schemas.microsoft.com/office/powerpoint/2010/main" val="59040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046B-B5B7-0C47-7756-3F8C68F9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16FA-68B2-A912-E310-C1CC2FAD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communication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5EE48FE-D93D-18FF-96F0-E7D0513EA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" t="27372" r="4866" b="11152"/>
          <a:stretch/>
        </p:blipFill>
        <p:spPr bwMode="auto">
          <a:xfrm>
            <a:off x="1358536" y="1644390"/>
            <a:ext cx="9483635" cy="48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76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82456-0667-DB5C-F1E5-E9DDFB265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746" y="269457"/>
            <a:ext cx="5157787" cy="823912"/>
          </a:xfrm>
        </p:spPr>
        <p:txBody>
          <a:bodyPr/>
          <a:lstStyle/>
          <a:p>
            <a:r>
              <a:rPr lang="en-US" dirty="0"/>
              <a:t>Verbal Communication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94995-CBFC-6371-2B6D-3002DA278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3746" y="1093369"/>
            <a:ext cx="5157787" cy="5515977"/>
          </a:xfrm>
        </p:spPr>
        <p:txBody>
          <a:bodyPr/>
          <a:lstStyle/>
          <a:p>
            <a:r>
              <a:rPr lang="en-US" dirty="0"/>
              <a:t>Loudness</a:t>
            </a:r>
          </a:p>
          <a:p>
            <a:r>
              <a:rPr lang="en-US" dirty="0"/>
              <a:t>Fluency</a:t>
            </a:r>
          </a:p>
          <a:p>
            <a:r>
              <a:rPr lang="en-US" dirty="0"/>
              <a:t>Rate of Speech</a:t>
            </a:r>
          </a:p>
          <a:p>
            <a:r>
              <a:rPr lang="en-US" dirty="0"/>
              <a:t>Affect</a:t>
            </a:r>
          </a:p>
          <a:p>
            <a:r>
              <a:rPr lang="en-US" dirty="0"/>
              <a:t>Language used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33C253-CE02-2354-3FCB-2FF55FAF2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6158" y="269457"/>
            <a:ext cx="5183188" cy="823912"/>
          </a:xfrm>
        </p:spPr>
        <p:txBody>
          <a:bodyPr/>
          <a:lstStyle/>
          <a:p>
            <a:r>
              <a:rPr lang="en-US" dirty="0"/>
              <a:t>Non-verbal Communication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ECA6CB-013A-D4A6-BAC3-08AF3C8B9C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56158" y="1149865"/>
            <a:ext cx="5183188" cy="2701492"/>
          </a:xfr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8A9BD68C-8A82-E7BA-593F-3097056F6043}"/>
              </a:ext>
            </a:extLst>
          </p:cNvPr>
          <p:cNvSpPr txBox="1">
            <a:spLocks/>
          </p:cNvSpPr>
          <p:nvPr/>
        </p:nvSpPr>
        <p:spPr>
          <a:xfrm>
            <a:off x="6096000" y="3769896"/>
            <a:ext cx="5157787" cy="3088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Eye Contact</a:t>
            </a:r>
          </a:p>
          <a:p>
            <a:r>
              <a:rPr lang="en-US" sz="2400" dirty="0"/>
              <a:t>Facial Expression</a:t>
            </a:r>
          </a:p>
          <a:p>
            <a:r>
              <a:rPr lang="en-US" sz="2400" dirty="0"/>
              <a:t>Gesture &amp; Posture</a:t>
            </a:r>
          </a:p>
          <a:p>
            <a:r>
              <a:rPr lang="en-US" sz="2400" dirty="0"/>
              <a:t>Body Orientation</a:t>
            </a:r>
          </a:p>
          <a:p>
            <a:r>
              <a:rPr lang="en-US" sz="2400" dirty="0"/>
              <a:t>Distance</a:t>
            </a:r>
          </a:p>
          <a:p>
            <a:r>
              <a:rPr lang="en-US" sz="2400" dirty="0"/>
              <a:t>Appearance</a:t>
            </a:r>
          </a:p>
        </p:txBody>
      </p:sp>
    </p:spTree>
    <p:extLst>
      <p:ext uri="{BB962C8B-B14F-4D97-AF65-F5344CB8AC3E}">
        <p14:creationId xmlns:p14="http://schemas.microsoft.com/office/powerpoint/2010/main" val="9603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2294-15F5-0E1A-87EB-6042ED49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5AF2-5286-6C4B-B25A-AD2CB62D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communication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23A9B0A-B50A-AD23-362C-BB248D9433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" t="27372" r="4866" b="11152"/>
          <a:stretch/>
        </p:blipFill>
        <p:spPr bwMode="auto">
          <a:xfrm>
            <a:off x="1358536" y="1644390"/>
            <a:ext cx="9483635" cy="48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49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4" name="Picture 2" descr="Formal and Informal Communication">
            <a:extLst>
              <a:ext uri="{FF2B5EF4-FFF2-40B4-BE49-F238E27FC236}">
                <a16:creationId xmlns:a16="http://schemas.microsoft.com/office/drawing/2014/main" id="{A0CF62F5-E45C-8716-114F-7923894B2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901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0A8B-D14C-D5F5-4C78-503F03E9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Communication skills</a:t>
            </a:r>
          </a:p>
        </p:txBody>
      </p:sp>
      <p:pic>
        <p:nvPicPr>
          <p:cNvPr id="4" name="Picture 3" descr="Multi-colored dialogue boxes">
            <a:extLst>
              <a:ext uri="{FF2B5EF4-FFF2-40B4-BE49-F238E27FC236}">
                <a16:creationId xmlns:a16="http://schemas.microsoft.com/office/drawing/2014/main" id="{057CF62D-552F-AB3E-104A-FE7D54635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51" b="20188"/>
          <a:stretch/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833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CB1E0-5A4D-7786-D11B-C70364BE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35" y="177046"/>
            <a:ext cx="4959603" cy="882642"/>
          </a:xfrm>
        </p:spPr>
        <p:txBody>
          <a:bodyPr anchor="b">
            <a:normAutofit/>
          </a:bodyPr>
          <a:lstStyle/>
          <a:p>
            <a:r>
              <a:rPr lang="en-US" sz="4000"/>
              <a:t>Active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84365-7B35-8352-ABE5-5BC654B9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35" y="1236734"/>
            <a:ext cx="6033907" cy="4704243"/>
          </a:xfrm>
        </p:spPr>
        <p:txBody>
          <a:bodyPr anchor="t">
            <a:normAutofit fontScale="92500" lnSpcReduction="10000"/>
          </a:bodyPr>
          <a:lstStyle/>
          <a:p>
            <a:r>
              <a:rPr lang="en-US" dirty="0"/>
              <a:t>Techniques: </a:t>
            </a:r>
          </a:p>
          <a:p>
            <a:pPr lvl="1"/>
            <a:r>
              <a:rPr lang="en-US" sz="2800" dirty="0"/>
              <a:t>Paraphrasing: Restate the patient's words to show understanding.</a:t>
            </a:r>
          </a:p>
          <a:p>
            <a:pPr lvl="1"/>
            <a:r>
              <a:rPr lang="en-US" sz="2800" dirty="0"/>
              <a:t>Summarizing: Condense the patient's information to capture the main points.</a:t>
            </a:r>
          </a:p>
          <a:p>
            <a:pPr lvl="1"/>
            <a:r>
              <a:rPr lang="en-US" sz="2800" dirty="0"/>
              <a:t>Reflecting Emotions: Acknowledge and validate the patient's feelings.</a:t>
            </a:r>
          </a:p>
          <a:p>
            <a:r>
              <a:rPr lang="en-US" dirty="0"/>
              <a:t>Importance:</a:t>
            </a:r>
          </a:p>
          <a:p>
            <a:pPr lvl="1"/>
            <a:r>
              <a:rPr lang="en-US" sz="2800" dirty="0"/>
              <a:t>Demonstrates empathy and understanding.</a:t>
            </a:r>
          </a:p>
          <a:p>
            <a:pPr lvl="1"/>
            <a:r>
              <a:rPr lang="en-US" sz="2800" dirty="0"/>
              <a:t>Encourages patients to share more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9E47F-43D6-CA4D-C962-9E405D847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58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6855-CDAE-7BDD-602C-F8FE68C8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Verbal Communication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780E3-108D-52B1-E57B-461EA92B0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252558"/>
              </p:ext>
            </p:extLst>
          </p:nvPr>
        </p:nvGraphicFramePr>
        <p:xfrm>
          <a:off x="182879" y="1254034"/>
          <a:ext cx="11625943" cy="5238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002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8016E-07A4-70C2-C099-95C3248B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Non Verbal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546C7B-C32C-4AA3-9F0E-E9455C8B5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49372"/>
              </p:ext>
            </p:extLst>
          </p:nvPr>
        </p:nvGraphicFramePr>
        <p:xfrm>
          <a:off x="301558" y="1643975"/>
          <a:ext cx="11624554" cy="5048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92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536CE347-2B4F-DF59-A25C-30DCA932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87" y="643467"/>
            <a:ext cx="7684226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13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paper with black text&#10;&#10;Description automatically generated">
            <a:extLst>
              <a:ext uri="{FF2B5EF4-FFF2-40B4-BE49-F238E27FC236}">
                <a16:creationId xmlns:a16="http://schemas.microsoft.com/office/drawing/2014/main" id="{A127C89D-C3AB-8300-C175-0D603360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150" y="643467"/>
            <a:ext cx="779170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7327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E4C46-729F-6793-CF75-B2539F18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C1D42-749E-5D81-9F93-38167126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Essential communication elements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57AF8-0354-D9A8-4C77-C8036D44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1. Build the doctor patient relationship</a:t>
            </a:r>
          </a:p>
          <a:p>
            <a:pPr lvl="1"/>
            <a:r>
              <a:rPr lang="en-US" dirty="0"/>
              <a:t>Sine quo non - "Without which, not.“</a:t>
            </a:r>
          </a:p>
          <a:p>
            <a:pPr lvl="1"/>
            <a:r>
              <a:rPr lang="en-US" dirty="0"/>
              <a:t>"Without (something), (something else) won't be possible.“</a:t>
            </a:r>
          </a:p>
          <a:p>
            <a:pPr lvl="1"/>
            <a:r>
              <a:rPr lang="en-US" dirty="0"/>
              <a:t>Patient </a:t>
            </a:r>
            <a:r>
              <a:rPr lang="en-US" dirty="0" err="1"/>
              <a:t>centred</a:t>
            </a:r>
            <a:r>
              <a:rPr lang="en-US" dirty="0"/>
              <a:t> approach – emphasis on patient distress and illness experience</a:t>
            </a:r>
          </a:p>
          <a:p>
            <a:pPr lvl="1"/>
            <a:r>
              <a:rPr lang="en-US" dirty="0"/>
              <a:t>Elicit the story of illness</a:t>
            </a:r>
          </a:p>
          <a:p>
            <a:pPr lvl="1"/>
            <a:r>
              <a:rPr lang="en-US" dirty="0"/>
              <a:t>Ideas, feelings and values of both parties</a:t>
            </a:r>
          </a:p>
          <a:p>
            <a:pPr lvl="1"/>
            <a:r>
              <a:rPr lang="en-US" dirty="0"/>
              <a:t>Patients’ active participation in decision making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0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005A50-783E-070A-4DF3-00ACEB3BA6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829E8-C312-6803-9C7C-882D6353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Essential communication elements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27E0C3-2167-7C43-1F8D-FAB4E948A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6265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6200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020D8-290D-4AEE-5075-9079F870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44502D-00FC-6AAB-B98E-672FB21537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B3AA4-A4C6-4E09-9C2D-6ADB390D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Essential communication elements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550A37-A140-CB05-4FAD-42D86593C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468235"/>
              </p:ext>
            </p:extLst>
          </p:nvPr>
        </p:nvGraphicFramePr>
        <p:xfrm>
          <a:off x="400050" y="1333500"/>
          <a:ext cx="10953750" cy="484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3341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08CA9-CAE8-28CB-CA76-32D00CD7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1DB4F-1EC9-762F-3812-12326054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84" y="547712"/>
            <a:ext cx="3337715" cy="5577367"/>
          </a:xfrm>
        </p:spPr>
        <p:txBody>
          <a:bodyPr>
            <a:normAutofit/>
          </a:bodyPr>
          <a:lstStyle/>
          <a:p>
            <a:r>
              <a:rPr lang="en-US" sz="3600"/>
              <a:t>Essential communication elements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BF20960-DE94-70FD-F61B-B3FAABDF0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819598"/>
              </p:ext>
            </p:extLst>
          </p:nvPr>
        </p:nvGraphicFramePr>
        <p:xfrm>
          <a:off x="838200" y="620392"/>
          <a:ext cx="663017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36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4924B-C8EB-690E-61EB-0ACF854E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B51C2-8DCA-740F-6AC1-B6B4805F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Essential communication elements</a:t>
            </a:r>
          </a:p>
        </p:txBody>
      </p:sp>
      <p:pic>
        <p:nvPicPr>
          <p:cNvPr id="7" name="Graphic 6" descr="Health">
            <a:extLst>
              <a:ext uri="{FF2B5EF4-FFF2-40B4-BE49-F238E27FC236}">
                <a16:creationId xmlns:a16="http://schemas.microsoft.com/office/drawing/2014/main" id="{B928706D-CDB7-261A-61F0-7BA3833DF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37F8-7A02-EFCB-1208-7F21D9E12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chemeClr val="tx2"/>
                </a:solidFill>
              </a:rPr>
              <a:t>Aims to increase the efficiency and efficacy of physician – patient communication.</a:t>
            </a:r>
          </a:p>
          <a:p>
            <a:r>
              <a:rPr lang="en-US" sz="2600" dirty="0">
                <a:solidFill>
                  <a:schemeClr val="tx2"/>
                </a:solidFill>
              </a:rPr>
              <a:t>Enhance patient and physician satisfaction</a:t>
            </a:r>
          </a:p>
          <a:p>
            <a:r>
              <a:rPr lang="en-US" sz="2600" dirty="0">
                <a:solidFill>
                  <a:schemeClr val="tx2"/>
                </a:solidFill>
              </a:rPr>
              <a:t>Improve health outcomes</a:t>
            </a:r>
          </a:p>
          <a:p>
            <a:pPr lvl="1"/>
            <a:endParaRPr lang="en-US" sz="26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sz="26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29776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74E9764F-CAA9-BE85-A856-A3F5D280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F283F-3E64-8983-E647-6B64C8C2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Thank You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98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689</Words>
  <Application>Microsoft Office PowerPoint</Application>
  <PresentationFormat>Widescreen</PresentationFormat>
  <Paragraphs>101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Times New Roman</vt:lpstr>
      <vt:lpstr>Office Theme</vt:lpstr>
      <vt:lpstr>AETCOM</vt:lpstr>
      <vt:lpstr>Overview</vt:lpstr>
      <vt:lpstr>3.1 Foundations of the communication</vt:lpstr>
      <vt:lpstr>Communication</vt:lpstr>
      <vt:lpstr>Effective Communication</vt:lpstr>
      <vt:lpstr>Landmarks of the communication process</vt:lpstr>
      <vt:lpstr>PowerPoint Presentation</vt:lpstr>
      <vt:lpstr>PowerPoint Presentation</vt:lpstr>
      <vt:lpstr>PowerPoint Presentation</vt:lpstr>
      <vt:lpstr>Types of communication</vt:lpstr>
      <vt:lpstr>PowerPoint Presentation</vt:lpstr>
      <vt:lpstr>Key difference between group and mass communication</vt:lpstr>
      <vt:lpstr>Types of communication</vt:lpstr>
      <vt:lpstr>PowerPoint Presentation</vt:lpstr>
      <vt:lpstr>Types of communication</vt:lpstr>
      <vt:lpstr>PowerPoint Presentation</vt:lpstr>
      <vt:lpstr>Communication skills</vt:lpstr>
      <vt:lpstr>Active Listening</vt:lpstr>
      <vt:lpstr>Verbal Communication</vt:lpstr>
      <vt:lpstr>Non Verbal Communication</vt:lpstr>
      <vt:lpstr>PowerPoint Presentation</vt:lpstr>
      <vt:lpstr>PowerPoint Presentation</vt:lpstr>
      <vt:lpstr>Essential communication elements</vt:lpstr>
      <vt:lpstr>Essential communication elements</vt:lpstr>
      <vt:lpstr>Essential communication elements</vt:lpstr>
      <vt:lpstr>Essential communication elements</vt:lpstr>
      <vt:lpstr>Essential communication elements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maheshwari</dc:creator>
  <cp:lastModifiedBy>mukul maheshwari</cp:lastModifiedBy>
  <cp:revision>1</cp:revision>
  <dcterms:created xsi:type="dcterms:W3CDTF">2025-01-03T04:03:25Z</dcterms:created>
  <dcterms:modified xsi:type="dcterms:W3CDTF">2025-01-25T07:57:56Z</dcterms:modified>
</cp:coreProperties>
</file>