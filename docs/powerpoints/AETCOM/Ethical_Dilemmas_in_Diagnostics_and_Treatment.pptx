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56" r:id="rId3"/>
    <p:sldId id="273" r:id="rId4"/>
    <p:sldId id="277" r:id="rId5"/>
    <p:sldId id="261" r:id="rId6"/>
    <p:sldId id="278" r:id="rId7"/>
    <p:sldId id="262" r:id="rId8"/>
    <p:sldId id="279" r:id="rId9"/>
    <p:sldId id="263" r:id="rId10"/>
    <p:sldId id="257" r:id="rId11"/>
    <p:sldId id="274" r:id="rId12"/>
    <p:sldId id="264" r:id="rId13"/>
    <p:sldId id="265" r:id="rId14"/>
    <p:sldId id="266" r:id="rId15"/>
    <p:sldId id="258" r:id="rId16"/>
    <p:sldId id="275" r:id="rId17"/>
    <p:sldId id="267" r:id="rId18"/>
    <p:sldId id="268" r:id="rId19"/>
    <p:sldId id="269" r:id="rId20"/>
    <p:sldId id="270" r:id="rId21"/>
    <p:sldId id="259" r:id="rId22"/>
    <p:sldId id="271" r:id="rId23"/>
    <p:sldId id="260" r:id="rId24"/>
    <p:sldId id="276"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37" d="100"/>
          <a:sy n="37" d="100"/>
        </p:scale>
        <p:origin x="72" y="16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ata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ata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ata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ata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40C60CEB-32CE-4EAF-BAB3-3872D907C3D4}"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7E1C852C-F5AF-4B57-ADFA-25EB932EAF7B}">
      <dgm:prSet/>
      <dgm:spPr/>
      <dgm:t>
        <a:bodyPr/>
        <a:lstStyle/>
        <a:p>
          <a:r>
            <a:rPr lang="en-US">
              <a:solidFill>
                <a:schemeClr val="tx1"/>
              </a:solidFill>
            </a:rPr>
            <a:t>Autonomy</a:t>
          </a:r>
        </a:p>
      </dgm:t>
    </dgm:pt>
    <dgm:pt modelId="{D9B46904-1232-4D52-B85A-9A9C55CECF0E}" type="parTrans" cxnId="{D9116053-D7C8-475E-A45E-3C0349BF62EB}">
      <dgm:prSet/>
      <dgm:spPr/>
      <dgm:t>
        <a:bodyPr/>
        <a:lstStyle/>
        <a:p>
          <a:endParaRPr lang="en-US">
            <a:solidFill>
              <a:schemeClr val="tx1"/>
            </a:solidFill>
          </a:endParaRPr>
        </a:p>
      </dgm:t>
    </dgm:pt>
    <dgm:pt modelId="{C33A0413-E324-4963-94B1-90C414D09C4B}" type="sibTrans" cxnId="{D9116053-D7C8-475E-A45E-3C0349BF62EB}">
      <dgm:prSet/>
      <dgm:spPr/>
      <dgm:t>
        <a:bodyPr/>
        <a:lstStyle/>
        <a:p>
          <a:endParaRPr lang="en-US">
            <a:solidFill>
              <a:schemeClr val="tx1"/>
            </a:solidFill>
          </a:endParaRPr>
        </a:p>
      </dgm:t>
    </dgm:pt>
    <dgm:pt modelId="{0C0D2A33-299B-4904-B450-477E9F1B205D}">
      <dgm:prSet/>
      <dgm:spPr/>
      <dgm:t>
        <a:bodyPr/>
        <a:lstStyle/>
        <a:p>
          <a:r>
            <a:rPr lang="en-US">
              <a:solidFill>
                <a:schemeClr val="tx1"/>
              </a:solidFill>
            </a:rPr>
            <a:t>Beneficence</a:t>
          </a:r>
        </a:p>
      </dgm:t>
    </dgm:pt>
    <dgm:pt modelId="{DCB5C585-9231-4093-9D42-87551A2479F9}" type="parTrans" cxnId="{F61E4A05-565F-41F5-9DAC-5AD8B3D91E4F}">
      <dgm:prSet/>
      <dgm:spPr/>
      <dgm:t>
        <a:bodyPr/>
        <a:lstStyle/>
        <a:p>
          <a:endParaRPr lang="en-US">
            <a:solidFill>
              <a:schemeClr val="tx1"/>
            </a:solidFill>
          </a:endParaRPr>
        </a:p>
      </dgm:t>
    </dgm:pt>
    <dgm:pt modelId="{AB942FA5-6265-4CE5-BD1A-5A6259A38DC5}" type="sibTrans" cxnId="{F61E4A05-565F-41F5-9DAC-5AD8B3D91E4F}">
      <dgm:prSet/>
      <dgm:spPr/>
      <dgm:t>
        <a:bodyPr/>
        <a:lstStyle/>
        <a:p>
          <a:endParaRPr lang="en-US">
            <a:solidFill>
              <a:schemeClr val="tx1"/>
            </a:solidFill>
          </a:endParaRPr>
        </a:p>
      </dgm:t>
    </dgm:pt>
    <dgm:pt modelId="{146D6A33-DF4C-4045-B25F-32B634392FC3}">
      <dgm:prSet/>
      <dgm:spPr/>
      <dgm:t>
        <a:bodyPr/>
        <a:lstStyle/>
        <a:p>
          <a:r>
            <a:rPr lang="en-US">
              <a:solidFill>
                <a:schemeClr val="tx1"/>
              </a:solidFill>
            </a:rPr>
            <a:t>Non-maleficence</a:t>
          </a:r>
        </a:p>
      </dgm:t>
    </dgm:pt>
    <dgm:pt modelId="{FB5EF32A-9B36-45DC-91F4-CE2AB1566C1F}" type="parTrans" cxnId="{BD873525-7486-4F2F-B6E2-DE685A25DBAC}">
      <dgm:prSet/>
      <dgm:spPr/>
      <dgm:t>
        <a:bodyPr/>
        <a:lstStyle/>
        <a:p>
          <a:endParaRPr lang="en-US">
            <a:solidFill>
              <a:schemeClr val="tx1"/>
            </a:solidFill>
          </a:endParaRPr>
        </a:p>
      </dgm:t>
    </dgm:pt>
    <dgm:pt modelId="{42871256-C1F0-42B3-A454-02A8BABA2645}" type="sibTrans" cxnId="{BD873525-7486-4F2F-B6E2-DE685A25DBAC}">
      <dgm:prSet/>
      <dgm:spPr/>
      <dgm:t>
        <a:bodyPr/>
        <a:lstStyle/>
        <a:p>
          <a:endParaRPr lang="en-US">
            <a:solidFill>
              <a:schemeClr val="tx1"/>
            </a:solidFill>
          </a:endParaRPr>
        </a:p>
      </dgm:t>
    </dgm:pt>
    <dgm:pt modelId="{F6528B86-417F-4AD4-A1E4-73E88F79E7B9}">
      <dgm:prSet/>
      <dgm:spPr/>
      <dgm:t>
        <a:bodyPr/>
        <a:lstStyle/>
        <a:p>
          <a:r>
            <a:rPr lang="en-US">
              <a:solidFill>
                <a:schemeClr val="tx1"/>
              </a:solidFill>
            </a:rPr>
            <a:t>Justice</a:t>
          </a:r>
        </a:p>
      </dgm:t>
    </dgm:pt>
    <dgm:pt modelId="{64858A7A-7D52-4198-869E-16360B621E8F}" type="parTrans" cxnId="{9CC155A8-4B5A-425E-90A5-3A4B01139BB9}">
      <dgm:prSet/>
      <dgm:spPr/>
      <dgm:t>
        <a:bodyPr/>
        <a:lstStyle/>
        <a:p>
          <a:endParaRPr lang="en-US">
            <a:solidFill>
              <a:schemeClr val="tx1"/>
            </a:solidFill>
          </a:endParaRPr>
        </a:p>
      </dgm:t>
    </dgm:pt>
    <dgm:pt modelId="{99DB9B29-30B6-4D19-9BB9-84BCDDFE1BDB}" type="sibTrans" cxnId="{9CC155A8-4B5A-425E-90A5-3A4B01139BB9}">
      <dgm:prSet/>
      <dgm:spPr/>
      <dgm:t>
        <a:bodyPr/>
        <a:lstStyle/>
        <a:p>
          <a:endParaRPr lang="en-US">
            <a:solidFill>
              <a:schemeClr val="tx1"/>
            </a:solidFill>
          </a:endParaRPr>
        </a:p>
      </dgm:t>
    </dgm:pt>
    <dgm:pt modelId="{296BB544-42FA-4A14-BDBB-6EE744A79785}" type="pres">
      <dgm:prSet presAssocID="{40C60CEB-32CE-4EAF-BAB3-3872D907C3D4}" presName="linear" presStyleCnt="0">
        <dgm:presLayoutVars>
          <dgm:dir/>
          <dgm:animLvl val="lvl"/>
          <dgm:resizeHandles val="exact"/>
        </dgm:presLayoutVars>
      </dgm:prSet>
      <dgm:spPr/>
    </dgm:pt>
    <dgm:pt modelId="{581F40A5-F510-4A01-8E34-2D2EF348F26A}" type="pres">
      <dgm:prSet presAssocID="{7E1C852C-F5AF-4B57-ADFA-25EB932EAF7B}" presName="parentLin" presStyleCnt="0"/>
      <dgm:spPr/>
    </dgm:pt>
    <dgm:pt modelId="{A55A7B85-3349-4E02-9907-C3229C1C4272}" type="pres">
      <dgm:prSet presAssocID="{7E1C852C-F5AF-4B57-ADFA-25EB932EAF7B}" presName="parentLeftMargin" presStyleLbl="node1" presStyleIdx="0" presStyleCnt="4"/>
      <dgm:spPr/>
    </dgm:pt>
    <dgm:pt modelId="{CAC4714F-7049-45AF-BE40-7BF881C9E567}" type="pres">
      <dgm:prSet presAssocID="{7E1C852C-F5AF-4B57-ADFA-25EB932EAF7B}" presName="parentText" presStyleLbl="node1" presStyleIdx="0" presStyleCnt="4">
        <dgm:presLayoutVars>
          <dgm:chMax val="0"/>
          <dgm:bulletEnabled val="1"/>
        </dgm:presLayoutVars>
      </dgm:prSet>
      <dgm:spPr/>
    </dgm:pt>
    <dgm:pt modelId="{9EFDDA0A-F41A-4061-A387-EDA4FCAB13CC}" type="pres">
      <dgm:prSet presAssocID="{7E1C852C-F5AF-4B57-ADFA-25EB932EAF7B}" presName="negativeSpace" presStyleCnt="0"/>
      <dgm:spPr/>
    </dgm:pt>
    <dgm:pt modelId="{DA171F13-1AE2-4A3E-A5A3-C19D1729F45F}" type="pres">
      <dgm:prSet presAssocID="{7E1C852C-F5AF-4B57-ADFA-25EB932EAF7B}" presName="childText" presStyleLbl="conFgAcc1" presStyleIdx="0" presStyleCnt="4">
        <dgm:presLayoutVars>
          <dgm:bulletEnabled val="1"/>
        </dgm:presLayoutVars>
      </dgm:prSet>
      <dgm:spPr/>
    </dgm:pt>
    <dgm:pt modelId="{1B79ADE3-5EAE-4F9A-A8EB-5A1096129B85}" type="pres">
      <dgm:prSet presAssocID="{C33A0413-E324-4963-94B1-90C414D09C4B}" presName="spaceBetweenRectangles" presStyleCnt="0"/>
      <dgm:spPr/>
    </dgm:pt>
    <dgm:pt modelId="{8B4D6446-540D-4BDE-976D-69CAFC96E929}" type="pres">
      <dgm:prSet presAssocID="{0C0D2A33-299B-4904-B450-477E9F1B205D}" presName="parentLin" presStyleCnt="0"/>
      <dgm:spPr/>
    </dgm:pt>
    <dgm:pt modelId="{B6E437CC-8EDF-423F-9F6B-50DA5AA14124}" type="pres">
      <dgm:prSet presAssocID="{0C0D2A33-299B-4904-B450-477E9F1B205D}" presName="parentLeftMargin" presStyleLbl="node1" presStyleIdx="0" presStyleCnt="4"/>
      <dgm:spPr/>
    </dgm:pt>
    <dgm:pt modelId="{CF78D18B-BD4A-418F-A251-FD040AC7896C}" type="pres">
      <dgm:prSet presAssocID="{0C0D2A33-299B-4904-B450-477E9F1B205D}" presName="parentText" presStyleLbl="node1" presStyleIdx="1" presStyleCnt="4">
        <dgm:presLayoutVars>
          <dgm:chMax val="0"/>
          <dgm:bulletEnabled val="1"/>
        </dgm:presLayoutVars>
      </dgm:prSet>
      <dgm:spPr/>
    </dgm:pt>
    <dgm:pt modelId="{A24BC1C6-A586-4C02-B9F3-12519AE279E3}" type="pres">
      <dgm:prSet presAssocID="{0C0D2A33-299B-4904-B450-477E9F1B205D}" presName="negativeSpace" presStyleCnt="0"/>
      <dgm:spPr/>
    </dgm:pt>
    <dgm:pt modelId="{287C2AFC-2955-46A9-8627-B99D35538F3A}" type="pres">
      <dgm:prSet presAssocID="{0C0D2A33-299B-4904-B450-477E9F1B205D}" presName="childText" presStyleLbl="conFgAcc1" presStyleIdx="1" presStyleCnt="4">
        <dgm:presLayoutVars>
          <dgm:bulletEnabled val="1"/>
        </dgm:presLayoutVars>
      </dgm:prSet>
      <dgm:spPr/>
    </dgm:pt>
    <dgm:pt modelId="{EE414DF4-7EF6-48DE-809C-D0F4C340EABC}" type="pres">
      <dgm:prSet presAssocID="{AB942FA5-6265-4CE5-BD1A-5A6259A38DC5}" presName="spaceBetweenRectangles" presStyleCnt="0"/>
      <dgm:spPr/>
    </dgm:pt>
    <dgm:pt modelId="{2CB7397F-4B83-49B6-9FC4-543FD47249C7}" type="pres">
      <dgm:prSet presAssocID="{146D6A33-DF4C-4045-B25F-32B634392FC3}" presName="parentLin" presStyleCnt="0"/>
      <dgm:spPr/>
    </dgm:pt>
    <dgm:pt modelId="{F7AB2A7C-4F81-4984-9737-5404A0ECDEE4}" type="pres">
      <dgm:prSet presAssocID="{146D6A33-DF4C-4045-B25F-32B634392FC3}" presName="parentLeftMargin" presStyleLbl="node1" presStyleIdx="1" presStyleCnt="4"/>
      <dgm:spPr/>
    </dgm:pt>
    <dgm:pt modelId="{CFD6EC13-007B-4DCA-9755-8433F9B48902}" type="pres">
      <dgm:prSet presAssocID="{146D6A33-DF4C-4045-B25F-32B634392FC3}" presName="parentText" presStyleLbl="node1" presStyleIdx="2" presStyleCnt="4">
        <dgm:presLayoutVars>
          <dgm:chMax val="0"/>
          <dgm:bulletEnabled val="1"/>
        </dgm:presLayoutVars>
      </dgm:prSet>
      <dgm:spPr/>
    </dgm:pt>
    <dgm:pt modelId="{BBCEAB69-41B8-40BC-B26F-4A0B076B5FB3}" type="pres">
      <dgm:prSet presAssocID="{146D6A33-DF4C-4045-B25F-32B634392FC3}" presName="negativeSpace" presStyleCnt="0"/>
      <dgm:spPr/>
    </dgm:pt>
    <dgm:pt modelId="{BFD399DB-8390-4E29-9D5E-00A1285A194B}" type="pres">
      <dgm:prSet presAssocID="{146D6A33-DF4C-4045-B25F-32B634392FC3}" presName="childText" presStyleLbl="conFgAcc1" presStyleIdx="2" presStyleCnt="4">
        <dgm:presLayoutVars>
          <dgm:bulletEnabled val="1"/>
        </dgm:presLayoutVars>
      </dgm:prSet>
      <dgm:spPr/>
    </dgm:pt>
    <dgm:pt modelId="{324F45A7-573D-4667-89D7-6190E10F7E28}" type="pres">
      <dgm:prSet presAssocID="{42871256-C1F0-42B3-A454-02A8BABA2645}" presName="spaceBetweenRectangles" presStyleCnt="0"/>
      <dgm:spPr/>
    </dgm:pt>
    <dgm:pt modelId="{5C24A4F0-D705-43AB-B2EE-33EA64A81F5B}" type="pres">
      <dgm:prSet presAssocID="{F6528B86-417F-4AD4-A1E4-73E88F79E7B9}" presName="parentLin" presStyleCnt="0"/>
      <dgm:spPr/>
    </dgm:pt>
    <dgm:pt modelId="{114B7DA7-44C8-4942-AB76-09DED28D2CF4}" type="pres">
      <dgm:prSet presAssocID="{F6528B86-417F-4AD4-A1E4-73E88F79E7B9}" presName="parentLeftMargin" presStyleLbl="node1" presStyleIdx="2" presStyleCnt="4"/>
      <dgm:spPr/>
    </dgm:pt>
    <dgm:pt modelId="{FB17E9E5-B890-4EAD-958F-E44D2418052B}" type="pres">
      <dgm:prSet presAssocID="{F6528B86-417F-4AD4-A1E4-73E88F79E7B9}" presName="parentText" presStyleLbl="node1" presStyleIdx="3" presStyleCnt="4">
        <dgm:presLayoutVars>
          <dgm:chMax val="0"/>
          <dgm:bulletEnabled val="1"/>
        </dgm:presLayoutVars>
      </dgm:prSet>
      <dgm:spPr/>
    </dgm:pt>
    <dgm:pt modelId="{57A33C26-3B6B-4F29-9C34-729165158871}" type="pres">
      <dgm:prSet presAssocID="{F6528B86-417F-4AD4-A1E4-73E88F79E7B9}" presName="negativeSpace" presStyleCnt="0"/>
      <dgm:spPr/>
    </dgm:pt>
    <dgm:pt modelId="{22E3C1FD-F5BB-40A4-88C1-F49BFC8F316C}" type="pres">
      <dgm:prSet presAssocID="{F6528B86-417F-4AD4-A1E4-73E88F79E7B9}" presName="childText" presStyleLbl="conFgAcc1" presStyleIdx="3" presStyleCnt="4">
        <dgm:presLayoutVars>
          <dgm:bulletEnabled val="1"/>
        </dgm:presLayoutVars>
      </dgm:prSet>
      <dgm:spPr/>
    </dgm:pt>
  </dgm:ptLst>
  <dgm:cxnLst>
    <dgm:cxn modelId="{F61E4A05-565F-41F5-9DAC-5AD8B3D91E4F}" srcId="{40C60CEB-32CE-4EAF-BAB3-3872D907C3D4}" destId="{0C0D2A33-299B-4904-B450-477E9F1B205D}" srcOrd="1" destOrd="0" parTransId="{DCB5C585-9231-4093-9D42-87551A2479F9}" sibTransId="{AB942FA5-6265-4CE5-BD1A-5A6259A38DC5}"/>
    <dgm:cxn modelId="{82DDB510-D511-43C9-AF35-60CE25547504}" type="presOf" srcId="{0C0D2A33-299B-4904-B450-477E9F1B205D}" destId="{B6E437CC-8EDF-423F-9F6B-50DA5AA14124}" srcOrd="0" destOrd="0" presId="urn:microsoft.com/office/officeart/2005/8/layout/list1"/>
    <dgm:cxn modelId="{DAFDD11D-C435-4384-913C-7FD4EA615F4D}" type="presOf" srcId="{40C60CEB-32CE-4EAF-BAB3-3872D907C3D4}" destId="{296BB544-42FA-4A14-BDBB-6EE744A79785}" srcOrd="0" destOrd="0" presId="urn:microsoft.com/office/officeart/2005/8/layout/list1"/>
    <dgm:cxn modelId="{A64A901E-B482-4CA8-802C-C3B6766603FE}" type="presOf" srcId="{7E1C852C-F5AF-4B57-ADFA-25EB932EAF7B}" destId="{CAC4714F-7049-45AF-BE40-7BF881C9E567}" srcOrd="1" destOrd="0" presId="urn:microsoft.com/office/officeart/2005/8/layout/list1"/>
    <dgm:cxn modelId="{BD873525-7486-4F2F-B6E2-DE685A25DBAC}" srcId="{40C60CEB-32CE-4EAF-BAB3-3872D907C3D4}" destId="{146D6A33-DF4C-4045-B25F-32B634392FC3}" srcOrd="2" destOrd="0" parTransId="{FB5EF32A-9B36-45DC-91F4-CE2AB1566C1F}" sibTransId="{42871256-C1F0-42B3-A454-02A8BABA2645}"/>
    <dgm:cxn modelId="{65912F71-7FE9-49BA-B0E0-2EFE3CA3915E}" type="presOf" srcId="{7E1C852C-F5AF-4B57-ADFA-25EB932EAF7B}" destId="{A55A7B85-3349-4E02-9907-C3229C1C4272}" srcOrd="0" destOrd="0" presId="urn:microsoft.com/office/officeart/2005/8/layout/list1"/>
    <dgm:cxn modelId="{9E377C52-7D76-404B-9A73-08409B2C1C00}" type="presOf" srcId="{F6528B86-417F-4AD4-A1E4-73E88F79E7B9}" destId="{114B7DA7-44C8-4942-AB76-09DED28D2CF4}" srcOrd="0" destOrd="0" presId="urn:microsoft.com/office/officeart/2005/8/layout/list1"/>
    <dgm:cxn modelId="{D9116053-D7C8-475E-A45E-3C0349BF62EB}" srcId="{40C60CEB-32CE-4EAF-BAB3-3872D907C3D4}" destId="{7E1C852C-F5AF-4B57-ADFA-25EB932EAF7B}" srcOrd="0" destOrd="0" parTransId="{D9B46904-1232-4D52-B85A-9A9C55CECF0E}" sibTransId="{C33A0413-E324-4963-94B1-90C414D09C4B}"/>
    <dgm:cxn modelId="{5D8CAF73-EEDD-43BC-B40D-934EF9088D92}" type="presOf" srcId="{146D6A33-DF4C-4045-B25F-32B634392FC3}" destId="{CFD6EC13-007B-4DCA-9755-8433F9B48902}" srcOrd="1" destOrd="0" presId="urn:microsoft.com/office/officeart/2005/8/layout/list1"/>
    <dgm:cxn modelId="{F162BD98-B3D9-41A3-B90B-1F862FC32E34}" type="presOf" srcId="{0C0D2A33-299B-4904-B450-477E9F1B205D}" destId="{CF78D18B-BD4A-418F-A251-FD040AC7896C}" srcOrd="1" destOrd="0" presId="urn:microsoft.com/office/officeart/2005/8/layout/list1"/>
    <dgm:cxn modelId="{9CC155A8-4B5A-425E-90A5-3A4B01139BB9}" srcId="{40C60CEB-32CE-4EAF-BAB3-3872D907C3D4}" destId="{F6528B86-417F-4AD4-A1E4-73E88F79E7B9}" srcOrd="3" destOrd="0" parTransId="{64858A7A-7D52-4198-869E-16360B621E8F}" sibTransId="{99DB9B29-30B6-4D19-9BB9-84BCDDFE1BDB}"/>
    <dgm:cxn modelId="{EE7943CF-81D4-4D68-9256-9BE00AFDE892}" type="presOf" srcId="{F6528B86-417F-4AD4-A1E4-73E88F79E7B9}" destId="{FB17E9E5-B890-4EAD-958F-E44D2418052B}" srcOrd="1" destOrd="0" presId="urn:microsoft.com/office/officeart/2005/8/layout/list1"/>
    <dgm:cxn modelId="{08E629E9-036C-49CE-8BC6-92CABFE1DA3B}" type="presOf" srcId="{146D6A33-DF4C-4045-B25F-32B634392FC3}" destId="{F7AB2A7C-4F81-4984-9737-5404A0ECDEE4}" srcOrd="0" destOrd="0" presId="urn:microsoft.com/office/officeart/2005/8/layout/list1"/>
    <dgm:cxn modelId="{C431A3E2-22A6-447B-8EA7-DC0D41D1B6EC}" type="presParOf" srcId="{296BB544-42FA-4A14-BDBB-6EE744A79785}" destId="{581F40A5-F510-4A01-8E34-2D2EF348F26A}" srcOrd="0" destOrd="0" presId="urn:microsoft.com/office/officeart/2005/8/layout/list1"/>
    <dgm:cxn modelId="{D6668DD3-02D6-46E2-8DE4-BC04A8B97C4C}" type="presParOf" srcId="{581F40A5-F510-4A01-8E34-2D2EF348F26A}" destId="{A55A7B85-3349-4E02-9907-C3229C1C4272}" srcOrd="0" destOrd="0" presId="urn:microsoft.com/office/officeart/2005/8/layout/list1"/>
    <dgm:cxn modelId="{607D876D-2A85-4231-8FDD-4A3CE21005C0}" type="presParOf" srcId="{581F40A5-F510-4A01-8E34-2D2EF348F26A}" destId="{CAC4714F-7049-45AF-BE40-7BF881C9E567}" srcOrd="1" destOrd="0" presId="urn:microsoft.com/office/officeart/2005/8/layout/list1"/>
    <dgm:cxn modelId="{61682A54-A048-49A6-A640-58D954F7DD48}" type="presParOf" srcId="{296BB544-42FA-4A14-BDBB-6EE744A79785}" destId="{9EFDDA0A-F41A-4061-A387-EDA4FCAB13CC}" srcOrd="1" destOrd="0" presId="urn:microsoft.com/office/officeart/2005/8/layout/list1"/>
    <dgm:cxn modelId="{940B1409-B81D-4542-9C68-BDF6DCDB91E6}" type="presParOf" srcId="{296BB544-42FA-4A14-BDBB-6EE744A79785}" destId="{DA171F13-1AE2-4A3E-A5A3-C19D1729F45F}" srcOrd="2" destOrd="0" presId="urn:microsoft.com/office/officeart/2005/8/layout/list1"/>
    <dgm:cxn modelId="{8CF80CBE-47A0-45EB-BBFD-45E1F0EE265C}" type="presParOf" srcId="{296BB544-42FA-4A14-BDBB-6EE744A79785}" destId="{1B79ADE3-5EAE-4F9A-A8EB-5A1096129B85}" srcOrd="3" destOrd="0" presId="urn:microsoft.com/office/officeart/2005/8/layout/list1"/>
    <dgm:cxn modelId="{BD007286-0FCD-4098-9A67-E08EDDD14036}" type="presParOf" srcId="{296BB544-42FA-4A14-BDBB-6EE744A79785}" destId="{8B4D6446-540D-4BDE-976D-69CAFC96E929}" srcOrd="4" destOrd="0" presId="urn:microsoft.com/office/officeart/2005/8/layout/list1"/>
    <dgm:cxn modelId="{1A9EB529-2BC3-44F3-9025-2072B9066C58}" type="presParOf" srcId="{8B4D6446-540D-4BDE-976D-69CAFC96E929}" destId="{B6E437CC-8EDF-423F-9F6B-50DA5AA14124}" srcOrd="0" destOrd="0" presId="urn:microsoft.com/office/officeart/2005/8/layout/list1"/>
    <dgm:cxn modelId="{03B15553-B8EE-4F90-AA9E-CA8F0D7A3FC9}" type="presParOf" srcId="{8B4D6446-540D-4BDE-976D-69CAFC96E929}" destId="{CF78D18B-BD4A-418F-A251-FD040AC7896C}" srcOrd="1" destOrd="0" presId="urn:microsoft.com/office/officeart/2005/8/layout/list1"/>
    <dgm:cxn modelId="{7E9AE3FC-5E05-4E9D-B562-60A54EB19E1F}" type="presParOf" srcId="{296BB544-42FA-4A14-BDBB-6EE744A79785}" destId="{A24BC1C6-A586-4C02-B9F3-12519AE279E3}" srcOrd="5" destOrd="0" presId="urn:microsoft.com/office/officeart/2005/8/layout/list1"/>
    <dgm:cxn modelId="{19A9A4CD-1E1A-4668-85C4-9BA2C79DA589}" type="presParOf" srcId="{296BB544-42FA-4A14-BDBB-6EE744A79785}" destId="{287C2AFC-2955-46A9-8627-B99D35538F3A}" srcOrd="6" destOrd="0" presId="urn:microsoft.com/office/officeart/2005/8/layout/list1"/>
    <dgm:cxn modelId="{8189626C-4340-4CC4-A8D0-5737DAC4715F}" type="presParOf" srcId="{296BB544-42FA-4A14-BDBB-6EE744A79785}" destId="{EE414DF4-7EF6-48DE-809C-D0F4C340EABC}" srcOrd="7" destOrd="0" presId="urn:microsoft.com/office/officeart/2005/8/layout/list1"/>
    <dgm:cxn modelId="{AA903224-815C-4292-AD84-875EFB5A05DD}" type="presParOf" srcId="{296BB544-42FA-4A14-BDBB-6EE744A79785}" destId="{2CB7397F-4B83-49B6-9FC4-543FD47249C7}" srcOrd="8" destOrd="0" presId="urn:microsoft.com/office/officeart/2005/8/layout/list1"/>
    <dgm:cxn modelId="{5BFF612B-20DB-4654-8E28-C67C25F9C704}" type="presParOf" srcId="{2CB7397F-4B83-49B6-9FC4-543FD47249C7}" destId="{F7AB2A7C-4F81-4984-9737-5404A0ECDEE4}" srcOrd="0" destOrd="0" presId="urn:microsoft.com/office/officeart/2005/8/layout/list1"/>
    <dgm:cxn modelId="{20FC71DA-CC69-486B-BA38-083C4586FD47}" type="presParOf" srcId="{2CB7397F-4B83-49B6-9FC4-543FD47249C7}" destId="{CFD6EC13-007B-4DCA-9755-8433F9B48902}" srcOrd="1" destOrd="0" presId="urn:microsoft.com/office/officeart/2005/8/layout/list1"/>
    <dgm:cxn modelId="{2D419990-5867-438E-9408-A2A5AC314407}" type="presParOf" srcId="{296BB544-42FA-4A14-BDBB-6EE744A79785}" destId="{BBCEAB69-41B8-40BC-B26F-4A0B076B5FB3}" srcOrd="9" destOrd="0" presId="urn:microsoft.com/office/officeart/2005/8/layout/list1"/>
    <dgm:cxn modelId="{F5C71F24-9357-4073-B5C8-0E9FE486F940}" type="presParOf" srcId="{296BB544-42FA-4A14-BDBB-6EE744A79785}" destId="{BFD399DB-8390-4E29-9D5E-00A1285A194B}" srcOrd="10" destOrd="0" presId="urn:microsoft.com/office/officeart/2005/8/layout/list1"/>
    <dgm:cxn modelId="{A60C7344-0844-46A3-8B66-94AF1B5E75BA}" type="presParOf" srcId="{296BB544-42FA-4A14-BDBB-6EE744A79785}" destId="{324F45A7-573D-4667-89D7-6190E10F7E28}" srcOrd="11" destOrd="0" presId="urn:microsoft.com/office/officeart/2005/8/layout/list1"/>
    <dgm:cxn modelId="{4BF1C59E-4E03-4D36-BB25-B184EF20B7AA}" type="presParOf" srcId="{296BB544-42FA-4A14-BDBB-6EE744A79785}" destId="{5C24A4F0-D705-43AB-B2EE-33EA64A81F5B}" srcOrd="12" destOrd="0" presId="urn:microsoft.com/office/officeart/2005/8/layout/list1"/>
    <dgm:cxn modelId="{203160A0-2FE4-4763-A79D-42389E44A038}" type="presParOf" srcId="{5C24A4F0-D705-43AB-B2EE-33EA64A81F5B}" destId="{114B7DA7-44C8-4942-AB76-09DED28D2CF4}" srcOrd="0" destOrd="0" presId="urn:microsoft.com/office/officeart/2005/8/layout/list1"/>
    <dgm:cxn modelId="{515876E8-D819-4F1A-8DED-D63426FA1B4F}" type="presParOf" srcId="{5C24A4F0-D705-43AB-B2EE-33EA64A81F5B}" destId="{FB17E9E5-B890-4EAD-958F-E44D2418052B}" srcOrd="1" destOrd="0" presId="urn:microsoft.com/office/officeart/2005/8/layout/list1"/>
    <dgm:cxn modelId="{96FEAF5D-F0EB-49DF-BC60-ACC31947F3B7}" type="presParOf" srcId="{296BB544-42FA-4A14-BDBB-6EE744A79785}" destId="{57A33C26-3B6B-4F29-9C34-729165158871}" srcOrd="13" destOrd="0" presId="urn:microsoft.com/office/officeart/2005/8/layout/list1"/>
    <dgm:cxn modelId="{C32A067D-2E74-40E9-8EF6-0220A515AC4F}" type="presParOf" srcId="{296BB544-42FA-4A14-BDBB-6EE744A79785}" destId="{22E3C1FD-F5BB-40A4-88C1-F49BFC8F316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6BB91A-BE7E-4ADF-9236-09D43AFC7D63}"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06CEF9AC-DA6B-4683-B6CD-3F2DBBDA943D}">
      <dgm:prSet/>
      <dgm:spPr/>
      <dgm:t>
        <a:bodyPr/>
        <a:lstStyle/>
        <a:p>
          <a:r>
            <a:rPr lang="en-US"/>
            <a:t>Patients have the right to make informed decisions about their care.</a:t>
          </a:r>
        </a:p>
      </dgm:t>
    </dgm:pt>
    <dgm:pt modelId="{37D49DD6-CC60-4D18-9B89-D4380E0EC774}" type="parTrans" cxnId="{9BAD0321-ADA8-49AF-9470-EAAC07DC2125}">
      <dgm:prSet/>
      <dgm:spPr/>
      <dgm:t>
        <a:bodyPr/>
        <a:lstStyle/>
        <a:p>
          <a:endParaRPr lang="en-US"/>
        </a:p>
      </dgm:t>
    </dgm:pt>
    <dgm:pt modelId="{FD37C98B-F8D0-4CF4-90F5-38E192C15F33}" type="sibTrans" cxnId="{9BAD0321-ADA8-49AF-9470-EAAC07DC2125}">
      <dgm:prSet/>
      <dgm:spPr/>
      <dgm:t>
        <a:bodyPr/>
        <a:lstStyle/>
        <a:p>
          <a:endParaRPr lang="en-US"/>
        </a:p>
      </dgm:t>
    </dgm:pt>
    <dgm:pt modelId="{7E7EA8DD-C4A4-4A56-BCA6-A5A38370E924}">
      <dgm:prSet/>
      <dgm:spPr/>
      <dgm:t>
        <a:bodyPr/>
        <a:lstStyle/>
        <a:p>
          <a:r>
            <a:rPr lang="en-US"/>
            <a:t>Example: A terminally ill patient refuses further aggressive treatment. The physician must respect their decision while ensuring they understand all consequences.</a:t>
          </a:r>
        </a:p>
      </dgm:t>
    </dgm:pt>
    <dgm:pt modelId="{9E7F4E2A-A3E5-4BF2-9908-8CADA050680A}" type="parTrans" cxnId="{C95E0AA5-B43F-441B-82C8-8DD9FF708E8F}">
      <dgm:prSet/>
      <dgm:spPr/>
      <dgm:t>
        <a:bodyPr/>
        <a:lstStyle/>
        <a:p>
          <a:endParaRPr lang="en-US"/>
        </a:p>
      </dgm:t>
    </dgm:pt>
    <dgm:pt modelId="{6E7B39EB-7186-4860-BB29-B7A205214E1B}" type="sibTrans" cxnId="{C95E0AA5-B43F-441B-82C8-8DD9FF708E8F}">
      <dgm:prSet/>
      <dgm:spPr/>
      <dgm:t>
        <a:bodyPr/>
        <a:lstStyle/>
        <a:p>
          <a:endParaRPr lang="en-US"/>
        </a:p>
      </dgm:t>
    </dgm:pt>
    <dgm:pt modelId="{AB4C6068-7244-4887-BA76-134D6E4321AD}" type="pres">
      <dgm:prSet presAssocID="{4F6BB91A-BE7E-4ADF-9236-09D43AFC7D63}" presName="vert0" presStyleCnt="0">
        <dgm:presLayoutVars>
          <dgm:dir/>
          <dgm:animOne val="branch"/>
          <dgm:animLvl val="lvl"/>
        </dgm:presLayoutVars>
      </dgm:prSet>
      <dgm:spPr/>
    </dgm:pt>
    <dgm:pt modelId="{BE543EDA-6C70-40F5-BA37-A3026C314B05}" type="pres">
      <dgm:prSet presAssocID="{06CEF9AC-DA6B-4683-B6CD-3F2DBBDA943D}" presName="thickLine" presStyleLbl="alignNode1" presStyleIdx="0" presStyleCnt="2"/>
      <dgm:spPr/>
    </dgm:pt>
    <dgm:pt modelId="{2BAAAAA5-4CC3-4DBC-9622-4F901DC58F16}" type="pres">
      <dgm:prSet presAssocID="{06CEF9AC-DA6B-4683-B6CD-3F2DBBDA943D}" presName="horz1" presStyleCnt="0"/>
      <dgm:spPr/>
    </dgm:pt>
    <dgm:pt modelId="{734FD2FB-6075-4687-9E8E-269C02F5BF0C}" type="pres">
      <dgm:prSet presAssocID="{06CEF9AC-DA6B-4683-B6CD-3F2DBBDA943D}" presName="tx1" presStyleLbl="revTx" presStyleIdx="0" presStyleCnt="2"/>
      <dgm:spPr/>
    </dgm:pt>
    <dgm:pt modelId="{794EA3C2-3E1E-40E6-98F0-820FB6D8B65F}" type="pres">
      <dgm:prSet presAssocID="{06CEF9AC-DA6B-4683-B6CD-3F2DBBDA943D}" presName="vert1" presStyleCnt="0"/>
      <dgm:spPr/>
    </dgm:pt>
    <dgm:pt modelId="{53F3A70B-AB7D-461F-8B1C-BFCD71A8B39E}" type="pres">
      <dgm:prSet presAssocID="{7E7EA8DD-C4A4-4A56-BCA6-A5A38370E924}" presName="thickLine" presStyleLbl="alignNode1" presStyleIdx="1" presStyleCnt="2"/>
      <dgm:spPr/>
    </dgm:pt>
    <dgm:pt modelId="{2F4DB691-D0D6-4190-BEB4-0E2A2DFEE18D}" type="pres">
      <dgm:prSet presAssocID="{7E7EA8DD-C4A4-4A56-BCA6-A5A38370E924}" presName="horz1" presStyleCnt="0"/>
      <dgm:spPr/>
    </dgm:pt>
    <dgm:pt modelId="{3E045065-A057-49E4-9E56-2CC5730BCA84}" type="pres">
      <dgm:prSet presAssocID="{7E7EA8DD-C4A4-4A56-BCA6-A5A38370E924}" presName="tx1" presStyleLbl="revTx" presStyleIdx="1" presStyleCnt="2"/>
      <dgm:spPr/>
    </dgm:pt>
    <dgm:pt modelId="{750F4A35-CD07-4D24-A269-7768575A69BD}" type="pres">
      <dgm:prSet presAssocID="{7E7EA8DD-C4A4-4A56-BCA6-A5A38370E924}" presName="vert1" presStyleCnt="0"/>
      <dgm:spPr/>
    </dgm:pt>
  </dgm:ptLst>
  <dgm:cxnLst>
    <dgm:cxn modelId="{9BAD0321-ADA8-49AF-9470-EAAC07DC2125}" srcId="{4F6BB91A-BE7E-4ADF-9236-09D43AFC7D63}" destId="{06CEF9AC-DA6B-4683-B6CD-3F2DBBDA943D}" srcOrd="0" destOrd="0" parTransId="{37D49DD6-CC60-4D18-9B89-D4380E0EC774}" sibTransId="{FD37C98B-F8D0-4CF4-90F5-38E192C15F33}"/>
    <dgm:cxn modelId="{3632C622-9176-41E6-A8DC-51643EAC8630}" type="presOf" srcId="{06CEF9AC-DA6B-4683-B6CD-3F2DBBDA943D}" destId="{734FD2FB-6075-4687-9E8E-269C02F5BF0C}" srcOrd="0" destOrd="0" presId="urn:microsoft.com/office/officeart/2008/layout/LinedList"/>
    <dgm:cxn modelId="{CEEFEC80-2A3F-4665-BDA1-D0A9C6A58716}" type="presOf" srcId="{4F6BB91A-BE7E-4ADF-9236-09D43AFC7D63}" destId="{AB4C6068-7244-4887-BA76-134D6E4321AD}" srcOrd="0" destOrd="0" presId="urn:microsoft.com/office/officeart/2008/layout/LinedList"/>
    <dgm:cxn modelId="{C95E0AA5-B43F-441B-82C8-8DD9FF708E8F}" srcId="{4F6BB91A-BE7E-4ADF-9236-09D43AFC7D63}" destId="{7E7EA8DD-C4A4-4A56-BCA6-A5A38370E924}" srcOrd="1" destOrd="0" parTransId="{9E7F4E2A-A3E5-4BF2-9908-8CADA050680A}" sibTransId="{6E7B39EB-7186-4860-BB29-B7A205214E1B}"/>
    <dgm:cxn modelId="{2DE5D2E7-1302-417D-8EA3-2C984833AE95}" type="presOf" srcId="{7E7EA8DD-C4A4-4A56-BCA6-A5A38370E924}" destId="{3E045065-A057-49E4-9E56-2CC5730BCA84}" srcOrd="0" destOrd="0" presId="urn:microsoft.com/office/officeart/2008/layout/LinedList"/>
    <dgm:cxn modelId="{B46E6D67-3BF2-43B7-9ED4-6E3F81939FCA}" type="presParOf" srcId="{AB4C6068-7244-4887-BA76-134D6E4321AD}" destId="{BE543EDA-6C70-40F5-BA37-A3026C314B05}" srcOrd="0" destOrd="0" presId="urn:microsoft.com/office/officeart/2008/layout/LinedList"/>
    <dgm:cxn modelId="{7F47AC40-AA6E-4E40-A5F6-0D382BAD67B5}" type="presParOf" srcId="{AB4C6068-7244-4887-BA76-134D6E4321AD}" destId="{2BAAAAA5-4CC3-4DBC-9622-4F901DC58F16}" srcOrd="1" destOrd="0" presId="urn:microsoft.com/office/officeart/2008/layout/LinedList"/>
    <dgm:cxn modelId="{DBB25E0C-E23E-4EA9-BD88-9316D0E705CF}" type="presParOf" srcId="{2BAAAAA5-4CC3-4DBC-9622-4F901DC58F16}" destId="{734FD2FB-6075-4687-9E8E-269C02F5BF0C}" srcOrd="0" destOrd="0" presId="urn:microsoft.com/office/officeart/2008/layout/LinedList"/>
    <dgm:cxn modelId="{5FFD5222-C460-4208-B62F-A6A819F3B5CC}" type="presParOf" srcId="{2BAAAAA5-4CC3-4DBC-9622-4F901DC58F16}" destId="{794EA3C2-3E1E-40E6-98F0-820FB6D8B65F}" srcOrd="1" destOrd="0" presId="urn:microsoft.com/office/officeart/2008/layout/LinedList"/>
    <dgm:cxn modelId="{30058734-CB76-4AF0-9D78-9CAE99CB5062}" type="presParOf" srcId="{AB4C6068-7244-4887-BA76-134D6E4321AD}" destId="{53F3A70B-AB7D-461F-8B1C-BFCD71A8B39E}" srcOrd="2" destOrd="0" presId="urn:microsoft.com/office/officeart/2008/layout/LinedList"/>
    <dgm:cxn modelId="{4B5454EB-E0A3-499A-BA26-0FF582A2A607}" type="presParOf" srcId="{AB4C6068-7244-4887-BA76-134D6E4321AD}" destId="{2F4DB691-D0D6-4190-BEB4-0E2A2DFEE18D}" srcOrd="3" destOrd="0" presId="urn:microsoft.com/office/officeart/2008/layout/LinedList"/>
    <dgm:cxn modelId="{CC5400AA-D106-42EF-A960-474298AFD638}" type="presParOf" srcId="{2F4DB691-D0D6-4190-BEB4-0E2A2DFEE18D}" destId="{3E045065-A057-49E4-9E56-2CC5730BCA84}" srcOrd="0" destOrd="0" presId="urn:microsoft.com/office/officeart/2008/layout/LinedList"/>
    <dgm:cxn modelId="{8DA28F3F-94FB-4B65-B535-A343E78C44B4}" type="presParOf" srcId="{2F4DB691-D0D6-4190-BEB4-0E2A2DFEE18D}" destId="{750F4A35-CD07-4D24-A269-7768575A69B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009E9A-1367-4B2E-B450-3C051CD80A2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9E22148-7DCF-4030-B8E5-550B3B60D2F3}">
      <dgm:prSet/>
      <dgm:spPr/>
      <dgm:t>
        <a:bodyPr/>
        <a:lstStyle/>
        <a:p>
          <a:pPr>
            <a:lnSpc>
              <a:spcPct val="100000"/>
            </a:lnSpc>
          </a:pPr>
          <a:r>
            <a:rPr lang="en-US"/>
            <a:t>'Do no harm' by minimizing unnecessary risks.</a:t>
          </a:r>
        </a:p>
      </dgm:t>
    </dgm:pt>
    <dgm:pt modelId="{09DDCA8C-BDA7-4353-8D74-F4682E5532F5}" type="parTrans" cxnId="{17FF378B-0457-4EF0-BFA0-06744F8F0CEB}">
      <dgm:prSet/>
      <dgm:spPr/>
      <dgm:t>
        <a:bodyPr/>
        <a:lstStyle/>
        <a:p>
          <a:endParaRPr lang="en-US"/>
        </a:p>
      </dgm:t>
    </dgm:pt>
    <dgm:pt modelId="{B0D205C3-B223-4DA9-BC14-7AAB63A93DB5}" type="sibTrans" cxnId="{17FF378B-0457-4EF0-BFA0-06744F8F0CEB}">
      <dgm:prSet/>
      <dgm:spPr/>
      <dgm:t>
        <a:bodyPr/>
        <a:lstStyle/>
        <a:p>
          <a:endParaRPr lang="en-US"/>
        </a:p>
      </dgm:t>
    </dgm:pt>
    <dgm:pt modelId="{F4C76B0F-A701-4144-A482-20820731A123}">
      <dgm:prSet/>
      <dgm:spPr/>
      <dgm:t>
        <a:bodyPr/>
        <a:lstStyle/>
        <a:p>
          <a:pPr>
            <a:lnSpc>
              <a:spcPct val="100000"/>
            </a:lnSpc>
          </a:pPr>
          <a:r>
            <a:rPr lang="en-US"/>
            <a:t>Example: Avoiding excessive imaging tests that could lead to radiation exposure without substantial diagnostic benefit.</a:t>
          </a:r>
        </a:p>
      </dgm:t>
    </dgm:pt>
    <dgm:pt modelId="{78A5DB90-7957-4E7C-ACD6-1824E1A665AC}" type="parTrans" cxnId="{38982872-9516-452C-ABDE-C886AD83B484}">
      <dgm:prSet/>
      <dgm:spPr/>
      <dgm:t>
        <a:bodyPr/>
        <a:lstStyle/>
        <a:p>
          <a:endParaRPr lang="en-US"/>
        </a:p>
      </dgm:t>
    </dgm:pt>
    <dgm:pt modelId="{EED7AD27-1096-404D-93F2-C62C9C3A648A}" type="sibTrans" cxnId="{38982872-9516-452C-ABDE-C886AD83B484}">
      <dgm:prSet/>
      <dgm:spPr/>
      <dgm:t>
        <a:bodyPr/>
        <a:lstStyle/>
        <a:p>
          <a:endParaRPr lang="en-US"/>
        </a:p>
      </dgm:t>
    </dgm:pt>
    <dgm:pt modelId="{42C0A1D2-EC92-4BFB-B88C-D68F94A597DF}" type="pres">
      <dgm:prSet presAssocID="{87009E9A-1367-4B2E-B450-3C051CD80A26}" presName="root" presStyleCnt="0">
        <dgm:presLayoutVars>
          <dgm:dir/>
          <dgm:resizeHandles val="exact"/>
        </dgm:presLayoutVars>
      </dgm:prSet>
      <dgm:spPr/>
    </dgm:pt>
    <dgm:pt modelId="{8077693D-4183-49CC-B3C8-3791B11527B1}" type="pres">
      <dgm:prSet presAssocID="{99E22148-7DCF-4030-B8E5-550B3B60D2F3}" presName="compNode" presStyleCnt="0"/>
      <dgm:spPr/>
    </dgm:pt>
    <dgm:pt modelId="{5771449D-9384-422F-9AB0-437CD337230A}" type="pres">
      <dgm:prSet presAssocID="{99E22148-7DCF-4030-B8E5-550B3B60D2F3}" presName="bgRect" presStyleLbl="bgShp" presStyleIdx="0" presStyleCnt="2"/>
      <dgm:spPr/>
    </dgm:pt>
    <dgm:pt modelId="{C1346A0F-46AA-4627-9B03-FE94EBF19BB3}" type="pres">
      <dgm:prSet presAssocID="{99E22148-7DCF-4030-B8E5-550B3B60D2F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tor"/>
        </a:ext>
      </dgm:extLst>
    </dgm:pt>
    <dgm:pt modelId="{4A47A825-458C-48A4-8F4C-257F7F6362DD}" type="pres">
      <dgm:prSet presAssocID="{99E22148-7DCF-4030-B8E5-550B3B60D2F3}" presName="spaceRect" presStyleCnt="0"/>
      <dgm:spPr/>
    </dgm:pt>
    <dgm:pt modelId="{8F18C839-648D-4DB1-A575-8DF94FAD5E84}" type="pres">
      <dgm:prSet presAssocID="{99E22148-7DCF-4030-B8E5-550B3B60D2F3}" presName="parTx" presStyleLbl="revTx" presStyleIdx="0" presStyleCnt="2">
        <dgm:presLayoutVars>
          <dgm:chMax val="0"/>
          <dgm:chPref val="0"/>
        </dgm:presLayoutVars>
      </dgm:prSet>
      <dgm:spPr/>
    </dgm:pt>
    <dgm:pt modelId="{52227759-03D2-4387-B19D-F37E5C1D3437}" type="pres">
      <dgm:prSet presAssocID="{B0D205C3-B223-4DA9-BC14-7AAB63A93DB5}" presName="sibTrans" presStyleCnt="0"/>
      <dgm:spPr/>
    </dgm:pt>
    <dgm:pt modelId="{E32C1B54-2C5C-4C43-B57E-3A724CBF9613}" type="pres">
      <dgm:prSet presAssocID="{F4C76B0F-A701-4144-A482-20820731A123}" presName="compNode" presStyleCnt="0"/>
      <dgm:spPr/>
    </dgm:pt>
    <dgm:pt modelId="{33062C1A-13EA-44DD-91B9-197FDCA1B954}" type="pres">
      <dgm:prSet presAssocID="{F4C76B0F-A701-4144-A482-20820731A123}" presName="bgRect" presStyleLbl="bgShp" presStyleIdx="1" presStyleCnt="2"/>
      <dgm:spPr/>
    </dgm:pt>
    <dgm:pt modelId="{AF4F2D5B-726A-4DCE-BA19-C363D8E0809D}" type="pres">
      <dgm:prSet presAssocID="{F4C76B0F-A701-4144-A482-20820731A12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dioactive"/>
        </a:ext>
      </dgm:extLst>
    </dgm:pt>
    <dgm:pt modelId="{1E09C353-7235-486E-BAF2-844CC92B66BB}" type="pres">
      <dgm:prSet presAssocID="{F4C76B0F-A701-4144-A482-20820731A123}" presName="spaceRect" presStyleCnt="0"/>
      <dgm:spPr/>
    </dgm:pt>
    <dgm:pt modelId="{48390AD6-5BEE-45A8-BB04-43C4C04FE074}" type="pres">
      <dgm:prSet presAssocID="{F4C76B0F-A701-4144-A482-20820731A123}" presName="parTx" presStyleLbl="revTx" presStyleIdx="1" presStyleCnt="2">
        <dgm:presLayoutVars>
          <dgm:chMax val="0"/>
          <dgm:chPref val="0"/>
        </dgm:presLayoutVars>
      </dgm:prSet>
      <dgm:spPr/>
    </dgm:pt>
  </dgm:ptLst>
  <dgm:cxnLst>
    <dgm:cxn modelId="{F4FFCF0E-5ACB-43D9-B617-DE69CCBEC170}" type="presOf" srcId="{87009E9A-1367-4B2E-B450-3C051CD80A26}" destId="{42C0A1D2-EC92-4BFB-B88C-D68F94A597DF}" srcOrd="0" destOrd="0" presId="urn:microsoft.com/office/officeart/2018/2/layout/IconVerticalSolidList"/>
    <dgm:cxn modelId="{38982872-9516-452C-ABDE-C886AD83B484}" srcId="{87009E9A-1367-4B2E-B450-3C051CD80A26}" destId="{F4C76B0F-A701-4144-A482-20820731A123}" srcOrd="1" destOrd="0" parTransId="{78A5DB90-7957-4E7C-ACD6-1824E1A665AC}" sibTransId="{EED7AD27-1096-404D-93F2-C62C9C3A648A}"/>
    <dgm:cxn modelId="{D7C1828A-277E-4296-8675-0F1DA2801BC1}" type="presOf" srcId="{99E22148-7DCF-4030-B8E5-550B3B60D2F3}" destId="{8F18C839-648D-4DB1-A575-8DF94FAD5E84}" srcOrd="0" destOrd="0" presId="urn:microsoft.com/office/officeart/2018/2/layout/IconVerticalSolidList"/>
    <dgm:cxn modelId="{17FF378B-0457-4EF0-BFA0-06744F8F0CEB}" srcId="{87009E9A-1367-4B2E-B450-3C051CD80A26}" destId="{99E22148-7DCF-4030-B8E5-550B3B60D2F3}" srcOrd="0" destOrd="0" parTransId="{09DDCA8C-BDA7-4353-8D74-F4682E5532F5}" sibTransId="{B0D205C3-B223-4DA9-BC14-7AAB63A93DB5}"/>
    <dgm:cxn modelId="{2DAA02BE-531C-4D90-8012-BBA7D7B3C050}" type="presOf" srcId="{F4C76B0F-A701-4144-A482-20820731A123}" destId="{48390AD6-5BEE-45A8-BB04-43C4C04FE074}" srcOrd="0" destOrd="0" presId="urn:microsoft.com/office/officeart/2018/2/layout/IconVerticalSolidList"/>
    <dgm:cxn modelId="{EE2159D4-8AD1-4ABC-A49C-389E2E87AD17}" type="presParOf" srcId="{42C0A1D2-EC92-4BFB-B88C-D68F94A597DF}" destId="{8077693D-4183-49CC-B3C8-3791B11527B1}" srcOrd="0" destOrd="0" presId="urn:microsoft.com/office/officeart/2018/2/layout/IconVerticalSolidList"/>
    <dgm:cxn modelId="{2E914CDF-1D30-4299-9E7C-033BBF7380CE}" type="presParOf" srcId="{8077693D-4183-49CC-B3C8-3791B11527B1}" destId="{5771449D-9384-422F-9AB0-437CD337230A}" srcOrd="0" destOrd="0" presId="urn:microsoft.com/office/officeart/2018/2/layout/IconVerticalSolidList"/>
    <dgm:cxn modelId="{518AA23E-0D51-4CA0-90B6-1F4ECFECDDB6}" type="presParOf" srcId="{8077693D-4183-49CC-B3C8-3791B11527B1}" destId="{C1346A0F-46AA-4627-9B03-FE94EBF19BB3}" srcOrd="1" destOrd="0" presId="urn:microsoft.com/office/officeart/2018/2/layout/IconVerticalSolidList"/>
    <dgm:cxn modelId="{30CAC924-2CC7-4D8F-9CAB-B7439C6DB98C}" type="presParOf" srcId="{8077693D-4183-49CC-B3C8-3791B11527B1}" destId="{4A47A825-458C-48A4-8F4C-257F7F6362DD}" srcOrd="2" destOrd="0" presId="urn:microsoft.com/office/officeart/2018/2/layout/IconVerticalSolidList"/>
    <dgm:cxn modelId="{551186DD-2EC9-4170-8836-038A0247C2FD}" type="presParOf" srcId="{8077693D-4183-49CC-B3C8-3791B11527B1}" destId="{8F18C839-648D-4DB1-A575-8DF94FAD5E84}" srcOrd="3" destOrd="0" presId="urn:microsoft.com/office/officeart/2018/2/layout/IconVerticalSolidList"/>
    <dgm:cxn modelId="{D6CB6163-7E9C-4428-AAD0-E59E8653ED5B}" type="presParOf" srcId="{42C0A1D2-EC92-4BFB-B88C-D68F94A597DF}" destId="{52227759-03D2-4387-B19D-F37E5C1D3437}" srcOrd="1" destOrd="0" presId="urn:microsoft.com/office/officeart/2018/2/layout/IconVerticalSolidList"/>
    <dgm:cxn modelId="{5F1287EE-2993-477B-B94B-7DAEABCED6D9}" type="presParOf" srcId="{42C0A1D2-EC92-4BFB-B88C-D68F94A597DF}" destId="{E32C1B54-2C5C-4C43-B57E-3A724CBF9613}" srcOrd="2" destOrd="0" presId="urn:microsoft.com/office/officeart/2018/2/layout/IconVerticalSolidList"/>
    <dgm:cxn modelId="{004CE9EF-D1DC-4A75-84F5-FED3C8BFAA86}" type="presParOf" srcId="{E32C1B54-2C5C-4C43-B57E-3A724CBF9613}" destId="{33062C1A-13EA-44DD-91B9-197FDCA1B954}" srcOrd="0" destOrd="0" presId="urn:microsoft.com/office/officeart/2018/2/layout/IconVerticalSolidList"/>
    <dgm:cxn modelId="{EC1616D7-CCCF-473E-9B58-2D871326AECD}" type="presParOf" srcId="{E32C1B54-2C5C-4C43-B57E-3A724CBF9613}" destId="{AF4F2D5B-726A-4DCE-BA19-C363D8E0809D}" srcOrd="1" destOrd="0" presId="urn:microsoft.com/office/officeart/2018/2/layout/IconVerticalSolidList"/>
    <dgm:cxn modelId="{23BC83CD-C96C-4A83-8DEB-A64730E989D3}" type="presParOf" srcId="{E32C1B54-2C5C-4C43-B57E-3A724CBF9613}" destId="{1E09C353-7235-486E-BAF2-844CC92B66BB}" srcOrd="2" destOrd="0" presId="urn:microsoft.com/office/officeart/2018/2/layout/IconVerticalSolidList"/>
    <dgm:cxn modelId="{19C5595B-A3F3-47F0-9BD1-3AC0E4CFE2BF}" type="presParOf" srcId="{E32C1B54-2C5C-4C43-B57E-3A724CBF9613}" destId="{48390AD6-5BEE-45A8-BB04-43C4C04FE07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131FC4-C1C4-4924-BAC8-B76AB5EA0F1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559E375-6A43-4D35-828C-5CAA8EA87D99}">
      <dgm:prSet/>
      <dgm:spPr/>
      <dgm:t>
        <a:bodyPr/>
        <a:lstStyle/>
        <a:p>
          <a:r>
            <a:rPr lang="en-US"/>
            <a:t>Ensuring fair access to healthcare resources and treatments.</a:t>
          </a:r>
        </a:p>
      </dgm:t>
    </dgm:pt>
    <dgm:pt modelId="{AEA73192-440C-4065-9B58-995EC1445C3A}" type="parTrans" cxnId="{FBD61A39-CEB7-4B27-B776-7518D9DFA87A}">
      <dgm:prSet/>
      <dgm:spPr/>
      <dgm:t>
        <a:bodyPr/>
        <a:lstStyle/>
        <a:p>
          <a:endParaRPr lang="en-US"/>
        </a:p>
      </dgm:t>
    </dgm:pt>
    <dgm:pt modelId="{74A8FD33-F2EC-4C50-8E6F-AE5E6D9FE29B}" type="sibTrans" cxnId="{FBD61A39-CEB7-4B27-B776-7518D9DFA87A}">
      <dgm:prSet/>
      <dgm:spPr/>
      <dgm:t>
        <a:bodyPr/>
        <a:lstStyle/>
        <a:p>
          <a:endParaRPr lang="en-US"/>
        </a:p>
      </dgm:t>
    </dgm:pt>
    <dgm:pt modelId="{09DDD6F5-F355-44E6-B62A-C7D6599CE7CB}">
      <dgm:prSet/>
      <dgm:spPr/>
      <dgm:t>
        <a:bodyPr/>
        <a:lstStyle/>
        <a:p>
          <a:r>
            <a:rPr lang="en-US" dirty="0"/>
            <a:t>Example: During a hospital bed shortage, physicians must prioritize critical patients based on medical criteria rather than socioeconomic status.</a:t>
          </a:r>
        </a:p>
      </dgm:t>
    </dgm:pt>
    <dgm:pt modelId="{881CD022-E96F-445E-881F-1AC4890368F9}" type="parTrans" cxnId="{07ED09B6-233F-4304-AA70-0F91D9220A38}">
      <dgm:prSet/>
      <dgm:spPr/>
      <dgm:t>
        <a:bodyPr/>
        <a:lstStyle/>
        <a:p>
          <a:endParaRPr lang="en-US"/>
        </a:p>
      </dgm:t>
    </dgm:pt>
    <dgm:pt modelId="{6F86158C-DB33-44F8-BD97-610BA7F6A25B}" type="sibTrans" cxnId="{07ED09B6-233F-4304-AA70-0F91D9220A38}">
      <dgm:prSet/>
      <dgm:spPr/>
      <dgm:t>
        <a:bodyPr/>
        <a:lstStyle/>
        <a:p>
          <a:endParaRPr lang="en-US"/>
        </a:p>
      </dgm:t>
    </dgm:pt>
    <dgm:pt modelId="{2670FEE4-08B3-4F32-9799-0A785A1C89B6}" type="pres">
      <dgm:prSet presAssocID="{5E131FC4-C1C4-4924-BAC8-B76AB5EA0F1F}" presName="root" presStyleCnt="0">
        <dgm:presLayoutVars>
          <dgm:dir/>
          <dgm:resizeHandles val="exact"/>
        </dgm:presLayoutVars>
      </dgm:prSet>
      <dgm:spPr/>
    </dgm:pt>
    <dgm:pt modelId="{CFF4FE0A-4EE1-4FE0-922D-D08CD16EE212}" type="pres">
      <dgm:prSet presAssocID="{7559E375-6A43-4D35-828C-5CAA8EA87D99}" presName="compNode" presStyleCnt="0"/>
      <dgm:spPr/>
    </dgm:pt>
    <dgm:pt modelId="{AE06B849-0A7B-494B-9B8D-D70E2B7ABD41}" type="pres">
      <dgm:prSet presAssocID="{7559E375-6A43-4D35-828C-5CAA8EA87D99}" presName="bgRect" presStyleLbl="bgShp" presStyleIdx="0" presStyleCnt="2"/>
      <dgm:spPr/>
    </dgm:pt>
    <dgm:pt modelId="{3C9D657B-D5D2-4541-AB4F-6F9D9EF34EE7}" type="pres">
      <dgm:prSet presAssocID="{7559E375-6A43-4D35-828C-5CAA8EA87D9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0AF5E8C3-4E14-44AF-95FF-4EAE4355B0BE}" type="pres">
      <dgm:prSet presAssocID="{7559E375-6A43-4D35-828C-5CAA8EA87D99}" presName="spaceRect" presStyleCnt="0"/>
      <dgm:spPr/>
    </dgm:pt>
    <dgm:pt modelId="{177CF65C-8468-4C53-81A1-65ECFFF2E006}" type="pres">
      <dgm:prSet presAssocID="{7559E375-6A43-4D35-828C-5CAA8EA87D99}" presName="parTx" presStyleLbl="revTx" presStyleIdx="0" presStyleCnt="2">
        <dgm:presLayoutVars>
          <dgm:chMax val="0"/>
          <dgm:chPref val="0"/>
        </dgm:presLayoutVars>
      </dgm:prSet>
      <dgm:spPr/>
    </dgm:pt>
    <dgm:pt modelId="{93049E1E-08CF-4FB2-BA6E-B86AD253002A}" type="pres">
      <dgm:prSet presAssocID="{74A8FD33-F2EC-4C50-8E6F-AE5E6D9FE29B}" presName="sibTrans" presStyleCnt="0"/>
      <dgm:spPr/>
    </dgm:pt>
    <dgm:pt modelId="{E4BCFC50-5514-4DBA-BE2E-60E9E22D0B6D}" type="pres">
      <dgm:prSet presAssocID="{09DDD6F5-F355-44E6-B62A-C7D6599CE7CB}" presName="compNode" presStyleCnt="0"/>
      <dgm:spPr/>
    </dgm:pt>
    <dgm:pt modelId="{B2AE0733-776F-49A0-9779-E348E917DDAA}" type="pres">
      <dgm:prSet presAssocID="{09DDD6F5-F355-44E6-B62A-C7D6599CE7CB}" presName="bgRect" presStyleLbl="bgShp" presStyleIdx="1" presStyleCnt="2"/>
      <dgm:spPr/>
    </dgm:pt>
    <dgm:pt modelId="{C6F4D2EA-8D78-4691-9718-E6874FBFF916}" type="pres">
      <dgm:prSet presAssocID="{09DDD6F5-F355-44E6-B62A-C7D6599CE7C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spital"/>
        </a:ext>
      </dgm:extLst>
    </dgm:pt>
    <dgm:pt modelId="{3D463424-D0BE-422B-A1D0-7FFC1C2CF350}" type="pres">
      <dgm:prSet presAssocID="{09DDD6F5-F355-44E6-B62A-C7D6599CE7CB}" presName="spaceRect" presStyleCnt="0"/>
      <dgm:spPr/>
    </dgm:pt>
    <dgm:pt modelId="{53864208-8C87-4E56-88B4-0480361A208F}" type="pres">
      <dgm:prSet presAssocID="{09DDD6F5-F355-44E6-B62A-C7D6599CE7CB}" presName="parTx" presStyleLbl="revTx" presStyleIdx="1" presStyleCnt="2">
        <dgm:presLayoutVars>
          <dgm:chMax val="0"/>
          <dgm:chPref val="0"/>
        </dgm:presLayoutVars>
      </dgm:prSet>
      <dgm:spPr/>
    </dgm:pt>
  </dgm:ptLst>
  <dgm:cxnLst>
    <dgm:cxn modelId="{99AB3B1C-85A7-40CA-99E3-13FE1526A575}" type="presOf" srcId="{09DDD6F5-F355-44E6-B62A-C7D6599CE7CB}" destId="{53864208-8C87-4E56-88B4-0480361A208F}" srcOrd="0" destOrd="0" presId="urn:microsoft.com/office/officeart/2018/2/layout/IconVerticalSolidList"/>
    <dgm:cxn modelId="{FBD61A39-CEB7-4B27-B776-7518D9DFA87A}" srcId="{5E131FC4-C1C4-4924-BAC8-B76AB5EA0F1F}" destId="{7559E375-6A43-4D35-828C-5CAA8EA87D99}" srcOrd="0" destOrd="0" parTransId="{AEA73192-440C-4065-9B58-995EC1445C3A}" sibTransId="{74A8FD33-F2EC-4C50-8E6F-AE5E6D9FE29B}"/>
    <dgm:cxn modelId="{07ED09B6-233F-4304-AA70-0F91D9220A38}" srcId="{5E131FC4-C1C4-4924-BAC8-B76AB5EA0F1F}" destId="{09DDD6F5-F355-44E6-B62A-C7D6599CE7CB}" srcOrd="1" destOrd="0" parTransId="{881CD022-E96F-445E-881F-1AC4890368F9}" sibTransId="{6F86158C-DB33-44F8-BD97-610BA7F6A25B}"/>
    <dgm:cxn modelId="{49BFAFBD-08D7-4413-B3CF-27CB01F36752}" type="presOf" srcId="{7559E375-6A43-4D35-828C-5CAA8EA87D99}" destId="{177CF65C-8468-4C53-81A1-65ECFFF2E006}" srcOrd="0" destOrd="0" presId="urn:microsoft.com/office/officeart/2018/2/layout/IconVerticalSolidList"/>
    <dgm:cxn modelId="{E6DC0AF5-782B-4C38-96F6-AC9364C2FE81}" type="presOf" srcId="{5E131FC4-C1C4-4924-BAC8-B76AB5EA0F1F}" destId="{2670FEE4-08B3-4F32-9799-0A785A1C89B6}" srcOrd="0" destOrd="0" presId="urn:microsoft.com/office/officeart/2018/2/layout/IconVerticalSolidList"/>
    <dgm:cxn modelId="{0D9C3143-4259-4530-A61C-01E2B87ACE98}" type="presParOf" srcId="{2670FEE4-08B3-4F32-9799-0A785A1C89B6}" destId="{CFF4FE0A-4EE1-4FE0-922D-D08CD16EE212}" srcOrd="0" destOrd="0" presId="urn:microsoft.com/office/officeart/2018/2/layout/IconVerticalSolidList"/>
    <dgm:cxn modelId="{E6A43C26-65BD-4F81-9C22-4EA54BB1E070}" type="presParOf" srcId="{CFF4FE0A-4EE1-4FE0-922D-D08CD16EE212}" destId="{AE06B849-0A7B-494B-9B8D-D70E2B7ABD41}" srcOrd="0" destOrd="0" presId="urn:microsoft.com/office/officeart/2018/2/layout/IconVerticalSolidList"/>
    <dgm:cxn modelId="{88952420-1F73-42EA-9CD8-4786350A4F5C}" type="presParOf" srcId="{CFF4FE0A-4EE1-4FE0-922D-D08CD16EE212}" destId="{3C9D657B-D5D2-4541-AB4F-6F9D9EF34EE7}" srcOrd="1" destOrd="0" presId="urn:microsoft.com/office/officeart/2018/2/layout/IconVerticalSolidList"/>
    <dgm:cxn modelId="{C00D6889-3963-4DDC-8F68-CCFC4C8CD68F}" type="presParOf" srcId="{CFF4FE0A-4EE1-4FE0-922D-D08CD16EE212}" destId="{0AF5E8C3-4E14-44AF-95FF-4EAE4355B0BE}" srcOrd="2" destOrd="0" presId="urn:microsoft.com/office/officeart/2018/2/layout/IconVerticalSolidList"/>
    <dgm:cxn modelId="{CCD5799D-22F0-4341-A7AA-47AF65F8CC1F}" type="presParOf" srcId="{CFF4FE0A-4EE1-4FE0-922D-D08CD16EE212}" destId="{177CF65C-8468-4C53-81A1-65ECFFF2E006}" srcOrd="3" destOrd="0" presId="urn:microsoft.com/office/officeart/2018/2/layout/IconVerticalSolidList"/>
    <dgm:cxn modelId="{DDA77452-616E-4FF6-9B46-84E022DD0CBF}" type="presParOf" srcId="{2670FEE4-08B3-4F32-9799-0A785A1C89B6}" destId="{93049E1E-08CF-4FB2-BA6E-B86AD253002A}" srcOrd="1" destOrd="0" presId="urn:microsoft.com/office/officeart/2018/2/layout/IconVerticalSolidList"/>
    <dgm:cxn modelId="{56DAD8C9-8E8E-4CCC-AECB-96C366608901}" type="presParOf" srcId="{2670FEE4-08B3-4F32-9799-0A785A1C89B6}" destId="{E4BCFC50-5514-4DBA-BE2E-60E9E22D0B6D}" srcOrd="2" destOrd="0" presId="urn:microsoft.com/office/officeart/2018/2/layout/IconVerticalSolidList"/>
    <dgm:cxn modelId="{111E226E-F784-4F58-B63C-F52CA3D1F18C}" type="presParOf" srcId="{E4BCFC50-5514-4DBA-BE2E-60E9E22D0B6D}" destId="{B2AE0733-776F-49A0-9779-E348E917DDAA}" srcOrd="0" destOrd="0" presId="urn:microsoft.com/office/officeart/2018/2/layout/IconVerticalSolidList"/>
    <dgm:cxn modelId="{A363A30A-5472-492D-9901-4FFAE0F2C197}" type="presParOf" srcId="{E4BCFC50-5514-4DBA-BE2E-60E9E22D0B6D}" destId="{C6F4D2EA-8D78-4691-9718-E6874FBFF916}" srcOrd="1" destOrd="0" presId="urn:microsoft.com/office/officeart/2018/2/layout/IconVerticalSolidList"/>
    <dgm:cxn modelId="{E4C6D063-82D5-4E70-9D19-31A310D0928B}" type="presParOf" srcId="{E4BCFC50-5514-4DBA-BE2E-60E9E22D0B6D}" destId="{3D463424-D0BE-422B-A1D0-7FFC1C2CF350}" srcOrd="2" destOrd="0" presId="urn:microsoft.com/office/officeart/2018/2/layout/IconVerticalSolidList"/>
    <dgm:cxn modelId="{EDCBE61D-10E9-4B1A-9F22-07EB5C3CE6B7}" type="presParOf" srcId="{E4BCFC50-5514-4DBA-BE2E-60E9E22D0B6D}" destId="{53864208-8C87-4E56-88B4-0480361A20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1822A8-EFFA-4899-A5B9-4BDDEE2387EE}" type="doc">
      <dgm:prSet loTypeId="urn:microsoft.com/office/officeart/2005/8/layout/radial4" loCatId="relationship" qsTypeId="urn:microsoft.com/office/officeart/2005/8/quickstyle/simple1" qsCatId="simple" csTypeId="urn:microsoft.com/office/officeart/2005/8/colors/colorful2" csCatId="colorful" phldr="1"/>
      <dgm:spPr/>
      <dgm:t>
        <a:bodyPr/>
        <a:lstStyle/>
        <a:p>
          <a:endParaRPr lang="en-US"/>
        </a:p>
      </dgm:t>
    </dgm:pt>
    <dgm:pt modelId="{1BEEEF64-29D6-42CC-A1AB-2FB68109F27B}">
      <dgm:prSet phldrT="[Text]" custT="1"/>
      <dgm:spPr>
        <a:solidFill>
          <a:schemeClr val="tx2">
            <a:lumMod val="40000"/>
            <a:lumOff val="60000"/>
          </a:schemeClr>
        </a:solidFill>
      </dgm:spPr>
      <dgm:t>
        <a:bodyPr/>
        <a:lstStyle/>
        <a:p>
          <a:r>
            <a:rPr lang="en-US" sz="2000" dirty="0">
              <a:solidFill>
                <a:schemeClr val="tx1"/>
              </a:solidFill>
            </a:rPr>
            <a:t>Navigating Uncertain &amp; Complex Healthcare Decisions</a:t>
          </a:r>
        </a:p>
      </dgm:t>
    </dgm:pt>
    <dgm:pt modelId="{B7A4628A-EDA1-456B-BABC-C050FB041BEC}" type="parTrans" cxnId="{8E9808AA-1F8E-41F6-B1D8-793E6A59DD01}">
      <dgm:prSet/>
      <dgm:spPr/>
      <dgm:t>
        <a:bodyPr/>
        <a:lstStyle/>
        <a:p>
          <a:endParaRPr lang="en-US" sz="2000">
            <a:solidFill>
              <a:schemeClr val="tx1"/>
            </a:solidFill>
          </a:endParaRPr>
        </a:p>
      </dgm:t>
    </dgm:pt>
    <dgm:pt modelId="{061C8DA1-4C98-4075-88FB-DF45AC6C5CD0}" type="sibTrans" cxnId="{8E9808AA-1F8E-41F6-B1D8-793E6A59DD01}">
      <dgm:prSet/>
      <dgm:spPr/>
      <dgm:t>
        <a:bodyPr/>
        <a:lstStyle/>
        <a:p>
          <a:endParaRPr lang="en-US" sz="2000">
            <a:solidFill>
              <a:schemeClr val="tx1"/>
            </a:solidFill>
          </a:endParaRPr>
        </a:p>
      </dgm:t>
    </dgm:pt>
    <dgm:pt modelId="{2B23EEAF-4AF7-401E-83EB-6B1BC73513DE}">
      <dgm:prSet phldrT="[Text]" custT="1"/>
      <dgm:spPr/>
      <dgm:t>
        <a:bodyPr/>
        <a:lstStyle/>
        <a:p>
          <a:r>
            <a:rPr lang="en-US" sz="2000" dirty="0">
              <a:solidFill>
                <a:schemeClr val="tx1"/>
              </a:solidFill>
            </a:rPr>
            <a:t>Uncertainty in Diagnosis</a:t>
          </a:r>
        </a:p>
      </dgm:t>
    </dgm:pt>
    <dgm:pt modelId="{30BD5DE8-82DC-43B9-8951-DCE69211C476}" type="parTrans" cxnId="{3A9FC845-5DA8-4247-A777-A4A4EF599A8B}">
      <dgm:prSet/>
      <dgm:spPr/>
      <dgm:t>
        <a:bodyPr/>
        <a:lstStyle/>
        <a:p>
          <a:endParaRPr lang="en-US" sz="2000">
            <a:solidFill>
              <a:schemeClr val="tx1"/>
            </a:solidFill>
          </a:endParaRPr>
        </a:p>
      </dgm:t>
    </dgm:pt>
    <dgm:pt modelId="{A4C80F50-50CF-4DD4-978B-7C921DCF91AC}" type="sibTrans" cxnId="{3A9FC845-5DA8-4247-A777-A4A4EF599A8B}">
      <dgm:prSet/>
      <dgm:spPr/>
      <dgm:t>
        <a:bodyPr/>
        <a:lstStyle/>
        <a:p>
          <a:endParaRPr lang="en-US" sz="2000">
            <a:solidFill>
              <a:schemeClr val="tx1"/>
            </a:solidFill>
          </a:endParaRPr>
        </a:p>
      </dgm:t>
    </dgm:pt>
    <dgm:pt modelId="{AE610F96-EB7B-4889-B9EA-5F711CA50AC9}">
      <dgm:prSet phldrT="[Text]" custT="1"/>
      <dgm:spPr/>
      <dgm:t>
        <a:bodyPr/>
        <a:lstStyle/>
        <a:p>
          <a:r>
            <a:rPr lang="en-US" sz="2000" dirty="0">
              <a:solidFill>
                <a:schemeClr val="tx1"/>
              </a:solidFill>
            </a:rPr>
            <a:t>Resource Allocation</a:t>
          </a:r>
        </a:p>
      </dgm:t>
    </dgm:pt>
    <dgm:pt modelId="{D422A003-1F85-4E80-809C-82F3B599A720}" type="parTrans" cxnId="{ECF118AA-F965-497E-950D-ADE990ADFCD8}">
      <dgm:prSet/>
      <dgm:spPr/>
      <dgm:t>
        <a:bodyPr/>
        <a:lstStyle/>
        <a:p>
          <a:endParaRPr lang="en-US" sz="2000">
            <a:solidFill>
              <a:schemeClr val="tx1"/>
            </a:solidFill>
          </a:endParaRPr>
        </a:p>
      </dgm:t>
    </dgm:pt>
    <dgm:pt modelId="{4F30415A-828C-4CA8-ACB1-AB050DD6F7F4}" type="sibTrans" cxnId="{ECF118AA-F965-497E-950D-ADE990ADFCD8}">
      <dgm:prSet/>
      <dgm:spPr/>
      <dgm:t>
        <a:bodyPr/>
        <a:lstStyle/>
        <a:p>
          <a:endParaRPr lang="en-US" sz="2000">
            <a:solidFill>
              <a:schemeClr val="tx1"/>
            </a:solidFill>
          </a:endParaRPr>
        </a:p>
      </dgm:t>
    </dgm:pt>
    <dgm:pt modelId="{34C1C2A2-62E9-4A14-92BA-EE5D6CDB784C}">
      <dgm:prSet phldrT="[Text]" custT="1"/>
      <dgm:spPr/>
      <dgm:t>
        <a:bodyPr/>
        <a:lstStyle/>
        <a:p>
          <a:r>
            <a:rPr lang="en-US" sz="2000" dirty="0">
              <a:solidFill>
                <a:schemeClr val="tx1"/>
              </a:solidFill>
            </a:rPr>
            <a:t>Confidentiality Issues</a:t>
          </a:r>
        </a:p>
      </dgm:t>
    </dgm:pt>
    <dgm:pt modelId="{D3D7066C-F585-4D42-8E52-C14B6B63F3CE}" type="parTrans" cxnId="{76D56ECC-0B4C-4F3E-BE1E-0FB48533350D}">
      <dgm:prSet/>
      <dgm:spPr/>
      <dgm:t>
        <a:bodyPr/>
        <a:lstStyle/>
        <a:p>
          <a:endParaRPr lang="en-US" sz="2000">
            <a:solidFill>
              <a:schemeClr val="tx1"/>
            </a:solidFill>
          </a:endParaRPr>
        </a:p>
      </dgm:t>
    </dgm:pt>
    <dgm:pt modelId="{B4EED734-192C-46C2-9199-8FCD4F1E505C}" type="sibTrans" cxnId="{76D56ECC-0B4C-4F3E-BE1E-0FB48533350D}">
      <dgm:prSet/>
      <dgm:spPr/>
      <dgm:t>
        <a:bodyPr/>
        <a:lstStyle/>
        <a:p>
          <a:endParaRPr lang="en-US" sz="2000">
            <a:solidFill>
              <a:schemeClr val="tx1"/>
            </a:solidFill>
          </a:endParaRPr>
        </a:p>
      </dgm:t>
    </dgm:pt>
    <dgm:pt modelId="{72CFBE9E-4B93-466F-9396-B3498FA5D8EE}">
      <dgm:prSet phldrT="[Text]" custT="1"/>
      <dgm:spPr/>
      <dgm:t>
        <a:bodyPr/>
        <a:lstStyle/>
        <a:p>
          <a:r>
            <a:rPr lang="en-US" sz="2000" dirty="0">
              <a:solidFill>
                <a:schemeClr val="tx1"/>
              </a:solidFill>
            </a:rPr>
            <a:t>Treatment Decisions</a:t>
          </a:r>
        </a:p>
      </dgm:t>
    </dgm:pt>
    <dgm:pt modelId="{86B8C1D4-80C8-4D25-89CD-69F723203003}" type="parTrans" cxnId="{B9CD0CE8-4685-48C5-A73C-674AF63B8FBE}">
      <dgm:prSet/>
      <dgm:spPr/>
      <dgm:t>
        <a:bodyPr/>
        <a:lstStyle/>
        <a:p>
          <a:endParaRPr lang="en-US" sz="2000">
            <a:solidFill>
              <a:schemeClr val="tx1"/>
            </a:solidFill>
          </a:endParaRPr>
        </a:p>
      </dgm:t>
    </dgm:pt>
    <dgm:pt modelId="{B3D2D39F-73F2-44C6-99F8-7A04D335B9EE}" type="sibTrans" cxnId="{B9CD0CE8-4685-48C5-A73C-674AF63B8FBE}">
      <dgm:prSet/>
      <dgm:spPr/>
      <dgm:t>
        <a:bodyPr/>
        <a:lstStyle/>
        <a:p>
          <a:endParaRPr lang="en-US" sz="2000">
            <a:solidFill>
              <a:schemeClr val="tx1"/>
            </a:solidFill>
          </a:endParaRPr>
        </a:p>
      </dgm:t>
    </dgm:pt>
    <dgm:pt modelId="{21A32DB7-7988-4F28-9662-CA14A0F11F47}" type="pres">
      <dgm:prSet presAssocID="{E01822A8-EFFA-4899-A5B9-4BDDEE2387EE}" presName="cycle" presStyleCnt="0">
        <dgm:presLayoutVars>
          <dgm:chMax val="1"/>
          <dgm:dir/>
          <dgm:animLvl val="ctr"/>
          <dgm:resizeHandles val="exact"/>
        </dgm:presLayoutVars>
      </dgm:prSet>
      <dgm:spPr/>
    </dgm:pt>
    <dgm:pt modelId="{0AC4E937-9B9C-40FE-AAA5-281CDF907F3A}" type="pres">
      <dgm:prSet presAssocID="{1BEEEF64-29D6-42CC-A1AB-2FB68109F27B}" presName="centerShape" presStyleLbl="node0" presStyleIdx="0" presStyleCnt="1"/>
      <dgm:spPr/>
    </dgm:pt>
    <dgm:pt modelId="{938B9B0E-958F-45BD-945C-9D7673B0A195}" type="pres">
      <dgm:prSet presAssocID="{30BD5DE8-82DC-43B9-8951-DCE69211C476}" presName="parTrans" presStyleLbl="bgSibTrans2D1" presStyleIdx="0" presStyleCnt="4"/>
      <dgm:spPr/>
    </dgm:pt>
    <dgm:pt modelId="{384465EE-0EB7-4CCA-B705-CF1FDFB812B4}" type="pres">
      <dgm:prSet presAssocID="{2B23EEAF-4AF7-401E-83EB-6B1BC73513DE}" presName="node" presStyleLbl="node1" presStyleIdx="0" presStyleCnt="4">
        <dgm:presLayoutVars>
          <dgm:bulletEnabled val="1"/>
        </dgm:presLayoutVars>
      </dgm:prSet>
      <dgm:spPr/>
    </dgm:pt>
    <dgm:pt modelId="{68379DEA-3C43-4E74-BC10-0FD243EDDB67}" type="pres">
      <dgm:prSet presAssocID="{D422A003-1F85-4E80-809C-82F3B599A720}" presName="parTrans" presStyleLbl="bgSibTrans2D1" presStyleIdx="1" presStyleCnt="4"/>
      <dgm:spPr/>
    </dgm:pt>
    <dgm:pt modelId="{2F12A868-C937-4952-9EA0-793558350135}" type="pres">
      <dgm:prSet presAssocID="{AE610F96-EB7B-4889-B9EA-5F711CA50AC9}" presName="node" presStyleLbl="node1" presStyleIdx="1" presStyleCnt="4">
        <dgm:presLayoutVars>
          <dgm:bulletEnabled val="1"/>
        </dgm:presLayoutVars>
      </dgm:prSet>
      <dgm:spPr/>
    </dgm:pt>
    <dgm:pt modelId="{47094D6D-1447-47A0-BB6F-915B8F678514}" type="pres">
      <dgm:prSet presAssocID="{D3D7066C-F585-4D42-8E52-C14B6B63F3CE}" presName="parTrans" presStyleLbl="bgSibTrans2D1" presStyleIdx="2" presStyleCnt="4"/>
      <dgm:spPr/>
    </dgm:pt>
    <dgm:pt modelId="{9261C485-7B5C-4B34-A068-CEA354D197D3}" type="pres">
      <dgm:prSet presAssocID="{34C1C2A2-62E9-4A14-92BA-EE5D6CDB784C}" presName="node" presStyleLbl="node1" presStyleIdx="2" presStyleCnt="4">
        <dgm:presLayoutVars>
          <dgm:bulletEnabled val="1"/>
        </dgm:presLayoutVars>
      </dgm:prSet>
      <dgm:spPr/>
    </dgm:pt>
    <dgm:pt modelId="{8B5C9698-AF71-4014-BE14-1A365F734967}" type="pres">
      <dgm:prSet presAssocID="{86B8C1D4-80C8-4D25-89CD-69F723203003}" presName="parTrans" presStyleLbl="bgSibTrans2D1" presStyleIdx="3" presStyleCnt="4"/>
      <dgm:spPr/>
    </dgm:pt>
    <dgm:pt modelId="{199E206C-084B-43BF-87D8-DF137C61A570}" type="pres">
      <dgm:prSet presAssocID="{72CFBE9E-4B93-466F-9396-B3498FA5D8EE}" presName="node" presStyleLbl="node1" presStyleIdx="3" presStyleCnt="4">
        <dgm:presLayoutVars>
          <dgm:bulletEnabled val="1"/>
        </dgm:presLayoutVars>
      </dgm:prSet>
      <dgm:spPr/>
    </dgm:pt>
  </dgm:ptLst>
  <dgm:cxnLst>
    <dgm:cxn modelId="{CFD26A09-5CB9-4A12-A073-16380C19D371}" type="presOf" srcId="{D422A003-1F85-4E80-809C-82F3B599A720}" destId="{68379DEA-3C43-4E74-BC10-0FD243EDDB67}" srcOrd="0" destOrd="0" presId="urn:microsoft.com/office/officeart/2005/8/layout/radial4"/>
    <dgm:cxn modelId="{AB0DFB0D-9F14-47B6-89A7-F966606142C8}" type="presOf" srcId="{AE610F96-EB7B-4889-B9EA-5F711CA50AC9}" destId="{2F12A868-C937-4952-9EA0-793558350135}" srcOrd="0" destOrd="0" presId="urn:microsoft.com/office/officeart/2005/8/layout/radial4"/>
    <dgm:cxn modelId="{B1B22425-E6FC-41C7-BFFE-F52224041C76}" type="presOf" srcId="{30BD5DE8-82DC-43B9-8951-DCE69211C476}" destId="{938B9B0E-958F-45BD-945C-9D7673B0A195}" srcOrd="0" destOrd="0" presId="urn:microsoft.com/office/officeart/2005/8/layout/radial4"/>
    <dgm:cxn modelId="{1CC33B28-AB1C-4D70-A66A-06C9F450B10F}" type="presOf" srcId="{72CFBE9E-4B93-466F-9396-B3498FA5D8EE}" destId="{199E206C-084B-43BF-87D8-DF137C61A570}" srcOrd="0" destOrd="0" presId="urn:microsoft.com/office/officeart/2005/8/layout/radial4"/>
    <dgm:cxn modelId="{3A9FC845-5DA8-4247-A777-A4A4EF599A8B}" srcId="{1BEEEF64-29D6-42CC-A1AB-2FB68109F27B}" destId="{2B23EEAF-4AF7-401E-83EB-6B1BC73513DE}" srcOrd="0" destOrd="0" parTransId="{30BD5DE8-82DC-43B9-8951-DCE69211C476}" sibTransId="{A4C80F50-50CF-4DD4-978B-7C921DCF91AC}"/>
    <dgm:cxn modelId="{45A40E4E-C2C6-4D26-BEB1-210B07FBB566}" type="presOf" srcId="{34C1C2A2-62E9-4A14-92BA-EE5D6CDB784C}" destId="{9261C485-7B5C-4B34-A068-CEA354D197D3}" srcOrd="0" destOrd="0" presId="urn:microsoft.com/office/officeart/2005/8/layout/radial4"/>
    <dgm:cxn modelId="{2E4A4270-B4B9-41C5-B006-F73C6E22EE75}" type="presOf" srcId="{86B8C1D4-80C8-4D25-89CD-69F723203003}" destId="{8B5C9698-AF71-4014-BE14-1A365F734967}" srcOrd="0" destOrd="0" presId="urn:microsoft.com/office/officeart/2005/8/layout/radial4"/>
    <dgm:cxn modelId="{20A5FC73-2B5D-4EEA-B69B-557BA0D6F453}" type="presOf" srcId="{1BEEEF64-29D6-42CC-A1AB-2FB68109F27B}" destId="{0AC4E937-9B9C-40FE-AAA5-281CDF907F3A}" srcOrd="0" destOrd="0" presId="urn:microsoft.com/office/officeart/2005/8/layout/radial4"/>
    <dgm:cxn modelId="{76F0528D-F06D-4A26-A3AF-51A39D67E84A}" type="presOf" srcId="{2B23EEAF-4AF7-401E-83EB-6B1BC73513DE}" destId="{384465EE-0EB7-4CCA-B705-CF1FDFB812B4}" srcOrd="0" destOrd="0" presId="urn:microsoft.com/office/officeart/2005/8/layout/radial4"/>
    <dgm:cxn modelId="{3E8E2195-5A7D-43E0-8805-517C8D0D6049}" type="presOf" srcId="{E01822A8-EFFA-4899-A5B9-4BDDEE2387EE}" destId="{21A32DB7-7988-4F28-9662-CA14A0F11F47}" srcOrd="0" destOrd="0" presId="urn:microsoft.com/office/officeart/2005/8/layout/radial4"/>
    <dgm:cxn modelId="{8E9808AA-1F8E-41F6-B1D8-793E6A59DD01}" srcId="{E01822A8-EFFA-4899-A5B9-4BDDEE2387EE}" destId="{1BEEEF64-29D6-42CC-A1AB-2FB68109F27B}" srcOrd="0" destOrd="0" parTransId="{B7A4628A-EDA1-456B-BABC-C050FB041BEC}" sibTransId="{061C8DA1-4C98-4075-88FB-DF45AC6C5CD0}"/>
    <dgm:cxn modelId="{ECF118AA-F965-497E-950D-ADE990ADFCD8}" srcId="{1BEEEF64-29D6-42CC-A1AB-2FB68109F27B}" destId="{AE610F96-EB7B-4889-B9EA-5F711CA50AC9}" srcOrd="1" destOrd="0" parTransId="{D422A003-1F85-4E80-809C-82F3B599A720}" sibTransId="{4F30415A-828C-4CA8-ACB1-AB050DD6F7F4}"/>
    <dgm:cxn modelId="{76D56ECC-0B4C-4F3E-BE1E-0FB48533350D}" srcId="{1BEEEF64-29D6-42CC-A1AB-2FB68109F27B}" destId="{34C1C2A2-62E9-4A14-92BA-EE5D6CDB784C}" srcOrd="2" destOrd="0" parTransId="{D3D7066C-F585-4D42-8E52-C14B6B63F3CE}" sibTransId="{B4EED734-192C-46C2-9199-8FCD4F1E505C}"/>
    <dgm:cxn modelId="{B9CD0CE8-4685-48C5-A73C-674AF63B8FBE}" srcId="{1BEEEF64-29D6-42CC-A1AB-2FB68109F27B}" destId="{72CFBE9E-4B93-466F-9396-B3498FA5D8EE}" srcOrd="3" destOrd="0" parTransId="{86B8C1D4-80C8-4D25-89CD-69F723203003}" sibTransId="{B3D2D39F-73F2-44C6-99F8-7A04D335B9EE}"/>
    <dgm:cxn modelId="{9318C7FF-7C4F-486F-890F-DD3AE89FB7BE}" type="presOf" srcId="{D3D7066C-F585-4D42-8E52-C14B6B63F3CE}" destId="{47094D6D-1447-47A0-BB6F-915B8F678514}" srcOrd="0" destOrd="0" presId="urn:microsoft.com/office/officeart/2005/8/layout/radial4"/>
    <dgm:cxn modelId="{349E3244-3F91-4726-8EBF-FE2EDF7559C5}" type="presParOf" srcId="{21A32DB7-7988-4F28-9662-CA14A0F11F47}" destId="{0AC4E937-9B9C-40FE-AAA5-281CDF907F3A}" srcOrd="0" destOrd="0" presId="urn:microsoft.com/office/officeart/2005/8/layout/radial4"/>
    <dgm:cxn modelId="{E6AFB33F-93D5-4034-A3E1-54F473FC7669}" type="presParOf" srcId="{21A32DB7-7988-4F28-9662-CA14A0F11F47}" destId="{938B9B0E-958F-45BD-945C-9D7673B0A195}" srcOrd="1" destOrd="0" presId="urn:microsoft.com/office/officeart/2005/8/layout/radial4"/>
    <dgm:cxn modelId="{FFEE6296-2642-439C-86E7-52ED3B0A265F}" type="presParOf" srcId="{21A32DB7-7988-4F28-9662-CA14A0F11F47}" destId="{384465EE-0EB7-4CCA-B705-CF1FDFB812B4}" srcOrd="2" destOrd="0" presId="urn:microsoft.com/office/officeart/2005/8/layout/radial4"/>
    <dgm:cxn modelId="{1B89C0F3-226E-454A-8384-EA84367EEF68}" type="presParOf" srcId="{21A32DB7-7988-4F28-9662-CA14A0F11F47}" destId="{68379DEA-3C43-4E74-BC10-0FD243EDDB67}" srcOrd="3" destOrd="0" presId="urn:microsoft.com/office/officeart/2005/8/layout/radial4"/>
    <dgm:cxn modelId="{39343C78-C268-4FD5-9948-85BE0359B484}" type="presParOf" srcId="{21A32DB7-7988-4F28-9662-CA14A0F11F47}" destId="{2F12A868-C937-4952-9EA0-793558350135}" srcOrd="4" destOrd="0" presId="urn:microsoft.com/office/officeart/2005/8/layout/radial4"/>
    <dgm:cxn modelId="{EA8309CC-776B-4B6F-8ECE-563E75BFD9DC}" type="presParOf" srcId="{21A32DB7-7988-4F28-9662-CA14A0F11F47}" destId="{47094D6D-1447-47A0-BB6F-915B8F678514}" srcOrd="5" destOrd="0" presId="urn:microsoft.com/office/officeart/2005/8/layout/radial4"/>
    <dgm:cxn modelId="{ECB6AD3B-8178-4F7F-8AFF-C85FC1E0B4CB}" type="presParOf" srcId="{21A32DB7-7988-4F28-9662-CA14A0F11F47}" destId="{9261C485-7B5C-4B34-A068-CEA354D197D3}" srcOrd="6" destOrd="0" presId="urn:microsoft.com/office/officeart/2005/8/layout/radial4"/>
    <dgm:cxn modelId="{52992159-C2A3-4AF1-8DB5-BAA2A57A0719}" type="presParOf" srcId="{21A32DB7-7988-4F28-9662-CA14A0F11F47}" destId="{8B5C9698-AF71-4014-BE14-1A365F734967}" srcOrd="7" destOrd="0" presId="urn:microsoft.com/office/officeart/2005/8/layout/radial4"/>
    <dgm:cxn modelId="{C1348AEB-B0D9-4F03-BA43-2DC49F7CA1C2}" type="presParOf" srcId="{21A32DB7-7988-4F28-9662-CA14A0F11F47}" destId="{199E206C-084B-43BF-87D8-DF137C61A570}"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6CB8D8-0F64-44F3-A338-69FFF3852B0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5AC3B23-1709-4380-9037-90C0689319B1}">
      <dgm:prSet/>
      <dgm:spPr/>
      <dgm:t>
        <a:bodyPr/>
        <a:lstStyle/>
        <a:p>
          <a:r>
            <a:rPr lang="en-US">
              <a:solidFill>
                <a:schemeClr val="tx1"/>
              </a:solidFill>
            </a:rPr>
            <a:t>In cases where test results are inconclusive, deciding whether to start treatment or wait for further testing can be challenging.</a:t>
          </a:r>
        </a:p>
      </dgm:t>
    </dgm:pt>
    <dgm:pt modelId="{E895FFE8-DE15-4B46-8D33-2D39B01AC0C4}" type="parTrans" cxnId="{3BC4FB0F-3D6A-452E-9F8E-42DE0034D5F2}">
      <dgm:prSet/>
      <dgm:spPr/>
      <dgm:t>
        <a:bodyPr/>
        <a:lstStyle/>
        <a:p>
          <a:endParaRPr lang="en-US">
            <a:solidFill>
              <a:schemeClr val="tx1"/>
            </a:solidFill>
          </a:endParaRPr>
        </a:p>
      </dgm:t>
    </dgm:pt>
    <dgm:pt modelId="{4A4A7903-D43E-4818-851B-1692AFB84D55}" type="sibTrans" cxnId="{3BC4FB0F-3D6A-452E-9F8E-42DE0034D5F2}">
      <dgm:prSet/>
      <dgm:spPr/>
      <dgm:t>
        <a:bodyPr/>
        <a:lstStyle/>
        <a:p>
          <a:endParaRPr lang="en-US">
            <a:solidFill>
              <a:schemeClr val="tx1"/>
            </a:solidFill>
          </a:endParaRPr>
        </a:p>
      </dgm:t>
    </dgm:pt>
    <dgm:pt modelId="{1FD6354A-CED9-4E18-B244-C18D2EE2D03D}">
      <dgm:prSet/>
      <dgm:spPr/>
      <dgm:t>
        <a:bodyPr/>
        <a:lstStyle/>
        <a:p>
          <a:r>
            <a:rPr lang="en-US">
              <a:solidFill>
                <a:schemeClr val="tx1"/>
              </a:solidFill>
            </a:rPr>
            <a:t>Example: A tuberculosis test result falls in a borderline range—starting treatment without confirmation could lead to unnecessary side effects, but delaying treatment poses infection risks.</a:t>
          </a:r>
        </a:p>
      </dgm:t>
    </dgm:pt>
    <dgm:pt modelId="{33B7BF8B-A863-4EFB-A596-B5B7B33D8737}" type="parTrans" cxnId="{79EB9F52-FA44-4BC7-AD04-5CD9348611FD}">
      <dgm:prSet/>
      <dgm:spPr/>
      <dgm:t>
        <a:bodyPr/>
        <a:lstStyle/>
        <a:p>
          <a:endParaRPr lang="en-US">
            <a:solidFill>
              <a:schemeClr val="tx1"/>
            </a:solidFill>
          </a:endParaRPr>
        </a:p>
      </dgm:t>
    </dgm:pt>
    <dgm:pt modelId="{ED79D867-CAB0-4049-98FE-5E2445E0068E}" type="sibTrans" cxnId="{79EB9F52-FA44-4BC7-AD04-5CD9348611FD}">
      <dgm:prSet/>
      <dgm:spPr/>
      <dgm:t>
        <a:bodyPr/>
        <a:lstStyle/>
        <a:p>
          <a:endParaRPr lang="en-US">
            <a:solidFill>
              <a:schemeClr val="tx1"/>
            </a:solidFill>
          </a:endParaRPr>
        </a:p>
      </dgm:t>
    </dgm:pt>
    <dgm:pt modelId="{5A1CDD10-3EA3-4F07-91C6-6C89BA90DCA5}" type="pres">
      <dgm:prSet presAssocID="{E06CB8D8-0F64-44F3-A338-69FFF3852B0F}" presName="root" presStyleCnt="0">
        <dgm:presLayoutVars>
          <dgm:dir/>
          <dgm:resizeHandles val="exact"/>
        </dgm:presLayoutVars>
      </dgm:prSet>
      <dgm:spPr/>
    </dgm:pt>
    <dgm:pt modelId="{7105C2BA-23BF-4B51-B90C-94C8AB4F59E9}" type="pres">
      <dgm:prSet presAssocID="{A5AC3B23-1709-4380-9037-90C0689319B1}" presName="compNode" presStyleCnt="0"/>
      <dgm:spPr/>
    </dgm:pt>
    <dgm:pt modelId="{30A17D55-3F12-4A1E-ACC7-FB0F1D0FA0C7}" type="pres">
      <dgm:prSet presAssocID="{A5AC3B23-1709-4380-9037-90C0689319B1}" presName="bgRect" presStyleLbl="bgShp" presStyleIdx="0" presStyleCnt="2"/>
      <dgm:spPr/>
    </dgm:pt>
    <dgm:pt modelId="{CB6C0309-22BC-41B9-B880-778FF5C67A6C}" type="pres">
      <dgm:prSet presAssocID="{A5AC3B23-1709-4380-9037-90C0689319B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AB048621-CC0B-4240-A567-B9F974F735E5}" type="pres">
      <dgm:prSet presAssocID="{A5AC3B23-1709-4380-9037-90C0689319B1}" presName="spaceRect" presStyleCnt="0"/>
      <dgm:spPr/>
    </dgm:pt>
    <dgm:pt modelId="{C4DD0966-965C-40DC-8E1C-9E5B8AC8DA0C}" type="pres">
      <dgm:prSet presAssocID="{A5AC3B23-1709-4380-9037-90C0689319B1}" presName="parTx" presStyleLbl="revTx" presStyleIdx="0" presStyleCnt="2">
        <dgm:presLayoutVars>
          <dgm:chMax val="0"/>
          <dgm:chPref val="0"/>
        </dgm:presLayoutVars>
      </dgm:prSet>
      <dgm:spPr/>
    </dgm:pt>
    <dgm:pt modelId="{FCC41ACF-EE56-4EA9-9DF1-AC8C1B657218}" type="pres">
      <dgm:prSet presAssocID="{4A4A7903-D43E-4818-851B-1692AFB84D55}" presName="sibTrans" presStyleCnt="0"/>
      <dgm:spPr/>
    </dgm:pt>
    <dgm:pt modelId="{9A5CAC9C-32A3-4BAD-A92B-4571DF79FC03}" type="pres">
      <dgm:prSet presAssocID="{1FD6354A-CED9-4E18-B244-C18D2EE2D03D}" presName="compNode" presStyleCnt="0"/>
      <dgm:spPr/>
    </dgm:pt>
    <dgm:pt modelId="{613D5E0D-9EF7-45F4-81F4-FE74E4645405}" type="pres">
      <dgm:prSet presAssocID="{1FD6354A-CED9-4E18-B244-C18D2EE2D03D}" presName="bgRect" presStyleLbl="bgShp" presStyleIdx="1" presStyleCnt="2"/>
      <dgm:spPr/>
    </dgm:pt>
    <dgm:pt modelId="{4FFD4375-6C7E-49F4-A573-AF1D9ABC5489}" type="pres">
      <dgm:prSet presAssocID="{1FD6354A-CED9-4E18-B244-C18D2EE2D03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F425651A-3B26-4DB6-B224-05E7294B0B23}" type="pres">
      <dgm:prSet presAssocID="{1FD6354A-CED9-4E18-B244-C18D2EE2D03D}" presName="spaceRect" presStyleCnt="0"/>
      <dgm:spPr/>
    </dgm:pt>
    <dgm:pt modelId="{7536E306-ECEF-4D6C-9B2A-4A0138E4B835}" type="pres">
      <dgm:prSet presAssocID="{1FD6354A-CED9-4E18-B244-C18D2EE2D03D}" presName="parTx" presStyleLbl="revTx" presStyleIdx="1" presStyleCnt="2">
        <dgm:presLayoutVars>
          <dgm:chMax val="0"/>
          <dgm:chPref val="0"/>
        </dgm:presLayoutVars>
      </dgm:prSet>
      <dgm:spPr/>
    </dgm:pt>
  </dgm:ptLst>
  <dgm:cxnLst>
    <dgm:cxn modelId="{3BC4FB0F-3D6A-452E-9F8E-42DE0034D5F2}" srcId="{E06CB8D8-0F64-44F3-A338-69FFF3852B0F}" destId="{A5AC3B23-1709-4380-9037-90C0689319B1}" srcOrd="0" destOrd="0" parTransId="{E895FFE8-DE15-4B46-8D33-2D39B01AC0C4}" sibTransId="{4A4A7903-D43E-4818-851B-1692AFB84D55}"/>
    <dgm:cxn modelId="{FC72742D-420C-4D61-8BD6-104F2B93C066}" type="presOf" srcId="{E06CB8D8-0F64-44F3-A338-69FFF3852B0F}" destId="{5A1CDD10-3EA3-4F07-91C6-6C89BA90DCA5}" srcOrd="0" destOrd="0" presId="urn:microsoft.com/office/officeart/2018/2/layout/IconVerticalSolidList"/>
    <dgm:cxn modelId="{79EB9F52-FA44-4BC7-AD04-5CD9348611FD}" srcId="{E06CB8D8-0F64-44F3-A338-69FFF3852B0F}" destId="{1FD6354A-CED9-4E18-B244-C18D2EE2D03D}" srcOrd="1" destOrd="0" parTransId="{33B7BF8B-A863-4EFB-A596-B5B7B33D8737}" sibTransId="{ED79D867-CAB0-4049-98FE-5E2445E0068E}"/>
    <dgm:cxn modelId="{FF07B192-F731-4239-B98D-27FC0CF2518D}" type="presOf" srcId="{1FD6354A-CED9-4E18-B244-C18D2EE2D03D}" destId="{7536E306-ECEF-4D6C-9B2A-4A0138E4B835}" srcOrd="0" destOrd="0" presId="urn:microsoft.com/office/officeart/2018/2/layout/IconVerticalSolidList"/>
    <dgm:cxn modelId="{E2CC71E7-7D86-400E-8ED5-F201544BDFE2}" type="presOf" srcId="{A5AC3B23-1709-4380-9037-90C0689319B1}" destId="{C4DD0966-965C-40DC-8E1C-9E5B8AC8DA0C}" srcOrd="0" destOrd="0" presId="urn:microsoft.com/office/officeart/2018/2/layout/IconVerticalSolidList"/>
    <dgm:cxn modelId="{9E6EDF9F-8F2A-41AF-9478-EE3A325863F0}" type="presParOf" srcId="{5A1CDD10-3EA3-4F07-91C6-6C89BA90DCA5}" destId="{7105C2BA-23BF-4B51-B90C-94C8AB4F59E9}" srcOrd="0" destOrd="0" presId="urn:microsoft.com/office/officeart/2018/2/layout/IconVerticalSolidList"/>
    <dgm:cxn modelId="{FBD17970-9158-48BE-B138-575608AA4341}" type="presParOf" srcId="{7105C2BA-23BF-4B51-B90C-94C8AB4F59E9}" destId="{30A17D55-3F12-4A1E-ACC7-FB0F1D0FA0C7}" srcOrd="0" destOrd="0" presId="urn:microsoft.com/office/officeart/2018/2/layout/IconVerticalSolidList"/>
    <dgm:cxn modelId="{403657D9-EF10-4C1A-A3E9-B91214684D4E}" type="presParOf" srcId="{7105C2BA-23BF-4B51-B90C-94C8AB4F59E9}" destId="{CB6C0309-22BC-41B9-B880-778FF5C67A6C}" srcOrd="1" destOrd="0" presId="urn:microsoft.com/office/officeart/2018/2/layout/IconVerticalSolidList"/>
    <dgm:cxn modelId="{989B32CE-3694-4FC0-9879-4A06B277529C}" type="presParOf" srcId="{7105C2BA-23BF-4B51-B90C-94C8AB4F59E9}" destId="{AB048621-CC0B-4240-A567-B9F974F735E5}" srcOrd="2" destOrd="0" presId="urn:microsoft.com/office/officeart/2018/2/layout/IconVerticalSolidList"/>
    <dgm:cxn modelId="{2C2D2394-6C70-425A-B594-8112893A873D}" type="presParOf" srcId="{7105C2BA-23BF-4B51-B90C-94C8AB4F59E9}" destId="{C4DD0966-965C-40DC-8E1C-9E5B8AC8DA0C}" srcOrd="3" destOrd="0" presId="urn:microsoft.com/office/officeart/2018/2/layout/IconVerticalSolidList"/>
    <dgm:cxn modelId="{8857F0AD-DEC4-4B76-9482-A74541E9AEE0}" type="presParOf" srcId="{5A1CDD10-3EA3-4F07-91C6-6C89BA90DCA5}" destId="{FCC41ACF-EE56-4EA9-9DF1-AC8C1B657218}" srcOrd="1" destOrd="0" presId="urn:microsoft.com/office/officeart/2018/2/layout/IconVerticalSolidList"/>
    <dgm:cxn modelId="{F671347C-2E90-4E3F-9D29-5BB681232D47}" type="presParOf" srcId="{5A1CDD10-3EA3-4F07-91C6-6C89BA90DCA5}" destId="{9A5CAC9C-32A3-4BAD-A92B-4571DF79FC03}" srcOrd="2" destOrd="0" presId="urn:microsoft.com/office/officeart/2018/2/layout/IconVerticalSolidList"/>
    <dgm:cxn modelId="{8FDF3EAB-2F5A-4A1D-9A16-8C951B62F385}" type="presParOf" srcId="{9A5CAC9C-32A3-4BAD-A92B-4571DF79FC03}" destId="{613D5E0D-9EF7-45F4-81F4-FE74E4645405}" srcOrd="0" destOrd="0" presId="urn:microsoft.com/office/officeart/2018/2/layout/IconVerticalSolidList"/>
    <dgm:cxn modelId="{4421295A-ABF7-4939-A0FF-D4B1C554F844}" type="presParOf" srcId="{9A5CAC9C-32A3-4BAD-A92B-4571DF79FC03}" destId="{4FFD4375-6C7E-49F4-A573-AF1D9ABC5489}" srcOrd="1" destOrd="0" presId="urn:microsoft.com/office/officeart/2018/2/layout/IconVerticalSolidList"/>
    <dgm:cxn modelId="{7B99CBCD-90D3-47A6-9C7F-E58C82BBDF35}" type="presParOf" srcId="{9A5CAC9C-32A3-4BAD-A92B-4571DF79FC03}" destId="{F425651A-3B26-4DB6-B224-05E7294B0B23}" srcOrd="2" destOrd="0" presId="urn:microsoft.com/office/officeart/2018/2/layout/IconVerticalSolidList"/>
    <dgm:cxn modelId="{4D64BD74-118A-4E40-B6E3-1175D71468A2}" type="presParOf" srcId="{9A5CAC9C-32A3-4BAD-A92B-4571DF79FC03}" destId="{7536E306-ECEF-4D6C-9B2A-4A0138E4B83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72C6FF-F02F-44BA-9C3E-0403D6342098}" type="doc">
      <dgm:prSet loTypeId="urn:microsoft.com/office/officeart/2005/8/layout/process4" loCatId="process" qsTypeId="urn:microsoft.com/office/officeart/2005/8/quickstyle/simple5" qsCatId="simple" csTypeId="urn:microsoft.com/office/officeart/2005/8/colors/colorful1" csCatId="colorful"/>
      <dgm:spPr/>
      <dgm:t>
        <a:bodyPr/>
        <a:lstStyle/>
        <a:p>
          <a:endParaRPr lang="en-US"/>
        </a:p>
      </dgm:t>
    </dgm:pt>
    <dgm:pt modelId="{E6954E93-B224-456F-A848-4EDA1FCFD4BE}">
      <dgm:prSet/>
      <dgm:spPr/>
      <dgm:t>
        <a:bodyPr/>
        <a:lstStyle/>
        <a:p>
          <a:r>
            <a:rPr lang="en-US">
              <a:solidFill>
                <a:schemeClr val="tx1"/>
              </a:solidFill>
            </a:rPr>
            <a:t>Sometimes, medical best practices may conflict with patient preferences.</a:t>
          </a:r>
        </a:p>
      </dgm:t>
    </dgm:pt>
    <dgm:pt modelId="{5E5FC49C-42FC-43E6-BAC9-BA036F065521}" type="parTrans" cxnId="{E182DC47-68E5-4031-A123-AE39879EA3FE}">
      <dgm:prSet/>
      <dgm:spPr/>
      <dgm:t>
        <a:bodyPr/>
        <a:lstStyle/>
        <a:p>
          <a:endParaRPr lang="en-US"/>
        </a:p>
      </dgm:t>
    </dgm:pt>
    <dgm:pt modelId="{3664F929-2F12-4447-83D3-744431607B77}" type="sibTrans" cxnId="{E182DC47-68E5-4031-A123-AE39879EA3FE}">
      <dgm:prSet/>
      <dgm:spPr/>
      <dgm:t>
        <a:bodyPr/>
        <a:lstStyle/>
        <a:p>
          <a:endParaRPr lang="en-US"/>
        </a:p>
      </dgm:t>
    </dgm:pt>
    <dgm:pt modelId="{DDCC329C-38ED-4DF5-9B87-564DE1AAA91A}">
      <dgm:prSet/>
      <dgm:spPr/>
      <dgm:t>
        <a:bodyPr/>
        <a:lstStyle/>
        <a:p>
          <a:r>
            <a:rPr lang="en-US" dirty="0">
              <a:solidFill>
                <a:schemeClr val="tx1"/>
              </a:solidFill>
            </a:rPr>
            <a:t>Example: A patient with a severe brain injury refuses a life-saving surgery based on personal beliefs. Should doctors intervene against their wishes?</a:t>
          </a:r>
        </a:p>
      </dgm:t>
    </dgm:pt>
    <dgm:pt modelId="{F14F2E89-677C-4974-AD0E-D3A761B77B55}" type="parTrans" cxnId="{37477C3E-DD81-4345-BD0B-211F8A0F8376}">
      <dgm:prSet/>
      <dgm:spPr/>
      <dgm:t>
        <a:bodyPr/>
        <a:lstStyle/>
        <a:p>
          <a:endParaRPr lang="en-US"/>
        </a:p>
      </dgm:t>
    </dgm:pt>
    <dgm:pt modelId="{646AB3EB-0622-4889-ABAA-183A72A36467}" type="sibTrans" cxnId="{37477C3E-DD81-4345-BD0B-211F8A0F8376}">
      <dgm:prSet/>
      <dgm:spPr/>
      <dgm:t>
        <a:bodyPr/>
        <a:lstStyle/>
        <a:p>
          <a:endParaRPr lang="en-US"/>
        </a:p>
      </dgm:t>
    </dgm:pt>
    <dgm:pt modelId="{B313465D-AF97-4DCD-B8FE-1280CC10B64D}" type="pres">
      <dgm:prSet presAssocID="{8072C6FF-F02F-44BA-9C3E-0403D6342098}" presName="Name0" presStyleCnt="0">
        <dgm:presLayoutVars>
          <dgm:dir/>
          <dgm:animLvl val="lvl"/>
          <dgm:resizeHandles val="exact"/>
        </dgm:presLayoutVars>
      </dgm:prSet>
      <dgm:spPr/>
    </dgm:pt>
    <dgm:pt modelId="{2212CF03-0417-4D98-88C1-207CFA2292D7}" type="pres">
      <dgm:prSet presAssocID="{DDCC329C-38ED-4DF5-9B87-564DE1AAA91A}" presName="boxAndChildren" presStyleCnt="0"/>
      <dgm:spPr/>
    </dgm:pt>
    <dgm:pt modelId="{22C4B073-C5CF-4514-A93A-EC63BBED9E96}" type="pres">
      <dgm:prSet presAssocID="{DDCC329C-38ED-4DF5-9B87-564DE1AAA91A}" presName="parentTextBox" presStyleLbl="node1" presStyleIdx="0" presStyleCnt="2"/>
      <dgm:spPr/>
    </dgm:pt>
    <dgm:pt modelId="{939CA286-1509-4001-BD11-8EC545DC89AC}" type="pres">
      <dgm:prSet presAssocID="{3664F929-2F12-4447-83D3-744431607B77}" presName="sp" presStyleCnt="0"/>
      <dgm:spPr/>
    </dgm:pt>
    <dgm:pt modelId="{27384BCD-B195-4EC4-9981-27516791C119}" type="pres">
      <dgm:prSet presAssocID="{E6954E93-B224-456F-A848-4EDA1FCFD4BE}" presName="arrowAndChildren" presStyleCnt="0"/>
      <dgm:spPr/>
    </dgm:pt>
    <dgm:pt modelId="{64B8EF76-6ABA-44BA-B45D-A15F46135EF3}" type="pres">
      <dgm:prSet presAssocID="{E6954E93-B224-456F-A848-4EDA1FCFD4BE}" presName="parentTextArrow" presStyleLbl="node1" presStyleIdx="1" presStyleCnt="2"/>
      <dgm:spPr/>
    </dgm:pt>
  </dgm:ptLst>
  <dgm:cxnLst>
    <dgm:cxn modelId="{50CAA424-BC39-4FE9-9175-5105300C6FAA}" type="presOf" srcId="{DDCC329C-38ED-4DF5-9B87-564DE1AAA91A}" destId="{22C4B073-C5CF-4514-A93A-EC63BBED9E96}" srcOrd="0" destOrd="0" presId="urn:microsoft.com/office/officeart/2005/8/layout/process4"/>
    <dgm:cxn modelId="{FB303232-FF85-4346-B90C-9CFC846335F6}" type="presOf" srcId="{8072C6FF-F02F-44BA-9C3E-0403D6342098}" destId="{B313465D-AF97-4DCD-B8FE-1280CC10B64D}" srcOrd="0" destOrd="0" presId="urn:microsoft.com/office/officeart/2005/8/layout/process4"/>
    <dgm:cxn modelId="{37477C3E-DD81-4345-BD0B-211F8A0F8376}" srcId="{8072C6FF-F02F-44BA-9C3E-0403D6342098}" destId="{DDCC329C-38ED-4DF5-9B87-564DE1AAA91A}" srcOrd="1" destOrd="0" parTransId="{F14F2E89-677C-4974-AD0E-D3A761B77B55}" sibTransId="{646AB3EB-0622-4889-ABAA-183A72A36467}"/>
    <dgm:cxn modelId="{E182DC47-68E5-4031-A123-AE39879EA3FE}" srcId="{8072C6FF-F02F-44BA-9C3E-0403D6342098}" destId="{E6954E93-B224-456F-A848-4EDA1FCFD4BE}" srcOrd="0" destOrd="0" parTransId="{5E5FC49C-42FC-43E6-BAC9-BA036F065521}" sibTransId="{3664F929-2F12-4447-83D3-744431607B77}"/>
    <dgm:cxn modelId="{CCEB9FDB-9672-4D27-AC70-89EE9AE869A4}" type="presOf" srcId="{E6954E93-B224-456F-A848-4EDA1FCFD4BE}" destId="{64B8EF76-6ABA-44BA-B45D-A15F46135EF3}" srcOrd="0" destOrd="0" presId="urn:microsoft.com/office/officeart/2005/8/layout/process4"/>
    <dgm:cxn modelId="{4E808CD6-7BDC-458A-B92C-585757E47B5D}" type="presParOf" srcId="{B313465D-AF97-4DCD-B8FE-1280CC10B64D}" destId="{2212CF03-0417-4D98-88C1-207CFA2292D7}" srcOrd="0" destOrd="0" presId="urn:microsoft.com/office/officeart/2005/8/layout/process4"/>
    <dgm:cxn modelId="{2B32A222-AED1-4220-BA91-B8C431CC9431}" type="presParOf" srcId="{2212CF03-0417-4D98-88C1-207CFA2292D7}" destId="{22C4B073-C5CF-4514-A93A-EC63BBED9E96}" srcOrd="0" destOrd="0" presId="urn:microsoft.com/office/officeart/2005/8/layout/process4"/>
    <dgm:cxn modelId="{F067DB2F-2147-4CC4-BF38-2FE0141127D8}" type="presParOf" srcId="{B313465D-AF97-4DCD-B8FE-1280CC10B64D}" destId="{939CA286-1509-4001-BD11-8EC545DC89AC}" srcOrd="1" destOrd="0" presId="urn:microsoft.com/office/officeart/2005/8/layout/process4"/>
    <dgm:cxn modelId="{AC07457B-B2D5-4410-960F-27C7C8569709}" type="presParOf" srcId="{B313465D-AF97-4DCD-B8FE-1280CC10B64D}" destId="{27384BCD-B195-4EC4-9981-27516791C119}" srcOrd="2" destOrd="0" presId="urn:microsoft.com/office/officeart/2005/8/layout/process4"/>
    <dgm:cxn modelId="{4CF53B98-4082-48D4-8A2A-19289D4BBC94}" type="presParOf" srcId="{27384BCD-B195-4EC4-9981-27516791C119}" destId="{64B8EF76-6ABA-44BA-B45D-A15F46135EF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AB18CAF-13B9-4E02-ABEB-8D37B84B4C8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8004469-92A5-4A30-9680-1D2C8BA7EA15}">
      <dgm:prSet/>
      <dgm:spPr/>
      <dgm:t>
        <a:bodyPr/>
        <a:lstStyle/>
        <a:p>
          <a:r>
            <a:rPr lang="en-US">
              <a:solidFill>
                <a:schemeClr val="tx1"/>
              </a:solidFill>
            </a:rPr>
            <a:t>Protecting patient privacy while considering public health concerns can lead to dilemmas.</a:t>
          </a:r>
        </a:p>
      </dgm:t>
    </dgm:pt>
    <dgm:pt modelId="{4B19ACF0-A381-451C-9ABB-7DDA11185489}" type="parTrans" cxnId="{ED8C6CB2-F6E5-4991-9E27-E4018E3DFEEA}">
      <dgm:prSet/>
      <dgm:spPr/>
      <dgm:t>
        <a:bodyPr/>
        <a:lstStyle/>
        <a:p>
          <a:endParaRPr lang="en-US">
            <a:solidFill>
              <a:schemeClr val="tx1"/>
            </a:solidFill>
          </a:endParaRPr>
        </a:p>
      </dgm:t>
    </dgm:pt>
    <dgm:pt modelId="{E5D5AAE2-1423-425C-949D-B3C6580C1CFD}" type="sibTrans" cxnId="{ED8C6CB2-F6E5-4991-9E27-E4018E3DFEEA}">
      <dgm:prSet/>
      <dgm:spPr/>
      <dgm:t>
        <a:bodyPr/>
        <a:lstStyle/>
        <a:p>
          <a:endParaRPr lang="en-US">
            <a:solidFill>
              <a:schemeClr val="tx1"/>
            </a:solidFill>
          </a:endParaRPr>
        </a:p>
      </dgm:t>
    </dgm:pt>
    <dgm:pt modelId="{9FA49092-275B-4346-BD19-ADCE8A54FB44}">
      <dgm:prSet/>
      <dgm:spPr/>
      <dgm:t>
        <a:bodyPr/>
        <a:lstStyle/>
        <a:p>
          <a:r>
            <a:rPr lang="en-US">
              <a:solidFill>
                <a:schemeClr val="tx1"/>
              </a:solidFill>
            </a:rPr>
            <a:t>Example: A teenager seeks contraception without parental knowledge. Should the physician maintain confidentiality or disclose this to the parents?</a:t>
          </a:r>
        </a:p>
      </dgm:t>
    </dgm:pt>
    <dgm:pt modelId="{F4D45E03-1731-41AF-AA35-82A683F13F8E}" type="parTrans" cxnId="{2EF7E0DA-7EC9-4785-9F1B-415B6FDBEE45}">
      <dgm:prSet/>
      <dgm:spPr/>
      <dgm:t>
        <a:bodyPr/>
        <a:lstStyle/>
        <a:p>
          <a:endParaRPr lang="en-US">
            <a:solidFill>
              <a:schemeClr val="tx1"/>
            </a:solidFill>
          </a:endParaRPr>
        </a:p>
      </dgm:t>
    </dgm:pt>
    <dgm:pt modelId="{5580BB77-A7D8-41D4-B84F-C17AB3B69FEB}" type="sibTrans" cxnId="{2EF7E0DA-7EC9-4785-9F1B-415B6FDBEE45}">
      <dgm:prSet/>
      <dgm:spPr/>
      <dgm:t>
        <a:bodyPr/>
        <a:lstStyle/>
        <a:p>
          <a:endParaRPr lang="en-US">
            <a:solidFill>
              <a:schemeClr val="tx1"/>
            </a:solidFill>
          </a:endParaRPr>
        </a:p>
      </dgm:t>
    </dgm:pt>
    <dgm:pt modelId="{A5E23AF8-1997-4161-B95A-05F43DCD84CF}" type="pres">
      <dgm:prSet presAssocID="{AAB18CAF-13B9-4E02-ABEB-8D37B84B4C83}" presName="linear" presStyleCnt="0">
        <dgm:presLayoutVars>
          <dgm:animLvl val="lvl"/>
          <dgm:resizeHandles val="exact"/>
        </dgm:presLayoutVars>
      </dgm:prSet>
      <dgm:spPr/>
    </dgm:pt>
    <dgm:pt modelId="{B07E9A1D-8FF5-4A78-8457-A14AA29AF9C8}" type="pres">
      <dgm:prSet presAssocID="{88004469-92A5-4A30-9680-1D2C8BA7EA15}" presName="parentText" presStyleLbl="node1" presStyleIdx="0" presStyleCnt="2">
        <dgm:presLayoutVars>
          <dgm:chMax val="0"/>
          <dgm:bulletEnabled val="1"/>
        </dgm:presLayoutVars>
      </dgm:prSet>
      <dgm:spPr/>
    </dgm:pt>
    <dgm:pt modelId="{DB877EF1-46E7-4376-AB8D-CFDB08A9A735}" type="pres">
      <dgm:prSet presAssocID="{E5D5AAE2-1423-425C-949D-B3C6580C1CFD}" presName="spacer" presStyleCnt="0"/>
      <dgm:spPr/>
    </dgm:pt>
    <dgm:pt modelId="{E9020E2C-0983-426E-87BD-31DAE04F2901}" type="pres">
      <dgm:prSet presAssocID="{9FA49092-275B-4346-BD19-ADCE8A54FB44}" presName="parentText" presStyleLbl="node1" presStyleIdx="1" presStyleCnt="2">
        <dgm:presLayoutVars>
          <dgm:chMax val="0"/>
          <dgm:bulletEnabled val="1"/>
        </dgm:presLayoutVars>
      </dgm:prSet>
      <dgm:spPr/>
    </dgm:pt>
  </dgm:ptLst>
  <dgm:cxnLst>
    <dgm:cxn modelId="{92E35980-9EE7-409B-931E-42F01FB68584}" type="presOf" srcId="{9FA49092-275B-4346-BD19-ADCE8A54FB44}" destId="{E9020E2C-0983-426E-87BD-31DAE04F2901}" srcOrd="0" destOrd="0" presId="urn:microsoft.com/office/officeart/2005/8/layout/vList2"/>
    <dgm:cxn modelId="{151B5D8D-7991-41A1-ACDC-4FF53491A35B}" type="presOf" srcId="{AAB18CAF-13B9-4E02-ABEB-8D37B84B4C83}" destId="{A5E23AF8-1997-4161-B95A-05F43DCD84CF}" srcOrd="0" destOrd="0" presId="urn:microsoft.com/office/officeart/2005/8/layout/vList2"/>
    <dgm:cxn modelId="{ED8C6CB2-F6E5-4991-9E27-E4018E3DFEEA}" srcId="{AAB18CAF-13B9-4E02-ABEB-8D37B84B4C83}" destId="{88004469-92A5-4A30-9680-1D2C8BA7EA15}" srcOrd="0" destOrd="0" parTransId="{4B19ACF0-A381-451C-9ABB-7DDA11185489}" sibTransId="{E5D5AAE2-1423-425C-949D-B3C6580C1CFD}"/>
    <dgm:cxn modelId="{2EF7E0DA-7EC9-4785-9F1B-415B6FDBEE45}" srcId="{AAB18CAF-13B9-4E02-ABEB-8D37B84B4C83}" destId="{9FA49092-275B-4346-BD19-ADCE8A54FB44}" srcOrd="1" destOrd="0" parTransId="{F4D45E03-1731-41AF-AA35-82A683F13F8E}" sibTransId="{5580BB77-A7D8-41D4-B84F-C17AB3B69FEB}"/>
    <dgm:cxn modelId="{7CC33FFA-9213-4811-98EC-86701ACC2AB8}" type="presOf" srcId="{88004469-92A5-4A30-9680-1D2C8BA7EA15}" destId="{B07E9A1D-8FF5-4A78-8457-A14AA29AF9C8}" srcOrd="0" destOrd="0" presId="urn:microsoft.com/office/officeart/2005/8/layout/vList2"/>
    <dgm:cxn modelId="{E97064BA-B7E6-425F-85DA-503982D61FEA}" type="presParOf" srcId="{A5E23AF8-1997-4161-B95A-05F43DCD84CF}" destId="{B07E9A1D-8FF5-4A78-8457-A14AA29AF9C8}" srcOrd="0" destOrd="0" presId="urn:microsoft.com/office/officeart/2005/8/layout/vList2"/>
    <dgm:cxn modelId="{76C7DB99-959F-4618-BF55-2C9F9E106D5B}" type="presParOf" srcId="{A5E23AF8-1997-4161-B95A-05F43DCD84CF}" destId="{DB877EF1-46E7-4376-AB8D-CFDB08A9A735}" srcOrd="1" destOrd="0" presId="urn:microsoft.com/office/officeart/2005/8/layout/vList2"/>
    <dgm:cxn modelId="{71F97F37-5D50-40A9-96C3-12ADCAB9E7EB}" type="presParOf" srcId="{A5E23AF8-1997-4161-B95A-05F43DCD84CF}" destId="{E9020E2C-0983-426E-87BD-31DAE04F2901}"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8372B5A-ABAD-4FAB-9CDB-0C1BD7BFBBA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D862D3E-0C58-4485-BBD6-347B38B2441F}">
      <dgm:prSet/>
      <dgm:spPr/>
      <dgm:t>
        <a:bodyPr/>
        <a:lstStyle/>
        <a:p>
          <a:r>
            <a:rPr lang="en-US">
              <a:solidFill>
                <a:schemeClr val="tx1"/>
              </a:solidFill>
            </a:rPr>
            <a:t>Limited resources require ethical prioritization.</a:t>
          </a:r>
        </a:p>
      </dgm:t>
    </dgm:pt>
    <dgm:pt modelId="{F8675D61-F88A-4489-ACF9-4A48AF4C5DAE}" type="parTrans" cxnId="{69754384-A989-4FA7-9C9F-D3202623AD59}">
      <dgm:prSet/>
      <dgm:spPr/>
      <dgm:t>
        <a:bodyPr/>
        <a:lstStyle/>
        <a:p>
          <a:endParaRPr lang="en-US">
            <a:solidFill>
              <a:schemeClr val="tx1"/>
            </a:solidFill>
          </a:endParaRPr>
        </a:p>
      </dgm:t>
    </dgm:pt>
    <dgm:pt modelId="{60C43E50-4BE8-4BE2-9072-4EE4B6AA172B}" type="sibTrans" cxnId="{69754384-A989-4FA7-9C9F-D3202623AD59}">
      <dgm:prSet/>
      <dgm:spPr/>
      <dgm:t>
        <a:bodyPr/>
        <a:lstStyle/>
        <a:p>
          <a:endParaRPr lang="en-US">
            <a:solidFill>
              <a:schemeClr val="tx1"/>
            </a:solidFill>
          </a:endParaRPr>
        </a:p>
      </dgm:t>
    </dgm:pt>
    <dgm:pt modelId="{F1837BE0-EFF1-4D8F-AF99-91F654C32560}">
      <dgm:prSet/>
      <dgm:spPr/>
      <dgm:t>
        <a:bodyPr/>
        <a:lstStyle/>
        <a:p>
          <a:r>
            <a:rPr lang="en-US">
              <a:solidFill>
                <a:schemeClr val="tx1"/>
              </a:solidFill>
            </a:rPr>
            <a:t>Example: During a pandemic, vaccine distribution must follow a risk-based approach rather than personal requests or financial status.</a:t>
          </a:r>
        </a:p>
      </dgm:t>
    </dgm:pt>
    <dgm:pt modelId="{D18EDD92-4088-404E-82E1-D9E7D455E084}" type="parTrans" cxnId="{60CDFD43-DF10-4DBD-9AD9-18AB470FA5C7}">
      <dgm:prSet/>
      <dgm:spPr/>
      <dgm:t>
        <a:bodyPr/>
        <a:lstStyle/>
        <a:p>
          <a:endParaRPr lang="en-US">
            <a:solidFill>
              <a:schemeClr val="tx1"/>
            </a:solidFill>
          </a:endParaRPr>
        </a:p>
      </dgm:t>
    </dgm:pt>
    <dgm:pt modelId="{B04B42F1-033F-43DB-867A-E2C5AD8F0746}" type="sibTrans" cxnId="{60CDFD43-DF10-4DBD-9AD9-18AB470FA5C7}">
      <dgm:prSet/>
      <dgm:spPr/>
      <dgm:t>
        <a:bodyPr/>
        <a:lstStyle/>
        <a:p>
          <a:endParaRPr lang="en-US">
            <a:solidFill>
              <a:schemeClr val="tx1"/>
            </a:solidFill>
          </a:endParaRPr>
        </a:p>
      </dgm:t>
    </dgm:pt>
    <dgm:pt modelId="{21B8B6E6-4C46-4DE8-8AFE-F108852530DF}" type="pres">
      <dgm:prSet presAssocID="{48372B5A-ABAD-4FAB-9CDB-0C1BD7BFBBAD}" presName="root" presStyleCnt="0">
        <dgm:presLayoutVars>
          <dgm:dir/>
          <dgm:resizeHandles val="exact"/>
        </dgm:presLayoutVars>
      </dgm:prSet>
      <dgm:spPr/>
    </dgm:pt>
    <dgm:pt modelId="{229B5790-9228-4A81-9FF4-102C4488DF78}" type="pres">
      <dgm:prSet presAssocID="{DD862D3E-0C58-4485-BBD6-347B38B2441F}" presName="compNode" presStyleCnt="0"/>
      <dgm:spPr/>
    </dgm:pt>
    <dgm:pt modelId="{F338BE00-1366-4457-85CD-CE0D366EB264}" type="pres">
      <dgm:prSet presAssocID="{DD862D3E-0C58-4485-BBD6-347B38B2441F}" presName="bgRect" presStyleLbl="bgShp" presStyleIdx="0" presStyleCnt="2"/>
      <dgm:spPr/>
    </dgm:pt>
    <dgm:pt modelId="{07445EA6-5008-45D4-A75B-11AA98BDD5C2}" type="pres">
      <dgm:prSet presAssocID="{DD862D3E-0C58-4485-BBD6-347B38B2441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A45183F8-9FAC-4CC5-9F5D-E33DD23E99F0}" type="pres">
      <dgm:prSet presAssocID="{DD862D3E-0C58-4485-BBD6-347B38B2441F}" presName="spaceRect" presStyleCnt="0"/>
      <dgm:spPr/>
    </dgm:pt>
    <dgm:pt modelId="{DDF61DCC-36AB-4D9A-814D-0DD405FFEBBE}" type="pres">
      <dgm:prSet presAssocID="{DD862D3E-0C58-4485-BBD6-347B38B2441F}" presName="parTx" presStyleLbl="revTx" presStyleIdx="0" presStyleCnt="2">
        <dgm:presLayoutVars>
          <dgm:chMax val="0"/>
          <dgm:chPref val="0"/>
        </dgm:presLayoutVars>
      </dgm:prSet>
      <dgm:spPr/>
    </dgm:pt>
    <dgm:pt modelId="{AFCB310D-672F-45AF-9632-6573964E4B5C}" type="pres">
      <dgm:prSet presAssocID="{60C43E50-4BE8-4BE2-9072-4EE4B6AA172B}" presName="sibTrans" presStyleCnt="0"/>
      <dgm:spPr/>
    </dgm:pt>
    <dgm:pt modelId="{F3D63EB2-73D7-46C8-B2A5-0BA9071DFB35}" type="pres">
      <dgm:prSet presAssocID="{F1837BE0-EFF1-4D8F-AF99-91F654C32560}" presName="compNode" presStyleCnt="0"/>
      <dgm:spPr/>
    </dgm:pt>
    <dgm:pt modelId="{BDFE7144-5370-4A9F-879F-687FCCE8A50E}" type="pres">
      <dgm:prSet presAssocID="{F1837BE0-EFF1-4D8F-AF99-91F654C32560}" presName="bgRect" presStyleLbl="bgShp" presStyleIdx="1" presStyleCnt="2"/>
      <dgm:spPr/>
    </dgm:pt>
    <dgm:pt modelId="{7129357D-C6E8-4587-9383-BDAD76D0DD7B}" type="pres">
      <dgm:prSet presAssocID="{F1837BE0-EFF1-4D8F-AF99-91F654C325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edle"/>
        </a:ext>
      </dgm:extLst>
    </dgm:pt>
    <dgm:pt modelId="{87CB9316-F445-4B5A-81A6-A0E8DCD4C2DE}" type="pres">
      <dgm:prSet presAssocID="{F1837BE0-EFF1-4D8F-AF99-91F654C32560}" presName="spaceRect" presStyleCnt="0"/>
      <dgm:spPr/>
    </dgm:pt>
    <dgm:pt modelId="{E8DD9934-CE47-4359-BB90-49006F1CF258}" type="pres">
      <dgm:prSet presAssocID="{F1837BE0-EFF1-4D8F-AF99-91F654C32560}" presName="parTx" presStyleLbl="revTx" presStyleIdx="1" presStyleCnt="2">
        <dgm:presLayoutVars>
          <dgm:chMax val="0"/>
          <dgm:chPref val="0"/>
        </dgm:presLayoutVars>
      </dgm:prSet>
      <dgm:spPr/>
    </dgm:pt>
  </dgm:ptLst>
  <dgm:cxnLst>
    <dgm:cxn modelId="{60CDFD43-DF10-4DBD-9AD9-18AB470FA5C7}" srcId="{48372B5A-ABAD-4FAB-9CDB-0C1BD7BFBBAD}" destId="{F1837BE0-EFF1-4D8F-AF99-91F654C32560}" srcOrd="1" destOrd="0" parTransId="{D18EDD92-4088-404E-82E1-D9E7D455E084}" sibTransId="{B04B42F1-033F-43DB-867A-E2C5AD8F0746}"/>
    <dgm:cxn modelId="{69754384-A989-4FA7-9C9F-D3202623AD59}" srcId="{48372B5A-ABAD-4FAB-9CDB-0C1BD7BFBBAD}" destId="{DD862D3E-0C58-4485-BBD6-347B38B2441F}" srcOrd="0" destOrd="0" parTransId="{F8675D61-F88A-4489-ACF9-4A48AF4C5DAE}" sibTransId="{60C43E50-4BE8-4BE2-9072-4EE4B6AA172B}"/>
    <dgm:cxn modelId="{2467549E-0EF8-476A-9DDD-C0C29376ED3A}" type="presOf" srcId="{48372B5A-ABAD-4FAB-9CDB-0C1BD7BFBBAD}" destId="{21B8B6E6-4C46-4DE8-8AFE-F108852530DF}" srcOrd="0" destOrd="0" presId="urn:microsoft.com/office/officeart/2018/2/layout/IconVerticalSolidList"/>
    <dgm:cxn modelId="{429713BA-9B0E-4A29-8BEE-4C12BC3C4AC0}" type="presOf" srcId="{DD862D3E-0C58-4485-BBD6-347B38B2441F}" destId="{DDF61DCC-36AB-4D9A-814D-0DD405FFEBBE}" srcOrd="0" destOrd="0" presId="urn:microsoft.com/office/officeart/2018/2/layout/IconVerticalSolidList"/>
    <dgm:cxn modelId="{18CA18C0-064A-4EC7-AD2C-D5F707172435}" type="presOf" srcId="{F1837BE0-EFF1-4D8F-AF99-91F654C32560}" destId="{E8DD9934-CE47-4359-BB90-49006F1CF258}" srcOrd="0" destOrd="0" presId="urn:microsoft.com/office/officeart/2018/2/layout/IconVerticalSolidList"/>
    <dgm:cxn modelId="{C3354BEC-4CF0-499F-942C-64DC9DF0DE1F}" type="presParOf" srcId="{21B8B6E6-4C46-4DE8-8AFE-F108852530DF}" destId="{229B5790-9228-4A81-9FF4-102C4488DF78}" srcOrd="0" destOrd="0" presId="urn:microsoft.com/office/officeart/2018/2/layout/IconVerticalSolidList"/>
    <dgm:cxn modelId="{E277F42B-A183-4C23-91FD-829BA650CEBE}" type="presParOf" srcId="{229B5790-9228-4A81-9FF4-102C4488DF78}" destId="{F338BE00-1366-4457-85CD-CE0D366EB264}" srcOrd="0" destOrd="0" presId="urn:microsoft.com/office/officeart/2018/2/layout/IconVerticalSolidList"/>
    <dgm:cxn modelId="{CEA5540A-71FC-4129-A065-CC92FA993E78}" type="presParOf" srcId="{229B5790-9228-4A81-9FF4-102C4488DF78}" destId="{07445EA6-5008-45D4-A75B-11AA98BDD5C2}" srcOrd="1" destOrd="0" presId="urn:microsoft.com/office/officeart/2018/2/layout/IconVerticalSolidList"/>
    <dgm:cxn modelId="{4666DFF7-FFC4-46EA-BFC7-4117C65CE238}" type="presParOf" srcId="{229B5790-9228-4A81-9FF4-102C4488DF78}" destId="{A45183F8-9FAC-4CC5-9F5D-E33DD23E99F0}" srcOrd="2" destOrd="0" presId="urn:microsoft.com/office/officeart/2018/2/layout/IconVerticalSolidList"/>
    <dgm:cxn modelId="{A14B6980-FCD7-4C9C-8D97-DE94433CC2ED}" type="presParOf" srcId="{229B5790-9228-4A81-9FF4-102C4488DF78}" destId="{DDF61DCC-36AB-4D9A-814D-0DD405FFEBBE}" srcOrd="3" destOrd="0" presId="urn:microsoft.com/office/officeart/2018/2/layout/IconVerticalSolidList"/>
    <dgm:cxn modelId="{93670698-FEFC-46BA-98A4-68716E736498}" type="presParOf" srcId="{21B8B6E6-4C46-4DE8-8AFE-F108852530DF}" destId="{AFCB310D-672F-45AF-9632-6573964E4B5C}" srcOrd="1" destOrd="0" presId="urn:microsoft.com/office/officeart/2018/2/layout/IconVerticalSolidList"/>
    <dgm:cxn modelId="{3232BFCD-AE62-4C97-8142-91D97BAB6429}" type="presParOf" srcId="{21B8B6E6-4C46-4DE8-8AFE-F108852530DF}" destId="{F3D63EB2-73D7-46C8-B2A5-0BA9071DFB35}" srcOrd="2" destOrd="0" presId="urn:microsoft.com/office/officeart/2018/2/layout/IconVerticalSolidList"/>
    <dgm:cxn modelId="{0AB5606B-EB08-4B66-9B0F-92B5491D3C68}" type="presParOf" srcId="{F3D63EB2-73D7-46C8-B2A5-0BA9071DFB35}" destId="{BDFE7144-5370-4A9F-879F-687FCCE8A50E}" srcOrd="0" destOrd="0" presId="urn:microsoft.com/office/officeart/2018/2/layout/IconVerticalSolidList"/>
    <dgm:cxn modelId="{F6A8F5FE-53E4-42C9-8080-832EDBA3D785}" type="presParOf" srcId="{F3D63EB2-73D7-46C8-B2A5-0BA9071DFB35}" destId="{7129357D-C6E8-4587-9383-BDAD76D0DD7B}" srcOrd="1" destOrd="0" presId="urn:microsoft.com/office/officeart/2018/2/layout/IconVerticalSolidList"/>
    <dgm:cxn modelId="{7AD9F13D-8529-4920-BC7B-277E41DE8BF3}" type="presParOf" srcId="{F3D63EB2-73D7-46C8-B2A5-0BA9071DFB35}" destId="{87CB9316-F445-4B5A-81A6-A0E8DCD4C2DE}" srcOrd="2" destOrd="0" presId="urn:microsoft.com/office/officeart/2018/2/layout/IconVerticalSolidList"/>
    <dgm:cxn modelId="{CD930D09-0056-4B25-AA71-EFD1789F6C7D}" type="presParOf" srcId="{F3D63EB2-73D7-46C8-B2A5-0BA9071DFB35}" destId="{E8DD9934-CE47-4359-BB90-49006F1CF25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4B98744-8E9A-4E9B-9459-90A15ECF23AF}" type="doc">
      <dgm:prSet loTypeId="urn:microsoft.com/office/officeart/2005/8/layout/vProcess5" loCatId="process" qsTypeId="urn:microsoft.com/office/officeart/2005/8/quickstyle/simple1" qsCatId="simple" csTypeId="urn:microsoft.com/office/officeart/2005/8/colors/colorful5" csCatId="colorful" phldr="1"/>
      <dgm:spPr/>
      <dgm:t>
        <a:bodyPr/>
        <a:lstStyle/>
        <a:p>
          <a:endParaRPr lang="en-US"/>
        </a:p>
      </dgm:t>
    </dgm:pt>
    <dgm:pt modelId="{4670FD62-798E-4175-B5F7-6DA907E1AB19}">
      <dgm:prSet/>
      <dgm:spPr/>
      <dgm:t>
        <a:bodyPr/>
        <a:lstStyle/>
        <a:p>
          <a:r>
            <a:rPr lang="en-US">
              <a:solidFill>
                <a:schemeClr val="tx1"/>
              </a:solidFill>
            </a:rPr>
            <a:t>Identify the Dilemma</a:t>
          </a:r>
          <a:endParaRPr lang="en-US" dirty="0">
            <a:solidFill>
              <a:schemeClr val="tx1"/>
            </a:solidFill>
          </a:endParaRPr>
        </a:p>
      </dgm:t>
    </dgm:pt>
    <dgm:pt modelId="{4F86D09B-1A68-424F-B8C0-7C790E77596D}" type="parTrans" cxnId="{4B982955-3582-497B-A975-9E750040EE03}">
      <dgm:prSet/>
      <dgm:spPr/>
      <dgm:t>
        <a:bodyPr/>
        <a:lstStyle/>
        <a:p>
          <a:endParaRPr lang="en-US">
            <a:solidFill>
              <a:schemeClr val="tx1"/>
            </a:solidFill>
          </a:endParaRPr>
        </a:p>
      </dgm:t>
    </dgm:pt>
    <dgm:pt modelId="{13EF17AC-09A7-4CA1-9CEC-2852F43CBA4F}" type="sibTrans" cxnId="{4B982955-3582-497B-A975-9E750040EE03}">
      <dgm:prSet/>
      <dgm:spPr/>
      <dgm:t>
        <a:bodyPr/>
        <a:lstStyle/>
        <a:p>
          <a:endParaRPr lang="en-US">
            <a:solidFill>
              <a:schemeClr val="tx1"/>
            </a:solidFill>
          </a:endParaRPr>
        </a:p>
      </dgm:t>
    </dgm:pt>
    <dgm:pt modelId="{FA6614D5-7E54-4385-BD0C-E272C24391E8}">
      <dgm:prSet/>
      <dgm:spPr/>
      <dgm:t>
        <a:bodyPr/>
        <a:lstStyle/>
        <a:p>
          <a:r>
            <a:rPr lang="en-US" dirty="0">
              <a:solidFill>
                <a:schemeClr val="tx1"/>
              </a:solidFill>
            </a:rPr>
            <a:t>Gather Relevant Data</a:t>
          </a:r>
        </a:p>
      </dgm:t>
    </dgm:pt>
    <dgm:pt modelId="{F576282A-BE68-48E5-9724-954D4FCCE086}" type="parTrans" cxnId="{6D86D1F5-C32A-4953-9300-B562D9CF352B}">
      <dgm:prSet/>
      <dgm:spPr/>
      <dgm:t>
        <a:bodyPr/>
        <a:lstStyle/>
        <a:p>
          <a:endParaRPr lang="en-US">
            <a:solidFill>
              <a:schemeClr val="tx1"/>
            </a:solidFill>
          </a:endParaRPr>
        </a:p>
      </dgm:t>
    </dgm:pt>
    <dgm:pt modelId="{8FFE0903-808B-4F6E-9061-B48EBBBE7579}" type="sibTrans" cxnId="{6D86D1F5-C32A-4953-9300-B562D9CF352B}">
      <dgm:prSet/>
      <dgm:spPr/>
      <dgm:t>
        <a:bodyPr/>
        <a:lstStyle/>
        <a:p>
          <a:endParaRPr lang="en-US">
            <a:solidFill>
              <a:schemeClr val="tx1"/>
            </a:solidFill>
          </a:endParaRPr>
        </a:p>
      </dgm:t>
    </dgm:pt>
    <dgm:pt modelId="{BF1D5E29-36C2-4E30-9186-0A88FD2A7AC8}">
      <dgm:prSet/>
      <dgm:spPr/>
      <dgm:t>
        <a:bodyPr/>
        <a:lstStyle/>
        <a:p>
          <a:r>
            <a:rPr lang="en-US">
              <a:solidFill>
                <a:schemeClr val="tx1"/>
              </a:solidFill>
            </a:rPr>
            <a:t>Evaluate Options &amp; Consequences</a:t>
          </a:r>
          <a:endParaRPr lang="en-US" dirty="0">
            <a:solidFill>
              <a:schemeClr val="tx1"/>
            </a:solidFill>
          </a:endParaRPr>
        </a:p>
      </dgm:t>
    </dgm:pt>
    <dgm:pt modelId="{A4792DEB-8283-40DE-A432-CEC1DCEB37F2}" type="parTrans" cxnId="{41302042-87AB-4098-B944-DC20E2F9473C}">
      <dgm:prSet/>
      <dgm:spPr/>
      <dgm:t>
        <a:bodyPr/>
        <a:lstStyle/>
        <a:p>
          <a:endParaRPr lang="en-US">
            <a:solidFill>
              <a:schemeClr val="tx1"/>
            </a:solidFill>
          </a:endParaRPr>
        </a:p>
      </dgm:t>
    </dgm:pt>
    <dgm:pt modelId="{563AF04B-513A-4596-A423-9D5A7125F543}" type="sibTrans" cxnId="{41302042-87AB-4098-B944-DC20E2F9473C}">
      <dgm:prSet/>
      <dgm:spPr/>
      <dgm:t>
        <a:bodyPr/>
        <a:lstStyle/>
        <a:p>
          <a:endParaRPr lang="en-US">
            <a:solidFill>
              <a:schemeClr val="tx1"/>
            </a:solidFill>
          </a:endParaRPr>
        </a:p>
      </dgm:t>
    </dgm:pt>
    <dgm:pt modelId="{AD9F2BE3-659F-473B-AE8E-3AA8ED6398E1}">
      <dgm:prSet/>
      <dgm:spPr/>
      <dgm:t>
        <a:bodyPr/>
        <a:lstStyle/>
        <a:p>
          <a:r>
            <a:rPr lang="en-US" dirty="0">
              <a:solidFill>
                <a:schemeClr val="tx1"/>
              </a:solidFill>
            </a:rPr>
            <a:t>Consult Ethical Guidelines &amp; Experts</a:t>
          </a:r>
        </a:p>
      </dgm:t>
    </dgm:pt>
    <dgm:pt modelId="{6016281D-F8CB-4652-BB3D-D2FEF72B60A4}" type="parTrans" cxnId="{C62EAC89-EE7E-4F6E-ADB7-5FF6195881C1}">
      <dgm:prSet/>
      <dgm:spPr/>
      <dgm:t>
        <a:bodyPr/>
        <a:lstStyle/>
        <a:p>
          <a:endParaRPr lang="en-US">
            <a:solidFill>
              <a:schemeClr val="tx1"/>
            </a:solidFill>
          </a:endParaRPr>
        </a:p>
      </dgm:t>
    </dgm:pt>
    <dgm:pt modelId="{0A1D8025-A835-42B7-8C84-DE05EEA48002}" type="sibTrans" cxnId="{C62EAC89-EE7E-4F6E-ADB7-5FF6195881C1}">
      <dgm:prSet/>
      <dgm:spPr/>
      <dgm:t>
        <a:bodyPr/>
        <a:lstStyle/>
        <a:p>
          <a:endParaRPr lang="en-US">
            <a:solidFill>
              <a:schemeClr val="tx1"/>
            </a:solidFill>
          </a:endParaRPr>
        </a:p>
      </dgm:t>
    </dgm:pt>
    <dgm:pt modelId="{8F342579-5B15-46A0-A7D8-1A1C85B31287}">
      <dgm:prSet/>
      <dgm:spPr/>
      <dgm:t>
        <a:bodyPr/>
        <a:lstStyle/>
        <a:p>
          <a:r>
            <a:rPr lang="en-US" dirty="0">
              <a:solidFill>
                <a:schemeClr val="tx1"/>
              </a:solidFill>
            </a:rPr>
            <a:t>Communicate Transparently</a:t>
          </a:r>
        </a:p>
      </dgm:t>
    </dgm:pt>
    <dgm:pt modelId="{F3AAA53D-F9E1-4687-9F2F-1842ACE05C25}" type="parTrans" cxnId="{20DDE966-603A-416F-A83C-09DB09E68D2F}">
      <dgm:prSet/>
      <dgm:spPr/>
      <dgm:t>
        <a:bodyPr/>
        <a:lstStyle/>
        <a:p>
          <a:endParaRPr lang="en-US">
            <a:solidFill>
              <a:schemeClr val="tx1"/>
            </a:solidFill>
          </a:endParaRPr>
        </a:p>
      </dgm:t>
    </dgm:pt>
    <dgm:pt modelId="{E724CEA3-0964-487C-9908-53294C12FB3B}" type="sibTrans" cxnId="{20DDE966-603A-416F-A83C-09DB09E68D2F}">
      <dgm:prSet/>
      <dgm:spPr/>
      <dgm:t>
        <a:bodyPr/>
        <a:lstStyle/>
        <a:p>
          <a:endParaRPr lang="en-US">
            <a:solidFill>
              <a:schemeClr val="tx1"/>
            </a:solidFill>
          </a:endParaRPr>
        </a:p>
      </dgm:t>
    </dgm:pt>
    <dgm:pt modelId="{90BC75AC-12A6-4DAD-A70D-7AF84944E4A5}" type="pres">
      <dgm:prSet presAssocID="{84B98744-8E9A-4E9B-9459-90A15ECF23AF}" presName="outerComposite" presStyleCnt="0">
        <dgm:presLayoutVars>
          <dgm:chMax val="5"/>
          <dgm:dir/>
          <dgm:resizeHandles val="exact"/>
        </dgm:presLayoutVars>
      </dgm:prSet>
      <dgm:spPr/>
    </dgm:pt>
    <dgm:pt modelId="{0AA8BA5B-CC43-4583-B9C4-F98723EAA6A8}" type="pres">
      <dgm:prSet presAssocID="{84B98744-8E9A-4E9B-9459-90A15ECF23AF}" presName="dummyMaxCanvas" presStyleCnt="0">
        <dgm:presLayoutVars/>
      </dgm:prSet>
      <dgm:spPr/>
    </dgm:pt>
    <dgm:pt modelId="{BFA00319-4616-4547-8306-2D4A38462A82}" type="pres">
      <dgm:prSet presAssocID="{84B98744-8E9A-4E9B-9459-90A15ECF23AF}" presName="FiveNodes_1" presStyleLbl="node1" presStyleIdx="0" presStyleCnt="5">
        <dgm:presLayoutVars>
          <dgm:bulletEnabled val="1"/>
        </dgm:presLayoutVars>
      </dgm:prSet>
      <dgm:spPr/>
    </dgm:pt>
    <dgm:pt modelId="{4812DF79-C2FA-44FF-B6B1-622F2B629034}" type="pres">
      <dgm:prSet presAssocID="{84B98744-8E9A-4E9B-9459-90A15ECF23AF}" presName="FiveNodes_2" presStyleLbl="node1" presStyleIdx="1" presStyleCnt="5">
        <dgm:presLayoutVars>
          <dgm:bulletEnabled val="1"/>
        </dgm:presLayoutVars>
      </dgm:prSet>
      <dgm:spPr/>
    </dgm:pt>
    <dgm:pt modelId="{F4CC05E9-AAC6-4972-BCAE-738762029F96}" type="pres">
      <dgm:prSet presAssocID="{84B98744-8E9A-4E9B-9459-90A15ECF23AF}" presName="FiveNodes_3" presStyleLbl="node1" presStyleIdx="2" presStyleCnt="5">
        <dgm:presLayoutVars>
          <dgm:bulletEnabled val="1"/>
        </dgm:presLayoutVars>
      </dgm:prSet>
      <dgm:spPr/>
    </dgm:pt>
    <dgm:pt modelId="{7CDBE2E0-902E-4E20-A1ED-AC631208DDD8}" type="pres">
      <dgm:prSet presAssocID="{84B98744-8E9A-4E9B-9459-90A15ECF23AF}" presName="FiveNodes_4" presStyleLbl="node1" presStyleIdx="3" presStyleCnt="5">
        <dgm:presLayoutVars>
          <dgm:bulletEnabled val="1"/>
        </dgm:presLayoutVars>
      </dgm:prSet>
      <dgm:spPr/>
    </dgm:pt>
    <dgm:pt modelId="{DD1886CE-F880-496B-A26D-A7A0D912EE18}" type="pres">
      <dgm:prSet presAssocID="{84B98744-8E9A-4E9B-9459-90A15ECF23AF}" presName="FiveNodes_5" presStyleLbl="node1" presStyleIdx="4" presStyleCnt="5">
        <dgm:presLayoutVars>
          <dgm:bulletEnabled val="1"/>
        </dgm:presLayoutVars>
      </dgm:prSet>
      <dgm:spPr/>
    </dgm:pt>
    <dgm:pt modelId="{B908D4CC-316F-4E55-A81D-B2F5E96DECE3}" type="pres">
      <dgm:prSet presAssocID="{84B98744-8E9A-4E9B-9459-90A15ECF23AF}" presName="FiveConn_1-2" presStyleLbl="fgAccFollowNode1" presStyleIdx="0" presStyleCnt="4">
        <dgm:presLayoutVars>
          <dgm:bulletEnabled val="1"/>
        </dgm:presLayoutVars>
      </dgm:prSet>
      <dgm:spPr/>
    </dgm:pt>
    <dgm:pt modelId="{F04872BA-B78C-4A29-A157-B6ED72307A62}" type="pres">
      <dgm:prSet presAssocID="{84B98744-8E9A-4E9B-9459-90A15ECF23AF}" presName="FiveConn_2-3" presStyleLbl="fgAccFollowNode1" presStyleIdx="1" presStyleCnt="4">
        <dgm:presLayoutVars>
          <dgm:bulletEnabled val="1"/>
        </dgm:presLayoutVars>
      </dgm:prSet>
      <dgm:spPr/>
    </dgm:pt>
    <dgm:pt modelId="{3C7E13F6-658C-4E68-8F79-5CC72847FE75}" type="pres">
      <dgm:prSet presAssocID="{84B98744-8E9A-4E9B-9459-90A15ECF23AF}" presName="FiveConn_3-4" presStyleLbl="fgAccFollowNode1" presStyleIdx="2" presStyleCnt="4">
        <dgm:presLayoutVars>
          <dgm:bulletEnabled val="1"/>
        </dgm:presLayoutVars>
      </dgm:prSet>
      <dgm:spPr/>
    </dgm:pt>
    <dgm:pt modelId="{4FB5C845-00D9-4538-B0CE-5D25EA54162D}" type="pres">
      <dgm:prSet presAssocID="{84B98744-8E9A-4E9B-9459-90A15ECF23AF}" presName="FiveConn_4-5" presStyleLbl="fgAccFollowNode1" presStyleIdx="3" presStyleCnt="4">
        <dgm:presLayoutVars>
          <dgm:bulletEnabled val="1"/>
        </dgm:presLayoutVars>
      </dgm:prSet>
      <dgm:spPr/>
    </dgm:pt>
    <dgm:pt modelId="{971112F2-90E0-4273-BEA5-0A4AFE44507F}" type="pres">
      <dgm:prSet presAssocID="{84B98744-8E9A-4E9B-9459-90A15ECF23AF}" presName="FiveNodes_1_text" presStyleLbl="node1" presStyleIdx="4" presStyleCnt="5">
        <dgm:presLayoutVars>
          <dgm:bulletEnabled val="1"/>
        </dgm:presLayoutVars>
      </dgm:prSet>
      <dgm:spPr/>
    </dgm:pt>
    <dgm:pt modelId="{01260EE4-67A2-4EAA-B1B3-BEC3F6AD8A5F}" type="pres">
      <dgm:prSet presAssocID="{84B98744-8E9A-4E9B-9459-90A15ECF23AF}" presName="FiveNodes_2_text" presStyleLbl="node1" presStyleIdx="4" presStyleCnt="5">
        <dgm:presLayoutVars>
          <dgm:bulletEnabled val="1"/>
        </dgm:presLayoutVars>
      </dgm:prSet>
      <dgm:spPr/>
    </dgm:pt>
    <dgm:pt modelId="{1EE8352A-A1C2-45A3-99C6-4AE6C36295E6}" type="pres">
      <dgm:prSet presAssocID="{84B98744-8E9A-4E9B-9459-90A15ECF23AF}" presName="FiveNodes_3_text" presStyleLbl="node1" presStyleIdx="4" presStyleCnt="5">
        <dgm:presLayoutVars>
          <dgm:bulletEnabled val="1"/>
        </dgm:presLayoutVars>
      </dgm:prSet>
      <dgm:spPr/>
    </dgm:pt>
    <dgm:pt modelId="{ECC40719-9171-45C2-8231-5480BA941761}" type="pres">
      <dgm:prSet presAssocID="{84B98744-8E9A-4E9B-9459-90A15ECF23AF}" presName="FiveNodes_4_text" presStyleLbl="node1" presStyleIdx="4" presStyleCnt="5">
        <dgm:presLayoutVars>
          <dgm:bulletEnabled val="1"/>
        </dgm:presLayoutVars>
      </dgm:prSet>
      <dgm:spPr/>
    </dgm:pt>
    <dgm:pt modelId="{7F27CE92-9B82-447D-BF96-43B24BFF03F8}" type="pres">
      <dgm:prSet presAssocID="{84B98744-8E9A-4E9B-9459-90A15ECF23AF}" presName="FiveNodes_5_text" presStyleLbl="node1" presStyleIdx="4" presStyleCnt="5">
        <dgm:presLayoutVars>
          <dgm:bulletEnabled val="1"/>
        </dgm:presLayoutVars>
      </dgm:prSet>
      <dgm:spPr/>
    </dgm:pt>
  </dgm:ptLst>
  <dgm:cxnLst>
    <dgm:cxn modelId="{DCFFD602-EE78-45E4-8E2E-BE14583D8C61}" type="presOf" srcId="{563AF04B-513A-4596-A423-9D5A7125F543}" destId="{3C7E13F6-658C-4E68-8F79-5CC72847FE75}" srcOrd="0" destOrd="0" presId="urn:microsoft.com/office/officeart/2005/8/layout/vProcess5"/>
    <dgm:cxn modelId="{B565FA08-AC12-4CDB-ADEE-B38A8D225FFB}" type="presOf" srcId="{BF1D5E29-36C2-4E30-9186-0A88FD2A7AC8}" destId="{1EE8352A-A1C2-45A3-99C6-4AE6C36295E6}" srcOrd="1" destOrd="0" presId="urn:microsoft.com/office/officeart/2005/8/layout/vProcess5"/>
    <dgm:cxn modelId="{2EEB560A-BEAE-4FF9-B37B-923401C09301}" type="presOf" srcId="{FA6614D5-7E54-4385-BD0C-E272C24391E8}" destId="{4812DF79-C2FA-44FF-B6B1-622F2B629034}" srcOrd="0" destOrd="0" presId="urn:microsoft.com/office/officeart/2005/8/layout/vProcess5"/>
    <dgm:cxn modelId="{51656A0E-E196-49EE-ACB5-91A97E741A4E}" type="presOf" srcId="{BF1D5E29-36C2-4E30-9186-0A88FD2A7AC8}" destId="{F4CC05E9-AAC6-4972-BCAE-738762029F96}" srcOrd="0" destOrd="0" presId="urn:microsoft.com/office/officeart/2005/8/layout/vProcess5"/>
    <dgm:cxn modelId="{A6D05B10-3399-4F9E-A02E-426F8CFBF025}" type="presOf" srcId="{AD9F2BE3-659F-473B-AE8E-3AA8ED6398E1}" destId="{7CDBE2E0-902E-4E20-A1ED-AC631208DDD8}" srcOrd="0" destOrd="0" presId="urn:microsoft.com/office/officeart/2005/8/layout/vProcess5"/>
    <dgm:cxn modelId="{00DBA314-B57E-4AA8-AAA5-A2305841E34A}" type="presOf" srcId="{13EF17AC-09A7-4CA1-9CEC-2852F43CBA4F}" destId="{B908D4CC-316F-4E55-A81D-B2F5E96DECE3}" srcOrd="0" destOrd="0" presId="urn:microsoft.com/office/officeart/2005/8/layout/vProcess5"/>
    <dgm:cxn modelId="{41302042-87AB-4098-B944-DC20E2F9473C}" srcId="{84B98744-8E9A-4E9B-9459-90A15ECF23AF}" destId="{BF1D5E29-36C2-4E30-9186-0A88FD2A7AC8}" srcOrd="2" destOrd="0" parTransId="{A4792DEB-8283-40DE-A432-CEC1DCEB37F2}" sibTransId="{563AF04B-513A-4596-A423-9D5A7125F543}"/>
    <dgm:cxn modelId="{20DDE966-603A-416F-A83C-09DB09E68D2F}" srcId="{84B98744-8E9A-4E9B-9459-90A15ECF23AF}" destId="{8F342579-5B15-46A0-A7D8-1A1C85B31287}" srcOrd="4" destOrd="0" parTransId="{F3AAA53D-F9E1-4687-9F2F-1842ACE05C25}" sibTransId="{E724CEA3-0964-487C-9908-53294C12FB3B}"/>
    <dgm:cxn modelId="{4B982955-3582-497B-A975-9E750040EE03}" srcId="{84B98744-8E9A-4E9B-9459-90A15ECF23AF}" destId="{4670FD62-798E-4175-B5F7-6DA907E1AB19}" srcOrd="0" destOrd="0" parTransId="{4F86D09B-1A68-424F-B8C0-7C790E77596D}" sibTransId="{13EF17AC-09A7-4CA1-9CEC-2852F43CBA4F}"/>
    <dgm:cxn modelId="{C9247177-2EDA-4EE2-A60E-E0AA60D7777A}" type="presOf" srcId="{4670FD62-798E-4175-B5F7-6DA907E1AB19}" destId="{BFA00319-4616-4547-8306-2D4A38462A82}" srcOrd="0" destOrd="0" presId="urn:microsoft.com/office/officeart/2005/8/layout/vProcess5"/>
    <dgm:cxn modelId="{1D1F2F59-DE08-48A9-A16E-EEF6C9EDE4E9}" type="presOf" srcId="{8F342579-5B15-46A0-A7D8-1A1C85B31287}" destId="{7F27CE92-9B82-447D-BF96-43B24BFF03F8}" srcOrd="1" destOrd="0" presId="urn:microsoft.com/office/officeart/2005/8/layout/vProcess5"/>
    <dgm:cxn modelId="{C69B3F80-7ABF-4ED8-AA70-D25BA8DEC0BA}" type="presOf" srcId="{FA6614D5-7E54-4385-BD0C-E272C24391E8}" destId="{01260EE4-67A2-4EAA-B1B3-BEC3F6AD8A5F}" srcOrd="1" destOrd="0" presId="urn:microsoft.com/office/officeart/2005/8/layout/vProcess5"/>
    <dgm:cxn modelId="{C62EAC89-EE7E-4F6E-ADB7-5FF6195881C1}" srcId="{84B98744-8E9A-4E9B-9459-90A15ECF23AF}" destId="{AD9F2BE3-659F-473B-AE8E-3AA8ED6398E1}" srcOrd="3" destOrd="0" parTransId="{6016281D-F8CB-4652-BB3D-D2FEF72B60A4}" sibTransId="{0A1D8025-A835-42B7-8C84-DE05EEA48002}"/>
    <dgm:cxn modelId="{E87678A2-6CAB-4D0C-B464-C579BF105AB8}" type="presOf" srcId="{4670FD62-798E-4175-B5F7-6DA907E1AB19}" destId="{971112F2-90E0-4273-BEA5-0A4AFE44507F}" srcOrd="1" destOrd="0" presId="urn:microsoft.com/office/officeart/2005/8/layout/vProcess5"/>
    <dgm:cxn modelId="{BCFD93A5-1BF5-4920-B903-9F1B25BC02E1}" type="presOf" srcId="{84B98744-8E9A-4E9B-9459-90A15ECF23AF}" destId="{90BC75AC-12A6-4DAD-A70D-7AF84944E4A5}" srcOrd="0" destOrd="0" presId="urn:microsoft.com/office/officeart/2005/8/layout/vProcess5"/>
    <dgm:cxn modelId="{7D899FC4-A710-4794-9B84-9EA382FEB097}" type="presOf" srcId="{AD9F2BE3-659F-473B-AE8E-3AA8ED6398E1}" destId="{ECC40719-9171-45C2-8231-5480BA941761}" srcOrd="1" destOrd="0" presId="urn:microsoft.com/office/officeart/2005/8/layout/vProcess5"/>
    <dgm:cxn modelId="{9502ACC7-515A-4B52-B9F0-F3EA57EB78EA}" type="presOf" srcId="{8FFE0903-808B-4F6E-9061-B48EBBBE7579}" destId="{F04872BA-B78C-4A29-A157-B6ED72307A62}" srcOrd="0" destOrd="0" presId="urn:microsoft.com/office/officeart/2005/8/layout/vProcess5"/>
    <dgm:cxn modelId="{833E81CF-6B3E-4924-958B-5C4C9B0D67CD}" type="presOf" srcId="{8F342579-5B15-46A0-A7D8-1A1C85B31287}" destId="{DD1886CE-F880-496B-A26D-A7A0D912EE18}" srcOrd="0" destOrd="0" presId="urn:microsoft.com/office/officeart/2005/8/layout/vProcess5"/>
    <dgm:cxn modelId="{6D86D1F5-C32A-4953-9300-B562D9CF352B}" srcId="{84B98744-8E9A-4E9B-9459-90A15ECF23AF}" destId="{FA6614D5-7E54-4385-BD0C-E272C24391E8}" srcOrd="1" destOrd="0" parTransId="{F576282A-BE68-48E5-9724-954D4FCCE086}" sibTransId="{8FFE0903-808B-4F6E-9061-B48EBBBE7579}"/>
    <dgm:cxn modelId="{DA5BB7F6-C63D-465A-8EB8-C415FFD172EC}" type="presOf" srcId="{0A1D8025-A835-42B7-8C84-DE05EEA48002}" destId="{4FB5C845-00D9-4538-B0CE-5D25EA54162D}" srcOrd="0" destOrd="0" presId="urn:microsoft.com/office/officeart/2005/8/layout/vProcess5"/>
    <dgm:cxn modelId="{681BE261-6EEB-4006-9449-38A18B6F8F4B}" type="presParOf" srcId="{90BC75AC-12A6-4DAD-A70D-7AF84944E4A5}" destId="{0AA8BA5B-CC43-4583-B9C4-F98723EAA6A8}" srcOrd="0" destOrd="0" presId="urn:microsoft.com/office/officeart/2005/8/layout/vProcess5"/>
    <dgm:cxn modelId="{EF830F0D-F5D3-44E6-8484-6ECF0381CCA2}" type="presParOf" srcId="{90BC75AC-12A6-4DAD-A70D-7AF84944E4A5}" destId="{BFA00319-4616-4547-8306-2D4A38462A82}" srcOrd="1" destOrd="0" presId="urn:microsoft.com/office/officeart/2005/8/layout/vProcess5"/>
    <dgm:cxn modelId="{09D18363-976A-4ECD-808F-8C718FD4B309}" type="presParOf" srcId="{90BC75AC-12A6-4DAD-A70D-7AF84944E4A5}" destId="{4812DF79-C2FA-44FF-B6B1-622F2B629034}" srcOrd="2" destOrd="0" presId="urn:microsoft.com/office/officeart/2005/8/layout/vProcess5"/>
    <dgm:cxn modelId="{DB52DDCD-2BE9-4283-88E9-65CBFAD921AC}" type="presParOf" srcId="{90BC75AC-12A6-4DAD-A70D-7AF84944E4A5}" destId="{F4CC05E9-AAC6-4972-BCAE-738762029F96}" srcOrd="3" destOrd="0" presId="urn:microsoft.com/office/officeart/2005/8/layout/vProcess5"/>
    <dgm:cxn modelId="{BC5B0A0F-E0FB-454D-8594-35614AEDC625}" type="presParOf" srcId="{90BC75AC-12A6-4DAD-A70D-7AF84944E4A5}" destId="{7CDBE2E0-902E-4E20-A1ED-AC631208DDD8}" srcOrd="4" destOrd="0" presId="urn:microsoft.com/office/officeart/2005/8/layout/vProcess5"/>
    <dgm:cxn modelId="{C81CF266-C4AB-4F08-9836-2C6B3AFD8A65}" type="presParOf" srcId="{90BC75AC-12A6-4DAD-A70D-7AF84944E4A5}" destId="{DD1886CE-F880-496B-A26D-A7A0D912EE18}" srcOrd="5" destOrd="0" presId="urn:microsoft.com/office/officeart/2005/8/layout/vProcess5"/>
    <dgm:cxn modelId="{6FCC5E0A-E673-4C26-998A-750643BC8CA5}" type="presParOf" srcId="{90BC75AC-12A6-4DAD-A70D-7AF84944E4A5}" destId="{B908D4CC-316F-4E55-A81D-B2F5E96DECE3}" srcOrd="6" destOrd="0" presId="urn:microsoft.com/office/officeart/2005/8/layout/vProcess5"/>
    <dgm:cxn modelId="{0C673238-0C9F-49D2-AC47-5C985698E678}" type="presParOf" srcId="{90BC75AC-12A6-4DAD-A70D-7AF84944E4A5}" destId="{F04872BA-B78C-4A29-A157-B6ED72307A62}" srcOrd="7" destOrd="0" presId="urn:microsoft.com/office/officeart/2005/8/layout/vProcess5"/>
    <dgm:cxn modelId="{D4C4B6DF-DD15-463B-BDD0-D6BC0A8384C7}" type="presParOf" srcId="{90BC75AC-12A6-4DAD-A70D-7AF84944E4A5}" destId="{3C7E13F6-658C-4E68-8F79-5CC72847FE75}" srcOrd="8" destOrd="0" presId="urn:microsoft.com/office/officeart/2005/8/layout/vProcess5"/>
    <dgm:cxn modelId="{87CCA4E2-23C7-498E-8636-15799C6ECEE9}" type="presParOf" srcId="{90BC75AC-12A6-4DAD-A70D-7AF84944E4A5}" destId="{4FB5C845-00D9-4538-B0CE-5D25EA54162D}" srcOrd="9" destOrd="0" presId="urn:microsoft.com/office/officeart/2005/8/layout/vProcess5"/>
    <dgm:cxn modelId="{C43CD2CC-8476-40B6-AF4C-458DA7CD327E}" type="presParOf" srcId="{90BC75AC-12A6-4DAD-A70D-7AF84944E4A5}" destId="{971112F2-90E0-4273-BEA5-0A4AFE44507F}" srcOrd="10" destOrd="0" presId="urn:microsoft.com/office/officeart/2005/8/layout/vProcess5"/>
    <dgm:cxn modelId="{CC50DAF5-7D79-4717-A36B-4FBF66FCF8DE}" type="presParOf" srcId="{90BC75AC-12A6-4DAD-A70D-7AF84944E4A5}" destId="{01260EE4-67A2-4EAA-B1B3-BEC3F6AD8A5F}" srcOrd="11" destOrd="0" presId="urn:microsoft.com/office/officeart/2005/8/layout/vProcess5"/>
    <dgm:cxn modelId="{FC96D816-B9CE-4CDD-8E5F-2560C5353F24}" type="presParOf" srcId="{90BC75AC-12A6-4DAD-A70D-7AF84944E4A5}" destId="{1EE8352A-A1C2-45A3-99C6-4AE6C36295E6}" srcOrd="12" destOrd="0" presId="urn:microsoft.com/office/officeart/2005/8/layout/vProcess5"/>
    <dgm:cxn modelId="{09299FF1-F597-4E27-B8BF-A59981BCCA5F}" type="presParOf" srcId="{90BC75AC-12A6-4DAD-A70D-7AF84944E4A5}" destId="{ECC40719-9171-45C2-8231-5480BA941761}" srcOrd="13" destOrd="0" presId="urn:microsoft.com/office/officeart/2005/8/layout/vProcess5"/>
    <dgm:cxn modelId="{EA894131-E3C3-494E-8D92-C09E58D42A67}" type="presParOf" srcId="{90BC75AC-12A6-4DAD-A70D-7AF84944E4A5}" destId="{7F27CE92-9B82-447D-BF96-43B24BFF03F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30379FD-3660-4044-9443-995EE6521AD3}"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312AF5A2-1810-412A-B81C-4D8310B46DE3}">
      <dgm:prSet/>
      <dgm:spPr/>
      <dgm:t>
        <a:bodyPr/>
        <a:lstStyle/>
        <a:p>
          <a:r>
            <a:rPr lang="en-US">
              <a:solidFill>
                <a:schemeClr val="tx1"/>
              </a:solidFill>
            </a:rPr>
            <a:t>Understand the ethical conflict involved.</a:t>
          </a:r>
        </a:p>
      </dgm:t>
    </dgm:pt>
    <dgm:pt modelId="{D6096456-2161-46C1-B22F-5386BEBD532A}" type="parTrans" cxnId="{C480F1BA-67CE-4C0F-A6BE-3F372C4E6F29}">
      <dgm:prSet/>
      <dgm:spPr/>
      <dgm:t>
        <a:bodyPr/>
        <a:lstStyle/>
        <a:p>
          <a:endParaRPr lang="en-US">
            <a:solidFill>
              <a:schemeClr val="tx1"/>
            </a:solidFill>
          </a:endParaRPr>
        </a:p>
      </dgm:t>
    </dgm:pt>
    <dgm:pt modelId="{B1C2E041-B74A-4225-AA81-B95C1CDB0129}" type="sibTrans" cxnId="{C480F1BA-67CE-4C0F-A6BE-3F372C4E6F29}">
      <dgm:prSet/>
      <dgm:spPr/>
      <dgm:t>
        <a:bodyPr/>
        <a:lstStyle/>
        <a:p>
          <a:endParaRPr lang="en-US">
            <a:solidFill>
              <a:schemeClr val="tx1"/>
            </a:solidFill>
          </a:endParaRPr>
        </a:p>
      </dgm:t>
    </dgm:pt>
    <dgm:pt modelId="{BFAC748F-0A7A-4797-BA1A-2D6A1245961D}">
      <dgm:prSet/>
      <dgm:spPr/>
      <dgm:t>
        <a:bodyPr/>
        <a:lstStyle/>
        <a:p>
          <a:r>
            <a:rPr lang="en-US" dirty="0">
              <a:solidFill>
                <a:schemeClr val="tx1"/>
              </a:solidFill>
            </a:rPr>
            <a:t>Example: Should a physician disclose their HIV-positive status to patients?</a:t>
          </a:r>
        </a:p>
      </dgm:t>
    </dgm:pt>
    <dgm:pt modelId="{EDECE277-E83A-4F65-9C45-3BFB9CA7AFF6}" type="parTrans" cxnId="{BA2B1A04-1139-41D2-852A-BAC394D3A080}">
      <dgm:prSet/>
      <dgm:spPr/>
      <dgm:t>
        <a:bodyPr/>
        <a:lstStyle/>
        <a:p>
          <a:endParaRPr lang="en-US">
            <a:solidFill>
              <a:schemeClr val="tx1"/>
            </a:solidFill>
          </a:endParaRPr>
        </a:p>
      </dgm:t>
    </dgm:pt>
    <dgm:pt modelId="{0440317E-CA12-41F5-B5DF-055676FB8B92}" type="sibTrans" cxnId="{BA2B1A04-1139-41D2-852A-BAC394D3A080}">
      <dgm:prSet/>
      <dgm:spPr/>
      <dgm:t>
        <a:bodyPr/>
        <a:lstStyle/>
        <a:p>
          <a:endParaRPr lang="en-US">
            <a:solidFill>
              <a:schemeClr val="tx1"/>
            </a:solidFill>
          </a:endParaRPr>
        </a:p>
      </dgm:t>
    </dgm:pt>
    <dgm:pt modelId="{E8D216AD-3477-4EC6-9BE6-1B700C6238F6}" type="pres">
      <dgm:prSet presAssocID="{230379FD-3660-4044-9443-995EE6521AD3}" presName="diagram" presStyleCnt="0">
        <dgm:presLayoutVars>
          <dgm:dir/>
          <dgm:resizeHandles val="exact"/>
        </dgm:presLayoutVars>
      </dgm:prSet>
      <dgm:spPr/>
    </dgm:pt>
    <dgm:pt modelId="{A8DE70BD-7E41-4161-92B4-2DB03CA9FA43}" type="pres">
      <dgm:prSet presAssocID="{312AF5A2-1810-412A-B81C-4D8310B46DE3}" presName="node" presStyleLbl="node1" presStyleIdx="0" presStyleCnt="2">
        <dgm:presLayoutVars>
          <dgm:bulletEnabled val="1"/>
        </dgm:presLayoutVars>
      </dgm:prSet>
      <dgm:spPr/>
    </dgm:pt>
    <dgm:pt modelId="{43A00416-4F8D-4BE0-B814-DA90828B6B6C}" type="pres">
      <dgm:prSet presAssocID="{B1C2E041-B74A-4225-AA81-B95C1CDB0129}" presName="sibTrans" presStyleCnt="0"/>
      <dgm:spPr/>
    </dgm:pt>
    <dgm:pt modelId="{859BC24A-B290-4A48-8F4B-41D1D1FE6FF6}" type="pres">
      <dgm:prSet presAssocID="{BFAC748F-0A7A-4797-BA1A-2D6A1245961D}" presName="node" presStyleLbl="node1" presStyleIdx="1" presStyleCnt="2">
        <dgm:presLayoutVars>
          <dgm:bulletEnabled val="1"/>
        </dgm:presLayoutVars>
      </dgm:prSet>
      <dgm:spPr/>
    </dgm:pt>
  </dgm:ptLst>
  <dgm:cxnLst>
    <dgm:cxn modelId="{BA2B1A04-1139-41D2-852A-BAC394D3A080}" srcId="{230379FD-3660-4044-9443-995EE6521AD3}" destId="{BFAC748F-0A7A-4797-BA1A-2D6A1245961D}" srcOrd="1" destOrd="0" parTransId="{EDECE277-E83A-4F65-9C45-3BFB9CA7AFF6}" sibTransId="{0440317E-CA12-41F5-B5DF-055676FB8B92}"/>
    <dgm:cxn modelId="{96B3DD5A-42FA-4AF1-9D72-31D6FBBDAE85}" type="presOf" srcId="{BFAC748F-0A7A-4797-BA1A-2D6A1245961D}" destId="{859BC24A-B290-4A48-8F4B-41D1D1FE6FF6}" srcOrd="0" destOrd="0" presId="urn:microsoft.com/office/officeart/2005/8/layout/default"/>
    <dgm:cxn modelId="{F54BF79E-1284-40B4-B948-6B79ACFAE143}" type="presOf" srcId="{312AF5A2-1810-412A-B81C-4D8310B46DE3}" destId="{A8DE70BD-7E41-4161-92B4-2DB03CA9FA43}" srcOrd="0" destOrd="0" presId="urn:microsoft.com/office/officeart/2005/8/layout/default"/>
    <dgm:cxn modelId="{C480F1BA-67CE-4C0F-A6BE-3F372C4E6F29}" srcId="{230379FD-3660-4044-9443-995EE6521AD3}" destId="{312AF5A2-1810-412A-B81C-4D8310B46DE3}" srcOrd="0" destOrd="0" parTransId="{D6096456-2161-46C1-B22F-5386BEBD532A}" sibTransId="{B1C2E041-B74A-4225-AA81-B95C1CDB0129}"/>
    <dgm:cxn modelId="{861AE8C0-46BE-4175-AF1D-F3DF7223C8E8}" type="presOf" srcId="{230379FD-3660-4044-9443-995EE6521AD3}" destId="{E8D216AD-3477-4EC6-9BE6-1B700C6238F6}" srcOrd="0" destOrd="0" presId="urn:microsoft.com/office/officeart/2005/8/layout/default"/>
    <dgm:cxn modelId="{D2C71BD3-393E-46EE-A320-4D1792E52676}" type="presParOf" srcId="{E8D216AD-3477-4EC6-9BE6-1B700C6238F6}" destId="{A8DE70BD-7E41-4161-92B4-2DB03CA9FA43}" srcOrd="0" destOrd="0" presId="urn:microsoft.com/office/officeart/2005/8/layout/default"/>
    <dgm:cxn modelId="{9E1492A9-E3E9-4636-88E3-5E69D1124CA5}" type="presParOf" srcId="{E8D216AD-3477-4EC6-9BE6-1B700C6238F6}" destId="{43A00416-4F8D-4BE0-B814-DA90828B6B6C}" srcOrd="1" destOrd="0" presId="urn:microsoft.com/office/officeart/2005/8/layout/default"/>
    <dgm:cxn modelId="{A401702B-6016-457E-A20C-152B179EDBD9}" type="presParOf" srcId="{E8D216AD-3477-4EC6-9BE6-1B700C6238F6}" destId="{859BC24A-B290-4A48-8F4B-41D1D1FE6FF6}"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ECAF518-9AF7-43D1-BF78-F6EA9DBC247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79BAE21-4FC8-4D5A-80AF-9C07BB3296E1}">
      <dgm:prSet/>
      <dgm:spPr/>
      <dgm:t>
        <a:bodyPr/>
        <a:lstStyle/>
        <a:p>
          <a:r>
            <a:rPr lang="en-US">
              <a:solidFill>
                <a:schemeClr val="tx1"/>
              </a:solidFill>
            </a:rPr>
            <a:t>Collect medical, legal, and patient-related information.</a:t>
          </a:r>
        </a:p>
      </dgm:t>
    </dgm:pt>
    <dgm:pt modelId="{A6DD6CAA-85A1-43A9-B36D-5E373C8611BE}" type="parTrans" cxnId="{847B5F93-BC00-475F-93E3-0DBA343A7162}">
      <dgm:prSet/>
      <dgm:spPr/>
      <dgm:t>
        <a:bodyPr/>
        <a:lstStyle/>
        <a:p>
          <a:endParaRPr lang="en-US">
            <a:solidFill>
              <a:schemeClr val="tx1"/>
            </a:solidFill>
          </a:endParaRPr>
        </a:p>
      </dgm:t>
    </dgm:pt>
    <dgm:pt modelId="{41704E76-145E-4F33-B4E3-39FEF5600989}" type="sibTrans" cxnId="{847B5F93-BC00-475F-93E3-0DBA343A7162}">
      <dgm:prSet/>
      <dgm:spPr/>
      <dgm:t>
        <a:bodyPr/>
        <a:lstStyle/>
        <a:p>
          <a:endParaRPr lang="en-US">
            <a:solidFill>
              <a:schemeClr val="tx1"/>
            </a:solidFill>
          </a:endParaRPr>
        </a:p>
      </dgm:t>
    </dgm:pt>
    <dgm:pt modelId="{8B65E634-F661-4688-B7A6-A7DC1060DF05}">
      <dgm:prSet/>
      <dgm:spPr/>
      <dgm:t>
        <a:bodyPr/>
        <a:lstStyle/>
        <a:p>
          <a:r>
            <a:rPr lang="en-US">
              <a:solidFill>
                <a:schemeClr val="tx1"/>
              </a:solidFill>
            </a:rPr>
            <a:t>Example: Review guidelines on healthcare workers with communicable diseases and their responsibilities.</a:t>
          </a:r>
        </a:p>
      </dgm:t>
    </dgm:pt>
    <dgm:pt modelId="{F74B42E0-799B-47FD-A9B6-D87F07B452BD}" type="parTrans" cxnId="{7E45B051-8A54-4B74-8048-66C86AE750CE}">
      <dgm:prSet/>
      <dgm:spPr/>
      <dgm:t>
        <a:bodyPr/>
        <a:lstStyle/>
        <a:p>
          <a:endParaRPr lang="en-US">
            <a:solidFill>
              <a:schemeClr val="tx1"/>
            </a:solidFill>
          </a:endParaRPr>
        </a:p>
      </dgm:t>
    </dgm:pt>
    <dgm:pt modelId="{E7AC5DA4-9A2E-4E7E-BC59-C29058CC541B}" type="sibTrans" cxnId="{7E45B051-8A54-4B74-8048-66C86AE750CE}">
      <dgm:prSet/>
      <dgm:spPr/>
      <dgm:t>
        <a:bodyPr/>
        <a:lstStyle/>
        <a:p>
          <a:endParaRPr lang="en-US">
            <a:solidFill>
              <a:schemeClr val="tx1"/>
            </a:solidFill>
          </a:endParaRPr>
        </a:p>
      </dgm:t>
    </dgm:pt>
    <dgm:pt modelId="{6A65C913-28C1-470E-B9C2-E1C833B291DC}" type="pres">
      <dgm:prSet presAssocID="{3ECAF518-9AF7-43D1-BF78-F6EA9DBC2474}" presName="linear" presStyleCnt="0">
        <dgm:presLayoutVars>
          <dgm:animLvl val="lvl"/>
          <dgm:resizeHandles val="exact"/>
        </dgm:presLayoutVars>
      </dgm:prSet>
      <dgm:spPr/>
    </dgm:pt>
    <dgm:pt modelId="{474DCCA3-DB3A-441D-9C52-9D6EA34F353A}" type="pres">
      <dgm:prSet presAssocID="{879BAE21-4FC8-4D5A-80AF-9C07BB3296E1}" presName="parentText" presStyleLbl="node1" presStyleIdx="0" presStyleCnt="2">
        <dgm:presLayoutVars>
          <dgm:chMax val="0"/>
          <dgm:bulletEnabled val="1"/>
        </dgm:presLayoutVars>
      </dgm:prSet>
      <dgm:spPr/>
    </dgm:pt>
    <dgm:pt modelId="{38B6CBF2-E414-4D74-967D-30F904C9D4BB}" type="pres">
      <dgm:prSet presAssocID="{41704E76-145E-4F33-B4E3-39FEF5600989}" presName="spacer" presStyleCnt="0"/>
      <dgm:spPr/>
    </dgm:pt>
    <dgm:pt modelId="{E37EAD97-4EA0-4B63-9AC3-95170471CAFD}" type="pres">
      <dgm:prSet presAssocID="{8B65E634-F661-4688-B7A6-A7DC1060DF05}" presName="parentText" presStyleLbl="node1" presStyleIdx="1" presStyleCnt="2">
        <dgm:presLayoutVars>
          <dgm:chMax val="0"/>
          <dgm:bulletEnabled val="1"/>
        </dgm:presLayoutVars>
      </dgm:prSet>
      <dgm:spPr/>
    </dgm:pt>
  </dgm:ptLst>
  <dgm:cxnLst>
    <dgm:cxn modelId="{F5BA4238-47B5-45EC-9095-8D9894C51E5E}" type="presOf" srcId="{3ECAF518-9AF7-43D1-BF78-F6EA9DBC2474}" destId="{6A65C913-28C1-470E-B9C2-E1C833B291DC}" srcOrd="0" destOrd="0" presId="urn:microsoft.com/office/officeart/2005/8/layout/vList2"/>
    <dgm:cxn modelId="{7E45B051-8A54-4B74-8048-66C86AE750CE}" srcId="{3ECAF518-9AF7-43D1-BF78-F6EA9DBC2474}" destId="{8B65E634-F661-4688-B7A6-A7DC1060DF05}" srcOrd="1" destOrd="0" parTransId="{F74B42E0-799B-47FD-A9B6-D87F07B452BD}" sibTransId="{E7AC5DA4-9A2E-4E7E-BC59-C29058CC541B}"/>
    <dgm:cxn modelId="{847B5F93-BC00-475F-93E3-0DBA343A7162}" srcId="{3ECAF518-9AF7-43D1-BF78-F6EA9DBC2474}" destId="{879BAE21-4FC8-4D5A-80AF-9C07BB3296E1}" srcOrd="0" destOrd="0" parTransId="{A6DD6CAA-85A1-43A9-B36D-5E373C8611BE}" sibTransId="{41704E76-145E-4F33-B4E3-39FEF5600989}"/>
    <dgm:cxn modelId="{654186AA-78AA-4CB3-93A6-C1A2F5BBDB4A}" type="presOf" srcId="{879BAE21-4FC8-4D5A-80AF-9C07BB3296E1}" destId="{474DCCA3-DB3A-441D-9C52-9D6EA34F353A}" srcOrd="0" destOrd="0" presId="urn:microsoft.com/office/officeart/2005/8/layout/vList2"/>
    <dgm:cxn modelId="{87AE0EDF-6198-40BB-A974-502010E41239}" type="presOf" srcId="{8B65E634-F661-4688-B7A6-A7DC1060DF05}" destId="{E37EAD97-4EA0-4B63-9AC3-95170471CAFD}" srcOrd="0" destOrd="0" presId="urn:microsoft.com/office/officeart/2005/8/layout/vList2"/>
    <dgm:cxn modelId="{354B5E4D-D93D-4F93-B468-256154CE5EEC}" type="presParOf" srcId="{6A65C913-28C1-470E-B9C2-E1C833B291DC}" destId="{474DCCA3-DB3A-441D-9C52-9D6EA34F353A}" srcOrd="0" destOrd="0" presId="urn:microsoft.com/office/officeart/2005/8/layout/vList2"/>
    <dgm:cxn modelId="{5D623828-575F-4CF1-85E4-B14A60731577}" type="presParOf" srcId="{6A65C913-28C1-470E-B9C2-E1C833B291DC}" destId="{38B6CBF2-E414-4D74-967D-30F904C9D4BB}" srcOrd="1" destOrd="0" presId="urn:microsoft.com/office/officeart/2005/8/layout/vList2"/>
    <dgm:cxn modelId="{C433B330-52AA-4D77-8AED-F7C7D5A6D783}" type="presParOf" srcId="{6A65C913-28C1-470E-B9C2-E1C833B291DC}" destId="{E37EAD97-4EA0-4B63-9AC3-95170471CAF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836473D-6C24-4DC8-8DEB-D30A12AE9406}"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2B32B9E-EEEB-48E8-899E-32FDAE9E9B0E}">
      <dgm:prSet/>
      <dgm:spPr/>
      <dgm:t>
        <a:bodyPr/>
        <a:lstStyle/>
        <a:p>
          <a:r>
            <a:rPr lang="en-US" dirty="0">
              <a:solidFill>
                <a:schemeClr val="tx1"/>
              </a:solidFill>
            </a:rPr>
            <a:t>Assess potential benefits and risks.</a:t>
          </a:r>
        </a:p>
      </dgm:t>
    </dgm:pt>
    <dgm:pt modelId="{AB002A8C-1688-46B6-B2F3-8E35A504280E}" type="parTrans" cxnId="{22F1A7F4-2982-4FD6-9069-BE97399D6D81}">
      <dgm:prSet/>
      <dgm:spPr/>
      <dgm:t>
        <a:bodyPr/>
        <a:lstStyle/>
        <a:p>
          <a:endParaRPr lang="en-US">
            <a:solidFill>
              <a:schemeClr val="tx1"/>
            </a:solidFill>
          </a:endParaRPr>
        </a:p>
      </dgm:t>
    </dgm:pt>
    <dgm:pt modelId="{B8EDF035-8C03-4AE1-AB27-87E3FF751DFA}" type="sibTrans" cxnId="{22F1A7F4-2982-4FD6-9069-BE97399D6D81}">
      <dgm:prSet/>
      <dgm:spPr/>
      <dgm:t>
        <a:bodyPr/>
        <a:lstStyle/>
        <a:p>
          <a:endParaRPr lang="en-US">
            <a:solidFill>
              <a:schemeClr val="tx1"/>
            </a:solidFill>
          </a:endParaRPr>
        </a:p>
      </dgm:t>
    </dgm:pt>
    <dgm:pt modelId="{BDC27D48-5432-4761-B648-2B8A03868AB0}">
      <dgm:prSet/>
      <dgm:spPr/>
      <dgm:t>
        <a:bodyPr/>
        <a:lstStyle/>
        <a:p>
          <a:r>
            <a:rPr lang="en-US">
              <a:solidFill>
                <a:schemeClr val="tx1"/>
              </a:solidFill>
            </a:rPr>
            <a:t>Example: Consider impact on patient trust, legal implications, and occupational risks.</a:t>
          </a:r>
        </a:p>
      </dgm:t>
    </dgm:pt>
    <dgm:pt modelId="{B2FBB8B8-E71F-4C20-A863-3AA362728B88}" type="parTrans" cxnId="{93A84F9F-FEEE-4C7E-9040-0A1881CA23A6}">
      <dgm:prSet/>
      <dgm:spPr/>
      <dgm:t>
        <a:bodyPr/>
        <a:lstStyle/>
        <a:p>
          <a:endParaRPr lang="en-US">
            <a:solidFill>
              <a:schemeClr val="tx1"/>
            </a:solidFill>
          </a:endParaRPr>
        </a:p>
      </dgm:t>
    </dgm:pt>
    <dgm:pt modelId="{D8B03276-539D-436F-BE21-D83CFC3E3496}" type="sibTrans" cxnId="{93A84F9F-FEEE-4C7E-9040-0A1881CA23A6}">
      <dgm:prSet/>
      <dgm:spPr/>
      <dgm:t>
        <a:bodyPr/>
        <a:lstStyle/>
        <a:p>
          <a:endParaRPr lang="en-US">
            <a:solidFill>
              <a:schemeClr val="tx1"/>
            </a:solidFill>
          </a:endParaRPr>
        </a:p>
      </dgm:t>
    </dgm:pt>
    <dgm:pt modelId="{8C5A381A-7A00-4822-AAEB-144CFF072B1A}" type="pres">
      <dgm:prSet presAssocID="{C836473D-6C24-4DC8-8DEB-D30A12AE9406}" presName="root" presStyleCnt="0">
        <dgm:presLayoutVars>
          <dgm:dir/>
          <dgm:resizeHandles val="exact"/>
        </dgm:presLayoutVars>
      </dgm:prSet>
      <dgm:spPr/>
    </dgm:pt>
    <dgm:pt modelId="{F9B36B41-D632-46DE-B2B7-518C2E1E1BCF}" type="pres">
      <dgm:prSet presAssocID="{A2B32B9E-EEEB-48E8-899E-32FDAE9E9B0E}" presName="compNode" presStyleCnt="0"/>
      <dgm:spPr/>
    </dgm:pt>
    <dgm:pt modelId="{964375C4-CB48-437C-893A-2CF435D72A5E}" type="pres">
      <dgm:prSet presAssocID="{A2B32B9E-EEEB-48E8-899E-32FDAE9E9B0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EA17B226-A5A1-4B84-8DAD-5085DEA0095E}" type="pres">
      <dgm:prSet presAssocID="{A2B32B9E-EEEB-48E8-899E-32FDAE9E9B0E}" presName="spaceRect" presStyleCnt="0"/>
      <dgm:spPr/>
    </dgm:pt>
    <dgm:pt modelId="{4F34574D-837A-4015-8FB3-175C08618CB6}" type="pres">
      <dgm:prSet presAssocID="{A2B32B9E-EEEB-48E8-899E-32FDAE9E9B0E}" presName="textRect" presStyleLbl="revTx" presStyleIdx="0" presStyleCnt="2">
        <dgm:presLayoutVars>
          <dgm:chMax val="1"/>
          <dgm:chPref val="1"/>
        </dgm:presLayoutVars>
      </dgm:prSet>
      <dgm:spPr/>
    </dgm:pt>
    <dgm:pt modelId="{8FD86B5B-3635-458E-8EA3-61E623DEDFFE}" type="pres">
      <dgm:prSet presAssocID="{B8EDF035-8C03-4AE1-AB27-87E3FF751DFA}" presName="sibTrans" presStyleCnt="0"/>
      <dgm:spPr/>
    </dgm:pt>
    <dgm:pt modelId="{2A002AF0-02D9-4D6A-951B-6CA756C50BF2}" type="pres">
      <dgm:prSet presAssocID="{BDC27D48-5432-4761-B648-2B8A03868AB0}" presName="compNode" presStyleCnt="0"/>
      <dgm:spPr/>
    </dgm:pt>
    <dgm:pt modelId="{8D992AEB-C93F-4700-8662-FEC2619A29AC}" type="pres">
      <dgm:prSet presAssocID="{BDC27D48-5432-4761-B648-2B8A03868AB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8FB716F0-2953-424C-BE6B-542E3466B504}" type="pres">
      <dgm:prSet presAssocID="{BDC27D48-5432-4761-B648-2B8A03868AB0}" presName="spaceRect" presStyleCnt="0"/>
      <dgm:spPr/>
    </dgm:pt>
    <dgm:pt modelId="{0BAA1C58-30C4-4E3C-BFBB-4026F756AC31}" type="pres">
      <dgm:prSet presAssocID="{BDC27D48-5432-4761-B648-2B8A03868AB0}" presName="textRect" presStyleLbl="revTx" presStyleIdx="1" presStyleCnt="2">
        <dgm:presLayoutVars>
          <dgm:chMax val="1"/>
          <dgm:chPref val="1"/>
        </dgm:presLayoutVars>
      </dgm:prSet>
      <dgm:spPr/>
    </dgm:pt>
  </dgm:ptLst>
  <dgm:cxnLst>
    <dgm:cxn modelId="{2388E765-6555-4CBA-A244-DB61B4C38668}" type="presOf" srcId="{A2B32B9E-EEEB-48E8-899E-32FDAE9E9B0E}" destId="{4F34574D-837A-4015-8FB3-175C08618CB6}" srcOrd="0" destOrd="0" presId="urn:microsoft.com/office/officeart/2018/2/layout/IconLabelList"/>
    <dgm:cxn modelId="{524FB79C-4056-461A-A788-53F0EDA8D27F}" type="presOf" srcId="{C836473D-6C24-4DC8-8DEB-D30A12AE9406}" destId="{8C5A381A-7A00-4822-AAEB-144CFF072B1A}" srcOrd="0" destOrd="0" presId="urn:microsoft.com/office/officeart/2018/2/layout/IconLabelList"/>
    <dgm:cxn modelId="{93A84F9F-FEEE-4C7E-9040-0A1881CA23A6}" srcId="{C836473D-6C24-4DC8-8DEB-D30A12AE9406}" destId="{BDC27D48-5432-4761-B648-2B8A03868AB0}" srcOrd="1" destOrd="0" parTransId="{B2FBB8B8-E71F-4C20-A863-3AA362728B88}" sibTransId="{D8B03276-539D-436F-BE21-D83CFC3E3496}"/>
    <dgm:cxn modelId="{2AFA07B4-D491-4C50-BF73-BE1AC46D5A31}" type="presOf" srcId="{BDC27D48-5432-4761-B648-2B8A03868AB0}" destId="{0BAA1C58-30C4-4E3C-BFBB-4026F756AC31}" srcOrd="0" destOrd="0" presId="urn:microsoft.com/office/officeart/2018/2/layout/IconLabelList"/>
    <dgm:cxn modelId="{22F1A7F4-2982-4FD6-9069-BE97399D6D81}" srcId="{C836473D-6C24-4DC8-8DEB-D30A12AE9406}" destId="{A2B32B9E-EEEB-48E8-899E-32FDAE9E9B0E}" srcOrd="0" destOrd="0" parTransId="{AB002A8C-1688-46B6-B2F3-8E35A504280E}" sibTransId="{B8EDF035-8C03-4AE1-AB27-87E3FF751DFA}"/>
    <dgm:cxn modelId="{3D376453-C629-41F7-9B3A-7FC2617C4B8B}" type="presParOf" srcId="{8C5A381A-7A00-4822-AAEB-144CFF072B1A}" destId="{F9B36B41-D632-46DE-B2B7-518C2E1E1BCF}" srcOrd="0" destOrd="0" presId="urn:microsoft.com/office/officeart/2018/2/layout/IconLabelList"/>
    <dgm:cxn modelId="{FA198F23-C6CF-42BB-9122-E7DEF6AEA115}" type="presParOf" srcId="{F9B36B41-D632-46DE-B2B7-518C2E1E1BCF}" destId="{964375C4-CB48-437C-893A-2CF435D72A5E}" srcOrd="0" destOrd="0" presId="urn:microsoft.com/office/officeart/2018/2/layout/IconLabelList"/>
    <dgm:cxn modelId="{4519E422-A4A1-48A3-B275-45321307120D}" type="presParOf" srcId="{F9B36B41-D632-46DE-B2B7-518C2E1E1BCF}" destId="{EA17B226-A5A1-4B84-8DAD-5085DEA0095E}" srcOrd="1" destOrd="0" presId="urn:microsoft.com/office/officeart/2018/2/layout/IconLabelList"/>
    <dgm:cxn modelId="{801E794C-A221-4545-A0E6-55E1ECF980FB}" type="presParOf" srcId="{F9B36B41-D632-46DE-B2B7-518C2E1E1BCF}" destId="{4F34574D-837A-4015-8FB3-175C08618CB6}" srcOrd="2" destOrd="0" presId="urn:microsoft.com/office/officeart/2018/2/layout/IconLabelList"/>
    <dgm:cxn modelId="{F8EC4E4E-B72E-4354-ABB3-BD5DC0FE2B63}" type="presParOf" srcId="{8C5A381A-7A00-4822-AAEB-144CFF072B1A}" destId="{8FD86B5B-3635-458E-8EA3-61E623DEDFFE}" srcOrd="1" destOrd="0" presId="urn:microsoft.com/office/officeart/2018/2/layout/IconLabelList"/>
    <dgm:cxn modelId="{A86714B0-2CD6-41FB-979B-DBB4BB3D79F1}" type="presParOf" srcId="{8C5A381A-7A00-4822-AAEB-144CFF072B1A}" destId="{2A002AF0-02D9-4D6A-951B-6CA756C50BF2}" srcOrd="2" destOrd="0" presId="urn:microsoft.com/office/officeart/2018/2/layout/IconLabelList"/>
    <dgm:cxn modelId="{68A8AEBF-7D4D-4E2C-A355-D9127CF866C2}" type="presParOf" srcId="{2A002AF0-02D9-4D6A-951B-6CA756C50BF2}" destId="{8D992AEB-C93F-4700-8662-FEC2619A29AC}" srcOrd="0" destOrd="0" presId="urn:microsoft.com/office/officeart/2018/2/layout/IconLabelList"/>
    <dgm:cxn modelId="{C3CDA0AF-2FC5-420C-93E7-F4B824BF6C5B}" type="presParOf" srcId="{2A002AF0-02D9-4D6A-951B-6CA756C50BF2}" destId="{8FB716F0-2953-424C-BE6B-542E3466B504}" srcOrd="1" destOrd="0" presId="urn:microsoft.com/office/officeart/2018/2/layout/IconLabelList"/>
    <dgm:cxn modelId="{22FEAE56-3385-4B10-9C85-F6A07ADB9E21}" type="presParOf" srcId="{2A002AF0-02D9-4D6A-951B-6CA756C50BF2}" destId="{0BAA1C58-30C4-4E3C-BFBB-4026F756AC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58B841-079D-4695-AA07-0928FF9D1AB3}"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52D3F87-9432-469E-97B7-6F01ED32BB7A}">
      <dgm:prSet custT="1"/>
      <dgm:spPr/>
      <dgm:t>
        <a:bodyPr/>
        <a:lstStyle/>
        <a:p>
          <a:r>
            <a:rPr lang="en-US" sz="2000"/>
            <a:t>Seek advice from medical ethics boards, legal advisors, and institutional policies.</a:t>
          </a:r>
        </a:p>
      </dgm:t>
    </dgm:pt>
    <dgm:pt modelId="{CFAC9F39-C644-4470-8FA0-FD27253E338B}" type="parTrans" cxnId="{3ACF38E5-7A1B-4CF6-8663-E78BA32605B8}">
      <dgm:prSet/>
      <dgm:spPr/>
      <dgm:t>
        <a:bodyPr/>
        <a:lstStyle/>
        <a:p>
          <a:endParaRPr lang="en-US" sz="2000"/>
        </a:p>
      </dgm:t>
    </dgm:pt>
    <dgm:pt modelId="{1F2C93C6-97B1-41A4-9551-23C07DBCAE16}" type="sibTrans" cxnId="{3ACF38E5-7A1B-4CF6-8663-E78BA32605B8}">
      <dgm:prSet/>
      <dgm:spPr/>
      <dgm:t>
        <a:bodyPr/>
        <a:lstStyle/>
        <a:p>
          <a:endParaRPr lang="en-US" sz="2000"/>
        </a:p>
      </dgm:t>
    </dgm:pt>
    <dgm:pt modelId="{0128852E-0E42-4ED6-99CB-811B06D7C899}">
      <dgm:prSet custT="1"/>
      <dgm:spPr/>
      <dgm:t>
        <a:bodyPr/>
        <a:lstStyle/>
        <a:p>
          <a:r>
            <a:rPr lang="en-US" sz="2000"/>
            <a:t>Example: A hospital ethics committee weighs whether to override a patient’s refusal of critical care.</a:t>
          </a:r>
        </a:p>
      </dgm:t>
    </dgm:pt>
    <dgm:pt modelId="{41F1C121-0BC0-47C2-B031-3989607270B4}" type="parTrans" cxnId="{6E29ACCB-6B66-43F2-9B00-2BC0E6E90A1F}">
      <dgm:prSet/>
      <dgm:spPr/>
      <dgm:t>
        <a:bodyPr/>
        <a:lstStyle/>
        <a:p>
          <a:endParaRPr lang="en-US" sz="2000"/>
        </a:p>
      </dgm:t>
    </dgm:pt>
    <dgm:pt modelId="{53C8823C-A02A-4838-9108-D50BF890A03D}" type="sibTrans" cxnId="{6E29ACCB-6B66-43F2-9B00-2BC0E6E90A1F}">
      <dgm:prSet/>
      <dgm:spPr/>
      <dgm:t>
        <a:bodyPr/>
        <a:lstStyle/>
        <a:p>
          <a:endParaRPr lang="en-US" sz="2000"/>
        </a:p>
      </dgm:t>
    </dgm:pt>
    <dgm:pt modelId="{0C789AB8-2A8D-403B-BC9A-76AE020C0E70}" type="pres">
      <dgm:prSet presAssocID="{C258B841-079D-4695-AA07-0928FF9D1AB3}" presName="root" presStyleCnt="0">
        <dgm:presLayoutVars>
          <dgm:dir/>
          <dgm:resizeHandles val="exact"/>
        </dgm:presLayoutVars>
      </dgm:prSet>
      <dgm:spPr/>
    </dgm:pt>
    <dgm:pt modelId="{E2CF4C35-D946-4BB8-A2FD-D4DA3257BB1E}" type="pres">
      <dgm:prSet presAssocID="{A52D3F87-9432-469E-97B7-6F01ED32BB7A}" presName="compNode" presStyleCnt="0"/>
      <dgm:spPr/>
    </dgm:pt>
    <dgm:pt modelId="{98CE2109-1047-468E-A0C8-F0BFF2F76896}" type="pres">
      <dgm:prSet presAssocID="{A52D3F87-9432-469E-97B7-6F01ED32BB7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dge"/>
        </a:ext>
      </dgm:extLst>
    </dgm:pt>
    <dgm:pt modelId="{1896476C-096E-42E7-BB46-5329026DCC28}" type="pres">
      <dgm:prSet presAssocID="{A52D3F87-9432-469E-97B7-6F01ED32BB7A}" presName="spaceRect" presStyleCnt="0"/>
      <dgm:spPr/>
    </dgm:pt>
    <dgm:pt modelId="{124E35C6-82D2-4D35-987B-0F7835BB2850}" type="pres">
      <dgm:prSet presAssocID="{A52D3F87-9432-469E-97B7-6F01ED32BB7A}" presName="textRect" presStyleLbl="revTx" presStyleIdx="0" presStyleCnt="2">
        <dgm:presLayoutVars>
          <dgm:chMax val="1"/>
          <dgm:chPref val="1"/>
        </dgm:presLayoutVars>
      </dgm:prSet>
      <dgm:spPr/>
    </dgm:pt>
    <dgm:pt modelId="{29F088CF-6923-4796-9CD0-EA84855C3935}" type="pres">
      <dgm:prSet presAssocID="{1F2C93C6-97B1-41A4-9551-23C07DBCAE16}" presName="sibTrans" presStyleCnt="0"/>
      <dgm:spPr/>
    </dgm:pt>
    <dgm:pt modelId="{4FC7B5CD-3EAF-4DA9-8A66-55C0E7957C8D}" type="pres">
      <dgm:prSet presAssocID="{0128852E-0E42-4ED6-99CB-811B06D7C899}" presName="compNode" presStyleCnt="0"/>
      <dgm:spPr/>
    </dgm:pt>
    <dgm:pt modelId="{77F69C41-76E1-49E0-9411-76310C20A6A6}" type="pres">
      <dgm:prSet presAssocID="{0128852E-0E42-4ED6-99CB-811B06D7C89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D54E7490-AC2F-4EC7-B9BA-459E835F0CBF}" type="pres">
      <dgm:prSet presAssocID="{0128852E-0E42-4ED6-99CB-811B06D7C899}" presName="spaceRect" presStyleCnt="0"/>
      <dgm:spPr/>
    </dgm:pt>
    <dgm:pt modelId="{98673325-FA19-4DC9-A498-BF75F912D409}" type="pres">
      <dgm:prSet presAssocID="{0128852E-0E42-4ED6-99CB-811B06D7C899}" presName="textRect" presStyleLbl="revTx" presStyleIdx="1" presStyleCnt="2">
        <dgm:presLayoutVars>
          <dgm:chMax val="1"/>
          <dgm:chPref val="1"/>
        </dgm:presLayoutVars>
      </dgm:prSet>
      <dgm:spPr/>
    </dgm:pt>
  </dgm:ptLst>
  <dgm:cxnLst>
    <dgm:cxn modelId="{CDD6AD31-3766-4EEC-92F7-9A833B383569}" type="presOf" srcId="{C258B841-079D-4695-AA07-0928FF9D1AB3}" destId="{0C789AB8-2A8D-403B-BC9A-76AE020C0E70}" srcOrd="0" destOrd="0" presId="urn:microsoft.com/office/officeart/2018/2/layout/IconLabelList"/>
    <dgm:cxn modelId="{C43FA17D-C8D5-4DC7-A9E4-BBBE10ABD6CA}" type="presOf" srcId="{A52D3F87-9432-469E-97B7-6F01ED32BB7A}" destId="{124E35C6-82D2-4D35-987B-0F7835BB2850}" srcOrd="0" destOrd="0" presId="urn:microsoft.com/office/officeart/2018/2/layout/IconLabelList"/>
    <dgm:cxn modelId="{6E29ACCB-6B66-43F2-9B00-2BC0E6E90A1F}" srcId="{C258B841-079D-4695-AA07-0928FF9D1AB3}" destId="{0128852E-0E42-4ED6-99CB-811B06D7C899}" srcOrd="1" destOrd="0" parTransId="{41F1C121-0BC0-47C2-B031-3989607270B4}" sibTransId="{53C8823C-A02A-4838-9108-D50BF890A03D}"/>
    <dgm:cxn modelId="{3ACF38E5-7A1B-4CF6-8663-E78BA32605B8}" srcId="{C258B841-079D-4695-AA07-0928FF9D1AB3}" destId="{A52D3F87-9432-469E-97B7-6F01ED32BB7A}" srcOrd="0" destOrd="0" parTransId="{CFAC9F39-C644-4470-8FA0-FD27253E338B}" sibTransId="{1F2C93C6-97B1-41A4-9551-23C07DBCAE16}"/>
    <dgm:cxn modelId="{9AA9C2E7-B1C5-4D72-B738-EF92F0082B80}" type="presOf" srcId="{0128852E-0E42-4ED6-99CB-811B06D7C899}" destId="{98673325-FA19-4DC9-A498-BF75F912D409}" srcOrd="0" destOrd="0" presId="urn:microsoft.com/office/officeart/2018/2/layout/IconLabelList"/>
    <dgm:cxn modelId="{B0025972-F032-42F2-B6F2-FC9740245484}" type="presParOf" srcId="{0C789AB8-2A8D-403B-BC9A-76AE020C0E70}" destId="{E2CF4C35-D946-4BB8-A2FD-D4DA3257BB1E}" srcOrd="0" destOrd="0" presId="urn:microsoft.com/office/officeart/2018/2/layout/IconLabelList"/>
    <dgm:cxn modelId="{C0A3C335-5FFB-42EA-B3EF-E31FC4C71417}" type="presParOf" srcId="{E2CF4C35-D946-4BB8-A2FD-D4DA3257BB1E}" destId="{98CE2109-1047-468E-A0C8-F0BFF2F76896}" srcOrd="0" destOrd="0" presId="urn:microsoft.com/office/officeart/2018/2/layout/IconLabelList"/>
    <dgm:cxn modelId="{97B38947-B724-4359-B9EA-6A1B27A3940C}" type="presParOf" srcId="{E2CF4C35-D946-4BB8-A2FD-D4DA3257BB1E}" destId="{1896476C-096E-42E7-BB46-5329026DCC28}" srcOrd="1" destOrd="0" presId="urn:microsoft.com/office/officeart/2018/2/layout/IconLabelList"/>
    <dgm:cxn modelId="{69DDA647-D744-4414-A3AA-05ACDCFC617C}" type="presParOf" srcId="{E2CF4C35-D946-4BB8-A2FD-D4DA3257BB1E}" destId="{124E35C6-82D2-4D35-987B-0F7835BB2850}" srcOrd="2" destOrd="0" presId="urn:microsoft.com/office/officeart/2018/2/layout/IconLabelList"/>
    <dgm:cxn modelId="{D9A87B1B-DAF6-4CD3-9082-B964979FA6A7}" type="presParOf" srcId="{0C789AB8-2A8D-403B-BC9A-76AE020C0E70}" destId="{29F088CF-6923-4796-9CD0-EA84855C3935}" srcOrd="1" destOrd="0" presId="urn:microsoft.com/office/officeart/2018/2/layout/IconLabelList"/>
    <dgm:cxn modelId="{BC320CB1-E259-40D5-894D-66E86D185ACC}" type="presParOf" srcId="{0C789AB8-2A8D-403B-BC9A-76AE020C0E70}" destId="{4FC7B5CD-3EAF-4DA9-8A66-55C0E7957C8D}" srcOrd="2" destOrd="0" presId="urn:microsoft.com/office/officeart/2018/2/layout/IconLabelList"/>
    <dgm:cxn modelId="{40C3C44A-521B-43F7-92EC-6038FBBC0F86}" type="presParOf" srcId="{4FC7B5CD-3EAF-4DA9-8A66-55C0E7957C8D}" destId="{77F69C41-76E1-49E0-9411-76310C20A6A6}" srcOrd="0" destOrd="0" presId="urn:microsoft.com/office/officeart/2018/2/layout/IconLabelList"/>
    <dgm:cxn modelId="{20321A94-673D-46A0-AB71-0C1324A8630E}" type="presParOf" srcId="{4FC7B5CD-3EAF-4DA9-8A66-55C0E7957C8D}" destId="{D54E7490-AC2F-4EC7-B9BA-459E835F0CBF}" srcOrd="1" destOrd="0" presId="urn:microsoft.com/office/officeart/2018/2/layout/IconLabelList"/>
    <dgm:cxn modelId="{DEC56CBE-A370-4547-80D4-D3583589715D}" type="presParOf" srcId="{4FC7B5CD-3EAF-4DA9-8A66-55C0E7957C8D}" destId="{98673325-FA19-4DC9-A498-BF75F912D40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2CA77F8-DAFC-488B-A873-C9705B8662C7}"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A8F1FD1-DCD6-4D02-8EA1-8F3575B6FE69}">
      <dgm:prSet custT="1"/>
      <dgm:spPr/>
      <dgm:t>
        <a:bodyPr/>
        <a:lstStyle/>
        <a:p>
          <a:r>
            <a:rPr lang="en-US" sz="2000" dirty="0"/>
            <a:t>Engage patients and stakeholders with honesty and empathy.</a:t>
          </a:r>
        </a:p>
      </dgm:t>
    </dgm:pt>
    <dgm:pt modelId="{2FBEEF4E-F028-4F18-8D95-354E57D2DEE2}" type="parTrans" cxnId="{95A853A2-1BEA-414D-BE88-EE2176AAA57A}">
      <dgm:prSet/>
      <dgm:spPr/>
      <dgm:t>
        <a:bodyPr/>
        <a:lstStyle/>
        <a:p>
          <a:endParaRPr lang="en-US" sz="2400"/>
        </a:p>
      </dgm:t>
    </dgm:pt>
    <dgm:pt modelId="{E0CA4FF1-6304-4F58-9F14-D0918AE1D26D}" type="sibTrans" cxnId="{95A853A2-1BEA-414D-BE88-EE2176AAA57A}">
      <dgm:prSet/>
      <dgm:spPr/>
      <dgm:t>
        <a:bodyPr/>
        <a:lstStyle/>
        <a:p>
          <a:endParaRPr lang="en-US" sz="2400"/>
        </a:p>
      </dgm:t>
    </dgm:pt>
    <dgm:pt modelId="{B72BE8AF-7051-40A1-8FE6-C639915ABF93}">
      <dgm:prSet custT="1"/>
      <dgm:spPr/>
      <dgm:t>
        <a:bodyPr/>
        <a:lstStyle/>
        <a:p>
          <a:r>
            <a:rPr lang="en-US" sz="2000"/>
            <a:t>Example: A physician explains financial constraints limiting treatment options to a patient facing high medical costs.</a:t>
          </a:r>
        </a:p>
      </dgm:t>
    </dgm:pt>
    <dgm:pt modelId="{31B4E9EF-0424-4FBC-95D5-3936F4DE42E3}" type="parTrans" cxnId="{8FF0A620-D6B4-41B1-AB95-D99C5FB63ED2}">
      <dgm:prSet/>
      <dgm:spPr/>
      <dgm:t>
        <a:bodyPr/>
        <a:lstStyle/>
        <a:p>
          <a:endParaRPr lang="en-US" sz="2400"/>
        </a:p>
      </dgm:t>
    </dgm:pt>
    <dgm:pt modelId="{46D96C98-06DB-412B-A27F-6E6E7954D693}" type="sibTrans" cxnId="{8FF0A620-D6B4-41B1-AB95-D99C5FB63ED2}">
      <dgm:prSet/>
      <dgm:spPr/>
      <dgm:t>
        <a:bodyPr/>
        <a:lstStyle/>
        <a:p>
          <a:endParaRPr lang="en-US" sz="2400"/>
        </a:p>
      </dgm:t>
    </dgm:pt>
    <dgm:pt modelId="{8594F604-6762-4885-AF6A-AEC1B494E3A6}" type="pres">
      <dgm:prSet presAssocID="{02CA77F8-DAFC-488B-A873-C9705B8662C7}" presName="root" presStyleCnt="0">
        <dgm:presLayoutVars>
          <dgm:dir/>
          <dgm:resizeHandles val="exact"/>
        </dgm:presLayoutVars>
      </dgm:prSet>
      <dgm:spPr/>
    </dgm:pt>
    <dgm:pt modelId="{BF1B33C7-7AB3-4A83-92BC-03961BA9DB11}" type="pres">
      <dgm:prSet presAssocID="{BA8F1FD1-DCD6-4D02-8EA1-8F3575B6FE69}" presName="compNode" presStyleCnt="0"/>
      <dgm:spPr/>
    </dgm:pt>
    <dgm:pt modelId="{048F80A0-5FFA-42D4-A184-AFED72052E76}" type="pres">
      <dgm:prSet presAssocID="{BA8F1FD1-DCD6-4D02-8EA1-8F3575B6FE6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E4C1F70E-9FAD-4F24-BD74-4A455129A846}" type="pres">
      <dgm:prSet presAssocID="{BA8F1FD1-DCD6-4D02-8EA1-8F3575B6FE69}" presName="spaceRect" presStyleCnt="0"/>
      <dgm:spPr/>
    </dgm:pt>
    <dgm:pt modelId="{01175D8D-8F4D-4A71-BC72-AC0ACE992BD6}" type="pres">
      <dgm:prSet presAssocID="{BA8F1FD1-DCD6-4D02-8EA1-8F3575B6FE69}" presName="textRect" presStyleLbl="revTx" presStyleIdx="0" presStyleCnt="2">
        <dgm:presLayoutVars>
          <dgm:chMax val="1"/>
          <dgm:chPref val="1"/>
        </dgm:presLayoutVars>
      </dgm:prSet>
      <dgm:spPr/>
    </dgm:pt>
    <dgm:pt modelId="{B7C50515-2653-4232-A0BF-76C82F3B6B0F}" type="pres">
      <dgm:prSet presAssocID="{E0CA4FF1-6304-4F58-9F14-D0918AE1D26D}" presName="sibTrans" presStyleCnt="0"/>
      <dgm:spPr/>
    </dgm:pt>
    <dgm:pt modelId="{C1F44411-80CE-46F7-9FB4-7F15D44203BE}" type="pres">
      <dgm:prSet presAssocID="{B72BE8AF-7051-40A1-8FE6-C639915ABF93}" presName="compNode" presStyleCnt="0"/>
      <dgm:spPr/>
    </dgm:pt>
    <dgm:pt modelId="{AE00BCB4-E2EE-4257-8B24-877B7B5A3C00}" type="pres">
      <dgm:prSet presAssocID="{B72BE8AF-7051-40A1-8FE6-C639915ABF9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288BDCB3-2135-472E-B008-315C0ACCCE40}" type="pres">
      <dgm:prSet presAssocID="{B72BE8AF-7051-40A1-8FE6-C639915ABF93}" presName="spaceRect" presStyleCnt="0"/>
      <dgm:spPr/>
    </dgm:pt>
    <dgm:pt modelId="{F470048F-3AC1-498E-A748-DA0B4DF36DF8}" type="pres">
      <dgm:prSet presAssocID="{B72BE8AF-7051-40A1-8FE6-C639915ABF93}" presName="textRect" presStyleLbl="revTx" presStyleIdx="1" presStyleCnt="2">
        <dgm:presLayoutVars>
          <dgm:chMax val="1"/>
          <dgm:chPref val="1"/>
        </dgm:presLayoutVars>
      </dgm:prSet>
      <dgm:spPr/>
    </dgm:pt>
  </dgm:ptLst>
  <dgm:cxnLst>
    <dgm:cxn modelId="{C7622820-8B9C-442B-808E-910BF72D7D76}" type="presOf" srcId="{BA8F1FD1-DCD6-4D02-8EA1-8F3575B6FE69}" destId="{01175D8D-8F4D-4A71-BC72-AC0ACE992BD6}" srcOrd="0" destOrd="0" presId="urn:microsoft.com/office/officeart/2018/2/layout/IconLabelList"/>
    <dgm:cxn modelId="{8FF0A620-D6B4-41B1-AB95-D99C5FB63ED2}" srcId="{02CA77F8-DAFC-488B-A873-C9705B8662C7}" destId="{B72BE8AF-7051-40A1-8FE6-C639915ABF93}" srcOrd="1" destOrd="0" parTransId="{31B4E9EF-0424-4FBC-95D5-3936F4DE42E3}" sibTransId="{46D96C98-06DB-412B-A27F-6E6E7954D693}"/>
    <dgm:cxn modelId="{26E8F322-C4BB-494C-BF4D-0FD904DD4255}" type="presOf" srcId="{02CA77F8-DAFC-488B-A873-C9705B8662C7}" destId="{8594F604-6762-4885-AF6A-AEC1B494E3A6}" srcOrd="0" destOrd="0" presId="urn:microsoft.com/office/officeart/2018/2/layout/IconLabelList"/>
    <dgm:cxn modelId="{35EBC26D-626B-4B10-8590-87BBBA0A5E5D}" type="presOf" srcId="{B72BE8AF-7051-40A1-8FE6-C639915ABF93}" destId="{F470048F-3AC1-498E-A748-DA0B4DF36DF8}" srcOrd="0" destOrd="0" presId="urn:microsoft.com/office/officeart/2018/2/layout/IconLabelList"/>
    <dgm:cxn modelId="{95A853A2-1BEA-414D-BE88-EE2176AAA57A}" srcId="{02CA77F8-DAFC-488B-A873-C9705B8662C7}" destId="{BA8F1FD1-DCD6-4D02-8EA1-8F3575B6FE69}" srcOrd="0" destOrd="0" parTransId="{2FBEEF4E-F028-4F18-8D95-354E57D2DEE2}" sibTransId="{E0CA4FF1-6304-4F58-9F14-D0918AE1D26D}"/>
    <dgm:cxn modelId="{110A32C5-0BCD-48A5-939B-7D24C7DDEC62}" type="presParOf" srcId="{8594F604-6762-4885-AF6A-AEC1B494E3A6}" destId="{BF1B33C7-7AB3-4A83-92BC-03961BA9DB11}" srcOrd="0" destOrd="0" presId="urn:microsoft.com/office/officeart/2018/2/layout/IconLabelList"/>
    <dgm:cxn modelId="{D835B88C-7350-442A-B9A8-D6D4626CE449}" type="presParOf" srcId="{BF1B33C7-7AB3-4A83-92BC-03961BA9DB11}" destId="{048F80A0-5FFA-42D4-A184-AFED72052E76}" srcOrd="0" destOrd="0" presId="urn:microsoft.com/office/officeart/2018/2/layout/IconLabelList"/>
    <dgm:cxn modelId="{2A6BCE3F-9050-4A06-9588-94BE0D92C23C}" type="presParOf" srcId="{BF1B33C7-7AB3-4A83-92BC-03961BA9DB11}" destId="{E4C1F70E-9FAD-4F24-BD74-4A455129A846}" srcOrd="1" destOrd="0" presId="urn:microsoft.com/office/officeart/2018/2/layout/IconLabelList"/>
    <dgm:cxn modelId="{30429EAD-632F-4F79-A764-C535F5C5739B}" type="presParOf" srcId="{BF1B33C7-7AB3-4A83-92BC-03961BA9DB11}" destId="{01175D8D-8F4D-4A71-BC72-AC0ACE992BD6}" srcOrd="2" destOrd="0" presId="urn:microsoft.com/office/officeart/2018/2/layout/IconLabelList"/>
    <dgm:cxn modelId="{568CF11F-E731-43FE-964A-D6BA67CD9C86}" type="presParOf" srcId="{8594F604-6762-4885-AF6A-AEC1B494E3A6}" destId="{B7C50515-2653-4232-A0BF-76C82F3B6B0F}" srcOrd="1" destOrd="0" presId="urn:microsoft.com/office/officeart/2018/2/layout/IconLabelList"/>
    <dgm:cxn modelId="{C69AD371-22BC-4AF8-908C-8DC1721DF3C2}" type="presParOf" srcId="{8594F604-6762-4885-AF6A-AEC1B494E3A6}" destId="{C1F44411-80CE-46F7-9FB4-7F15D44203BE}" srcOrd="2" destOrd="0" presId="urn:microsoft.com/office/officeart/2018/2/layout/IconLabelList"/>
    <dgm:cxn modelId="{99EBB334-7CE2-4DD7-9099-F8862454848C}" type="presParOf" srcId="{C1F44411-80CE-46F7-9FB4-7F15D44203BE}" destId="{AE00BCB4-E2EE-4257-8B24-877B7B5A3C00}" srcOrd="0" destOrd="0" presId="urn:microsoft.com/office/officeart/2018/2/layout/IconLabelList"/>
    <dgm:cxn modelId="{098FF04F-A969-429A-A149-E888F3F67A53}" type="presParOf" srcId="{C1F44411-80CE-46F7-9FB4-7F15D44203BE}" destId="{288BDCB3-2135-472E-B008-315C0ACCCE40}" srcOrd="1" destOrd="0" presId="urn:microsoft.com/office/officeart/2018/2/layout/IconLabelList"/>
    <dgm:cxn modelId="{4379BCB3-6E38-4D1C-B6C0-5374A5993EBD}" type="presParOf" srcId="{C1F44411-80CE-46F7-9FB4-7F15D44203BE}" destId="{F470048F-3AC1-498E-A748-DA0B4DF36DF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1E2877A9-FB0B-4732-88FE-4258289373A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2D6E970-B566-497D-A866-8C4909D81EE7}">
      <dgm:prSet/>
      <dgm:spPr/>
      <dgm:t>
        <a:bodyPr/>
        <a:lstStyle/>
        <a:p>
          <a:r>
            <a:rPr lang="en-US" dirty="0">
              <a:solidFill>
                <a:schemeClr val="tx1"/>
              </a:solidFill>
            </a:rPr>
            <a:t>Medical ethics guide clinical choices – Helps navigate uncertainty in diagnostics &amp; treatment.</a:t>
          </a:r>
        </a:p>
      </dgm:t>
    </dgm:pt>
    <dgm:pt modelId="{92BF2C56-1306-4B93-9662-B7BD81423497}" type="parTrans" cxnId="{E17E7533-F0F0-4DF6-99FD-705B5C370638}">
      <dgm:prSet/>
      <dgm:spPr/>
      <dgm:t>
        <a:bodyPr/>
        <a:lstStyle/>
        <a:p>
          <a:endParaRPr lang="en-US">
            <a:solidFill>
              <a:schemeClr val="tx1"/>
            </a:solidFill>
          </a:endParaRPr>
        </a:p>
      </dgm:t>
    </dgm:pt>
    <dgm:pt modelId="{E3915C41-03E2-48DB-BCC6-8DBF24C4DD71}" type="sibTrans" cxnId="{E17E7533-F0F0-4DF6-99FD-705B5C370638}">
      <dgm:prSet/>
      <dgm:spPr/>
      <dgm:t>
        <a:bodyPr/>
        <a:lstStyle/>
        <a:p>
          <a:endParaRPr lang="en-US">
            <a:solidFill>
              <a:schemeClr val="tx1"/>
            </a:solidFill>
          </a:endParaRPr>
        </a:p>
      </dgm:t>
    </dgm:pt>
    <dgm:pt modelId="{633BF0B8-CAFA-445F-BB8E-B874D3864E33}">
      <dgm:prSet/>
      <dgm:spPr/>
      <dgm:t>
        <a:bodyPr/>
        <a:lstStyle/>
        <a:p>
          <a:r>
            <a:rPr lang="en-US">
              <a:solidFill>
                <a:schemeClr val="tx1"/>
              </a:solidFill>
            </a:rPr>
            <a:t>Transparent communication fosters trust – Engaging patients with empathy strengthens ethical outcomes.</a:t>
          </a:r>
        </a:p>
      </dgm:t>
    </dgm:pt>
    <dgm:pt modelId="{10A1B9D6-BCA4-44B0-B362-324B3D9C93F2}" type="parTrans" cxnId="{289F9AD5-7178-42D6-BC71-6E4AF822A88A}">
      <dgm:prSet/>
      <dgm:spPr/>
      <dgm:t>
        <a:bodyPr/>
        <a:lstStyle/>
        <a:p>
          <a:endParaRPr lang="en-US">
            <a:solidFill>
              <a:schemeClr val="tx1"/>
            </a:solidFill>
          </a:endParaRPr>
        </a:p>
      </dgm:t>
    </dgm:pt>
    <dgm:pt modelId="{8839E3BC-4EE7-4407-9EA4-9D134EDD5669}" type="sibTrans" cxnId="{289F9AD5-7178-42D6-BC71-6E4AF822A88A}">
      <dgm:prSet/>
      <dgm:spPr/>
      <dgm:t>
        <a:bodyPr/>
        <a:lstStyle/>
        <a:p>
          <a:endParaRPr lang="en-US">
            <a:solidFill>
              <a:schemeClr val="tx1"/>
            </a:solidFill>
          </a:endParaRPr>
        </a:p>
      </dgm:t>
    </dgm:pt>
    <dgm:pt modelId="{811D3ABF-A412-4236-B6E4-A143E2491A03}">
      <dgm:prSet/>
      <dgm:spPr/>
      <dgm:t>
        <a:bodyPr/>
        <a:lstStyle/>
        <a:p>
          <a:r>
            <a:rPr lang="en-US">
              <a:solidFill>
                <a:schemeClr val="tx1"/>
              </a:solidFill>
            </a:rPr>
            <a:t>A structured approach ensures fair care – Using a systematic framework leads to responsible medical decisions.</a:t>
          </a:r>
        </a:p>
      </dgm:t>
    </dgm:pt>
    <dgm:pt modelId="{2F4B34C9-D079-4D23-9580-72E11DCE4CA1}" type="parTrans" cxnId="{992F8BC6-BFEC-4C46-AFAE-7165435F77AA}">
      <dgm:prSet/>
      <dgm:spPr/>
      <dgm:t>
        <a:bodyPr/>
        <a:lstStyle/>
        <a:p>
          <a:endParaRPr lang="en-US">
            <a:solidFill>
              <a:schemeClr val="tx1"/>
            </a:solidFill>
          </a:endParaRPr>
        </a:p>
      </dgm:t>
    </dgm:pt>
    <dgm:pt modelId="{FAA27D3F-F0CC-4E74-A525-2CCF99FC32B6}" type="sibTrans" cxnId="{992F8BC6-BFEC-4C46-AFAE-7165435F77AA}">
      <dgm:prSet/>
      <dgm:spPr/>
      <dgm:t>
        <a:bodyPr/>
        <a:lstStyle/>
        <a:p>
          <a:endParaRPr lang="en-US">
            <a:solidFill>
              <a:schemeClr val="tx1"/>
            </a:solidFill>
          </a:endParaRPr>
        </a:p>
      </dgm:t>
    </dgm:pt>
    <dgm:pt modelId="{B89505EB-0481-4D00-B065-40978C41AA9B}" type="pres">
      <dgm:prSet presAssocID="{1E2877A9-FB0B-4732-88FE-4258289373A3}" presName="root" presStyleCnt="0">
        <dgm:presLayoutVars>
          <dgm:dir/>
          <dgm:resizeHandles val="exact"/>
        </dgm:presLayoutVars>
      </dgm:prSet>
      <dgm:spPr/>
    </dgm:pt>
    <dgm:pt modelId="{0E4E1795-DF67-4266-81A7-E7B3774D19AC}" type="pres">
      <dgm:prSet presAssocID="{72D6E970-B566-497D-A866-8C4909D81EE7}" presName="compNode" presStyleCnt="0"/>
      <dgm:spPr/>
    </dgm:pt>
    <dgm:pt modelId="{0F3ECE08-6C89-48FD-AAA2-5664A0513D58}" type="pres">
      <dgm:prSet presAssocID="{72D6E970-B566-497D-A866-8C4909D81EE7}" presName="bgRect" presStyleLbl="bgShp" presStyleIdx="0" presStyleCnt="3"/>
      <dgm:spPr/>
    </dgm:pt>
    <dgm:pt modelId="{E6FE8151-7890-4DFB-904E-8D0BFBB380A1}" type="pres">
      <dgm:prSet presAssocID="{72D6E970-B566-497D-A866-8C4909D81EE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279E5043-49E0-48AA-AD78-5D5205A30243}" type="pres">
      <dgm:prSet presAssocID="{72D6E970-B566-497D-A866-8C4909D81EE7}" presName="spaceRect" presStyleCnt="0"/>
      <dgm:spPr/>
    </dgm:pt>
    <dgm:pt modelId="{6349ECDB-2A4A-4CC2-BDAD-49FEBD74C814}" type="pres">
      <dgm:prSet presAssocID="{72D6E970-B566-497D-A866-8C4909D81EE7}" presName="parTx" presStyleLbl="revTx" presStyleIdx="0" presStyleCnt="3">
        <dgm:presLayoutVars>
          <dgm:chMax val="0"/>
          <dgm:chPref val="0"/>
        </dgm:presLayoutVars>
      </dgm:prSet>
      <dgm:spPr/>
    </dgm:pt>
    <dgm:pt modelId="{BE2F44F3-64E2-4655-AAAC-8FBDF50C73FF}" type="pres">
      <dgm:prSet presAssocID="{E3915C41-03E2-48DB-BCC6-8DBF24C4DD71}" presName="sibTrans" presStyleCnt="0"/>
      <dgm:spPr/>
    </dgm:pt>
    <dgm:pt modelId="{BA2F55DB-E190-4688-B23D-E8C8627510FF}" type="pres">
      <dgm:prSet presAssocID="{633BF0B8-CAFA-445F-BB8E-B874D3864E33}" presName="compNode" presStyleCnt="0"/>
      <dgm:spPr/>
    </dgm:pt>
    <dgm:pt modelId="{F8741E67-FA4E-475B-BDD1-F80FF5AE0184}" type="pres">
      <dgm:prSet presAssocID="{633BF0B8-CAFA-445F-BB8E-B874D3864E33}" presName="bgRect" presStyleLbl="bgShp" presStyleIdx="1" presStyleCnt="3"/>
      <dgm:spPr/>
    </dgm:pt>
    <dgm:pt modelId="{FD506AFE-A1F2-4B97-B803-46CFD767F4BD}" type="pres">
      <dgm:prSet presAssocID="{633BF0B8-CAFA-445F-BB8E-B874D3864E3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CF046057-7F09-4B2E-836C-6E4B88E325EB}" type="pres">
      <dgm:prSet presAssocID="{633BF0B8-CAFA-445F-BB8E-B874D3864E33}" presName="spaceRect" presStyleCnt="0"/>
      <dgm:spPr/>
    </dgm:pt>
    <dgm:pt modelId="{70693862-F3C4-4690-85E0-79DC27E03AFB}" type="pres">
      <dgm:prSet presAssocID="{633BF0B8-CAFA-445F-BB8E-B874D3864E33}" presName="parTx" presStyleLbl="revTx" presStyleIdx="1" presStyleCnt="3">
        <dgm:presLayoutVars>
          <dgm:chMax val="0"/>
          <dgm:chPref val="0"/>
        </dgm:presLayoutVars>
      </dgm:prSet>
      <dgm:spPr/>
    </dgm:pt>
    <dgm:pt modelId="{418E04A9-6725-4724-B10D-FD83F493AF55}" type="pres">
      <dgm:prSet presAssocID="{8839E3BC-4EE7-4407-9EA4-9D134EDD5669}" presName="sibTrans" presStyleCnt="0"/>
      <dgm:spPr/>
    </dgm:pt>
    <dgm:pt modelId="{6802414F-186A-4878-A53E-B43229FCF950}" type="pres">
      <dgm:prSet presAssocID="{811D3ABF-A412-4236-B6E4-A143E2491A03}" presName="compNode" presStyleCnt="0"/>
      <dgm:spPr/>
    </dgm:pt>
    <dgm:pt modelId="{BE3B55AD-4B00-4201-8CDE-3BC1E23F7B2D}" type="pres">
      <dgm:prSet presAssocID="{811D3ABF-A412-4236-B6E4-A143E2491A03}" presName="bgRect" presStyleLbl="bgShp" presStyleIdx="2" presStyleCnt="3"/>
      <dgm:spPr/>
    </dgm:pt>
    <dgm:pt modelId="{49E30555-A842-442F-AD63-DA490702034A}" type="pres">
      <dgm:prSet presAssocID="{811D3ABF-A412-4236-B6E4-A143E2491A0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spital"/>
        </a:ext>
      </dgm:extLst>
    </dgm:pt>
    <dgm:pt modelId="{789329A6-843C-47BD-8B04-8F593C824552}" type="pres">
      <dgm:prSet presAssocID="{811D3ABF-A412-4236-B6E4-A143E2491A03}" presName="spaceRect" presStyleCnt="0"/>
      <dgm:spPr/>
    </dgm:pt>
    <dgm:pt modelId="{9641D14C-3BED-4906-B13A-0915EAE62C8A}" type="pres">
      <dgm:prSet presAssocID="{811D3ABF-A412-4236-B6E4-A143E2491A03}" presName="parTx" presStyleLbl="revTx" presStyleIdx="2" presStyleCnt="3">
        <dgm:presLayoutVars>
          <dgm:chMax val="0"/>
          <dgm:chPref val="0"/>
        </dgm:presLayoutVars>
      </dgm:prSet>
      <dgm:spPr/>
    </dgm:pt>
  </dgm:ptLst>
  <dgm:cxnLst>
    <dgm:cxn modelId="{69BB6B06-47B4-4161-9074-489E34CFA90C}" type="presOf" srcId="{72D6E970-B566-497D-A866-8C4909D81EE7}" destId="{6349ECDB-2A4A-4CC2-BDAD-49FEBD74C814}" srcOrd="0" destOrd="0" presId="urn:microsoft.com/office/officeart/2018/2/layout/IconVerticalSolidList"/>
    <dgm:cxn modelId="{E17E7533-F0F0-4DF6-99FD-705B5C370638}" srcId="{1E2877A9-FB0B-4732-88FE-4258289373A3}" destId="{72D6E970-B566-497D-A866-8C4909D81EE7}" srcOrd="0" destOrd="0" parTransId="{92BF2C56-1306-4B93-9662-B7BD81423497}" sibTransId="{E3915C41-03E2-48DB-BCC6-8DBF24C4DD71}"/>
    <dgm:cxn modelId="{E2F49A67-972E-4D4D-9D76-106F74732ED3}" type="presOf" srcId="{633BF0B8-CAFA-445F-BB8E-B874D3864E33}" destId="{70693862-F3C4-4690-85E0-79DC27E03AFB}" srcOrd="0" destOrd="0" presId="urn:microsoft.com/office/officeart/2018/2/layout/IconVerticalSolidList"/>
    <dgm:cxn modelId="{B6D2EA87-0D0B-4D30-A46F-4A6098CE1354}" type="presOf" srcId="{1E2877A9-FB0B-4732-88FE-4258289373A3}" destId="{B89505EB-0481-4D00-B065-40978C41AA9B}" srcOrd="0" destOrd="0" presId="urn:microsoft.com/office/officeart/2018/2/layout/IconVerticalSolidList"/>
    <dgm:cxn modelId="{3871A0BE-A8AF-4309-A258-C5CA1E6F3E6F}" type="presOf" srcId="{811D3ABF-A412-4236-B6E4-A143E2491A03}" destId="{9641D14C-3BED-4906-B13A-0915EAE62C8A}" srcOrd="0" destOrd="0" presId="urn:microsoft.com/office/officeart/2018/2/layout/IconVerticalSolidList"/>
    <dgm:cxn modelId="{992F8BC6-BFEC-4C46-AFAE-7165435F77AA}" srcId="{1E2877A9-FB0B-4732-88FE-4258289373A3}" destId="{811D3ABF-A412-4236-B6E4-A143E2491A03}" srcOrd="2" destOrd="0" parTransId="{2F4B34C9-D079-4D23-9580-72E11DCE4CA1}" sibTransId="{FAA27D3F-F0CC-4E74-A525-2CCF99FC32B6}"/>
    <dgm:cxn modelId="{289F9AD5-7178-42D6-BC71-6E4AF822A88A}" srcId="{1E2877A9-FB0B-4732-88FE-4258289373A3}" destId="{633BF0B8-CAFA-445F-BB8E-B874D3864E33}" srcOrd="1" destOrd="0" parTransId="{10A1B9D6-BCA4-44B0-B362-324B3D9C93F2}" sibTransId="{8839E3BC-4EE7-4407-9EA4-9D134EDD5669}"/>
    <dgm:cxn modelId="{DB35AD3E-F86E-4D50-A467-0F4F170C8E27}" type="presParOf" srcId="{B89505EB-0481-4D00-B065-40978C41AA9B}" destId="{0E4E1795-DF67-4266-81A7-E7B3774D19AC}" srcOrd="0" destOrd="0" presId="urn:microsoft.com/office/officeart/2018/2/layout/IconVerticalSolidList"/>
    <dgm:cxn modelId="{E3112A02-E1CB-491E-9493-6041973A0A19}" type="presParOf" srcId="{0E4E1795-DF67-4266-81A7-E7B3774D19AC}" destId="{0F3ECE08-6C89-48FD-AAA2-5664A0513D58}" srcOrd="0" destOrd="0" presId="urn:microsoft.com/office/officeart/2018/2/layout/IconVerticalSolidList"/>
    <dgm:cxn modelId="{C76DD5D0-7253-4C9E-A54D-56E468C4BD19}" type="presParOf" srcId="{0E4E1795-DF67-4266-81A7-E7B3774D19AC}" destId="{E6FE8151-7890-4DFB-904E-8D0BFBB380A1}" srcOrd="1" destOrd="0" presId="urn:microsoft.com/office/officeart/2018/2/layout/IconVerticalSolidList"/>
    <dgm:cxn modelId="{5F9FEA53-94A0-4549-8EEC-BEFCD2A32FEA}" type="presParOf" srcId="{0E4E1795-DF67-4266-81A7-E7B3774D19AC}" destId="{279E5043-49E0-48AA-AD78-5D5205A30243}" srcOrd="2" destOrd="0" presId="urn:microsoft.com/office/officeart/2018/2/layout/IconVerticalSolidList"/>
    <dgm:cxn modelId="{487A0A1A-72B6-4A3F-973C-81EE64DC99F6}" type="presParOf" srcId="{0E4E1795-DF67-4266-81A7-E7B3774D19AC}" destId="{6349ECDB-2A4A-4CC2-BDAD-49FEBD74C814}" srcOrd="3" destOrd="0" presId="urn:microsoft.com/office/officeart/2018/2/layout/IconVerticalSolidList"/>
    <dgm:cxn modelId="{838D5EF8-5A5B-48AB-9B36-2BCD366C492D}" type="presParOf" srcId="{B89505EB-0481-4D00-B065-40978C41AA9B}" destId="{BE2F44F3-64E2-4655-AAAC-8FBDF50C73FF}" srcOrd="1" destOrd="0" presId="urn:microsoft.com/office/officeart/2018/2/layout/IconVerticalSolidList"/>
    <dgm:cxn modelId="{7AAC3E5F-FBBA-4A2F-9691-4E55B4991FD0}" type="presParOf" srcId="{B89505EB-0481-4D00-B065-40978C41AA9B}" destId="{BA2F55DB-E190-4688-B23D-E8C8627510FF}" srcOrd="2" destOrd="0" presId="urn:microsoft.com/office/officeart/2018/2/layout/IconVerticalSolidList"/>
    <dgm:cxn modelId="{11907BB6-141F-47CD-AAD9-BE669AB03072}" type="presParOf" srcId="{BA2F55DB-E190-4688-B23D-E8C8627510FF}" destId="{F8741E67-FA4E-475B-BDD1-F80FF5AE0184}" srcOrd="0" destOrd="0" presId="urn:microsoft.com/office/officeart/2018/2/layout/IconVerticalSolidList"/>
    <dgm:cxn modelId="{10920792-3096-464D-ABE6-60B8E5610ACA}" type="presParOf" srcId="{BA2F55DB-E190-4688-B23D-E8C8627510FF}" destId="{FD506AFE-A1F2-4B97-B803-46CFD767F4BD}" srcOrd="1" destOrd="0" presId="urn:microsoft.com/office/officeart/2018/2/layout/IconVerticalSolidList"/>
    <dgm:cxn modelId="{8FB13B5D-DC9D-47B4-87D4-A0AE2D619410}" type="presParOf" srcId="{BA2F55DB-E190-4688-B23D-E8C8627510FF}" destId="{CF046057-7F09-4B2E-836C-6E4B88E325EB}" srcOrd="2" destOrd="0" presId="urn:microsoft.com/office/officeart/2018/2/layout/IconVerticalSolidList"/>
    <dgm:cxn modelId="{01B7B91B-FF0C-45D5-AA57-9AF97F3D912B}" type="presParOf" srcId="{BA2F55DB-E190-4688-B23D-E8C8627510FF}" destId="{70693862-F3C4-4690-85E0-79DC27E03AFB}" srcOrd="3" destOrd="0" presId="urn:microsoft.com/office/officeart/2018/2/layout/IconVerticalSolidList"/>
    <dgm:cxn modelId="{4E6C5456-173D-4CE9-A351-67FECE421526}" type="presParOf" srcId="{B89505EB-0481-4D00-B065-40978C41AA9B}" destId="{418E04A9-6725-4724-B10D-FD83F493AF55}" srcOrd="3" destOrd="0" presId="urn:microsoft.com/office/officeart/2018/2/layout/IconVerticalSolidList"/>
    <dgm:cxn modelId="{D22A4A2A-0F6F-421B-B4B2-74AB83E30939}" type="presParOf" srcId="{B89505EB-0481-4D00-B065-40978C41AA9B}" destId="{6802414F-186A-4878-A53E-B43229FCF950}" srcOrd="4" destOrd="0" presId="urn:microsoft.com/office/officeart/2018/2/layout/IconVerticalSolidList"/>
    <dgm:cxn modelId="{E4F10ACB-C2F2-4FBC-9AC9-E5A7C1AC0A5B}" type="presParOf" srcId="{6802414F-186A-4878-A53E-B43229FCF950}" destId="{BE3B55AD-4B00-4201-8CDE-3BC1E23F7B2D}" srcOrd="0" destOrd="0" presId="urn:microsoft.com/office/officeart/2018/2/layout/IconVerticalSolidList"/>
    <dgm:cxn modelId="{6999E137-C56B-4698-B98F-582F5E9FF6E9}" type="presParOf" srcId="{6802414F-186A-4878-A53E-B43229FCF950}" destId="{49E30555-A842-442F-AD63-DA490702034A}" srcOrd="1" destOrd="0" presId="urn:microsoft.com/office/officeart/2018/2/layout/IconVerticalSolidList"/>
    <dgm:cxn modelId="{58540201-EB80-4E64-B948-935EAA4F03F2}" type="presParOf" srcId="{6802414F-186A-4878-A53E-B43229FCF950}" destId="{789329A6-843C-47BD-8B04-8F593C824552}" srcOrd="2" destOrd="0" presId="urn:microsoft.com/office/officeart/2018/2/layout/IconVerticalSolidList"/>
    <dgm:cxn modelId="{6F6318E0-3592-4A49-BBED-384641BF7E3F}" type="presParOf" srcId="{6802414F-186A-4878-A53E-B43229FCF950}" destId="{9641D14C-3BED-4906-B13A-0915EAE62C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171F13-1AE2-4A3E-A5A3-C19D1729F45F}">
      <dsp:nvSpPr>
        <dsp:cNvPr id="0" name=""/>
        <dsp:cNvSpPr/>
      </dsp:nvSpPr>
      <dsp:spPr>
        <a:xfrm>
          <a:off x="0" y="529159"/>
          <a:ext cx="5000124" cy="756000"/>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AC4714F-7049-45AF-BE40-7BF881C9E567}">
      <dsp:nvSpPr>
        <dsp:cNvPr id="0" name=""/>
        <dsp:cNvSpPr/>
      </dsp:nvSpPr>
      <dsp:spPr>
        <a:xfrm>
          <a:off x="250006" y="86359"/>
          <a:ext cx="3500086" cy="885600"/>
        </a:xfrm>
        <a:prstGeom prst="round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1333500">
            <a:lnSpc>
              <a:spcPct val="90000"/>
            </a:lnSpc>
            <a:spcBef>
              <a:spcPct val="0"/>
            </a:spcBef>
            <a:spcAft>
              <a:spcPct val="35000"/>
            </a:spcAft>
            <a:buNone/>
          </a:pPr>
          <a:r>
            <a:rPr lang="en-US" sz="3000" kern="1200">
              <a:solidFill>
                <a:schemeClr val="tx1"/>
              </a:solidFill>
            </a:rPr>
            <a:t>Autonomy</a:t>
          </a:r>
        </a:p>
      </dsp:txBody>
      <dsp:txXfrm>
        <a:off x="293237" y="129590"/>
        <a:ext cx="3413624" cy="799138"/>
      </dsp:txXfrm>
    </dsp:sp>
    <dsp:sp modelId="{287C2AFC-2955-46A9-8627-B99D35538F3A}">
      <dsp:nvSpPr>
        <dsp:cNvPr id="0" name=""/>
        <dsp:cNvSpPr/>
      </dsp:nvSpPr>
      <dsp:spPr>
        <a:xfrm>
          <a:off x="0" y="1889959"/>
          <a:ext cx="5000124" cy="756000"/>
        </a:xfrm>
        <a:prstGeom prst="rect">
          <a:avLst/>
        </a:prstGeom>
        <a:solidFill>
          <a:schemeClr val="lt1">
            <a:alpha val="90000"/>
            <a:hueOff val="0"/>
            <a:satOff val="0"/>
            <a:lumOff val="0"/>
            <a:alphaOff val="0"/>
          </a:schemeClr>
        </a:solidFill>
        <a:ln w="9525" cap="flat" cmpd="sng" algn="ctr">
          <a:solidFill>
            <a:schemeClr val="accent5">
              <a:hueOff val="-3311292"/>
              <a:satOff val="13270"/>
              <a:lumOff val="2876"/>
              <a:alphaOff val="0"/>
            </a:schemeClr>
          </a:solidFill>
          <a:prstDash val="solid"/>
        </a:ln>
        <a:effectLst/>
      </dsp:spPr>
      <dsp:style>
        <a:lnRef idx="1">
          <a:scrgbClr r="0" g="0" b="0"/>
        </a:lnRef>
        <a:fillRef idx="1">
          <a:scrgbClr r="0" g="0" b="0"/>
        </a:fillRef>
        <a:effectRef idx="0">
          <a:scrgbClr r="0" g="0" b="0"/>
        </a:effectRef>
        <a:fontRef idx="minor"/>
      </dsp:style>
    </dsp:sp>
    <dsp:sp modelId="{CF78D18B-BD4A-418F-A251-FD040AC7896C}">
      <dsp:nvSpPr>
        <dsp:cNvPr id="0" name=""/>
        <dsp:cNvSpPr/>
      </dsp:nvSpPr>
      <dsp:spPr>
        <a:xfrm>
          <a:off x="250006" y="1447159"/>
          <a:ext cx="3500086" cy="885600"/>
        </a:xfrm>
        <a:prstGeom prst="roundRect">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1333500">
            <a:lnSpc>
              <a:spcPct val="90000"/>
            </a:lnSpc>
            <a:spcBef>
              <a:spcPct val="0"/>
            </a:spcBef>
            <a:spcAft>
              <a:spcPct val="35000"/>
            </a:spcAft>
            <a:buNone/>
          </a:pPr>
          <a:r>
            <a:rPr lang="en-US" sz="3000" kern="1200">
              <a:solidFill>
                <a:schemeClr val="tx1"/>
              </a:solidFill>
            </a:rPr>
            <a:t>Beneficence</a:t>
          </a:r>
        </a:p>
      </dsp:txBody>
      <dsp:txXfrm>
        <a:off x="293237" y="1490390"/>
        <a:ext cx="3413624" cy="799138"/>
      </dsp:txXfrm>
    </dsp:sp>
    <dsp:sp modelId="{BFD399DB-8390-4E29-9D5E-00A1285A194B}">
      <dsp:nvSpPr>
        <dsp:cNvPr id="0" name=""/>
        <dsp:cNvSpPr/>
      </dsp:nvSpPr>
      <dsp:spPr>
        <a:xfrm>
          <a:off x="0" y="3250759"/>
          <a:ext cx="5000124" cy="756000"/>
        </a:xfrm>
        <a:prstGeom prst="rect">
          <a:avLst/>
        </a:prstGeom>
        <a:solidFill>
          <a:schemeClr val="lt1">
            <a:alpha val="90000"/>
            <a:hueOff val="0"/>
            <a:satOff val="0"/>
            <a:lumOff val="0"/>
            <a:alphaOff val="0"/>
          </a:schemeClr>
        </a:solidFill>
        <a:ln w="9525" cap="flat" cmpd="sng" algn="ctr">
          <a:solidFill>
            <a:schemeClr val="accent5">
              <a:hueOff val="-6622584"/>
              <a:satOff val="26541"/>
              <a:lumOff val="5752"/>
              <a:alphaOff val="0"/>
            </a:schemeClr>
          </a:solidFill>
          <a:prstDash val="solid"/>
        </a:ln>
        <a:effectLst/>
      </dsp:spPr>
      <dsp:style>
        <a:lnRef idx="1">
          <a:scrgbClr r="0" g="0" b="0"/>
        </a:lnRef>
        <a:fillRef idx="1">
          <a:scrgbClr r="0" g="0" b="0"/>
        </a:fillRef>
        <a:effectRef idx="0">
          <a:scrgbClr r="0" g="0" b="0"/>
        </a:effectRef>
        <a:fontRef idx="minor"/>
      </dsp:style>
    </dsp:sp>
    <dsp:sp modelId="{CFD6EC13-007B-4DCA-9755-8433F9B48902}">
      <dsp:nvSpPr>
        <dsp:cNvPr id="0" name=""/>
        <dsp:cNvSpPr/>
      </dsp:nvSpPr>
      <dsp:spPr>
        <a:xfrm>
          <a:off x="250006" y="2807959"/>
          <a:ext cx="3500086" cy="885600"/>
        </a:xfrm>
        <a:prstGeom prst="roundRect">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1333500">
            <a:lnSpc>
              <a:spcPct val="90000"/>
            </a:lnSpc>
            <a:spcBef>
              <a:spcPct val="0"/>
            </a:spcBef>
            <a:spcAft>
              <a:spcPct val="35000"/>
            </a:spcAft>
            <a:buNone/>
          </a:pPr>
          <a:r>
            <a:rPr lang="en-US" sz="3000" kern="1200">
              <a:solidFill>
                <a:schemeClr val="tx1"/>
              </a:solidFill>
            </a:rPr>
            <a:t>Non-maleficence</a:t>
          </a:r>
        </a:p>
      </dsp:txBody>
      <dsp:txXfrm>
        <a:off x="293237" y="2851190"/>
        <a:ext cx="3413624" cy="799138"/>
      </dsp:txXfrm>
    </dsp:sp>
    <dsp:sp modelId="{22E3C1FD-F5BB-40A4-88C1-F49BFC8F316C}">
      <dsp:nvSpPr>
        <dsp:cNvPr id="0" name=""/>
        <dsp:cNvSpPr/>
      </dsp:nvSpPr>
      <dsp:spPr>
        <a:xfrm>
          <a:off x="0" y="4611560"/>
          <a:ext cx="5000124" cy="756000"/>
        </a:xfrm>
        <a:prstGeom prst="rect">
          <a:avLst/>
        </a:prstGeom>
        <a:solidFill>
          <a:schemeClr val="lt1">
            <a:alpha val="90000"/>
            <a:hueOff val="0"/>
            <a:satOff val="0"/>
            <a:lumOff val="0"/>
            <a:alphaOff val="0"/>
          </a:schemeClr>
        </a:solidFill>
        <a:ln w="9525" cap="flat" cmpd="sng" algn="ctr">
          <a:solidFill>
            <a:schemeClr val="accent5">
              <a:hueOff val="-9933876"/>
              <a:satOff val="39811"/>
              <a:lumOff val="8628"/>
              <a:alphaOff val="0"/>
            </a:schemeClr>
          </a:solidFill>
          <a:prstDash val="solid"/>
        </a:ln>
        <a:effectLst/>
      </dsp:spPr>
      <dsp:style>
        <a:lnRef idx="1">
          <a:scrgbClr r="0" g="0" b="0"/>
        </a:lnRef>
        <a:fillRef idx="1">
          <a:scrgbClr r="0" g="0" b="0"/>
        </a:fillRef>
        <a:effectRef idx="0">
          <a:scrgbClr r="0" g="0" b="0"/>
        </a:effectRef>
        <a:fontRef idx="minor"/>
      </dsp:style>
    </dsp:sp>
    <dsp:sp modelId="{FB17E9E5-B890-4EAD-958F-E44D2418052B}">
      <dsp:nvSpPr>
        <dsp:cNvPr id="0" name=""/>
        <dsp:cNvSpPr/>
      </dsp:nvSpPr>
      <dsp:spPr>
        <a:xfrm>
          <a:off x="250006" y="4168760"/>
          <a:ext cx="3500086" cy="885600"/>
        </a:xfrm>
        <a:prstGeom prst="roundRect">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2295" tIns="0" rIns="132295" bIns="0" numCol="1" spcCol="1270" anchor="ctr" anchorCtr="0">
          <a:noAutofit/>
        </a:bodyPr>
        <a:lstStyle/>
        <a:p>
          <a:pPr marL="0" lvl="0" indent="0" algn="l" defTabSz="1333500">
            <a:lnSpc>
              <a:spcPct val="90000"/>
            </a:lnSpc>
            <a:spcBef>
              <a:spcPct val="0"/>
            </a:spcBef>
            <a:spcAft>
              <a:spcPct val="35000"/>
            </a:spcAft>
            <a:buNone/>
          </a:pPr>
          <a:r>
            <a:rPr lang="en-US" sz="3000" kern="1200">
              <a:solidFill>
                <a:schemeClr val="tx1"/>
              </a:solidFill>
            </a:rPr>
            <a:t>Justice</a:t>
          </a:r>
        </a:p>
      </dsp:txBody>
      <dsp:txXfrm>
        <a:off x="293237" y="4211991"/>
        <a:ext cx="3413624" cy="799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43EDA-6C70-40F5-BA37-A3026C314B05}">
      <dsp:nvSpPr>
        <dsp:cNvPr id="0" name=""/>
        <dsp:cNvSpPr/>
      </dsp:nvSpPr>
      <dsp:spPr>
        <a:xfrm>
          <a:off x="0" y="0"/>
          <a:ext cx="5000124" cy="0"/>
        </a:xfrm>
        <a:prstGeom prst="line">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34FD2FB-6075-4687-9E8E-269C02F5BF0C}">
      <dsp:nvSpPr>
        <dsp:cNvPr id="0" name=""/>
        <dsp:cNvSpPr/>
      </dsp:nvSpPr>
      <dsp:spPr>
        <a:xfrm>
          <a:off x="0" y="0"/>
          <a:ext cx="50001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Patients have the right to make informed decisions about their care.</a:t>
          </a:r>
        </a:p>
      </dsp:txBody>
      <dsp:txXfrm>
        <a:off x="0" y="0"/>
        <a:ext cx="5000124" cy="2726960"/>
      </dsp:txXfrm>
    </dsp:sp>
    <dsp:sp modelId="{53F3A70B-AB7D-461F-8B1C-BFCD71A8B39E}">
      <dsp:nvSpPr>
        <dsp:cNvPr id="0" name=""/>
        <dsp:cNvSpPr/>
      </dsp:nvSpPr>
      <dsp:spPr>
        <a:xfrm>
          <a:off x="0" y="2726960"/>
          <a:ext cx="5000124"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E045065-A057-49E4-9E56-2CC5730BCA84}">
      <dsp:nvSpPr>
        <dsp:cNvPr id="0" name=""/>
        <dsp:cNvSpPr/>
      </dsp:nvSpPr>
      <dsp:spPr>
        <a:xfrm>
          <a:off x="0" y="2726960"/>
          <a:ext cx="5000124" cy="272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Example: A terminally ill patient refuses further aggressive treatment. The physician must respect their decision while ensuring they understand all consequences.</a:t>
          </a:r>
        </a:p>
      </dsp:txBody>
      <dsp:txXfrm>
        <a:off x="0" y="2726960"/>
        <a:ext cx="5000124" cy="2726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1449D-9384-422F-9AB0-437CD337230A}">
      <dsp:nvSpPr>
        <dsp:cNvPr id="0" name=""/>
        <dsp:cNvSpPr/>
      </dsp:nvSpPr>
      <dsp:spPr>
        <a:xfrm>
          <a:off x="0" y="735468"/>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346A0F-46AA-4627-9B03-FE94EBF19BB3}">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18C839-648D-4DB1-A575-8DF94FAD5E84}">
      <dsp:nvSpPr>
        <dsp:cNvPr id="0" name=""/>
        <dsp:cNvSpPr/>
      </dsp:nvSpPr>
      <dsp:spPr>
        <a:xfrm>
          <a:off x="1568246" y="735468"/>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066800">
            <a:lnSpc>
              <a:spcPct val="100000"/>
            </a:lnSpc>
            <a:spcBef>
              <a:spcPct val="0"/>
            </a:spcBef>
            <a:spcAft>
              <a:spcPct val="35000"/>
            </a:spcAft>
            <a:buNone/>
          </a:pPr>
          <a:r>
            <a:rPr lang="en-US" sz="2400" kern="1200"/>
            <a:t>'Do no harm' by minimizing unnecessary risks.</a:t>
          </a:r>
        </a:p>
      </dsp:txBody>
      <dsp:txXfrm>
        <a:off x="1568246" y="735468"/>
        <a:ext cx="6661353" cy="1357788"/>
      </dsp:txXfrm>
    </dsp:sp>
    <dsp:sp modelId="{33062C1A-13EA-44DD-91B9-197FDCA1B954}">
      <dsp:nvSpPr>
        <dsp:cNvPr id="0" name=""/>
        <dsp:cNvSpPr/>
      </dsp:nvSpPr>
      <dsp:spPr>
        <a:xfrm>
          <a:off x="0" y="2432705"/>
          <a:ext cx="8229600" cy="13577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4F2D5B-726A-4DCE-BA19-C363D8E0809D}">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390AD6-5BEE-45A8-BB04-43C4C04FE074}">
      <dsp:nvSpPr>
        <dsp:cNvPr id="0" name=""/>
        <dsp:cNvSpPr/>
      </dsp:nvSpPr>
      <dsp:spPr>
        <a:xfrm>
          <a:off x="1568246" y="2432705"/>
          <a:ext cx="6661353"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066800">
            <a:lnSpc>
              <a:spcPct val="100000"/>
            </a:lnSpc>
            <a:spcBef>
              <a:spcPct val="0"/>
            </a:spcBef>
            <a:spcAft>
              <a:spcPct val="35000"/>
            </a:spcAft>
            <a:buNone/>
          </a:pPr>
          <a:r>
            <a:rPr lang="en-US" sz="2400" kern="1200"/>
            <a:t>Example: Avoiding excessive imaging tests that could lead to radiation exposure without substantial diagnostic benefit.</a:t>
          </a:r>
        </a:p>
      </dsp:txBody>
      <dsp:txXfrm>
        <a:off x="1568246" y="2432705"/>
        <a:ext cx="6661353" cy="13577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6B849-0A7B-494B-9B8D-D70E2B7ABD41}">
      <dsp:nvSpPr>
        <dsp:cNvPr id="0" name=""/>
        <dsp:cNvSpPr/>
      </dsp:nvSpPr>
      <dsp:spPr>
        <a:xfrm>
          <a:off x="0" y="707288"/>
          <a:ext cx="7886700" cy="13057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9D657B-D5D2-4541-AB4F-6F9D9EF34EE7}">
      <dsp:nvSpPr>
        <dsp:cNvPr id="0" name=""/>
        <dsp:cNvSpPr/>
      </dsp:nvSpPr>
      <dsp:spPr>
        <a:xfrm>
          <a:off x="394993" y="1001085"/>
          <a:ext cx="718169" cy="718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7CF65C-8468-4C53-81A1-65ECFFF2E006}">
      <dsp:nvSpPr>
        <dsp:cNvPr id="0" name=""/>
        <dsp:cNvSpPr/>
      </dsp:nvSpPr>
      <dsp:spPr>
        <a:xfrm>
          <a:off x="1508156" y="707288"/>
          <a:ext cx="63785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022350">
            <a:lnSpc>
              <a:spcPct val="90000"/>
            </a:lnSpc>
            <a:spcBef>
              <a:spcPct val="0"/>
            </a:spcBef>
            <a:spcAft>
              <a:spcPct val="35000"/>
            </a:spcAft>
            <a:buNone/>
          </a:pPr>
          <a:r>
            <a:rPr lang="en-US" sz="2300" kern="1200"/>
            <a:t>Ensuring fair access to healthcare resources and treatments.</a:t>
          </a:r>
        </a:p>
      </dsp:txBody>
      <dsp:txXfrm>
        <a:off x="1508156" y="707288"/>
        <a:ext cx="6378543" cy="1305763"/>
      </dsp:txXfrm>
    </dsp:sp>
    <dsp:sp modelId="{B2AE0733-776F-49A0-9779-E348E917DDAA}">
      <dsp:nvSpPr>
        <dsp:cNvPr id="0" name=""/>
        <dsp:cNvSpPr/>
      </dsp:nvSpPr>
      <dsp:spPr>
        <a:xfrm>
          <a:off x="0" y="2339492"/>
          <a:ext cx="7886700" cy="13057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F4D2EA-8D78-4691-9718-E6874FBFF916}">
      <dsp:nvSpPr>
        <dsp:cNvPr id="0" name=""/>
        <dsp:cNvSpPr/>
      </dsp:nvSpPr>
      <dsp:spPr>
        <a:xfrm>
          <a:off x="394993" y="2633289"/>
          <a:ext cx="718169" cy="718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864208-8C87-4E56-88B4-0480361A208F}">
      <dsp:nvSpPr>
        <dsp:cNvPr id="0" name=""/>
        <dsp:cNvSpPr/>
      </dsp:nvSpPr>
      <dsp:spPr>
        <a:xfrm>
          <a:off x="1508156" y="2339492"/>
          <a:ext cx="6378543"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022350">
            <a:lnSpc>
              <a:spcPct val="90000"/>
            </a:lnSpc>
            <a:spcBef>
              <a:spcPct val="0"/>
            </a:spcBef>
            <a:spcAft>
              <a:spcPct val="35000"/>
            </a:spcAft>
            <a:buNone/>
          </a:pPr>
          <a:r>
            <a:rPr lang="en-US" sz="2300" kern="1200" dirty="0"/>
            <a:t>Example: During a hospital bed shortage, physicians must prioritize critical patients based on medical criteria rather than socioeconomic status.</a:t>
          </a:r>
        </a:p>
      </dsp:txBody>
      <dsp:txXfrm>
        <a:off x="1508156" y="2339492"/>
        <a:ext cx="6378543" cy="13057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4E937-9B9C-40FE-AAA5-281CDF907F3A}">
      <dsp:nvSpPr>
        <dsp:cNvPr id="0" name=""/>
        <dsp:cNvSpPr/>
      </dsp:nvSpPr>
      <dsp:spPr>
        <a:xfrm>
          <a:off x="2961061" y="2079090"/>
          <a:ext cx="1984748" cy="1984748"/>
        </a:xfrm>
        <a:prstGeom prst="ellipse">
          <a:avLst/>
        </a:prstGeom>
        <a:solidFill>
          <a:schemeClr val="tx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Navigating Uncertain &amp; Complex Healthcare Decisions</a:t>
          </a:r>
        </a:p>
      </dsp:txBody>
      <dsp:txXfrm>
        <a:off x="3251721" y="2369750"/>
        <a:ext cx="1403428" cy="1403428"/>
      </dsp:txXfrm>
    </dsp:sp>
    <dsp:sp modelId="{938B9B0E-958F-45BD-945C-9D7673B0A195}">
      <dsp:nvSpPr>
        <dsp:cNvPr id="0" name=""/>
        <dsp:cNvSpPr/>
      </dsp:nvSpPr>
      <dsp:spPr>
        <a:xfrm rot="11700000">
          <a:off x="1458729" y="2318228"/>
          <a:ext cx="1478227" cy="565653"/>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84465EE-0EB7-4CCA-B705-CF1FDFB812B4}">
      <dsp:nvSpPr>
        <dsp:cNvPr id="0" name=""/>
        <dsp:cNvSpPr/>
      </dsp:nvSpPr>
      <dsp:spPr>
        <a:xfrm>
          <a:off x="541159" y="1655554"/>
          <a:ext cx="1885510" cy="150840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Uncertainty in Diagnosis</a:t>
          </a:r>
        </a:p>
      </dsp:txBody>
      <dsp:txXfrm>
        <a:off x="585339" y="1699734"/>
        <a:ext cx="1797150" cy="1420048"/>
      </dsp:txXfrm>
    </dsp:sp>
    <dsp:sp modelId="{68379DEA-3C43-4E74-BC10-0FD243EDDB67}">
      <dsp:nvSpPr>
        <dsp:cNvPr id="0" name=""/>
        <dsp:cNvSpPr/>
      </dsp:nvSpPr>
      <dsp:spPr>
        <a:xfrm rot="14700000">
          <a:off x="2446203" y="1141403"/>
          <a:ext cx="1478227" cy="565653"/>
        </a:xfrm>
        <a:prstGeom prst="leftArrow">
          <a:avLst>
            <a:gd name="adj1" fmla="val 60000"/>
            <a:gd name="adj2" fmla="val 50000"/>
          </a:avLst>
        </a:prstGeom>
        <a:solidFill>
          <a:schemeClr val="accent2">
            <a:hueOff val="1560506"/>
            <a:satOff val="-1946"/>
            <a:lumOff val="45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F12A868-C937-4952-9EA0-793558350135}">
      <dsp:nvSpPr>
        <dsp:cNvPr id="0" name=""/>
        <dsp:cNvSpPr/>
      </dsp:nvSpPr>
      <dsp:spPr>
        <a:xfrm>
          <a:off x="1930198" y="161"/>
          <a:ext cx="1885510" cy="1508408"/>
        </a:xfrm>
        <a:prstGeom prst="roundRect">
          <a:avLst>
            <a:gd name="adj" fmla="val 10000"/>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Resource Allocation</a:t>
          </a:r>
        </a:p>
      </dsp:txBody>
      <dsp:txXfrm>
        <a:off x="1974378" y="44341"/>
        <a:ext cx="1797150" cy="1420048"/>
      </dsp:txXfrm>
    </dsp:sp>
    <dsp:sp modelId="{47094D6D-1447-47A0-BB6F-915B8F678514}">
      <dsp:nvSpPr>
        <dsp:cNvPr id="0" name=""/>
        <dsp:cNvSpPr/>
      </dsp:nvSpPr>
      <dsp:spPr>
        <a:xfrm rot="17700000">
          <a:off x="3982439" y="1141403"/>
          <a:ext cx="1478227" cy="565653"/>
        </a:xfrm>
        <a:prstGeom prst="leftArrow">
          <a:avLst>
            <a:gd name="adj1" fmla="val 60000"/>
            <a:gd name="adj2" fmla="val 50000"/>
          </a:avLst>
        </a:prstGeom>
        <a:solidFill>
          <a:schemeClr val="accent2">
            <a:hueOff val="3121013"/>
            <a:satOff val="-3893"/>
            <a:lumOff val="91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61C485-7B5C-4B34-A068-CEA354D197D3}">
      <dsp:nvSpPr>
        <dsp:cNvPr id="0" name=""/>
        <dsp:cNvSpPr/>
      </dsp:nvSpPr>
      <dsp:spPr>
        <a:xfrm>
          <a:off x="4091161" y="161"/>
          <a:ext cx="1885510" cy="1508408"/>
        </a:xfrm>
        <a:prstGeom prst="roundRect">
          <a:avLst>
            <a:gd name="adj" fmla="val 10000"/>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Confidentiality Issues</a:t>
          </a:r>
        </a:p>
      </dsp:txBody>
      <dsp:txXfrm>
        <a:off x="4135341" y="44341"/>
        <a:ext cx="1797150" cy="1420048"/>
      </dsp:txXfrm>
    </dsp:sp>
    <dsp:sp modelId="{8B5C9698-AF71-4014-BE14-1A365F734967}">
      <dsp:nvSpPr>
        <dsp:cNvPr id="0" name=""/>
        <dsp:cNvSpPr/>
      </dsp:nvSpPr>
      <dsp:spPr>
        <a:xfrm rot="20700000">
          <a:off x="4969913" y="2318228"/>
          <a:ext cx="1478227" cy="565653"/>
        </a:xfrm>
        <a:prstGeom prst="leftArrow">
          <a:avLst>
            <a:gd name="adj1" fmla="val 60000"/>
            <a:gd name="adj2" fmla="val 50000"/>
          </a:avLst>
        </a:prstGeom>
        <a:solidFill>
          <a:schemeClr val="accent2">
            <a:hueOff val="4681519"/>
            <a:satOff val="-5839"/>
            <a:lumOff val="13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99E206C-084B-43BF-87D8-DF137C61A570}">
      <dsp:nvSpPr>
        <dsp:cNvPr id="0" name=""/>
        <dsp:cNvSpPr/>
      </dsp:nvSpPr>
      <dsp:spPr>
        <a:xfrm>
          <a:off x="5480201" y="1655554"/>
          <a:ext cx="1885510" cy="1508408"/>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Treatment Decisions</a:t>
          </a:r>
        </a:p>
      </dsp:txBody>
      <dsp:txXfrm>
        <a:off x="5524381" y="1699734"/>
        <a:ext cx="1797150" cy="14200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17D55-3F12-4A1E-ACC7-FB0F1D0FA0C7}">
      <dsp:nvSpPr>
        <dsp:cNvPr id="0" name=""/>
        <dsp:cNvSpPr/>
      </dsp:nvSpPr>
      <dsp:spPr>
        <a:xfrm>
          <a:off x="0" y="707092"/>
          <a:ext cx="78867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6C0309-22BC-41B9-B880-778FF5C67A6C}">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DD0966-965C-40DC-8E1C-9E5B8AC8DA0C}">
      <dsp:nvSpPr>
        <dsp:cNvPr id="0" name=""/>
        <dsp:cNvSpPr/>
      </dsp:nvSpPr>
      <dsp:spPr>
        <a:xfrm>
          <a:off x="1507738" y="707092"/>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US" sz="1900" kern="1200">
              <a:solidFill>
                <a:schemeClr val="tx1"/>
              </a:solidFill>
            </a:rPr>
            <a:t>In cases where test results are inconclusive, deciding whether to start treatment or wait for further testing can be challenging.</a:t>
          </a:r>
        </a:p>
      </dsp:txBody>
      <dsp:txXfrm>
        <a:off x="1507738" y="707092"/>
        <a:ext cx="6378961" cy="1305401"/>
      </dsp:txXfrm>
    </dsp:sp>
    <dsp:sp modelId="{613D5E0D-9EF7-45F4-81F4-FE74E4645405}">
      <dsp:nvSpPr>
        <dsp:cNvPr id="0" name=""/>
        <dsp:cNvSpPr/>
      </dsp:nvSpPr>
      <dsp:spPr>
        <a:xfrm>
          <a:off x="0" y="2338844"/>
          <a:ext cx="7886700" cy="13054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FD4375-6C7E-49F4-A573-AF1D9ABC5489}">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36E306-ECEF-4D6C-9B2A-4A0138E4B835}">
      <dsp:nvSpPr>
        <dsp:cNvPr id="0" name=""/>
        <dsp:cNvSpPr/>
      </dsp:nvSpPr>
      <dsp:spPr>
        <a:xfrm>
          <a:off x="1507738" y="2338844"/>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US" sz="1900" kern="1200">
              <a:solidFill>
                <a:schemeClr val="tx1"/>
              </a:solidFill>
            </a:rPr>
            <a:t>Example: A tuberculosis test result falls in a borderline range—starting treatment without confirmation could lead to unnecessary side effects, but delaying treatment poses infection risks.</a:t>
          </a:r>
        </a:p>
      </dsp:txBody>
      <dsp:txXfrm>
        <a:off x="1507738" y="2338844"/>
        <a:ext cx="6378961" cy="130540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C4B073-C5CF-4514-A93A-EC63BBED9E96}">
      <dsp:nvSpPr>
        <dsp:cNvPr id="0" name=""/>
        <dsp:cNvSpPr/>
      </dsp:nvSpPr>
      <dsp:spPr>
        <a:xfrm>
          <a:off x="0" y="2626263"/>
          <a:ext cx="7886700" cy="1723112"/>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1"/>
              </a:solidFill>
            </a:rPr>
            <a:t>Example: A patient with a severe brain injury refuses a life-saving surgery based on personal beliefs. Should doctors intervene against their wishes?</a:t>
          </a:r>
        </a:p>
      </dsp:txBody>
      <dsp:txXfrm>
        <a:off x="0" y="2626263"/>
        <a:ext cx="7886700" cy="1723112"/>
      </dsp:txXfrm>
    </dsp:sp>
    <dsp:sp modelId="{64B8EF76-6ABA-44BA-B45D-A15F46135EF3}">
      <dsp:nvSpPr>
        <dsp:cNvPr id="0" name=""/>
        <dsp:cNvSpPr/>
      </dsp:nvSpPr>
      <dsp:spPr>
        <a:xfrm rot="10800000">
          <a:off x="0" y="1962"/>
          <a:ext cx="7886700" cy="2650147"/>
        </a:xfrm>
        <a:prstGeom prst="upArrowCallou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solidFill>
                <a:schemeClr val="tx1"/>
              </a:solidFill>
            </a:rPr>
            <a:t>Sometimes, medical best practices may conflict with patient preferences.</a:t>
          </a:r>
        </a:p>
      </dsp:txBody>
      <dsp:txXfrm rot="10800000">
        <a:off x="0" y="1962"/>
        <a:ext cx="7886700" cy="172198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E9A1D-8FF5-4A78-8457-A14AA29AF9C8}">
      <dsp:nvSpPr>
        <dsp:cNvPr id="0" name=""/>
        <dsp:cNvSpPr/>
      </dsp:nvSpPr>
      <dsp:spPr>
        <a:xfrm>
          <a:off x="0" y="36436"/>
          <a:ext cx="7886700" cy="2094592"/>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Protecting patient privacy while considering public health concerns can lead to dilemmas.</a:t>
          </a:r>
        </a:p>
      </dsp:txBody>
      <dsp:txXfrm>
        <a:off x="102250" y="138686"/>
        <a:ext cx="7682200" cy="1890092"/>
      </dsp:txXfrm>
    </dsp:sp>
    <dsp:sp modelId="{E9020E2C-0983-426E-87BD-31DAE04F2901}">
      <dsp:nvSpPr>
        <dsp:cNvPr id="0" name=""/>
        <dsp:cNvSpPr/>
      </dsp:nvSpPr>
      <dsp:spPr>
        <a:xfrm>
          <a:off x="0" y="2220309"/>
          <a:ext cx="7886700" cy="2094592"/>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Example: A teenager seeks contraception without parental knowledge. Should the physician maintain confidentiality or disclose this to the parents?</a:t>
          </a:r>
        </a:p>
      </dsp:txBody>
      <dsp:txXfrm>
        <a:off x="102250" y="2322559"/>
        <a:ext cx="7682200" cy="18900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8BE00-1366-4457-85CD-CE0D366EB264}">
      <dsp:nvSpPr>
        <dsp:cNvPr id="0" name=""/>
        <dsp:cNvSpPr/>
      </dsp:nvSpPr>
      <dsp:spPr>
        <a:xfrm>
          <a:off x="0" y="707092"/>
          <a:ext cx="7886700" cy="13054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445EA6-5008-45D4-A75B-11AA98BDD5C2}">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F61DCC-36AB-4D9A-814D-0DD405FFEBBE}">
      <dsp:nvSpPr>
        <dsp:cNvPr id="0" name=""/>
        <dsp:cNvSpPr/>
      </dsp:nvSpPr>
      <dsp:spPr>
        <a:xfrm>
          <a:off x="1507738" y="707092"/>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90000"/>
            </a:lnSpc>
            <a:spcBef>
              <a:spcPct val="0"/>
            </a:spcBef>
            <a:spcAft>
              <a:spcPct val="35000"/>
            </a:spcAft>
            <a:buNone/>
          </a:pPr>
          <a:r>
            <a:rPr lang="en-US" sz="2500" kern="1200">
              <a:solidFill>
                <a:schemeClr val="tx1"/>
              </a:solidFill>
            </a:rPr>
            <a:t>Limited resources require ethical prioritization.</a:t>
          </a:r>
        </a:p>
      </dsp:txBody>
      <dsp:txXfrm>
        <a:off x="1507738" y="707092"/>
        <a:ext cx="6378961" cy="1305401"/>
      </dsp:txXfrm>
    </dsp:sp>
    <dsp:sp modelId="{BDFE7144-5370-4A9F-879F-687FCCE8A50E}">
      <dsp:nvSpPr>
        <dsp:cNvPr id="0" name=""/>
        <dsp:cNvSpPr/>
      </dsp:nvSpPr>
      <dsp:spPr>
        <a:xfrm>
          <a:off x="0" y="2338844"/>
          <a:ext cx="7886700" cy="13054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29357D-C6E8-4587-9383-BDAD76D0DD7B}">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DD9934-CE47-4359-BB90-49006F1CF258}">
      <dsp:nvSpPr>
        <dsp:cNvPr id="0" name=""/>
        <dsp:cNvSpPr/>
      </dsp:nvSpPr>
      <dsp:spPr>
        <a:xfrm>
          <a:off x="1507738" y="2338844"/>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90000"/>
            </a:lnSpc>
            <a:spcBef>
              <a:spcPct val="0"/>
            </a:spcBef>
            <a:spcAft>
              <a:spcPct val="35000"/>
            </a:spcAft>
            <a:buNone/>
          </a:pPr>
          <a:r>
            <a:rPr lang="en-US" sz="2500" kern="1200">
              <a:solidFill>
                <a:schemeClr val="tx1"/>
              </a:solidFill>
            </a:rPr>
            <a:t>Example: During a pandemic, vaccine distribution must follow a risk-based approach rather than personal requests or financial status.</a:t>
          </a:r>
        </a:p>
      </dsp:txBody>
      <dsp:txXfrm>
        <a:off x="1507738" y="2338844"/>
        <a:ext cx="6378961" cy="13054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00319-4616-4547-8306-2D4A38462A82}">
      <dsp:nvSpPr>
        <dsp:cNvPr id="0" name=""/>
        <dsp:cNvSpPr/>
      </dsp:nvSpPr>
      <dsp:spPr>
        <a:xfrm>
          <a:off x="0" y="0"/>
          <a:ext cx="4693920" cy="73152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Identify the Dilemma</a:t>
          </a:r>
          <a:endParaRPr lang="en-US" sz="2000" kern="1200" dirty="0">
            <a:solidFill>
              <a:schemeClr val="tx1"/>
            </a:solidFill>
          </a:endParaRPr>
        </a:p>
      </dsp:txBody>
      <dsp:txXfrm>
        <a:off x="21425" y="21425"/>
        <a:ext cx="3818966" cy="688670"/>
      </dsp:txXfrm>
    </dsp:sp>
    <dsp:sp modelId="{4812DF79-C2FA-44FF-B6B1-622F2B629034}">
      <dsp:nvSpPr>
        <dsp:cNvPr id="0" name=""/>
        <dsp:cNvSpPr/>
      </dsp:nvSpPr>
      <dsp:spPr>
        <a:xfrm>
          <a:off x="350520" y="833120"/>
          <a:ext cx="4693920" cy="731520"/>
        </a:xfrm>
        <a:prstGeom prst="roundRect">
          <a:avLst>
            <a:gd name="adj" fmla="val 10000"/>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Gather Relevant Data</a:t>
          </a:r>
        </a:p>
      </dsp:txBody>
      <dsp:txXfrm>
        <a:off x="371945" y="854545"/>
        <a:ext cx="3825062" cy="688669"/>
      </dsp:txXfrm>
    </dsp:sp>
    <dsp:sp modelId="{F4CC05E9-AAC6-4972-BCAE-738762029F96}">
      <dsp:nvSpPr>
        <dsp:cNvPr id="0" name=""/>
        <dsp:cNvSpPr/>
      </dsp:nvSpPr>
      <dsp:spPr>
        <a:xfrm>
          <a:off x="701039" y="1666240"/>
          <a:ext cx="4693920" cy="731520"/>
        </a:xfrm>
        <a:prstGeom prst="roundRect">
          <a:avLst>
            <a:gd name="adj" fmla="val 10000"/>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solidFill>
                <a:schemeClr val="tx1"/>
              </a:solidFill>
            </a:rPr>
            <a:t>Evaluate Options &amp; Consequences</a:t>
          </a:r>
          <a:endParaRPr lang="en-US" sz="2000" kern="1200" dirty="0">
            <a:solidFill>
              <a:schemeClr val="tx1"/>
            </a:solidFill>
          </a:endParaRPr>
        </a:p>
      </dsp:txBody>
      <dsp:txXfrm>
        <a:off x="722464" y="1687665"/>
        <a:ext cx="3825062" cy="688669"/>
      </dsp:txXfrm>
    </dsp:sp>
    <dsp:sp modelId="{7CDBE2E0-902E-4E20-A1ED-AC631208DDD8}">
      <dsp:nvSpPr>
        <dsp:cNvPr id="0" name=""/>
        <dsp:cNvSpPr/>
      </dsp:nvSpPr>
      <dsp:spPr>
        <a:xfrm>
          <a:off x="1051559" y="2499360"/>
          <a:ext cx="4693920" cy="731520"/>
        </a:xfrm>
        <a:prstGeom prst="roundRect">
          <a:avLst>
            <a:gd name="adj" fmla="val 10000"/>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Consult Ethical Guidelines &amp; Experts</a:t>
          </a:r>
        </a:p>
      </dsp:txBody>
      <dsp:txXfrm>
        <a:off x="1072984" y="2520785"/>
        <a:ext cx="3825062" cy="688669"/>
      </dsp:txXfrm>
    </dsp:sp>
    <dsp:sp modelId="{DD1886CE-F880-496B-A26D-A7A0D912EE18}">
      <dsp:nvSpPr>
        <dsp:cNvPr id="0" name=""/>
        <dsp:cNvSpPr/>
      </dsp:nvSpPr>
      <dsp:spPr>
        <a:xfrm>
          <a:off x="1402079" y="3332480"/>
          <a:ext cx="4693920" cy="731520"/>
        </a:xfrm>
        <a:prstGeom prst="roundRect">
          <a:avLst>
            <a:gd name="adj" fmla="val 1000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Communicate Transparently</a:t>
          </a:r>
        </a:p>
      </dsp:txBody>
      <dsp:txXfrm>
        <a:off x="1423504" y="3353905"/>
        <a:ext cx="3825062" cy="688669"/>
      </dsp:txXfrm>
    </dsp:sp>
    <dsp:sp modelId="{B908D4CC-316F-4E55-A81D-B2F5E96DECE3}">
      <dsp:nvSpPr>
        <dsp:cNvPr id="0" name=""/>
        <dsp:cNvSpPr/>
      </dsp:nvSpPr>
      <dsp:spPr>
        <a:xfrm>
          <a:off x="4218432" y="534416"/>
          <a:ext cx="475488" cy="475488"/>
        </a:xfrm>
        <a:prstGeom prst="downArrow">
          <a:avLst>
            <a:gd name="adj1" fmla="val 55000"/>
            <a:gd name="adj2" fmla="val 45000"/>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4325417" y="534416"/>
        <a:ext cx="261518" cy="357805"/>
      </dsp:txXfrm>
    </dsp:sp>
    <dsp:sp modelId="{F04872BA-B78C-4A29-A157-B6ED72307A62}">
      <dsp:nvSpPr>
        <dsp:cNvPr id="0" name=""/>
        <dsp:cNvSpPr/>
      </dsp:nvSpPr>
      <dsp:spPr>
        <a:xfrm>
          <a:off x="4568952" y="1367536"/>
          <a:ext cx="475488" cy="475488"/>
        </a:xfrm>
        <a:prstGeom prst="downArrow">
          <a:avLst>
            <a:gd name="adj1" fmla="val 55000"/>
            <a:gd name="adj2" fmla="val 45000"/>
          </a:avLst>
        </a:prstGeom>
        <a:solidFill>
          <a:schemeClr val="accent5">
            <a:tint val="40000"/>
            <a:alpha val="90000"/>
            <a:hueOff val="-3580161"/>
            <a:satOff val="16084"/>
            <a:lumOff val="1106"/>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4675937" y="1367536"/>
        <a:ext cx="261518" cy="357805"/>
      </dsp:txXfrm>
    </dsp:sp>
    <dsp:sp modelId="{3C7E13F6-658C-4E68-8F79-5CC72847FE75}">
      <dsp:nvSpPr>
        <dsp:cNvPr id="0" name=""/>
        <dsp:cNvSpPr/>
      </dsp:nvSpPr>
      <dsp:spPr>
        <a:xfrm>
          <a:off x="4919472" y="2188464"/>
          <a:ext cx="475488" cy="475488"/>
        </a:xfrm>
        <a:prstGeom prst="downArrow">
          <a:avLst>
            <a:gd name="adj1" fmla="val 55000"/>
            <a:gd name="adj2" fmla="val 45000"/>
          </a:avLst>
        </a:prstGeom>
        <a:solidFill>
          <a:schemeClr val="accent5">
            <a:tint val="40000"/>
            <a:alpha val="90000"/>
            <a:hueOff val="-7160321"/>
            <a:satOff val="32169"/>
            <a:lumOff val="2211"/>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5026457" y="2188464"/>
        <a:ext cx="261518" cy="357805"/>
      </dsp:txXfrm>
    </dsp:sp>
    <dsp:sp modelId="{4FB5C845-00D9-4538-B0CE-5D25EA54162D}">
      <dsp:nvSpPr>
        <dsp:cNvPr id="0" name=""/>
        <dsp:cNvSpPr/>
      </dsp:nvSpPr>
      <dsp:spPr>
        <a:xfrm>
          <a:off x="5269992" y="3029712"/>
          <a:ext cx="475488" cy="475488"/>
        </a:xfrm>
        <a:prstGeom prst="downArrow">
          <a:avLst>
            <a:gd name="adj1" fmla="val 55000"/>
            <a:gd name="adj2" fmla="val 45000"/>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solidFill>
              <a:schemeClr val="tx1"/>
            </a:solidFill>
          </a:endParaRPr>
        </a:p>
      </dsp:txBody>
      <dsp:txXfrm>
        <a:off x="5376977" y="3029712"/>
        <a:ext cx="261518" cy="35780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E70BD-7E41-4161-92B4-2DB03CA9FA43}">
      <dsp:nvSpPr>
        <dsp:cNvPr id="0" name=""/>
        <dsp:cNvSpPr/>
      </dsp:nvSpPr>
      <dsp:spPr>
        <a:xfrm>
          <a:off x="962" y="848041"/>
          <a:ext cx="3754654" cy="2252792"/>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solidFill>
                <a:schemeClr val="tx1"/>
              </a:solidFill>
            </a:rPr>
            <a:t>Understand the ethical conflict involved.</a:t>
          </a:r>
        </a:p>
      </dsp:txBody>
      <dsp:txXfrm>
        <a:off x="962" y="848041"/>
        <a:ext cx="3754654" cy="2252792"/>
      </dsp:txXfrm>
    </dsp:sp>
    <dsp:sp modelId="{859BC24A-B290-4A48-8F4B-41D1D1FE6FF6}">
      <dsp:nvSpPr>
        <dsp:cNvPr id="0" name=""/>
        <dsp:cNvSpPr/>
      </dsp:nvSpPr>
      <dsp:spPr>
        <a:xfrm>
          <a:off x="4131082" y="848041"/>
          <a:ext cx="3754654" cy="2252792"/>
        </a:xfrm>
        <a:prstGeom prst="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solidFill>
                <a:schemeClr val="tx1"/>
              </a:solidFill>
            </a:rPr>
            <a:t>Example: Should a physician disclose their HIV-positive status to patients?</a:t>
          </a:r>
        </a:p>
      </dsp:txBody>
      <dsp:txXfrm>
        <a:off x="4131082" y="848041"/>
        <a:ext cx="3754654" cy="225279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DCCA3-DB3A-441D-9C52-9D6EA34F353A}">
      <dsp:nvSpPr>
        <dsp:cNvPr id="0" name=""/>
        <dsp:cNvSpPr/>
      </dsp:nvSpPr>
      <dsp:spPr>
        <a:xfrm>
          <a:off x="0" y="11402"/>
          <a:ext cx="7886700" cy="191119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chemeClr val="tx1"/>
              </a:solidFill>
            </a:rPr>
            <a:t>Collect medical, legal, and patient-related information.</a:t>
          </a:r>
        </a:p>
      </dsp:txBody>
      <dsp:txXfrm>
        <a:off x="93297" y="104699"/>
        <a:ext cx="7700106" cy="1724601"/>
      </dsp:txXfrm>
    </dsp:sp>
    <dsp:sp modelId="{E37EAD97-4EA0-4B63-9AC3-95170471CAFD}">
      <dsp:nvSpPr>
        <dsp:cNvPr id="0" name=""/>
        <dsp:cNvSpPr/>
      </dsp:nvSpPr>
      <dsp:spPr>
        <a:xfrm>
          <a:off x="0" y="2026278"/>
          <a:ext cx="7886700" cy="1911195"/>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a:solidFill>
                <a:schemeClr val="tx1"/>
              </a:solidFill>
            </a:rPr>
            <a:t>Example: Review guidelines on healthcare workers with communicable diseases and their responsibilities.</a:t>
          </a:r>
        </a:p>
      </dsp:txBody>
      <dsp:txXfrm>
        <a:off x="93297" y="2119575"/>
        <a:ext cx="7700106" cy="17246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4375C4-CB48-437C-893A-2CF435D72A5E}">
      <dsp:nvSpPr>
        <dsp:cNvPr id="0" name=""/>
        <dsp:cNvSpPr/>
      </dsp:nvSpPr>
      <dsp:spPr>
        <a:xfrm>
          <a:off x="1009209" y="594937"/>
          <a:ext cx="1625062" cy="1625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34574D-837A-4015-8FB3-175C08618CB6}">
      <dsp:nvSpPr>
        <dsp:cNvPr id="0" name=""/>
        <dsp:cNvSpPr/>
      </dsp:nvSpPr>
      <dsp:spPr>
        <a:xfrm>
          <a:off x="16115" y="2633938"/>
          <a:ext cx="361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Assess potential benefits and risks.</a:t>
          </a:r>
        </a:p>
      </dsp:txBody>
      <dsp:txXfrm>
        <a:off x="16115" y="2633938"/>
        <a:ext cx="3611250" cy="720000"/>
      </dsp:txXfrm>
    </dsp:sp>
    <dsp:sp modelId="{8D992AEB-C93F-4700-8662-FEC2619A29AC}">
      <dsp:nvSpPr>
        <dsp:cNvPr id="0" name=""/>
        <dsp:cNvSpPr/>
      </dsp:nvSpPr>
      <dsp:spPr>
        <a:xfrm>
          <a:off x="5252428" y="594937"/>
          <a:ext cx="1625062" cy="1625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AA1C58-30C4-4E3C-BFBB-4026F756AC31}">
      <dsp:nvSpPr>
        <dsp:cNvPr id="0" name=""/>
        <dsp:cNvSpPr/>
      </dsp:nvSpPr>
      <dsp:spPr>
        <a:xfrm>
          <a:off x="4259334" y="2633938"/>
          <a:ext cx="361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solidFill>
                <a:schemeClr val="tx1"/>
              </a:solidFill>
            </a:rPr>
            <a:t>Example: Consider impact on patient trust, legal implications, and occupational risks.</a:t>
          </a:r>
        </a:p>
      </dsp:txBody>
      <dsp:txXfrm>
        <a:off x="4259334" y="2633938"/>
        <a:ext cx="3611250" cy="7200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CE2109-1047-468E-A0C8-F0BFF2F76896}">
      <dsp:nvSpPr>
        <dsp:cNvPr id="0" name=""/>
        <dsp:cNvSpPr/>
      </dsp:nvSpPr>
      <dsp:spPr>
        <a:xfrm>
          <a:off x="1009209" y="397783"/>
          <a:ext cx="1625062" cy="1625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4E35C6-82D2-4D35-987B-0F7835BB2850}">
      <dsp:nvSpPr>
        <dsp:cNvPr id="0" name=""/>
        <dsp:cNvSpPr/>
      </dsp:nvSpPr>
      <dsp:spPr>
        <a:xfrm>
          <a:off x="16115" y="2495877"/>
          <a:ext cx="3611250" cy="105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Seek advice from medical ethics boards, legal advisors, and institutional policies.</a:t>
          </a:r>
        </a:p>
      </dsp:txBody>
      <dsp:txXfrm>
        <a:off x="16115" y="2495877"/>
        <a:ext cx="3611250" cy="1055214"/>
      </dsp:txXfrm>
    </dsp:sp>
    <dsp:sp modelId="{77F69C41-76E1-49E0-9411-76310C20A6A6}">
      <dsp:nvSpPr>
        <dsp:cNvPr id="0" name=""/>
        <dsp:cNvSpPr/>
      </dsp:nvSpPr>
      <dsp:spPr>
        <a:xfrm>
          <a:off x="5252428" y="397783"/>
          <a:ext cx="1625062" cy="1625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673325-FA19-4DC9-A498-BF75F912D409}">
      <dsp:nvSpPr>
        <dsp:cNvPr id="0" name=""/>
        <dsp:cNvSpPr/>
      </dsp:nvSpPr>
      <dsp:spPr>
        <a:xfrm>
          <a:off x="4259334" y="2495877"/>
          <a:ext cx="3611250" cy="1055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Example: A hospital ethics committee weighs whether to override a patient’s refusal of critical care.</a:t>
          </a:r>
        </a:p>
      </dsp:txBody>
      <dsp:txXfrm>
        <a:off x="4259334" y="2495877"/>
        <a:ext cx="3611250" cy="105521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8F80A0-5FFA-42D4-A184-AFED72052E76}">
      <dsp:nvSpPr>
        <dsp:cNvPr id="0" name=""/>
        <dsp:cNvSpPr/>
      </dsp:nvSpPr>
      <dsp:spPr>
        <a:xfrm>
          <a:off x="1009209" y="396429"/>
          <a:ext cx="1625062" cy="1625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175D8D-8F4D-4A71-BC72-AC0ACE992BD6}">
      <dsp:nvSpPr>
        <dsp:cNvPr id="0" name=""/>
        <dsp:cNvSpPr/>
      </dsp:nvSpPr>
      <dsp:spPr>
        <a:xfrm>
          <a:off x="16115" y="2494946"/>
          <a:ext cx="3611250" cy="105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Engage patients and stakeholders with honesty and empathy.</a:t>
          </a:r>
        </a:p>
      </dsp:txBody>
      <dsp:txXfrm>
        <a:off x="16115" y="2494946"/>
        <a:ext cx="3611250" cy="1057500"/>
      </dsp:txXfrm>
    </dsp:sp>
    <dsp:sp modelId="{AE00BCB4-E2EE-4257-8B24-877B7B5A3C00}">
      <dsp:nvSpPr>
        <dsp:cNvPr id="0" name=""/>
        <dsp:cNvSpPr/>
      </dsp:nvSpPr>
      <dsp:spPr>
        <a:xfrm>
          <a:off x="5252428" y="396429"/>
          <a:ext cx="1625062" cy="1625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70048F-3AC1-498E-A748-DA0B4DF36DF8}">
      <dsp:nvSpPr>
        <dsp:cNvPr id="0" name=""/>
        <dsp:cNvSpPr/>
      </dsp:nvSpPr>
      <dsp:spPr>
        <a:xfrm>
          <a:off x="4259334" y="2494946"/>
          <a:ext cx="3611250" cy="105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Example: A physician explains financial constraints limiting treatment options to a patient facing high medical costs.</a:t>
          </a:r>
        </a:p>
      </dsp:txBody>
      <dsp:txXfrm>
        <a:off x="4259334" y="2494946"/>
        <a:ext cx="3611250" cy="10575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ECE08-6C89-48FD-AAA2-5664A0513D58}">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FE8151-7890-4DFB-904E-8D0BFBB380A1}">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349ECDB-2A4A-4CC2-BDAD-49FEBD74C814}">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Medical ethics guide clinical choices – Helps navigate uncertainty in diagnostics &amp; treatment.</a:t>
          </a:r>
        </a:p>
      </dsp:txBody>
      <dsp:txXfrm>
        <a:off x="1437631" y="531"/>
        <a:ext cx="6449068" cy="1244702"/>
      </dsp:txXfrm>
    </dsp:sp>
    <dsp:sp modelId="{F8741E67-FA4E-475B-BDD1-F80FF5AE0184}">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506AFE-A1F2-4B97-B803-46CFD767F4BD}">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693862-F3C4-4690-85E0-79DC27E03AFB}">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66800">
            <a:lnSpc>
              <a:spcPct val="90000"/>
            </a:lnSpc>
            <a:spcBef>
              <a:spcPct val="0"/>
            </a:spcBef>
            <a:spcAft>
              <a:spcPct val="35000"/>
            </a:spcAft>
            <a:buNone/>
          </a:pPr>
          <a:r>
            <a:rPr lang="en-US" sz="2400" kern="1200">
              <a:solidFill>
                <a:schemeClr val="tx1"/>
              </a:solidFill>
            </a:rPr>
            <a:t>Transparent communication fosters trust – Engaging patients with empathy strengthens ethical outcomes.</a:t>
          </a:r>
        </a:p>
      </dsp:txBody>
      <dsp:txXfrm>
        <a:off x="1437631" y="1556410"/>
        <a:ext cx="6449068" cy="1244702"/>
      </dsp:txXfrm>
    </dsp:sp>
    <dsp:sp modelId="{BE3B55AD-4B00-4201-8CDE-3BC1E23F7B2D}">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E30555-A842-442F-AD63-DA490702034A}">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41D14C-3BED-4906-B13A-0915EAE62C8A}">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66800">
            <a:lnSpc>
              <a:spcPct val="90000"/>
            </a:lnSpc>
            <a:spcBef>
              <a:spcPct val="0"/>
            </a:spcBef>
            <a:spcAft>
              <a:spcPct val="35000"/>
            </a:spcAft>
            <a:buNone/>
          </a:pPr>
          <a:r>
            <a:rPr lang="en-US" sz="2400" kern="1200">
              <a:solidFill>
                <a:schemeClr val="tx1"/>
              </a:solidFill>
            </a:rPr>
            <a:t>A structured approach ensures fair care – Using a systematic framework leads to responsible medical decisions.</a:t>
          </a:r>
        </a:p>
      </dsp:txBody>
      <dsp:txXfrm>
        <a:off x="1437631" y="3112289"/>
        <a:ext cx="6449068" cy="124470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Spoonful of capsules">
            <a:extLst>
              <a:ext uri="{FF2B5EF4-FFF2-40B4-BE49-F238E27FC236}">
                <a16:creationId xmlns:a16="http://schemas.microsoft.com/office/drawing/2014/main" id="{DA3E1C79-65D1-3227-1CE6-9D1919C49B2E}"/>
              </a:ext>
            </a:extLst>
          </p:cNvPr>
          <p:cNvPicPr>
            <a:picLocks noChangeAspect="1"/>
          </p:cNvPicPr>
          <p:nvPr/>
        </p:nvPicPr>
        <p:blipFill>
          <a:blip r:embed="rId2">
            <a:alphaModFix/>
          </a:blip>
          <a:srcRect l="8140" r="3193"/>
          <a:stretch/>
        </p:blipFill>
        <p:spPr>
          <a:xfrm>
            <a:off x="20" y="10"/>
            <a:ext cx="9143979" cy="6857990"/>
          </a:xfrm>
          <a:prstGeom prst="rect">
            <a:avLst/>
          </a:prstGeom>
        </p:spPr>
      </p:pic>
      <p:sp>
        <p:nvSpPr>
          <p:cNvPr id="11" name="Rectangle 10">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19465" y="-2819458"/>
            <a:ext cx="3512260" cy="9151192"/>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2E140BF-AFD8-4AE2-BC02-46C1344147CE}"/>
              </a:ext>
            </a:extLst>
          </p:cNvPr>
          <p:cNvSpPr>
            <a:spLocks noGrp="1"/>
          </p:cNvSpPr>
          <p:nvPr>
            <p:ph type="ctrTitle"/>
          </p:nvPr>
        </p:nvSpPr>
        <p:spPr>
          <a:xfrm>
            <a:off x="571500" y="1137434"/>
            <a:ext cx="5850495" cy="1520987"/>
          </a:xfrm>
        </p:spPr>
        <p:txBody>
          <a:bodyPr anchor="t">
            <a:normAutofit/>
          </a:bodyPr>
          <a:lstStyle/>
          <a:p>
            <a:pPr algn="l"/>
            <a:r>
              <a:rPr lang="en-US" sz="3500" dirty="0">
                <a:solidFill>
                  <a:srgbClr val="FFFFFF"/>
                </a:solidFill>
              </a:rPr>
              <a:t>Ethical Principles in Medicine</a:t>
            </a:r>
          </a:p>
        </p:txBody>
      </p:sp>
      <p:sp>
        <p:nvSpPr>
          <p:cNvPr id="13" name="Rectangle 12">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355769" y="1075816"/>
            <a:ext cx="2425271" cy="9151191"/>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4">
            <a:extLst>
              <a:ext uri="{FF2B5EF4-FFF2-40B4-BE49-F238E27FC236}">
                <a16:creationId xmlns:a16="http://schemas.microsoft.com/office/drawing/2014/main" id="{463E74E5-39EC-A0EA-E9BD-C83AF7147C9F}"/>
              </a:ext>
            </a:extLst>
          </p:cNvPr>
          <p:cNvSpPr>
            <a:spLocks noGrp="1"/>
          </p:cNvSpPr>
          <p:nvPr>
            <p:ph type="subTitle" idx="1"/>
          </p:nvPr>
        </p:nvSpPr>
        <p:spPr>
          <a:xfrm>
            <a:off x="628650" y="4293441"/>
            <a:ext cx="4721499" cy="1588514"/>
          </a:xfrm>
        </p:spPr>
        <p:txBody>
          <a:bodyPr anchor="b">
            <a:normAutofit/>
          </a:bodyPr>
          <a:lstStyle/>
          <a:p>
            <a:pPr algn="l"/>
            <a:endParaRPr lang="en-US" sz="1600">
              <a:solidFill>
                <a:srgbClr val="FFFFFF"/>
              </a:solidFill>
            </a:endParaRPr>
          </a:p>
        </p:txBody>
      </p:sp>
      <p:cxnSp>
        <p:nvCxnSpPr>
          <p:cNvPr id="15" name="Straight Connector 14">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370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lnSpc>
                <a:spcPct val="90000"/>
              </a:lnSpc>
            </a:pPr>
            <a:r>
              <a:rPr lang="en-US" sz="2700">
                <a:solidFill>
                  <a:srgbClr val="FFFFFF"/>
                </a:solidFill>
              </a:rPr>
              <a:t>Foundations of Ethical Decision-Making in Diagnosis &amp; Treatment</a:t>
            </a:r>
          </a:p>
        </p:txBody>
      </p:sp>
      <p:graphicFrame>
        <p:nvGraphicFramePr>
          <p:cNvPr id="25" name="Content Placeholder 2">
            <a:extLst>
              <a:ext uri="{FF2B5EF4-FFF2-40B4-BE49-F238E27FC236}">
                <a16:creationId xmlns:a16="http://schemas.microsoft.com/office/drawing/2014/main" id="{892B7E4B-5F42-2CD8-7621-02A63DFC89F3}"/>
              </a:ext>
            </a:extLst>
          </p:cNvPr>
          <p:cNvGraphicFramePr>
            <a:graphicFrameLocks noGrp="1"/>
          </p:cNvGraphicFramePr>
          <p:nvPr>
            <p:ph idx="1"/>
            <p:extLst>
              <p:ext uri="{D42A27DB-BD31-4B8C-83A1-F6EECF244321}">
                <p14:modId xmlns:p14="http://schemas.microsoft.com/office/powerpoint/2010/main" val="2979195213"/>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0AE45E-41F7-98EC-AE6E-C02D1A41AFF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09E2F7-AD71-71F8-DFF8-1B58052CA1BA}"/>
              </a:ext>
            </a:extLst>
          </p:cNvPr>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Autonomy</a:t>
            </a:r>
            <a:r>
              <a:rPr lang="en-US" sz="3500" kern="1200">
                <a:solidFill>
                  <a:srgbClr val="FFFFFF"/>
                </a:solidFill>
                <a:effectLst/>
                <a:latin typeface="Times New Roman" panose="02020603050405020304" pitchFamily="18" charset="0"/>
                <a:ea typeface="+mn-ea"/>
                <a:cs typeface="+mn-cs"/>
              </a:rPr>
              <a:t> </a:t>
            </a:r>
            <a:endParaRPr lang="en-US" sz="3500">
              <a:solidFill>
                <a:srgbClr val="FFFFFF"/>
              </a:solidFill>
            </a:endParaRPr>
          </a:p>
        </p:txBody>
      </p:sp>
      <p:graphicFrame>
        <p:nvGraphicFramePr>
          <p:cNvPr id="5" name="Content Placeholder 2">
            <a:extLst>
              <a:ext uri="{FF2B5EF4-FFF2-40B4-BE49-F238E27FC236}">
                <a16:creationId xmlns:a16="http://schemas.microsoft.com/office/drawing/2014/main" id="{E7BC1F86-1552-3F5F-690F-F15EDCD28854}"/>
              </a:ext>
            </a:extLst>
          </p:cNvPr>
          <p:cNvGraphicFramePr>
            <a:graphicFrameLocks noGrp="1"/>
          </p:cNvGraphicFramePr>
          <p:nvPr>
            <p:ph idx="1"/>
            <p:extLst>
              <p:ext uri="{D42A27DB-BD31-4B8C-83A1-F6EECF244321}">
                <p14:modId xmlns:p14="http://schemas.microsoft.com/office/powerpoint/2010/main" val="1374137822"/>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581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A5130C-FA8C-CA81-C76A-888C19C6F8EC}"/>
              </a:ext>
            </a:extLst>
          </p:cNvPr>
          <p:cNvSpPr>
            <a:spLocks noGrp="1"/>
          </p:cNvSpPr>
          <p:nvPr>
            <p:ph idx="1"/>
          </p:nvPr>
        </p:nvSpPr>
        <p:spPr/>
        <p:txBody>
          <a:bodyPr/>
          <a:lstStyle/>
          <a:p>
            <a:r>
              <a:rPr lang="en-US" dirty="0"/>
              <a:t>"I understand this is a difficult choice for you. My priority is to ensure you have all the necessary information to make the best decision for your comfort and well-being. While aggressive treatment is available, we can also explore pain management and palliative care options that align with your preferences."</a:t>
            </a:r>
          </a:p>
        </p:txBody>
      </p:sp>
    </p:spTree>
    <p:extLst>
      <p:ext uri="{BB962C8B-B14F-4D97-AF65-F5344CB8AC3E}">
        <p14:creationId xmlns:p14="http://schemas.microsoft.com/office/powerpoint/2010/main" val="3445765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78C230-69B2-AB37-4A5C-BE60342A1A2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814968-11DB-AB1C-7706-BFC760A69AE2}"/>
              </a:ext>
            </a:extLst>
          </p:cNvPr>
          <p:cNvSpPr>
            <a:spLocks noGrp="1"/>
          </p:cNvSpPr>
          <p:nvPr>
            <p:ph type="title"/>
          </p:nvPr>
        </p:nvSpPr>
        <p:spPr>
          <a:xfrm>
            <a:off x="3415299" y="548465"/>
            <a:ext cx="5098906" cy="837424"/>
          </a:xfrm>
        </p:spPr>
        <p:txBody>
          <a:bodyPr anchor="b">
            <a:normAutofit/>
          </a:bodyPr>
          <a:lstStyle/>
          <a:p>
            <a:r>
              <a:rPr lang="en-US" sz="3500" dirty="0"/>
              <a:t>Beneficence</a:t>
            </a:r>
          </a:p>
        </p:txBody>
      </p:sp>
      <p:pic>
        <p:nvPicPr>
          <p:cNvPr id="5" name="Picture 4" descr="Colorful pills stacked to make a bar graph">
            <a:extLst>
              <a:ext uri="{FF2B5EF4-FFF2-40B4-BE49-F238E27FC236}">
                <a16:creationId xmlns:a16="http://schemas.microsoft.com/office/drawing/2014/main" id="{F6E833F9-25BD-5D71-C5A6-C863F17D4AC5}"/>
              </a:ext>
            </a:extLst>
          </p:cNvPr>
          <p:cNvPicPr>
            <a:picLocks noChangeAspect="1"/>
          </p:cNvPicPr>
          <p:nvPr/>
        </p:nvPicPr>
        <p:blipFill>
          <a:blip r:embed="rId2"/>
          <a:srcRect l="43762" r="24686" b="-1"/>
          <a:stretch/>
        </p:blipFill>
        <p:spPr>
          <a:xfrm>
            <a:off x="20" y="10"/>
            <a:ext cx="3147352" cy="6857990"/>
          </a:xfrm>
          <a:prstGeom prst="rect">
            <a:avLst/>
          </a:prstGeom>
          <a:effectLst/>
        </p:spPr>
      </p:pic>
      <p:sp>
        <p:nvSpPr>
          <p:cNvPr id="3" name="Content Placeholder 2">
            <a:extLst>
              <a:ext uri="{FF2B5EF4-FFF2-40B4-BE49-F238E27FC236}">
                <a16:creationId xmlns:a16="http://schemas.microsoft.com/office/drawing/2014/main" id="{C1E104F7-1900-C7AF-5741-832C21B676B3}"/>
              </a:ext>
            </a:extLst>
          </p:cNvPr>
          <p:cNvSpPr>
            <a:spLocks noGrp="1"/>
          </p:cNvSpPr>
          <p:nvPr>
            <p:ph idx="1"/>
          </p:nvPr>
        </p:nvSpPr>
        <p:spPr>
          <a:xfrm>
            <a:off x="3415300" y="1585914"/>
            <a:ext cx="5098904" cy="4529134"/>
          </a:xfrm>
        </p:spPr>
        <p:txBody>
          <a:bodyPr>
            <a:normAutofit lnSpcReduction="10000"/>
          </a:bodyPr>
          <a:lstStyle/>
          <a:p>
            <a:r>
              <a:rPr lang="en-US" sz="2400" dirty="0"/>
              <a:t>Acting in the best interest of the patient.</a:t>
            </a:r>
          </a:p>
          <a:p>
            <a:r>
              <a:rPr lang="en-US" sz="2400" dirty="0"/>
              <a:t>Example: Prescribing a medication off-label that has strong evidence supporting its effectiveness, even if not officially approved for that condition.</a:t>
            </a:r>
          </a:p>
          <a:p>
            <a:r>
              <a:rPr lang="en-US" sz="2400" dirty="0"/>
              <a:t>A physician identifies early signs of hypertension in a patient who has no apparent symptoms. The patient feels fine and is hesitant about starting medication or making lifestyle changes.</a:t>
            </a:r>
          </a:p>
          <a:p>
            <a:endParaRPr lang="en-US" sz="2400" dirty="0"/>
          </a:p>
        </p:txBody>
      </p:sp>
    </p:spTree>
    <p:extLst>
      <p:ext uri="{BB962C8B-B14F-4D97-AF65-F5344CB8AC3E}">
        <p14:creationId xmlns:p14="http://schemas.microsoft.com/office/powerpoint/2010/main" val="345365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9AB02-DE9B-4863-0D9C-4D0CF7633C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F81125-ABCB-5DE9-5F0F-69E3BF4277B7}"/>
              </a:ext>
            </a:extLst>
          </p:cNvPr>
          <p:cNvSpPr>
            <a:spLocks noGrp="1"/>
          </p:cNvSpPr>
          <p:nvPr>
            <p:ph idx="1"/>
          </p:nvPr>
        </p:nvSpPr>
        <p:spPr/>
        <p:txBody>
          <a:bodyPr>
            <a:normAutofit fontScale="85000" lnSpcReduction="10000"/>
          </a:bodyPr>
          <a:lstStyle/>
          <a:p>
            <a:r>
              <a:rPr lang="en-US" dirty="0"/>
              <a:t>"While this medication is not officially approved for this condition, studies indicate significant benefits. I want to discuss all options with you, including this approach, to ensure the best possible outcome for your health.“</a:t>
            </a:r>
          </a:p>
          <a:p>
            <a:r>
              <a:rPr lang="en-US" dirty="0"/>
              <a:t>"While you may not feel symptoms now, early hypertension can silently impact your heart and blood vessels. Making small changes today—like adjusting diet and activity levels—can prevent serious health risks in the future. Let’s create a plan that works best for you and keeps your health on track."</a:t>
            </a:r>
          </a:p>
        </p:txBody>
      </p:sp>
    </p:spTree>
    <p:extLst>
      <p:ext uri="{BB962C8B-B14F-4D97-AF65-F5344CB8AC3E}">
        <p14:creationId xmlns:p14="http://schemas.microsoft.com/office/powerpoint/2010/main" val="1535174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142F4-F4D9-20AC-1FDF-72534A50D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5F787-CA25-D946-F0D6-B561BD42E3AB}"/>
              </a:ext>
            </a:extLst>
          </p:cNvPr>
          <p:cNvSpPr>
            <a:spLocks noGrp="1"/>
          </p:cNvSpPr>
          <p:nvPr>
            <p:ph type="title"/>
          </p:nvPr>
        </p:nvSpPr>
        <p:spPr/>
        <p:txBody>
          <a:bodyPr/>
          <a:lstStyle/>
          <a:p>
            <a:r>
              <a:rPr lang="en-US"/>
              <a:t>Non-maleficence</a:t>
            </a:r>
            <a:endParaRPr lang="en-US" dirty="0"/>
          </a:p>
        </p:txBody>
      </p:sp>
      <p:graphicFrame>
        <p:nvGraphicFramePr>
          <p:cNvPr id="5" name="Content Placeholder 2">
            <a:extLst>
              <a:ext uri="{FF2B5EF4-FFF2-40B4-BE49-F238E27FC236}">
                <a16:creationId xmlns:a16="http://schemas.microsoft.com/office/drawing/2014/main" id="{AE4B2FEE-3311-6348-F0B5-580A5048F0F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6939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A162-0CD6-8196-73EA-0CAC79B653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E7308F-1E43-B49F-B676-090B2AEC7AB2}"/>
              </a:ext>
            </a:extLst>
          </p:cNvPr>
          <p:cNvSpPr>
            <a:spLocks noGrp="1"/>
          </p:cNvSpPr>
          <p:nvPr>
            <p:ph idx="1"/>
          </p:nvPr>
        </p:nvSpPr>
        <p:spPr/>
        <p:txBody>
          <a:bodyPr/>
          <a:lstStyle/>
          <a:p>
            <a:r>
              <a:rPr lang="en-US" dirty="0"/>
              <a:t>"Instead of proceeding with multiple imaging tests, I’d recommend an alternative diagnostic approach that minimizes radiation exposure while still providing accurate results."</a:t>
            </a:r>
          </a:p>
        </p:txBody>
      </p:sp>
    </p:spTree>
    <p:extLst>
      <p:ext uri="{BB962C8B-B14F-4D97-AF65-F5344CB8AC3E}">
        <p14:creationId xmlns:p14="http://schemas.microsoft.com/office/powerpoint/2010/main" val="2320016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5BEB7D-2536-A001-1248-2B4547BE7C55}"/>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14CBF-004C-4A36-19F2-0BC55324DE3D}"/>
              </a:ext>
            </a:extLst>
          </p:cNvPr>
          <p:cNvSpPr>
            <a:spLocks noGrp="1"/>
          </p:cNvSpPr>
          <p:nvPr>
            <p:ph type="title"/>
          </p:nvPr>
        </p:nvSpPr>
        <p:spPr>
          <a:xfrm>
            <a:off x="628650" y="557188"/>
            <a:ext cx="7886700" cy="1133499"/>
          </a:xfrm>
        </p:spPr>
        <p:txBody>
          <a:bodyPr>
            <a:normAutofit/>
          </a:bodyPr>
          <a:lstStyle/>
          <a:p>
            <a:r>
              <a:rPr lang="en-US" sz="4500"/>
              <a:t>Justice</a:t>
            </a:r>
          </a:p>
        </p:txBody>
      </p:sp>
      <p:graphicFrame>
        <p:nvGraphicFramePr>
          <p:cNvPr id="5" name="Content Placeholder 2">
            <a:extLst>
              <a:ext uri="{FF2B5EF4-FFF2-40B4-BE49-F238E27FC236}">
                <a16:creationId xmlns:a16="http://schemas.microsoft.com/office/drawing/2014/main" id="{51B62B6E-6346-B70C-4309-9A945B0C73FB}"/>
              </a:ext>
            </a:extLst>
          </p:cNvPr>
          <p:cNvGraphicFramePr>
            <a:graphicFrameLocks noGrp="1"/>
          </p:cNvGraphicFramePr>
          <p:nvPr>
            <p:ph idx="1"/>
            <p:extLst>
              <p:ext uri="{D42A27DB-BD31-4B8C-83A1-F6EECF244321}">
                <p14:modId xmlns:p14="http://schemas.microsoft.com/office/powerpoint/2010/main" val="3641248446"/>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658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Common Ethical Dilemmas in Diagnostics &amp; Treatment</a:t>
            </a:r>
          </a:p>
        </p:txBody>
      </p:sp>
      <p:graphicFrame>
        <p:nvGraphicFramePr>
          <p:cNvPr id="4" name="Diagram 3">
            <a:extLst>
              <a:ext uri="{FF2B5EF4-FFF2-40B4-BE49-F238E27FC236}">
                <a16:creationId xmlns:a16="http://schemas.microsoft.com/office/drawing/2014/main" id="{24AA5E30-DDC3-1303-FFDA-C4E84D8F1485}"/>
              </a:ext>
            </a:extLst>
          </p:cNvPr>
          <p:cNvGraphicFramePr/>
          <p:nvPr>
            <p:extLst>
              <p:ext uri="{D42A27DB-BD31-4B8C-83A1-F6EECF244321}">
                <p14:modId xmlns:p14="http://schemas.microsoft.com/office/powerpoint/2010/main" val="190841946"/>
              </p:ext>
            </p:extLst>
          </p:nvPr>
        </p:nvGraphicFramePr>
        <p:xfrm>
          <a:off x="457200" y="1800412"/>
          <a:ext cx="7906871"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C04E74-683B-EB0E-A3C6-A02C4A53EDD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E767C0E-36DC-04CA-DD2F-58AD1EABB9A7}"/>
              </a:ext>
            </a:extLst>
          </p:cNvPr>
          <p:cNvSpPr>
            <a:spLocks noGrp="1"/>
          </p:cNvSpPr>
          <p:nvPr>
            <p:ph type="title"/>
          </p:nvPr>
        </p:nvSpPr>
        <p:spPr>
          <a:xfrm>
            <a:off x="628650" y="365125"/>
            <a:ext cx="7381677" cy="1325563"/>
          </a:xfrm>
        </p:spPr>
        <p:txBody>
          <a:bodyPr>
            <a:normAutofit/>
          </a:bodyPr>
          <a:lstStyle/>
          <a:p>
            <a:r>
              <a:rPr lang="en-US" sz="4900"/>
              <a:t>Uncertainty in Diagnosis</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17"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3"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5"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7"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5553C911-D9D0-6942-70B0-8DC91D229AF5}"/>
              </a:ext>
            </a:extLst>
          </p:cNvPr>
          <p:cNvGraphicFramePr>
            <a:graphicFrameLocks noGrp="1"/>
          </p:cNvGraphicFramePr>
          <p:nvPr>
            <p:ph idx="1"/>
            <p:extLst>
              <p:ext uri="{D42A27DB-BD31-4B8C-83A1-F6EECF244321}">
                <p14:modId xmlns:p14="http://schemas.microsoft.com/office/powerpoint/2010/main" val="300672413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3574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094B90-8F71-E946-0FBD-10839E8ABA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BE8D5FB-62AA-1B98-81BB-F2364631B13A}"/>
              </a:ext>
            </a:extLst>
          </p:cNvPr>
          <p:cNvPicPr>
            <a:picLocks noChangeAspect="1"/>
          </p:cNvPicPr>
          <p:nvPr/>
        </p:nvPicPr>
        <p:blipFill>
          <a:blip r:embed="rId2">
            <a:duotone>
              <a:schemeClr val="bg2">
                <a:shade val="45000"/>
                <a:satMod val="135000"/>
              </a:schemeClr>
              <a:prstClr val="white"/>
            </a:duotone>
          </a:blip>
          <a:srcRect r="10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289AB3-0511-C695-518F-360509CFA9BD}"/>
              </a:ext>
            </a:extLst>
          </p:cNvPr>
          <p:cNvSpPr>
            <a:spLocks noGrp="1"/>
          </p:cNvSpPr>
          <p:nvPr>
            <p:ph type="title"/>
          </p:nvPr>
        </p:nvSpPr>
        <p:spPr>
          <a:xfrm>
            <a:off x="628650" y="365125"/>
            <a:ext cx="7886700" cy="1325563"/>
          </a:xfrm>
        </p:spPr>
        <p:txBody>
          <a:bodyPr>
            <a:normAutofit/>
          </a:bodyPr>
          <a:lstStyle/>
          <a:p>
            <a:r>
              <a:rPr lang="en-US" dirty="0"/>
              <a:t>Treatment Decisions</a:t>
            </a:r>
          </a:p>
        </p:txBody>
      </p:sp>
      <p:graphicFrame>
        <p:nvGraphicFramePr>
          <p:cNvPr id="5" name="Content Placeholder 2">
            <a:extLst>
              <a:ext uri="{FF2B5EF4-FFF2-40B4-BE49-F238E27FC236}">
                <a16:creationId xmlns:a16="http://schemas.microsoft.com/office/drawing/2014/main" id="{D87E34D3-BBDD-0F10-49AF-1CA2AC575152}"/>
              </a:ext>
            </a:extLst>
          </p:cNvPr>
          <p:cNvGraphicFramePr>
            <a:graphicFrameLocks noGrp="1"/>
          </p:cNvGraphicFramePr>
          <p:nvPr>
            <p:ph idx="1"/>
            <p:extLst>
              <p:ext uri="{D42A27DB-BD31-4B8C-83A1-F6EECF244321}">
                <p14:modId xmlns:p14="http://schemas.microsoft.com/office/powerpoint/2010/main" val="15196338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7013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E71399-DC67-CBDC-3772-F47CE68772B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717DDC9-93A0-9195-1452-3F4133A59E57}"/>
              </a:ext>
            </a:extLst>
          </p:cNvPr>
          <p:cNvPicPr>
            <a:picLocks noChangeAspect="1"/>
          </p:cNvPicPr>
          <p:nvPr/>
        </p:nvPicPr>
        <p:blipFill>
          <a:blip r:embed="rId2"/>
          <a:srcRect r="1399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7601"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3153E0-0620-493A-FCBB-4D5FC5CA05BD}"/>
              </a:ext>
            </a:extLst>
          </p:cNvPr>
          <p:cNvSpPr>
            <a:spLocks noGrp="1"/>
          </p:cNvSpPr>
          <p:nvPr>
            <p:ph type="title"/>
          </p:nvPr>
        </p:nvSpPr>
        <p:spPr>
          <a:xfrm>
            <a:off x="628650" y="365125"/>
            <a:ext cx="7886700" cy="1325563"/>
          </a:xfrm>
        </p:spPr>
        <p:txBody>
          <a:bodyPr>
            <a:normAutofit/>
          </a:bodyPr>
          <a:lstStyle/>
          <a:p>
            <a:r>
              <a:rPr lang="en-US" dirty="0"/>
              <a:t>Confidentiality Issues</a:t>
            </a:r>
          </a:p>
        </p:txBody>
      </p:sp>
      <p:graphicFrame>
        <p:nvGraphicFramePr>
          <p:cNvPr id="5" name="Content Placeholder 2">
            <a:extLst>
              <a:ext uri="{FF2B5EF4-FFF2-40B4-BE49-F238E27FC236}">
                <a16:creationId xmlns:a16="http://schemas.microsoft.com/office/drawing/2014/main" id="{8290D0FA-7DEE-9699-B76C-6B90FD67385B}"/>
              </a:ext>
            </a:extLst>
          </p:cNvPr>
          <p:cNvGraphicFramePr>
            <a:graphicFrameLocks noGrp="1"/>
          </p:cNvGraphicFramePr>
          <p:nvPr>
            <p:ph idx="1"/>
            <p:extLst>
              <p:ext uri="{D42A27DB-BD31-4B8C-83A1-F6EECF244321}">
                <p14:modId xmlns:p14="http://schemas.microsoft.com/office/powerpoint/2010/main" val="338163832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875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658D0D-63D9-27DC-6FC3-C0BFC7A8F80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EA026FB-DE7C-337F-54F1-9129C4496405}"/>
              </a:ext>
            </a:extLst>
          </p:cNvPr>
          <p:cNvSpPr>
            <a:spLocks noGrp="1"/>
          </p:cNvSpPr>
          <p:nvPr>
            <p:ph type="title"/>
          </p:nvPr>
        </p:nvSpPr>
        <p:spPr>
          <a:xfrm>
            <a:off x="628650" y="365125"/>
            <a:ext cx="7381677" cy="1325563"/>
          </a:xfrm>
        </p:spPr>
        <p:txBody>
          <a:bodyPr>
            <a:normAutofit/>
          </a:bodyPr>
          <a:lstStyle/>
          <a:p>
            <a:r>
              <a:rPr lang="en-US" sz="4900"/>
              <a:t>Resource Allocation</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17"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3"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5"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7"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E6CC8429-44FD-B824-B5DB-FBA56AD4C76E}"/>
              </a:ext>
            </a:extLst>
          </p:cNvPr>
          <p:cNvGraphicFramePr>
            <a:graphicFrameLocks noGrp="1"/>
          </p:cNvGraphicFramePr>
          <p:nvPr>
            <p:ph idx="1"/>
            <p:extLst>
              <p:ext uri="{D42A27DB-BD31-4B8C-83A1-F6EECF244321}">
                <p14:modId xmlns:p14="http://schemas.microsoft.com/office/powerpoint/2010/main" val="215004179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4761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Framework for Ethical Decision-Making</a:t>
            </a:r>
          </a:p>
        </p:txBody>
      </p:sp>
      <p:sp>
        <p:nvSpPr>
          <p:cNvPr id="3" name="Content Placeholder 2"/>
          <p:cNvSpPr>
            <a:spLocks noGrp="1"/>
          </p:cNvSpPr>
          <p:nvPr>
            <p:ph idx="1"/>
          </p:nvPr>
        </p:nvSpPr>
        <p:spPr/>
        <p:txBody>
          <a:bodyPr>
            <a:normAutofit/>
          </a:bodyPr>
          <a:lstStyle/>
          <a:p>
            <a:r>
              <a:rPr dirty="0"/>
              <a:t>Structured Approach to Ethical Dilemmas:</a:t>
            </a:r>
          </a:p>
          <a:p>
            <a:pPr marL="0" indent="0">
              <a:buNone/>
            </a:pPr>
            <a:endParaRPr lang="en-US" dirty="0"/>
          </a:p>
        </p:txBody>
      </p:sp>
      <p:graphicFrame>
        <p:nvGraphicFramePr>
          <p:cNvPr id="4" name="Diagram 3">
            <a:extLst>
              <a:ext uri="{FF2B5EF4-FFF2-40B4-BE49-F238E27FC236}">
                <a16:creationId xmlns:a16="http://schemas.microsoft.com/office/drawing/2014/main" id="{3A6FC070-0235-4706-9D1D-34BA02798C54}"/>
              </a:ext>
            </a:extLst>
          </p:cNvPr>
          <p:cNvGraphicFramePr/>
          <p:nvPr>
            <p:extLst>
              <p:ext uri="{D42A27DB-BD31-4B8C-83A1-F6EECF244321}">
                <p14:modId xmlns:p14="http://schemas.microsoft.com/office/powerpoint/2010/main" val="1952138596"/>
              </p:ext>
            </p:extLst>
          </p:nvPr>
        </p:nvGraphicFramePr>
        <p:xfrm>
          <a:off x="1524000" y="2347259"/>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D55118-FA92-1C5A-609A-9C6AEB90E4C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DA575B-3B9F-8E93-81C6-093E4AFF0B7C}"/>
              </a:ext>
            </a:extLst>
          </p:cNvPr>
          <p:cNvSpPr>
            <a:spLocks noGrp="1"/>
          </p:cNvSpPr>
          <p:nvPr>
            <p:ph type="title"/>
          </p:nvPr>
        </p:nvSpPr>
        <p:spPr>
          <a:xfrm>
            <a:off x="628650" y="365125"/>
            <a:ext cx="7886700" cy="1325563"/>
          </a:xfrm>
        </p:spPr>
        <p:txBody>
          <a:bodyPr>
            <a:normAutofit/>
          </a:bodyPr>
          <a:lstStyle/>
          <a:p>
            <a:r>
              <a:rPr lang="en-US" sz="4700"/>
              <a:t>Identify the Dilemma</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C63F1B7-0C34-01A8-E1D3-F62D4D8F2757}"/>
              </a:ext>
            </a:extLst>
          </p:cNvPr>
          <p:cNvGraphicFramePr>
            <a:graphicFrameLocks noGrp="1"/>
          </p:cNvGraphicFramePr>
          <p:nvPr>
            <p:ph idx="1"/>
            <p:extLst>
              <p:ext uri="{D42A27DB-BD31-4B8C-83A1-F6EECF244321}">
                <p14:modId xmlns:p14="http://schemas.microsoft.com/office/powerpoint/2010/main" val="2748502002"/>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6196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057DB2-AB12-9967-A6CE-20FF2B4D0B6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7285FB-DDB8-30F6-E98F-6D8EBA4711E9}"/>
              </a:ext>
            </a:extLst>
          </p:cNvPr>
          <p:cNvSpPr>
            <a:spLocks noGrp="1"/>
          </p:cNvSpPr>
          <p:nvPr>
            <p:ph type="title"/>
          </p:nvPr>
        </p:nvSpPr>
        <p:spPr>
          <a:xfrm>
            <a:off x="628650" y="365125"/>
            <a:ext cx="7886700" cy="1325563"/>
          </a:xfrm>
        </p:spPr>
        <p:txBody>
          <a:bodyPr>
            <a:normAutofit/>
          </a:bodyPr>
          <a:lstStyle/>
          <a:p>
            <a:r>
              <a:rPr lang="en-US" sz="4700"/>
              <a:t>Gather Relevant Data</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3FDCDCB-68CC-F072-12F2-06E13BE06BAB}"/>
              </a:ext>
            </a:extLst>
          </p:cNvPr>
          <p:cNvGraphicFramePr>
            <a:graphicFrameLocks noGrp="1"/>
          </p:cNvGraphicFramePr>
          <p:nvPr>
            <p:ph idx="1"/>
            <p:extLst>
              <p:ext uri="{D42A27DB-BD31-4B8C-83A1-F6EECF244321}">
                <p14:modId xmlns:p14="http://schemas.microsoft.com/office/powerpoint/2010/main" val="967535713"/>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7989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DC2394-0767-8938-B212-E7A52E074B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A0291-E721-0A91-5B94-C739F833EE30}"/>
              </a:ext>
            </a:extLst>
          </p:cNvPr>
          <p:cNvSpPr>
            <a:spLocks noGrp="1"/>
          </p:cNvSpPr>
          <p:nvPr>
            <p:ph type="title"/>
          </p:nvPr>
        </p:nvSpPr>
        <p:spPr>
          <a:xfrm>
            <a:off x="628650" y="365125"/>
            <a:ext cx="7886700" cy="1325563"/>
          </a:xfrm>
        </p:spPr>
        <p:txBody>
          <a:bodyPr>
            <a:normAutofit/>
          </a:bodyPr>
          <a:lstStyle/>
          <a:p>
            <a:r>
              <a:rPr lang="en-US" sz="4300"/>
              <a:t>Evaluate Options &amp; Consequences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61E7F90-3630-372C-F000-9DB6F28D3E16}"/>
              </a:ext>
            </a:extLst>
          </p:cNvPr>
          <p:cNvGraphicFramePr>
            <a:graphicFrameLocks noGrp="1"/>
          </p:cNvGraphicFramePr>
          <p:nvPr>
            <p:ph idx="1"/>
            <p:extLst>
              <p:ext uri="{D42A27DB-BD31-4B8C-83A1-F6EECF244321}">
                <p14:modId xmlns:p14="http://schemas.microsoft.com/office/powerpoint/2010/main" val="1554989664"/>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4377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DB1004-2588-FEEC-FCE8-748AEF5E464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23CB0-72A5-61C4-AF33-F4F411E2C3A6}"/>
              </a:ext>
            </a:extLst>
          </p:cNvPr>
          <p:cNvSpPr>
            <a:spLocks noGrp="1"/>
          </p:cNvSpPr>
          <p:nvPr>
            <p:ph type="title"/>
          </p:nvPr>
        </p:nvSpPr>
        <p:spPr>
          <a:xfrm>
            <a:off x="628650" y="365125"/>
            <a:ext cx="7886700" cy="1325563"/>
          </a:xfrm>
        </p:spPr>
        <p:txBody>
          <a:bodyPr>
            <a:normAutofit/>
          </a:bodyPr>
          <a:lstStyle/>
          <a:p>
            <a:pPr>
              <a:lnSpc>
                <a:spcPct val="90000"/>
              </a:lnSpc>
            </a:pPr>
            <a:r>
              <a:rPr lang="en-US" sz="4300"/>
              <a:t>Consult Ethical Guidelines &amp; Experts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3D19C0C-1152-999A-DE30-206C6275AF66}"/>
              </a:ext>
            </a:extLst>
          </p:cNvPr>
          <p:cNvGraphicFramePr>
            <a:graphicFrameLocks noGrp="1"/>
          </p:cNvGraphicFramePr>
          <p:nvPr>
            <p:ph idx="1"/>
            <p:extLst>
              <p:ext uri="{D42A27DB-BD31-4B8C-83A1-F6EECF244321}">
                <p14:modId xmlns:p14="http://schemas.microsoft.com/office/powerpoint/2010/main" val="1630954304"/>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0318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643267-7B60-BCE9-739A-C43B8F6721F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6A88AB-D8E4-F253-A77D-58459C9E8BBF}"/>
              </a:ext>
            </a:extLst>
          </p:cNvPr>
          <p:cNvSpPr>
            <a:spLocks noGrp="1"/>
          </p:cNvSpPr>
          <p:nvPr>
            <p:ph type="title"/>
          </p:nvPr>
        </p:nvSpPr>
        <p:spPr>
          <a:xfrm>
            <a:off x="628650" y="365125"/>
            <a:ext cx="7886700" cy="1325563"/>
          </a:xfrm>
        </p:spPr>
        <p:txBody>
          <a:bodyPr>
            <a:normAutofit/>
          </a:bodyPr>
          <a:lstStyle/>
          <a:p>
            <a:r>
              <a:rPr lang="en-US" sz="4700"/>
              <a:t>Communicate Transparently</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79209F6-CF44-0148-6186-C0C20735ECBE}"/>
              </a:ext>
            </a:extLst>
          </p:cNvPr>
          <p:cNvGraphicFramePr>
            <a:graphicFrameLocks noGrp="1"/>
          </p:cNvGraphicFramePr>
          <p:nvPr>
            <p:ph idx="1"/>
            <p:extLst>
              <p:ext uri="{D42A27DB-BD31-4B8C-83A1-F6EECF244321}">
                <p14:modId xmlns:p14="http://schemas.microsoft.com/office/powerpoint/2010/main" val="949575133"/>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0797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Diagnostic Uncertainty</a:t>
            </a:r>
          </a:p>
        </p:txBody>
      </p:sp>
      <p:sp>
        <p:nvSpPr>
          <p:cNvPr id="3" name="Content Placeholder 2"/>
          <p:cNvSpPr>
            <a:spLocks noGrp="1"/>
          </p:cNvSpPr>
          <p:nvPr>
            <p:ph idx="1"/>
          </p:nvPr>
        </p:nvSpPr>
        <p:spPr/>
        <p:txBody>
          <a:bodyPr>
            <a:normAutofit/>
          </a:bodyPr>
          <a:lstStyle/>
          <a:p>
            <a:r>
              <a:rPr dirty="0"/>
              <a:t>Scenario:</a:t>
            </a:r>
          </a:p>
          <a:p>
            <a:r>
              <a:rPr dirty="0"/>
              <a:t>A patient presents with vague symptoms and receives an inconclusive early cancer screening result.</a:t>
            </a:r>
          </a:p>
          <a:p>
            <a:r>
              <a:rPr dirty="0"/>
              <a:t>Ethical challenge: Should the physician recommend surgery immediately or opt for further monitoring despite the patient’s anxiety?</a:t>
            </a:r>
          </a:p>
          <a:p>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8D4B01-2EB7-8351-62CC-D8A96A0E193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666CCB-4993-784E-2847-5F42181040E0}"/>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Diagnostic Uncertainty</a:t>
            </a:r>
          </a:p>
        </p:txBody>
      </p:sp>
      <p:sp>
        <p:nvSpPr>
          <p:cNvPr id="3" name="Content Placeholder 2">
            <a:extLst>
              <a:ext uri="{FF2B5EF4-FFF2-40B4-BE49-F238E27FC236}">
                <a16:creationId xmlns:a16="http://schemas.microsoft.com/office/drawing/2014/main" id="{8C3BAC7E-4BDC-637D-3C29-7FA3642EC0E5}"/>
              </a:ext>
            </a:extLst>
          </p:cNvPr>
          <p:cNvSpPr>
            <a:spLocks noGrp="1"/>
          </p:cNvSpPr>
          <p:nvPr>
            <p:ph idx="1"/>
          </p:nvPr>
        </p:nvSpPr>
        <p:spPr>
          <a:xfrm>
            <a:off x="1028699" y="2318197"/>
            <a:ext cx="7293023" cy="3683358"/>
          </a:xfrm>
        </p:spPr>
        <p:txBody>
          <a:bodyPr anchor="ctr">
            <a:normAutofit/>
          </a:bodyPr>
          <a:lstStyle/>
          <a:p>
            <a:r>
              <a:rPr lang="en-US" sz="2400" dirty="0"/>
              <a:t>Decision Process:</a:t>
            </a:r>
          </a:p>
          <a:p>
            <a:pPr lvl="1"/>
            <a:r>
              <a:rPr lang="en-US" sz="2400" dirty="0"/>
              <a:t>Evaluate Medical Evidence – If waiting reduces harm, further testing is justified.</a:t>
            </a:r>
          </a:p>
          <a:p>
            <a:pPr lvl="1"/>
            <a:r>
              <a:rPr lang="en-US" sz="2400" dirty="0"/>
              <a:t>Consider Patient Concerns – Address fears while explaining risks of premature intervention.</a:t>
            </a:r>
          </a:p>
          <a:p>
            <a:pPr lvl="1"/>
            <a:r>
              <a:rPr lang="en-US" sz="2400" dirty="0"/>
              <a:t>Use Ethical Principles – Apply beneficence (patient well-being), non-maleficence (avoiding harm), and autonomy (patient decision-making).</a:t>
            </a:r>
          </a:p>
        </p:txBody>
      </p:sp>
    </p:spTree>
    <p:extLst>
      <p:ext uri="{BB962C8B-B14F-4D97-AF65-F5344CB8AC3E}">
        <p14:creationId xmlns:p14="http://schemas.microsoft.com/office/powerpoint/2010/main" val="1833847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t>Key Takeaways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AC3F533-63E5-0387-52EA-6636E8DDA99F}"/>
              </a:ext>
            </a:extLst>
          </p:cNvPr>
          <p:cNvGraphicFramePr>
            <a:graphicFrameLocks noGrp="1"/>
          </p:cNvGraphicFramePr>
          <p:nvPr>
            <p:ph idx="1"/>
            <p:extLst>
              <p:ext uri="{D42A27DB-BD31-4B8C-83A1-F6EECF244321}">
                <p14:modId xmlns:p14="http://schemas.microsoft.com/office/powerpoint/2010/main" val="1098850600"/>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D3DB57-5344-3A57-6506-ED79B0E25B4D}"/>
              </a:ext>
            </a:extLst>
          </p:cNvPr>
          <p:cNvSpPr>
            <a:spLocks noGrp="1"/>
          </p:cNvSpPr>
          <p:nvPr>
            <p:ph type="title"/>
          </p:nvPr>
        </p:nvSpPr>
        <p:spPr>
          <a:xfrm>
            <a:off x="4942996" y="4267832"/>
            <a:ext cx="3604497" cy="1297115"/>
          </a:xfrm>
        </p:spPr>
        <p:txBody>
          <a:bodyPr vert="horz" lIns="91440" tIns="45720" rIns="91440" bIns="45720" rtlCol="0" anchor="t">
            <a:normAutofit/>
          </a:bodyPr>
          <a:lstStyle/>
          <a:p>
            <a:pPr algn="l" defTabSz="914400">
              <a:lnSpc>
                <a:spcPct val="90000"/>
              </a:lnSpc>
            </a:pPr>
            <a:r>
              <a:rPr lang="en-US" sz="3500" kern="1200" dirty="0">
                <a:solidFill>
                  <a:schemeClr val="tx2"/>
                </a:solidFill>
                <a:latin typeface="+mj-lt"/>
                <a:ea typeface="+mj-ea"/>
                <a:cs typeface="+mj-cs"/>
              </a:rPr>
              <a:t>Thank you</a:t>
            </a:r>
          </a:p>
        </p:txBody>
      </p:sp>
      <p:pic>
        <p:nvPicPr>
          <p:cNvPr id="7" name="Graphic 6" descr="Smiling Face with No Fill">
            <a:extLst>
              <a:ext uri="{FF2B5EF4-FFF2-40B4-BE49-F238E27FC236}">
                <a16:creationId xmlns:a16="http://schemas.microsoft.com/office/drawing/2014/main" id="{C2326484-E5D1-BA38-5DE5-78EC3F1C25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84557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347</TotalTime>
  <Words>837</Words>
  <Application>Microsoft Office PowerPoint</Application>
  <PresentationFormat>On-screen Show (4:3)</PresentationFormat>
  <Paragraphs>77</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Ethical Principles in Medicine</vt:lpstr>
      <vt:lpstr>Foundations of Ethical Decision-Making in Diagnosis &amp; Treatment</vt:lpstr>
      <vt:lpstr>Autonomy </vt:lpstr>
      <vt:lpstr>PowerPoint Presentation</vt:lpstr>
      <vt:lpstr>Beneficence</vt:lpstr>
      <vt:lpstr>PowerPoint Presentation</vt:lpstr>
      <vt:lpstr>Non-maleficence</vt:lpstr>
      <vt:lpstr>PowerPoint Presentation</vt:lpstr>
      <vt:lpstr>Justice</vt:lpstr>
      <vt:lpstr>Common Ethical Dilemmas in Diagnostics &amp; Treatment</vt:lpstr>
      <vt:lpstr>Uncertainty in Diagnosis</vt:lpstr>
      <vt:lpstr>Treatment Decisions</vt:lpstr>
      <vt:lpstr>Confidentiality Issues</vt:lpstr>
      <vt:lpstr>Resource Allocation</vt:lpstr>
      <vt:lpstr>Framework for Ethical Decision-Making</vt:lpstr>
      <vt:lpstr>Identify the Dilemma</vt:lpstr>
      <vt:lpstr>Gather Relevant Data</vt:lpstr>
      <vt:lpstr>Evaluate Options &amp; Consequences</vt:lpstr>
      <vt:lpstr>Consult Ethical Guidelines &amp; Experts</vt:lpstr>
      <vt:lpstr>Communicate Transparently</vt:lpstr>
      <vt:lpstr>Diagnostic Uncertainty</vt:lpstr>
      <vt:lpstr>Diagnostic Uncertainty</vt:lpstr>
      <vt:lpstr>Key Takeaways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mukul maheshwari</cp:lastModifiedBy>
  <cp:revision>3</cp:revision>
  <dcterms:created xsi:type="dcterms:W3CDTF">2013-01-27T09:14:16Z</dcterms:created>
  <dcterms:modified xsi:type="dcterms:W3CDTF">2025-05-02T19:19:43Z</dcterms:modified>
  <cp:category/>
</cp:coreProperties>
</file>