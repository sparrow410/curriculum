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96" r:id="rId7"/>
    <p:sldId id="300" r:id="rId8"/>
    <p:sldId id="301" r:id="rId9"/>
    <p:sldId id="302" r:id="rId10"/>
    <p:sldId id="303" r:id="rId11"/>
    <p:sldId id="304" r:id="rId12"/>
    <p:sldId id="261" r:id="rId13"/>
    <p:sldId id="269" r:id="rId14"/>
    <p:sldId id="297" r:id="rId15"/>
    <p:sldId id="262" r:id="rId16"/>
    <p:sldId id="263" r:id="rId17"/>
    <p:sldId id="264" r:id="rId18"/>
    <p:sldId id="265" r:id="rId19"/>
    <p:sldId id="266" r:id="rId20"/>
    <p:sldId id="267" r:id="rId21"/>
    <p:sldId id="298" r:id="rId22"/>
    <p:sldId id="270" r:id="rId23"/>
    <p:sldId id="268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99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1B1B83-A47B-4F45-BA03-DC5899C1CECB}" v="131" dt="2025-07-02T17:32:39.592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96" y="3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maheshwari" userId="12cb43e2ca5f0d2c" providerId="LiveId" clId="{2F1B1B83-A47B-4F45-BA03-DC5899C1CECB}"/>
    <pc:docChg chg="undo custSel addSld delSld modSld sldOrd">
      <pc:chgData name="mukul maheshwari" userId="12cb43e2ca5f0d2c" providerId="LiveId" clId="{2F1B1B83-A47B-4F45-BA03-DC5899C1CECB}" dt="2025-07-02T17:33:01.873" v="774" actId="26606"/>
      <pc:docMkLst>
        <pc:docMk/>
      </pc:docMkLst>
      <pc:sldChg chg="addSp delSp modSp mod setBg addAnim delAnim delDesignElem chgLayout">
        <pc:chgData name="mukul maheshwari" userId="12cb43e2ca5f0d2c" providerId="LiveId" clId="{2F1B1B83-A47B-4F45-BA03-DC5899C1CECB}" dt="2025-07-02T17:30:18.562" v="734"/>
        <pc:sldMkLst>
          <pc:docMk/>
          <pc:sldMk cId="2668200697" sldId="256"/>
        </pc:sldMkLst>
        <pc:spChg chg="mod ord">
          <ac:chgData name="mukul maheshwari" userId="12cb43e2ca5f0d2c" providerId="LiveId" clId="{2F1B1B83-A47B-4F45-BA03-DC5899C1CECB}" dt="2025-07-02T15:42:13.920" v="45" actId="26606"/>
          <ac:spMkLst>
            <pc:docMk/>
            <pc:sldMk cId="2668200697" sldId="256"/>
            <ac:spMk id="2" creationId="{E19D3B06-2168-9E5D-A020-88D89F48FD86}"/>
          </ac:spMkLst>
        </pc:spChg>
        <pc:spChg chg="del">
          <ac:chgData name="mukul maheshwari" userId="12cb43e2ca5f0d2c" providerId="LiveId" clId="{2F1B1B83-A47B-4F45-BA03-DC5899C1CECB}" dt="2025-07-02T15:23:41.315" v="0" actId="700"/>
          <ac:spMkLst>
            <pc:docMk/>
            <pc:sldMk cId="2668200697" sldId="256"/>
            <ac:spMk id="3" creationId="{8BD00BA7-3698-DE3A-0FC6-AB4DC70878E8}"/>
          </ac:spMkLst>
        </pc:spChg>
        <pc:spChg chg="add mod ord">
          <ac:chgData name="mukul maheshwari" userId="12cb43e2ca5f0d2c" providerId="LiveId" clId="{2F1B1B83-A47B-4F45-BA03-DC5899C1CECB}" dt="2025-07-02T15:42:13.920" v="45" actId="26606"/>
          <ac:spMkLst>
            <pc:docMk/>
            <pc:sldMk cId="2668200697" sldId="256"/>
            <ac:spMk id="4" creationId="{F5BF1C53-1FA9-77A0-261E-93646EBF01F4}"/>
          </ac:spMkLst>
        </pc:spChg>
        <pc:spChg chg="add del">
          <ac:chgData name="mukul maheshwari" userId="12cb43e2ca5f0d2c" providerId="LiveId" clId="{2F1B1B83-A47B-4F45-BA03-DC5899C1CECB}" dt="2025-07-02T15:42:10.844" v="42" actId="26606"/>
          <ac:spMkLst>
            <pc:docMk/>
            <pc:sldMk cId="2668200697" sldId="256"/>
            <ac:spMk id="10" creationId="{4D60F200-5EB0-B223-2439-C96C67F0FEE1}"/>
          </ac:spMkLst>
        </pc:spChg>
        <pc:spChg chg="add del">
          <ac:chgData name="mukul maheshwari" userId="12cb43e2ca5f0d2c" providerId="LiveId" clId="{2F1B1B83-A47B-4F45-BA03-DC5899C1CECB}" dt="2025-07-02T15:42:10.844" v="42" actId="26606"/>
          <ac:spMkLst>
            <pc:docMk/>
            <pc:sldMk cId="2668200697" sldId="256"/>
            <ac:spMk id="12" creationId="{74067CD3-146F-6228-E362-39AA720C25F7}"/>
          </ac:spMkLst>
        </pc:spChg>
        <pc:spChg chg="add del">
          <ac:chgData name="mukul maheshwari" userId="12cb43e2ca5f0d2c" providerId="LiveId" clId="{2F1B1B83-A47B-4F45-BA03-DC5899C1CECB}" dt="2025-07-02T15:42:10.844" v="42" actId="26606"/>
          <ac:spMkLst>
            <pc:docMk/>
            <pc:sldMk cId="2668200697" sldId="256"/>
            <ac:spMk id="14" creationId="{271C7E5C-A0F8-E9FA-56DB-31A257FD4EDB}"/>
          </ac:spMkLst>
        </pc:spChg>
        <pc:spChg chg="add del">
          <ac:chgData name="mukul maheshwari" userId="12cb43e2ca5f0d2c" providerId="LiveId" clId="{2F1B1B83-A47B-4F45-BA03-DC5899C1CECB}" dt="2025-07-02T15:42:10.844" v="42" actId="26606"/>
          <ac:spMkLst>
            <pc:docMk/>
            <pc:sldMk cId="2668200697" sldId="256"/>
            <ac:spMk id="16" creationId="{33F70A3C-4474-2A39-470C-FD55A8837503}"/>
          </ac:spMkLst>
        </pc:spChg>
        <pc:spChg chg="add del">
          <ac:chgData name="mukul maheshwari" userId="12cb43e2ca5f0d2c" providerId="LiveId" clId="{2F1B1B83-A47B-4F45-BA03-DC5899C1CECB}" dt="2025-07-02T15:42:10.844" v="42" actId="26606"/>
          <ac:spMkLst>
            <pc:docMk/>
            <pc:sldMk cId="2668200697" sldId="256"/>
            <ac:spMk id="18" creationId="{BAC3F7D4-9613-0E1F-901C-98FE831DEBC0}"/>
          </ac:spMkLst>
        </pc:spChg>
        <pc:spChg chg="add del">
          <ac:chgData name="mukul maheshwari" userId="12cb43e2ca5f0d2c" providerId="LiveId" clId="{2F1B1B83-A47B-4F45-BA03-DC5899C1CECB}" dt="2025-07-02T15:42:10.844" v="42" actId="26606"/>
          <ac:spMkLst>
            <pc:docMk/>
            <pc:sldMk cId="2668200697" sldId="256"/>
            <ac:spMk id="20" creationId="{AFD5167C-AF48-26F0-7A9F-3F7643374872}"/>
          </ac:spMkLst>
        </pc:spChg>
        <pc:spChg chg="add del">
          <ac:chgData name="mukul maheshwari" userId="12cb43e2ca5f0d2c" providerId="LiveId" clId="{2F1B1B83-A47B-4F45-BA03-DC5899C1CECB}" dt="2025-07-02T15:42:10.844" v="42" actId="26606"/>
          <ac:spMkLst>
            <pc:docMk/>
            <pc:sldMk cId="2668200697" sldId="256"/>
            <ac:spMk id="22" creationId="{87B30A01-FCA8-86A5-A840-C32A3BE2EDD6}"/>
          </ac:spMkLst>
        </pc:spChg>
        <pc:spChg chg="add del">
          <ac:chgData name="mukul maheshwari" userId="12cb43e2ca5f0d2c" providerId="LiveId" clId="{2F1B1B83-A47B-4F45-BA03-DC5899C1CECB}" dt="2025-07-02T15:42:13.864" v="44" actId="26606"/>
          <ac:spMkLst>
            <pc:docMk/>
            <pc:sldMk cId="2668200697" sldId="256"/>
            <ac:spMk id="24" creationId="{C1DD1A8A-57D5-4A81-AD04-532B043C5611}"/>
          </ac:spMkLst>
        </pc:spChg>
        <pc:spChg chg="add del">
          <ac:chgData name="mukul maheshwari" userId="12cb43e2ca5f0d2c" providerId="LiveId" clId="{2F1B1B83-A47B-4F45-BA03-DC5899C1CECB}" dt="2025-07-02T15:42:13.864" v="44" actId="26606"/>
          <ac:spMkLst>
            <pc:docMk/>
            <pc:sldMk cId="2668200697" sldId="256"/>
            <ac:spMk id="26" creationId="{007891EC-4501-44ED-A8C8-B11B6DB767AB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668200697" sldId="256"/>
            <ac:spMk id="29" creationId="{4D60F200-5EB0-B223-2439-C96C67F0FEE1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668200697" sldId="256"/>
            <ac:spMk id="30" creationId="{74067CD3-146F-6228-E362-39AA720C25F7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668200697" sldId="256"/>
            <ac:spMk id="31" creationId="{271C7E5C-A0F8-E9FA-56DB-31A257FD4EDB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668200697" sldId="256"/>
            <ac:spMk id="32" creationId="{33F70A3C-4474-2A39-470C-FD55A8837503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668200697" sldId="256"/>
            <ac:spMk id="33" creationId="{BAC3F7D4-9613-0E1F-901C-98FE831DEBC0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668200697" sldId="256"/>
            <ac:spMk id="34" creationId="{AFD5167C-AF48-26F0-7A9F-3F7643374872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668200697" sldId="256"/>
            <ac:spMk id="35" creationId="{87B30A01-FCA8-86A5-A840-C32A3BE2EDD6}"/>
          </ac:spMkLst>
        </pc:spChg>
        <pc:picChg chg="add del">
          <ac:chgData name="mukul maheshwari" userId="12cb43e2ca5f0d2c" providerId="LiveId" clId="{2F1B1B83-A47B-4F45-BA03-DC5899C1CECB}" dt="2025-07-02T15:42:10.844" v="42" actId="26606"/>
          <ac:picMkLst>
            <pc:docMk/>
            <pc:sldMk cId="2668200697" sldId="256"/>
            <ac:picMk id="6" creationId="{8F918D5E-1E0C-546B-5717-4E53E793769B}"/>
          </ac:picMkLst>
        </pc:picChg>
        <pc:picChg chg="add del">
          <ac:chgData name="mukul maheshwari" userId="12cb43e2ca5f0d2c" providerId="LiveId" clId="{2F1B1B83-A47B-4F45-BA03-DC5899C1CECB}" dt="2025-07-02T15:42:13.864" v="44" actId="26606"/>
          <ac:picMkLst>
            <pc:docMk/>
            <pc:sldMk cId="2668200697" sldId="256"/>
            <ac:picMk id="25" creationId="{BC75F829-B287-ECFB-7292-8D92CF855C16}"/>
          </ac:picMkLst>
        </pc:picChg>
        <pc:picChg chg="add">
          <ac:chgData name="mukul maheshwari" userId="12cb43e2ca5f0d2c" providerId="LiveId" clId="{2F1B1B83-A47B-4F45-BA03-DC5899C1CECB}" dt="2025-07-02T15:42:13.920" v="45" actId="26606"/>
          <ac:picMkLst>
            <pc:docMk/>
            <pc:sldMk cId="2668200697" sldId="256"/>
            <ac:picMk id="28" creationId="{8F918D5E-1E0C-546B-5717-4E53E793769B}"/>
          </ac:picMkLst>
        </pc:picChg>
      </pc:sldChg>
      <pc:sldChg chg="addSp delSp modSp mod setBg delDesignElem">
        <pc:chgData name="mukul maheshwari" userId="12cb43e2ca5f0d2c" providerId="LiveId" clId="{2F1B1B83-A47B-4F45-BA03-DC5899C1CECB}" dt="2025-07-02T17:30:18.562" v="734"/>
        <pc:sldMkLst>
          <pc:docMk/>
          <pc:sldMk cId="2599310272" sldId="257"/>
        </pc:sldMkLst>
        <pc:spChg chg="mod">
          <ac:chgData name="mukul maheshwari" userId="12cb43e2ca5f0d2c" providerId="LiveId" clId="{2F1B1B83-A47B-4F45-BA03-DC5899C1CECB}" dt="2025-07-02T15:43:28.894" v="59" actId="26606"/>
          <ac:spMkLst>
            <pc:docMk/>
            <pc:sldMk cId="2599310272" sldId="257"/>
            <ac:spMk id="2" creationId="{7597FD56-F08B-AD5D-96C7-F4284B7DEC59}"/>
          </ac:spMkLst>
        </pc:spChg>
        <pc:spChg chg="del mod">
          <ac:chgData name="mukul maheshwari" userId="12cb43e2ca5f0d2c" providerId="LiveId" clId="{2F1B1B83-A47B-4F45-BA03-DC5899C1CECB}" dt="2025-07-02T15:43:28.894" v="59" actId="26606"/>
          <ac:spMkLst>
            <pc:docMk/>
            <pc:sldMk cId="2599310272" sldId="257"/>
            <ac:spMk id="4" creationId="{9AEEABC1-8545-9485-87F6-D023BFFA5816}"/>
          </ac:spMkLst>
        </pc:spChg>
        <pc:spChg chg="add del">
          <ac:chgData name="mukul maheshwari" userId="12cb43e2ca5f0d2c" providerId="LiveId" clId="{2F1B1B83-A47B-4F45-BA03-DC5899C1CECB}" dt="2025-07-02T15:42:57.140" v="53" actId="26606"/>
          <ac:spMkLst>
            <pc:docMk/>
            <pc:sldMk cId="2599310272" sldId="257"/>
            <ac:spMk id="9" creationId="{DDD1D22E-5996-E45B-92B2-659F701A4A3B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599310272" sldId="257"/>
            <ac:spMk id="10" creationId="{353CF00F-82D0-0DBA-75D5-1D01B4526C68}"/>
          </ac:spMkLst>
        </pc:spChg>
        <pc:spChg chg="add del">
          <ac:chgData name="mukul maheshwari" userId="12cb43e2ca5f0d2c" providerId="LiveId" clId="{2F1B1B83-A47B-4F45-BA03-DC5899C1CECB}" dt="2025-07-02T15:43:00.386" v="55" actId="26606"/>
          <ac:spMkLst>
            <pc:docMk/>
            <pc:sldMk cId="2599310272" sldId="257"/>
            <ac:spMk id="11" creationId="{604B8143-3907-5396-F19C-4EDBFE8DED3F}"/>
          </ac:spMkLst>
        </pc:spChg>
        <pc:graphicFrameChg chg="add mod">
          <ac:chgData name="mukul maheshwari" userId="12cb43e2ca5f0d2c" providerId="LiveId" clId="{2F1B1B83-A47B-4F45-BA03-DC5899C1CECB}" dt="2025-07-02T15:44:13.342" v="67" actId="13926"/>
          <ac:graphicFrameMkLst>
            <pc:docMk/>
            <pc:sldMk cId="2599310272" sldId="257"/>
            <ac:graphicFrameMk id="6" creationId="{FA08087A-FE92-A510-4CFE-B7C32399E02F}"/>
          </ac:graphicFrameMkLst>
        </pc:graphicFrameChg>
      </pc:sldChg>
      <pc:sldChg chg="addSp delSp modSp mod setBg delDesignElem">
        <pc:chgData name="mukul maheshwari" userId="12cb43e2ca5f0d2c" providerId="LiveId" clId="{2F1B1B83-A47B-4F45-BA03-DC5899C1CECB}" dt="2025-07-02T17:30:18.562" v="734"/>
        <pc:sldMkLst>
          <pc:docMk/>
          <pc:sldMk cId="2397789047" sldId="258"/>
        </pc:sldMkLst>
        <pc:spChg chg="mod">
          <ac:chgData name="mukul maheshwari" userId="12cb43e2ca5f0d2c" providerId="LiveId" clId="{2F1B1B83-A47B-4F45-BA03-DC5899C1CECB}" dt="2025-07-02T15:45:29.830" v="72" actId="26606"/>
          <ac:spMkLst>
            <pc:docMk/>
            <pc:sldMk cId="2397789047" sldId="258"/>
            <ac:spMk id="2" creationId="{6B64E5C8-37A6-BB0B-1763-DB87B75EF55D}"/>
          </ac:spMkLst>
        </pc:spChg>
        <pc:spChg chg="mod">
          <ac:chgData name="mukul maheshwari" userId="12cb43e2ca5f0d2c" providerId="LiveId" clId="{2F1B1B83-A47B-4F45-BA03-DC5899C1CECB}" dt="2025-07-02T15:45:58.537" v="81" actId="27636"/>
          <ac:spMkLst>
            <pc:docMk/>
            <pc:sldMk cId="2397789047" sldId="258"/>
            <ac:spMk id="4" creationId="{C66FDD44-C675-2EC1-8C57-2E161E86CFB3}"/>
          </ac:spMkLst>
        </pc:spChg>
        <pc:spChg chg="add del">
          <ac:chgData name="mukul maheshwari" userId="12cb43e2ca5f0d2c" providerId="LiveId" clId="{2F1B1B83-A47B-4F45-BA03-DC5899C1CECB}" dt="2025-07-02T15:45:29.830" v="72" actId="26606"/>
          <ac:spMkLst>
            <pc:docMk/>
            <pc:sldMk cId="2397789047" sldId="258"/>
            <ac:spMk id="10" creationId="{5E8D3B17-7638-DFD3-18E4-8A6D611749CF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397789047" sldId="258"/>
            <ac:spMk id="15" creationId="{2961259D-605E-E200-FF9F-7C8C71D7C8E4}"/>
          </ac:spMkLst>
        </pc:spChg>
        <pc:picChg chg="add mod ord">
          <ac:chgData name="mukul maheshwari" userId="12cb43e2ca5f0d2c" providerId="LiveId" clId="{2F1B1B83-A47B-4F45-BA03-DC5899C1CECB}" dt="2025-07-02T15:45:29.830" v="72" actId="26606"/>
          <ac:picMkLst>
            <pc:docMk/>
            <pc:sldMk cId="2397789047" sldId="258"/>
            <ac:picMk id="6" creationId="{B49EB17B-BAF2-3591-5A49-5204276AE467}"/>
          </ac:picMkLst>
        </pc:picChg>
      </pc:sldChg>
      <pc:sldChg chg="addSp delSp modSp mod">
        <pc:chgData name="mukul maheshwari" userId="12cb43e2ca5f0d2c" providerId="LiveId" clId="{2F1B1B83-A47B-4F45-BA03-DC5899C1CECB}" dt="2025-07-02T15:58:03.426" v="113" actId="20577"/>
        <pc:sldMkLst>
          <pc:docMk/>
          <pc:sldMk cId="4121600823" sldId="259"/>
        </pc:sldMkLst>
        <pc:spChg chg="mod">
          <ac:chgData name="mukul maheshwari" userId="12cb43e2ca5f0d2c" providerId="LiveId" clId="{2F1B1B83-A47B-4F45-BA03-DC5899C1CECB}" dt="2025-07-02T15:56:54.150" v="101" actId="20577"/>
          <ac:spMkLst>
            <pc:docMk/>
            <pc:sldMk cId="4121600823" sldId="259"/>
            <ac:spMk id="2" creationId="{49C5DFD9-EAA6-CEE2-3A94-AE75B5520117}"/>
          </ac:spMkLst>
        </pc:spChg>
        <pc:spChg chg="add del mod">
          <ac:chgData name="mukul maheshwari" userId="12cb43e2ca5f0d2c" providerId="LiveId" clId="{2F1B1B83-A47B-4F45-BA03-DC5899C1CECB}" dt="2025-07-02T15:57:42.188" v="111" actId="26606"/>
          <ac:spMkLst>
            <pc:docMk/>
            <pc:sldMk cId="4121600823" sldId="259"/>
            <ac:spMk id="3" creationId="{CD981179-5878-087D-601C-3CA52336DB2A}"/>
          </ac:spMkLst>
        </pc:spChg>
        <pc:graphicFrameChg chg="add del">
          <ac:chgData name="mukul maheshwari" userId="12cb43e2ca5f0d2c" providerId="LiveId" clId="{2F1B1B83-A47B-4F45-BA03-DC5899C1CECB}" dt="2025-07-02T15:57:42.151" v="110" actId="26606"/>
          <ac:graphicFrameMkLst>
            <pc:docMk/>
            <pc:sldMk cId="4121600823" sldId="259"/>
            <ac:graphicFrameMk id="5" creationId="{B7E33B81-0BEB-0845-0CC3-6EA4E8C04F8D}"/>
          </ac:graphicFrameMkLst>
        </pc:graphicFrameChg>
        <pc:graphicFrameChg chg="add mod">
          <ac:chgData name="mukul maheshwari" userId="12cb43e2ca5f0d2c" providerId="LiveId" clId="{2F1B1B83-A47B-4F45-BA03-DC5899C1CECB}" dt="2025-07-02T15:58:03.426" v="113" actId="20577"/>
          <ac:graphicFrameMkLst>
            <pc:docMk/>
            <pc:sldMk cId="4121600823" sldId="259"/>
            <ac:graphicFrameMk id="7" creationId="{3D595D16-64BB-4718-1681-510C943DE9D6}"/>
          </ac:graphicFrameMkLst>
        </pc:graphicFrameChg>
      </pc:sldChg>
      <pc:sldChg chg="addSp delSp modSp mod setBg delDesignElem chgLayout">
        <pc:chgData name="mukul maheshwari" userId="12cb43e2ca5f0d2c" providerId="LiveId" clId="{2F1B1B83-A47B-4F45-BA03-DC5899C1CECB}" dt="2025-07-02T17:30:18.562" v="734"/>
        <pc:sldMkLst>
          <pc:docMk/>
          <pc:sldMk cId="1132643864" sldId="260"/>
        </pc:sldMkLst>
        <pc:spChg chg="add mod ord">
          <ac:chgData name="mukul maheshwari" userId="12cb43e2ca5f0d2c" providerId="LiveId" clId="{2F1B1B83-A47B-4F45-BA03-DC5899C1CECB}" dt="2025-07-02T15:58:54.710" v="122" actId="26606"/>
          <ac:spMkLst>
            <pc:docMk/>
            <pc:sldMk cId="1132643864" sldId="260"/>
            <ac:spMk id="2" creationId="{E4BE5FFE-25CC-CE2C-1EBD-25787959C896}"/>
          </ac:spMkLst>
        </pc:spChg>
        <pc:spChg chg="del mod ord">
          <ac:chgData name="mukul maheshwari" userId="12cb43e2ca5f0d2c" providerId="LiveId" clId="{2F1B1B83-A47B-4F45-BA03-DC5899C1CECB}" dt="2025-07-02T15:58:54.710" v="122" actId="26606"/>
          <ac:spMkLst>
            <pc:docMk/>
            <pc:sldMk cId="1132643864" sldId="260"/>
            <ac:spMk id="3" creationId="{1BE1FD10-37F4-A5B5-5870-E1BEB9F0F76D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1132643864" sldId="260"/>
            <ac:spMk id="9" creationId="{353CF00F-82D0-0DBA-75D5-1D01B4526C68}"/>
          </ac:spMkLst>
        </pc:spChg>
        <pc:graphicFrameChg chg="add mod">
          <ac:chgData name="mukul maheshwari" userId="12cb43e2ca5f0d2c" providerId="LiveId" clId="{2F1B1B83-A47B-4F45-BA03-DC5899C1CECB}" dt="2025-07-02T16:02:23.078" v="126" actId="13926"/>
          <ac:graphicFrameMkLst>
            <pc:docMk/>
            <pc:sldMk cId="1132643864" sldId="260"/>
            <ac:graphicFrameMk id="5" creationId="{E5C2DC4D-C2CB-9955-0AE8-DF2312B8A7F6}"/>
          </ac:graphicFrameMkLst>
        </pc:graphicFrameChg>
      </pc:sldChg>
      <pc:sldChg chg="addSp delSp modSp mod ord setBg delDesignElem chgLayout">
        <pc:chgData name="mukul maheshwari" userId="12cb43e2ca5f0d2c" providerId="LiveId" clId="{2F1B1B83-A47B-4F45-BA03-DC5899C1CECB}" dt="2025-07-02T17:30:18.562" v="734"/>
        <pc:sldMkLst>
          <pc:docMk/>
          <pc:sldMk cId="549992400" sldId="261"/>
        </pc:sldMkLst>
        <pc:spChg chg="add mod ord">
          <ac:chgData name="mukul maheshwari" userId="12cb43e2ca5f0d2c" providerId="LiveId" clId="{2F1B1B83-A47B-4F45-BA03-DC5899C1CECB}" dt="2025-07-02T16:09:24.280" v="188" actId="26606"/>
          <ac:spMkLst>
            <pc:docMk/>
            <pc:sldMk cId="549992400" sldId="261"/>
            <ac:spMk id="2" creationId="{3E2C7BDF-D521-912F-8572-A2F65FCD03D8}"/>
          </ac:spMkLst>
        </pc:spChg>
        <pc:spChg chg="del mod ord">
          <ac:chgData name="mukul maheshwari" userId="12cb43e2ca5f0d2c" providerId="LiveId" clId="{2F1B1B83-A47B-4F45-BA03-DC5899C1CECB}" dt="2025-07-02T16:09:24.280" v="188" actId="26606"/>
          <ac:spMkLst>
            <pc:docMk/>
            <pc:sldMk cId="549992400" sldId="261"/>
            <ac:spMk id="3" creationId="{A2EB6A83-2FF6-DF12-E4AA-180E3D05C69A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549992400" sldId="261"/>
            <ac:spMk id="9" creationId="{951922D2-D397-9EA4-A66D-55B0884D1A6A}"/>
          </ac:spMkLst>
        </pc:spChg>
        <pc:graphicFrameChg chg="add mod">
          <ac:chgData name="mukul maheshwari" userId="12cb43e2ca5f0d2c" providerId="LiveId" clId="{2F1B1B83-A47B-4F45-BA03-DC5899C1CECB}" dt="2025-07-02T16:09:29.451" v="189"/>
          <ac:graphicFrameMkLst>
            <pc:docMk/>
            <pc:sldMk cId="549992400" sldId="261"/>
            <ac:graphicFrameMk id="5" creationId="{DEFE9ABF-70E9-331F-70E5-AF7C21E9BBF5}"/>
          </ac:graphicFrameMkLst>
        </pc:graphicFrameChg>
      </pc:sldChg>
      <pc:sldChg chg="addSp delSp modSp mod setBg delDesignElem">
        <pc:chgData name="mukul maheshwari" userId="12cb43e2ca5f0d2c" providerId="LiveId" clId="{2F1B1B83-A47B-4F45-BA03-DC5899C1CECB}" dt="2025-07-02T17:30:18.562" v="734"/>
        <pc:sldMkLst>
          <pc:docMk/>
          <pc:sldMk cId="4067852808" sldId="262"/>
        </pc:sldMkLst>
        <pc:spChg chg="mod">
          <ac:chgData name="mukul maheshwari" userId="12cb43e2ca5f0d2c" providerId="LiveId" clId="{2F1B1B83-A47B-4F45-BA03-DC5899C1CECB}" dt="2025-07-02T16:10:03.969" v="192" actId="26606"/>
          <ac:spMkLst>
            <pc:docMk/>
            <pc:sldMk cId="4067852808" sldId="262"/>
            <ac:spMk id="2" creationId="{6D87FAF5-A6C0-1C6E-3CFD-7C482D2D6475}"/>
          </ac:spMkLst>
        </pc:spChg>
        <pc:spChg chg="del mod">
          <ac:chgData name="mukul maheshwari" userId="12cb43e2ca5f0d2c" providerId="LiveId" clId="{2F1B1B83-A47B-4F45-BA03-DC5899C1CECB}" dt="2025-07-02T16:10:03.969" v="192" actId="26606"/>
          <ac:spMkLst>
            <pc:docMk/>
            <pc:sldMk cId="4067852808" sldId="262"/>
            <ac:spMk id="3" creationId="{303FE738-2A50-AFCB-85A3-3EB2464334F8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4067852808" sldId="262"/>
            <ac:spMk id="9" creationId="{1A466FCC-26A6-AD0C-513D-472AAABEC282}"/>
          </ac:spMkLst>
        </pc:spChg>
        <pc:graphicFrameChg chg="add mod">
          <ac:chgData name="mukul maheshwari" userId="12cb43e2ca5f0d2c" providerId="LiveId" clId="{2F1B1B83-A47B-4F45-BA03-DC5899C1CECB}" dt="2025-07-02T16:10:31.565" v="193" actId="12100"/>
          <ac:graphicFrameMkLst>
            <pc:docMk/>
            <pc:sldMk cId="4067852808" sldId="262"/>
            <ac:graphicFrameMk id="5" creationId="{8CF16419-B65B-B94D-759F-735109084F42}"/>
          </ac:graphicFrameMkLst>
        </pc:graphicFrameChg>
      </pc:sldChg>
      <pc:sldChg chg="addSp delSp modSp mod chgLayout">
        <pc:chgData name="mukul maheshwari" userId="12cb43e2ca5f0d2c" providerId="LiveId" clId="{2F1B1B83-A47B-4F45-BA03-DC5899C1CECB}" dt="2025-07-02T17:30:18.562" v="734"/>
        <pc:sldMkLst>
          <pc:docMk/>
          <pc:sldMk cId="1041465894" sldId="263"/>
        </pc:sldMkLst>
        <pc:spChg chg="add mod ord">
          <ac:chgData name="mukul maheshwari" userId="12cb43e2ca5f0d2c" providerId="LiveId" clId="{2F1B1B83-A47B-4F45-BA03-DC5899C1CECB}" dt="2025-07-02T17:30:18.562" v="734"/>
          <ac:spMkLst>
            <pc:docMk/>
            <pc:sldMk cId="1041465894" sldId="263"/>
            <ac:spMk id="2" creationId="{510277C0-5D2B-B559-D867-64AC237F9369}"/>
          </ac:spMkLst>
        </pc:spChg>
        <pc:spChg chg="del mod ord">
          <ac:chgData name="mukul maheshwari" userId="12cb43e2ca5f0d2c" providerId="LiveId" clId="{2F1B1B83-A47B-4F45-BA03-DC5899C1CECB}" dt="2025-07-02T16:11:16.564" v="200" actId="26606"/>
          <ac:spMkLst>
            <pc:docMk/>
            <pc:sldMk cId="1041465894" sldId="263"/>
            <ac:spMk id="3" creationId="{C864FB39-3EBE-420A-3917-F35DAF828CE9}"/>
          </ac:spMkLst>
        </pc:spChg>
        <pc:graphicFrameChg chg="add">
          <ac:chgData name="mukul maheshwari" userId="12cb43e2ca5f0d2c" providerId="LiveId" clId="{2F1B1B83-A47B-4F45-BA03-DC5899C1CECB}" dt="2025-07-02T16:11:16.564" v="200" actId="26606"/>
          <ac:graphicFrameMkLst>
            <pc:docMk/>
            <pc:sldMk cId="1041465894" sldId="263"/>
            <ac:graphicFrameMk id="5" creationId="{E4B1DE06-9DA3-CD25-CC44-0264709230F8}"/>
          </ac:graphicFrameMkLst>
        </pc:graphicFrameChg>
      </pc:sldChg>
      <pc:sldChg chg="addSp delSp modSp mod chgLayout">
        <pc:chgData name="mukul maheshwari" userId="12cb43e2ca5f0d2c" providerId="LiveId" clId="{2F1B1B83-A47B-4F45-BA03-DC5899C1CECB}" dt="2025-07-02T17:30:18.562" v="734"/>
        <pc:sldMkLst>
          <pc:docMk/>
          <pc:sldMk cId="206138206" sldId="264"/>
        </pc:sldMkLst>
        <pc:spChg chg="add mod ord">
          <ac:chgData name="mukul maheshwari" userId="12cb43e2ca5f0d2c" providerId="LiveId" clId="{2F1B1B83-A47B-4F45-BA03-DC5899C1CECB}" dt="2025-07-02T17:30:18.562" v="734"/>
          <ac:spMkLst>
            <pc:docMk/>
            <pc:sldMk cId="206138206" sldId="264"/>
            <ac:spMk id="2" creationId="{BA0EEB8F-276D-5F41-1B4C-A5D3596C1D32}"/>
          </ac:spMkLst>
        </pc:spChg>
        <pc:spChg chg="del mod ord">
          <ac:chgData name="mukul maheshwari" userId="12cb43e2ca5f0d2c" providerId="LiveId" clId="{2F1B1B83-A47B-4F45-BA03-DC5899C1CECB}" dt="2025-07-02T16:12:11.140" v="207" actId="26606"/>
          <ac:spMkLst>
            <pc:docMk/>
            <pc:sldMk cId="206138206" sldId="264"/>
            <ac:spMk id="3" creationId="{0934874B-797A-73C1-0D47-A5A3D33B505C}"/>
          </ac:spMkLst>
        </pc:spChg>
        <pc:graphicFrameChg chg="add">
          <ac:chgData name="mukul maheshwari" userId="12cb43e2ca5f0d2c" providerId="LiveId" clId="{2F1B1B83-A47B-4F45-BA03-DC5899C1CECB}" dt="2025-07-02T16:12:11.140" v="207" actId="26606"/>
          <ac:graphicFrameMkLst>
            <pc:docMk/>
            <pc:sldMk cId="206138206" sldId="264"/>
            <ac:graphicFrameMk id="5" creationId="{5CB59BA6-BD2A-C649-1A83-62042916FDE3}"/>
          </ac:graphicFrameMkLst>
        </pc:graphicFrameChg>
      </pc:sldChg>
      <pc:sldChg chg="addSp delSp modSp mod setBg chgLayout">
        <pc:chgData name="mukul maheshwari" userId="12cb43e2ca5f0d2c" providerId="LiveId" clId="{2F1B1B83-A47B-4F45-BA03-DC5899C1CECB}" dt="2025-07-02T17:30:18.562" v="734"/>
        <pc:sldMkLst>
          <pc:docMk/>
          <pc:sldMk cId="1223838103" sldId="265"/>
        </pc:sldMkLst>
        <pc:spChg chg="add mod ord">
          <ac:chgData name="mukul maheshwari" userId="12cb43e2ca5f0d2c" providerId="LiveId" clId="{2F1B1B83-A47B-4F45-BA03-DC5899C1CECB}" dt="2025-07-02T17:30:18.562" v="734"/>
          <ac:spMkLst>
            <pc:docMk/>
            <pc:sldMk cId="1223838103" sldId="265"/>
            <ac:spMk id="2" creationId="{9AE0A108-F3F4-A4BC-0D31-3D89594F8EC9}"/>
          </ac:spMkLst>
        </pc:spChg>
        <pc:spChg chg="add del mod ord">
          <ac:chgData name="mukul maheshwari" userId="12cb43e2ca5f0d2c" providerId="LiveId" clId="{2F1B1B83-A47B-4F45-BA03-DC5899C1CECB}" dt="2025-07-02T16:12:56.554" v="218" actId="26606"/>
          <ac:spMkLst>
            <pc:docMk/>
            <pc:sldMk cId="1223838103" sldId="265"/>
            <ac:spMk id="3" creationId="{BEC2C029-898A-E346-6860-18B2BF0D8C37}"/>
          </ac:spMkLst>
        </pc:spChg>
        <pc:spChg chg="add del">
          <ac:chgData name="mukul maheshwari" userId="12cb43e2ca5f0d2c" providerId="LiveId" clId="{2F1B1B83-A47B-4F45-BA03-DC5899C1CECB}" dt="2025-07-02T16:12:52.404" v="215" actId="26606"/>
          <ac:spMkLst>
            <pc:docMk/>
            <pc:sldMk cId="1223838103" sldId="265"/>
            <ac:spMk id="9" creationId="{600DC1B0-7E1A-BD02-3F93-19E6B1B75075}"/>
          </ac:spMkLst>
        </pc:spChg>
        <pc:spChg chg="add del">
          <ac:chgData name="mukul maheshwari" userId="12cb43e2ca5f0d2c" providerId="LiveId" clId="{2F1B1B83-A47B-4F45-BA03-DC5899C1CECB}" dt="2025-07-02T16:12:56.524" v="217" actId="26606"/>
          <ac:spMkLst>
            <pc:docMk/>
            <pc:sldMk cId="1223838103" sldId="265"/>
            <ac:spMk id="11" creationId="{600DC1B0-7E1A-BD02-3F93-19E6B1B75075}"/>
          </ac:spMkLst>
        </pc:spChg>
        <pc:graphicFrameChg chg="add del">
          <ac:chgData name="mukul maheshwari" userId="12cb43e2ca5f0d2c" providerId="LiveId" clId="{2F1B1B83-A47B-4F45-BA03-DC5899C1CECB}" dt="2025-07-02T16:12:52.404" v="215" actId="26606"/>
          <ac:graphicFrameMkLst>
            <pc:docMk/>
            <pc:sldMk cId="1223838103" sldId="265"/>
            <ac:graphicFrameMk id="5" creationId="{AABB5A20-D378-3812-6F3F-BF01B0CF4F39}"/>
          </ac:graphicFrameMkLst>
        </pc:graphicFrameChg>
        <pc:graphicFrameChg chg="add del">
          <ac:chgData name="mukul maheshwari" userId="12cb43e2ca5f0d2c" providerId="LiveId" clId="{2F1B1B83-A47B-4F45-BA03-DC5899C1CECB}" dt="2025-07-02T16:12:56.524" v="217" actId="26606"/>
          <ac:graphicFrameMkLst>
            <pc:docMk/>
            <pc:sldMk cId="1223838103" sldId="265"/>
            <ac:graphicFrameMk id="12" creationId="{A090CDBA-8ABD-FAFE-C3A4-167060911275}"/>
          </ac:graphicFrameMkLst>
        </pc:graphicFrameChg>
        <pc:graphicFrameChg chg="add">
          <ac:chgData name="mukul maheshwari" userId="12cb43e2ca5f0d2c" providerId="LiveId" clId="{2F1B1B83-A47B-4F45-BA03-DC5899C1CECB}" dt="2025-07-02T16:12:56.554" v="218" actId="26606"/>
          <ac:graphicFrameMkLst>
            <pc:docMk/>
            <pc:sldMk cId="1223838103" sldId="265"/>
            <ac:graphicFrameMk id="14" creationId="{9D420EAD-CE3C-49FD-3066-F092F750AF69}"/>
          </ac:graphicFrameMkLst>
        </pc:graphicFrameChg>
      </pc:sldChg>
      <pc:sldChg chg="addSp delSp modSp mod chgLayout">
        <pc:chgData name="mukul maheshwari" userId="12cb43e2ca5f0d2c" providerId="LiveId" clId="{2F1B1B83-A47B-4F45-BA03-DC5899C1CECB}" dt="2025-07-02T17:30:18.562" v="734"/>
        <pc:sldMkLst>
          <pc:docMk/>
          <pc:sldMk cId="4191564147" sldId="266"/>
        </pc:sldMkLst>
        <pc:spChg chg="add mod ord">
          <ac:chgData name="mukul maheshwari" userId="12cb43e2ca5f0d2c" providerId="LiveId" clId="{2F1B1B83-A47B-4F45-BA03-DC5899C1CECB}" dt="2025-07-02T17:30:18.562" v="734"/>
          <ac:spMkLst>
            <pc:docMk/>
            <pc:sldMk cId="4191564147" sldId="266"/>
            <ac:spMk id="2" creationId="{F24A2995-4111-89D2-22AA-7CAEC680DD95}"/>
          </ac:spMkLst>
        </pc:spChg>
        <pc:spChg chg="del mod ord">
          <ac:chgData name="mukul maheshwari" userId="12cb43e2ca5f0d2c" providerId="LiveId" clId="{2F1B1B83-A47B-4F45-BA03-DC5899C1CECB}" dt="2025-07-02T16:13:36.777" v="225" actId="26606"/>
          <ac:spMkLst>
            <pc:docMk/>
            <pc:sldMk cId="4191564147" sldId="266"/>
            <ac:spMk id="3" creationId="{A4C535FF-BFE6-CFA3-A21A-F657984DC184}"/>
          </ac:spMkLst>
        </pc:spChg>
        <pc:graphicFrameChg chg="add">
          <ac:chgData name="mukul maheshwari" userId="12cb43e2ca5f0d2c" providerId="LiveId" clId="{2F1B1B83-A47B-4F45-BA03-DC5899C1CECB}" dt="2025-07-02T16:13:36.777" v="225" actId="26606"/>
          <ac:graphicFrameMkLst>
            <pc:docMk/>
            <pc:sldMk cId="4191564147" sldId="266"/>
            <ac:graphicFrameMk id="5" creationId="{7A52AB2E-C2BA-4386-F50C-976BCF184952}"/>
          </ac:graphicFrameMkLst>
        </pc:graphicFrameChg>
      </pc:sldChg>
      <pc:sldChg chg="addSp delSp modSp mod setBg delDesignElem">
        <pc:chgData name="mukul maheshwari" userId="12cb43e2ca5f0d2c" providerId="LiveId" clId="{2F1B1B83-A47B-4F45-BA03-DC5899C1CECB}" dt="2025-07-02T17:30:18.562" v="734"/>
        <pc:sldMkLst>
          <pc:docMk/>
          <pc:sldMk cId="2667016014" sldId="267"/>
        </pc:sldMkLst>
        <pc:spChg chg="mod">
          <ac:chgData name="mukul maheshwari" userId="12cb43e2ca5f0d2c" providerId="LiveId" clId="{2F1B1B83-A47B-4F45-BA03-DC5899C1CECB}" dt="2025-07-02T16:15:16.693" v="226" actId="26606"/>
          <ac:spMkLst>
            <pc:docMk/>
            <pc:sldMk cId="2667016014" sldId="267"/>
            <ac:spMk id="2" creationId="{2B118173-11EB-0AFA-A8F5-880C134CED35}"/>
          </ac:spMkLst>
        </pc:spChg>
        <pc:spChg chg="del mod">
          <ac:chgData name="mukul maheshwari" userId="12cb43e2ca5f0d2c" providerId="LiveId" clId="{2F1B1B83-A47B-4F45-BA03-DC5899C1CECB}" dt="2025-07-02T16:15:16.693" v="226" actId="26606"/>
          <ac:spMkLst>
            <pc:docMk/>
            <pc:sldMk cId="2667016014" sldId="267"/>
            <ac:spMk id="3" creationId="{4745B37D-8B32-A16D-ABFF-BD1E6B8F7A16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667016014" sldId="267"/>
            <ac:spMk id="9" creationId="{600DC1B0-7E1A-BD02-3F93-19E6B1B75075}"/>
          </ac:spMkLst>
        </pc:spChg>
        <pc:graphicFrameChg chg="add mod">
          <ac:chgData name="mukul maheshwari" userId="12cb43e2ca5f0d2c" providerId="LiveId" clId="{2F1B1B83-A47B-4F45-BA03-DC5899C1CECB}" dt="2025-07-02T16:15:30.494" v="228" actId="20577"/>
          <ac:graphicFrameMkLst>
            <pc:docMk/>
            <pc:sldMk cId="2667016014" sldId="267"/>
            <ac:graphicFrameMk id="5" creationId="{CA814E17-A97D-F36C-DD1C-2F6BC2F741AF}"/>
          </ac:graphicFrameMkLst>
        </pc:graphicFrameChg>
      </pc:sldChg>
      <pc:sldChg chg="addSp delSp modSp mod ord setBg delDesignElem chgLayout">
        <pc:chgData name="mukul maheshwari" userId="12cb43e2ca5f0d2c" providerId="LiveId" clId="{2F1B1B83-A47B-4F45-BA03-DC5899C1CECB}" dt="2025-07-02T17:30:18.562" v="734"/>
        <pc:sldMkLst>
          <pc:docMk/>
          <pc:sldMk cId="3597521098" sldId="268"/>
        </pc:sldMkLst>
        <pc:spChg chg="add mod ord">
          <ac:chgData name="mukul maheshwari" userId="12cb43e2ca5f0d2c" providerId="LiveId" clId="{2F1B1B83-A47B-4F45-BA03-DC5899C1CECB}" dt="2025-07-02T16:19:49.100" v="272" actId="26606"/>
          <ac:spMkLst>
            <pc:docMk/>
            <pc:sldMk cId="3597521098" sldId="268"/>
            <ac:spMk id="2" creationId="{681CB916-9270-815D-2058-2D8382E8C2D8}"/>
          </ac:spMkLst>
        </pc:spChg>
        <pc:spChg chg="del mod ord">
          <ac:chgData name="mukul maheshwari" userId="12cb43e2ca5f0d2c" providerId="LiveId" clId="{2F1B1B83-A47B-4F45-BA03-DC5899C1CECB}" dt="2025-07-02T16:19:49.100" v="272" actId="26606"/>
          <ac:spMkLst>
            <pc:docMk/>
            <pc:sldMk cId="3597521098" sldId="268"/>
            <ac:spMk id="3" creationId="{F4DE2EAD-7F87-55D0-0E69-78100E0E9185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3597521098" sldId="268"/>
            <ac:spMk id="9" creationId="{1A466FCC-26A6-AD0C-513D-472AAABEC282}"/>
          </ac:spMkLst>
        </pc:spChg>
        <pc:graphicFrameChg chg="add mod">
          <ac:chgData name="mukul maheshwari" userId="12cb43e2ca5f0d2c" providerId="LiveId" clId="{2F1B1B83-A47B-4F45-BA03-DC5899C1CECB}" dt="2025-07-02T16:24:37.189" v="320" actId="14100"/>
          <ac:graphicFrameMkLst>
            <pc:docMk/>
            <pc:sldMk cId="3597521098" sldId="268"/>
            <ac:graphicFrameMk id="5" creationId="{72826D52-AF53-53C4-96FF-5A0244AEA060}"/>
          </ac:graphicFrameMkLst>
        </pc:graphicFrameChg>
      </pc:sldChg>
      <pc:sldChg chg="addSp modSp del mod setBg">
        <pc:chgData name="mukul maheshwari" userId="12cb43e2ca5f0d2c" providerId="LiveId" clId="{2F1B1B83-A47B-4F45-BA03-DC5899C1CECB}" dt="2025-07-02T16:20:35.665" v="274" actId="2696"/>
        <pc:sldMkLst>
          <pc:docMk/>
          <pc:sldMk cId="917459545" sldId="269"/>
        </pc:sldMkLst>
        <pc:spChg chg="mod">
          <ac:chgData name="mukul maheshwari" userId="12cb43e2ca5f0d2c" providerId="LiveId" clId="{2F1B1B83-A47B-4F45-BA03-DC5899C1CECB}" dt="2025-07-02T16:20:07.829" v="273" actId="26606"/>
          <ac:spMkLst>
            <pc:docMk/>
            <pc:sldMk cId="917459545" sldId="269"/>
            <ac:spMk id="4" creationId="{D20CCED1-B96F-BC71-3FFF-4B7CB136A4E3}"/>
          </ac:spMkLst>
        </pc:spChg>
        <pc:spChg chg="add">
          <ac:chgData name="mukul maheshwari" userId="12cb43e2ca5f0d2c" providerId="LiveId" clId="{2F1B1B83-A47B-4F45-BA03-DC5899C1CECB}" dt="2025-07-02T16:20:07.829" v="273" actId="26606"/>
          <ac:spMkLst>
            <pc:docMk/>
            <pc:sldMk cId="917459545" sldId="269"/>
            <ac:spMk id="9" creationId="{70DFC902-7D23-471A-B557-B6B6917D7A0D}"/>
          </ac:spMkLst>
        </pc:spChg>
        <pc:spChg chg="add">
          <ac:chgData name="mukul maheshwari" userId="12cb43e2ca5f0d2c" providerId="LiveId" clId="{2F1B1B83-A47B-4F45-BA03-DC5899C1CECB}" dt="2025-07-02T16:20:07.829" v="273" actId="26606"/>
          <ac:spMkLst>
            <pc:docMk/>
            <pc:sldMk cId="917459545" sldId="269"/>
            <ac:spMk id="11" creationId="{A55D5633-D557-4DCA-982C-FF36EB7A1C00}"/>
          </ac:spMkLst>
        </pc:spChg>
        <pc:spChg chg="add">
          <ac:chgData name="mukul maheshwari" userId="12cb43e2ca5f0d2c" providerId="LiveId" clId="{2F1B1B83-A47B-4F45-BA03-DC5899C1CECB}" dt="2025-07-02T16:20:07.829" v="273" actId="26606"/>
          <ac:spMkLst>
            <pc:docMk/>
            <pc:sldMk cId="917459545" sldId="269"/>
            <ac:spMk id="13" creationId="{450D3AD2-FA80-415F-A9CE-54D884561CD7}"/>
          </ac:spMkLst>
        </pc:spChg>
      </pc:sldChg>
      <pc:sldChg chg="addSp delSp modSp add mod setBg delDesignElem chgLayout">
        <pc:chgData name="mukul maheshwari" userId="12cb43e2ca5f0d2c" providerId="LiveId" clId="{2F1B1B83-A47B-4F45-BA03-DC5899C1CECB}" dt="2025-07-02T17:30:18.562" v="734"/>
        <pc:sldMkLst>
          <pc:docMk/>
          <pc:sldMk cId="3028703769" sldId="269"/>
        </pc:sldMkLst>
        <pc:spChg chg="add mod ord">
          <ac:chgData name="mukul maheshwari" userId="12cb43e2ca5f0d2c" providerId="LiveId" clId="{2F1B1B83-A47B-4F45-BA03-DC5899C1CECB}" dt="2025-07-02T16:21:58.038" v="301" actId="26606"/>
          <ac:spMkLst>
            <pc:docMk/>
            <pc:sldMk cId="3028703769" sldId="269"/>
            <ac:spMk id="2" creationId="{A8911152-8425-F46A-356A-1D3CEFF58942}"/>
          </ac:spMkLst>
        </pc:spChg>
        <pc:spChg chg="del mod ord">
          <ac:chgData name="mukul maheshwari" userId="12cb43e2ca5f0d2c" providerId="LiveId" clId="{2F1B1B83-A47B-4F45-BA03-DC5899C1CECB}" dt="2025-07-02T16:21:58.038" v="301" actId="26606"/>
          <ac:spMkLst>
            <pc:docMk/>
            <pc:sldMk cId="3028703769" sldId="269"/>
            <ac:spMk id="4" creationId="{D20CCED1-B96F-BC71-3FFF-4B7CB136A4E3}"/>
          </ac:spMkLst>
        </pc:spChg>
        <pc:spChg chg="del">
          <ac:chgData name="mukul maheshwari" userId="12cb43e2ca5f0d2c" providerId="LiveId" clId="{2F1B1B83-A47B-4F45-BA03-DC5899C1CECB}" dt="2025-07-02T16:20:39.063" v="276"/>
          <ac:spMkLst>
            <pc:docMk/>
            <pc:sldMk cId="3028703769" sldId="269"/>
            <ac:spMk id="9" creationId="{70DFC902-7D23-471A-B557-B6B6917D7A0D}"/>
          </ac:spMkLst>
        </pc:spChg>
        <pc:spChg chg="add del">
          <ac:chgData name="mukul maheshwari" userId="12cb43e2ca5f0d2c" providerId="LiveId" clId="{2F1B1B83-A47B-4F45-BA03-DC5899C1CECB}" dt="2025-07-02T16:22:39.204" v="303" actId="26606"/>
          <ac:spMkLst>
            <pc:docMk/>
            <pc:sldMk cId="3028703769" sldId="269"/>
            <ac:spMk id="10" creationId="{600DC1B0-7E1A-BD02-3F93-19E6B1B75075}"/>
          </ac:spMkLst>
        </pc:spChg>
        <pc:spChg chg="del">
          <ac:chgData name="mukul maheshwari" userId="12cb43e2ca5f0d2c" providerId="LiveId" clId="{2F1B1B83-A47B-4F45-BA03-DC5899C1CECB}" dt="2025-07-02T16:20:39.063" v="276"/>
          <ac:spMkLst>
            <pc:docMk/>
            <pc:sldMk cId="3028703769" sldId="269"/>
            <ac:spMk id="11" creationId="{A55D5633-D557-4DCA-982C-FF36EB7A1C00}"/>
          </ac:spMkLst>
        </pc:spChg>
        <pc:spChg chg="del">
          <ac:chgData name="mukul maheshwari" userId="12cb43e2ca5f0d2c" providerId="LiveId" clId="{2F1B1B83-A47B-4F45-BA03-DC5899C1CECB}" dt="2025-07-02T16:20:39.063" v="276"/>
          <ac:spMkLst>
            <pc:docMk/>
            <pc:sldMk cId="3028703769" sldId="269"/>
            <ac:spMk id="13" creationId="{450D3AD2-FA80-415F-A9CE-54D884561CD7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3028703769" sldId="269"/>
            <ac:spMk id="15" creationId="{600DC1B0-7E1A-BD02-3F93-19E6B1B75075}"/>
          </ac:spMkLst>
        </pc:spChg>
        <pc:graphicFrameChg chg="add mod modGraphic">
          <ac:chgData name="mukul maheshwari" userId="12cb43e2ca5f0d2c" providerId="LiveId" clId="{2F1B1B83-A47B-4F45-BA03-DC5899C1CECB}" dt="2025-07-02T16:23:04.596" v="304" actId="12100"/>
          <ac:graphicFrameMkLst>
            <pc:docMk/>
            <pc:sldMk cId="3028703769" sldId="269"/>
            <ac:graphicFrameMk id="6" creationId="{6A975C8E-2046-D264-FD55-B96F32ACBEC4}"/>
          </ac:graphicFrameMkLst>
        </pc:graphicFrameChg>
      </pc:sldChg>
      <pc:sldChg chg="addSp delSp modSp mod setBg chgLayout">
        <pc:chgData name="mukul maheshwari" userId="12cb43e2ca5f0d2c" providerId="LiveId" clId="{2F1B1B83-A47B-4F45-BA03-DC5899C1CECB}" dt="2025-07-02T17:30:18.562" v="734"/>
        <pc:sldMkLst>
          <pc:docMk/>
          <pc:sldMk cId="551557834" sldId="270"/>
        </pc:sldMkLst>
        <pc:spChg chg="add mod ord">
          <ac:chgData name="mukul maheshwari" userId="12cb43e2ca5f0d2c" providerId="LiveId" clId="{2F1B1B83-A47B-4F45-BA03-DC5899C1CECB}" dt="2025-07-02T17:30:18.562" v="734"/>
          <ac:spMkLst>
            <pc:docMk/>
            <pc:sldMk cId="551557834" sldId="270"/>
            <ac:spMk id="2" creationId="{E7592468-6C3F-092E-CE73-040A0926C176}"/>
          </ac:spMkLst>
        </pc:spChg>
        <pc:spChg chg="add del mod ord">
          <ac:chgData name="mukul maheshwari" userId="12cb43e2ca5f0d2c" providerId="LiveId" clId="{2F1B1B83-A47B-4F45-BA03-DC5899C1CECB}" dt="2025-07-02T16:24:23.084" v="319" actId="26606"/>
          <ac:spMkLst>
            <pc:docMk/>
            <pc:sldMk cId="551557834" sldId="270"/>
            <ac:spMk id="3" creationId="{B24C94ED-EA10-F80E-50AE-50485060112A}"/>
          </ac:spMkLst>
        </pc:spChg>
        <pc:spChg chg="add del">
          <ac:chgData name="mukul maheshwari" userId="12cb43e2ca5f0d2c" providerId="LiveId" clId="{2F1B1B83-A47B-4F45-BA03-DC5899C1CECB}" dt="2025-07-02T16:24:06.283" v="316" actId="26606"/>
          <ac:spMkLst>
            <pc:docMk/>
            <pc:sldMk cId="551557834" sldId="270"/>
            <ac:spMk id="9" creationId="{600DC1B0-7E1A-BD02-3F93-19E6B1B75075}"/>
          </ac:spMkLst>
        </pc:spChg>
        <pc:spChg chg="add del">
          <ac:chgData name="mukul maheshwari" userId="12cb43e2ca5f0d2c" providerId="LiveId" clId="{2F1B1B83-A47B-4F45-BA03-DC5899C1CECB}" dt="2025-07-02T16:24:23.047" v="318" actId="26606"/>
          <ac:spMkLst>
            <pc:docMk/>
            <pc:sldMk cId="551557834" sldId="270"/>
            <ac:spMk id="11" creationId="{353CF00F-82D0-0DBA-75D5-1D01B4526C68}"/>
          </ac:spMkLst>
        </pc:spChg>
        <pc:graphicFrameChg chg="add del">
          <ac:chgData name="mukul maheshwari" userId="12cb43e2ca5f0d2c" providerId="LiveId" clId="{2F1B1B83-A47B-4F45-BA03-DC5899C1CECB}" dt="2025-07-02T16:24:06.283" v="316" actId="26606"/>
          <ac:graphicFrameMkLst>
            <pc:docMk/>
            <pc:sldMk cId="551557834" sldId="270"/>
            <ac:graphicFrameMk id="5" creationId="{9FAE23C5-B60A-B480-E2A9-A66BC599C375}"/>
          </ac:graphicFrameMkLst>
        </pc:graphicFrameChg>
        <pc:graphicFrameChg chg="add del">
          <ac:chgData name="mukul maheshwari" userId="12cb43e2ca5f0d2c" providerId="LiveId" clId="{2F1B1B83-A47B-4F45-BA03-DC5899C1CECB}" dt="2025-07-02T16:24:23.047" v="318" actId="26606"/>
          <ac:graphicFrameMkLst>
            <pc:docMk/>
            <pc:sldMk cId="551557834" sldId="270"/>
            <ac:graphicFrameMk id="12" creationId="{6F996E4F-52FE-C8C0-ED63-A300A93896A1}"/>
          </ac:graphicFrameMkLst>
        </pc:graphicFrameChg>
        <pc:graphicFrameChg chg="add">
          <ac:chgData name="mukul maheshwari" userId="12cb43e2ca5f0d2c" providerId="LiveId" clId="{2F1B1B83-A47B-4F45-BA03-DC5899C1CECB}" dt="2025-07-02T16:24:23.084" v="319" actId="26606"/>
          <ac:graphicFrameMkLst>
            <pc:docMk/>
            <pc:sldMk cId="551557834" sldId="270"/>
            <ac:graphicFrameMk id="14" creationId="{BE38858F-9EBE-94B3-502E-99517C2F326C}"/>
          </ac:graphicFrameMkLst>
        </pc:graphicFrameChg>
      </pc:sldChg>
      <pc:sldChg chg="addSp delSp modSp mod setBg delDesignElem">
        <pc:chgData name="mukul maheshwari" userId="12cb43e2ca5f0d2c" providerId="LiveId" clId="{2F1B1B83-A47B-4F45-BA03-DC5899C1CECB}" dt="2025-07-02T17:30:18.562" v="734"/>
        <pc:sldMkLst>
          <pc:docMk/>
          <pc:sldMk cId="1929799739" sldId="271"/>
        </pc:sldMkLst>
        <pc:spChg chg="mod">
          <ac:chgData name="mukul maheshwari" userId="12cb43e2ca5f0d2c" providerId="LiveId" clId="{2F1B1B83-A47B-4F45-BA03-DC5899C1CECB}" dt="2025-07-02T16:26:22.233" v="354" actId="26606"/>
          <ac:spMkLst>
            <pc:docMk/>
            <pc:sldMk cId="1929799739" sldId="271"/>
            <ac:spMk id="2" creationId="{FD1E3640-7210-3140-AFE3-278A0B609D50}"/>
          </ac:spMkLst>
        </pc:spChg>
        <pc:spChg chg="add del mod">
          <ac:chgData name="mukul maheshwari" userId="12cb43e2ca5f0d2c" providerId="LiveId" clId="{2F1B1B83-A47B-4F45-BA03-DC5899C1CECB}" dt="2025-07-02T16:25:39.779" v="335" actId="26606"/>
          <ac:spMkLst>
            <pc:docMk/>
            <pc:sldMk cId="1929799739" sldId="271"/>
            <ac:spMk id="3" creationId="{06F08F27-0219-1285-4F79-9B12BD0214AD}"/>
          </ac:spMkLst>
        </pc:spChg>
        <pc:spChg chg="add del">
          <ac:chgData name="mukul maheshwari" userId="12cb43e2ca5f0d2c" providerId="LiveId" clId="{2F1B1B83-A47B-4F45-BA03-DC5899C1CECB}" dt="2025-07-02T16:25:32.033" v="332" actId="26606"/>
          <ac:spMkLst>
            <pc:docMk/>
            <pc:sldMk cId="1929799739" sldId="271"/>
            <ac:spMk id="6" creationId="{1A466FCC-26A6-AD0C-513D-472AAABEC282}"/>
          </ac:spMkLst>
        </pc:spChg>
        <pc:spChg chg="add del">
          <ac:chgData name="mukul maheshwari" userId="12cb43e2ca5f0d2c" providerId="LiveId" clId="{2F1B1B83-A47B-4F45-BA03-DC5899C1CECB}" dt="2025-07-02T16:25:22.985" v="330" actId="26606"/>
          <ac:spMkLst>
            <pc:docMk/>
            <pc:sldMk cId="1929799739" sldId="271"/>
            <ac:spMk id="9" creationId="{1A466FCC-26A6-AD0C-513D-472AAABEC282}"/>
          </ac:spMkLst>
        </pc:spChg>
        <pc:spChg chg="add del">
          <ac:chgData name="mukul maheshwari" userId="12cb43e2ca5f0d2c" providerId="LiveId" clId="{2F1B1B83-A47B-4F45-BA03-DC5899C1CECB}" dt="2025-07-02T16:25:39.739" v="334" actId="26606"/>
          <ac:spMkLst>
            <pc:docMk/>
            <pc:sldMk cId="1929799739" sldId="271"/>
            <ac:spMk id="10" creationId="{600DC1B0-7E1A-BD02-3F93-19E6B1B75075}"/>
          </ac:spMkLst>
        </pc:spChg>
        <pc:spChg chg="add del">
          <ac:chgData name="mukul maheshwari" userId="12cb43e2ca5f0d2c" providerId="LiveId" clId="{2F1B1B83-A47B-4F45-BA03-DC5899C1CECB}" dt="2025-07-02T16:26:22.233" v="354" actId="26606"/>
          <ac:spMkLst>
            <pc:docMk/>
            <pc:sldMk cId="1929799739" sldId="271"/>
            <ac:spMk id="13" creationId="{1A466FCC-26A6-AD0C-513D-472AAABEC282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1929799739" sldId="271"/>
            <ac:spMk id="19" creationId="{600DC1B0-7E1A-BD02-3F93-19E6B1B75075}"/>
          </ac:spMkLst>
        </pc:spChg>
        <pc:graphicFrameChg chg="add del">
          <ac:chgData name="mukul maheshwari" userId="12cb43e2ca5f0d2c" providerId="LiveId" clId="{2F1B1B83-A47B-4F45-BA03-DC5899C1CECB}" dt="2025-07-02T16:25:22.985" v="330" actId="26606"/>
          <ac:graphicFrameMkLst>
            <pc:docMk/>
            <pc:sldMk cId="1929799739" sldId="271"/>
            <ac:graphicFrameMk id="5" creationId="{A1340F7F-565A-8630-BC2C-40B189B60238}"/>
          </ac:graphicFrameMkLst>
        </pc:graphicFrameChg>
        <pc:graphicFrameChg chg="add del">
          <ac:chgData name="mukul maheshwari" userId="12cb43e2ca5f0d2c" providerId="LiveId" clId="{2F1B1B83-A47B-4F45-BA03-DC5899C1CECB}" dt="2025-07-02T16:25:32.033" v="332" actId="26606"/>
          <ac:graphicFrameMkLst>
            <pc:docMk/>
            <pc:sldMk cId="1929799739" sldId="271"/>
            <ac:graphicFrameMk id="7" creationId="{106C0190-121F-E8CE-5F95-BBBB1D68899F}"/>
          </ac:graphicFrameMkLst>
        </pc:graphicFrameChg>
        <pc:graphicFrameChg chg="add del">
          <ac:chgData name="mukul maheshwari" userId="12cb43e2ca5f0d2c" providerId="LiveId" clId="{2F1B1B83-A47B-4F45-BA03-DC5899C1CECB}" dt="2025-07-02T16:25:39.739" v="334" actId="26606"/>
          <ac:graphicFrameMkLst>
            <pc:docMk/>
            <pc:sldMk cId="1929799739" sldId="271"/>
            <ac:graphicFrameMk id="11" creationId="{3CD920EE-A16A-8756-C830-A12B3CB108B4}"/>
          </ac:graphicFrameMkLst>
        </pc:graphicFrameChg>
        <pc:graphicFrameChg chg="add mod modGraphic">
          <ac:chgData name="mukul maheshwari" userId="12cb43e2ca5f0d2c" providerId="LiveId" clId="{2F1B1B83-A47B-4F45-BA03-DC5899C1CECB}" dt="2025-07-02T16:26:32.483" v="355"/>
          <ac:graphicFrameMkLst>
            <pc:docMk/>
            <pc:sldMk cId="1929799739" sldId="271"/>
            <ac:graphicFrameMk id="14" creationId="{106C0190-121F-E8CE-5F95-BBBB1D68899F}"/>
          </ac:graphicFrameMkLst>
        </pc:graphicFrameChg>
      </pc:sldChg>
      <pc:sldChg chg="addSp delSp modSp mod setBg">
        <pc:chgData name="mukul maheshwari" userId="12cb43e2ca5f0d2c" providerId="LiveId" clId="{2F1B1B83-A47B-4F45-BA03-DC5899C1CECB}" dt="2025-07-02T16:26:51" v="358" actId="26606"/>
        <pc:sldMkLst>
          <pc:docMk/>
          <pc:sldMk cId="241108134" sldId="272"/>
        </pc:sldMkLst>
        <pc:spChg chg="del mod">
          <ac:chgData name="mukul maheshwari" userId="12cb43e2ca5f0d2c" providerId="LiveId" clId="{2F1B1B83-A47B-4F45-BA03-DC5899C1CECB}" dt="2025-07-02T16:26:51" v="358" actId="26606"/>
          <ac:spMkLst>
            <pc:docMk/>
            <pc:sldMk cId="241108134" sldId="272"/>
            <ac:spMk id="4" creationId="{80FF9C5D-AB1B-4CA8-97DE-D9B5E404D1F4}"/>
          </ac:spMkLst>
        </pc:spChg>
        <pc:spChg chg="add del">
          <ac:chgData name="mukul maheshwari" userId="12cb43e2ca5f0d2c" providerId="LiveId" clId="{2F1B1B83-A47B-4F45-BA03-DC5899C1CECB}" dt="2025-07-02T16:26:50.966" v="357" actId="26606"/>
          <ac:spMkLst>
            <pc:docMk/>
            <pc:sldMk cId="241108134" sldId="272"/>
            <ac:spMk id="9" creationId="{70DFC902-7D23-471A-B557-B6B6917D7A0D}"/>
          </ac:spMkLst>
        </pc:spChg>
        <pc:spChg chg="add del">
          <ac:chgData name="mukul maheshwari" userId="12cb43e2ca5f0d2c" providerId="LiveId" clId="{2F1B1B83-A47B-4F45-BA03-DC5899C1CECB}" dt="2025-07-02T16:26:50.966" v="357" actId="26606"/>
          <ac:spMkLst>
            <pc:docMk/>
            <pc:sldMk cId="241108134" sldId="272"/>
            <ac:spMk id="11" creationId="{A55D5633-D557-4DCA-982C-FF36EB7A1C00}"/>
          </ac:spMkLst>
        </pc:spChg>
        <pc:spChg chg="add del">
          <ac:chgData name="mukul maheshwari" userId="12cb43e2ca5f0d2c" providerId="LiveId" clId="{2F1B1B83-A47B-4F45-BA03-DC5899C1CECB}" dt="2025-07-02T16:26:50.966" v="357" actId="26606"/>
          <ac:spMkLst>
            <pc:docMk/>
            <pc:sldMk cId="241108134" sldId="272"/>
            <ac:spMk id="13" creationId="{450D3AD2-FA80-415F-A9CE-54D884561CD7}"/>
          </ac:spMkLst>
        </pc:spChg>
        <pc:graphicFrameChg chg="add">
          <ac:chgData name="mukul maheshwari" userId="12cb43e2ca5f0d2c" providerId="LiveId" clId="{2F1B1B83-A47B-4F45-BA03-DC5899C1CECB}" dt="2025-07-02T16:26:51" v="358" actId="26606"/>
          <ac:graphicFrameMkLst>
            <pc:docMk/>
            <pc:sldMk cId="241108134" sldId="272"/>
            <ac:graphicFrameMk id="6" creationId="{E4B02D1E-F714-9023-8FD9-5119DD86C251}"/>
          </ac:graphicFrameMkLst>
        </pc:graphicFrameChg>
      </pc:sldChg>
      <pc:sldChg chg="addSp delSp modSp mod setBg delDesignElem">
        <pc:chgData name="mukul maheshwari" userId="12cb43e2ca5f0d2c" providerId="LiveId" clId="{2F1B1B83-A47B-4F45-BA03-DC5899C1CECB}" dt="2025-07-02T17:30:18.562" v="734"/>
        <pc:sldMkLst>
          <pc:docMk/>
          <pc:sldMk cId="2530759367" sldId="273"/>
        </pc:sldMkLst>
        <pc:spChg chg="mod">
          <ac:chgData name="mukul maheshwari" userId="12cb43e2ca5f0d2c" providerId="LiveId" clId="{2F1B1B83-A47B-4F45-BA03-DC5899C1CECB}" dt="2025-07-02T16:27:39.036" v="365" actId="26606"/>
          <ac:spMkLst>
            <pc:docMk/>
            <pc:sldMk cId="2530759367" sldId="273"/>
            <ac:spMk id="2" creationId="{4F8D18DF-772C-99B1-5B99-B85FEEF1E164}"/>
          </ac:spMkLst>
        </pc:spChg>
        <pc:spChg chg="del mod">
          <ac:chgData name="mukul maheshwari" userId="12cb43e2ca5f0d2c" providerId="LiveId" clId="{2F1B1B83-A47B-4F45-BA03-DC5899C1CECB}" dt="2025-07-02T16:27:19.011" v="360" actId="26606"/>
          <ac:spMkLst>
            <pc:docMk/>
            <pc:sldMk cId="2530759367" sldId="273"/>
            <ac:spMk id="4" creationId="{B24E0630-4449-DF74-EBA6-9F8506FAA060}"/>
          </ac:spMkLst>
        </pc:spChg>
        <pc:spChg chg="add del">
          <ac:chgData name="mukul maheshwari" userId="12cb43e2ca5f0d2c" providerId="LiveId" clId="{2F1B1B83-A47B-4F45-BA03-DC5899C1CECB}" dt="2025-07-02T16:27:39.036" v="365" actId="26606"/>
          <ac:spMkLst>
            <pc:docMk/>
            <pc:sldMk cId="2530759367" sldId="273"/>
            <ac:spMk id="10" creationId="{1A466FCC-26A6-AD0C-513D-472AAABEC282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530759367" sldId="273"/>
            <ac:spMk id="15" creationId="{01A22726-DA03-BCB0-F12E-98258FB7E5C0}"/>
          </ac:spMkLst>
        </pc:spChg>
        <pc:graphicFrameChg chg="add mod modGraphic">
          <ac:chgData name="mukul maheshwari" userId="12cb43e2ca5f0d2c" providerId="LiveId" clId="{2F1B1B83-A47B-4F45-BA03-DC5899C1CECB}" dt="2025-07-02T16:28:36.635" v="370"/>
          <ac:graphicFrameMkLst>
            <pc:docMk/>
            <pc:sldMk cId="2530759367" sldId="273"/>
            <ac:graphicFrameMk id="6" creationId="{9CB0FE69-5963-46E5-650C-F032828EF1DA}"/>
          </ac:graphicFrameMkLst>
        </pc:graphicFrameChg>
      </pc:sldChg>
      <pc:sldChg chg="addSp delSp modSp mod setBg delDesignElem chgLayout">
        <pc:chgData name="mukul maheshwari" userId="12cb43e2ca5f0d2c" providerId="LiveId" clId="{2F1B1B83-A47B-4F45-BA03-DC5899C1CECB}" dt="2025-07-02T17:30:18.562" v="734"/>
        <pc:sldMkLst>
          <pc:docMk/>
          <pc:sldMk cId="94579945" sldId="274"/>
        </pc:sldMkLst>
        <pc:spChg chg="add mod ord">
          <ac:chgData name="mukul maheshwari" userId="12cb43e2ca5f0d2c" providerId="LiveId" clId="{2F1B1B83-A47B-4F45-BA03-DC5899C1CECB}" dt="2025-07-02T16:31:00.453" v="392" actId="14100"/>
          <ac:spMkLst>
            <pc:docMk/>
            <pc:sldMk cId="94579945" sldId="274"/>
            <ac:spMk id="2" creationId="{FC7A1EEA-C186-395D-780E-4F0DE8EFD3EF}"/>
          </ac:spMkLst>
        </pc:spChg>
        <pc:spChg chg="del mod ord">
          <ac:chgData name="mukul maheshwari" userId="12cb43e2ca5f0d2c" providerId="LiveId" clId="{2F1B1B83-A47B-4F45-BA03-DC5899C1CECB}" dt="2025-07-02T16:30:32.500" v="385" actId="26606"/>
          <ac:spMkLst>
            <pc:docMk/>
            <pc:sldMk cId="94579945" sldId="274"/>
            <ac:spMk id="3" creationId="{6EE03E1A-E139-AB02-B993-35AB18D9D144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94579945" sldId="274"/>
            <ac:spMk id="9" creationId="{951922D2-D397-9EA4-A66D-55B0884D1A6A}"/>
          </ac:spMkLst>
        </pc:spChg>
        <pc:graphicFrameChg chg="add mod">
          <ac:chgData name="mukul maheshwari" userId="12cb43e2ca5f0d2c" providerId="LiveId" clId="{2F1B1B83-A47B-4F45-BA03-DC5899C1CECB}" dt="2025-07-02T16:31:05.119" v="393" actId="14100"/>
          <ac:graphicFrameMkLst>
            <pc:docMk/>
            <pc:sldMk cId="94579945" sldId="274"/>
            <ac:graphicFrameMk id="5" creationId="{0562C996-741A-D961-9EB7-1690661E502E}"/>
          </ac:graphicFrameMkLst>
        </pc:graphicFrameChg>
      </pc:sldChg>
      <pc:sldChg chg="addSp delSp modSp mod chgLayout">
        <pc:chgData name="mukul maheshwari" userId="12cb43e2ca5f0d2c" providerId="LiveId" clId="{2F1B1B83-A47B-4F45-BA03-DC5899C1CECB}" dt="2025-07-02T17:30:18.562" v="734"/>
        <pc:sldMkLst>
          <pc:docMk/>
          <pc:sldMk cId="3302868576" sldId="275"/>
        </pc:sldMkLst>
        <pc:spChg chg="add mod ord">
          <ac:chgData name="mukul maheshwari" userId="12cb43e2ca5f0d2c" providerId="LiveId" clId="{2F1B1B83-A47B-4F45-BA03-DC5899C1CECB}" dt="2025-07-02T17:30:18.562" v="734"/>
          <ac:spMkLst>
            <pc:docMk/>
            <pc:sldMk cId="3302868576" sldId="275"/>
            <ac:spMk id="2" creationId="{721FE456-5AA7-3B79-33D9-34DA83F44815}"/>
          </ac:spMkLst>
        </pc:spChg>
        <pc:spChg chg="del mod ord">
          <ac:chgData name="mukul maheshwari" userId="12cb43e2ca5f0d2c" providerId="LiveId" clId="{2F1B1B83-A47B-4F45-BA03-DC5899C1CECB}" dt="2025-07-02T16:31:25.899" v="400" actId="26606"/>
          <ac:spMkLst>
            <pc:docMk/>
            <pc:sldMk cId="3302868576" sldId="275"/>
            <ac:spMk id="3" creationId="{EA03EB1E-F982-7230-D766-4958B64A798F}"/>
          </ac:spMkLst>
        </pc:spChg>
        <pc:graphicFrameChg chg="add mod">
          <ac:chgData name="mukul maheshwari" userId="12cb43e2ca5f0d2c" providerId="LiveId" clId="{2F1B1B83-A47B-4F45-BA03-DC5899C1CECB}" dt="2025-07-02T16:31:53.641" v="402"/>
          <ac:graphicFrameMkLst>
            <pc:docMk/>
            <pc:sldMk cId="3302868576" sldId="275"/>
            <ac:graphicFrameMk id="5" creationId="{0B53C1A4-A66F-E9A2-9D48-0F2ED8BDE8E6}"/>
          </ac:graphicFrameMkLst>
        </pc:graphicFrameChg>
      </pc:sldChg>
      <pc:sldChg chg="addSp delSp modSp mod setBg delDesignElem chgLayout">
        <pc:chgData name="mukul maheshwari" userId="12cb43e2ca5f0d2c" providerId="LiveId" clId="{2F1B1B83-A47B-4F45-BA03-DC5899C1CECB}" dt="2025-07-02T17:30:18.562" v="734"/>
        <pc:sldMkLst>
          <pc:docMk/>
          <pc:sldMk cId="3874463992" sldId="276"/>
        </pc:sldMkLst>
        <pc:spChg chg="add mod ord">
          <ac:chgData name="mukul maheshwari" userId="12cb43e2ca5f0d2c" providerId="LiveId" clId="{2F1B1B83-A47B-4F45-BA03-DC5899C1CECB}" dt="2025-07-02T16:32:20.428" v="409" actId="26606"/>
          <ac:spMkLst>
            <pc:docMk/>
            <pc:sldMk cId="3874463992" sldId="276"/>
            <ac:spMk id="2" creationId="{A60029AA-F2CD-F820-A149-8FEB448A6BC5}"/>
          </ac:spMkLst>
        </pc:spChg>
        <pc:spChg chg="del mod ord">
          <ac:chgData name="mukul maheshwari" userId="12cb43e2ca5f0d2c" providerId="LiveId" clId="{2F1B1B83-A47B-4F45-BA03-DC5899C1CECB}" dt="2025-07-02T16:32:20.428" v="409" actId="26606"/>
          <ac:spMkLst>
            <pc:docMk/>
            <pc:sldMk cId="3874463992" sldId="276"/>
            <ac:spMk id="3" creationId="{C4D7F322-262C-F8A4-5C26-53A112BA0ED5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3874463992" sldId="276"/>
            <ac:spMk id="9" creationId="{600DC1B0-7E1A-BD02-3F93-19E6B1B75075}"/>
          </ac:spMkLst>
        </pc:spChg>
        <pc:graphicFrameChg chg="add">
          <ac:chgData name="mukul maheshwari" userId="12cb43e2ca5f0d2c" providerId="LiveId" clId="{2F1B1B83-A47B-4F45-BA03-DC5899C1CECB}" dt="2025-07-02T16:32:20.428" v="409" actId="26606"/>
          <ac:graphicFrameMkLst>
            <pc:docMk/>
            <pc:sldMk cId="3874463992" sldId="276"/>
            <ac:graphicFrameMk id="5" creationId="{73812D2D-7FE9-2F12-135A-3BCE69CBD0D9}"/>
          </ac:graphicFrameMkLst>
        </pc:graphicFrameChg>
      </pc:sldChg>
      <pc:sldChg chg="addSp delSp modSp mod setBg delDesignElem chgLayout">
        <pc:chgData name="mukul maheshwari" userId="12cb43e2ca5f0d2c" providerId="LiveId" clId="{2F1B1B83-A47B-4F45-BA03-DC5899C1CECB}" dt="2025-07-02T17:30:18.562" v="734"/>
        <pc:sldMkLst>
          <pc:docMk/>
          <pc:sldMk cId="2554854466" sldId="277"/>
        </pc:sldMkLst>
        <pc:spChg chg="add mod ord">
          <ac:chgData name="mukul maheshwari" userId="12cb43e2ca5f0d2c" providerId="LiveId" clId="{2F1B1B83-A47B-4F45-BA03-DC5899C1CECB}" dt="2025-07-02T17:30:18.562" v="734"/>
          <ac:spMkLst>
            <pc:docMk/>
            <pc:sldMk cId="2554854466" sldId="277"/>
            <ac:spMk id="2" creationId="{87CDC65F-15E1-7C2B-E008-AB0915E3BBBA}"/>
          </ac:spMkLst>
        </pc:spChg>
        <pc:spChg chg="del mod ord">
          <ac:chgData name="mukul maheshwari" userId="12cb43e2ca5f0d2c" providerId="LiveId" clId="{2F1B1B83-A47B-4F45-BA03-DC5899C1CECB}" dt="2025-07-02T16:32:56.796" v="415" actId="26606"/>
          <ac:spMkLst>
            <pc:docMk/>
            <pc:sldMk cId="2554854466" sldId="277"/>
            <ac:spMk id="4" creationId="{57D69EB3-A3B6-F78F-AF67-29211955A261}"/>
          </ac:spMkLst>
        </pc:spChg>
        <pc:spChg chg="add del">
          <ac:chgData name="mukul maheshwari" userId="12cb43e2ca5f0d2c" providerId="LiveId" clId="{2F1B1B83-A47B-4F45-BA03-DC5899C1CECB}" dt="2025-07-02T16:32:42.090" v="412" actId="700"/>
          <ac:spMkLst>
            <pc:docMk/>
            <pc:sldMk cId="2554854466" sldId="277"/>
            <ac:spMk id="9" creationId="{70DFC902-7D23-471A-B557-B6B6917D7A0D}"/>
          </ac:spMkLst>
        </pc:spChg>
        <pc:spChg chg="add del">
          <ac:chgData name="mukul maheshwari" userId="12cb43e2ca5f0d2c" providerId="LiveId" clId="{2F1B1B83-A47B-4F45-BA03-DC5899C1CECB}" dt="2025-07-02T16:32:42.090" v="412" actId="700"/>
          <ac:spMkLst>
            <pc:docMk/>
            <pc:sldMk cId="2554854466" sldId="277"/>
            <ac:spMk id="11" creationId="{A55D5633-D557-4DCA-982C-FF36EB7A1C00}"/>
          </ac:spMkLst>
        </pc:spChg>
        <pc:spChg chg="add del">
          <ac:chgData name="mukul maheshwari" userId="12cb43e2ca5f0d2c" providerId="LiveId" clId="{2F1B1B83-A47B-4F45-BA03-DC5899C1CECB}" dt="2025-07-02T16:32:42.090" v="412" actId="700"/>
          <ac:spMkLst>
            <pc:docMk/>
            <pc:sldMk cId="2554854466" sldId="277"/>
            <ac:spMk id="13" creationId="{450D3AD2-FA80-415F-A9CE-54D884561CD7}"/>
          </ac:spMkLst>
        </pc:spChg>
        <pc:graphicFrameChg chg="add">
          <ac:chgData name="mukul maheshwari" userId="12cb43e2ca5f0d2c" providerId="LiveId" clId="{2F1B1B83-A47B-4F45-BA03-DC5899C1CECB}" dt="2025-07-02T16:32:56.796" v="415" actId="26606"/>
          <ac:graphicFrameMkLst>
            <pc:docMk/>
            <pc:sldMk cId="2554854466" sldId="277"/>
            <ac:graphicFrameMk id="6" creationId="{81AF64B1-FC75-D80B-9B77-16B65B184800}"/>
          </ac:graphicFrameMkLst>
        </pc:graphicFrameChg>
      </pc:sldChg>
      <pc:sldChg chg="del">
        <pc:chgData name="mukul maheshwari" userId="12cb43e2ca5f0d2c" providerId="LiveId" clId="{2F1B1B83-A47B-4F45-BA03-DC5899C1CECB}" dt="2025-07-02T16:50:08.431" v="538" actId="47"/>
        <pc:sldMkLst>
          <pc:docMk/>
          <pc:sldMk cId="2931657825" sldId="278"/>
        </pc:sldMkLst>
      </pc:sldChg>
      <pc:sldChg chg="del">
        <pc:chgData name="mukul maheshwari" userId="12cb43e2ca5f0d2c" providerId="LiveId" clId="{2F1B1B83-A47B-4F45-BA03-DC5899C1CECB}" dt="2025-07-02T16:50:08.431" v="538" actId="47"/>
        <pc:sldMkLst>
          <pc:docMk/>
          <pc:sldMk cId="4211355154" sldId="279"/>
        </pc:sldMkLst>
      </pc:sldChg>
      <pc:sldChg chg="modSp del mod">
        <pc:chgData name="mukul maheshwari" userId="12cb43e2ca5f0d2c" providerId="LiveId" clId="{2F1B1B83-A47B-4F45-BA03-DC5899C1CECB}" dt="2025-07-02T16:50:08.431" v="538" actId="47"/>
        <pc:sldMkLst>
          <pc:docMk/>
          <pc:sldMk cId="1877129650" sldId="280"/>
        </pc:sldMkLst>
        <pc:spChg chg="mod">
          <ac:chgData name="mukul maheshwari" userId="12cb43e2ca5f0d2c" providerId="LiveId" clId="{2F1B1B83-A47B-4F45-BA03-DC5899C1CECB}" dt="2025-07-02T15:23:48.233" v="19" actId="27636"/>
          <ac:spMkLst>
            <pc:docMk/>
            <pc:sldMk cId="1877129650" sldId="280"/>
            <ac:spMk id="3" creationId="{3DCEE36D-D89A-BC7C-F009-E3BF2104A4A9}"/>
          </ac:spMkLst>
        </pc:spChg>
      </pc:sldChg>
      <pc:sldChg chg="modSp del mod">
        <pc:chgData name="mukul maheshwari" userId="12cb43e2ca5f0d2c" providerId="LiveId" clId="{2F1B1B83-A47B-4F45-BA03-DC5899C1CECB}" dt="2025-07-02T16:50:08.431" v="538" actId="47"/>
        <pc:sldMkLst>
          <pc:docMk/>
          <pc:sldMk cId="3407053233" sldId="281"/>
        </pc:sldMkLst>
        <pc:spChg chg="mod">
          <ac:chgData name="mukul maheshwari" userId="12cb43e2ca5f0d2c" providerId="LiveId" clId="{2F1B1B83-A47B-4F45-BA03-DC5899C1CECB}" dt="2025-07-02T15:23:48.237" v="20" actId="27636"/>
          <ac:spMkLst>
            <pc:docMk/>
            <pc:sldMk cId="3407053233" sldId="281"/>
            <ac:spMk id="2" creationId="{B765E3B3-EDC7-7A9E-8B19-F8A9940AC08C}"/>
          </ac:spMkLst>
        </pc:spChg>
        <pc:spChg chg="mod">
          <ac:chgData name="mukul maheshwari" userId="12cb43e2ca5f0d2c" providerId="LiveId" clId="{2F1B1B83-A47B-4F45-BA03-DC5899C1CECB}" dt="2025-07-02T15:23:48.261" v="21" actId="27636"/>
          <ac:spMkLst>
            <pc:docMk/>
            <pc:sldMk cId="3407053233" sldId="281"/>
            <ac:spMk id="3" creationId="{02E56846-6B8B-0D2D-331F-90BD86369934}"/>
          </ac:spMkLst>
        </pc:spChg>
      </pc:sldChg>
      <pc:sldChg chg="modSp del mod">
        <pc:chgData name="mukul maheshwari" userId="12cb43e2ca5f0d2c" providerId="LiveId" clId="{2F1B1B83-A47B-4F45-BA03-DC5899C1CECB}" dt="2025-07-02T16:50:08.431" v="538" actId="47"/>
        <pc:sldMkLst>
          <pc:docMk/>
          <pc:sldMk cId="175846876" sldId="282"/>
        </pc:sldMkLst>
        <pc:spChg chg="mod">
          <ac:chgData name="mukul maheshwari" userId="12cb43e2ca5f0d2c" providerId="LiveId" clId="{2F1B1B83-A47B-4F45-BA03-DC5899C1CECB}" dt="2025-07-02T15:23:48.266" v="22" actId="27636"/>
          <ac:spMkLst>
            <pc:docMk/>
            <pc:sldMk cId="175846876" sldId="282"/>
            <ac:spMk id="2" creationId="{B6767418-047F-D74F-DE48-D9216D276145}"/>
          </ac:spMkLst>
        </pc:spChg>
      </pc:sldChg>
      <pc:sldChg chg="addSp delSp modSp mod setBg delDesignElem">
        <pc:chgData name="mukul maheshwari" userId="12cb43e2ca5f0d2c" providerId="LiveId" clId="{2F1B1B83-A47B-4F45-BA03-DC5899C1CECB}" dt="2025-07-02T17:30:18.562" v="734"/>
        <pc:sldMkLst>
          <pc:docMk/>
          <pc:sldMk cId="2754724439" sldId="283"/>
        </pc:sldMkLst>
        <pc:spChg chg="mod">
          <ac:chgData name="mukul maheshwari" userId="12cb43e2ca5f0d2c" providerId="LiveId" clId="{2F1B1B83-A47B-4F45-BA03-DC5899C1CECB}" dt="2025-07-02T16:50:32.116" v="541" actId="26606"/>
          <ac:spMkLst>
            <pc:docMk/>
            <pc:sldMk cId="2754724439" sldId="283"/>
            <ac:spMk id="2" creationId="{ED95B6C9-10B6-3794-8CAE-94FDC5916CF3}"/>
          </ac:spMkLst>
        </pc:spChg>
        <pc:spChg chg="add del">
          <ac:chgData name="mukul maheshwari" userId="12cb43e2ca5f0d2c" providerId="LiveId" clId="{2F1B1B83-A47B-4F45-BA03-DC5899C1CECB}" dt="2025-07-02T16:50:32.116" v="541" actId="26606"/>
          <ac:spMkLst>
            <pc:docMk/>
            <pc:sldMk cId="2754724439" sldId="283"/>
            <ac:spMk id="4" creationId="{E3AE327C-837A-E99C-ED82-174C034B8084}"/>
          </ac:spMkLst>
        </pc:spChg>
        <pc:spChg chg="add del">
          <ac:chgData name="mukul maheshwari" userId="12cb43e2ca5f0d2c" providerId="LiveId" clId="{2F1B1B83-A47B-4F45-BA03-DC5899C1CECB}" dt="2025-07-02T16:50:32.048" v="540" actId="26606"/>
          <ac:spMkLst>
            <pc:docMk/>
            <pc:sldMk cId="2754724439" sldId="283"/>
            <ac:spMk id="10" creationId="{600DC1B0-7E1A-BD02-3F93-19E6B1B75075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754724439" sldId="283"/>
            <ac:spMk id="12" creationId="{353CF00F-82D0-0DBA-75D5-1D01B4526C68}"/>
          </ac:spMkLst>
        </pc:spChg>
        <pc:graphicFrameChg chg="add del">
          <ac:chgData name="mukul maheshwari" userId="12cb43e2ca5f0d2c" providerId="LiveId" clId="{2F1B1B83-A47B-4F45-BA03-DC5899C1CECB}" dt="2025-07-02T16:50:32.048" v="540" actId="26606"/>
          <ac:graphicFrameMkLst>
            <pc:docMk/>
            <pc:sldMk cId="2754724439" sldId="283"/>
            <ac:graphicFrameMk id="6" creationId="{C8E777F9-7E0C-20AA-B017-8E21C247715B}"/>
          </ac:graphicFrameMkLst>
        </pc:graphicFrameChg>
        <pc:graphicFrameChg chg="add">
          <ac:chgData name="mukul maheshwari" userId="12cb43e2ca5f0d2c" providerId="LiveId" clId="{2F1B1B83-A47B-4F45-BA03-DC5899C1CECB}" dt="2025-07-02T16:50:32.116" v="541" actId="26606"/>
          <ac:graphicFrameMkLst>
            <pc:docMk/>
            <pc:sldMk cId="2754724439" sldId="283"/>
            <ac:graphicFrameMk id="13" creationId="{FAD6889B-7B8A-1829-8AB9-15F3E5966F05}"/>
          </ac:graphicFrameMkLst>
        </pc:graphicFrameChg>
      </pc:sldChg>
      <pc:sldChg chg="addSp delSp modSp mod chgLayout">
        <pc:chgData name="mukul maheshwari" userId="12cb43e2ca5f0d2c" providerId="LiveId" clId="{2F1B1B83-A47B-4F45-BA03-DC5899C1CECB}" dt="2025-07-02T17:30:18.562" v="734"/>
        <pc:sldMkLst>
          <pc:docMk/>
          <pc:sldMk cId="3150540225" sldId="284"/>
        </pc:sldMkLst>
        <pc:spChg chg="add mod ord">
          <ac:chgData name="mukul maheshwari" userId="12cb43e2ca5f0d2c" providerId="LiveId" clId="{2F1B1B83-A47B-4F45-BA03-DC5899C1CECB}" dt="2025-07-02T17:30:18.562" v="734"/>
          <ac:spMkLst>
            <pc:docMk/>
            <pc:sldMk cId="3150540225" sldId="284"/>
            <ac:spMk id="2" creationId="{0FAEBF0C-D4A1-8143-DF01-E3B0703FD268}"/>
          </ac:spMkLst>
        </pc:spChg>
        <pc:spChg chg="del mod ord">
          <ac:chgData name="mukul maheshwari" userId="12cb43e2ca5f0d2c" providerId="LiveId" clId="{2F1B1B83-A47B-4F45-BA03-DC5899C1CECB}" dt="2025-07-02T16:51:21.288" v="548" actId="26606"/>
          <ac:spMkLst>
            <pc:docMk/>
            <pc:sldMk cId="3150540225" sldId="284"/>
            <ac:spMk id="3" creationId="{FCBC450E-00A4-E659-2B5E-990ABD91B0FD}"/>
          </ac:spMkLst>
        </pc:spChg>
        <pc:graphicFrameChg chg="add">
          <ac:chgData name="mukul maheshwari" userId="12cb43e2ca5f0d2c" providerId="LiveId" clId="{2F1B1B83-A47B-4F45-BA03-DC5899C1CECB}" dt="2025-07-02T16:51:21.288" v="548" actId="26606"/>
          <ac:graphicFrameMkLst>
            <pc:docMk/>
            <pc:sldMk cId="3150540225" sldId="284"/>
            <ac:graphicFrameMk id="5" creationId="{AA0E277D-41D5-B5D9-FCEA-429FD1ED7F4F}"/>
          </ac:graphicFrameMkLst>
        </pc:graphicFrameChg>
      </pc:sldChg>
      <pc:sldChg chg="addSp delSp modSp mod setBg delDesignElem">
        <pc:chgData name="mukul maheshwari" userId="12cb43e2ca5f0d2c" providerId="LiveId" clId="{2F1B1B83-A47B-4F45-BA03-DC5899C1CECB}" dt="2025-07-02T17:30:18.562" v="734"/>
        <pc:sldMkLst>
          <pc:docMk/>
          <pc:sldMk cId="623013092" sldId="285"/>
        </pc:sldMkLst>
        <pc:spChg chg="mod">
          <ac:chgData name="mukul maheshwari" userId="12cb43e2ca5f0d2c" providerId="LiveId" clId="{2F1B1B83-A47B-4F45-BA03-DC5899C1CECB}" dt="2025-07-02T16:54:21.394" v="556" actId="207"/>
          <ac:spMkLst>
            <pc:docMk/>
            <pc:sldMk cId="623013092" sldId="285"/>
            <ac:spMk id="4" creationId="{914BACE0-5C86-3DD7-5C11-1976A431F8AC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623013092" sldId="285"/>
            <ac:spMk id="10" creationId="{56688E73-49B9-4052-A836-D248C825D70D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623013092" sldId="285"/>
            <ac:spMk id="12" creationId="{5B6AEE0C-07FE-4154-BC7C-2F20530BC556}"/>
          </ac:spMkLst>
        </pc:spChg>
        <pc:picChg chg="add">
          <ac:chgData name="mukul maheshwari" userId="12cb43e2ca5f0d2c" providerId="LiveId" clId="{2F1B1B83-A47B-4F45-BA03-DC5899C1CECB}" dt="2025-07-02T16:51:44.515" v="551" actId="26606"/>
          <ac:picMkLst>
            <pc:docMk/>
            <pc:sldMk cId="623013092" sldId="285"/>
            <ac:picMk id="6" creationId="{63CAEB16-2363-5873-4E78-D208E7B1D9ED}"/>
          </ac:picMkLst>
        </pc:picChg>
      </pc:sldChg>
      <pc:sldChg chg="addSp delSp modSp mod">
        <pc:chgData name="mukul maheshwari" userId="12cb43e2ca5f0d2c" providerId="LiveId" clId="{2F1B1B83-A47B-4F45-BA03-DC5899C1CECB}" dt="2025-07-02T17:30:18.562" v="734"/>
        <pc:sldMkLst>
          <pc:docMk/>
          <pc:sldMk cId="4074627999" sldId="286"/>
        </pc:sldMkLst>
        <pc:spChg chg="mod">
          <ac:chgData name="mukul maheshwari" userId="12cb43e2ca5f0d2c" providerId="LiveId" clId="{2F1B1B83-A47B-4F45-BA03-DC5899C1CECB}" dt="2025-07-02T17:30:18.562" v="734"/>
          <ac:spMkLst>
            <pc:docMk/>
            <pc:sldMk cId="4074627999" sldId="286"/>
            <ac:spMk id="2" creationId="{30724892-3DB1-5F7D-CC07-0099734072AA}"/>
          </ac:spMkLst>
        </pc:spChg>
        <pc:spChg chg="del mod">
          <ac:chgData name="mukul maheshwari" userId="12cb43e2ca5f0d2c" providerId="LiveId" clId="{2F1B1B83-A47B-4F45-BA03-DC5899C1CECB}" dt="2025-07-02T16:54:29.830" v="557" actId="26606"/>
          <ac:spMkLst>
            <pc:docMk/>
            <pc:sldMk cId="4074627999" sldId="286"/>
            <ac:spMk id="3" creationId="{1D29BF02-6926-999C-5291-01B5D4783816}"/>
          </ac:spMkLst>
        </pc:spChg>
        <pc:graphicFrameChg chg="add mod">
          <ac:chgData name="mukul maheshwari" userId="12cb43e2ca5f0d2c" providerId="LiveId" clId="{2F1B1B83-A47B-4F45-BA03-DC5899C1CECB}" dt="2025-07-02T16:54:51.508" v="573" actId="20577"/>
          <ac:graphicFrameMkLst>
            <pc:docMk/>
            <pc:sldMk cId="4074627999" sldId="286"/>
            <ac:graphicFrameMk id="5" creationId="{B0290F6F-83C6-25DC-9F06-85781AE0AD46}"/>
          </ac:graphicFrameMkLst>
        </pc:graphicFrameChg>
      </pc:sldChg>
      <pc:sldChg chg="addSp delSp modSp mod setBg delDesignElem chgLayout">
        <pc:chgData name="mukul maheshwari" userId="12cb43e2ca5f0d2c" providerId="LiveId" clId="{2F1B1B83-A47B-4F45-BA03-DC5899C1CECB}" dt="2025-07-02T17:30:18.562" v="734"/>
        <pc:sldMkLst>
          <pc:docMk/>
          <pc:sldMk cId="4216230914" sldId="287"/>
        </pc:sldMkLst>
        <pc:spChg chg="add mod ord">
          <ac:chgData name="mukul maheshwari" userId="12cb43e2ca5f0d2c" providerId="LiveId" clId="{2F1B1B83-A47B-4F45-BA03-DC5899C1CECB}" dt="2025-07-02T16:55:29.358" v="581" actId="26606"/>
          <ac:spMkLst>
            <pc:docMk/>
            <pc:sldMk cId="4216230914" sldId="287"/>
            <ac:spMk id="2" creationId="{3E428A00-D961-96FC-3618-443D49C30BF3}"/>
          </ac:spMkLst>
        </pc:spChg>
        <pc:spChg chg="del mod ord">
          <ac:chgData name="mukul maheshwari" userId="12cb43e2ca5f0d2c" providerId="LiveId" clId="{2F1B1B83-A47B-4F45-BA03-DC5899C1CECB}" dt="2025-07-02T16:55:29.358" v="581" actId="26606"/>
          <ac:spMkLst>
            <pc:docMk/>
            <pc:sldMk cId="4216230914" sldId="287"/>
            <ac:spMk id="3" creationId="{DDA8DAA9-E47A-C6ED-C62F-CED9431DB881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4216230914" sldId="287"/>
            <ac:spMk id="9" creationId="{600DC1B0-7E1A-BD02-3F93-19E6B1B75075}"/>
          </ac:spMkLst>
        </pc:spChg>
        <pc:graphicFrameChg chg="add">
          <ac:chgData name="mukul maheshwari" userId="12cb43e2ca5f0d2c" providerId="LiveId" clId="{2F1B1B83-A47B-4F45-BA03-DC5899C1CECB}" dt="2025-07-02T16:55:29.358" v="581" actId="26606"/>
          <ac:graphicFrameMkLst>
            <pc:docMk/>
            <pc:sldMk cId="4216230914" sldId="287"/>
            <ac:graphicFrameMk id="5" creationId="{9260F4A4-7992-C513-BF67-B1370D25CA98}"/>
          </ac:graphicFrameMkLst>
        </pc:graphicFrameChg>
      </pc:sldChg>
      <pc:sldChg chg="addSp delSp modSp mod setBg delDesignElem chgLayout">
        <pc:chgData name="mukul maheshwari" userId="12cb43e2ca5f0d2c" providerId="LiveId" clId="{2F1B1B83-A47B-4F45-BA03-DC5899C1CECB}" dt="2025-07-02T17:30:18.562" v="734"/>
        <pc:sldMkLst>
          <pc:docMk/>
          <pc:sldMk cId="2106938993" sldId="288"/>
        </pc:sldMkLst>
        <pc:spChg chg="add mod ord">
          <ac:chgData name="mukul maheshwari" userId="12cb43e2ca5f0d2c" providerId="LiveId" clId="{2F1B1B83-A47B-4F45-BA03-DC5899C1CECB}" dt="2025-07-02T16:57:38.710" v="617" actId="14100"/>
          <ac:spMkLst>
            <pc:docMk/>
            <pc:sldMk cId="2106938993" sldId="288"/>
            <ac:spMk id="2" creationId="{045A7F14-E3A5-02DB-90F0-890B48119171}"/>
          </ac:spMkLst>
        </pc:spChg>
        <pc:spChg chg="del">
          <ac:chgData name="mukul maheshwari" userId="12cb43e2ca5f0d2c" providerId="LiveId" clId="{2F1B1B83-A47B-4F45-BA03-DC5899C1CECB}" dt="2025-07-02T16:55:39.535" v="582" actId="26606"/>
          <ac:spMkLst>
            <pc:docMk/>
            <pc:sldMk cId="2106938993" sldId="288"/>
            <ac:spMk id="4" creationId="{7A60CC9A-E9FB-F99A-BD58-B2A77F88DBBD}"/>
          </ac:spMkLst>
        </pc:spChg>
        <pc:spChg chg="add del">
          <ac:chgData name="mukul maheshwari" userId="12cb43e2ca5f0d2c" providerId="LiveId" clId="{2F1B1B83-A47B-4F45-BA03-DC5899C1CECB}" dt="2025-07-02T16:57:07.694" v="610" actId="26606"/>
          <ac:spMkLst>
            <pc:docMk/>
            <pc:sldMk cId="2106938993" sldId="288"/>
            <ac:spMk id="8" creationId="{353CF00F-82D0-0DBA-75D5-1D01B4526C68}"/>
          </ac:spMkLst>
        </pc:spChg>
        <pc:spChg chg="add del">
          <ac:chgData name="mukul maheshwari" userId="12cb43e2ca5f0d2c" providerId="LiveId" clId="{2F1B1B83-A47B-4F45-BA03-DC5899C1CECB}" dt="2025-07-02T16:56:04.536" v="587" actId="700"/>
          <ac:spMkLst>
            <pc:docMk/>
            <pc:sldMk cId="2106938993" sldId="288"/>
            <ac:spMk id="10" creationId="{BACC6370-2D7E-4714-9D71-7542949D7D5D}"/>
          </ac:spMkLst>
        </pc:spChg>
        <pc:spChg chg="add del">
          <ac:chgData name="mukul maheshwari" userId="12cb43e2ca5f0d2c" providerId="LiveId" clId="{2F1B1B83-A47B-4F45-BA03-DC5899C1CECB}" dt="2025-07-02T16:56:38.687" v="594" actId="26606"/>
          <ac:spMkLst>
            <pc:docMk/>
            <pc:sldMk cId="2106938993" sldId="288"/>
            <ac:spMk id="11" creationId="{353CF00F-82D0-0DBA-75D5-1D01B4526C68}"/>
          </ac:spMkLst>
        </pc:spChg>
        <pc:spChg chg="add del">
          <ac:chgData name="mukul maheshwari" userId="12cb43e2ca5f0d2c" providerId="LiveId" clId="{2F1B1B83-A47B-4F45-BA03-DC5899C1CECB}" dt="2025-07-02T16:56:04.536" v="587" actId="700"/>
          <ac:spMkLst>
            <pc:docMk/>
            <pc:sldMk cId="2106938993" sldId="288"/>
            <ac:spMk id="12" creationId="{256B2C21-A230-48C0-8DF1-C46611373C44}"/>
          </ac:spMkLst>
        </pc:spChg>
        <pc:spChg chg="add del">
          <ac:chgData name="mukul maheshwari" userId="12cb43e2ca5f0d2c" providerId="LiveId" clId="{2F1B1B83-A47B-4F45-BA03-DC5899C1CECB}" dt="2025-07-02T16:56:44.204" v="596" actId="26606"/>
          <ac:spMkLst>
            <pc:docMk/>
            <pc:sldMk cId="2106938993" sldId="288"/>
            <ac:spMk id="13" creationId="{01A22726-DA03-BCB0-F12E-98258FB7E5C0}"/>
          </ac:spMkLst>
        </pc:spChg>
        <pc:spChg chg="add del">
          <ac:chgData name="mukul maheshwari" userId="12cb43e2ca5f0d2c" providerId="LiveId" clId="{2F1B1B83-A47B-4F45-BA03-DC5899C1CECB}" dt="2025-07-02T16:56:04.536" v="587" actId="700"/>
          <ac:spMkLst>
            <pc:docMk/>
            <pc:sldMk cId="2106938993" sldId="288"/>
            <ac:spMk id="14" creationId="{3847E18C-932D-4C95-AABA-FEC7C9499AD7}"/>
          </ac:spMkLst>
        </pc:spChg>
        <pc:spChg chg="add del">
          <ac:chgData name="mukul maheshwari" userId="12cb43e2ca5f0d2c" providerId="LiveId" clId="{2F1B1B83-A47B-4F45-BA03-DC5899C1CECB}" dt="2025-07-02T16:57:09.947" v="612" actId="26606"/>
          <ac:spMkLst>
            <pc:docMk/>
            <pc:sldMk cId="2106938993" sldId="288"/>
            <ac:spMk id="15" creationId="{01A22726-DA03-BCB0-F12E-98258FB7E5C0}"/>
          </ac:spMkLst>
        </pc:spChg>
        <pc:spChg chg="add del">
          <ac:chgData name="mukul maheshwari" userId="12cb43e2ca5f0d2c" providerId="LiveId" clId="{2F1B1B83-A47B-4F45-BA03-DC5899C1CECB}" dt="2025-07-02T16:56:04.536" v="587" actId="700"/>
          <ac:spMkLst>
            <pc:docMk/>
            <pc:sldMk cId="2106938993" sldId="288"/>
            <ac:spMk id="16" creationId="{3150CB11-0C61-439E-910F-5787759E72A0}"/>
          </ac:spMkLst>
        </pc:spChg>
        <pc:spChg chg="add del">
          <ac:chgData name="mukul maheshwari" userId="12cb43e2ca5f0d2c" providerId="LiveId" clId="{2F1B1B83-A47B-4F45-BA03-DC5899C1CECB}" dt="2025-07-02T16:57:25.476" v="614" actId="26606"/>
          <ac:spMkLst>
            <pc:docMk/>
            <pc:sldMk cId="2106938993" sldId="288"/>
            <ac:spMk id="17" creationId="{1A466FCC-26A6-AD0C-513D-472AAABEC282}"/>
          </ac:spMkLst>
        </pc:spChg>
        <pc:spChg chg="add del">
          <ac:chgData name="mukul maheshwari" userId="12cb43e2ca5f0d2c" providerId="LiveId" clId="{2F1B1B83-A47B-4F45-BA03-DC5899C1CECB}" dt="2025-07-02T16:56:04.536" v="587" actId="700"/>
          <ac:spMkLst>
            <pc:docMk/>
            <pc:sldMk cId="2106938993" sldId="288"/>
            <ac:spMk id="18" creationId="{43F8A58B-5155-44CE-A5FF-7647B47D0A7A}"/>
          </ac:spMkLst>
        </pc:spChg>
        <pc:spChg chg="add del">
          <ac:chgData name="mukul maheshwari" userId="12cb43e2ca5f0d2c" providerId="LiveId" clId="{2F1B1B83-A47B-4F45-BA03-DC5899C1CECB}" dt="2025-07-02T16:56:04.536" v="587" actId="700"/>
          <ac:spMkLst>
            <pc:docMk/>
            <pc:sldMk cId="2106938993" sldId="288"/>
            <ac:spMk id="20" creationId="{443F2ACA-E6D6-4028-82DD-F03C262D5DE6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106938993" sldId="288"/>
            <ac:spMk id="22" creationId="{01A22726-DA03-BCB0-F12E-98258FB7E5C0}"/>
          </ac:spMkLst>
        </pc:spChg>
        <pc:graphicFrameChg chg="add mod ord modGraphic">
          <ac:chgData name="mukul maheshwari" userId="12cb43e2ca5f0d2c" providerId="LiveId" clId="{2F1B1B83-A47B-4F45-BA03-DC5899C1CECB}" dt="2025-07-02T16:58:00.942" v="620"/>
          <ac:graphicFrameMkLst>
            <pc:docMk/>
            <pc:sldMk cId="2106938993" sldId="288"/>
            <ac:graphicFrameMk id="6" creationId="{8264B845-58C2-4D5E-0AA0-C3DDEF04DEC5}"/>
          </ac:graphicFrameMkLst>
        </pc:graphicFrameChg>
      </pc:sldChg>
      <pc:sldChg chg="addSp delSp modSp mod setBg">
        <pc:chgData name="mukul maheshwari" userId="12cb43e2ca5f0d2c" providerId="LiveId" clId="{2F1B1B83-A47B-4F45-BA03-DC5899C1CECB}" dt="2025-07-02T17:03:38.858" v="625" actId="26606"/>
        <pc:sldMkLst>
          <pc:docMk/>
          <pc:sldMk cId="3688957185" sldId="289"/>
        </pc:sldMkLst>
        <pc:spChg chg="mod">
          <ac:chgData name="mukul maheshwari" userId="12cb43e2ca5f0d2c" providerId="LiveId" clId="{2F1B1B83-A47B-4F45-BA03-DC5899C1CECB}" dt="2025-07-02T17:03:38.818" v="624" actId="26606"/>
          <ac:spMkLst>
            <pc:docMk/>
            <pc:sldMk cId="3688957185" sldId="289"/>
            <ac:spMk id="2" creationId="{32F89E84-4322-3C29-2890-B7F1ADE16FEA}"/>
          </ac:spMkLst>
        </pc:spChg>
        <pc:spChg chg="add del mod">
          <ac:chgData name="mukul maheshwari" userId="12cb43e2ca5f0d2c" providerId="LiveId" clId="{2F1B1B83-A47B-4F45-BA03-DC5899C1CECB}" dt="2025-07-02T17:03:38.858" v="625" actId="26606"/>
          <ac:spMkLst>
            <pc:docMk/>
            <pc:sldMk cId="3688957185" sldId="289"/>
            <ac:spMk id="3" creationId="{D36A1232-5548-FD83-76CB-493A967E09C9}"/>
          </ac:spMkLst>
        </pc:spChg>
        <pc:spChg chg="add del">
          <ac:chgData name="mukul maheshwari" userId="12cb43e2ca5f0d2c" providerId="LiveId" clId="{2F1B1B83-A47B-4F45-BA03-DC5899C1CECB}" dt="2025-07-02T17:03:38.818" v="624" actId="26606"/>
          <ac:spMkLst>
            <pc:docMk/>
            <pc:sldMk cId="3688957185" sldId="289"/>
            <ac:spMk id="9" creationId="{600DC1B0-7E1A-BD02-3F93-19E6B1B75075}"/>
          </ac:spMkLst>
        </pc:spChg>
        <pc:graphicFrameChg chg="add del">
          <ac:chgData name="mukul maheshwari" userId="12cb43e2ca5f0d2c" providerId="LiveId" clId="{2F1B1B83-A47B-4F45-BA03-DC5899C1CECB}" dt="2025-07-02T17:03:38.818" v="624" actId="26606"/>
          <ac:graphicFrameMkLst>
            <pc:docMk/>
            <pc:sldMk cId="3688957185" sldId="289"/>
            <ac:graphicFrameMk id="5" creationId="{1398F22B-DE50-A75A-51B5-38919DF7284C}"/>
          </ac:graphicFrameMkLst>
        </pc:graphicFrameChg>
        <pc:graphicFrameChg chg="add">
          <ac:chgData name="mukul maheshwari" userId="12cb43e2ca5f0d2c" providerId="LiveId" clId="{2F1B1B83-A47B-4F45-BA03-DC5899C1CECB}" dt="2025-07-02T17:03:38.858" v="625" actId="26606"/>
          <ac:graphicFrameMkLst>
            <pc:docMk/>
            <pc:sldMk cId="3688957185" sldId="289"/>
            <ac:graphicFrameMk id="11" creationId="{51065CF8-67E6-66E2-1B4A-2B699D9B0373}"/>
          </ac:graphicFrameMkLst>
        </pc:graphicFrameChg>
      </pc:sldChg>
      <pc:sldChg chg="addSp delSp modSp mod setBg delDesignElem chgLayout">
        <pc:chgData name="mukul maheshwari" userId="12cb43e2ca5f0d2c" providerId="LiveId" clId="{2F1B1B83-A47B-4F45-BA03-DC5899C1CECB}" dt="2025-07-02T17:30:18.562" v="734"/>
        <pc:sldMkLst>
          <pc:docMk/>
          <pc:sldMk cId="1082279181" sldId="290"/>
        </pc:sldMkLst>
        <pc:spChg chg="add mod ord">
          <ac:chgData name="mukul maheshwari" userId="12cb43e2ca5f0d2c" providerId="LiveId" clId="{2F1B1B83-A47B-4F45-BA03-DC5899C1CECB}" dt="2025-07-02T17:04:35.986" v="652" actId="26606"/>
          <ac:spMkLst>
            <pc:docMk/>
            <pc:sldMk cId="1082279181" sldId="290"/>
            <ac:spMk id="2" creationId="{8C5553F3-35E0-CC5E-18BE-B2C98CED98C5}"/>
          </ac:spMkLst>
        </pc:spChg>
        <pc:spChg chg="add del mod ord">
          <ac:chgData name="mukul maheshwari" userId="12cb43e2ca5f0d2c" providerId="LiveId" clId="{2F1B1B83-A47B-4F45-BA03-DC5899C1CECB}" dt="2025-07-02T17:04:35.986" v="652" actId="26606"/>
          <ac:spMkLst>
            <pc:docMk/>
            <pc:sldMk cId="1082279181" sldId="290"/>
            <ac:spMk id="3" creationId="{4CB0D6CC-E3C2-9D56-0F72-80E5106DC3FF}"/>
          </ac:spMkLst>
        </pc:spChg>
        <pc:spChg chg="add del">
          <ac:chgData name="mukul maheshwari" userId="12cb43e2ca5f0d2c" providerId="LiveId" clId="{2F1B1B83-A47B-4F45-BA03-DC5899C1CECB}" dt="2025-07-02T17:04:35.943" v="651" actId="26606"/>
          <ac:spMkLst>
            <pc:docMk/>
            <pc:sldMk cId="1082279181" sldId="290"/>
            <ac:spMk id="9" creationId="{951922D2-D397-9EA4-A66D-55B0884D1A6A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1082279181" sldId="290"/>
            <ac:spMk id="11" creationId="{01A22726-DA03-BCB0-F12E-98258FB7E5C0}"/>
          </ac:spMkLst>
        </pc:spChg>
        <pc:graphicFrameChg chg="add del">
          <ac:chgData name="mukul maheshwari" userId="12cb43e2ca5f0d2c" providerId="LiveId" clId="{2F1B1B83-A47B-4F45-BA03-DC5899C1CECB}" dt="2025-07-02T17:04:35.943" v="651" actId="26606"/>
          <ac:graphicFrameMkLst>
            <pc:docMk/>
            <pc:sldMk cId="1082279181" sldId="290"/>
            <ac:graphicFrameMk id="5" creationId="{A417B18F-53E0-DDA1-6E83-BD908EFDE139}"/>
          </ac:graphicFrameMkLst>
        </pc:graphicFrameChg>
        <pc:graphicFrameChg chg="add">
          <ac:chgData name="mukul maheshwari" userId="12cb43e2ca5f0d2c" providerId="LiveId" clId="{2F1B1B83-A47B-4F45-BA03-DC5899C1CECB}" dt="2025-07-02T17:04:35.986" v="652" actId="26606"/>
          <ac:graphicFrameMkLst>
            <pc:docMk/>
            <pc:sldMk cId="1082279181" sldId="290"/>
            <ac:graphicFrameMk id="12" creationId="{F0F1E742-B0A6-1837-3887-4F4D685366B5}"/>
          </ac:graphicFrameMkLst>
        </pc:graphicFrameChg>
      </pc:sldChg>
      <pc:sldChg chg="addSp delSp modSp mod setBg delDesignElem">
        <pc:chgData name="mukul maheshwari" userId="12cb43e2ca5f0d2c" providerId="LiveId" clId="{2F1B1B83-A47B-4F45-BA03-DC5899C1CECB}" dt="2025-07-02T17:30:18.562" v="734"/>
        <pc:sldMkLst>
          <pc:docMk/>
          <pc:sldMk cId="101099393" sldId="291"/>
        </pc:sldMkLst>
        <pc:spChg chg="mod">
          <ac:chgData name="mukul maheshwari" userId="12cb43e2ca5f0d2c" providerId="LiveId" clId="{2F1B1B83-A47B-4F45-BA03-DC5899C1CECB}" dt="2025-07-02T17:10:51.392" v="686" actId="26606"/>
          <ac:spMkLst>
            <pc:docMk/>
            <pc:sldMk cId="101099393" sldId="291"/>
            <ac:spMk id="2" creationId="{1598A30C-489C-D25E-36A7-133AEE915840}"/>
          </ac:spMkLst>
        </pc:spChg>
        <pc:spChg chg="mod">
          <ac:chgData name="mukul maheshwari" userId="12cb43e2ca5f0d2c" providerId="LiveId" clId="{2F1B1B83-A47B-4F45-BA03-DC5899C1CECB}" dt="2025-07-02T17:30:18.562" v="734"/>
          <ac:spMkLst>
            <pc:docMk/>
            <pc:sldMk cId="101099393" sldId="291"/>
            <ac:spMk id="3" creationId="{AA0066A6-8120-796B-E51F-ADCA871962E0}"/>
          </ac:spMkLst>
        </pc:spChg>
        <pc:spChg chg="add del">
          <ac:chgData name="mukul maheshwari" userId="12cb43e2ca5f0d2c" providerId="LiveId" clId="{2F1B1B83-A47B-4F45-BA03-DC5899C1CECB}" dt="2025-07-02T17:10:51.392" v="686" actId="26606"/>
          <ac:spMkLst>
            <pc:docMk/>
            <pc:sldMk cId="101099393" sldId="291"/>
            <ac:spMk id="8" creationId="{EC8C6078-B9FC-62D3-82A6-AED0C1C0C03A}"/>
          </ac:spMkLst>
        </pc:spChg>
        <pc:spChg chg="add del">
          <ac:chgData name="mukul maheshwari" userId="12cb43e2ca5f0d2c" providerId="LiveId" clId="{2F1B1B83-A47B-4F45-BA03-DC5899C1CECB}" dt="2025-07-02T17:06:08.237" v="684" actId="26606"/>
          <ac:spMkLst>
            <pc:docMk/>
            <pc:sldMk cId="101099393" sldId="291"/>
            <ac:spMk id="9" creationId="{5E8D3B17-7638-DFD3-18E4-8A6D611749CF}"/>
          </ac:spMkLst>
        </pc:spChg>
        <pc:spChg chg="add del">
          <ac:chgData name="mukul maheshwari" userId="12cb43e2ca5f0d2c" providerId="LiveId" clId="{2F1B1B83-A47B-4F45-BA03-DC5899C1CECB}" dt="2025-07-02T17:10:51.392" v="686" actId="26606"/>
          <ac:spMkLst>
            <pc:docMk/>
            <pc:sldMk cId="101099393" sldId="291"/>
            <ac:spMk id="10" creationId="{8323CF07-AAA9-DC0B-9E00-84313AE4538F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101099393" sldId="291"/>
            <ac:spMk id="17" creationId="{37B65277-82C6-6D08-6DCA-4A7DCC3B7136}"/>
          </ac:spMkLst>
        </pc:spChg>
        <pc:picChg chg="add del">
          <ac:chgData name="mukul maheshwari" userId="12cb43e2ca5f0d2c" providerId="LiveId" clId="{2F1B1B83-A47B-4F45-BA03-DC5899C1CECB}" dt="2025-07-02T17:06:08.237" v="684" actId="26606"/>
          <ac:picMkLst>
            <pc:docMk/>
            <pc:sldMk cId="101099393" sldId="291"/>
            <ac:picMk id="5" creationId="{278A9A18-F36F-9447-22EA-CBC97AD5774F}"/>
          </ac:picMkLst>
        </pc:picChg>
        <pc:picChg chg="add mod">
          <ac:chgData name="mukul maheshwari" userId="12cb43e2ca5f0d2c" providerId="LiveId" clId="{2F1B1B83-A47B-4F45-BA03-DC5899C1CECB}" dt="2025-07-02T17:10:57.016" v="687" actId="14100"/>
          <ac:picMkLst>
            <pc:docMk/>
            <pc:sldMk cId="101099393" sldId="291"/>
            <ac:picMk id="14" creationId="{7EFC869F-0D18-4B51-66F2-8736E87D26CA}"/>
          </ac:picMkLst>
        </pc:picChg>
      </pc:sldChg>
      <pc:sldChg chg="addSp delSp modSp mod setBg delDesignElem">
        <pc:chgData name="mukul maheshwari" userId="12cb43e2ca5f0d2c" providerId="LiveId" clId="{2F1B1B83-A47B-4F45-BA03-DC5899C1CECB}" dt="2025-07-02T17:30:18.562" v="734"/>
        <pc:sldMkLst>
          <pc:docMk/>
          <pc:sldMk cId="2978436531" sldId="292"/>
        </pc:sldMkLst>
        <pc:spChg chg="mod">
          <ac:chgData name="mukul maheshwari" userId="12cb43e2ca5f0d2c" providerId="LiveId" clId="{2F1B1B83-A47B-4F45-BA03-DC5899C1CECB}" dt="2025-07-02T17:11:26.829" v="692" actId="26606"/>
          <ac:spMkLst>
            <pc:docMk/>
            <pc:sldMk cId="2978436531" sldId="292"/>
            <ac:spMk id="2" creationId="{47C32BA4-9D37-A976-ADC3-CC2AFD013DD1}"/>
          </ac:spMkLst>
        </pc:spChg>
        <pc:spChg chg="mod">
          <ac:chgData name="mukul maheshwari" userId="12cb43e2ca5f0d2c" providerId="LiveId" clId="{2F1B1B83-A47B-4F45-BA03-DC5899C1CECB}" dt="2025-07-02T17:11:26.829" v="692" actId="26606"/>
          <ac:spMkLst>
            <pc:docMk/>
            <pc:sldMk cId="2978436531" sldId="292"/>
            <ac:spMk id="3" creationId="{45DE1852-35CD-D7F7-5F12-5BBDA40CA3A7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978436531" sldId="292"/>
            <ac:spMk id="8" creationId="{604B8143-3907-5396-F19C-4EDBFE8DED3F}"/>
          </ac:spMkLst>
        </pc:spChg>
      </pc:sldChg>
      <pc:sldChg chg="addSp delSp modSp mod setBg modClrScheme delDesignElem chgLayout">
        <pc:chgData name="mukul maheshwari" userId="12cb43e2ca5f0d2c" providerId="LiveId" clId="{2F1B1B83-A47B-4F45-BA03-DC5899C1CECB}" dt="2025-07-02T17:31:43.286" v="753" actId="26606"/>
        <pc:sldMkLst>
          <pc:docMk/>
          <pc:sldMk cId="688046093" sldId="293"/>
        </pc:sldMkLst>
        <pc:spChg chg="add del mod ord">
          <ac:chgData name="mukul maheshwari" userId="12cb43e2ca5f0d2c" providerId="LiveId" clId="{2F1B1B83-A47B-4F45-BA03-DC5899C1CECB}" dt="2025-07-02T17:30:53.252" v="741" actId="700"/>
          <ac:spMkLst>
            <pc:docMk/>
            <pc:sldMk cId="688046093" sldId="293"/>
            <ac:spMk id="2" creationId="{56E3ED84-666A-E85C-247B-F525CF7BF307}"/>
          </ac:spMkLst>
        </pc:spChg>
        <pc:spChg chg="add mod ord">
          <ac:chgData name="mukul maheshwari" userId="12cb43e2ca5f0d2c" providerId="LiveId" clId="{2F1B1B83-A47B-4F45-BA03-DC5899C1CECB}" dt="2025-07-02T17:31:31.654" v="752" actId="20577"/>
          <ac:spMkLst>
            <pc:docMk/>
            <pc:sldMk cId="688046093" sldId="293"/>
            <ac:spMk id="3" creationId="{8908C450-4A5E-6FFA-60E6-1E0868008088}"/>
          </ac:spMkLst>
        </pc:spChg>
        <pc:spChg chg="add del mod ord">
          <ac:chgData name="mukul maheshwari" userId="12cb43e2ca5f0d2c" providerId="LiveId" clId="{2F1B1B83-A47B-4F45-BA03-DC5899C1CECB}" dt="2025-07-02T17:31:43.286" v="753" actId="26606"/>
          <ac:spMkLst>
            <pc:docMk/>
            <pc:sldMk cId="688046093" sldId="293"/>
            <ac:spMk id="4" creationId="{E28583CF-9A6B-A33A-2707-8844F0F192B7}"/>
          </ac:spMkLst>
        </pc:spChg>
        <pc:spChg chg="add del">
          <ac:chgData name="mukul maheshwari" userId="12cb43e2ca5f0d2c" providerId="LiveId" clId="{2F1B1B83-A47B-4F45-BA03-DC5899C1CECB}" dt="2025-07-02T17:31:15.630" v="747" actId="700"/>
          <ac:spMkLst>
            <pc:docMk/>
            <pc:sldMk cId="688046093" sldId="293"/>
            <ac:spMk id="7" creationId="{907EF6B7-1338-4443-8C46-6A318D952DFD}"/>
          </ac:spMkLst>
        </pc:spChg>
        <pc:spChg chg="add del">
          <ac:chgData name="mukul maheshwari" userId="12cb43e2ca5f0d2c" providerId="LiveId" clId="{2F1B1B83-A47B-4F45-BA03-DC5899C1CECB}" dt="2025-07-02T17:30:55.891" v="745" actId="26606"/>
          <ac:spMkLst>
            <pc:docMk/>
            <pc:sldMk cId="688046093" sldId="293"/>
            <ac:spMk id="8" creationId="{70DFC902-7D23-471A-B557-B6B6917D7A0D}"/>
          </ac:spMkLst>
        </pc:spChg>
        <pc:spChg chg="add del">
          <ac:chgData name="mukul maheshwari" userId="12cb43e2ca5f0d2c" providerId="LiveId" clId="{2F1B1B83-A47B-4F45-BA03-DC5899C1CECB}" dt="2025-07-02T17:29:30.682" v="694" actId="26606"/>
          <ac:spMkLst>
            <pc:docMk/>
            <pc:sldMk cId="688046093" sldId="293"/>
            <ac:spMk id="9" creationId="{F837543A-6020-4505-A233-C9DB4BF74011}"/>
          </ac:spMkLst>
        </pc:spChg>
        <pc:spChg chg="add del">
          <ac:chgData name="mukul maheshwari" userId="12cb43e2ca5f0d2c" providerId="LiveId" clId="{2F1B1B83-A47B-4F45-BA03-DC5899C1CECB}" dt="2025-07-02T17:30:55.891" v="745" actId="26606"/>
          <ac:spMkLst>
            <pc:docMk/>
            <pc:sldMk cId="688046093" sldId="293"/>
            <ac:spMk id="10" creationId="{A55D5633-D557-4DCA-982C-FF36EB7A1C00}"/>
          </ac:spMkLst>
        </pc:spChg>
        <pc:spChg chg="add del">
          <ac:chgData name="mukul maheshwari" userId="12cb43e2ca5f0d2c" providerId="LiveId" clId="{2F1B1B83-A47B-4F45-BA03-DC5899C1CECB}" dt="2025-07-02T17:29:30.682" v="694" actId="26606"/>
          <ac:spMkLst>
            <pc:docMk/>
            <pc:sldMk cId="688046093" sldId="293"/>
            <ac:spMk id="11" creationId="{35B16301-FB18-48BA-A6DD-C37CAF6F9A18}"/>
          </ac:spMkLst>
        </pc:spChg>
        <pc:spChg chg="add del">
          <ac:chgData name="mukul maheshwari" userId="12cb43e2ca5f0d2c" providerId="LiveId" clId="{2F1B1B83-A47B-4F45-BA03-DC5899C1CECB}" dt="2025-07-02T17:30:55.891" v="745" actId="26606"/>
          <ac:spMkLst>
            <pc:docMk/>
            <pc:sldMk cId="688046093" sldId="293"/>
            <ac:spMk id="12" creationId="{450D3AD2-FA80-415F-A9CE-54D884561CD7}"/>
          </ac:spMkLst>
        </pc:spChg>
        <pc:spChg chg="add del">
          <ac:chgData name="mukul maheshwari" userId="12cb43e2ca5f0d2c" providerId="LiveId" clId="{2F1B1B83-A47B-4F45-BA03-DC5899C1CECB}" dt="2025-07-02T17:29:30.682" v="694" actId="26606"/>
          <ac:spMkLst>
            <pc:docMk/>
            <pc:sldMk cId="688046093" sldId="293"/>
            <ac:spMk id="13" creationId="{C3C0D90E-074A-4F52-9B11-B52BEF4BCBE5}"/>
          </ac:spMkLst>
        </pc:spChg>
        <pc:spChg chg="add del mod">
          <ac:chgData name="mukul maheshwari" userId="12cb43e2ca5f0d2c" providerId="LiveId" clId="{2F1B1B83-A47B-4F45-BA03-DC5899C1CECB}" dt="2025-07-02T17:30:55.891" v="745" actId="26606"/>
          <ac:spMkLst>
            <pc:docMk/>
            <pc:sldMk cId="688046093" sldId="293"/>
            <ac:spMk id="14" creationId="{E28583CF-9A6B-A33A-2707-8844F0F192B7}"/>
          </ac:spMkLst>
        </pc:spChg>
        <pc:spChg chg="add del">
          <ac:chgData name="mukul maheshwari" userId="12cb43e2ca5f0d2c" providerId="LiveId" clId="{2F1B1B83-A47B-4F45-BA03-DC5899C1CECB}" dt="2025-07-02T17:29:30.682" v="694" actId="26606"/>
          <ac:spMkLst>
            <pc:docMk/>
            <pc:sldMk cId="688046093" sldId="293"/>
            <ac:spMk id="15" creationId="{CABBD4C1-E6F8-46F6-8152-A8A97490BF4D}"/>
          </ac:spMkLst>
        </pc:spChg>
        <pc:spChg chg="add del">
          <ac:chgData name="mukul maheshwari" userId="12cb43e2ca5f0d2c" providerId="LiveId" clId="{2F1B1B83-A47B-4F45-BA03-DC5899C1CECB}" dt="2025-07-02T17:29:30.682" v="694" actId="26606"/>
          <ac:spMkLst>
            <pc:docMk/>
            <pc:sldMk cId="688046093" sldId="293"/>
            <ac:spMk id="17" creationId="{83BA5EF5-1FE9-4BF9-83BB-269BCDDF6156}"/>
          </ac:spMkLst>
        </pc:spChg>
        <pc:spChg chg="add del">
          <ac:chgData name="mukul maheshwari" userId="12cb43e2ca5f0d2c" providerId="LiveId" clId="{2F1B1B83-A47B-4F45-BA03-DC5899C1CECB}" dt="2025-07-02T17:30:52.864" v="740" actId="26606"/>
          <ac:spMkLst>
            <pc:docMk/>
            <pc:sldMk cId="688046093" sldId="293"/>
            <ac:spMk id="18" creationId="{F3060C83-F051-4F0E-ABAD-AA0DFC48B218}"/>
          </ac:spMkLst>
        </pc:spChg>
        <pc:spChg chg="add del">
          <ac:chgData name="mukul maheshwari" userId="12cb43e2ca5f0d2c" providerId="LiveId" clId="{2F1B1B83-A47B-4F45-BA03-DC5899C1CECB}" dt="2025-07-02T17:30:52.864" v="740" actId="26606"/>
          <ac:spMkLst>
            <pc:docMk/>
            <pc:sldMk cId="688046093" sldId="293"/>
            <ac:spMk id="20" creationId="{83C98ABE-055B-441F-B07E-44F97F083C39}"/>
          </ac:spMkLst>
        </pc:spChg>
        <pc:spChg chg="add del">
          <ac:chgData name="mukul maheshwari" userId="12cb43e2ca5f0d2c" providerId="LiveId" clId="{2F1B1B83-A47B-4F45-BA03-DC5899C1CECB}" dt="2025-07-02T17:29:30.682" v="694" actId="26606"/>
          <ac:spMkLst>
            <pc:docMk/>
            <pc:sldMk cId="688046093" sldId="293"/>
            <ac:spMk id="21" creationId="{88853921-7BC9-4BDE-ACAB-133C683C82D6}"/>
          </ac:spMkLst>
        </pc:spChg>
        <pc:spChg chg="add del">
          <ac:chgData name="mukul maheshwari" userId="12cb43e2ca5f0d2c" providerId="LiveId" clId="{2F1B1B83-A47B-4F45-BA03-DC5899C1CECB}" dt="2025-07-02T17:30:52.864" v="740" actId="26606"/>
          <ac:spMkLst>
            <pc:docMk/>
            <pc:sldMk cId="688046093" sldId="293"/>
            <ac:spMk id="22" creationId="{29FDB030-9B49-4CED-8CCD-4D99382388AC}"/>
          </ac:spMkLst>
        </pc:spChg>
        <pc:spChg chg="add del">
          <ac:chgData name="mukul maheshwari" userId="12cb43e2ca5f0d2c" providerId="LiveId" clId="{2F1B1B83-A47B-4F45-BA03-DC5899C1CECB}" dt="2025-07-02T17:29:30.682" v="694" actId="26606"/>
          <ac:spMkLst>
            <pc:docMk/>
            <pc:sldMk cId="688046093" sldId="293"/>
            <ac:spMk id="23" creationId="{09192968-3AE7-4470-A61C-97294BB92731}"/>
          </ac:spMkLst>
        </pc:spChg>
        <pc:spChg chg="add del">
          <ac:chgData name="mukul maheshwari" userId="12cb43e2ca5f0d2c" providerId="LiveId" clId="{2F1B1B83-A47B-4F45-BA03-DC5899C1CECB}" dt="2025-07-02T17:31:15.630" v="747" actId="700"/>
          <ac:spMkLst>
            <pc:docMk/>
            <pc:sldMk cId="688046093" sldId="293"/>
            <ac:spMk id="24" creationId="{DAAE4CDD-124C-4DCF-9584-B6033B545DD5}"/>
          </ac:spMkLst>
        </pc:spChg>
        <pc:spChg chg="add del">
          <ac:chgData name="mukul maheshwari" userId="12cb43e2ca5f0d2c" providerId="LiveId" clId="{2F1B1B83-A47B-4F45-BA03-DC5899C1CECB}" dt="2025-07-02T17:29:30.682" v="694" actId="26606"/>
          <ac:spMkLst>
            <pc:docMk/>
            <pc:sldMk cId="688046093" sldId="293"/>
            <ac:spMk id="25" creationId="{3AB72E55-43E4-4356-BFE8-E2102CB0B505}"/>
          </ac:spMkLst>
        </pc:spChg>
        <pc:spChg chg="add del">
          <ac:chgData name="mukul maheshwari" userId="12cb43e2ca5f0d2c" providerId="LiveId" clId="{2F1B1B83-A47B-4F45-BA03-DC5899C1CECB}" dt="2025-07-02T17:31:15.630" v="747" actId="700"/>
          <ac:spMkLst>
            <pc:docMk/>
            <pc:sldMk cId="688046093" sldId="293"/>
            <ac:spMk id="26" creationId="{081E4A58-353D-44AE-B2FC-2A74E2E400F7}"/>
          </ac:spMkLst>
        </pc:spChg>
        <pc:spChg chg="add del">
          <ac:chgData name="mukul maheshwari" userId="12cb43e2ca5f0d2c" providerId="LiveId" clId="{2F1B1B83-A47B-4F45-BA03-DC5899C1CECB}" dt="2025-07-02T17:30:52.864" v="740" actId="26606"/>
          <ac:spMkLst>
            <pc:docMk/>
            <pc:sldMk cId="688046093" sldId="293"/>
            <ac:spMk id="27" creationId="{3783CA14-24A1-485C-8B30-D6A5D87987AD}"/>
          </ac:spMkLst>
        </pc:spChg>
        <pc:spChg chg="add del">
          <ac:chgData name="mukul maheshwari" userId="12cb43e2ca5f0d2c" providerId="LiveId" clId="{2F1B1B83-A47B-4F45-BA03-DC5899C1CECB}" dt="2025-07-02T17:31:28.894" v="750" actId="700"/>
          <ac:spMkLst>
            <pc:docMk/>
            <pc:sldMk cId="688046093" sldId="293"/>
            <ac:spMk id="28" creationId="{1BB867FF-FC45-48F7-8104-F89BE54909F1}"/>
          </ac:spMkLst>
        </pc:spChg>
        <pc:spChg chg="add del">
          <ac:chgData name="mukul maheshwari" userId="12cb43e2ca5f0d2c" providerId="LiveId" clId="{2F1B1B83-A47B-4F45-BA03-DC5899C1CECB}" dt="2025-07-02T17:30:52.864" v="740" actId="26606"/>
          <ac:spMkLst>
            <pc:docMk/>
            <pc:sldMk cId="688046093" sldId="293"/>
            <ac:spMk id="29" creationId="{9A97C86A-04D6-40F7-AE84-31AB43E6A846}"/>
          </ac:spMkLst>
        </pc:spChg>
        <pc:spChg chg="add del">
          <ac:chgData name="mukul maheshwari" userId="12cb43e2ca5f0d2c" providerId="LiveId" clId="{2F1B1B83-A47B-4F45-BA03-DC5899C1CECB}" dt="2025-07-02T17:31:28.894" v="750" actId="700"/>
          <ac:spMkLst>
            <pc:docMk/>
            <pc:sldMk cId="688046093" sldId="293"/>
            <ac:spMk id="30" creationId="{8BB56887-D0D5-4F0C-9E19-7247EB83C8B7}"/>
          </ac:spMkLst>
        </pc:spChg>
        <pc:spChg chg="add del">
          <ac:chgData name="mukul maheshwari" userId="12cb43e2ca5f0d2c" providerId="LiveId" clId="{2F1B1B83-A47B-4F45-BA03-DC5899C1CECB}" dt="2025-07-02T17:30:52.864" v="740" actId="26606"/>
          <ac:spMkLst>
            <pc:docMk/>
            <pc:sldMk cId="688046093" sldId="293"/>
            <ac:spMk id="31" creationId="{FF9F2414-84E8-453E-B1F3-389FDE8192D9}"/>
          </ac:spMkLst>
        </pc:spChg>
        <pc:spChg chg="add del">
          <ac:chgData name="mukul maheshwari" userId="12cb43e2ca5f0d2c" providerId="LiveId" clId="{2F1B1B83-A47B-4F45-BA03-DC5899C1CECB}" dt="2025-07-02T17:31:28.894" v="750" actId="700"/>
          <ac:spMkLst>
            <pc:docMk/>
            <pc:sldMk cId="688046093" sldId="293"/>
            <ac:spMk id="32" creationId="{081E4A58-353D-44AE-B2FC-2A74E2E400F7}"/>
          </ac:spMkLst>
        </pc:spChg>
        <pc:spChg chg="add del">
          <ac:chgData name="mukul maheshwari" userId="12cb43e2ca5f0d2c" providerId="LiveId" clId="{2F1B1B83-A47B-4F45-BA03-DC5899C1CECB}" dt="2025-07-02T17:30:52.864" v="740" actId="26606"/>
          <ac:spMkLst>
            <pc:docMk/>
            <pc:sldMk cId="688046093" sldId="293"/>
            <ac:spMk id="33" creationId="{3ECA69A1-7536-43AC-85EF-C7106179F5ED}"/>
          </ac:spMkLst>
        </pc:spChg>
        <pc:graphicFrameChg chg="add del">
          <ac:chgData name="mukul maheshwari" userId="12cb43e2ca5f0d2c" providerId="LiveId" clId="{2F1B1B83-A47B-4F45-BA03-DC5899C1CECB}" dt="2025-07-02T17:29:34.176" v="696" actId="26606"/>
          <ac:graphicFrameMkLst>
            <pc:docMk/>
            <pc:sldMk cId="688046093" sldId="293"/>
            <ac:graphicFrameMk id="6" creationId="{81473669-A7CE-E5B0-3EB7-B392296DE338}"/>
          </ac:graphicFrameMkLst>
        </pc:graphicFrameChg>
        <pc:graphicFrameChg chg="add del mod ord">
          <ac:chgData name="mukul maheshwari" userId="12cb43e2ca5f0d2c" providerId="LiveId" clId="{2F1B1B83-A47B-4F45-BA03-DC5899C1CECB}" dt="2025-07-02T17:30:54.351" v="743" actId="26606"/>
          <ac:graphicFrameMkLst>
            <pc:docMk/>
            <pc:sldMk cId="688046093" sldId="293"/>
            <ac:graphicFrameMk id="16" creationId="{74FACD96-52B0-0035-CA4A-E2A66899C95D}"/>
          </ac:graphicFrameMkLst>
        </pc:graphicFrameChg>
        <pc:graphicFrameChg chg="add">
          <ac:chgData name="mukul maheshwari" userId="12cb43e2ca5f0d2c" providerId="LiveId" clId="{2F1B1B83-A47B-4F45-BA03-DC5899C1CECB}" dt="2025-07-02T17:31:43.286" v="753" actId="26606"/>
          <ac:graphicFrameMkLst>
            <pc:docMk/>
            <pc:sldMk cId="688046093" sldId="293"/>
            <ac:graphicFrameMk id="34" creationId="{7537EC57-A8FD-1CB7-AB77-148B0CD6E6C6}"/>
          </ac:graphicFrameMkLst>
        </pc:graphicFrameChg>
        <pc:cxnChg chg="add del">
          <ac:chgData name="mukul maheshwari" userId="12cb43e2ca5f0d2c" providerId="LiveId" clId="{2F1B1B83-A47B-4F45-BA03-DC5899C1CECB}" dt="2025-07-02T17:29:30.682" v="694" actId="26606"/>
          <ac:cxnSpMkLst>
            <pc:docMk/>
            <pc:sldMk cId="688046093" sldId="293"/>
            <ac:cxnSpMk id="19" creationId="{4B3BCACB-5880-460B-9606-8C433A9AF99D}"/>
          </ac:cxnSpMkLst>
        </pc:cxnChg>
      </pc:sldChg>
      <pc:sldChg chg="addSp delSp modSp mod setBg">
        <pc:chgData name="mukul maheshwari" userId="12cb43e2ca5f0d2c" providerId="LiveId" clId="{2F1B1B83-A47B-4F45-BA03-DC5899C1CECB}" dt="2025-07-02T17:32:39.592" v="763" actId="12100"/>
        <pc:sldMkLst>
          <pc:docMk/>
          <pc:sldMk cId="510706524" sldId="294"/>
        </pc:sldMkLst>
        <pc:spChg chg="mod">
          <ac:chgData name="mukul maheshwari" userId="12cb43e2ca5f0d2c" providerId="LiveId" clId="{2F1B1B83-A47B-4F45-BA03-DC5899C1CECB}" dt="2025-07-02T17:32:21.663" v="762" actId="26606"/>
          <ac:spMkLst>
            <pc:docMk/>
            <pc:sldMk cId="510706524" sldId="294"/>
            <ac:spMk id="2" creationId="{CF777ACC-AE99-3659-0471-FD0B7A8C7793}"/>
          </ac:spMkLst>
        </pc:spChg>
        <pc:spChg chg="add del mod">
          <ac:chgData name="mukul maheshwari" userId="12cb43e2ca5f0d2c" providerId="LiveId" clId="{2F1B1B83-A47B-4F45-BA03-DC5899C1CECB}" dt="2025-07-02T17:32:21.663" v="762" actId="26606"/>
          <ac:spMkLst>
            <pc:docMk/>
            <pc:sldMk cId="510706524" sldId="294"/>
            <ac:spMk id="3" creationId="{6459BD8D-22A9-9E41-E558-3775DD7472D6}"/>
          </ac:spMkLst>
        </pc:spChg>
        <pc:spChg chg="add">
          <ac:chgData name="mukul maheshwari" userId="12cb43e2ca5f0d2c" providerId="LiveId" clId="{2F1B1B83-A47B-4F45-BA03-DC5899C1CECB}" dt="2025-07-02T17:32:21.663" v="762" actId="26606"/>
          <ac:spMkLst>
            <pc:docMk/>
            <pc:sldMk cId="510706524" sldId="294"/>
            <ac:spMk id="6" creationId="{600DC1B0-7E1A-BD02-3F93-19E6B1B75075}"/>
          </ac:spMkLst>
        </pc:spChg>
        <pc:spChg chg="add del">
          <ac:chgData name="mukul maheshwari" userId="12cb43e2ca5f0d2c" providerId="LiveId" clId="{2F1B1B83-A47B-4F45-BA03-DC5899C1CECB}" dt="2025-07-02T17:31:56.361" v="755" actId="26606"/>
          <ac:spMkLst>
            <pc:docMk/>
            <pc:sldMk cId="510706524" sldId="294"/>
            <ac:spMk id="9" creationId="{600DC1B0-7E1A-BD02-3F93-19E6B1B75075}"/>
          </ac:spMkLst>
        </pc:spChg>
        <pc:graphicFrameChg chg="add del">
          <ac:chgData name="mukul maheshwari" userId="12cb43e2ca5f0d2c" providerId="LiveId" clId="{2F1B1B83-A47B-4F45-BA03-DC5899C1CECB}" dt="2025-07-02T17:31:56.361" v="755" actId="26606"/>
          <ac:graphicFrameMkLst>
            <pc:docMk/>
            <pc:sldMk cId="510706524" sldId="294"/>
            <ac:graphicFrameMk id="5" creationId="{CCB157EB-2637-EF8C-743B-1BB22E01DC19}"/>
          </ac:graphicFrameMkLst>
        </pc:graphicFrameChg>
        <pc:graphicFrameChg chg="add mod">
          <ac:chgData name="mukul maheshwari" userId="12cb43e2ca5f0d2c" providerId="LiveId" clId="{2F1B1B83-A47B-4F45-BA03-DC5899C1CECB}" dt="2025-07-02T17:32:39.592" v="763" actId="12100"/>
          <ac:graphicFrameMkLst>
            <pc:docMk/>
            <pc:sldMk cId="510706524" sldId="294"/>
            <ac:graphicFrameMk id="7" creationId="{BC4498D6-5C79-D837-F1F3-02A95FF9E7C1}"/>
          </ac:graphicFrameMkLst>
        </pc:graphicFrameChg>
      </pc:sldChg>
      <pc:sldChg chg="addSp delSp modSp mod setBg">
        <pc:chgData name="mukul maheshwari" userId="12cb43e2ca5f0d2c" providerId="LiveId" clId="{2F1B1B83-A47B-4F45-BA03-DC5899C1CECB}" dt="2025-07-02T17:33:01.873" v="774" actId="26606"/>
        <pc:sldMkLst>
          <pc:docMk/>
          <pc:sldMk cId="322143141" sldId="295"/>
        </pc:sldMkLst>
        <pc:spChg chg="mod">
          <ac:chgData name="mukul maheshwari" userId="12cb43e2ca5f0d2c" providerId="LiveId" clId="{2F1B1B83-A47B-4F45-BA03-DC5899C1CECB}" dt="2025-07-02T17:33:01.873" v="774" actId="26606"/>
          <ac:spMkLst>
            <pc:docMk/>
            <pc:sldMk cId="322143141" sldId="295"/>
            <ac:spMk id="2" creationId="{00E10ED1-02BC-3A5F-7984-DBE86A2F6A95}"/>
          </ac:spMkLst>
        </pc:spChg>
        <pc:spChg chg="del mod">
          <ac:chgData name="mukul maheshwari" userId="12cb43e2ca5f0d2c" providerId="LiveId" clId="{2F1B1B83-A47B-4F45-BA03-DC5899C1CECB}" dt="2025-07-02T17:33:01.873" v="774" actId="26606"/>
          <ac:spMkLst>
            <pc:docMk/>
            <pc:sldMk cId="322143141" sldId="295"/>
            <ac:spMk id="3" creationId="{16E86E5C-906C-89F8-19B3-70A3587AAC69}"/>
          </ac:spMkLst>
        </pc:spChg>
        <pc:spChg chg="add">
          <ac:chgData name="mukul maheshwari" userId="12cb43e2ca5f0d2c" providerId="LiveId" clId="{2F1B1B83-A47B-4F45-BA03-DC5899C1CECB}" dt="2025-07-02T17:33:01.873" v="774" actId="26606"/>
          <ac:spMkLst>
            <pc:docMk/>
            <pc:sldMk cId="322143141" sldId="295"/>
            <ac:spMk id="9" creationId="{4D60F200-5EB0-B223-2439-C96C67F0FEE1}"/>
          </ac:spMkLst>
        </pc:spChg>
        <pc:spChg chg="add">
          <ac:chgData name="mukul maheshwari" userId="12cb43e2ca5f0d2c" providerId="LiveId" clId="{2F1B1B83-A47B-4F45-BA03-DC5899C1CECB}" dt="2025-07-02T17:33:01.873" v="774" actId="26606"/>
          <ac:spMkLst>
            <pc:docMk/>
            <pc:sldMk cId="322143141" sldId="295"/>
            <ac:spMk id="11" creationId="{F92CB243-67C5-E304-31A0-4D7D607BAFBA}"/>
          </ac:spMkLst>
        </pc:spChg>
        <pc:spChg chg="add">
          <ac:chgData name="mukul maheshwari" userId="12cb43e2ca5f0d2c" providerId="LiveId" clId="{2F1B1B83-A47B-4F45-BA03-DC5899C1CECB}" dt="2025-07-02T17:33:01.873" v="774" actId="26606"/>
          <ac:spMkLst>
            <pc:docMk/>
            <pc:sldMk cId="322143141" sldId="295"/>
            <ac:spMk id="13" creationId="{11A95761-C93E-94BF-087D-D2A823789EAB}"/>
          </ac:spMkLst>
        </pc:spChg>
        <pc:spChg chg="add">
          <ac:chgData name="mukul maheshwari" userId="12cb43e2ca5f0d2c" providerId="LiveId" clId="{2F1B1B83-A47B-4F45-BA03-DC5899C1CECB}" dt="2025-07-02T17:33:01.873" v="774" actId="26606"/>
          <ac:spMkLst>
            <pc:docMk/>
            <pc:sldMk cId="322143141" sldId="295"/>
            <ac:spMk id="15" creationId="{6E63D1A5-FD49-4756-F62E-786C34E631EF}"/>
          </ac:spMkLst>
        </pc:spChg>
        <pc:picChg chg="add">
          <ac:chgData name="mukul maheshwari" userId="12cb43e2ca5f0d2c" providerId="LiveId" clId="{2F1B1B83-A47B-4F45-BA03-DC5899C1CECB}" dt="2025-07-02T17:33:01.873" v="774" actId="26606"/>
          <ac:picMkLst>
            <pc:docMk/>
            <pc:sldMk cId="322143141" sldId="295"/>
            <ac:picMk id="5" creationId="{3E1B8474-C994-5EED-FEEB-18BAE7E3090C}"/>
          </ac:picMkLst>
        </pc:picChg>
      </pc:sldChg>
      <pc:sldChg chg="addSp delSp modSp new mod setBg delDesignElem">
        <pc:chgData name="mukul maheshwari" userId="12cb43e2ca5f0d2c" providerId="LiveId" clId="{2F1B1B83-A47B-4F45-BA03-DC5899C1CECB}" dt="2025-07-02T17:30:18.562" v="734"/>
        <pc:sldMkLst>
          <pc:docMk/>
          <pc:sldMk cId="3498565663" sldId="296"/>
        </pc:sldMkLst>
        <pc:spChg chg="mod">
          <ac:chgData name="mukul maheshwari" userId="12cb43e2ca5f0d2c" providerId="LiveId" clId="{2F1B1B83-A47B-4F45-BA03-DC5899C1CECB}" dt="2025-07-02T16:04:19.431" v="142" actId="26606"/>
          <ac:spMkLst>
            <pc:docMk/>
            <pc:sldMk cId="3498565663" sldId="296"/>
            <ac:spMk id="2" creationId="{F3EFD8D0-C6A3-48E2-4EAA-EC5EE10C7E47}"/>
          </ac:spMkLst>
        </pc:spChg>
        <pc:spChg chg="mod">
          <ac:chgData name="mukul maheshwari" userId="12cb43e2ca5f0d2c" providerId="LiveId" clId="{2F1B1B83-A47B-4F45-BA03-DC5899C1CECB}" dt="2025-07-02T16:04:19.431" v="142" actId="26606"/>
          <ac:spMkLst>
            <pc:docMk/>
            <pc:sldMk cId="3498565663" sldId="296"/>
            <ac:spMk id="3" creationId="{74C88E03-FAD3-3FAD-6204-A331198746E7}"/>
          </ac:spMkLst>
        </pc:spChg>
        <pc:spChg chg="add">
          <ac:chgData name="mukul maheshwari" userId="12cb43e2ca5f0d2c" providerId="LiveId" clId="{2F1B1B83-A47B-4F45-BA03-DC5899C1CECB}" dt="2025-07-02T16:04:06.353" v="139"/>
          <ac:spMkLst>
            <pc:docMk/>
            <pc:sldMk cId="3498565663" sldId="296"/>
            <ac:spMk id="4" creationId="{1CB1CF77-3A82-38A6-DB96-6575AF4D6205}"/>
          </ac:spMkLst>
        </pc:spChg>
        <pc:spChg chg="add">
          <ac:chgData name="mukul maheshwari" userId="12cb43e2ca5f0d2c" providerId="LiveId" clId="{2F1B1B83-A47B-4F45-BA03-DC5899C1CECB}" dt="2025-07-02T16:04:10.113" v="140"/>
          <ac:spMkLst>
            <pc:docMk/>
            <pc:sldMk cId="3498565663" sldId="296"/>
            <ac:spMk id="5" creationId="{0A5BCCAC-E3F0-1940-D25A-0B49DFCD863B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3498565663" sldId="296"/>
            <ac:spMk id="11" creationId="{37B65277-82C6-6D08-6DCA-4A7DCC3B7136}"/>
          </ac:spMkLst>
        </pc:spChg>
        <pc:picChg chg="add mod">
          <ac:chgData name="mukul maheshwari" userId="12cb43e2ca5f0d2c" providerId="LiveId" clId="{2F1B1B83-A47B-4F45-BA03-DC5899C1CECB}" dt="2025-07-02T16:04:19.431" v="142" actId="26606"/>
          <ac:picMkLst>
            <pc:docMk/>
            <pc:sldMk cId="3498565663" sldId="296"/>
            <ac:picMk id="6" creationId="{D3B213A5-55B4-157F-0488-0E7FAEDFE6CD}"/>
          </ac:picMkLst>
        </pc:picChg>
      </pc:sldChg>
      <pc:sldChg chg="addSp delSp modSp new mod setBg addAnim delDesignElem">
        <pc:chgData name="mukul maheshwari" userId="12cb43e2ca5f0d2c" providerId="LiveId" clId="{2F1B1B83-A47B-4F45-BA03-DC5899C1CECB}" dt="2025-07-02T17:30:18.562" v="734"/>
        <pc:sldMkLst>
          <pc:docMk/>
          <pc:sldMk cId="3431356362" sldId="297"/>
        </pc:sldMkLst>
        <pc:spChg chg="mod ord">
          <ac:chgData name="mukul maheshwari" userId="12cb43e2ca5f0d2c" providerId="LiveId" clId="{2F1B1B83-A47B-4F45-BA03-DC5899C1CECB}" dt="2025-07-02T16:08:07.928" v="178" actId="26606"/>
          <ac:spMkLst>
            <pc:docMk/>
            <pc:sldMk cId="3431356362" sldId="297"/>
            <ac:spMk id="2" creationId="{FF0D254B-96C3-7C33-FDEF-9AE8D95612D4}"/>
          </ac:spMkLst>
        </pc:spChg>
        <pc:spChg chg="del">
          <ac:chgData name="mukul maheshwari" userId="12cb43e2ca5f0d2c" providerId="LiveId" clId="{2F1B1B83-A47B-4F45-BA03-DC5899C1CECB}" dt="2025-07-02T16:06:15.014" v="167"/>
          <ac:spMkLst>
            <pc:docMk/>
            <pc:sldMk cId="3431356362" sldId="297"/>
            <ac:spMk id="3" creationId="{ADA7036C-FC9B-1FED-5F62-9336D9306D7A}"/>
          </ac:spMkLst>
        </pc:spChg>
        <pc:spChg chg="add del">
          <ac:chgData name="mukul maheshwari" userId="12cb43e2ca5f0d2c" providerId="LiveId" clId="{2F1B1B83-A47B-4F45-BA03-DC5899C1CECB}" dt="2025-07-02T16:07:42.046" v="172" actId="26606"/>
          <ac:spMkLst>
            <pc:docMk/>
            <pc:sldMk cId="3431356362" sldId="297"/>
            <ac:spMk id="2055" creationId="{A4AC5506-6312-4701-8D3C-40187889A947}"/>
          </ac:spMkLst>
        </pc:spChg>
        <pc:spChg chg="add del">
          <ac:chgData name="mukul maheshwari" userId="12cb43e2ca5f0d2c" providerId="LiveId" clId="{2F1B1B83-A47B-4F45-BA03-DC5899C1CECB}" dt="2025-07-02T16:07:49.782" v="173" actId="478"/>
          <ac:spMkLst>
            <pc:docMk/>
            <pc:sldMk cId="3431356362" sldId="297"/>
            <ac:spMk id="2059" creationId="{1CDD7E46-7074-0897-2705-ABC0A9163523}"/>
          </ac:spMkLst>
        </pc:spChg>
        <pc:spChg chg="add del">
          <ac:chgData name="mukul maheshwari" userId="12cb43e2ca5f0d2c" providerId="LiveId" clId="{2F1B1B83-A47B-4F45-BA03-DC5899C1CECB}" dt="2025-07-02T16:07:42.035" v="171" actId="26606"/>
          <ac:spMkLst>
            <pc:docMk/>
            <pc:sldMk cId="3431356362" sldId="297"/>
            <ac:spMk id="2060" creationId="{37C89E4B-3C9F-44B9-8B86-D9E3D112D8EC}"/>
          </ac:spMkLst>
        </pc:spChg>
        <pc:spChg chg="add del">
          <ac:chgData name="mukul maheshwari" userId="12cb43e2ca5f0d2c" providerId="LiveId" clId="{2F1B1B83-A47B-4F45-BA03-DC5899C1CECB}" dt="2025-07-02T16:08:03.249" v="175" actId="26606"/>
          <ac:spMkLst>
            <pc:docMk/>
            <pc:sldMk cId="3431356362" sldId="297"/>
            <ac:spMk id="2071" creationId="{ECC07320-C2CA-4E29-8481-9D9E143C7788}"/>
          </ac:spMkLst>
        </pc:spChg>
        <pc:spChg chg="add del">
          <ac:chgData name="mukul maheshwari" userId="12cb43e2ca5f0d2c" providerId="LiveId" clId="{2F1B1B83-A47B-4F45-BA03-DC5899C1CECB}" dt="2025-07-02T16:08:03.249" v="175" actId="26606"/>
          <ac:spMkLst>
            <pc:docMk/>
            <pc:sldMk cId="3431356362" sldId="297"/>
            <ac:spMk id="2073" creationId="{178FB36B-5BFE-42CA-BC60-1115E0D95EEC}"/>
          </ac:spMkLst>
        </pc:spChg>
        <pc:spChg chg="add del">
          <ac:chgData name="mukul maheshwari" userId="12cb43e2ca5f0d2c" providerId="LiveId" clId="{2F1B1B83-A47B-4F45-BA03-DC5899C1CECB}" dt="2025-07-02T16:08:07.917" v="177" actId="26606"/>
          <ac:spMkLst>
            <pc:docMk/>
            <pc:sldMk cId="3431356362" sldId="297"/>
            <ac:spMk id="2076" creationId="{EB0222B5-B739-82A9-5CCC-C5585AE12A69}"/>
          </ac:spMkLst>
        </pc:spChg>
        <pc:spChg chg="add del">
          <ac:chgData name="mukul maheshwari" userId="12cb43e2ca5f0d2c" providerId="LiveId" clId="{2F1B1B83-A47B-4F45-BA03-DC5899C1CECB}" dt="2025-07-02T16:08:07.917" v="177" actId="26606"/>
          <ac:spMkLst>
            <pc:docMk/>
            <pc:sldMk cId="3431356362" sldId="297"/>
            <ac:spMk id="2077" creationId="{5BE23E75-E7E9-4D9F-6D25-5512363F8621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3431356362" sldId="297"/>
            <ac:spMk id="2079" creationId="{9089EED9-F54D-4F20-A2C6-949DE4176959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3431356362" sldId="297"/>
            <ac:spMk id="2080" creationId="{7E46F721-3785-414D-8697-16AF490E6806}"/>
          </ac:spMkLst>
        </pc:spChg>
        <pc:picChg chg="add mod">
          <ac:chgData name="mukul maheshwari" userId="12cb43e2ca5f0d2c" providerId="LiveId" clId="{2F1B1B83-A47B-4F45-BA03-DC5899C1CECB}" dt="2025-07-02T16:08:28.952" v="181" actId="732"/>
          <ac:picMkLst>
            <pc:docMk/>
            <pc:sldMk cId="3431356362" sldId="297"/>
            <ac:picMk id="2050" creationId="{BDCC8EC7-9D53-1298-DDB8-9B04F2A87308}"/>
          </ac:picMkLst>
        </pc:picChg>
        <pc:cxnChg chg="add del">
          <ac:chgData name="mukul maheshwari" userId="12cb43e2ca5f0d2c" providerId="LiveId" clId="{2F1B1B83-A47B-4F45-BA03-DC5899C1CECB}" dt="2025-07-02T16:07:42.035" v="171" actId="26606"/>
          <ac:cxnSpMkLst>
            <pc:docMk/>
            <pc:sldMk cId="3431356362" sldId="297"/>
            <ac:cxnSpMk id="2062" creationId="{AA2EAA10-076F-46BD-8F0F-B9A2FB77A85C}"/>
          </ac:cxnSpMkLst>
        </pc:cxnChg>
        <pc:cxnChg chg="add del">
          <ac:chgData name="mukul maheshwari" userId="12cb43e2ca5f0d2c" providerId="LiveId" clId="{2F1B1B83-A47B-4F45-BA03-DC5899C1CECB}" dt="2025-07-02T16:07:42.035" v="171" actId="26606"/>
          <ac:cxnSpMkLst>
            <pc:docMk/>
            <pc:sldMk cId="3431356362" sldId="297"/>
            <ac:cxnSpMk id="2064" creationId="{D891E407-403B-4764-86C9-33A56D3BCAA3}"/>
          </ac:cxnSpMkLst>
        </pc:cxnChg>
        <pc:cxnChg chg="add del">
          <ac:chgData name="mukul maheshwari" userId="12cb43e2ca5f0d2c" providerId="LiveId" clId="{2F1B1B83-A47B-4F45-BA03-DC5899C1CECB}" dt="2025-07-02T16:08:07.928" v="178" actId="26606"/>
          <ac:cxnSpMkLst>
            <pc:docMk/>
            <pc:sldMk cId="3431356362" sldId="297"/>
            <ac:cxnSpMk id="2066" creationId="{249EDD1B-F94D-B4E6-ACAA-566B9A26FDE3}"/>
          </ac:cxnSpMkLst>
        </pc:cxnChg>
        <pc:cxnChg chg="add del">
          <ac:chgData name="mukul maheshwari" userId="12cb43e2ca5f0d2c" providerId="LiveId" clId="{2F1B1B83-A47B-4F45-BA03-DC5899C1CECB}" dt="2025-07-02T16:08:07.917" v="177" actId="26606"/>
          <ac:cxnSpMkLst>
            <pc:docMk/>
            <pc:sldMk cId="3431356362" sldId="297"/>
            <ac:cxnSpMk id="2075" creationId="{61B115DB-65EB-3FC3-7284-CFDF4ADC60B6}"/>
          </ac:cxnSpMkLst>
        </pc:cxnChg>
      </pc:sldChg>
      <pc:sldChg chg="addSp delSp modSp new mod setBg delDesignElem">
        <pc:chgData name="mukul maheshwari" userId="12cb43e2ca5f0d2c" providerId="LiveId" clId="{2F1B1B83-A47B-4F45-BA03-DC5899C1CECB}" dt="2025-07-02T17:30:18.562" v="734"/>
        <pc:sldMkLst>
          <pc:docMk/>
          <pc:sldMk cId="2633675213" sldId="298"/>
        </pc:sldMkLst>
        <pc:spChg chg="mod">
          <ac:chgData name="mukul maheshwari" userId="12cb43e2ca5f0d2c" providerId="LiveId" clId="{2F1B1B83-A47B-4F45-BA03-DC5899C1CECB}" dt="2025-07-02T16:16:37.353" v="258" actId="26606"/>
          <ac:spMkLst>
            <pc:docMk/>
            <pc:sldMk cId="2633675213" sldId="298"/>
            <ac:spMk id="2" creationId="{D2C29793-DE2A-F094-AA59-D0DA90042ECD}"/>
          </ac:spMkLst>
        </pc:spChg>
        <pc:spChg chg="del">
          <ac:chgData name="mukul maheshwari" userId="12cb43e2ca5f0d2c" providerId="LiveId" clId="{2F1B1B83-A47B-4F45-BA03-DC5899C1CECB}" dt="2025-07-02T16:16:34.493" v="257" actId="478"/>
          <ac:spMkLst>
            <pc:docMk/>
            <pc:sldMk cId="2633675213" sldId="298"/>
            <ac:spMk id="3" creationId="{0E2BBFB0-EC7C-D9AB-3CAB-267321202428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2633675213" sldId="298"/>
            <ac:spMk id="3079" creationId="{A4AC5506-6312-4701-8D3C-40187889A947}"/>
          </ac:spMkLst>
        </pc:spChg>
        <pc:picChg chg="add mod">
          <ac:chgData name="mukul maheshwari" userId="12cb43e2ca5f0d2c" providerId="LiveId" clId="{2F1B1B83-A47B-4F45-BA03-DC5899C1CECB}" dt="2025-07-02T16:16:37.353" v="258" actId="26606"/>
          <ac:picMkLst>
            <pc:docMk/>
            <pc:sldMk cId="2633675213" sldId="298"/>
            <ac:picMk id="3074" creationId="{F078A5AC-4E2F-B3E4-F09F-E9913C7B68C6}"/>
          </ac:picMkLst>
        </pc:picChg>
      </pc:sldChg>
      <pc:sldChg chg="addSp delSp modSp new mod setBg addAnim delAnim delDesignElem">
        <pc:chgData name="mukul maheshwari" userId="12cb43e2ca5f0d2c" providerId="LiveId" clId="{2F1B1B83-A47B-4F45-BA03-DC5899C1CECB}" dt="2025-07-02T17:30:18.562" v="734"/>
        <pc:sldMkLst>
          <pc:docMk/>
          <pc:sldMk cId="1019958262" sldId="299"/>
        </pc:sldMkLst>
        <pc:spChg chg="mod ord">
          <ac:chgData name="mukul maheshwari" userId="12cb43e2ca5f0d2c" providerId="LiveId" clId="{2F1B1B83-A47B-4F45-BA03-DC5899C1CECB}" dt="2025-07-02T16:38:41.909" v="464" actId="26606"/>
          <ac:spMkLst>
            <pc:docMk/>
            <pc:sldMk cId="1019958262" sldId="299"/>
            <ac:spMk id="2" creationId="{733BD5BB-3FBA-2C4C-D687-CA013628DA4C}"/>
          </ac:spMkLst>
        </pc:spChg>
        <pc:spChg chg="del">
          <ac:chgData name="mukul maheshwari" userId="12cb43e2ca5f0d2c" providerId="LiveId" clId="{2F1B1B83-A47B-4F45-BA03-DC5899C1CECB}" dt="2025-07-02T16:34:21.789" v="441" actId="478"/>
          <ac:spMkLst>
            <pc:docMk/>
            <pc:sldMk cId="1019958262" sldId="299"/>
            <ac:spMk id="3" creationId="{4BB1542F-A56D-544F-3B11-E1A071CF540B}"/>
          </ac:spMkLst>
        </pc:spChg>
        <pc:spChg chg="add del">
          <ac:chgData name="mukul maheshwari" userId="12cb43e2ca5f0d2c" providerId="LiveId" clId="{2F1B1B83-A47B-4F45-BA03-DC5899C1CECB}" dt="2025-07-02T16:38:41.909" v="464" actId="26606"/>
          <ac:spMkLst>
            <pc:docMk/>
            <pc:sldMk cId="1019958262" sldId="299"/>
            <ac:spMk id="4102" creationId="{4D4677D2-D5AC-4CF9-9EED-2B89D0A1C212}"/>
          </ac:spMkLst>
        </pc:spChg>
        <pc:spChg chg="add del">
          <ac:chgData name="mukul maheshwari" userId="12cb43e2ca5f0d2c" providerId="LiveId" clId="{2F1B1B83-A47B-4F45-BA03-DC5899C1CECB}" dt="2025-07-02T16:38:41.909" v="464" actId="26606"/>
          <ac:spMkLst>
            <pc:docMk/>
            <pc:sldMk cId="1019958262" sldId="299"/>
            <ac:spMk id="4103" creationId="{AF695F69-7001-421E-98A8-E74156934A51}"/>
          </ac:spMkLst>
        </pc:spChg>
        <pc:spChg chg="add del">
          <ac:chgData name="mukul maheshwari" userId="12cb43e2ca5f0d2c" providerId="LiveId" clId="{2F1B1B83-A47B-4F45-BA03-DC5899C1CECB}" dt="2025-07-02T16:36:58.082" v="446" actId="26606"/>
          <ac:spMkLst>
            <pc:docMk/>
            <pc:sldMk cId="1019958262" sldId="299"/>
            <ac:spMk id="4105" creationId="{4D4677D2-D5AC-4CF9-9EED-2B89D0A1C212}"/>
          </ac:spMkLst>
        </pc:spChg>
        <pc:spChg chg="add del">
          <ac:chgData name="mukul maheshwari" userId="12cb43e2ca5f0d2c" providerId="LiveId" clId="{2F1B1B83-A47B-4F45-BA03-DC5899C1CECB}" dt="2025-07-02T16:36:58.082" v="446" actId="26606"/>
          <ac:spMkLst>
            <pc:docMk/>
            <pc:sldMk cId="1019958262" sldId="299"/>
            <ac:spMk id="4107" creationId="{AF695F69-7001-421E-98A8-E74156934A51}"/>
          </ac:spMkLst>
        </pc:spChg>
        <pc:spChg chg="add del">
          <ac:chgData name="mukul maheshwari" userId="12cb43e2ca5f0d2c" providerId="LiveId" clId="{2F1B1B83-A47B-4F45-BA03-DC5899C1CECB}" dt="2025-07-02T16:37:31.887" v="452" actId="26606"/>
          <ac:spMkLst>
            <pc:docMk/>
            <pc:sldMk cId="1019958262" sldId="299"/>
            <ac:spMk id="4109" creationId="{C4879EFC-8E62-4E00-973C-C45EE9EC676D}"/>
          </ac:spMkLst>
        </pc:spChg>
        <pc:spChg chg="add del">
          <ac:chgData name="mukul maheshwari" userId="12cb43e2ca5f0d2c" providerId="LiveId" clId="{2F1B1B83-A47B-4F45-BA03-DC5899C1CECB}" dt="2025-07-02T16:37:31.887" v="452" actId="26606"/>
          <ac:spMkLst>
            <pc:docMk/>
            <pc:sldMk cId="1019958262" sldId="299"/>
            <ac:spMk id="4110" creationId="{D6A9C53F-5F90-40A5-8C85-5412D39C8C68}"/>
          </ac:spMkLst>
        </pc:spChg>
        <pc:spChg chg="add del">
          <ac:chgData name="mukul maheshwari" userId="12cb43e2ca5f0d2c" providerId="LiveId" clId="{2F1B1B83-A47B-4F45-BA03-DC5899C1CECB}" dt="2025-07-02T16:38:41.901" v="463" actId="26606"/>
          <ac:spMkLst>
            <pc:docMk/>
            <pc:sldMk cId="1019958262" sldId="299"/>
            <ac:spMk id="4114" creationId="{197C305C-0E98-44D5-A930-21F23CC52F93}"/>
          </ac:spMkLst>
        </pc:spChg>
        <pc:spChg chg="add del">
          <ac:chgData name="mukul maheshwari" userId="12cb43e2ca5f0d2c" providerId="LiveId" clId="{2F1B1B83-A47B-4F45-BA03-DC5899C1CECB}" dt="2025-07-02T16:38:41.901" v="463" actId="26606"/>
          <ac:spMkLst>
            <pc:docMk/>
            <pc:sldMk cId="1019958262" sldId="299"/>
            <ac:spMk id="4115" creationId="{A3473CF9-37EB-43E7-89EF-D2D1C53D1DAC}"/>
          </ac:spMkLst>
        </pc:spChg>
        <pc:spChg chg="add del">
          <ac:chgData name="mukul maheshwari" userId="12cb43e2ca5f0d2c" providerId="LiveId" clId="{2F1B1B83-A47B-4F45-BA03-DC5899C1CECB}" dt="2025-07-02T16:38:41.901" v="463" actId="26606"/>
          <ac:spMkLst>
            <pc:docMk/>
            <pc:sldMk cId="1019958262" sldId="299"/>
            <ac:spMk id="4116" creationId="{586B4EF9-43BA-4655-A6FF-1D8E21574C95}"/>
          </ac:spMkLst>
        </pc:spChg>
        <pc:grpChg chg="add del">
          <ac:chgData name="mukul maheshwari" userId="12cb43e2ca5f0d2c" providerId="LiveId" clId="{2F1B1B83-A47B-4F45-BA03-DC5899C1CECB}" dt="2025-07-02T16:38:40.528" v="461" actId="26606"/>
          <ac:grpSpMkLst>
            <pc:docMk/>
            <pc:sldMk cId="1019958262" sldId="299"/>
            <ac:grpSpMk id="4108" creationId="{38555AC8-A31F-E4F7-01BB-AEFF5E8C160A}"/>
          </ac:grpSpMkLst>
        </pc:grpChg>
        <pc:grpChg chg="add del">
          <ac:chgData name="mukul maheshwari" userId="12cb43e2ca5f0d2c" providerId="LiveId" clId="{2F1B1B83-A47B-4F45-BA03-DC5899C1CECB}" dt="2025-07-02T17:30:18.562" v="734"/>
          <ac:grpSpMkLst>
            <pc:docMk/>
            <pc:sldMk cId="1019958262" sldId="299"/>
            <ac:grpSpMk id="4118" creationId="{38555AC8-A31F-E4F7-01BB-AEFF5E8C160A}"/>
          </ac:grpSpMkLst>
        </pc:grpChg>
        <pc:picChg chg="add mod ord">
          <ac:chgData name="mukul maheshwari" userId="12cb43e2ca5f0d2c" providerId="LiveId" clId="{2F1B1B83-A47B-4F45-BA03-DC5899C1CECB}" dt="2025-07-02T16:38:41.909" v="464" actId="26606"/>
          <ac:picMkLst>
            <pc:docMk/>
            <pc:sldMk cId="1019958262" sldId="299"/>
            <ac:picMk id="4098" creationId="{9B4D385C-96C8-A813-67B4-3AAB57B5AB0A}"/>
          </ac:picMkLst>
        </pc:picChg>
        <pc:picChg chg="add mod ord">
          <ac:chgData name="mukul maheshwari" userId="12cb43e2ca5f0d2c" providerId="LiveId" clId="{2F1B1B83-A47B-4F45-BA03-DC5899C1CECB}" dt="2025-07-02T16:38:41.909" v="464" actId="26606"/>
          <ac:picMkLst>
            <pc:docMk/>
            <pc:sldMk cId="1019958262" sldId="299"/>
            <ac:picMk id="4100" creationId="{3D5AC470-6A15-D5D7-8B07-2FE16338157B}"/>
          </ac:picMkLst>
        </pc:picChg>
      </pc:sldChg>
      <pc:sldChg chg="delSp add del setBg delDesignElem">
        <pc:chgData name="mukul maheshwari" userId="12cb43e2ca5f0d2c" providerId="LiveId" clId="{2F1B1B83-A47B-4F45-BA03-DC5899C1CECB}" dt="2025-07-02T16:19:19.902" v="261" actId="47"/>
        <pc:sldMkLst>
          <pc:docMk/>
          <pc:sldMk cId="4139825525" sldId="299"/>
        </pc:sldMkLst>
        <pc:spChg chg="del">
          <ac:chgData name="mukul maheshwari" userId="12cb43e2ca5f0d2c" providerId="LiveId" clId="{2F1B1B83-A47B-4F45-BA03-DC5899C1CECB}" dt="2025-07-02T16:16:45.730" v="260"/>
          <ac:spMkLst>
            <pc:docMk/>
            <pc:sldMk cId="4139825525" sldId="299"/>
            <ac:spMk id="3079" creationId="{186A9000-270E-EE7F-346C-DA82AFAB8A2E}"/>
          </ac:spMkLst>
        </pc:spChg>
      </pc:sldChg>
      <pc:sldChg chg="addSp delSp modSp add mod setBg delDesignElem">
        <pc:chgData name="mukul maheshwari" userId="12cb43e2ca5f0d2c" providerId="LiveId" clId="{2F1B1B83-A47B-4F45-BA03-DC5899C1CECB}" dt="2025-07-02T17:30:18.562" v="734"/>
        <pc:sldMkLst>
          <pc:docMk/>
          <pc:sldMk cId="1917044633" sldId="300"/>
        </pc:sldMkLst>
        <pc:spChg chg="mod">
          <ac:chgData name="mukul maheshwari" userId="12cb43e2ca5f0d2c" providerId="LiveId" clId="{2F1B1B83-A47B-4F45-BA03-DC5899C1CECB}" dt="2025-07-02T16:39:15.694" v="466" actId="26606"/>
          <ac:spMkLst>
            <pc:docMk/>
            <pc:sldMk cId="1917044633" sldId="300"/>
            <ac:spMk id="2" creationId="{8C36BCB1-C262-2E00-F0DF-D2A368D0227F}"/>
          </ac:spMkLst>
        </pc:spChg>
        <pc:spChg chg="del">
          <ac:chgData name="mukul maheshwari" userId="12cb43e2ca5f0d2c" providerId="LiveId" clId="{2F1B1B83-A47B-4F45-BA03-DC5899C1CECB}" dt="2025-07-02T16:39:15.694" v="466" actId="26606"/>
          <ac:spMkLst>
            <pc:docMk/>
            <pc:sldMk cId="1917044633" sldId="300"/>
            <ac:spMk id="4" creationId="{C4620A8F-660C-9E88-2B17-7499D3E0589F}"/>
          </ac:spMkLst>
        </pc:spChg>
        <pc:spChg chg="add del">
          <ac:chgData name="mukul maheshwari" userId="12cb43e2ca5f0d2c" providerId="LiveId" clId="{2F1B1B83-A47B-4F45-BA03-DC5899C1CECB}" dt="2025-07-02T16:39:50.354" v="471" actId="26606"/>
          <ac:spMkLst>
            <pc:docMk/>
            <pc:sldMk cId="1917044633" sldId="300"/>
            <ac:spMk id="10" creationId="{353CF00F-82D0-0DBA-75D5-1D01B4526C68}"/>
          </ac:spMkLst>
        </pc:spChg>
        <pc:spChg chg="add del">
          <ac:chgData name="mukul maheshwari" userId="12cb43e2ca5f0d2c" providerId="LiveId" clId="{2F1B1B83-A47B-4F45-BA03-DC5899C1CECB}" dt="2025-07-02T16:39:50.290" v="470" actId="26606"/>
          <ac:spMkLst>
            <pc:docMk/>
            <pc:sldMk cId="1917044633" sldId="300"/>
            <ac:spMk id="15" creationId="{353CF00F-82D0-0DBA-75D5-1D01B4526C68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1917044633" sldId="300"/>
            <ac:spMk id="17" creationId="{353CF00F-82D0-0DBA-75D5-1D01B4526C68}"/>
          </ac:spMkLst>
        </pc:spChg>
        <pc:graphicFrameChg chg="add mod modGraphic">
          <ac:chgData name="mukul maheshwari" userId="12cb43e2ca5f0d2c" providerId="LiveId" clId="{2F1B1B83-A47B-4F45-BA03-DC5899C1CECB}" dt="2025-07-02T16:39:50.354" v="471" actId="26606"/>
          <ac:graphicFrameMkLst>
            <pc:docMk/>
            <pc:sldMk cId="1917044633" sldId="300"/>
            <ac:graphicFrameMk id="6" creationId="{264CCF70-2B55-F618-F2BD-469575F7F695}"/>
          </ac:graphicFrameMkLst>
        </pc:graphicFrameChg>
      </pc:sldChg>
      <pc:sldChg chg="addSp delSp add mod">
        <pc:chgData name="mukul maheshwari" userId="12cb43e2ca5f0d2c" providerId="LiveId" clId="{2F1B1B83-A47B-4F45-BA03-DC5899C1CECB}" dt="2025-07-02T16:40:12.748" v="472" actId="26606"/>
        <pc:sldMkLst>
          <pc:docMk/>
          <pc:sldMk cId="3174738241" sldId="301"/>
        </pc:sldMkLst>
        <pc:spChg chg="del">
          <ac:chgData name="mukul maheshwari" userId="12cb43e2ca5f0d2c" providerId="LiveId" clId="{2F1B1B83-A47B-4F45-BA03-DC5899C1CECB}" dt="2025-07-02T16:40:12.748" v="472" actId="26606"/>
          <ac:spMkLst>
            <pc:docMk/>
            <pc:sldMk cId="3174738241" sldId="301"/>
            <ac:spMk id="3" creationId="{24CEBC05-F016-0CDD-9AD7-24808556046F}"/>
          </ac:spMkLst>
        </pc:spChg>
        <pc:graphicFrameChg chg="add">
          <ac:chgData name="mukul maheshwari" userId="12cb43e2ca5f0d2c" providerId="LiveId" clId="{2F1B1B83-A47B-4F45-BA03-DC5899C1CECB}" dt="2025-07-02T16:40:12.748" v="472" actId="26606"/>
          <ac:graphicFrameMkLst>
            <pc:docMk/>
            <pc:sldMk cId="3174738241" sldId="301"/>
            <ac:graphicFrameMk id="5" creationId="{A8168609-F27A-1614-28B1-8E31BE80A5F1}"/>
          </ac:graphicFrameMkLst>
        </pc:graphicFrameChg>
      </pc:sldChg>
      <pc:sldChg chg="addSp delSp modSp add mod setBg delDesignElem chgLayout">
        <pc:chgData name="mukul maheshwari" userId="12cb43e2ca5f0d2c" providerId="LiveId" clId="{2F1B1B83-A47B-4F45-BA03-DC5899C1CECB}" dt="2025-07-02T17:30:18.562" v="734"/>
        <pc:sldMkLst>
          <pc:docMk/>
          <pc:sldMk cId="3982402871" sldId="302"/>
        </pc:sldMkLst>
        <pc:spChg chg="add mod ord">
          <ac:chgData name="mukul maheshwari" userId="12cb43e2ca5f0d2c" providerId="LiveId" clId="{2F1B1B83-A47B-4F45-BA03-DC5899C1CECB}" dt="2025-07-02T16:40:34.460" v="479" actId="26606"/>
          <ac:spMkLst>
            <pc:docMk/>
            <pc:sldMk cId="3982402871" sldId="302"/>
            <ac:spMk id="2" creationId="{ABF392E8-F93A-10E6-571B-416567791A3F}"/>
          </ac:spMkLst>
        </pc:spChg>
        <pc:spChg chg="del mod ord">
          <ac:chgData name="mukul maheshwari" userId="12cb43e2ca5f0d2c" providerId="LiveId" clId="{2F1B1B83-A47B-4F45-BA03-DC5899C1CECB}" dt="2025-07-02T16:40:34.460" v="479" actId="26606"/>
          <ac:spMkLst>
            <pc:docMk/>
            <pc:sldMk cId="3982402871" sldId="302"/>
            <ac:spMk id="3" creationId="{41F057D2-6BF5-ACB0-A02F-7C99A22A3E82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3982402871" sldId="302"/>
            <ac:spMk id="9" creationId="{600DC1B0-7E1A-BD02-3F93-19E6B1B75075}"/>
          </ac:spMkLst>
        </pc:spChg>
        <pc:graphicFrameChg chg="add">
          <ac:chgData name="mukul maheshwari" userId="12cb43e2ca5f0d2c" providerId="LiveId" clId="{2F1B1B83-A47B-4F45-BA03-DC5899C1CECB}" dt="2025-07-02T16:40:34.460" v="479" actId="26606"/>
          <ac:graphicFrameMkLst>
            <pc:docMk/>
            <pc:sldMk cId="3982402871" sldId="302"/>
            <ac:graphicFrameMk id="5" creationId="{118F42CD-2277-57D3-07A9-6CB221255588}"/>
          </ac:graphicFrameMkLst>
        </pc:graphicFrameChg>
      </pc:sldChg>
      <pc:sldChg chg="addSp delSp modSp add mod setBg delDesignElem">
        <pc:chgData name="mukul maheshwari" userId="12cb43e2ca5f0d2c" providerId="LiveId" clId="{2F1B1B83-A47B-4F45-BA03-DC5899C1CECB}" dt="2025-07-02T17:30:18.562" v="734"/>
        <pc:sldMkLst>
          <pc:docMk/>
          <pc:sldMk cId="3816434383" sldId="303"/>
        </pc:sldMkLst>
        <pc:spChg chg="mod">
          <ac:chgData name="mukul maheshwari" userId="12cb43e2ca5f0d2c" providerId="LiveId" clId="{2F1B1B83-A47B-4F45-BA03-DC5899C1CECB}" dt="2025-07-02T16:41:27.530" v="484" actId="14100"/>
          <ac:spMkLst>
            <pc:docMk/>
            <pc:sldMk cId="3816434383" sldId="303"/>
            <ac:spMk id="2" creationId="{C9CB2B30-FB97-36D4-0083-D2508F341194}"/>
          </ac:spMkLst>
        </pc:spChg>
        <pc:spChg chg="del mod">
          <ac:chgData name="mukul maheshwari" userId="12cb43e2ca5f0d2c" providerId="LiveId" clId="{2F1B1B83-A47B-4F45-BA03-DC5899C1CECB}" dt="2025-07-02T16:41:08.196" v="481" actId="26606"/>
          <ac:spMkLst>
            <pc:docMk/>
            <pc:sldMk cId="3816434383" sldId="303"/>
            <ac:spMk id="3" creationId="{FAD7F13D-7ECC-963C-B0CE-A135F1689DAD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3816434383" sldId="303"/>
            <ac:spMk id="9" creationId="{1A466FCC-26A6-AD0C-513D-472AAABEC282}"/>
          </ac:spMkLst>
        </pc:spChg>
        <pc:graphicFrameChg chg="add mod modGraphic">
          <ac:chgData name="mukul maheshwari" userId="12cb43e2ca5f0d2c" providerId="LiveId" clId="{2F1B1B83-A47B-4F45-BA03-DC5899C1CECB}" dt="2025-07-02T16:41:56.963" v="490" actId="12100"/>
          <ac:graphicFrameMkLst>
            <pc:docMk/>
            <pc:sldMk cId="3816434383" sldId="303"/>
            <ac:graphicFrameMk id="5" creationId="{8B86BB5F-9844-5CBD-5F52-BAEA41219E0E}"/>
          </ac:graphicFrameMkLst>
        </pc:graphicFrameChg>
      </pc:sldChg>
      <pc:sldChg chg="addSp delSp modSp add mod setBg delDesignElem">
        <pc:chgData name="mukul maheshwari" userId="12cb43e2ca5f0d2c" providerId="LiveId" clId="{2F1B1B83-A47B-4F45-BA03-DC5899C1CECB}" dt="2025-07-02T17:30:18.562" v="734"/>
        <pc:sldMkLst>
          <pc:docMk/>
          <pc:sldMk cId="1575694996" sldId="304"/>
        </pc:sldMkLst>
        <pc:spChg chg="mod">
          <ac:chgData name="mukul maheshwari" userId="12cb43e2ca5f0d2c" providerId="LiveId" clId="{2F1B1B83-A47B-4F45-BA03-DC5899C1CECB}" dt="2025-07-02T16:49:16.627" v="535" actId="1076"/>
          <ac:spMkLst>
            <pc:docMk/>
            <pc:sldMk cId="1575694996" sldId="304"/>
            <ac:spMk id="2" creationId="{89E61D58-921C-1DBC-D9EF-DF83B50CAA95}"/>
          </ac:spMkLst>
        </pc:spChg>
        <pc:spChg chg="add del">
          <ac:chgData name="mukul maheshwari" userId="12cb43e2ca5f0d2c" providerId="LiveId" clId="{2F1B1B83-A47B-4F45-BA03-DC5899C1CECB}" dt="2025-07-02T17:30:18.562" v="734"/>
          <ac:spMkLst>
            <pc:docMk/>
            <pc:sldMk cId="1575694996" sldId="304"/>
            <ac:spMk id="9" creationId="{1A466FCC-26A6-AD0C-513D-472AAABEC282}"/>
          </ac:spMkLst>
        </pc:spChg>
        <pc:graphicFrameChg chg="mod modGraphic">
          <ac:chgData name="mukul maheshwari" userId="12cb43e2ca5f0d2c" providerId="LiveId" clId="{2F1B1B83-A47B-4F45-BA03-DC5899C1CECB}" dt="2025-07-02T16:49:23.810" v="537" actId="14100"/>
          <ac:graphicFrameMkLst>
            <pc:docMk/>
            <pc:sldMk cId="1575694996" sldId="304"/>
            <ac:graphicFrameMk id="4" creationId="{1269185D-0DAE-3259-5C0D-1EF67190EDE1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BDF5EA-67B4-409E-BA6F-CA49FE64DF7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64EC74-58C1-453C-9383-54F4F7F4BDE9}">
      <dgm:prSet/>
      <dgm:spPr/>
      <dgm:t>
        <a:bodyPr/>
        <a:lstStyle/>
        <a:p>
          <a:r>
            <a:rPr lang="en-US" b="1" i="0" baseline="0" dirty="0"/>
            <a:t>Health is influenced by multiple factors:</a:t>
          </a:r>
          <a:endParaRPr lang="en-US" dirty="0"/>
        </a:p>
      </dgm:t>
    </dgm:pt>
    <dgm:pt modelId="{2FE674FC-2804-41F6-A4B7-9B1E93F28E66}" type="parTrans" cxnId="{2ACE28F1-0CC1-42C0-A2DE-C98B2E917B18}">
      <dgm:prSet/>
      <dgm:spPr/>
      <dgm:t>
        <a:bodyPr/>
        <a:lstStyle/>
        <a:p>
          <a:endParaRPr lang="en-US"/>
        </a:p>
      </dgm:t>
    </dgm:pt>
    <dgm:pt modelId="{E52F7BB3-99A7-4A2A-97B9-FB712A75B33A}" type="sibTrans" cxnId="{2ACE28F1-0CC1-42C0-A2DE-C98B2E917B18}">
      <dgm:prSet/>
      <dgm:spPr/>
      <dgm:t>
        <a:bodyPr/>
        <a:lstStyle/>
        <a:p>
          <a:endParaRPr lang="en-US"/>
        </a:p>
      </dgm:t>
    </dgm:pt>
    <dgm:pt modelId="{F706F2B0-8660-4B4F-A1EB-6FA98A270AF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0" baseline="0" dirty="0"/>
            <a:t>Adequate food, housing, sanitation</a:t>
          </a:r>
          <a:endParaRPr lang="en-US" dirty="0"/>
        </a:p>
      </dgm:t>
    </dgm:pt>
    <dgm:pt modelId="{F6200C3C-28CB-43D8-931F-831AF19DB720}" type="parTrans" cxnId="{DE6E8E0A-5E28-4C17-9EE6-E2680BACA367}">
      <dgm:prSet/>
      <dgm:spPr/>
      <dgm:t>
        <a:bodyPr/>
        <a:lstStyle/>
        <a:p>
          <a:endParaRPr lang="en-US"/>
        </a:p>
      </dgm:t>
    </dgm:pt>
    <dgm:pt modelId="{3964118A-6995-43FF-A59E-09713F25AF64}" type="sibTrans" cxnId="{DE6E8E0A-5E28-4C17-9EE6-E2680BACA367}">
      <dgm:prSet/>
      <dgm:spPr/>
      <dgm:t>
        <a:bodyPr/>
        <a:lstStyle/>
        <a:p>
          <a:endParaRPr lang="en-US"/>
        </a:p>
      </dgm:t>
    </dgm:pt>
    <dgm:pt modelId="{FF6E5C4F-4FF9-4324-AB1A-76E6E0A4723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0" baseline="0" dirty="0"/>
            <a:t>Healthy lifestyles and environmental safety</a:t>
          </a:r>
          <a:endParaRPr lang="en-US" dirty="0"/>
        </a:p>
      </dgm:t>
    </dgm:pt>
    <dgm:pt modelId="{A7E8A5DB-534B-435E-A3D1-AFF5011CC0D0}" type="parTrans" cxnId="{4EBDA86E-17D8-4982-AC40-E6704C50C12B}">
      <dgm:prSet/>
      <dgm:spPr/>
      <dgm:t>
        <a:bodyPr/>
        <a:lstStyle/>
        <a:p>
          <a:endParaRPr lang="en-US"/>
        </a:p>
      </dgm:t>
    </dgm:pt>
    <dgm:pt modelId="{B0BF8F03-8479-4E0F-83BD-4F7BE1DFF156}" type="sibTrans" cxnId="{4EBDA86E-17D8-4982-AC40-E6704C50C12B}">
      <dgm:prSet/>
      <dgm:spPr/>
      <dgm:t>
        <a:bodyPr/>
        <a:lstStyle/>
        <a:p>
          <a:endParaRPr lang="en-US"/>
        </a:p>
      </dgm:t>
    </dgm:pt>
    <dgm:pt modelId="{49BB3DD4-4BE1-40A6-B9B8-AD2622A4CA7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i="0" baseline="0" dirty="0"/>
            <a:t>Control of communicable diseases</a:t>
          </a:r>
          <a:endParaRPr lang="en-US" dirty="0"/>
        </a:p>
      </dgm:t>
    </dgm:pt>
    <dgm:pt modelId="{1996C06E-EBA1-410C-AA28-A8E4C650C641}" type="parTrans" cxnId="{BBEAF1B6-10C4-4ABD-AD0C-2500CB894D58}">
      <dgm:prSet/>
      <dgm:spPr/>
      <dgm:t>
        <a:bodyPr/>
        <a:lstStyle/>
        <a:p>
          <a:endParaRPr lang="en-US"/>
        </a:p>
      </dgm:t>
    </dgm:pt>
    <dgm:pt modelId="{FD4AEDA5-E371-41B7-82E0-9F8D643FCA48}" type="sibTrans" cxnId="{BBEAF1B6-10C4-4ABD-AD0C-2500CB894D58}">
      <dgm:prSet/>
      <dgm:spPr/>
      <dgm:t>
        <a:bodyPr/>
        <a:lstStyle/>
        <a:p>
          <a:endParaRPr lang="en-US"/>
        </a:p>
      </dgm:t>
    </dgm:pt>
    <dgm:pt modelId="{E8BB69BB-86CB-4766-8E51-D500B24D590B}">
      <dgm:prSet/>
      <dgm:spPr/>
      <dgm:t>
        <a:bodyPr/>
        <a:lstStyle/>
        <a:p>
          <a:r>
            <a:rPr lang="en-US" i="0" baseline="0" dirty="0"/>
            <a:t>Health care is defined as: </a:t>
          </a:r>
          <a:r>
            <a:rPr lang="en-US" i="1" baseline="0" dirty="0"/>
            <a:t>“</a:t>
          </a:r>
          <a:r>
            <a:rPr lang="en-US" i="1" baseline="0" dirty="0">
              <a:highlight>
                <a:srgbClr val="FFFF00"/>
              </a:highlight>
            </a:rPr>
            <a:t>Services</a:t>
          </a:r>
          <a:r>
            <a:rPr lang="en-US" i="1" baseline="0" dirty="0"/>
            <a:t> provided to </a:t>
          </a:r>
          <a:r>
            <a:rPr lang="en-US" i="1" baseline="0" dirty="0">
              <a:highlight>
                <a:srgbClr val="FFFF00"/>
              </a:highlight>
            </a:rPr>
            <a:t>individuals or communities </a:t>
          </a:r>
          <a:r>
            <a:rPr lang="en-US" i="1" baseline="0" dirty="0"/>
            <a:t>by agents of the health services or professions for the p</a:t>
          </a:r>
          <a:r>
            <a:rPr lang="en-US" i="1" baseline="0" dirty="0">
              <a:highlight>
                <a:srgbClr val="FFFF00"/>
              </a:highlight>
            </a:rPr>
            <a:t>urpose of promoting, maintaining, monitoring, or restoring health</a:t>
          </a:r>
          <a:r>
            <a:rPr lang="en-US" i="1" baseline="0" dirty="0"/>
            <a:t>” – WHO</a:t>
          </a:r>
          <a:endParaRPr lang="en-US" dirty="0"/>
        </a:p>
      </dgm:t>
    </dgm:pt>
    <dgm:pt modelId="{5ED39ECF-DE36-4629-AD28-DD18FAE6070D}" type="parTrans" cxnId="{2DA6603F-7918-4DF5-8726-9F3F7C4E9600}">
      <dgm:prSet/>
      <dgm:spPr/>
      <dgm:t>
        <a:bodyPr/>
        <a:lstStyle/>
        <a:p>
          <a:endParaRPr lang="en-US"/>
        </a:p>
      </dgm:t>
    </dgm:pt>
    <dgm:pt modelId="{48249754-F5FF-4D05-808A-1411580CC87E}" type="sibTrans" cxnId="{2DA6603F-7918-4DF5-8726-9F3F7C4E9600}">
      <dgm:prSet/>
      <dgm:spPr/>
      <dgm:t>
        <a:bodyPr/>
        <a:lstStyle/>
        <a:p>
          <a:endParaRPr lang="en-US"/>
        </a:p>
      </dgm:t>
    </dgm:pt>
    <dgm:pt modelId="{12605EA0-8555-4A1F-AE09-396734E04CAE}">
      <dgm:prSet/>
      <dgm:spPr/>
      <dgm:t>
        <a:bodyPr/>
        <a:lstStyle/>
        <a:p>
          <a:r>
            <a:rPr lang="en-US" i="0" baseline="0" dirty="0"/>
            <a:t>Encompasses preventive, promotive, curative, and rehabilitative services</a:t>
          </a:r>
          <a:endParaRPr lang="en-US" dirty="0"/>
        </a:p>
      </dgm:t>
    </dgm:pt>
    <dgm:pt modelId="{0F2758D9-BFCE-4331-B8F7-FCDED0458D57}" type="parTrans" cxnId="{9CF08763-5D79-479D-BD8D-051ED36D1187}">
      <dgm:prSet/>
      <dgm:spPr/>
      <dgm:t>
        <a:bodyPr/>
        <a:lstStyle/>
        <a:p>
          <a:endParaRPr lang="en-US"/>
        </a:p>
      </dgm:t>
    </dgm:pt>
    <dgm:pt modelId="{4BC891C7-5B3C-45DA-9999-0F73055FBE58}" type="sibTrans" cxnId="{9CF08763-5D79-479D-BD8D-051ED36D1187}">
      <dgm:prSet/>
      <dgm:spPr/>
      <dgm:t>
        <a:bodyPr/>
        <a:lstStyle/>
        <a:p>
          <a:endParaRPr lang="en-US"/>
        </a:p>
      </dgm:t>
    </dgm:pt>
    <dgm:pt modelId="{274497F2-7BC2-4FBA-8CFA-7495DAFFA8A9}" type="pres">
      <dgm:prSet presAssocID="{7BBDF5EA-67B4-409E-BA6F-CA49FE64DF7D}" presName="root" presStyleCnt="0">
        <dgm:presLayoutVars>
          <dgm:dir/>
          <dgm:resizeHandles val="exact"/>
        </dgm:presLayoutVars>
      </dgm:prSet>
      <dgm:spPr/>
    </dgm:pt>
    <dgm:pt modelId="{D2C6716A-24FC-482C-B348-7B9A9428B7F2}" type="pres">
      <dgm:prSet presAssocID="{5064EC74-58C1-453C-9383-54F4F7F4BDE9}" presName="compNode" presStyleCnt="0"/>
      <dgm:spPr/>
    </dgm:pt>
    <dgm:pt modelId="{259A586A-A1D3-43B7-A770-A4FA534DD35A}" type="pres">
      <dgm:prSet presAssocID="{5064EC74-58C1-453C-9383-54F4F7F4BDE9}" presName="bgRect" presStyleLbl="bgShp" presStyleIdx="0" presStyleCnt="3"/>
      <dgm:spPr/>
    </dgm:pt>
    <dgm:pt modelId="{3B191CEB-B6CA-4F3C-8FAC-761B8F8FC599}" type="pres">
      <dgm:prSet presAssocID="{5064EC74-58C1-453C-9383-54F4F7F4BDE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130BD313-3FA1-4E41-8F07-9781F465C779}" type="pres">
      <dgm:prSet presAssocID="{5064EC74-58C1-453C-9383-54F4F7F4BDE9}" presName="spaceRect" presStyleCnt="0"/>
      <dgm:spPr/>
    </dgm:pt>
    <dgm:pt modelId="{1A08CBF4-CE7B-44F6-B03D-C5D9183A42E2}" type="pres">
      <dgm:prSet presAssocID="{5064EC74-58C1-453C-9383-54F4F7F4BDE9}" presName="parTx" presStyleLbl="revTx" presStyleIdx="0" presStyleCnt="4">
        <dgm:presLayoutVars>
          <dgm:chMax val="0"/>
          <dgm:chPref val="0"/>
        </dgm:presLayoutVars>
      </dgm:prSet>
      <dgm:spPr/>
    </dgm:pt>
    <dgm:pt modelId="{531368E0-4B42-4067-9D4A-619254EF383E}" type="pres">
      <dgm:prSet presAssocID="{5064EC74-58C1-453C-9383-54F4F7F4BDE9}" presName="desTx" presStyleLbl="revTx" presStyleIdx="1" presStyleCnt="4">
        <dgm:presLayoutVars/>
      </dgm:prSet>
      <dgm:spPr/>
    </dgm:pt>
    <dgm:pt modelId="{6508C364-70A2-4D65-9DD6-FE5267C68FB6}" type="pres">
      <dgm:prSet presAssocID="{E52F7BB3-99A7-4A2A-97B9-FB712A75B33A}" presName="sibTrans" presStyleCnt="0"/>
      <dgm:spPr/>
    </dgm:pt>
    <dgm:pt modelId="{DF7910F8-7645-4634-AE18-01C749968B32}" type="pres">
      <dgm:prSet presAssocID="{E8BB69BB-86CB-4766-8E51-D500B24D590B}" presName="compNode" presStyleCnt="0"/>
      <dgm:spPr/>
    </dgm:pt>
    <dgm:pt modelId="{713002D7-D659-4062-B81E-E5FFC73E5910}" type="pres">
      <dgm:prSet presAssocID="{E8BB69BB-86CB-4766-8E51-D500B24D590B}" presName="bgRect" presStyleLbl="bgShp" presStyleIdx="1" presStyleCnt="3"/>
      <dgm:spPr/>
    </dgm:pt>
    <dgm:pt modelId="{4DFEE041-51CA-43E3-93ED-D3F342F51F77}" type="pres">
      <dgm:prSet presAssocID="{E8BB69BB-86CB-4766-8E51-D500B24D590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D7234FDA-7097-45CA-B957-0BF3039A69E1}" type="pres">
      <dgm:prSet presAssocID="{E8BB69BB-86CB-4766-8E51-D500B24D590B}" presName="spaceRect" presStyleCnt="0"/>
      <dgm:spPr/>
    </dgm:pt>
    <dgm:pt modelId="{4B86D53E-E56D-4800-81F1-EF84467256A0}" type="pres">
      <dgm:prSet presAssocID="{E8BB69BB-86CB-4766-8E51-D500B24D590B}" presName="parTx" presStyleLbl="revTx" presStyleIdx="2" presStyleCnt="4">
        <dgm:presLayoutVars>
          <dgm:chMax val="0"/>
          <dgm:chPref val="0"/>
        </dgm:presLayoutVars>
      </dgm:prSet>
      <dgm:spPr/>
    </dgm:pt>
    <dgm:pt modelId="{67B01D3C-FEF6-46DA-ADE9-76F92F54752E}" type="pres">
      <dgm:prSet presAssocID="{48249754-F5FF-4D05-808A-1411580CC87E}" presName="sibTrans" presStyleCnt="0"/>
      <dgm:spPr/>
    </dgm:pt>
    <dgm:pt modelId="{71D3FD04-67F3-4061-858F-4A8FF51C330E}" type="pres">
      <dgm:prSet presAssocID="{12605EA0-8555-4A1F-AE09-396734E04CAE}" presName="compNode" presStyleCnt="0"/>
      <dgm:spPr/>
    </dgm:pt>
    <dgm:pt modelId="{F7FBC8A9-7ED2-4B95-BD2E-DE1CAEA071F1}" type="pres">
      <dgm:prSet presAssocID="{12605EA0-8555-4A1F-AE09-396734E04CAE}" presName="bgRect" presStyleLbl="bgShp" presStyleIdx="2" presStyleCnt="3"/>
      <dgm:spPr/>
    </dgm:pt>
    <dgm:pt modelId="{CE4ECB40-80FB-4A1B-A386-C363CDED3D4A}" type="pres">
      <dgm:prSet presAssocID="{12605EA0-8555-4A1F-AE09-396734E04CA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9261C363-3667-4B86-8C98-448C4EF5BB0C}" type="pres">
      <dgm:prSet presAssocID="{12605EA0-8555-4A1F-AE09-396734E04CAE}" presName="spaceRect" presStyleCnt="0"/>
      <dgm:spPr/>
    </dgm:pt>
    <dgm:pt modelId="{8A67CF8E-84AE-4A3D-8937-832AEBECA1DD}" type="pres">
      <dgm:prSet presAssocID="{12605EA0-8555-4A1F-AE09-396734E04CA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E6E8E0A-5E28-4C17-9EE6-E2680BACA367}" srcId="{5064EC74-58C1-453C-9383-54F4F7F4BDE9}" destId="{F706F2B0-8660-4B4F-A1EB-6FA98A270AF7}" srcOrd="0" destOrd="0" parTransId="{F6200C3C-28CB-43D8-931F-831AF19DB720}" sibTransId="{3964118A-6995-43FF-A59E-09713F25AF64}"/>
    <dgm:cxn modelId="{E48DE515-D754-4E6F-A1A3-1686247343EB}" type="presOf" srcId="{49BB3DD4-4BE1-40A6-B9B8-AD2622A4CA7D}" destId="{531368E0-4B42-4067-9D4A-619254EF383E}" srcOrd="0" destOrd="2" presId="urn:microsoft.com/office/officeart/2018/2/layout/IconVerticalSolidList"/>
    <dgm:cxn modelId="{0A08041A-1245-42D0-B206-43E0F897363C}" type="presOf" srcId="{F706F2B0-8660-4B4F-A1EB-6FA98A270AF7}" destId="{531368E0-4B42-4067-9D4A-619254EF383E}" srcOrd="0" destOrd="0" presId="urn:microsoft.com/office/officeart/2018/2/layout/IconVerticalSolidList"/>
    <dgm:cxn modelId="{C41FEE1D-E36A-4993-8709-647606659E71}" type="presOf" srcId="{12605EA0-8555-4A1F-AE09-396734E04CAE}" destId="{8A67CF8E-84AE-4A3D-8937-832AEBECA1DD}" srcOrd="0" destOrd="0" presId="urn:microsoft.com/office/officeart/2018/2/layout/IconVerticalSolidList"/>
    <dgm:cxn modelId="{6A3DD927-B4F9-460D-9779-7AB5D435C3DC}" type="presOf" srcId="{E8BB69BB-86CB-4766-8E51-D500B24D590B}" destId="{4B86D53E-E56D-4800-81F1-EF84467256A0}" srcOrd="0" destOrd="0" presId="urn:microsoft.com/office/officeart/2018/2/layout/IconVerticalSolidList"/>
    <dgm:cxn modelId="{2DA6603F-7918-4DF5-8726-9F3F7C4E9600}" srcId="{7BBDF5EA-67B4-409E-BA6F-CA49FE64DF7D}" destId="{E8BB69BB-86CB-4766-8E51-D500B24D590B}" srcOrd="1" destOrd="0" parTransId="{5ED39ECF-DE36-4629-AD28-DD18FAE6070D}" sibTransId="{48249754-F5FF-4D05-808A-1411580CC87E}"/>
    <dgm:cxn modelId="{9CF08763-5D79-479D-BD8D-051ED36D1187}" srcId="{7BBDF5EA-67B4-409E-BA6F-CA49FE64DF7D}" destId="{12605EA0-8555-4A1F-AE09-396734E04CAE}" srcOrd="2" destOrd="0" parTransId="{0F2758D9-BFCE-4331-B8F7-FCDED0458D57}" sibTransId="{4BC891C7-5B3C-45DA-9999-0F73055FBE58}"/>
    <dgm:cxn modelId="{4EBDA86E-17D8-4982-AC40-E6704C50C12B}" srcId="{5064EC74-58C1-453C-9383-54F4F7F4BDE9}" destId="{FF6E5C4F-4FF9-4324-AB1A-76E6E0A47232}" srcOrd="1" destOrd="0" parTransId="{A7E8A5DB-534B-435E-A3D1-AFF5011CC0D0}" sibTransId="{B0BF8F03-8479-4E0F-83BD-4F7BE1DFF156}"/>
    <dgm:cxn modelId="{D3D0388F-6859-4275-BC7A-34C74E8922B8}" type="presOf" srcId="{FF6E5C4F-4FF9-4324-AB1A-76E6E0A47232}" destId="{531368E0-4B42-4067-9D4A-619254EF383E}" srcOrd="0" destOrd="1" presId="urn:microsoft.com/office/officeart/2018/2/layout/IconVerticalSolidList"/>
    <dgm:cxn modelId="{BBEAF1B6-10C4-4ABD-AD0C-2500CB894D58}" srcId="{5064EC74-58C1-453C-9383-54F4F7F4BDE9}" destId="{49BB3DD4-4BE1-40A6-B9B8-AD2622A4CA7D}" srcOrd="2" destOrd="0" parTransId="{1996C06E-EBA1-410C-AA28-A8E4C650C641}" sibTransId="{FD4AEDA5-E371-41B7-82E0-9F8D643FCA48}"/>
    <dgm:cxn modelId="{F44224DB-E5DA-4E1D-9FEF-A8713765FD0A}" type="presOf" srcId="{7BBDF5EA-67B4-409E-BA6F-CA49FE64DF7D}" destId="{274497F2-7BC2-4FBA-8CFA-7495DAFFA8A9}" srcOrd="0" destOrd="0" presId="urn:microsoft.com/office/officeart/2018/2/layout/IconVerticalSolidList"/>
    <dgm:cxn modelId="{1A65B3EF-86C6-4EAE-80F0-3EF5C4C0B899}" type="presOf" srcId="{5064EC74-58C1-453C-9383-54F4F7F4BDE9}" destId="{1A08CBF4-CE7B-44F6-B03D-C5D9183A42E2}" srcOrd="0" destOrd="0" presId="urn:microsoft.com/office/officeart/2018/2/layout/IconVerticalSolidList"/>
    <dgm:cxn modelId="{2ACE28F1-0CC1-42C0-A2DE-C98B2E917B18}" srcId="{7BBDF5EA-67B4-409E-BA6F-CA49FE64DF7D}" destId="{5064EC74-58C1-453C-9383-54F4F7F4BDE9}" srcOrd="0" destOrd="0" parTransId="{2FE674FC-2804-41F6-A4B7-9B1E93F28E66}" sibTransId="{E52F7BB3-99A7-4A2A-97B9-FB712A75B33A}"/>
    <dgm:cxn modelId="{48933AC0-41ED-4276-AAF6-EA03A5DCE781}" type="presParOf" srcId="{274497F2-7BC2-4FBA-8CFA-7495DAFFA8A9}" destId="{D2C6716A-24FC-482C-B348-7B9A9428B7F2}" srcOrd="0" destOrd="0" presId="urn:microsoft.com/office/officeart/2018/2/layout/IconVerticalSolidList"/>
    <dgm:cxn modelId="{DC0CC70D-6228-42A3-BFE6-9D9E015FB2EE}" type="presParOf" srcId="{D2C6716A-24FC-482C-B348-7B9A9428B7F2}" destId="{259A586A-A1D3-43B7-A770-A4FA534DD35A}" srcOrd="0" destOrd="0" presId="urn:microsoft.com/office/officeart/2018/2/layout/IconVerticalSolidList"/>
    <dgm:cxn modelId="{56CBF1F6-6DD4-443E-8902-10DC8469D5D7}" type="presParOf" srcId="{D2C6716A-24FC-482C-B348-7B9A9428B7F2}" destId="{3B191CEB-B6CA-4F3C-8FAC-761B8F8FC599}" srcOrd="1" destOrd="0" presId="urn:microsoft.com/office/officeart/2018/2/layout/IconVerticalSolidList"/>
    <dgm:cxn modelId="{67435B69-AA42-430A-BB8D-8949ABE12CDE}" type="presParOf" srcId="{D2C6716A-24FC-482C-B348-7B9A9428B7F2}" destId="{130BD313-3FA1-4E41-8F07-9781F465C779}" srcOrd="2" destOrd="0" presId="urn:microsoft.com/office/officeart/2018/2/layout/IconVerticalSolidList"/>
    <dgm:cxn modelId="{CFB1C738-1773-466B-9B7D-8E2C80C6F466}" type="presParOf" srcId="{D2C6716A-24FC-482C-B348-7B9A9428B7F2}" destId="{1A08CBF4-CE7B-44F6-B03D-C5D9183A42E2}" srcOrd="3" destOrd="0" presId="urn:microsoft.com/office/officeart/2018/2/layout/IconVerticalSolidList"/>
    <dgm:cxn modelId="{AA083675-00F5-4092-B215-7C7F2EABD316}" type="presParOf" srcId="{D2C6716A-24FC-482C-B348-7B9A9428B7F2}" destId="{531368E0-4B42-4067-9D4A-619254EF383E}" srcOrd="4" destOrd="0" presId="urn:microsoft.com/office/officeart/2018/2/layout/IconVerticalSolidList"/>
    <dgm:cxn modelId="{098CEA10-1326-44AF-B286-295575A9813E}" type="presParOf" srcId="{274497F2-7BC2-4FBA-8CFA-7495DAFFA8A9}" destId="{6508C364-70A2-4D65-9DD6-FE5267C68FB6}" srcOrd="1" destOrd="0" presId="urn:microsoft.com/office/officeart/2018/2/layout/IconVerticalSolidList"/>
    <dgm:cxn modelId="{7FFE90A1-9767-434B-87C2-0FF551F973EF}" type="presParOf" srcId="{274497F2-7BC2-4FBA-8CFA-7495DAFFA8A9}" destId="{DF7910F8-7645-4634-AE18-01C749968B32}" srcOrd="2" destOrd="0" presId="urn:microsoft.com/office/officeart/2018/2/layout/IconVerticalSolidList"/>
    <dgm:cxn modelId="{0AA7FA91-59EB-4802-BAFD-5A6643326F3F}" type="presParOf" srcId="{DF7910F8-7645-4634-AE18-01C749968B32}" destId="{713002D7-D659-4062-B81E-E5FFC73E5910}" srcOrd="0" destOrd="0" presId="urn:microsoft.com/office/officeart/2018/2/layout/IconVerticalSolidList"/>
    <dgm:cxn modelId="{7A5F04D7-9F84-45AA-9B06-C1204F2280A8}" type="presParOf" srcId="{DF7910F8-7645-4634-AE18-01C749968B32}" destId="{4DFEE041-51CA-43E3-93ED-D3F342F51F77}" srcOrd="1" destOrd="0" presId="urn:microsoft.com/office/officeart/2018/2/layout/IconVerticalSolidList"/>
    <dgm:cxn modelId="{79D77ED7-4B74-4F4F-9F98-646FA9028F55}" type="presParOf" srcId="{DF7910F8-7645-4634-AE18-01C749968B32}" destId="{D7234FDA-7097-45CA-B957-0BF3039A69E1}" srcOrd="2" destOrd="0" presId="urn:microsoft.com/office/officeart/2018/2/layout/IconVerticalSolidList"/>
    <dgm:cxn modelId="{BA4A2A86-7BF9-41C7-80AE-350FA190BE6C}" type="presParOf" srcId="{DF7910F8-7645-4634-AE18-01C749968B32}" destId="{4B86D53E-E56D-4800-81F1-EF84467256A0}" srcOrd="3" destOrd="0" presId="urn:microsoft.com/office/officeart/2018/2/layout/IconVerticalSolidList"/>
    <dgm:cxn modelId="{40FB03D9-015B-440C-BA1C-CF8403461250}" type="presParOf" srcId="{274497F2-7BC2-4FBA-8CFA-7495DAFFA8A9}" destId="{67B01D3C-FEF6-46DA-ADE9-76F92F54752E}" srcOrd="3" destOrd="0" presId="urn:microsoft.com/office/officeart/2018/2/layout/IconVerticalSolidList"/>
    <dgm:cxn modelId="{62576D8F-1870-4A9B-A854-5C2A2B4E6DFF}" type="presParOf" srcId="{274497F2-7BC2-4FBA-8CFA-7495DAFFA8A9}" destId="{71D3FD04-67F3-4061-858F-4A8FF51C330E}" srcOrd="4" destOrd="0" presId="urn:microsoft.com/office/officeart/2018/2/layout/IconVerticalSolidList"/>
    <dgm:cxn modelId="{DE986168-D829-46AE-9BF8-5FBA7595E98E}" type="presParOf" srcId="{71D3FD04-67F3-4061-858F-4A8FF51C330E}" destId="{F7FBC8A9-7ED2-4B95-BD2E-DE1CAEA071F1}" srcOrd="0" destOrd="0" presId="urn:microsoft.com/office/officeart/2018/2/layout/IconVerticalSolidList"/>
    <dgm:cxn modelId="{F16CDA1A-9ACA-45D9-A83D-391391B9C5C2}" type="presParOf" srcId="{71D3FD04-67F3-4061-858F-4A8FF51C330E}" destId="{CE4ECB40-80FB-4A1B-A386-C363CDED3D4A}" srcOrd="1" destOrd="0" presId="urn:microsoft.com/office/officeart/2018/2/layout/IconVerticalSolidList"/>
    <dgm:cxn modelId="{8CD9DB87-EB8D-49A7-9A09-7DB1272CABCA}" type="presParOf" srcId="{71D3FD04-67F3-4061-858F-4A8FF51C330E}" destId="{9261C363-3667-4B86-8C98-448C4EF5BB0C}" srcOrd="2" destOrd="0" presId="urn:microsoft.com/office/officeart/2018/2/layout/IconVerticalSolidList"/>
    <dgm:cxn modelId="{BA4BCA02-19BA-4F69-8CE6-64F1E253FF4D}" type="presParOf" srcId="{71D3FD04-67F3-4061-858F-4A8FF51C330E}" destId="{8A67CF8E-84AE-4A3D-8937-832AEBECA1D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53B9D55-F017-434F-AE14-41F6E49923E2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9F1C3E-43BD-4C95-B286-C854689F8872}">
      <dgm:prSet/>
      <dgm:spPr/>
      <dgm:t>
        <a:bodyPr/>
        <a:lstStyle/>
        <a:p>
          <a:r>
            <a:rPr lang="en-US" b="1" u="sng" dirty="0"/>
            <a:t>Role &amp; Organization</a:t>
          </a:r>
          <a:endParaRPr lang="en-US" dirty="0"/>
        </a:p>
      </dgm:t>
    </dgm:pt>
    <dgm:pt modelId="{9253A467-DD72-4C79-B709-073BDE048BC9}" type="parTrans" cxnId="{02F42323-8153-497D-89ED-86A285C311E7}">
      <dgm:prSet/>
      <dgm:spPr/>
      <dgm:t>
        <a:bodyPr/>
        <a:lstStyle/>
        <a:p>
          <a:endParaRPr lang="en-US"/>
        </a:p>
      </dgm:t>
    </dgm:pt>
    <dgm:pt modelId="{7CF9F68E-7E15-49A3-895C-1F15E56BF302}" type="sibTrans" cxnId="{02F42323-8153-497D-89ED-86A285C311E7}">
      <dgm:prSet/>
      <dgm:spPr/>
      <dgm:t>
        <a:bodyPr/>
        <a:lstStyle/>
        <a:p>
          <a:endParaRPr lang="en-US"/>
        </a:p>
      </dgm:t>
    </dgm:pt>
    <dgm:pt modelId="{83CBDC87-944A-48B2-834D-F0EFB7AFF104}">
      <dgm:prSet/>
      <dgm:spPr/>
      <dgm:t>
        <a:bodyPr/>
        <a:lstStyle/>
        <a:p>
          <a:r>
            <a:rPr lang="en-US"/>
            <a:t>Purpose: </a:t>
          </a:r>
        </a:p>
      </dgm:t>
    </dgm:pt>
    <dgm:pt modelId="{B91C2E9A-F151-40ED-BC83-8FCB7B7107C8}" type="parTrans" cxnId="{35569661-DC47-480D-876D-1A0E5689FF32}">
      <dgm:prSet/>
      <dgm:spPr/>
      <dgm:t>
        <a:bodyPr/>
        <a:lstStyle/>
        <a:p>
          <a:endParaRPr lang="en-US"/>
        </a:p>
      </dgm:t>
    </dgm:pt>
    <dgm:pt modelId="{03F48475-0564-4BA7-B132-AF3F0172087A}" type="sibTrans" cxnId="{35569661-DC47-480D-876D-1A0E5689FF32}">
      <dgm:prSet/>
      <dgm:spPr/>
      <dgm:t>
        <a:bodyPr/>
        <a:lstStyle/>
        <a:p>
          <a:endParaRPr lang="en-US"/>
        </a:p>
      </dgm:t>
    </dgm:pt>
    <dgm:pt modelId="{3CD808CD-9C91-4AD5-A6E9-B10F3598F686}">
      <dgm:prSet/>
      <dgm:spPr/>
      <dgm:t>
        <a:bodyPr/>
        <a:lstStyle/>
        <a:p>
          <a:r>
            <a:rPr lang="en-US"/>
            <a:t>To meet the health needs of the community using available knowledge and resources</a:t>
          </a:r>
        </a:p>
      </dgm:t>
    </dgm:pt>
    <dgm:pt modelId="{375146ED-59B6-4F95-A402-B246D614B6EF}" type="parTrans" cxnId="{2F3F6419-78B3-4975-867D-548C081229F4}">
      <dgm:prSet/>
      <dgm:spPr/>
      <dgm:t>
        <a:bodyPr/>
        <a:lstStyle/>
        <a:p>
          <a:endParaRPr lang="en-US"/>
        </a:p>
      </dgm:t>
    </dgm:pt>
    <dgm:pt modelId="{20F88907-0CEF-4AB7-AEC6-8744988EEAF0}" type="sibTrans" cxnId="{2F3F6419-78B3-4975-867D-548C081229F4}">
      <dgm:prSet/>
      <dgm:spPr/>
      <dgm:t>
        <a:bodyPr/>
        <a:lstStyle/>
        <a:p>
          <a:endParaRPr lang="en-US"/>
        </a:p>
      </dgm:t>
    </dgm:pt>
    <dgm:pt modelId="{095F0820-7AB6-49BD-BEF9-E0AFAE09CC32}">
      <dgm:prSet/>
      <dgm:spPr/>
      <dgm:t>
        <a:bodyPr/>
        <a:lstStyle/>
        <a:p>
          <a:r>
            <a:rPr lang="en-US"/>
            <a:t>Contextual Variability: </a:t>
          </a:r>
        </a:p>
      </dgm:t>
    </dgm:pt>
    <dgm:pt modelId="{469420B5-99F1-4693-952E-A3E60E5C3D6F}" type="parTrans" cxnId="{FFD6F25C-21A5-4BEB-987B-66682F7266C8}">
      <dgm:prSet/>
      <dgm:spPr/>
      <dgm:t>
        <a:bodyPr/>
        <a:lstStyle/>
        <a:p>
          <a:endParaRPr lang="en-US"/>
        </a:p>
      </dgm:t>
    </dgm:pt>
    <dgm:pt modelId="{9DDF04FF-393B-474C-93A6-10CCB07F479F}" type="sibTrans" cxnId="{FFD6F25C-21A5-4BEB-987B-66682F7266C8}">
      <dgm:prSet/>
      <dgm:spPr/>
      <dgm:t>
        <a:bodyPr/>
        <a:lstStyle/>
        <a:p>
          <a:endParaRPr lang="en-US"/>
        </a:p>
      </dgm:t>
    </dgm:pt>
    <dgm:pt modelId="{CAE164DA-52F4-4440-A7CF-D70C1FDB9322}">
      <dgm:prSet/>
      <dgm:spPr/>
      <dgm:t>
        <a:bodyPr/>
        <a:lstStyle/>
        <a:p>
          <a:r>
            <a:rPr lang="en-US"/>
            <a:t>Health services cannot have a fixed role due to differing socio-economic patterns across countries</a:t>
          </a:r>
        </a:p>
      </dgm:t>
    </dgm:pt>
    <dgm:pt modelId="{18A7EEAA-80EB-4B02-8598-DBA52818D596}" type="parTrans" cxnId="{7AF883A5-659F-44FF-9CBC-053CAC6C884C}">
      <dgm:prSet/>
      <dgm:spPr/>
      <dgm:t>
        <a:bodyPr/>
        <a:lstStyle/>
        <a:p>
          <a:endParaRPr lang="en-US"/>
        </a:p>
      </dgm:t>
    </dgm:pt>
    <dgm:pt modelId="{FB75CA8F-9FE9-4479-94AC-A62CEBD84EB0}" type="sibTrans" cxnId="{7AF883A5-659F-44FF-9CBC-053CAC6C884C}">
      <dgm:prSet/>
      <dgm:spPr/>
      <dgm:t>
        <a:bodyPr/>
        <a:lstStyle/>
        <a:p>
          <a:endParaRPr lang="en-US"/>
        </a:p>
      </dgm:t>
    </dgm:pt>
    <dgm:pt modelId="{E45C7672-4D85-4299-A6DD-E4F6F4C85FE4}">
      <dgm:prSet/>
      <dgm:spPr/>
      <dgm:t>
        <a:bodyPr/>
        <a:lstStyle/>
        <a:p>
          <a:r>
            <a:rPr lang="en-US"/>
            <a:t>Delivery Mechanism:</a:t>
          </a:r>
        </a:p>
      </dgm:t>
    </dgm:pt>
    <dgm:pt modelId="{5B56305D-0271-402F-9F12-2F6AD11E11F5}" type="parTrans" cxnId="{EB5B96FE-F23D-4318-8F96-64EFF3E31520}">
      <dgm:prSet/>
      <dgm:spPr/>
      <dgm:t>
        <a:bodyPr/>
        <a:lstStyle/>
        <a:p>
          <a:endParaRPr lang="en-US"/>
        </a:p>
      </dgm:t>
    </dgm:pt>
    <dgm:pt modelId="{50BA5C17-04EB-4C21-8468-A9BC8EEB6CED}" type="sibTrans" cxnId="{EB5B96FE-F23D-4318-8F96-64EFF3E31520}">
      <dgm:prSet/>
      <dgm:spPr/>
      <dgm:t>
        <a:bodyPr/>
        <a:lstStyle/>
        <a:p>
          <a:endParaRPr lang="en-US"/>
        </a:p>
      </dgm:t>
    </dgm:pt>
    <dgm:pt modelId="{B6A9A720-5D9C-47E0-B265-519B5CEC30EA}">
      <dgm:prSet/>
      <dgm:spPr/>
      <dgm:t>
        <a:bodyPr/>
        <a:lstStyle/>
        <a:p>
          <a:r>
            <a:rPr lang="en-US"/>
            <a:t>Provided through the health system</a:t>
          </a:r>
        </a:p>
      </dgm:t>
    </dgm:pt>
    <dgm:pt modelId="{B6AEE88F-E998-4CA5-BD57-A1EF079783F3}" type="parTrans" cxnId="{934FF6DE-248E-4F9F-B3CB-B851309CAB92}">
      <dgm:prSet/>
      <dgm:spPr/>
      <dgm:t>
        <a:bodyPr/>
        <a:lstStyle/>
        <a:p>
          <a:endParaRPr lang="en-US"/>
        </a:p>
      </dgm:t>
    </dgm:pt>
    <dgm:pt modelId="{3CE90D43-BBA8-43D8-B169-47202AD74BFD}" type="sibTrans" cxnId="{934FF6DE-248E-4F9F-B3CB-B851309CAB92}">
      <dgm:prSet/>
      <dgm:spPr/>
      <dgm:t>
        <a:bodyPr/>
        <a:lstStyle/>
        <a:p>
          <a:endParaRPr lang="en-US"/>
        </a:p>
      </dgm:t>
    </dgm:pt>
    <dgm:pt modelId="{FDF5057A-898E-4770-B5FD-AD2AE34CA4ED}">
      <dgm:prSet/>
      <dgm:spPr/>
      <dgm:t>
        <a:bodyPr/>
        <a:lstStyle/>
        <a:p>
          <a:r>
            <a:rPr lang="en-US"/>
            <a:t>Involves organizational and managerial structures</a:t>
          </a:r>
        </a:p>
      </dgm:t>
    </dgm:pt>
    <dgm:pt modelId="{A6906D1C-FB40-42DA-A19F-A585F5A1BC5F}" type="parTrans" cxnId="{764E007B-445C-4BBC-80C8-98C246816850}">
      <dgm:prSet/>
      <dgm:spPr/>
      <dgm:t>
        <a:bodyPr/>
        <a:lstStyle/>
        <a:p>
          <a:endParaRPr lang="en-US"/>
        </a:p>
      </dgm:t>
    </dgm:pt>
    <dgm:pt modelId="{62CFEE33-4F24-4975-A70C-C078F617830A}" type="sibTrans" cxnId="{764E007B-445C-4BBC-80C8-98C246816850}">
      <dgm:prSet/>
      <dgm:spPr/>
      <dgm:t>
        <a:bodyPr/>
        <a:lstStyle/>
        <a:p>
          <a:endParaRPr lang="en-US"/>
        </a:p>
      </dgm:t>
    </dgm:pt>
    <dgm:pt modelId="{0CB0C946-894F-44BA-8252-C40C21BDE120}" type="pres">
      <dgm:prSet presAssocID="{753B9D55-F017-434F-AE14-41F6E49923E2}" presName="Name0" presStyleCnt="0">
        <dgm:presLayoutVars>
          <dgm:dir/>
          <dgm:animLvl val="lvl"/>
          <dgm:resizeHandles val="exact"/>
        </dgm:presLayoutVars>
      </dgm:prSet>
      <dgm:spPr/>
    </dgm:pt>
    <dgm:pt modelId="{AA1A6946-9A44-4DCB-83AE-C0973430DE69}" type="pres">
      <dgm:prSet presAssocID="{C19F1C3E-43BD-4C95-B286-C854689F8872}" presName="linNode" presStyleCnt="0"/>
      <dgm:spPr/>
    </dgm:pt>
    <dgm:pt modelId="{EFA21096-63AA-4A08-8066-F64467D0596D}" type="pres">
      <dgm:prSet presAssocID="{C19F1C3E-43BD-4C95-B286-C854689F8872}" presName="parentText" presStyleLbl="node1" presStyleIdx="0" presStyleCnt="4" custScaleX="277778">
        <dgm:presLayoutVars>
          <dgm:chMax val="1"/>
          <dgm:bulletEnabled val="1"/>
        </dgm:presLayoutVars>
      </dgm:prSet>
      <dgm:spPr/>
    </dgm:pt>
    <dgm:pt modelId="{2F2B719A-3767-492C-941D-2624D2B985AE}" type="pres">
      <dgm:prSet presAssocID="{7CF9F68E-7E15-49A3-895C-1F15E56BF302}" presName="sp" presStyleCnt="0"/>
      <dgm:spPr/>
    </dgm:pt>
    <dgm:pt modelId="{978324F1-6445-4150-A0B9-BA1A87A0761A}" type="pres">
      <dgm:prSet presAssocID="{83CBDC87-944A-48B2-834D-F0EFB7AFF104}" presName="linNode" presStyleCnt="0"/>
      <dgm:spPr/>
    </dgm:pt>
    <dgm:pt modelId="{52732C0D-1356-45F6-9151-251DF2D84490}" type="pres">
      <dgm:prSet presAssocID="{83CBDC87-944A-48B2-834D-F0EFB7AFF104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00A2717-E927-4E8A-AD78-F2B5317AB842}" type="pres">
      <dgm:prSet presAssocID="{83CBDC87-944A-48B2-834D-F0EFB7AFF104}" presName="descendantText" presStyleLbl="alignAccFollowNode1" presStyleIdx="0" presStyleCnt="3">
        <dgm:presLayoutVars>
          <dgm:bulletEnabled val="1"/>
        </dgm:presLayoutVars>
      </dgm:prSet>
      <dgm:spPr/>
    </dgm:pt>
    <dgm:pt modelId="{874AC135-EB1F-4D9F-9BBA-DE950E027D43}" type="pres">
      <dgm:prSet presAssocID="{03F48475-0564-4BA7-B132-AF3F0172087A}" presName="sp" presStyleCnt="0"/>
      <dgm:spPr/>
    </dgm:pt>
    <dgm:pt modelId="{BD72FCFB-450D-4F42-94F5-044B4816F790}" type="pres">
      <dgm:prSet presAssocID="{095F0820-7AB6-49BD-BEF9-E0AFAE09CC32}" presName="linNode" presStyleCnt="0"/>
      <dgm:spPr/>
    </dgm:pt>
    <dgm:pt modelId="{EDD0B829-85E2-4C1B-9FE8-8A40663B92F2}" type="pres">
      <dgm:prSet presAssocID="{095F0820-7AB6-49BD-BEF9-E0AFAE09CC32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7BFB3B08-D937-46EC-BE75-4BF4FF2BEEA6}" type="pres">
      <dgm:prSet presAssocID="{095F0820-7AB6-49BD-BEF9-E0AFAE09CC32}" presName="descendantText" presStyleLbl="alignAccFollowNode1" presStyleIdx="1" presStyleCnt="3">
        <dgm:presLayoutVars>
          <dgm:bulletEnabled val="1"/>
        </dgm:presLayoutVars>
      </dgm:prSet>
      <dgm:spPr/>
    </dgm:pt>
    <dgm:pt modelId="{E3493197-F1E1-48AA-BB74-0A37927B56C2}" type="pres">
      <dgm:prSet presAssocID="{9DDF04FF-393B-474C-93A6-10CCB07F479F}" presName="sp" presStyleCnt="0"/>
      <dgm:spPr/>
    </dgm:pt>
    <dgm:pt modelId="{F816A08D-B14F-4888-89F6-2DD9173F41C7}" type="pres">
      <dgm:prSet presAssocID="{E45C7672-4D85-4299-A6DD-E4F6F4C85FE4}" presName="linNode" presStyleCnt="0"/>
      <dgm:spPr/>
    </dgm:pt>
    <dgm:pt modelId="{91E32090-9477-45E5-9E99-3D4A38EDD2D5}" type="pres">
      <dgm:prSet presAssocID="{E45C7672-4D85-4299-A6DD-E4F6F4C85FE4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34C88D03-BF84-4DA9-A946-13C754BF1C91}" type="pres">
      <dgm:prSet presAssocID="{E45C7672-4D85-4299-A6DD-E4F6F4C85FE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C4FB606-04A9-489D-B928-FD1CF4BAE1FD}" type="presOf" srcId="{CAE164DA-52F4-4440-A7CF-D70C1FDB9322}" destId="{7BFB3B08-D937-46EC-BE75-4BF4FF2BEEA6}" srcOrd="0" destOrd="0" presId="urn:microsoft.com/office/officeart/2005/8/layout/vList5"/>
    <dgm:cxn modelId="{2F3F6419-78B3-4975-867D-548C081229F4}" srcId="{83CBDC87-944A-48B2-834D-F0EFB7AFF104}" destId="{3CD808CD-9C91-4AD5-A6E9-B10F3598F686}" srcOrd="0" destOrd="0" parTransId="{375146ED-59B6-4F95-A402-B246D614B6EF}" sibTransId="{20F88907-0CEF-4AB7-AEC6-8744988EEAF0}"/>
    <dgm:cxn modelId="{02F42323-8153-497D-89ED-86A285C311E7}" srcId="{753B9D55-F017-434F-AE14-41F6E49923E2}" destId="{C19F1C3E-43BD-4C95-B286-C854689F8872}" srcOrd="0" destOrd="0" parTransId="{9253A467-DD72-4C79-B709-073BDE048BC9}" sibTransId="{7CF9F68E-7E15-49A3-895C-1F15E56BF302}"/>
    <dgm:cxn modelId="{E7C8AC37-CDC6-41BD-BEF9-6DD8FBA7D58B}" type="presOf" srcId="{E45C7672-4D85-4299-A6DD-E4F6F4C85FE4}" destId="{91E32090-9477-45E5-9E99-3D4A38EDD2D5}" srcOrd="0" destOrd="0" presId="urn:microsoft.com/office/officeart/2005/8/layout/vList5"/>
    <dgm:cxn modelId="{FFD6F25C-21A5-4BEB-987B-66682F7266C8}" srcId="{753B9D55-F017-434F-AE14-41F6E49923E2}" destId="{095F0820-7AB6-49BD-BEF9-E0AFAE09CC32}" srcOrd="2" destOrd="0" parTransId="{469420B5-99F1-4693-952E-A3E60E5C3D6F}" sibTransId="{9DDF04FF-393B-474C-93A6-10CCB07F479F}"/>
    <dgm:cxn modelId="{35569661-DC47-480D-876D-1A0E5689FF32}" srcId="{753B9D55-F017-434F-AE14-41F6E49923E2}" destId="{83CBDC87-944A-48B2-834D-F0EFB7AFF104}" srcOrd="1" destOrd="0" parTransId="{B91C2E9A-F151-40ED-BC83-8FCB7B7107C8}" sibTransId="{03F48475-0564-4BA7-B132-AF3F0172087A}"/>
    <dgm:cxn modelId="{5E545946-67E3-44FF-8C3B-980E37C725ED}" type="presOf" srcId="{753B9D55-F017-434F-AE14-41F6E49923E2}" destId="{0CB0C946-894F-44BA-8252-C40C21BDE120}" srcOrd="0" destOrd="0" presId="urn:microsoft.com/office/officeart/2005/8/layout/vList5"/>
    <dgm:cxn modelId="{F3655676-AE73-40C9-984F-E97EED743E83}" type="presOf" srcId="{095F0820-7AB6-49BD-BEF9-E0AFAE09CC32}" destId="{EDD0B829-85E2-4C1B-9FE8-8A40663B92F2}" srcOrd="0" destOrd="0" presId="urn:microsoft.com/office/officeart/2005/8/layout/vList5"/>
    <dgm:cxn modelId="{20D74578-88D6-4EE1-A6F4-D495F41D31D7}" type="presOf" srcId="{FDF5057A-898E-4770-B5FD-AD2AE34CA4ED}" destId="{34C88D03-BF84-4DA9-A946-13C754BF1C91}" srcOrd="0" destOrd="1" presId="urn:microsoft.com/office/officeart/2005/8/layout/vList5"/>
    <dgm:cxn modelId="{54533979-02BE-431D-B2B9-F74BE1A0E4F5}" type="presOf" srcId="{83CBDC87-944A-48B2-834D-F0EFB7AFF104}" destId="{52732C0D-1356-45F6-9151-251DF2D84490}" srcOrd="0" destOrd="0" presId="urn:microsoft.com/office/officeart/2005/8/layout/vList5"/>
    <dgm:cxn modelId="{764E007B-445C-4BBC-80C8-98C246816850}" srcId="{E45C7672-4D85-4299-A6DD-E4F6F4C85FE4}" destId="{FDF5057A-898E-4770-B5FD-AD2AE34CA4ED}" srcOrd="1" destOrd="0" parTransId="{A6906D1C-FB40-42DA-A19F-A585F5A1BC5F}" sibTransId="{62CFEE33-4F24-4975-A70C-C078F617830A}"/>
    <dgm:cxn modelId="{4DBA2F90-B695-41DB-9D16-2E90B520A6F2}" type="presOf" srcId="{C19F1C3E-43BD-4C95-B286-C854689F8872}" destId="{EFA21096-63AA-4A08-8066-F64467D0596D}" srcOrd="0" destOrd="0" presId="urn:microsoft.com/office/officeart/2005/8/layout/vList5"/>
    <dgm:cxn modelId="{A7B8F591-E654-43E3-9013-A2E215DFF8C7}" type="presOf" srcId="{3CD808CD-9C91-4AD5-A6E9-B10F3598F686}" destId="{300A2717-E927-4E8A-AD78-F2B5317AB842}" srcOrd="0" destOrd="0" presId="urn:microsoft.com/office/officeart/2005/8/layout/vList5"/>
    <dgm:cxn modelId="{7AF883A5-659F-44FF-9CBC-053CAC6C884C}" srcId="{095F0820-7AB6-49BD-BEF9-E0AFAE09CC32}" destId="{CAE164DA-52F4-4440-A7CF-D70C1FDB9322}" srcOrd="0" destOrd="0" parTransId="{18A7EEAA-80EB-4B02-8598-DBA52818D596}" sibTransId="{FB75CA8F-9FE9-4479-94AC-A62CEBD84EB0}"/>
    <dgm:cxn modelId="{934FF6DE-248E-4F9F-B3CB-B851309CAB92}" srcId="{E45C7672-4D85-4299-A6DD-E4F6F4C85FE4}" destId="{B6A9A720-5D9C-47E0-B265-519B5CEC30EA}" srcOrd="0" destOrd="0" parTransId="{B6AEE88F-E998-4CA5-BD57-A1EF079783F3}" sibTransId="{3CE90D43-BBA8-43D8-B169-47202AD74BFD}"/>
    <dgm:cxn modelId="{71041BF7-758D-4FA0-B76D-0881FAB23376}" type="presOf" srcId="{B6A9A720-5D9C-47E0-B265-519B5CEC30EA}" destId="{34C88D03-BF84-4DA9-A946-13C754BF1C91}" srcOrd="0" destOrd="0" presId="urn:microsoft.com/office/officeart/2005/8/layout/vList5"/>
    <dgm:cxn modelId="{EB5B96FE-F23D-4318-8F96-64EFF3E31520}" srcId="{753B9D55-F017-434F-AE14-41F6E49923E2}" destId="{E45C7672-4D85-4299-A6DD-E4F6F4C85FE4}" srcOrd="3" destOrd="0" parTransId="{5B56305D-0271-402F-9F12-2F6AD11E11F5}" sibTransId="{50BA5C17-04EB-4C21-8468-A9BC8EEB6CED}"/>
    <dgm:cxn modelId="{DD67DBC8-779B-41FA-8425-0458F7E345E2}" type="presParOf" srcId="{0CB0C946-894F-44BA-8252-C40C21BDE120}" destId="{AA1A6946-9A44-4DCB-83AE-C0973430DE69}" srcOrd="0" destOrd="0" presId="urn:microsoft.com/office/officeart/2005/8/layout/vList5"/>
    <dgm:cxn modelId="{95AB1BE0-FCEE-42B0-85F5-5774F391908E}" type="presParOf" srcId="{AA1A6946-9A44-4DCB-83AE-C0973430DE69}" destId="{EFA21096-63AA-4A08-8066-F64467D0596D}" srcOrd="0" destOrd="0" presId="urn:microsoft.com/office/officeart/2005/8/layout/vList5"/>
    <dgm:cxn modelId="{6D0AE2A8-D54E-414A-A53F-39476365C6C2}" type="presParOf" srcId="{0CB0C946-894F-44BA-8252-C40C21BDE120}" destId="{2F2B719A-3767-492C-941D-2624D2B985AE}" srcOrd="1" destOrd="0" presId="urn:microsoft.com/office/officeart/2005/8/layout/vList5"/>
    <dgm:cxn modelId="{D2A539BD-EB82-42F8-ACCF-5753AAE97F1E}" type="presParOf" srcId="{0CB0C946-894F-44BA-8252-C40C21BDE120}" destId="{978324F1-6445-4150-A0B9-BA1A87A0761A}" srcOrd="2" destOrd="0" presId="urn:microsoft.com/office/officeart/2005/8/layout/vList5"/>
    <dgm:cxn modelId="{2C4F95E1-1F50-4662-A1C4-A852C0C77577}" type="presParOf" srcId="{978324F1-6445-4150-A0B9-BA1A87A0761A}" destId="{52732C0D-1356-45F6-9151-251DF2D84490}" srcOrd="0" destOrd="0" presId="urn:microsoft.com/office/officeart/2005/8/layout/vList5"/>
    <dgm:cxn modelId="{D2A7142C-3DF8-4C9D-A48A-5269626297E7}" type="presParOf" srcId="{978324F1-6445-4150-A0B9-BA1A87A0761A}" destId="{300A2717-E927-4E8A-AD78-F2B5317AB842}" srcOrd="1" destOrd="0" presId="urn:microsoft.com/office/officeart/2005/8/layout/vList5"/>
    <dgm:cxn modelId="{53AEAA5B-B6FE-47BD-B662-3F22B4E4DAE8}" type="presParOf" srcId="{0CB0C946-894F-44BA-8252-C40C21BDE120}" destId="{874AC135-EB1F-4D9F-9BBA-DE950E027D43}" srcOrd="3" destOrd="0" presId="urn:microsoft.com/office/officeart/2005/8/layout/vList5"/>
    <dgm:cxn modelId="{22395FDB-93CE-4E57-827B-2A8AB946349B}" type="presParOf" srcId="{0CB0C946-894F-44BA-8252-C40C21BDE120}" destId="{BD72FCFB-450D-4F42-94F5-044B4816F790}" srcOrd="4" destOrd="0" presId="urn:microsoft.com/office/officeart/2005/8/layout/vList5"/>
    <dgm:cxn modelId="{75E7A5D3-6E34-4003-B65A-B33B35743726}" type="presParOf" srcId="{BD72FCFB-450D-4F42-94F5-044B4816F790}" destId="{EDD0B829-85E2-4C1B-9FE8-8A40663B92F2}" srcOrd="0" destOrd="0" presId="urn:microsoft.com/office/officeart/2005/8/layout/vList5"/>
    <dgm:cxn modelId="{33E42357-34BB-4BE7-AA42-BE8A1E47AD44}" type="presParOf" srcId="{BD72FCFB-450D-4F42-94F5-044B4816F790}" destId="{7BFB3B08-D937-46EC-BE75-4BF4FF2BEEA6}" srcOrd="1" destOrd="0" presId="urn:microsoft.com/office/officeart/2005/8/layout/vList5"/>
    <dgm:cxn modelId="{D445B4BE-746D-439C-BF15-005274907CA5}" type="presParOf" srcId="{0CB0C946-894F-44BA-8252-C40C21BDE120}" destId="{E3493197-F1E1-48AA-BB74-0A37927B56C2}" srcOrd="5" destOrd="0" presId="urn:microsoft.com/office/officeart/2005/8/layout/vList5"/>
    <dgm:cxn modelId="{E8BBCC14-CDF2-4690-BF20-BD8BC62399D7}" type="presParOf" srcId="{0CB0C946-894F-44BA-8252-C40C21BDE120}" destId="{F816A08D-B14F-4888-89F6-2DD9173F41C7}" srcOrd="6" destOrd="0" presId="urn:microsoft.com/office/officeart/2005/8/layout/vList5"/>
    <dgm:cxn modelId="{BBDB158A-F07F-4344-9EAF-3B357CEE7B57}" type="presParOf" srcId="{F816A08D-B14F-4888-89F6-2DD9173F41C7}" destId="{91E32090-9477-45E5-9E99-3D4A38EDD2D5}" srcOrd="0" destOrd="0" presId="urn:microsoft.com/office/officeart/2005/8/layout/vList5"/>
    <dgm:cxn modelId="{EEDCB362-2328-4BCF-986B-B70296DA6920}" type="presParOf" srcId="{F816A08D-B14F-4888-89F6-2DD9173F41C7}" destId="{34C88D03-BF84-4DA9-A946-13C754BF1C9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BCC455-F3C4-434D-82E7-6510526B64F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5299232-C7C7-48E4-B3F6-B98853A6D887}">
      <dgm:prSet/>
      <dgm:spPr/>
      <dgm:t>
        <a:bodyPr/>
        <a:lstStyle/>
        <a:p>
          <a:r>
            <a:rPr lang="en-US"/>
            <a:t>Population-Wide Coverage</a:t>
          </a:r>
        </a:p>
      </dgm:t>
    </dgm:pt>
    <dgm:pt modelId="{055D14A1-77A9-4C4A-B9A0-6011B48AA3F8}" type="parTrans" cxnId="{8E8F809C-62EE-4D0E-AE64-89F63D2D1B6C}">
      <dgm:prSet/>
      <dgm:spPr/>
      <dgm:t>
        <a:bodyPr/>
        <a:lstStyle/>
        <a:p>
          <a:endParaRPr lang="en-US"/>
        </a:p>
      </dgm:t>
    </dgm:pt>
    <dgm:pt modelId="{3030C1EB-D4F2-4DE3-A7D6-A61C12D9DDA1}" type="sibTrans" cxnId="{8E8F809C-62EE-4D0E-AE64-89F63D2D1B6C}">
      <dgm:prSet/>
      <dgm:spPr/>
      <dgm:t>
        <a:bodyPr/>
        <a:lstStyle/>
        <a:p>
          <a:endParaRPr lang="en-US"/>
        </a:p>
      </dgm:t>
    </dgm:pt>
    <dgm:pt modelId="{C236715D-CBC6-4627-ABB2-C473FCC9C325}">
      <dgm:prSet/>
      <dgm:spPr/>
      <dgm:t>
        <a:bodyPr/>
        <a:lstStyle/>
        <a:p>
          <a:r>
            <a:rPr lang="en-US" dirty="0"/>
            <a:t>Services </a:t>
          </a:r>
          <a:r>
            <a:rPr lang="en-US" dirty="0">
              <a:highlight>
                <a:srgbClr val="FFFF00"/>
              </a:highlight>
            </a:rPr>
            <a:t>must meet the needs of entire populations</a:t>
          </a:r>
          <a:r>
            <a:rPr lang="en-US" dirty="0"/>
            <a:t>, not select groups</a:t>
          </a:r>
        </a:p>
      </dgm:t>
    </dgm:pt>
    <dgm:pt modelId="{D474E18B-634F-4697-8B8A-7D302B7BFA33}" type="parTrans" cxnId="{C30488EF-8053-4381-A61B-3B83C3A2D32C}">
      <dgm:prSet/>
      <dgm:spPr/>
      <dgm:t>
        <a:bodyPr/>
        <a:lstStyle/>
        <a:p>
          <a:endParaRPr lang="en-US"/>
        </a:p>
      </dgm:t>
    </dgm:pt>
    <dgm:pt modelId="{5BF8984A-EC21-4A00-85FB-3408550A8E65}" type="sibTrans" cxnId="{C30488EF-8053-4381-A61B-3B83C3A2D32C}">
      <dgm:prSet/>
      <dgm:spPr/>
      <dgm:t>
        <a:bodyPr/>
        <a:lstStyle/>
        <a:p>
          <a:endParaRPr lang="en-US"/>
        </a:p>
      </dgm:t>
    </dgm:pt>
    <dgm:pt modelId="{DE365310-7937-4B6E-9D5F-3F95566E45ED}">
      <dgm:prSet/>
      <dgm:spPr/>
      <dgm:t>
        <a:bodyPr/>
        <a:lstStyle/>
        <a:p>
          <a:r>
            <a:rPr lang="en-US" dirty="0"/>
            <a:t>Must include </a:t>
          </a:r>
          <a:r>
            <a:rPr lang="en-US" dirty="0">
              <a:highlight>
                <a:srgbClr val="FFFF00"/>
              </a:highlight>
            </a:rPr>
            <a:t>preventive, curative, and rehabilitative services</a:t>
          </a:r>
        </a:p>
      </dgm:t>
    </dgm:pt>
    <dgm:pt modelId="{94C22C6A-B2A7-411C-927A-DA3696376420}" type="parTrans" cxnId="{2BD93AB8-F482-42FE-B394-BFE3E27EB0BA}">
      <dgm:prSet/>
      <dgm:spPr/>
      <dgm:t>
        <a:bodyPr/>
        <a:lstStyle/>
        <a:p>
          <a:endParaRPr lang="en-US"/>
        </a:p>
      </dgm:t>
    </dgm:pt>
    <dgm:pt modelId="{53A1D7F7-AE5B-43AC-BC50-2FC4E8710AC4}" type="sibTrans" cxnId="{2BD93AB8-F482-42FE-B394-BFE3E27EB0BA}">
      <dgm:prSet/>
      <dgm:spPr/>
      <dgm:t>
        <a:bodyPr/>
        <a:lstStyle/>
        <a:p>
          <a:endParaRPr lang="en-US"/>
        </a:p>
      </dgm:t>
    </dgm:pt>
    <dgm:pt modelId="{425CC8B7-F3AF-407D-96FB-57F45095C0EC}">
      <dgm:prSet/>
      <dgm:spPr/>
      <dgm:t>
        <a:bodyPr/>
        <a:lstStyle/>
        <a:p>
          <a:r>
            <a:rPr lang="en-US" dirty="0"/>
            <a:t>Considered part of the </a:t>
          </a:r>
          <a:r>
            <a:rPr lang="en-US" dirty="0">
              <a:highlight>
                <a:srgbClr val="FFFF00"/>
              </a:highlight>
            </a:rPr>
            <a:t>basic social services</a:t>
          </a:r>
          <a:r>
            <a:rPr lang="en-US" dirty="0"/>
            <a:t> of a country</a:t>
          </a:r>
        </a:p>
      </dgm:t>
    </dgm:pt>
    <dgm:pt modelId="{419FDE0C-0C35-43DA-908B-6CB9C50F9224}" type="parTrans" cxnId="{3CF665C5-165A-4081-A56B-B044677E73FB}">
      <dgm:prSet/>
      <dgm:spPr/>
      <dgm:t>
        <a:bodyPr/>
        <a:lstStyle/>
        <a:p>
          <a:endParaRPr lang="en-US"/>
        </a:p>
      </dgm:t>
    </dgm:pt>
    <dgm:pt modelId="{A882FD96-D759-4E26-ABA4-408768D4F62B}" type="sibTrans" cxnId="{3CF665C5-165A-4081-A56B-B044677E73FB}">
      <dgm:prSet/>
      <dgm:spPr/>
      <dgm:t>
        <a:bodyPr/>
        <a:lstStyle/>
        <a:p>
          <a:endParaRPr lang="en-US"/>
        </a:p>
      </dgm:t>
    </dgm:pt>
    <dgm:pt modelId="{83B65DF2-23C7-46CF-BC03-8A35117C81AC}">
      <dgm:prSet/>
      <dgm:spPr/>
      <dgm:t>
        <a:bodyPr/>
        <a:lstStyle/>
        <a:p>
          <a:r>
            <a:rPr lang="en-US"/>
            <a:t>Primary Health Care (PHC) Approach</a:t>
          </a:r>
        </a:p>
      </dgm:t>
    </dgm:pt>
    <dgm:pt modelId="{7E6A3BAC-30B8-4CE2-B059-47F9BB59A7FC}" type="parTrans" cxnId="{B10B2CB4-CFE9-4620-8413-6EA6C6407687}">
      <dgm:prSet/>
      <dgm:spPr/>
      <dgm:t>
        <a:bodyPr/>
        <a:lstStyle/>
        <a:p>
          <a:endParaRPr lang="en-US"/>
        </a:p>
      </dgm:t>
    </dgm:pt>
    <dgm:pt modelId="{9FAABFF2-CC2C-45B9-9C23-21DDBC12817F}" type="sibTrans" cxnId="{B10B2CB4-CFE9-4620-8413-6EA6C6407687}">
      <dgm:prSet/>
      <dgm:spPr/>
      <dgm:t>
        <a:bodyPr/>
        <a:lstStyle/>
        <a:p>
          <a:endParaRPr lang="en-US"/>
        </a:p>
      </dgm:t>
    </dgm:pt>
    <dgm:pt modelId="{55806E4B-E30A-4413-B6B0-10304FA7718F}">
      <dgm:prSet/>
      <dgm:spPr/>
      <dgm:t>
        <a:bodyPr/>
        <a:lstStyle/>
        <a:p>
          <a:r>
            <a:rPr lang="en-US"/>
            <a:t>Most effective strategy for rural and underserved populations</a:t>
          </a:r>
        </a:p>
      </dgm:t>
    </dgm:pt>
    <dgm:pt modelId="{B20A6E86-1980-48DA-B5F3-2476AF0CB205}" type="parTrans" cxnId="{7B33475A-41FB-41CD-AE25-A4D7E8FEAB33}">
      <dgm:prSet/>
      <dgm:spPr/>
      <dgm:t>
        <a:bodyPr/>
        <a:lstStyle/>
        <a:p>
          <a:endParaRPr lang="en-US"/>
        </a:p>
      </dgm:t>
    </dgm:pt>
    <dgm:pt modelId="{71BB5AD0-2C90-4621-A1D3-2A09FC0840C5}" type="sibTrans" cxnId="{7B33475A-41FB-41CD-AE25-A4D7E8FEAB33}">
      <dgm:prSet/>
      <dgm:spPr/>
      <dgm:t>
        <a:bodyPr/>
        <a:lstStyle/>
        <a:p>
          <a:endParaRPr lang="en-US"/>
        </a:p>
      </dgm:t>
    </dgm:pt>
    <dgm:pt modelId="{3FCAAA45-484F-4426-82E3-966C2342B7E1}">
      <dgm:prSet/>
      <dgm:spPr/>
      <dgm:t>
        <a:bodyPr/>
        <a:lstStyle/>
        <a:p>
          <a:r>
            <a:rPr lang="en-US" dirty="0"/>
            <a:t>Supported by a </a:t>
          </a:r>
          <a:r>
            <a:rPr lang="en-US" dirty="0">
              <a:highlight>
                <a:srgbClr val="FFFF00"/>
              </a:highlight>
            </a:rPr>
            <a:t>strong referral system</a:t>
          </a:r>
        </a:p>
      </dgm:t>
    </dgm:pt>
    <dgm:pt modelId="{15895773-E4F8-4907-8B19-A2C530359BAD}" type="parTrans" cxnId="{03300AC5-6C3B-4355-BB7C-F04478065252}">
      <dgm:prSet/>
      <dgm:spPr/>
      <dgm:t>
        <a:bodyPr/>
        <a:lstStyle/>
        <a:p>
          <a:endParaRPr lang="en-US"/>
        </a:p>
      </dgm:t>
    </dgm:pt>
    <dgm:pt modelId="{57FCA84A-3147-4757-B5AA-A6E6BD63B466}" type="sibTrans" cxnId="{03300AC5-6C3B-4355-BB7C-F04478065252}">
      <dgm:prSet/>
      <dgm:spPr/>
      <dgm:t>
        <a:bodyPr/>
        <a:lstStyle/>
        <a:p>
          <a:endParaRPr lang="en-US"/>
        </a:p>
      </dgm:t>
    </dgm:pt>
    <dgm:pt modelId="{A0A5DD91-0340-4586-ADE3-CE19F2365F36}">
      <dgm:prSet/>
      <dgm:spPr/>
      <dgm:t>
        <a:bodyPr/>
        <a:lstStyle/>
        <a:p>
          <a:r>
            <a:rPr lang="en-US" dirty="0"/>
            <a:t>Aligned with global policy: “Health for All by 2000 A.D.”</a:t>
          </a:r>
        </a:p>
      </dgm:t>
    </dgm:pt>
    <dgm:pt modelId="{91938BF7-BA04-4AC5-9212-683CBE286ADC}" type="parTrans" cxnId="{3F2D0BFD-B7DC-4596-9D13-B2560322D6A8}">
      <dgm:prSet/>
      <dgm:spPr/>
      <dgm:t>
        <a:bodyPr/>
        <a:lstStyle/>
        <a:p>
          <a:endParaRPr lang="en-US"/>
        </a:p>
      </dgm:t>
    </dgm:pt>
    <dgm:pt modelId="{DC0711C5-7932-4829-9A4D-778C64A9BAC4}" type="sibTrans" cxnId="{3F2D0BFD-B7DC-4596-9D13-B2560322D6A8}">
      <dgm:prSet/>
      <dgm:spPr/>
      <dgm:t>
        <a:bodyPr/>
        <a:lstStyle/>
        <a:p>
          <a:endParaRPr lang="en-US"/>
        </a:p>
      </dgm:t>
    </dgm:pt>
    <dgm:pt modelId="{DA3C40AD-B59A-4269-A842-DB0D0FB7993C}" type="pres">
      <dgm:prSet presAssocID="{A8BCC455-F3C4-434D-82E7-6510526B64F0}" presName="Name0" presStyleCnt="0">
        <dgm:presLayoutVars>
          <dgm:dir/>
          <dgm:animLvl val="lvl"/>
          <dgm:resizeHandles val="exact"/>
        </dgm:presLayoutVars>
      </dgm:prSet>
      <dgm:spPr/>
    </dgm:pt>
    <dgm:pt modelId="{8DDD7810-3C45-44B6-AD27-C91180349FE5}" type="pres">
      <dgm:prSet presAssocID="{E5299232-C7C7-48E4-B3F6-B98853A6D887}" presName="composite" presStyleCnt="0"/>
      <dgm:spPr/>
    </dgm:pt>
    <dgm:pt modelId="{829483A7-4193-413B-B607-91DA7839D2D1}" type="pres">
      <dgm:prSet presAssocID="{E5299232-C7C7-48E4-B3F6-B98853A6D887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6B23E56-E288-4E3C-9E69-F34E740D52CD}" type="pres">
      <dgm:prSet presAssocID="{E5299232-C7C7-48E4-B3F6-B98853A6D887}" presName="desTx" presStyleLbl="alignAccFollowNode1" presStyleIdx="0" presStyleCnt="2">
        <dgm:presLayoutVars>
          <dgm:bulletEnabled val="1"/>
        </dgm:presLayoutVars>
      </dgm:prSet>
      <dgm:spPr/>
    </dgm:pt>
    <dgm:pt modelId="{39C9A6C7-961B-4942-95C7-FD23BAE03EC3}" type="pres">
      <dgm:prSet presAssocID="{3030C1EB-D4F2-4DE3-A7D6-A61C12D9DDA1}" presName="space" presStyleCnt="0"/>
      <dgm:spPr/>
    </dgm:pt>
    <dgm:pt modelId="{B4B494B1-6453-4AB6-AED9-A88731115796}" type="pres">
      <dgm:prSet presAssocID="{83B65DF2-23C7-46CF-BC03-8A35117C81AC}" presName="composite" presStyleCnt="0"/>
      <dgm:spPr/>
    </dgm:pt>
    <dgm:pt modelId="{4A929A48-0AF1-406C-A926-96F6ABB0FE59}" type="pres">
      <dgm:prSet presAssocID="{83B65DF2-23C7-46CF-BC03-8A35117C81AC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B32A6CE7-52CD-4DCA-A86C-4BB725788E3A}" type="pres">
      <dgm:prSet presAssocID="{83B65DF2-23C7-46CF-BC03-8A35117C81AC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9A0E2625-B25B-4AA7-BD3D-E201890A4314}" type="presOf" srcId="{A0A5DD91-0340-4586-ADE3-CE19F2365F36}" destId="{B32A6CE7-52CD-4DCA-A86C-4BB725788E3A}" srcOrd="0" destOrd="2" presId="urn:microsoft.com/office/officeart/2005/8/layout/hList1"/>
    <dgm:cxn modelId="{978EF628-E511-44B3-B1B5-E45DFF33833C}" type="presOf" srcId="{55806E4B-E30A-4413-B6B0-10304FA7718F}" destId="{B32A6CE7-52CD-4DCA-A86C-4BB725788E3A}" srcOrd="0" destOrd="0" presId="urn:microsoft.com/office/officeart/2005/8/layout/hList1"/>
    <dgm:cxn modelId="{DC6BF46D-CB02-4299-8313-194297EF9D7C}" type="presOf" srcId="{E5299232-C7C7-48E4-B3F6-B98853A6D887}" destId="{829483A7-4193-413B-B607-91DA7839D2D1}" srcOrd="0" destOrd="0" presId="urn:microsoft.com/office/officeart/2005/8/layout/hList1"/>
    <dgm:cxn modelId="{03611A4F-0774-4D5E-81C6-0220747ED9B0}" type="presOf" srcId="{3FCAAA45-484F-4426-82E3-966C2342B7E1}" destId="{B32A6CE7-52CD-4DCA-A86C-4BB725788E3A}" srcOrd="0" destOrd="1" presId="urn:microsoft.com/office/officeart/2005/8/layout/hList1"/>
    <dgm:cxn modelId="{7B33475A-41FB-41CD-AE25-A4D7E8FEAB33}" srcId="{83B65DF2-23C7-46CF-BC03-8A35117C81AC}" destId="{55806E4B-E30A-4413-B6B0-10304FA7718F}" srcOrd="0" destOrd="0" parTransId="{B20A6E86-1980-48DA-B5F3-2476AF0CB205}" sibTransId="{71BB5AD0-2C90-4621-A1D3-2A09FC0840C5}"/>
    <dgm:cxn modelId="{33712F7E-75EE-4136-806D-6B736B813831}" type="presOf" srcId="{83B65DF2-23C7-46CF-BC03-8A35117C81AC}" destId="{4A929A48-0AF1-406C-A926-96F6ABB0FE59}" srcOrd="0" destOrd="0" presId="urn:microsoft.com/office/officeart/2005/8/layout/hList1"/>
    <dgm:cxn modelId="{68238A89-4B27-4629-BB3C-E1C66670AD84}" type="presOf" srcId="{425CC8B7-F3AF-407D-96FB-57F45095C0EC}" destId="{16B23E56-E288-4E3C-9E69-F34E740D52CD}" srcOrd="0" destOrd="2" presId="urn:microsoft.com/office/officeart/2005/8/layout/hList1"/>
    <dgm:cxn modelId="{2D6F2F9C-ED40-4B6E-A839-AE173A1B654C}" type="presOf" srcId="{A8BCC455-F3C4-434D-82E7-6510526B64F0}" destId="{DA3C40AD-B59A-4269-A842-DB0D0FB7993C}" srcOrd="0" destOrd="0" presId="urn:microsoft.com/office/officeart/2005/8/layout/hList1"/>
    <dgm:cxn modelId="{8E8F809C-62EE-4D0E-AE64-89F63D2D1B6C}" srcId="{A8BCC455-F3C4-434D-82E7-6510526B64F0}" destId="{E5299232-C7C7-48E4-B3F6-B98853A6D887}" srcOrd="0" destOrd="0" parTransId="{055D14A1-77A9-4C4A-B9A0-6011B48AA3F8}" sibTransId="{3030C1EB-D4F2-4DE3-A7D6-A61C12D9DDA1}"/>
    <dgm:cxn modelId="{B10B2CB4-CFE9-4620-8413-6EA6C6407687}" srcId="{A8BCC455-F3C4-434D-82E7-6510526B64F0}" destId="{83B65DF2-23C7-46CF-BC03-8A35117C81AC}" srcOrd="1" destOrd="0" parTransId="{7E6A3BAC-30B8-4CE2-B059-47F9BB59A7FC}" sibTransId="{9FAABFF2-CC2C-45B9-9C23-21DDBC12817F}"/>
    <dgm:cxn modelId="{2BD93AB8-F482-42FE-B394-BFE3E27EB0BA}" srcId="{E5299232-C7C7-48E4-B3F6-B98853A6D887}" destId="{DE365310-7937-4B6E-9D5F-3F95566E45ED}" srcOrd="1" destOrd="0" parTransId="{94C22C6A-B2A7-411C-927A-DA3696376420}" sibTransId="{53A1D7F7-AE5B-43AC-BC50-2FC4E8710AC4}"/>
    <dgm:cxn modelId="{4F6EB3C2-4026-4AD0-B260-49177E9C5848}" type="presOf" srcId="{C236715D-CBC6-4627-ABB2-C473FCC9C325}" destId="{16B23E56-E288-4E3C-9E69-F34E740D52CD}" srcOrd="0" destOrd="0" presId="urn:microsoft.com/office/officeart/2005/8/layout/hList1"/>
    <dgm:cxn modelId="{03300AC5-6C3B-4355-BB7C-F04478065252}" srcId="{83B65DF2-23C7-46CF-BC03-8A35117C81AC}" destId="{3FCAAA45-484F-4426-82E3-966C2342B7E1}" srcOrd="1" destOrd="0" parTransId="{15895773-E4F8-4907-8B19-A2C530359BAD}" sibTransId="{57FCA84A-3147-4757-B5AA-A6E6BD63B466}"/>
    <dgm:cxn modelId="{3CF665C5-165A-4081-A56B-B044677E73FB}" srcId="{E5299232-C7C7-48E4-B3F6-B98853A6D887}" destId="{425CC8B7-F3AF-407D-96FB-57F45095C0EC}" srcOrd="2" destOrd="0" parTransId="{419FDE0C-0C35-43DA-908B-6CB9C50F9224}" sibTransId="{A882FD96-D759-4E26-ABA4-408768D4F62B}"/>
    <dgm:cxn modelId="{085C38DE-32F7-4F2C-8D2A-CF76C143D200}" type="presOf" srcId="{DE365310-7937-4B6E-9D5F-3F95566E45ED}" destId="{16B23E56-E288-4E3C-9E69-F34E740D52CD}" srcOrd="0" destOrd="1" presId="urn:microsoft.com/office/officeart/2005/8/layout/hList1"/>
    <dgm:cxn modelId="{C30488EF-8053-4381-A61B-3B83C3A2D32C}" srcId="{E5299232-C7C7-48E4-B3F6-B98853A6D887}" destId="{C236715D-CBC6-4627-ABB2-C473FCC9C325}" srcOrd="0" destOrd="0" parTransId="{D474E18B-634F-4697-8B8A-7D302B7BFA33}" sibTransId="{5BF8984A-EC21-4A00-85FB-3408550A8E65}"/>
    <dgm:cxn modelId="{3F2D0BFD-B7DC-4596-9D13-B2560322D6A8}" srcId="{83B65DF2-23C7-46CF-BC03-8A35117C81AC}" destId="{A0A5DD91-0340-4586-ADE3-CE19F2365F36}" srcOrd="2" destOrd="0" parTransId="{91938BF7-BA04-4AC5-9212-683CBE286ADC}" sibTransId="{DC0711C5-7932-4829-9A4D-778C64A9BAC4}"/>
    <dgm:cxn modelId="{01A42150-0E70-474E-8B00-CFEE0C0698A4}" type="presParOf" srcId="{DA3C40AD-B59A-4269-A842-DB0D0FB7993C}" destId="{8DDD7810-3C45-44B6-AD27-C91180349FE5}" srcOrd="0" destOrd="0" presId="urn:microsoft.com/office/officeart/2005/8/layout/hList1"/>
    <dgm:cxn modelId="{54F6BCF4-8C5B-42E1-B43E-3B9078E19961}" type="presParOf" srcId="{8DDD7810-3C45-44B6-AD27-C91180349FE5}" destId="{829483A7-4193-413B-B607-91DA7839D2D1}" srcOrd="0" destOrd="0" presId="urn:microsoft.com/office/officeart/2005/8/layout/hList1"/>
    <dgm:cxn modelId="{37F12790-BB64-456F-B60E-095D141FD8AC}" type="presParOf" srcId="{8DDD7810-3C45-44B6-AD27-C91180349FE5}" destId="{16B23E56-E288-4E3C-9E69-F34E740D52CD}" srcOrd="1" destOrd="0" presId="urn:microsoft.com/office/officeart/2005/8/layout/hList1"/>
    <dgm:cxn modelId="{15FDFEF3-B2F8-4291-B2AA-2EF61B293368}" type="presParOf" srcId="{DA3C40AD-B59A-4269-A842-DB0D0FB7993C}" destId="{39C9A6C7-961B-4942-95C7-FD23BAE03EC3}" srcOrd="1" destOrd="0" presId="urn:microsoft.com/office/officeart/2005/8/layout/hList1"/>
    <dgm:cxn modelId="{6F7F550B-4757-49F1-ABF7-B159EB7DC1D1}" type="presParOf" srcId="{DA3C40AD-B59A-4269-A842-DB0D0FB7993C}" destId="{B4B494B1-6453-4AB6-AED9-A88731115796}" srcOrd="2" destOrd="0" presId="urn:microsoft.com/office/officeart/2005/8/layout/hList1"/>
    <dgm:cxn modelId="{CBB931AF-EB6F-4227-A8ED-A6CFF368EFBB}" type="presParOf" srcId="{B4B494B1-6453-4AB6-AED9-A88731115796}" destId="{4A929A48-0AF1-406C-A926-96F6ABB0FE59}" srcOrd="0" destOrd="0" presId="urn:microsoft.com/office/officeart/2005/8/layout/hList1"/>
    <dgm:cxn modelId="{A2C671CA-CBEA-4F54-91C2-BF31C679BE84}" type="presParOf" srcId="{B4B494B1-6453-4AB6-AED9-A88731115796}" destId="{B32A6CE7-52CD-4DCA-A86C-4BB725788E3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CE2E66-BCEC-4A36-84AB-1962CAE6DF18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968BDDAE-ECE0-4BFA-A352-AA11EF17227F}">
      <dgm:prSet/>
      <dgm:spPr/>
      <dgm:t>
        <a:bodyPr/>
        <a:lstStyle/>
        <a:p>
          <a:r>
            <a:rPr lang="en-US" b="1" i="0" baseline="0"/>
            <a:t>Launched by WHO in 1977</a:t>
          </a:r>
          <a:r>
            <a:rPr lang="en-US" b="0" i="0" baseline="0"/>
            <a:t> at the 30th World Health Assembly</a:t>
          </a:r>
          <a:endParaRPr lang="en-US"/>
        </a:p>
      </dgm:t>
    </dgm:pt>
    <dgm:pt modelId="{F7769F58-B369-4B3C-A921-5DF5AF6E1BAF}" type="parTrans" cxnId="{DFF82863-CFDA-41AA-803F-75CC468B0293}">
      <dgm:prSet/>
      <dgm:spPr/>
      <dgm:t>
        <a:bodyPr/>
        <a:lstStyle/>
        <a:p>
          <a:endParaRPr lang="en-US"/>
        </a:p>
      </dgm:t>
    </dgm:pt>
    <dgm:pt modelId="{11E3B8B8-5D31-4D7C-BB37-9EDAC4B5F1B7}" type="sibTrans" cxnId="{DFF82863-CFDA-41AA-803F-75CC468B0293}">
      <dgm:prSet/>
      <dgm:spPr/>
      <dgm:t>
        <a:bodyPr/>
        <a:lstStyle/>
        <a:p>
          <a:endParaRPr lang="en-US"/>
        </a:p>
      </dgm:t>
    </dgm:pt>
    <dgm:pt modelId="{2C6D2B7A-A5DA-4DAC-A7C1-2E2E94A23795}">
      <dgm:prSet/>
      <dgm:spPr/>
      <dgm:t>
        <a:bodyPr/>
        <a:lstStyle/>
        <a:p>
          <a:r>
            <a:rPr lang="en-US" b="1" i="0" baseline="0"/>
            <a:t>Core Principle</a:t>
          </a:r>
          <a:r>
            <a:rPr lang="en-US" b="0" i="0" baseline="0"/>
            <a:t>: </a:t>
          </a:r>
          <a:r>
            <a:rPr lang="en-US" b="1" i="0" baseline="0"/>
            <a:t>Equity</a:t>
          </a:r>
          <a:r>
            <a:rPr lang="en-US" b="0" i="0" baseline="0"/>
            <a:t> — equal health status for all individuals and nations through </a:t>
          </a:r>
          <a:r>
            <a:rPr lang="en-US" b="1" i="0" baseline="0"/>
            <a:t>equitable distribution</a:t>
          </a:r>
          <a:r>
            <a:rPr lang="en-US" b="0" i="0" baseline="0"/>
            <a:t> of health resources</a:t>
          </a:r>
          <a:endParaRPr lang="en-US"/>
        </a:p>
      </dgm:t>
    </dgm:pt>
    <dgm:pt modelId="{DCE21C67-E6BF-46B9-9CA8-204A22A6BF58}" type="parTrans" cxnId="{C414960E-8E9F-41DF-A4AB-2D49E6910D6C}">
      <dgm:prSet/>
      <dgm:spPr/>
      <dgm:t>
        <a:bodyPr/>
        <a:lstStyle/>
        <a:p>
          <a:endParaRPr lang="en-US"/>
        </a:p>
      </dgm:t>
    </dgm:pt>
    <dgm:pt modelId="{AB02153D-0CC5-4F84-BA83-BD40089DDD9B}" type="sibTrans" cxnId="{C414960E-8E9F-41DF-A4AB-2D49E6910D6C}">
      <dgm:prSet/>
      <dgm:spPr/>
      <dgm:t>
        <a:bodyPr/>
        <a:lstStyle/>
        <a:p>
          <a:endParaRPr lang="en-US"/>
        </a:p>
      </dgm:t>
    </dgm:pt>
    <dgm:pt modelId="{16A4B769-F63C-4B0F-969A-1630A5B8945A}">
      <dgm:prSet/>
      <dgm:spPr/>
      <dgm:t>
        <a:bodyPr/>
        <a:lstStyle/>
        <a:p>
          <a:r>
            <a:rPr lang="en-US" b="0" i="1" baseline="0"/>
            <a:t>“Attainment of a level of health that will enable every individual to lead a socially and economically productive life.”</a:t>
          </a:r>
          <a:r>
            <a:rPr lang="en-US" b="0" i="0" baseline="0"/>
            <a:t> – WHO, 1977</a:t>
          </a:r>
          <a:endParaRPr lang="en-US"/>
        </a:p>
      </dgm:t>
    </dgm:pt>
    <dgm:pt modelId="{390637EF-59F4-4753-A83A-67191CFD7A80}" type="parTrans" cxnId="{51A904B1-2956-43D1-8C0F-E7D171B7B6BC}">
      <dgm:prSet/>
      <dgm:spPr/>
      <dgm:t>
        <a:bodyPr/>
        <a:lstStyle/>
        <a:p>
          <a:endParaRPr lang="en-US"/>
        </a:p>
      </dgm:t>
    </dgm:pt>
    <dgm:pt modelId="{16ED414A-B03C-4C1C-9E12-9768EF2F30FD}" type="sibTrans" cxnId="{51A904B1-2956-43D1-8C0F-E7D171B7B6BC}">
      <dgm:prSet/>
      <dgm:spPr/>
      <dgm:t>
        <a:bodyPr/>
        <a:lstStyle/>
        <a:p>
          <a:endParaRPr lang="en-US"/>
        </a:p>
      </dgm:t>
    </dgm:pt>
    <dgm:pt modelId="{8B05E3FA-2026-4A00-B5F9-8E29523D95F2}">
      <dgm:prSet/>
      <dgm:spPr/>
      <dgm:t>
        <a:bodyPr/>
        <a:lstStyle/>
        <a:p>
          <a:r>
            <a:rPr lang="en-US" b="0" i="0" baseline="0"/>
            <a:t>Declared a </a:t>
          </a:r>
          <a:r>
            <a:rPr lang="en-US" b="1" i="0" baseline="0"/>
            <a:t>major global social goal</a:t>
          </a:r>
          <a:endParaRPr lang="en-US"/>
        </a:p>
      </dgm:t>
    </dgm:pt>
    <dgm:pt modelId="{AD2EDCD9-F92C-4789-A243-9AB5C323C685}" type="parTrans" cxnId="{BBF11B97-0C13-4EDC-885A-CF86B65212B0}">
      <dgm:prSet/>
      <dgm:spPr/>
      <dgm:t>
        <a:bodyPr/>
        <a:lstStyle/>
        <a:p>
          <a:endParaRPr lang="en-US"/>
        </a:p>
      </dgm:t>
    </dgm:pt>
    <dgm:pt modelId="{89C8B39D-FCF8-4195-B757-1E3D33A90370}" type="sibTrans" cxnId="{BBF11B97-0C13-4EDC-885A-CF86B65212B0}">
      <dgm:prSet/>
      <dgm:spPr/>
      <dgm:t>
        <a:bodyPr/>
        <a:lstStyle/>
        <a:p>
          <a:endParaRPr lang="en-US"/>
        </a:p>
      </dgm:t>
    </dgm:pt>
    <dgm:pt modelId="{C2BE4158-0A5D-452C-B598-6092BA66C572}" type="pres">
      <dgm:prSet presAssocID="{F0CE2E66-BCEC-4A36-84AB-1962CAE6DF18}" presName="linear" presStyleCnt="0">
        <dgm:presLayoutVars>
          <dgm:animLvl val="lvl"/>
          <dgm:resizeHandles val="exact"/>
        </dgm:presLayoutVars>
      </dgm:prSet>
      <dgm:spPr/>
    </dgm:pt>
    <dgm:pt modelId="{17FBB8A0-A9A7-45FD-8D7C-D37BDCB16EF8}" type="pres">
      <dgm:prSet presAssocID="{968BDDAE-ECE0-4BFA-A352-AA11EF17227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54D580C-2D8E-4D23-BC83-074189DBAA0F}" type="pres">
      <dgm:prSet presAssocID="{11E3B8B8-5D31-4D7C-BB37-9EDAC4B5F1B7}" presName="spacer" presStyleCnt="0"/>
      <dgm:spPr/>
    </dgm:pt>
    <dgm:pt modelId="{00222DA2-A740-467E-9CF1-F6748763B352}" type="pres">
      <dgm:prSet presAssocID="{2C6D2B7A-A5DA-4DAC-A7C1-2E2E94A2379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ED329B5-7927-44E2-8D62-50789B2D8A6B}" type="pres">
      <dgm:prSet presAssocID="{AB02153D-0CC5-4F84-BA83-BD40089DDD9B}" presName="spacer" presStyleCnt="0"/>
      <dgm:spPr/>
    </dgm:pt>
    <dgm:pt modelId="{3FA7C5D1-8518-4BAA-88D1-B36095ADAEFE}" type="pres">
      <dgm:prSet presAssocID="{16A4B769-F63C-4B0F-969A-1630A5B8945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2A02A73-3D1F-4FC2-94C1-A74433989165}" type="pres">
      <dgm:prSet presAssocID="{16ED414A-B03C-4C1C-9E12-9768EF2F30FD}" presName="spacer" presStyleCnt="0"/>
      <dgm:spPr/>
    </dgm:pt>
    <dgm:pt modelId="{A9AC35E2-4405-442B-BCB3-472EEF11450A}" type="pres">
      <dgm:prSet presAssocID="{8B05E3FA-2026-4A00-B5F9-8E29523D95F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414960E-8E9F-41DF-A4AB-2D49E6910D6C}" srcId="{F0CE2E66-BCEC-4A36-84AB-1962CAE6DF18}" destId="{2C6D2B7A-A5DA-4DAC-A7C1-2E2E94A23795}" srcOrd="1" destOrd="0" parTransId="{DCE21C67-E6BF-46B9-9CA8-204A22A6BF58}" sibTransId="{AB02153D-0CC5-4F84-BA83-BD40089DDD9B}"/>
    <dgm:cxn modelId="{2C99B75E-E89D-4005-B70F-A52A70DE96B0}" type="presOf" srcId="{2C6D2B7A-A5DA-4DAC-A7C1-2E2E94A23795}" destId="{00222DA2-A740-467E-9CF1-F6748763B352}" srcOrd="0" destOrd="0" presId="urn:microsoft.com/office/officeart/2005/8/layout/vList2"/>
    <dgm:cxn modelId="{6C2A0E62-FC20-46FA-B813-E458E5A971EC}" type="presOf" srcId="{16A4B769-F63C-4B0F-969A-1630A5B8945A}" destId="{3FA7C5D1-8518-4BAA-88D1-B36095ADAEFE}" srcOrd="0" destOrd="0" presId="urn:microsoft.com/office/officeart/2005/8/layout/vList2"/>
    <dgm:cxn modelId="{DFF82863-CFDA-41AA-803F-75CC468B0293}" srcId="{F0CE2E66-BCEC-4A36-84AB-1962CAE6DF18}" destId="{968BDDAE-ECE0-4BFA-A352-AA11EF17227F}" srcOrd="0" destOrd="0" parTransId="{F7769F58-B369-4B3C-A921-5DF5AF6E1BAF}" sibTransId="{11E3B8B8-5D31-4D7C-BB37-9EDAC4B5F1B7}"/>
    <dgm:cxn modelId="{C0D4107F-7CF1-4B54-8D3C-A17B8ABDA033}" type="presOf" srcId="{968BDDAE-ECE0-4BFA-A352-AA11EF17227F}" destId="{17FBB8A0-A9A7-45FD-8D7C-D37BDCB16EF8}" srcOrd="0" destOrd="0" presId="urn:microsoft.com/office/officeart/2005/8/layout/vList2"/>
    <dgm:cxn modelId="{4FFC268E-0302-4ED6-BD04-5F697AD225E3}" type="presOf" srcId="{8B05E3FA-2026-4A00-B5F9-8E29523D95F2}" destId="{A9AC35E2-4405-442B-BCB3-472EEF11450A}" srcOrd="0" destOrd="0" presId="urn:microsoft.com/office/officeart/2005/8/layout/vList2"/>
    <dgm:cxn modelId="{BBF11B97-0C13-4EDC-885A-CF86B65212B0}" srcId="{F0CE2E66-BCEC-4A36-84AB-1962CAE6DF18}" destId="{8B05E3FA-2026-4A00-B5F9-8E29523D95F2}" srcOrd="3" destOrd="0" parTransId="{AD2EDCD9-F92C-4789-A243-9AB5C323C685}" sibTransId="{89C8B39D-FCF8-4195-B757-1E3D33A90370}"/>
    <dgm:cxn modelId="{D381F4A7-1917-4843-9A83-BCF2FDE8768C}" type="presOf" srcId="{F0CE2E66-BCEC-4A36-84AB-1962CAE6DF18}" destId="{C2BE4158-0A5D-452C-B598-6092BA66C572}" srcOrd="0" destOrd="0" presId="urn:microsoft.com/office/officeart/2005/8/layout/vList2"/>
    <dgm:cxn modelId="{51A904B1-2956-43D1-8C0F-E7D171B7B6BC}" srcId="{F0CE2E66-BCEC-4A36-84AB-1962CAE6DF18}" destId="{16A4B769-F63C-4B0F-969A-1630A5B8945A}" srcOrd="2" destOrd="0" parTransId="{390637EF-59F4-4753-A83A-67191CFD7A80}" sibTransId="{16ED414A-B03C-4C1C-9E12-9768EF2F30FD}"/>
    <dgm:cxn modelId="{31DF6C58-4C54-4F2A-8FF9-CEE63F660D96}" type="presParOf" srcId="{C2BE4158-0A5D-452C-B598-6092BA66C572}" destId="{17FBB8A0-A9A7-45FD-8D7C-D37BDCB16EF8}" srcOrd="0" destOrd="0" presId="urn:microsoft.com/office/officeart/2005/8/layout/vList2"/>
    <dgm:cxn modelId="{D3369734-51A2-480D-82D0-D0C671AAFB0F}" type="presParOf" srcId="{C2BE4158-0A5D-452C-B598-6092BA66C572}" destId="{854D580C-2D8E-4D23-BC83-074189DBAA0F}" srcOrd="1" destOrd="0" presId="urn:microsoft.com/office/officeart/2005/8/layout/vList2"/>
    <dgm:cxn modelId="{5AFDDD4E-E59E-4C70-B6AA-354765FC5615}" type="presParOf" srcId="{C2BE4158-0A5D-452C-B598-6092BA66C572}" destId="{00222DA2-A740-467E-9CF1-F6748763B352}" srcOrd="2" destOrd="0" presId="urn:microsoft.com/office/officeart/2005/8/layout/vList2"/>
    <dgm:cxn modelId="{A9AB09AA-8764-4E94-86AF-A5D03E406FC7}" type="presParOf" srcId="{C2BE4158-0A5D-452C-B598-6092BA66C572}" destId="{6ED329B5-7927-44E2-8D62-50789B2D8A6B}" srcOrd="3" destOrd="0" presId="urn:microsoft.com/office/officeart/2005/8/layout/vList2"/>
    <dgm:cxn modelId="{70809A1B-CC2B-417E-83AE-0A3396F7C81E}" type="presParOf" srcId="{C2BE4158-0A5D-452C-B598-6092BA66C572}" destId="{3FA7C5D1-8518-4BAA-88D1-B36095ADAEFE}" srcOrd="4" destOrd="0" presId="urn:microsoft.com/office/officeart/2005/8/layout/vList2"/>
    <dgm:cxn modelId="{BF957BA2-DEE1-4DC7-8C40-5E3445757A00}" type="presParOf" srcId="{C2BE4158-0A5D-452C-B598-6092BA66C572}" destId="{92A02A73-3D1F-4FC2-94C1-A74433989165}" srcOrd="5" destOrd="0" presId="urn:microsoft.com/office/officeart/2005/8/layout/vList2"/>
    <dgm:cxn modelId="{723AE843-C168-4090-85B1-9126D13C3037}" type="presParOf" srcId="{C2BE4158-0A5D-452C-B598-6092BA66C572}" destId="{A9AC35E2-4405-442B-BCB3-472EEF11450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E26D962-A7FC-4C0B-8E10-B2A4257497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874391-4E54-4CB3-B794-D37CA7C9A330}">
      <dgm:prSet/>
      <dgm:spPr/>
      <dgm:t>
        <a:bodyPr/>
        <a:lstStyle/>
        <a:p>
          <a:r>
            <a:rPr lang="en-US" b="1"/>
            <a:t>Alma-Ata (1978) &amp; Global Mobilization</a:t>
          </a:r>
          <a:endParaRPr lang="en-US"/>
        </a:p>
      </dgm:t>
    </dgm:pt>
    <dgm:pt modelId="{E32AF7E1-6448-4E78-92F4-F1F129FE5209}" type="parTrans" cxnId="{ADE27FCE-0AC6-431A-9BD6-89060B1B7F8D}">
      <dgm:prSet/>
      <dgm:spPr/>
      <dgm:t>
        <a:bodyPr/>
        <a:lstStyle/>
        <a:p>
          <a:endParaRPr lang="en-US"/>
        </a:p>
      </dgm:t>
    </dgm:pt>
    <dgm:pt modelId="{57ACE321-18EE-46B0-B09B-B3C51EAEC1CC}" type="sibTrans" cxnId="{ADE27FCE-0AC6-431A-9BD6-89060B1B7F8D}">
      <dgm:prSet/>
      <dgm:spPr/>
      <dgm:t>
        <a:bodyPr/>
        <a:lstStyle/>
        <a:p>
          <a:endParaRPr lang="en-US"/>
        </a:p>
      </dgm:t>
    </dgm:pt>
    <dgm:pt modelId="{988D3787-42A8-400B-9F04-48FB487872E1}">
      <dgm:prSet/>
      <dgm:spPr/>
      <dgm:t>
        <a:bodyPr/>
        <a:lstStyle/>
        <a:p>
          <a:r>
            <a:rPr lang="en-US" b="1"/>
            <a:t>Alma-Ata Conference (1978)</a:t>
          </a:r>
          <a:r>
            <a:rPr lang="en-US"/>
            <a:t> reaffirmed HFA as a universal goal</a:t>
          </a:r>
        </a:p>
      </dgm:t>
    </dgm:pt>
    <dgm:pt modelId="{37510D9C-6477-496A-9D1D-176FCB7A3E61}" type="parTrans" cxnId="{A68194C9-897C-4DA8-93B4-4BE43DB31E82}">
      <dgm:prSet/>
      <dgm:spPr/>
      <dgm:t>
        <a:bodyPr/>
        <a:lstStyle/>
        <a:p>
          <a:endParaRPr lang="en-US"/>
        </a:p>
      </dgm:t>
    </dgm:pt>
    <dgm:pt modelId="{1339C946-8D3D-438F-A8BD-BF3AE1352497}" type="sibTrans" cxnId="{A68194C9-897C-4DA8-93B4-4BE43DB31E82}">
      <dgm:prSet/>
      <dgm:spPr/>
      <dgm:t>
        <a:bodyPr/>
        <a:lstStyle/>
        <a:p>
          <a:endParaRPr lang="en-US"/>
        </a:p>
      </dgm:t>
    </dgm:pt>
    <dgm:pt modelId="{E29F002C-686D-46FB-AB91-AB3353C6E5C1}">
      <dgm:prSet/>
      <dgm:spPr/>
      <dgm:t>
        <a:bodyPr/>
        <a:lstStyle/>
        <a:p>
          <a:r>
            <a:rPr lang="en-US" b="1"/>
            <a:t>Primary Health Care (PHC)</a:t>
          </a:r>
          <a:r>
            <a:rPr lang="en-US"/>
            <a:t> identified as the most effective strategy</a:t>
          </a:r>
        </a:p>
      </dgm:t>
    </dgm:pt>
    <dgm:pt modelId="{7E433F06-41C4-4BD6-9488-9CD1F9D10AF6}" type="parTrans" cxnId="{76E92B7D-1C62-4881-AD01-E3920E8C8561}">
      <dgm:prSet/>
      <dgm:spPr/>
      <dgm:t>
        <a:bodyPr/>
        <a:lstStyle/>
        <a:p>
          <a:endParaRPr lang="en-US"/>
        </a:p>
      </dgm:t>
    </dgm:pt>
    <dgm:pt modelId="{7E734092-1A83-4078-A0D9-DB9E4BFDFA50}" type="sibTrans" cxnId="{76E92B7D-1C62-4881-AD01-E3920E8C8561}">
      <dgm:prSet/>
      <dgm:spPr/>
      <dgm:t>
        <a:bodyPr/>
        <a:lstStyle/>
        <a:p>
          <a:endParaRPr lang="en-US"/>
        </a:p>
      </dgm:t>
    </dgm:pt>
    <dgm:pt modelId="{7FF86B9C-8B29-4A25-A438-41E930F41971}">
      <dgm:prSet/>
      <dgm:spPr/>
      <dgm:t>
        <a:bodyPr/>
        <a:lstStyle/>
        <a:p>
          <a:r>
            <a:rPr lang="en-US"/>
            <a:t>Especially for </a:t>
          </a:r>
          <a:r>
            <a:rPr lang="en-US" b="1"/>
            <a:t>rural and underserved urban populations</a:t>
          </a:r>
          <a:endParaRPr lang="en-US"/>
        </a:p>
      </dgm:t>
    </dgm:pt>
    <dgm:pt modelId="{3F346FBF-F109-4182-A65C-7461F849255D}" type="parTrans" cxnId="{22D48930-538A-4950-8873-B541A3A17350}">
      <dgm:prSet/>
      <dgm:spPr/>
      <dgm:t>
        <a:bodyPr/>
        <a:lstStyle/>
        <a:p>
          <a:endParaRPr lang="en-US"/>
        </a:p>
      </dgm:t>
    </dgm:pt>
    <dgm:pt modelId="{E2A7A577-8BFC-41D1-8AFE-A95ACCEB7AD4}" type="sibTrans" cxnId="{22D48930-538A-4950-8873-B541A3A17350}">
      <dgm:prSet/>
      <dgm:spPr/>
      <dgm:t>
        <a:bodyPr/>
        <a:lstStyle/>
        <a:p>
          <a:endParaRPr lang="en-US"/>
        </a:p>
      </dgm:t>
    </dgm:pt>
    <dgm:pt modelId="{FD8D09E8-59E8-4E2C-A999-9A91C3325B8E}">
      <dgm:prSet/>
      <dgm:spPr/>
      <dgm:t>
        <a:bodyPr/>
        <a:lstStyle/>
        <a:p>
          <a:r>
            <a:rPr lang="en-US"/>
            <a:t>PHC must be </a:t>
          </a:r>
          <a:r>
            <a:rPr lang="en-US" b="1"/>
            <a:t>accessible, acceptable, affordable</a:t>
          </a:r>
          <a:r>
            <a:rPr lang="en-US"/>
            <a:t>, with full </a:t>
          </a:r>
          <a:r>
            <a:rPr lang="en-US" b="1"/>
            <a:t>community participation</a:t>
          </a:r>
          <a:endParaRPr lang="en-US"/>
        </a:p>
      </dgm:t>
    </dgm:pt>
    <dgm:pt modelId="{EE7B0102-0815-4E03-AF62-6F940848157F}" type="parTrans" cxnId="{8817D63D-34DC-4E15-B19C-83AB4F0F21EF}">
      <dgm:prSet/>
      <dgm:spPr/>
      <dgm:t>
        <a:bodyPr/>
        <a:lstStyle/>
        <a:p>
          <a:endParaRPr lang="en-US"/>
        </a:p>
      </dgm:t>
    </dgm:pt>
    <dgm:pt modelId="{0EB2BB3F-BE58-479E-B9BD-FF41B18BA68A}" type="sibTrans" cxnId="{8817D63D-34DC-4E15-B19C-83AB4F0F21EF}">
      <dgm:prSet/>
      <dgm:spPr/>
      <dgm:t>
        <a:bodyPr/>
        <a:lstStyle/>
        <a:p>
          <a:endParaRPr lang="en-US"/>
        </a:p>
      </dgm:t>
    </dgm:pt>
    <dgm:pt modelId="{2710F0D1-C082-4584-9C2A-2BF527A34BA3}">
      <dgm:prSet/>
      <dgm:spPr/>
      <dgm:t>
        <a:bodyPr/>
        <a:lstStyle/>
        <a:p>
          <a:r>
            <a:rPr lang="en-US"/>
            <a:t>All governments were urged to:</a:t>
          </a:r>
        </a:p>
      </dgm:t>
    </dgm:pt>
    <dgm:pt modelId="{B1D7A772-372F-4330-9D47-4B82C626A624}" type="parTrans" cxnId="{3FEFCC32-7480-4383-A453-68AC167BA216}">
      <dgm:prSet/>
      <dgm:spPr/>
      <dgm:t>
        <a:bodyPr/>
        <a:lstStyle/>
        <a:p>
          <a:endParaRPr lang="en-US"/>
        </a:p>
      </dgm:t>
    </dgm:pt>
    <dgm:pt modelId="{1ACF5C02-A152-4399-99D2-F0346FF014D6}" type="sibTrans" cxnId="{3FEFCC32-7480-4383-A453-68AC167BA216}">
      <dgm:prSet/>
      <dgm:spPr/>
      <dgm:t>
        <a:bodyPr/>
        <a:lstStyle/>
        <a:p>
          <a:endParaRPr lang="en-US"/>
        </a:p>
      </dgm:t>
    </dgm:pt>
    <dgm:pt modelId="{3BC6327E-3E8B-4683-AED8-98031B52632D}">
      <dgm:prSet/>
      <dgm:spPr/>
      <dgm:t>
        <a:bodyPr/>
        <a:lstStyle/>
        <a:p>
          <a:r>
            <a:rPr lang="en-US"/>
            <a:t>Formulate </a:t>
          </a:r>
          <a:r>
            <a:rPr lang="en-US" b="1"/>
            <a:t>national policies, strategies, and plans</a:t>
          </a:r>
          <a:endParaRPr lang="en-US"/>
        </a:p>
      </dgm:t>
    </dgm:pt>
    <dgm:pt modelId="{FD494647-DBD8-4AF1-94FA-D6E1B973C61E}" type="parTrans" cxnId="{161E0FBE-725B-4268-A934-E215C17687B6}">
      <dgm:prSet/>
      <dgm:spPr/>
      <dgm:t>
        <a:bodyPr/>
        <a:lstStyle/>
        <a:p>
          <a:endParaRPr lang="en-US"/>
        </a:p>
      </dgm:t>
    </dgm:pt>
    <dgm:pt modelId="{9496C2C9-1BD1-4C03-A53E-D8E751BC1CA8}" type="sibTrans" cxnId="{161E0FBE-725B-4268-A934-E215C17687B6}">
      <dgm:prSet/>
      <dgm:spPr/>
      <dgm:t>
        <a:bodyPr/>
        <a:lstStyle/>
        <a:p>
          <a:endParaRPr lang="en-US"/>
        </a:p>
      </dgm:t>
    </dgm:pt>
    <dgm:pt modelId="{0CD73721-DA9F-49B8-9D70-EF8D4178CAA3}">
      <dgm:prSet/>
      <dgm:spPr/>
      <dgm:t>
        <a:bodyPr/>
        <a:lstStyle/>
        <a:p>
          <a:r>
            <a:rPr lang="en-US"/>
            <a:t>Integrate PHC within the </a:t>
          </a:r>
          <a:r>
            <a:rPr lang="en-US" b="1"/>
            <a:t>national health system</a:t>
          </a:r>
          <a:endParaRPr lang="en-US"/>
        </a:p>
      </dgm:t>
    </dgm:pt>
    <dgm:pt modelId="{13E9E62E-51D4-4F5F-B7E2-3C8FB17D58AA}" type="parTrans" cxnId="{125CFBC7-512B-4E37-B8AC-A8BBFEDAC7E1}">
      <dgm:prSet/>
      <dgm:spPr/>
      <dgm:t>
        <a:bodyPr/>
        <a:lstStyle/>
        <a:p>
          <a:endParaRPr lang="en-US"/>
        </a:p>
      </dgm:t>
    </dgm:pt>
    <dgm:pt modelId="{F1EECDE9-410D-4316-8FA3-DA493FDD4AD3}" type="sibTrans" cxnId="{125CFBC7-512B-4E37-B8AC-A8BBFEDAC7E1}">
      <dgm:prSet/>
      <dgm:spPr/>
      <dgm:t>
        <a:bodyPr/>
        <a:lstStyle/>
        <a:p>
          <a:endParaRPr lang="en-US"/>
        </a:p>
      </dgm:t>
    </dgm:pt>
    <dgm:pt modelId="{5D11E973-3CCC-4CE1-A1F0-447BD4415D1C}">
      <dgm:prSet/>
      <dgm:spPr/>
      <dgm:t>
        <a:bodyPr/>
        <a:lstStyle/>
        <a:p>
          <a:r>
            <a:rPr lang="en-US"/>
            <a:t>Develop </a:t>
          </a:r>
          <a:r>
            <a:rPr lang="en-US" b="1"/>
            <a:t>country-specific indicators</a:t>
          </a:r>
          <a:r>
            <a:rPr lang="en-US"/>
            <a:t> based on local contexts</a:t>
          </a:r>
        </a:p>
      </dgm:t>
    </dgm:pt>
    <dgm:pt modelId="{9289F851-9948-4BC7-A7F7-F7226652F76E}" type="parTrans" cxnId="{8E79CAAF-DB5E-4D22-AC97-8031A9A09FDC}">
      <dgm:prSet/>
      <dgm:spPr/>
      <dgm:t>
        <a:bodyPr/>
        <a:lstStyle/>
        <a:p>
          <a:endParaRPr lang="en-US"/>
        </a:p>
      </dgm:t>
    </dgm:pt>
    <dgm:pt modelId="{0B357080-AF99-4DF9-BFA0-31C3EE7525ED}" type="sibTrans" cxnId="{8E79CAAF-DB5E-4D22-AC97-8031A9A09FDC}">
      <dgm:prSet/>
      <dgm:spPr/>
      <dgm:t>
        <a:bodyPr/>
        <a:lstStyle/>
        <a:p>
          <a:endParaRPr lang="en-US"/>
        </a:p>
      </dgm:t>
    </dgm:pt>
    <dgm:pt modelId="{6DF0A498-8DAC-43B2-A410-5C3F649AACFF}" type="pres">
      <dgm:prSet presAssocID="{DE26D962-A7FC-4C0B-8E10-B2A42574971C}" presName="linear" presStyleCnt="0">
        <dgm:presLayoutVars>
          <dgm:animLvl val="lvl"/>
          <dgm:resizeHandles val="exact"/>
        </dgm:presLayoutVars>
      </dgm:prSet>
      <dgm:spPr/>
    </dgm:pt>
    <dgm:pt modelId="{8932530E-C19E-4113-8598-3E6CAD8CC8D1}" type="pres">
      <dgm:prSet presAssocID="{6E874391-4E54-4CB3-B794-D37CA7C9A33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4573AA2-E5E7-441B-A7A1-5791D626E9D2}" type="pres">
      <dgm:prSet presAssocID="{57ACE321-18EE-46B0-B09B-B3C51EAEC1CC}" presName="spacer" presStyleCnt="0"/>
      <dgm:spPr/>
    </dgm:pt>
    <dgm:pt modelId="{86BD9A5E-34C5-46FA-8CB5-9502570837D7}" type="pres">
      <dgm:prSet presAssocID="{988D3787-42A8-400B-9F04-48FB487872E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A3DF6B1-D887-4235-B9D2-2014084A6D48}" type="pres">
      <dgm:prSet presAssocID="{1339C946-8D3D-438F-A8BD-BF3AE1352497}" presName="spacer" presStyleCnt="0"/>
      <dgm:spPr/>
    </dgm:pt>
    <dgm:pt modelId="{AAA814D8-244B-45AF-BCC5-7C69D077653F}" type="pres">
      <dgm:prSet presAssocID="{E29F002C-686D-46FB-AB91-AB3353C6E5C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36C0FEE-C431-4298-8E73-37A14D48DA71}" type="pres">
      <dgm:prSet presAssocID="{E29F002C-686D-46FB-AB91-AB3353C6E5C1}" presName="childText" presStyleLbl="revTx" presStyleIdx="0" presStyleCnt="2">
        <dgm:presLayoutVars>
          <dgm:bulletEnabled val="1"/>
        </dgm:presLayoutVars>
      </dgm:prSet>
      <dgm:spPr/>
    </dgm:pt>
    <dgm:pt modelId="{5E637D64-E506-42C4-AC3E-A22A3987A1ED}" type="pres">
      <dgm:prSet presAssocID="{2710F0D1-C082-4584-9C2A-2BF527A34BA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795C5FE-649C-4BC1-AE22-6A497460EB8E}" type="pres">
      <dgm:prSet presAssocID="{2710F0D1-C082-4584-9C2A-2BF527A34BA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22FFD22-3594-45E2-B4ED-EE8EF8CF27F3}" type="presOf" srcId="{5D11E973-3CCC-4CE1-A1F0-447BD4415D1C}" destId="{6795C5FE-649C-4BC1-AE22-6A497460EB8E}" srcOrd="0" destOrd="2" presId="urn:microsoft.com/office/officeart/2005/8/layout/vList2"/>
    <dgm:cxn modelId="{71476228-F473-4E1E-A692-CED45AF1F579}" type="presOf" srcId="{7FF86B9C-8B29-4A25-A438-41E930F41971}" destId="{D36C0FEE-C431-4298-8E73-37A14D48DA71}" srcOrd="0" destOrd="0" presId="urn:microsoft.com/office/officeart/2005/8/layout/vList2"/>
    <dgm:cxn modelId="{DE7D6F2B-F7C5-4EB5-B0FB-630E7E5896E7}" type="presOf" srcId="{6E874391-4E54-4CB3-B794-D37CA7C9A330}" destId="{8932530E-C19E-4113-8598-3E6CAD8CC8D1}" srcOrd="0" destOrd="0" presId="urn:microsoft.com/office/officeart/2005/8/layout/vList2"/>
    <dgm:cxn modelId="{22D48930-538A-4950-8873-B541A3A17350}" srcId="{E29F002C-686D-46FB-AB91-AB3353C6E5C1}" destId="{7FF86B9C-8B29-4A25-A438-41E930F41971}" srcOrd="0" destOrd="0" parTransId="{3F346FBF-F109-4182-A65C-7461F849255D}" sibTransId="{E2A7A577-8BFC-41D1-8AFE-A95ACCEB7AD4}"/>
    <dgm:cxn modelId="{3FEFCC32-7480-4383-A453-68AC167BA216}" srcId="{DE26D962-A7FC-4C0B-8E10-B2A42574971C}" destId="{2710F0D1-C082-4584-9C2A-2BF527A34BA3}" srcOrd="3" destOrd="0" parTransId="{B1D7A772-372F-4330-9D47-4B82C626A624}" sibTransId="{1ACF5C02-A152-4399-99D2-F0346FF014D6}"/>
    <dgm:cxn modelId="{8817D63D-34DC-4E15-B19C-83AB4F0F21EF}" srcId="{E29F002C-686D-46FB-AB91-AB3353C6E5C1}" destId="{FD8D09E8-59E8-4E2C-A999-9A91C3325B8E}" srcOrd="1" destOrd="0" parTransId="{EE7B0102-0815-4E03-AF62-6F940848157F}" sibTransId="{0EB2BB3F-BE58-479E-B9BD-FF41B18BA68A}"/>
    <dgm:cxn modelId="{A518BD5F-F00D-4A75-8DC5-E81B89908281}" type="presOf" srcId="{3BC6327E-3E8B-4683-AED8-98031B52632D}" destId="{6795C5FE-649C-4BC1-AE22-6A497460EB8E}" srcOrd="0" destOrd="0" presId="urn:microsoft.com/office/officeart/2005/8/layout/vList2"/>
    <dgm:cxn modelId="{76E92B7D-1C62-4881-AD01-E3920E8C8561}" srcId="{DE26D962-A7FC-4C0B-8E10-B2A42574971C}" destId="{E29F002C-686D-46FB-AB91-AB3353C6E5C1}" srcOrd="2" destOrd="0" parTransId="{7E433F06-41C4-4BD6-9488-9CD1F9D10AF6}" sibTransId="{7E734092-1A83-4078-A0D9-DB9E4BFDFA50}"/>
    <dgm:cxn modelId="{AAF1007E-CCBC-4663-8F58-01C838F9F377}" type="presOf" srcId="{E29F002C-686D-46FB-AB91-AB3353C6E5C1}" destId="{AAA814D8-244B-45AF-BCC5-7C69D077653F}" srcOrd="0" destOrd="0" presId="urn:microsoft.com/office/officeart/2005/8/layout/vList2"/>
    <dgm:cxn modelId="{6319D088-3572-4CE7-A4D9-DA1B5C698A82}" type="presOf" srcId="{0CD73721-DA9F-49B8-9D70-EF8D4178CAA3}" destId="{6795C5FE-649C-4BC1-AE22-6A497460EB8E}" srcOrd="0" destOrd="1" presId="urn:microsoft.com/office/officeart/2005/8/layout/vList2"/>
    <dgm:cxn modelId="{6470A09A-958C-4B21-B35D-1EB6AA37D2FC}" type="presOf" srcId="{FD8D09E8-59E8-4E2C-A999-9A91C3325B8E}" destId="{D36C0FEE-C431-4298-8E73-37A14D48DA71}" srcOrd="0" destOrd="1" presId="urn:microsoft.com/office/officeart/2005/8/layout/vList2"/>
    <dgm:cxn modelId="{8E79CAAF-DB5E-4D22-AC97-8031A9A09FDC}" srcId="{2710F0D1-C082-4584-9C2A-2BF527A34BA3}" destId="{5D11E973-3CCC-4CE1-A1F0-447BD4415D1C}" srcOrd="2" destOrd="0" parTransId="{9289F851-9948-4BC7-A7F7-F7226652F76E}" sibTransId="{0B357080-AF99-4DF9-BFA0-31C3EE7525ED}"/>
    <dgm:cxn modelId="{0FF694B6-3FDD-4D90-B062-C751C0ED3268}" type="presOf" srcId="{DE26D962-A7FC-4C0B-8E10-B2A42574971C}" destId="{6DF0A498-8DAC-43B2-A410-5C3F649AACFF}" srcOrd="0" destOrd="0" presId="urn:microsoft.com/office/officeart/2005/8/layout/vList2"/>
    <dgm:cxn modelId="{161E0FBE-725B-4268-A934-E215C17687B6}" srcId="{2710F0D1-C082-4584-9C2A-2BF527A34BA3}" destId="{3BC6327E-3E8B-4683-AED8-98031B52632D}" srcOrd="0" destOrd="0" parTransId="{FD494647-DBD8-4AF1-94FA-D6E1B973C61E}" sibTransId="{9496C2C9-1BD1-4C03-A53E-D8E751BC1CA8}"/>
    <dgm:cxn modelId="{548311C4-E16E-44C9-A4AA-8E5DD9AFC421}" type="presOf" srcId="{2710F0D1-C082-4584-9C2A-2BF527A34BA3}" destId="{5E637D64-E506-42C4-AC3E-A22A3987A1ED}" srcOrd="0" destOrd="0" presId="urn:microsoft.com/office/officeart/2005/8/layout/vList2"/>
    <dgm:cxn modelId="{125CFBC7-512B-4E37-B8AC-A8BBFEDAC7E1}" srcId="{2710F0D1-C082-4584-9C2A-2BF527A34BA3}" destId="{0CD73721-DA9F-49B8-9D70-EF8D4178CAA3}" srcOrd="1" destOrd="0" parTransId="{13E9E62E-51D4-4F5F-B7E2-3C8FB17D58AA}" sibTransId="{F1EECDE9-410D-4316-8FA3-DA493FDD4AD3}"/>
    <dgm:cxn modelId="{A68194C9-897C-4DA8-93B4-4BE43DB31E82}" srcId="{DE26D962-A7FC-4C0B-8E10-B2A42574971C}" destId="{988D3787-42A8-400B-9F04-48FB487872E1}" srcOrd="1" destOrd="0" parTransId="{37510D9C-6477-496A-9D1D-176FCB7A3E61}" sibTransId="{1339C946-8D3D-438F-A8BD-BF3AE1352497}"/>
    <dgm:cxn modelId="{ADE27FCE-0AC6-431A-9BD6-89060B1B7F8D}" srcId="{DE26D962-A7FC-4C0B-8E10-B2A42574971C}" destId="{6E874391-4E54-4CB3-B794-D37CA7C9A330}" srcOrd="0" destOrd="0" parTransId="{E32AF7E1-6448-4E78-92F4-F1F129FE5209}" sibTransId="{57ACE321-18EE-46B0-B09B-B3C51EAEC1CC}"/>
    <dgm:cxn modelId="{33B8C2FC-166D-4BF4-A11A-6E458F70A3B2}" type="presOf" srcId="{988D3787-42A8-400B-9F04-48FB487872E1}" destId="{86BD9A5E-34C5-46FA-8CB5-9502570837D7}" srcOrd="0" destOrd="0" presId="urn:microsoft.com/office/officeart/2005/8/layout/vList2"/>
    <dgm:cxn modelId="{F55C890F-680E-4D5D-8E55-A64FFCCA3CD5}" type="presParOf" srcId="{6DF0A498-8DAC-43B2-A410-5C3F649AACFF}" destId="{8932530E-C19E-4113-8598-3E6CAD8CC8D1}" srcOrd="0" destOrd="0" presId="urn:microsoft.com/office/officeart/2005/8/layout/vList2"/>
    <dgm:cxn modelId="{ABBC104A-2B3D-4070-8457-C0ACDC0B2EDE}" type="presParOf" srcId="{6DF0A498-8DAC-43B2-A410-5C3F649AACFF}" destId="{64573AA2-E5E7-441B-A7A1-5791D626E9D2}" srcOrd="1" destOrd="0" presId="urn:microsoft.com/office/officeart/2005/8/layout/vList2"/>
    <dgm:cxn modelId="{45467409-45EE-4404-AFBF-E42DB579E51F}" type="presParOf" srcId="{6DF0A498-8DAC-43B2-A410-5C3F649AACFF}" destId="{86BD9A5E-34C5-46FA-8CB5-9502570837D7}" srcOrd="2" destOrd="0" presId="urn:microsoft.com/office/officeart/2005/8/layout/vList2"/>
    <dgm:cxn modelId="{80506C65-820E-4922-BDD8-C0BB59C03F00}" type="presParOf" srcId="{6DF0A498-8DAC-43B2-A410-5C3F649AACFF}" destId="{3A3DF6B1-D887-4235-B9D2-2014084A6D48}" srcOrd="3" destOrd="0" presId="urn:microsoft.com/office/officeart/2005/8/layout/vList2"/>
    <dgm:cxn modelId="{69A455A2-343A-40F8-A094-6E029B542EF1}" type="presParOf" srcId="{6DF0A498-8DAC-43B2-A410-5C3F649AACFF}" destId="{AAA814D8-244B-45AF-BCC5-7C69D077653F}" srcOrd="4" destOrd="0" presId="urn:microsoft.com/office/officeart/2005/8/layout/vList2"/>
    <dgm:cxn modelId="{DAE3C4ED-193D-4FDC-B4D2-8B2F68AFC1C0}" type="presParOf" srcId="{6DF0A498-8DAC-43B2-A410-5C3F649AACFF}" destId="{D36C0FEE-C431-4298-8E73-37A14D48DA71}" srcOrd="5" destOrd="0" presId="urn:microsoft.com/office/officeart/2005/8/layout/vList2"/>
    <dgm:cxn modelId="{E7AB7135-9A7F-4595-96E3-C7A524DFBDA4}" type="presParOf" srcId="{6DF0A498-8DAC-43B2-A410-5C3F649AACFF}" destId="{5E637D64-E506-42C4-AC3E-A22A3987A1ED}" srcOrd="6" destOrd="0" presId="urn:microsoft.com/office/officeart/2005/8/layout/vList2"/>
    <dgm:cxn modelId="{FB011CBE-74CD-4B2A-899A-0844FC21DC7E}" type="presParOf" srcId="{6DF0A498-8DAC-43B2-A410-5C3F649AACFF}" destId="{6795C5FE-649C-4BC1-AE22-6A497460EB8E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730E390-B8F6-4B07-8A39-F53FCC0A673A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EBE977B-D577-4A23-87E0-C3DF2548FD21}">
      <dgm:prSet/>
      <dgm:spPr/>
      <dgm:t>
        <a:bodyPr/>
        <a:lstStyle/>
        <a:p>
          <a:r>
            <a:rPr lang="en-US" b="1"/>
            <a:t>1981</a:t>
          </a:r>
          <a:r>
            <a:rPr lang="en-US"/>
            <a:t>: WHO launched a </a:t>
          </a:r>
          <a:r>
            <a:rPr lang="en-US" b="1"/>
            <a:t>Global Strategy for Health for All</a:t>
          </a:r>
          <a:endParaRPr lang="en-US"/>
        </a:p>
      </dgm:t>
    </dgm:pt>
    <dgm:pt modelId="{D2BCCF6B-96DD-45E5-8E87-2B92A91CB7EC}" type="parTrans" cxnId="{9B236E1C-1D03-4ED7-A827-2378FCBB1421}">
      <dgm:prSet/>
      <dgm:spPr/>
      <dgm:t>
        <a:bodyPr/>
        <a:lstStyle/>
        <a:p>
          <a:endParaRPr lang="en-US"/>
        </a:p>
      </dgm:t>
    </dgm:pt>
    <dgm:pt modelId="{19299719-52DE-4746-BB0A-0A3C2230192B}" type="sibTrans" cxnId="{9B236E1C-1D03-4ED7-A827-2378FCBB1421}">
      <dgm:prSet/>
      <dgm:spPr/>
      <dgm:t>
        <a:bodyPr/>
        <a:lstStyle/>
        <a:p>
          <a:endParaRPr lang="en-US"/>
        </a:p>
      </dgm:t>
    </dgm:pt>
    <dgm:pt modelId="{B6C20EFF-BA4D-436F-AC8E-5416281BC901}">
      <dgm:prSet/>
      <dgm:spPr/>
      <dgm:t>
        <a:bodyPr/>
        <a:lstStyle/>
        <a:p>
          <a:r>
            <a:rPr lang="en-US" b="1"/>
            <a:t>Broad yet flexible framework</a:t>
          </a:r>
          <a:r>
            <a:rPr lang="en-US"/>
            <a:t> adaptable by member states</a:t>
          </a:r>
        </a:p>
      </dgm:t>
    </dgm:pt>
    <dgm:pt modelId="{383DBCD0-0EB1-4156-B9BD-03C7D48813E3}" type="parTrans" cxnId="{90386AC8-C515-495A-9E41-7F7642B62B5B}">
      <dgm:prSet/>
      <dgm:spPr/>
      <dgm:t>
        <a:bodyPr/>
        <a:lstStyle/>
        <a:p>
          <a:endParaRPr lang="en-US"/>
        </a:p>
      </dgm:t>
    </dgm:pt>
    <dgm:pt modelId="{5DA27F64-A4A9-4157-9831-45D99895C7B3}" type="sibTrans" cxnId="{90386AC8-C515-495A-9E41-7F7642B62B5B}">
      <dgm:prSet/>
      <dgm:spPr/>
      <dgm:t>
        <a:bodyPr/>
        <a:lstStyle/>
        <a:p>
          <a:endParaRPr lang="en-US"/>
        </a:p>
      </dgm:t>
    </dgm:pt>
    <dgm:pt modelId="{22F2EE40-B613-4A08-A517-7643F220BC53}">
      <dgm:prSet/>
      <dgm:spPr/>
      <dgm:t>
        <a:bodyPr/>
        <a:lstStyle/>
        <a:p>
          <a:r>
            <a:rPr lang="en-US"/>
            <a:t>Led to development of </a:t>
          </a:r>
          <a:r>
            <a:rPr lang="en-US" b="1"/>
            <a:t>national and regional strategies</a:t>
          </a:r>
          <a:endParaRPr lang="en-US"/>
        </a:p>
      </dgm:t>
    </dgm:pt>
    <dgm:pt modelId="{7C7DE8BC-6B39-4106-A42D-9D16AD79C336}" type="parTrans" cxnId="{88F28641-1672-49C6-BB2F-5C5DC31A735A}">
      <dgm:prSet/>
      <dgm:spPr/>
      <dgm:t>
        <a:bodyPr/>
        <a:lstStyle/>
        <a:p>
          <a:endParaRPr lang="en-US"/>
        </a:p>
      </dgm:t>
    </dgm:pt>
    <dgm:pt modelId="{F839865A-B9C9-4C91-8ADC-8B4C12EBAE7F}" type="sibTrans" cxnId="{88F28641-1672-49C6-BB2F-5C5DC31A735A}">
      <dgm:prSet/>
      <dgm:spPr/>
      <dgm:t>
        <a:bodyPr/>
        <a:lstStyle/>
        <a:p>
          <a:endParaRPr lang="en-US"/>
        </a:p>
      </dgm:t>
    </dgm:pt>
    <dgm:pt modelId="{ACFEE5A4-6A48-4C82-A53A-E70D957BE2E8}">
      <dgm:prSet/>
      <dgm:spPr/>
      <dgm:t>
        <a:bodyPr/>
        <a:lstStyle/>
        <a:p>
          <a:r>
            <a:rPr lang="en-US" b="1"/>
            <a:t>12 Global Indicators</a:t>
          </a:r>
          <a:r>
            <a:rPr lang="en-US"/>
            <a:t> introduced by WHO to assess progress</a:t>
          </a:r>
        </a:p>
      </dgm:t>
    </dgm:pt>
    <dgm:pt modelId="{AF699DFE-05A9-410B-8547-F1E7A366357F}" type="parTrans" cxnId="{4E192E3F-15B5-4442-8A13-581F21A6083C}">
      <dgm:prSet/>
      <dgm:spPr/>
      <dgm:t>
        <a:bodyPr/>
        <a:lstStyle/>
        <a:p>
          <a:endParaRPr lang="en-US"/>
        </a:p>
      </dgm:t>
    </dgm:pt>
    <dgm:pt modelId="{0B271F28-D70F-4D36-A061-3C09D97A0515}" type="sibTrans" cxnId="{4E192E3F-15B5-4442-8A13-581F21A6083C}">
      <dgm:prSet/>
      <dgm:spPr/>
      <dgm:t>
        <a:bodyPr/>
        <a:lstStyle/>
        <a:p>
          <a:endParaRPr lang="en-US"/>
        </a:p>
      </dgm:t>
    </dgm:pt>
    <dgm:pt modelId="{15710AB3-DC64-4189-9E20-4BB1EEECF6CE}">
      <dgm:prSet/>
      <dgm:spPr/>
      <dgm:t>
        <a:bodyPr/>
        <a:lstStyle/>
        <a:p>
          <a:r>
            <a:rPr lang="en-US"/>
            <a:t>Examples:</a:t>
          </a:r>
        </a:p>
      </dgm:t>
    </dgm:pt>
    <dgm:pt modelId="{F3317CF7-A636-436C-BEB6-625E637E6A9A}" type="parTrans" cxnId="{FBF99FD3-1AAB-44CB-BEFC-25F9ADB39F1B}">
      <dgm:prSet/>
      <dgm:spPr/>
      <dgm:t>
        <a:bodyPr/>
        <a:lstStyle/>
        <a:p>
          <a:endParaRPr lang="en-US"/>
        </a:p>
      </dgm:t>
    </dgm:pt>
    <dgm:pt modelId="{D5E8D93C-DA69-4E86-BBA9-28CFDD5FC929}" type="sibTrans" cxnId="{FBF99FD3-1AAB-44CB-BEFC-25F9ADB39F1B}">
      <dgm:prSet/>
      <dgm:spPr/>
      <dgm:t>
        <a:bodyPr/>
        <a:lstStyle/>
        <a:p>
          <a:endParaRPr lang="en-US"/>
        </a:p>
      </dgm:t>
    </dgm:pt>
    <dgm:pt modelId="{F71755BE-E60B-45EC-A212-0970C2EFCF1D}">
      <dgm:prSet/>
      <dgm:spPr/>
      <dgm:t>
        <a:bodyPr/>
        <a:lstStyle/>
        <a:p>
          <a:r>
            <a:rPr lang="en-US" b="1"/>
            <a:t>Minimum life expectancy</a:t>
          </a:r>
          <a:r>
            <a:rPr lang="en-US"/>
            <a:t>: 60 years</a:t>
          </a:r>
        </a:p>
      </dgm:t>
    </dgm:pt>
    <dgm:pt modelId="{A9F2DE4C-E903-43F0-BC52-47621D663D23}" type="parTrans" cxnId="{F45A9E8E-1B34-4368-BF47-C82BB1C29F10}">
      <dgm:prSet/>
      <dgm:spPr/>
      <dgm:t>
        <a:bodyPr/>
        <a:lstStyle/>
        <a:p>
          <a:endParaRPr lang="en-US"/>
        </a:p>
      </dgm:t>
    </dgm:pt>
    <dgm:pt modelId="{F4F8F835-D9A4-403B-AB64-49A9B17389B8}" type="sibTrans" cxnId="{F45A9E8E-1B34-4368-BF47-C82BB1C29F10}">
      <dgm:prSet/>
      <dgm:spPr/>
      <dgm:t>
        <a:bodyPr/>
        <a:lstStyle/>
        <a:p>
          <a:endParaRPr lang="en-US"/>
        </a:p>
      </dgm:t>
    </dgm:pt>
    <dgm:pt modelId="{18A427EA-8FC7-415D-BC69-CD778833FAC5}">
      <dgm:prSet/>
      <dgm:spPr/>
      <dgm:t>
        <a:bodyPr/>
        <a:lstStyle/>
        <a:p>
          <a:r>
            <a:rPr lang="en-US" b="1"/>
            <a:t>Maximum infant mortality rate (IMR)</a:t>
          </a:r>
          <a:r>
            <a:rPr lang="en-US"/>
            <a:t>: 50 per 1000 live births</a:t>
          </a:r>
        </a:p>
      </dgm:t>
    </dgm:pt>
    <dgm:pt modelId="{E170ACAD-89BB-4CC7-915A-71862E90FB0A}" type="parTrans" cxnId="{CA92206C-4226-4457-AE72-352046DDF74A}">
      <dgm:prSet/>
      <dgm:spPr/>
      <dgm:t>
        <a:bodyPr/>
        <a:lstStyle/>
        <a:p>
          <a:endParaRPr lang="en-US"/>
        </a:p>
      </dgm:t>
    </dgm:pt>
    <dgm:pt modelId="{EEE85D29-EC9F-49E0-A0A3-95B3F105C2B0}" type="sibTrans" cxnId="{CA92206C-4226-4457-AE72-352046DDF74A}">
      <dgm:prSet/>
      <dgm:spPr/>
      <dgm:t>
        <a:bodyPr/>
        <a:lstStyle/>
        <a:p>
          <a:endParaRPr lang="en-US"/>
        </a:p>
      </dgm:t>
    </dgm:pt>
    <dgm:pt modelId="{0B230727-0941-459C-BC22-665DFAB1185E}">
      <dgm:prSet/>
      <dgm:spPr/>
      <dgm:t>
        <a:bodyPr/>
        <a:lstStyle/>
        <a:p>
          <a:r>
            <a:rPr lang="en-US"/>
            <a:t>These indicators serve as </a:t>
          </a:r>
          <a:r>
            <a:rPr lang="en-US" b="1"/>
            <a:t>benchmarks</a:t>
          </a:r>
          <a:r>
            <a:rPr lang="en-US"/>
            <a:t> to measure national efforts toward achieving HFA by 2000</a:t>
          </a:r>
        </a:p>
      </dgm:t>
    </dgm:pt>
    <dgm:pt modelId="{FE92F62F-7CC8-4CF0-AF82-1C08A72E019F}" type="parTrans" cxnId="{4A9F3F5A-136A-4323-8808-D41D063C976E}">
      <dgm:prSet/>
      <dgm:spPr/>
      <dgm:t>
        <a:bodyPr/>
        <a:lstStyle/>
        <a:p>
          <a:endParaRPr lang="en-US"/>
        </a:p>
      </dgm:t>
    </dgm:pt>
    <dgm:pt modelId="{475EE790-5C05-49D2-9749-46643E777DF7}" type="sibTrans" cxnId="{4A9F3F5A-136A-4323-8808-D41D063C976E}">
      <dgm:prSet/>
      <dgm:spPr/>
      <dgm:t>
        <a:bodyPr/>
        <a:lstStyle/>
        <a:p>
          <a:endParaRPr lang="en-US"/>
        </a:p>
      </dgm:t>
    </dgm:pt>
    <dgm:pt modelId="{DC5481D7-5330-4F23-A2B8-901A503E8844}" type="pres">
      <dgm:prSet presAssocID="{C730E390-B8F6-4B07-8A39-F53FCC0A673A}" presName="linear" presStyleCnt="0">
        <dgm:presLayoutVars>
          <dgm:animLvl val="lvl"/>
          <dgm:resizeHandles val="exact"/>
        </dgm:presLayoutVars>
      </dgm:prSet>
      <dgm:spPr/>
    </dgm:pt>
    <dgm:pt modelId="{5E8634A1-BAAC-4012-843F-9421CEEA69A6}" type="pres">
      <dgm:prSet presAssocID="{DEBE977B-D577-4A23-87E0-C3DF2548FD2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0AB8F68-A213-4019-9FE9-9CC1A545C490}" type="pres">
      <dgm:prSet presAssocID="{DEBE977B-D577-4A23-87E0-C3DF2548FD21}" presName="childText" presStyleLbl="revTx" presStyleIdx="0" presStyleCnt="2">
        <dgm:presLayoutVars>
          <dgm:bulletEnabled val="1"/>
        </dgm:presLayoutVars>
      </dgm:prSet>
      <dgm:spPr/>
    </dgm:pt>
    <dgm:pt modelId="{B50417B1-74BA-48C6-B525-E59D16BB7C2A}" type="pres">
      <dgm:prSet presAssocID="{ACFEE5A4-6A48-4C82-A53A-E70D957BE2E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0CB1726-F10D-47E6-B027-26E38C7D7268}" type="pres">
      <dgm:prSet presAssocID="{ACFEE5A4-6A48-4C82-A53A-E70D957BE2E8}" presName="childText" presStyleLbl="revTx" presStyleIdx="1" presStyleCnt="2">
        <dgm:presLayoutVars>
          <dgm:bulletEnabled val="1"/>
        </dgm:presLayoutVars>
      </dgm:prSet>
      <dgm:spPr/>
    </dgm:pt>
    <dgm:pt modelId="{582A02CD-0AE5-4EEC-B123-08A8289D1A85}" type="pres">
      <dgm:prSet presAssocID="{0B230727-0941-459C-BC22-665DFAB1185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A0BA509-BD9E-4478-AD29-62988DD3F30A}" type="presOf" srcId="{18A427EA-8FC7-415D-BC69-CD778833FAC5}" destId="{30CB1726-F10D-47E6-B027-26E38C7D7268}" srcOrd="0" destOrd="2" presId="urn:microsoft.com/office/officeart/2005/8/layout/vList2"/>
    <dgm:cxn modelId="{05951810-F6DD-49F9-96A7-9FB21B36938D}" type="presOf" srcId="{B6C20EFF-BA4D-436F-AC8E-5416281BC901}" destId="{90AB8F68-A213-4019-9FE9-9CC1A545C490}" srcOrd="0" destOrd="0" presId="urn:microsoft.com/office/officeart/2005/8/layout/vList2"/>
    <dgm:cxn modelId="{9B236E1C-1D03-4ED7-A827-2378FCBB1421}" srcId="{C730E390-B8F6-4B07-8A39-F53FCC0A673A}" destId="{DEBE977B-D577-4A23-87E0-C3DF2548FD21}" srcOrd="0" destOrd="0" parTransId="{D2BCCF6B-96DD-45E5-8E87-2B92A91CB7EC}" sibTransId="{19299719-52DE-4746-BB0A-0A3C2230192B}"/>
    <dgm:cxn modelId="{0EB2BF1D-0B32-401A-B614-46D28901CA4B}" type="presOf" srcId="{0B230727-0941-459C-BC22-665DFAB1185E}" destId="{582A02CD-0AE5-4EEC-B123-08A8289D1A85}" srcOrd="0" destOrd="0" presId="urn:microsoft.com/office/officeart/2005/8/layout/vList2"/>
    <dgm:cxn modelId="{76E38F36-B148-4783-A668-8B0737FD0A3C}" type="presOf" srcId="{F71755BE-E60B-45EC-A212-0970C2EFCF1D}" destId="{30CB1726-F10D-47E6-B027-26E38C7D7268}" srcOrd="0" destOrd="1" presId="urn:microsoft.com/office/officeart/2005/8/layout/vList2"/>
    <dgm:cxn modelId="{96C24738-171D-40F1-87E9-B2166191570D}" type="presOf" srcId="{15710AB3-DC64-4189-9E20-4BB1EEECF6CE}" destId="{30CB1726-F10D-47E6-B027-26E38C7D7268}" srcOrd="0" destOrd="0" presId="urn:microsoft.com/office/officeart/2005/8/layout/vList2"/>
    <dgm:cxn modelId="{42EB813E-1208-4FA0-98AF-5791BB4C4505}" type="presOf" srcId="{ACFEE5A4-6A48-4C82-A53A-E70D957BE2E8}" destId="{B50417B1-74BA-48C6-B525-E59D16BB7C2A}" srcOrd="0" destOrd="0" presId="urn:microsoft.com/office/officeart/2005/8/layout/vList2"/>
    <dgm:cxn modelId="{4E192E3F-15B5-4442-8A13-581F21A6083C}" srcId="{C730E390-B8F6-4B07-8A39-F53FCC0A673A}" destId="{ACFEE5A4-6A48-4C82-A53A-E70D957BE2E8}" srcOrd="1" destOrd="0" parTransId="{AF699DFE-05A9-410B-8547-F1E7A366357F}" sibTransId="{0B271F28-D70F-4D36-A061-3C09D97A0515}"/>
    <dgm:cxn modelId="{88F28641-1672-49C6-BB2F-5C5DC31A735A}" srcId="{DEBE977B-D577-4A23-87E0-C3DF2548FD21}" destId="{22F2EE40-B613-4A08-A517-7643F220BC53}" srcOrd="1" destOrd="0" parTransId="{7C7DE8BC-6B39-4106-A42D-9D16AD79C336}" sibTransId="{F839865A-B9C9-4C91-8ADC-8B4C12EBAE7F}"/>
    <dgm:cxn modelId="{CA92206C-4226-4457-AE72-352046DDF74A}" srcId="{15710AB3-DC64-4189-9E20-4BB1EEECF6CE}" destId="{18A427EA-8FC7-415D-BC69-CD778833FAC5}" srcOrd="1" destOrd="0" parTransId="{E170ACAD-89BB-4CC7-915A-71862E90FB0A}" sibTransId="{EEE85D29-EC9F-49E0-A0A3-95B3F105C2B0}"/>
    <dgm:cxn modelId="{4A9F3F5A-136A-4323-8808-D41D063C976E}" srcId="{C730E390-B8F6-4B07-8A39-F53FCC0A673A}" destId="{0B230727-0941-459C-BC22-665DFAB1185E}" srcOrd="2" destOrd="0" parTransId="{FE92F62F-7CC8-4CF0-AF82-1C08A72E019F}" sibTransId="{475EE790-5C05-49D2-9749-46643E777DF7}"/>
    <dgm:cxn modelId="{F45A9E8E-1B34-4368-BF47-C82BB1C29F10}" srcId="{15710AB3-DC64-4189-9E20-4BB1EEECF6CE}" destId="{F71755BE-E60B-45EC-A212-0970C2EFCF1D}" srcOrd="0" destOrd="0" parTransId="{A9F2DE4C-E903-43F0-BC52-47621D663D23}" sibTransId="{F4F8F835-D9A4-403B-AB64-49A9B17389B8}"/>
    <dgm:cxn modelId="{90386AC8-C515-495A-9E41-7F7642B62B5B}" srcId="{DEBE977B-D577-4A23-87E0-C3DF2548FD21}" destId="{B6C20EFF-BA4D-436F-AC8E-5416281BC901}" srcOrd="0" destOrd="0" parTransId="{383DBCD0-0EB1-4156-B9BD-03C7D48813E3}" sibTransId="{5DA27F64-A4A9-4157-9831-45D99895C7B3}"/>
    <dgm:cxn modelId="{C6A0BCCF-B992-4256-8D5C-FDBA22780163}" type="presOf" srcId="{DEBE977B-D577-4A23-87E0-C3DF2548FD21}" destId="{5E8634A1-BAAC-4012-843F-9421CEEA69A6}" srcOrd="0" destOrd="0" presId="urn:microsoft.com/office/officeart/2005/8/layout/vList2"/>
    <dgm:cxn modelId="{D30B9AD0-0699-42EC-A6A7-FC70822D4BA8}" type="presOf" srcId="{22F2EE40-B613-4A08-A517-7643F220BC53}" destId="{90AB8F68-A213-4019-9FE9-9CC1A545C490}" srcOrd="0" destOrd="1" presId="urn:microsoft.com/office/officeart/2005/8/layout/vList2"/>
    <dgm:cxn modelId="{699169D3-76BD-4324-A9B4-B01DDB457378}" type="presOf" srcId="{C730E390-B8F6-4B07-8A39-F53FCC0A673A}" destId="{DC5481D7-5330-4F23-A2B8-901A503E8844}" srcOrd="0" destOrd="0" presId="urn:microsoft.com/office/officeart/2005/8/layout/vList2"/>
    <dgm:cxn modelId="{FBF99FD3-1AAB-44CB-BEFC-25F9ADB39F1B}" srcId="{ACFEE5A4-6A48-4C82-A53A-E70D957BE2E8}" destId="{15710AB3-DC64-4189-9E20-4BB1EEECF6CE}" srcOrd="0" destOrd="0" parTransId="{F3317CF7-A636-436C-BEB6-625E637E6A9A}" sibTransId="{D5E8D93C-DA69-4E86-BBA9-28CFDD5FC929}"/>
    <dgm:cxn modelId="{1D6BD99F-3274-4DDC-88E0-2C75D99211CC}" type="presParOf" srcId="{DC5481D7-5330-4F23-A2B8-901A503E8844}" destId="{5E8634A1-BAAC-4012-843F-9421CEEA69A6}" srcOrd="0" destOrd="0" presId="urn:microsoft.com/office/officeart/2005/8/layout/vList2"/>
    <dgm:cxn modelId="{30753A2E-1D96-40A0-8AFE-2DC45A8CC0E2}" type="presParOf" srcId="{DC5481D7-5330-4F23-A2B8-901A503E8844}" destId="{90AB8F68-A213-4019-9FE9-9CC1A545C490}" srcOrd="1" destOrd="0" presId="urn:microsoft.com/office/officeart/2005/8/layout/vList2"/>
    <dgm:cxn modelId="{C0EA5647-C9CA-4E65-91B6-9DF3F30B60ED}" type="presParOf" srcId="{DC5481D7-5330-4F23-A2B8-901A503E8844}" destId="{B50417B1-74BA-48C6-B525-E59D16BB7C2A}" srcOrd="2" destOrd="0" presId="urn:microsoft.com/office/officeart/2005/8/layout/vList2"/>
    <dgm:cxn modelId="{BBA76E64-27FE-45A9-8FEC-1C27B3DE1171}" type="presParOf" srcId="{DC5481D7-5330-4F23-A2B8-901A503E8844}" destId="{30CB1726-F10D-47E6-B027-26E38C7D7268}" srcOrd="3" destOrd="0" presId="urn:microsoft.com/office/officeart/2005/8/layout/vList2"/>
    <dgm:cxn modelId="{C0B82C11-77AA-477C-A218-5DBF95B290D1}" type="presParOf" srcId="{DC5481D7-5330-4F23-A2B8-901A503E8844}" destId="{582A02CD-0AE5-4EEC-B123-08A8289D1A8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47E9E7D-D5A7-4DB0-BE40-092F8752CD27}" type="doc">
      <dgm:prSet loTypeId="urn:microsoft.com/office/officeart/2005/8/layout/process4" loCatId="process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5582F8BF-D2B3-4048-8170-04E448C17ED0}">
      <dgm:prSet custT="1"/>
      <dgm:spPr/>
      <dgm:t>
        <a:bodyPr/>
        <a:lstStyle/>
        <a:p>
          <a:r>
            <a:rPr lang="en-US" sz="2000"/>
            <a:t>India signed the Alma-Ata Declaration (1978), committing to achieve HFA by 2000 AD</a:t>
          </a:r>
        </a:p>
      </dgm:t>
    </dgm:pt>
    <dgm:pt modelId="{EC046E7A-D607-4ED6-8FFD-816645EA290B}" type="parTrans" cxnId="{26E17DE6-84E5-4E21-BA0F-20335F504EF3}">
      <dgm:prSet/>
      <dgm:spPr/>
      <dgm:t>
        <a:bodyPr/>
        <a:lstStyle/>
        <a:p>
          <a:endParaRPr lang="en-US" sz="2400"/>
        </a:p>
      </dgm:t>
    </dgm:pt>
    <dgm:pt modelId="{00285474-2BAB-456D-8FD2-DA77F35B2A2D}" type="sibTrans" cxnId="{26E17DE6-84E5-4E21-BA0F-20335F504EF3}">
      <dgm:prSet/>
      <dgm:spPr/>
      <dgm:t>
        <a:bodyPr/>
        <a:lstStyle/>
        <a:p>
          <a:endParaRPr lang="en-US" sz="2400"/>
        </a:p>
      </dgm:t>
    </dgm:pt>
    <dgm:pt modelId="{29145D4C-D47F-48D7-9473-76F0C28C1F5D}">
      <dgm:prSet custT="1"/>
      <dgm:spPr/>
      <dgm:t>
        <a:bodyPr/>
        <a:lstStyle/>
        <a:p>
          <a:r>
            <a:rPr lang="en-US" sz="2000"/>
            <a:t>Two key reports shaped national strategy:</a:t>
          </a:r>
        </a:p>
      </dgm:t>
    </dgm:pt>
    <dgm:pt modelId="{0C9F6F4B-24D9-44C3-82F4-F1DD4650F32E}" type="parTrans" cxnId="{F67BF6A7-A076-425D-8D8D-18F0C9E873BC}">
      <dgm:prSet/>
      <dgm:spPr/>
      <dgm:t>
        <a:bodyPr/>
        <a:lstStyle/>
        <a:p>
          <a:endParaRPr lang="en-US" sz="2400"/>
        </a:p>
      </dgm:t>
    </dgm:pt>
    <dgm:pt modelId="{9A251786-6F1B-4624-BDC7-47440A738BA4}" type="sibTrans" cxnId="{F67BF6A7-A076-425D-8D8D-18F0C9E873BC}">
      <dgm:prSet/>
      <dgm:spPr/>
      <dgm:t>
        <a:bodyPr/>
        <a:lstStyle/>
        <a:p>
          <a:endParaRPr lang="en-US" sz="2400"/>
        </a:p>
      </dgm:t>
    </dgm:pt>
    <dgm:pt modelId="{68352AB4-E430-4F85-A1E0-824050482401}">
      <dgm:prSet custT="1"/>
      <dgm:spPr/>
      <dgm:t>
        <a:bodyPr/>
        <a:lstStyle/>
        <a:p>
          <a:r>
            <a:rPr lang="en-US" sz="1800" dirty="0"/>
            <a:t>ICSSR-ICMR Report – </a:t>
          </a:r>
          <a:r>
            <a:rPr lang="en-US" sz="1800" i="1" dirty="0"/>
            <a:t>“Health for All: An Alternative Strategy”</a:t>
          </a:r>
          <a:endParaRPr lang="en-US" sz="1800" dirty="0"/>
        </a:p>
      </dgm:t>
    </dgm:pt>
    <dgm:pt modelId="{08CC991E-7C04-4FDB-80CE-C4E1D30D741F}" type="parTrans" cxnId="{3EB299C6-84E4-4B0C-8DA5-D64D35B35F06}">
      <dgm:prSet/>
      <dgm:spPr/>
      <dgm:t>
        <a:bodyPr/>
        <a:lstStyle/>
        <a:p>
          <a:endParaRPr lang="en-US" sz="2400"/>
        </a:p>
      </dgm:t>
    </dgm:pt>
    <dgm:pt modelId="{C9165608-CDD1-4B35-A529-A0BA825F5435}" type="sibTrans" cxnId="{3EB299C6-84E4-4B0C-8DA5-D64D35B35F06}">
      <dgm:prSet/>
      <dgm:spPr/>
      <dgm:t>
        <a:bodyPr/>
        <a:lstStyle/>
        <a:p>
          <a:endParaRPr lang="en-US" sz="2400"/>
        </a:p>
      </dgm:t>
    </dgm:pt>
    <dgm:pt modelId="{0B5ABD09-6246-4171-8CD1-C4430FBEC4B2}">
      <dgm:prSet custT="1"/>
      <dgm:spPr/>
      <dgm:t>
        <a:bodyPr/>
        <a:lstStyle/>
        <a:p>
          <a:r>
            <a:rPr lang="en-US" sz="1800"/>
            <a:t>MOHFW Working Group Report – </a:t>
          </a:r>
          <a:r>
            <a:rPr lang="en-US" sz="1800" i="1"/>
            <a:t>“Health for All by 2000 AD”</a:t>
          </a:r>
          <a:endParaRPr lang="en-US" sz="1800"/>
        </a:p>
      </dgm:t>
    </dgm:pt>
    <dgm:pt modelId="{B31F0C01-4C3C-47FC-B4AB-416F12B8661F}" type="parTrans" cxnId="{FE4B6B33-C1A4-4220-B296-9E9A6CB23279}">
      <dgm:prSet/>
      <dgm:spPr/>
      <dgm:t>
        <a:bodyPr/>
        <a:lstStyle/>
        <a:p>
          <a:endParaRPr lang="en-US" sz="2400"/>
        </a:p>
      </dgm:t>
    </dgm:pt>
    <dgm:pt modelId="{DE6D8B78-EFD1-4971-8987-9B8C0E465AB2}" type="sibTrans" cxnId="{FE4B6B33-C1A4-4220-B296-9E9A6CB23279}">
      <dgm:prSet/>
      <dgm:spPr/>
      <dgm:t>
        <a:bodyPr/>
        <a:lstStyle/>
        <a:p>
          <a:endParaRPr lang="en-US" sz="2400"/>
        </a:p>
      </dgm:t>
    </dgm:pt>
    <dgm:pt modelId="{3EFE1143-AC05-4EAA-8254-67A09C03C22D}">
      <dgm:prSet custT="1"/>
      <dgm:spPr/>
      <dgm:t>
        <a:bodyPr/>
        <a:lstStyle/>
        <a:p>
          <a:r>
            <a:rPr lang="en-US" sz="2000"/>
            <a:t>Both examined how to deliver Primary Health Care (PHC) effectively in the Indian context</a:t>
          </a:r>
        </a:p>
      </dgm:t>
    </dgm:pt>
    <dgm:pt modelId="{AE371928-6348-40DD-9CA3-81D3C7DE428D}" type="parTrans" cxnId="{A28AFF79-5A93-4C33-AE7E-E3B93E82EE75}">
      <dgm:prSet/>
      <dgm:spPr/>
      <dgm:t>
        <a:bodyPr/>
        <a:lstStyle/>
        <a:p>
          <a:endParaRPr lang="en-US" sz="2400"/>
        </a:p>
      </dgm:t>
    </dgm:pt>
    <dgm:pt modelId="{142AF89E-B8DF-45E8-A4B1-1BE5286728EA}" type="sibTrans" cxnId="{A28AFF79-5A93-4C33-AE7E-E3B93E82EE75}">
      <dgm:prSet/>
      <dgm:spPr/>
      <dgm:t>
        <a:bodyPr/>
        <a:lstStyle/>
        <a:p>
          <a:endParaRPr lang="en-US" sz="2400"/>
        </a:p>
      </dgm:t>
    </dgm:pt>
    <dgm:pt modelId="{F65F5AC3-89D9-4ADE-8B5C-729728025745}">
      <dgm:prSet custT="1"/>
      <dgm:spPr/>
      <dgm:t>
        <a:bodyPr/>
        <a:lstStyle/>
        <a:p>
          <a:r>
            <a:rPr lang="en-US" sz="2000"/>
            <a:t>These led to the National Health Policy (NHP) of 1983, India's first formal health policy</a:t>
          </a:r>
        </a:p>
      </dgm:t>
    </dgm:pt>
    <dgm:pt modelId="{BAEB803C-182D-49BE-A3CE-91AF425D00D9}" type="parTrans" cxnId="{537B6E70-6D0C-4BAB-8C1E-3A911B41B16E}">
      <dgm:prSet/>
      <dgm:spPr/>
      <dgm:t>
        <a:bodyPr/>
        <a:lstStyle/>
        <a:p>
          <a:endParaRPr lang="en-US" sz="2400"/>
        </a:p>
      </dgm:t>
    </dgm:pt>
    <dgm:pt modelId="{447CA06A-8517-4C85-94F0-BE7552CC7646}" type="sibTrans" cxnId="{537B6E70-6D0C-4BAB-8C1E-3A911B41B16E}">
      <dgm:prSet/>
      <dgm:spPr/>
      <dgm:t>
        <a:bodyPr/>
        <a:lstStyle/>
        <a:p>
          <a:endParaRPr lang="en-US" sz="2400"/>
        </a:p>
      </dgm:t>
    </dgm:pt>
    <dgm:pt modelId="{75A8DF02-E68A-4A20-8AD4-57C4D639777C}">
      <dgm:prSet custT="1"/>
      <dgm:spPr/>
      <dgm:t>
        <a:bodyPr/>
        <a:lstStyle/>
        <a:p>
          <a:r>
            <a:rPr lang="en-US" sz="1800"/>
            <a:t>Reaffirmed the HFA objective</a:t>
          </a:r>
        </a:p>
      </dgm:t>
    </dgm:pt>
    <dgm:pt modelId="{3127FBBA-CB9D-448B-9DA7-544A23393DBF}" type="parTrans" cxnId="{1870BEBF-26F3-4100-8646-8F4C7BCC7495}">
      <dgm:prSet/>
      <dgm:spPr/>
      <dgm:t>
        <a:bodyPr/>
        <a:lstStyle/>
        <a:p>
          <a:endParaRPr lang="en-US" sz="2400"/>
        </a:p>
      </dgm:t>
    </dgm:pt>
    <dgm:pt modelId="{C1A803A9-8F5C-42D3-8A61-3884416C1C53}" type="sibTrans" cxnId="{1870BEBF-26F3-4100-8646-8F4C7BCC7495}">
      <dgm:prSet/>
      <dgm:spPr/>
      <dgm:t>
        <a:bodyPr/>
        <a:lstStyle/>
        <a:p>
          <a:endParaRPr lang="en-US" sz="2400"/>
        </a:p>
      </dgm:t>
    </dgm:pt>
    <dgm:pt modelId="{A237F495-EBE3-4D40-A8B0-00FA2FB05191}">
      <dgm:prSet custT="1"/>
      <dgm:spPr/>
      <dgm:t>
        <a:bodyPr/>
        <a:lstStyle/>
        <a:p>
          <a:r>
            <a:rPr lang="en-US" sz="1800"/>
            <a:t>Aligned with WHO &amp; Alma-Ata principles</a:t>
          </a:r>
        </a:p>
      </dgm:t>
    </dgm:pt>
    <dgm:pt modelId="{5141168E-0C6E-4830-AB29-8F6A5E9EE103}" type="parTrans" cxnId="{18B28283-4FB2-426F-B38F-7C055CB8EBCE}">
      <dgm:prSet/>
      <dgm:spPr/>
      <dgm:t>
        <a:bodyPr/>
        <a:lstStyle/>
        <a:p>
          <a:endParaRPr lang="en-US" sz="2400"/>
        </a:p>
      </dgm:t>
    </dgm:pt>
    <dgm:pt modelId="{C7281C1C-0350-4639-ABF5-84D432365888}" type="sibTrans" cxnId="{18B28283-4FB2-426F-B38F-7C055CB8EBCE}">
      <dgm:prSet/>
      <dgm:spPr/>
      <dgm:t>
        <a:bodyPr/>
        <a:lstStyle/>
        <a:p>
          <a:endParaRPr lang="en-US" sz="2400"/>
        </a:p>
      </dgm:t>
    </dgm:pt>
    <dgm:pt modelId="{D8B8C8F5-D8F4-4667-8B35-399ABDFDF2EC}">
      <dgm:prSet custT="1"/>
      <dgm:spPr/>
      <dgm:t>
        <a:bodyPr/>
        <a:lstStyle/>
        <a:p>
          <a:r>
            <a:rPr lang="en-US" sz="1800"/>
            <a:t>Laid down specific, time-bound health goals</a:t>
          </a:r>
        </a:p>
      </dgm:t>
    </dgm:pt>
    <dgm:pt modelId="{AA0E5788-4464-48F4-81ED-DED32C194071}" type="parTrans" cxnId="{44512B91-A292-4C9B-BCD3-DCA787037DF2}">
      <dgm:prSet/>
      <dgm:spPr/>
      <dgm:t>
        <a:bodyPr/>
        <a:lstStyle/>
        <a:p>
          <a:endParaRPr lang="en-US" sz="2400"/>
        </a:p>
      </dgm:t>
    </dgm:pt>
    <dgm:pt modelId="{944A65DA-2046-45B0-B5CA-A8E8958C2CAD}" type="sibTrans" cxnId="{44512B91-A292-4C9B-BCD3-DCA787037DF2}">
      <dgm:prSet/>
      <dgm:spPr/>
      <dgm:t>
        <a:bodyPr/>
        <a:lstStyle/>
        <a:p>
          <a:endParaRPr lang="en-US" sz="2400"/>
        </a:p>
      </dgm:t>
    </dgm:pt>
    <dgm:pt modelId="{543F8EF7-E0D2-43A1-AA56-0E6B4C5F518A}" type="pres">
      <dgm:prSet presAssocID="{747E9E7D-D5A7-4DB0-BE40-092F8752CD27}" presName="Name0" presStyleCnt="0">
        <dgm:presLayoutVars>
          <dgm:dir/>
          <dgm:animLvl val="lvl"/>
          <dgm:resizeHandles val="exact"/>
        </dgm:presLayoutVars>
      </dgm:prSet>
      <dgm:spPr/>
    </dgm:pt>
    <dgm:pt modelId="{3B0AD8A6-6414-41CB-9D30-499E5B6679AD}" type="pres">
      <dgm:prSet presAssocID="{F65F5AC3-89D9-4ADE-8B5C-729728025745}" presName="boxAndChildren" presStyleCnt="0"/>
      <dgm:spPr/>
    </dgm:pt>
    <dgm:pt modelId="{34FACB97-16D5-4A3E-8BF0-6B1D87EBB688}" type="pres">
      <dgm:prSet presAssocID="{F65F5AC3-89D9-4ADE-8B5C-729728025745}" presName="parentTextBox" presStyleLbl="node1" presStyleIdx="0" presStyleCnt="4"/>
      <dgm:spPr/>
    </dgm:pt>
    <dgm:pt modelId="{D959B6FE-FE47-42AD-BA8B-6EFF93874278}" type="pres">
      <dgm:prSet presAssocID="{F65F5AC3-89D9-4ADE-8B5C-729728025745}" presName="entireBox" presStyleLbl="node1" presStyleIdx="0" presStyleCnt="4"/>
      <dgm:spPr/>
    </dgm:pt>
    <dgm:pt modelId="{88E40038-66F7-4B6D-8E2D-8391BE5AD688}" type="pres">
      <dgm:prSet presAssocID="{F65F5AC3-89D9-4ADE-8B5C-729728025745}" presName="descendantBox" presStyleCnt="0"/>
      <dgm:spPr/>
    </dgm:pt>
    <dgm:pt modelId="{41EB1CA0-0896-424A-91E9-9838894FBD4C}" type="pres">
      <dgm:prSet presAssocID="{75A8DF02-E68A-4A20-8AD4-57C4D639777C}" presName="childTextBox" presStyleLbl="fgAccFollowNode1" presStyleIdx="0" presStyleCnt="5">
        <dgm:presLayoutVars>
          <dgm:bulletEnabled val="1"/>
        </dgm:presLayoutVars>
      </dgm:prSet>
      <dgm:spPr/>
    </dgm:pt>
    <dgm:pt modelId="{4AC98994-3596-474D-8310-A809801A7272}" type="pres">
      <dgm:prSet presAssocID="{A237F495-EBE3-4D40-A8B0-00FA2FB05191}" presName="childTextBox" presStyleLbl="fgAccFollowNode1" presStyleIdx="1" presStyleCnt="5">
        <dgm:presLayoutVars>
          <dgm:bulletEnabled val="1"/>
        </dgm:presLayoutVars>
      </dgm:prSet>
      <dgm:spPr/>
    </dgm:pt>
    <dgm:pt modelId="{674B9D7E-8E1C-421D-A7E2-40C65F99CDF4}" type="pres">
      <dgm:prSet presAssocID="{D8B8C8F5-D8F4-4667-8B35-399ABDFDF2EC}" presName="childTextBox" presStyleLbl="fgAccFollowNode1" presStyleIdx="2" presStyleCnt="5">
        <dgm:presLayoutVars>
          <dgm:bulletEnabled val="1"/>
        </dgm:presLayoutVars>
      </dgm:prSet>
      <dgm:spPr/>
    </dgm:pt>
    <dgm:pt modelId="{FE8E3400-83E4-45C7-A867-3782BE31785A}" type="pres">
      <dgm:prSet presAssocID="{142AF89E-B8DF-45E8-A4B1-1BE5286728EA}" presName="sp" presStyleCnt="0"/>
      <dgm:spPr/>
    </dgm:pt>
    <dgm:pt modelId="{65F6D784-DA15-499D-9E04-9489C85F19EC}" type="pres">
      <dgm:prSet presAssocID="{3EFE1143-AC05-4EAA-8254-67A09C03C22D}" presName="arrowAndChildren" presStyleCnt="0"/>
      <dgm:spPr/>
    </dgm:pt>
    <dgm:pt modelId="{6658D38A-A469-4326-94A7-F0F4978997AF}" type="pres">
      <dgm:prSet presAssocID="{3EFE1143-AC05-4EAA-8254-67A09C03C22D}" presName="parentTextArrow" presStyleLbl="node1" presStyleIdx="1" presStyleCnt="4"/>
      <dgm:spPr/>
    </dgm:pt>
    <dgm:pt modelId="{CD68B437-005D-4F0C-91EF-DF24C11C809B}" type="pres">
      <dgm:prSet presAssocID="{9A251786-6F1B-4624-BDC7-47440A738BA4}" presName="sp" presStyleCnt="0"/>
      <dgm:spPr/>
    </dgm:pt>
    <dgm:pt modelId="{D5763C13-F8DE-4C8A-A731-0886996C9C2B}" type="pres">
      <dgm:prSet presAssocID="{29145D4C-D47F-48D7-9473-76F0C28C1F5D}" presName="arrowAndChildren" presStyleCnt="0"/>
      <dgm:spPr/>
    </dgm:pt>
    <dgm:pt modelId="{B93F285A-BA9A-476A-885F-FC221F73897A}" type="pres">
      <dgm:prSet presAssocID="{29145D4C-D47F-48D7-9473-76F0C28C1F5D}" presName="parentTextArrow" presStyleLbl="node1" presStyleIdx="1" presStyleCnt="4"/>
      <dgm:spPr/>
    </dgm:pt>
    <dgm:pt modelId="{C0F939B8-7234-40E3-A0B1-8231E9AEF3F6}" type="pres">
      <dgm:prSet presAssocID="{29145D4C-D47F-48D7-9473-76F0C28C1F5D}" presName="arrow" presStyleLbl="node1" presStyleIdx="2" presStyleCnt="4"/>
      <dgm:spPr/>
    </dgm:pt>
    <dgm:pt modelId="{39FA4B77-4B18-44D9-B747-950F228611AA}" type="pres">
      <dgm:prSet presAssocID="{29145D4C-D47F-48D7-9473-76F0C28C1F5D}" presName="descendantArrow" presStyleCnt="0"/>
      <dgm:spPr/>
    </dgm:pt>
    <dgm:pt modelId="{FEFE3FC5-8B25-4274-A80C-E5B0E87440FD}" type="pres">
      <dgm:prSet presAssocID="{68352AB4-E430-4F85-A1E0-824050482401}" presName="childTextArrow" presStyleLbl="fgAccFollowNode1" presStyleIdx="3" presStyleCnt="5">
        <dgm:presLayoutVars>
          <dgm:bulletEnabled val="1"/>
        </dgm:presLayoutVars>
      </dgm:prSet>
      <dgm:spPr/>
    </dgm:pt>
    <dgm:pt modelId="{ED71668D-107E-4560-B077-FDAEB6040737}" type="pres">
      <dgm:prSet presAssocID="{0B5ABD09-6246-4171-8CD1-C4430FBEC4B2}" presName="childTextArrow" presStyleLbl="fgAccFollowNode1" presStyleIdx="4" presStyleCnt="5">
        <dgm:presLayoutVars>
          <dgm:bulletEnabled val="1"/>
        </dgm:presLayoutVars>
      </dgm:prSet>
      <dgm:spPr/>
    </dgm:pt>
    <dgm:pt modelId="{6715FAF4-F910-4D36-ABB2-6632A2F79CCA}" type="pres">
      <dgm:prSet presAssocID="{00285474-2BAB-456D-8FD2-DA77F35B2A2D}" presName="sp" presStyleCnt="0"/>
      <dgm:spPr/>
    </dgm:pt>
    <dgm:pt modelId="{37CB8399-D115-441D-9AFA-0C4515831ABA}" type="pres">
      <dgm:prSet presAssocID="{5582F8BF-D2B3-4048-8170-04E448C17ED0}" presName="arrowAndChildren" presStyleCnt="0"/>
      <dgm:spPr/>
    </dgm:pt>
    <dgm:pt modelId="{65339674-C9B0-4CBF-BCE2-1B7A54DB3F37}" type="pres">
      <dgm:prSet presAssocID="{5582F8BF-D2B3-4048-8170-04E448C17ED0}" presName="parentTextArrow" presStyleLbl="node1" presStyleIdx="3" presStyleCnt="4"/>
      <dgm:spPr/>
    </dgm:pt>
  </dgm:ptLst>
  <dgm:cxnLst>
    <dgm:cxn modelId="{A2F08A1F-7272-4C52-8B00-A17D0841B1BA}" type="presOf" srcId="{D8B8C8F5-D8F4-4667-8B35-399ABDFDF2EC}" destId="{674B9D7E-8E1C-421D-A7E2-40C65F99CDF4}" srcOrd="0" destOrd="0" presId="urn:microsoft.com/office/officeart/2005/8/layout/process4"/>
    <dgm:cxn modelId="{7047CA22-41EA-4968-B0FD-51D1CEDCB2F5}" type="presOf" srcId="{29145D4C-D47F-48D7-9473-76F0C28C1F5D}" destId="{C0F939B8-7234-40E3-A0B1-8231E9AEF3F6}" srcOrd="1" destOrd="0" presId="urn:microsoft.com/office/officeart/2005/8/layout/process4"/>
    <dgm:cxn modelId="{28DE1E32-8176-41E6-BB3D-436956A72994}" type="presOf" srcId="{0B5ABD09-6246-4171-8CD1-C4430FBEC4B2}" destId="{ED71668D-107E-4560-B077-FDAEB6040737}" srcOrd="0" destOrd="0" presId="urn:microsoft.com/office/officeart/2005/8/layout/process4"/>
    <dgm:cxn modelId="{FE4B6B33-C1A4-4220-B296-9E9A6CB23279}" srcId="{29145D4C-D47F-48D7-9473-76F0C28C1F5D}" destId="{0B5ABD09-6246-4171-8CD1-C4430FBEC4B2}" srcOrd="1" destOrd="0" parTransId="{B31F0C01-4C3C-47FC-B4AB-416F12B8661F}" sibTransId="{DE6D8B78-EFD1-4971-8987-9B8C0E465AB2}"/>
    <dgm:cxn modelId="{939F1964-327C-490D-911D-D15C6BB7AC83}" type="presOf" srcId="{5582F8BF-D2B3-4048-8170-04E448C17ED0}" destId="{65339674-C9B0-4CBF-BCE2-1B7A54DB3F37}" srcOrd="0" destOrd="0" presId="urn:microsoft.com/office/officeart/2005/8/layout/process4"/>
    <dgm:cxn modelId="{CCA10745-908F-461C-941F-3C55BE124AA7}" type="presOf" srcId="{F65F5AC3-89D9-4ADE-8B5C-729728025745}" destId="{34FACB97-16D5-4A3E-8BF0-6B1D87EBB688}" srcOrd="0" destOrd="0" presId="urn:microsoft.com/office/officeart/2005/8/layout/process4"/>
    <dgm:cxn modelId="{537B6E70-6D0C-4BAB-8C1E-3A911B41B16E}" srcId="{747E9E7D-D5A7-4DB0-BE40-092F8752CD27}" destId="{F65F5AC3-89D9-4ADE-8B5C-729728025745}" srcOrd="3" destOrd="0" parTransId="{BAEB803C-182D-49BE-A3CE-91AF425D00D9}" sibTransId="{447CA06A-8517-4C85-94F0-BE7552CC7646}"/>
    <dgm:cxn modelId="{A28AFF79-5A93-4C33-AE7E-E3B93E82EE75}" srcId="{747E9E7D-D5A7-4DB0-BE40-092F8752CD27}" destId="{3EFE1143-AC05-4EAA-8254-67A09C03C22D}" srcOrd="2" destOrd="0" parTransId="{AE371928-6348-40DD-9CA3-81D3C7DE428D}" sibTransId="{142AF89E-B8DF-45E8-A4B1-1BE5286728EA}"/>
    <dgm:cxn modelId="{18B28283-4FB2-426F-B38F-7C055CB8EBCE}" srcId="{F65F5AC3-89D9-4ADE-8B5C-729728025745}" destId="{A237F495-EBE3-4D40-A8B0-00FA2FB05191}" srcOrd="1" destOrd="0" parTransId="{5141168E-0C6E-4830-AB29-8F6A5E9EE103}" sibTransId="{C7281C1C-0350-4639-ABF5-84D432365888}"/>
    <dgm:cxn modelId="{A616B787-8DE3-4C4E-BC6E-7F5DF087766B}" type="presOf" srcId="{68352AB4-E430-4F85-A1E0-824050482401}" destId="{FEFE3FC5-8B25-4274-A80C-E5B0E87440FD}" srcOrd="0" destOrd="0" presId="urn:microsoft.com/office/officeart/2005/8/layout/process4"/>
    <dgm:cxn modelId="{44512B91-A292-4C9B-BCD3-DCA787037DF2}" srcId="{F65F5AC3-89D9-4ADE-8B5C-729728025745}" destId="{D8B8C8F5-D8F4-4667-8B35-399ABDFDF2EC}" srcOrd="2" destOrd="0" parTransId="{AA0E5788-4464-48F4-81ED-DED32C194071}" sibTransId="{944A65DA-2046-45B0-B5CA-A8E8958C2CAD}"/>
    <dgm:cxn modelId="{87E7AC93-8358-4EEF-A713-161A20D39013}" type="presOf" srcId="{747E9E7D-D5A7-4DB0-BE40-092F8752CD27}" destId="{543F8EF7-E0D2-43A1-AA56-0E6B4C5F518A}" srcOrd="0" destOrd="0" presId="urn:microsoft.com/office/officeart/2005/8/layout/process4"/>
    <dgm:cxn modelId="{F67BF6A7-A076-425D-8D8D-18F0C9E873BC}" srcId="{747E9E7D-D5A7-4DB0-BE40-092F8752CD27}" destId="{29145D4C-D47F-48D7-9473-76F0C28C1F5D}" srcOrd="1" destOrd="0" parTransId="{0C9F6F4B-24D9-44C3-82F4-F1DD4650F32E}" sibTransId="{9A251786-6F1B-4624-BDC7-47440A738BA4}"/>
    <dgm:cxn modelId="{1870BEBF-26F3-4100-8646-8F4C7BCC7495}" srcId="{F65F5AC3-89D9-4ADE-8B5C-729728025745}" destId="{75A8DF02-E68A-4A20-8AD4-57C4D639777C}" srcOrd="0" destOrd="0" parTransId="{3127FBBA-CB9D-448B-9DA7-544A23393DBF}" sibTransId="{C1A803A9-8F5C-42D3-8A61-3884416C1C53}"/>
    <dgm:cxn modelId="{3EB299C6-84E4-4B0C-8DA5-D64D35B35F06}" srcId="{29145D4C-D47F-48D7-9473-76F0C28C1F5D}" destId="{68352AB4-E430-4F85-A1E0-824050482401}" srcOrd="0" destOrd="0" parTransId="{08CC991E-7C04-4FDB-80CE-C4E1D30D741F}" sibTransId="{C9165608-CDD1-4B35-A529-A0BA825F5435}"/>
    <dgm:cxn modelId="{D7CE62CD-8C74-4C9C-BA2E-454462748E24}" type="presOf" srcId="{29145D4C-D47F-48D7-9473-76F0C28C1F5D}" destId="{B93F285A-BA9A-476A-885F-FC221F73897A}" srcOrd="0" destOrd="0" presId="urn:microsoft.com/office/officeart/2005/8/layout/process4"/>
    <dgm:cxn modelId="{916B46DA-94BA-47D7-83AB-00C0EC9491C7}" type="presOf" srcId="{75A8DF02-E68A-4A20-8AD4-57C4D639777C}" destId="{41EB1CA0-0896-424A-91E9-9838894FBD4C}" srcOrd="0" destOrd="0" presId="urn:microsoft.com/office/officeart/2005/8/layout/process4"/>
    <dgm:cxn modelId="{6BE275E3-24C7-41CF-ABC8-E300B2DA726E}" type="presOf" srcId="{3EFE1143-AC05-4EAA-8254-67A09C03C22D}" destId="{6658D38A-A469-4326-94A7-F0F4978997AF}" srcOrd="0" destOrd="0" presId="urn:microsoft.com/office/officeart/2005/8/layout/process4"/>
    <dgm:cxn modelId="{26E17DE6-84E5-4E21-BA0F-20335F504EF3}" srcId="{747E9E7D-D5A7-4DB0-BE40-092F8752CD27}" destId="{5582F8BF-D2B3-4048-8170-04E448C17ED0}" srcOrd="0" destOrd="0" parTransId="{EC046E7A-D607-4ED6-8FFD-816645EA290B}" sibTransId="{00285474-2BAB-456D-8FD2-DA77F35B2A2D}"/>
    <dgm:cxn modelId="{DEE84EF1-9E2C-42B2-9C5F-1360EEFD861D}" type="presOf" srcId="{F65F5AC3-89D9-4ADE-8B5C-729728025745}" destId="{D959B6FE-FE47-42AD-BA8B-6EFF93874278}" srcOrd="1" destOrd="0" presId="urn:microsoft.com/office/officeart/2005/8/layout/process4"/>
    <dgm:cxn modelId="{21AE37F9-FB2A-4DCD-9F72-09A168CA61B7}" type="presOf" srcId="{A237F495-EBE3-4D40-A8B0-00FA2FB05191}" destId="{4AC98994-3596-474D-8310-A809801A7272}" srcOrd="0" destOrd="0" presId="urn:microsoft.com/office/officeart/2005/8/layout/process4"/>
    <dgm:cxn modelId="{60C96C33-3E67-4E51-B962-5CF610AF14E6}" type="presParOf" srcId="{543F8EF7-E0D2-43A1-AA56-0E6B4C5F518A}" destId="{3B0AD8A6-6414-41CB-9D30-499E5B6679AD}" srcOrd="0" destOrd="0" presId="urn:microsoft.com/office/officeart/2005/8/layout/process4"/>
    <dgm:cxn modelId="{E8FB0535-FD91-43F5-8781-B53820731ED5}" type="presParOf" srcId="{3B0AD8A6-6414-41CB-9D30-499E5B6679AD}" destId="{34FACB97-16D5-4A3E-8BF0-6B1D87EBB688}" srcOrd="0" destOrd="0" presId="urn:microsoft.com/office/officeart/2005/8/layout/process4"/>
    <dgm:cxn modelId="{9E0A73D0-BD8F-48B2-AC56-B72AD2DA6462}" type="presParOf" srcId="{3B0AD8A6-6414-41CB-9D30-499E5B6679AD}" destId="{D959B6FE-FE47-42AD-BA8B-6EFF93874278}" srcOrd="1" destOrd="0" presId="urn:microsoft.com/office/officeart/2005/8/layout/process4"/>
    <dgm:cxn modelId="{ABB75A62-476C-4F60-84A3-B4A577C99085}" type="presParOf" srcId="{3B0AD8A6-6414-41CB-9D30-499E5B6679AD}" destId="{88E40038-66F7-4B6D-8E2D-8391BE5AD688}" srcOrd="2" destOrd="0" presId="urn:microsoft.com/office/officeart/2005/8/layout/process4"/>
    <dgm:cxn modelId="{AE3F9926-7DAD-40AE-A6F1-C7716985E6DF}" type="presParOf" srcId="{88E40038-66F7-4B6D-8E2D-8391BE5AD688}" destId="{41EB1CA0-0896-424A-91E9-9838894FBD4C}" srcOrd="0" destOrd="0" presId="urn:microsoft.com/office/officeart/2005/8/layout/process4"/>
    <dgm:cxn modelId="{4D4CA691-D636-4BCE-B116-899C357E7C3E}" type="presParOf" srcId="{88E40038-66F7-4B6D-8E2D-8391BE5AD688}" destId="{4AC98994-3596-474D-8310-A809801A7272}" srcOrd="1" destOrd="0" presId="urn:microsoft.com/office/officeart/2005/8/layout/process4"/>
    <dgm:cxn modelId="{B83B0F08-C0B4-42CA-BB93-EF28159A89BF}" type="presParOf" srcId="{88E40038-66F7-4B6D-8E2D-8391BE5AD688}" destId="{674B9D7E-8E1C-421D-A7E2-40C65F99CDF4}" srcOrd="2" destOrd="0" presId="urn:microsoft.com/office/officeart/2005/8/layout/process4"/>
    <dgm:cxn modelId="{523E37BE-8B58-43FB-9255-F1D2197CF9ED}" type="presParOf" srcId="{543F8EF7-E0D2-43A1-AA56-0E6B4C5F518A}" destId="{FE8E3400-83E4-45C7-A867-3782BE31785A}" srcOrd="1" destOrd="0" presId="urn:microsoft.com/office/officeart/2005/8/layout/process4"/>
    <dgm:cxn modelId="{1BFDF446-AAA5-4A99-B6D9-596E6E0C336A}" type="presParOf" srcId="{543F8EF7-E0D2-43A1-AA56-0E6B4C5F518A}" destId="{65F6D784-DA15-499D-9E04-9489C85F19EC}" srcOrd="2" destOrd="0" presId="urn:microsoft.com/office/officeart/2005/8/layout/process4"/>
    <dgm:cxn modelId="{BD88186C-1C47-49B9-B3F1-0E76C9E5D8F3}" type="presParOf" srcId="{65F6D784-DA15-499D-9E04-9489C85F19EC}" destId="{6658D38A-A469-4326-94A7-F0F4978997AF}" srcOrd="0" destOrd="0" presId="urn:microsoft.com/office/officeart/2005/8/layout/process4"/>
    <dgm:cxn modelId="{5B7221AB-ECCD-4101-8C0B-A4EA7241D979}" type="presParOf" srcId="{543F8EF7-E0D2-43A1-AA56-0E6B4C5F518A}" destId="{CD68B437-005D-4F0C-91EF-DF24C11C809B}" srcOrd="3" destOrd="0" presId="urn:microsoft.com/office/officeart/2005/8/layout/process4"/>
    <dgm:cxn modelId="{1A6DE5BF-7BB9-4E42-9DAE-4988F79291F3}" type="presParOf" srcId="{543F8EF7-E0D2-43A1-AA56-0E6B4C5F518A}" destId="{D5763C13-F8DE-4C8A-A731-0886996C9C2B}" srcOrd="4" destOrd="0" presId="urn:microsoft.com/office/officeart/2005/8/layout/process4"/>
    <dgm:cxn modelId="{87E80009-B64F-4C17-8D11-70FF1D81681F}" type="presParOf" srcId="{D5763C13-F8DE-4C8A-A731-0886996C9C2B}" destId="{B93F285A-BA9A-476A-885F-FC221F73897A}" srcOrd="0" destOrd="0" presId="urn:microsoft.com/office/officeart/2005/8/layout/process4"/>
    <dgm:cxn modelId="{B78181FE-CB70-45ED-8EBE-D14A059EB25E}" type="presParOf" srcId="{D5763C13-F8DE-4C8A-A731-0886996C9C2B}" destId="{C0F939B8-7234-40E3-A0B1-8231E9AEF3F6}" srcOrd="1" destOrd="0" presId="urn:microsoft.com/office/officeart/2005/8/layout/process4"/>
    <dgm:cxn modelId="{FB330416-3B12-47FD-9BF4-D7250FF4B365}" type="presParOf" srcId="{D5763C13-F8DE-4C8A-A731-0886996C9C2B}" destId="{39FA4B77-4B18-44D9-B747-950F228611AA}" srcOrd="2" destOrd="0" presId="urn:microsoft.com/office/officeart/2005/8/layout/process4"/>
    <dgm:cxn modelId="{2DAF656A-A5D5-4DA7-9FDA-1D5F7DD6F1BC}" type="presParOf" srcId="{39FA4B77-4B18-44D9-B747-950F228611AA}" destId="{FEFE3FC5-8B25-4274-A80C-E5B0E87440FD}" srcOrd="0" destOrd="0" presId="urn:microsoft.com/office/officeart/2005/8/layout/process4"/>
    <dgm:cxn modelId="{D61D7B70-6022-47C9-9BF4-2666606EC8C3}" type="presParOf" srcId="{39FA4B77-4B18-44D9-B747-950F228611AA}" destId="{ED71668D-107E-4560-B077-FDAEB6040737}" srcOrd="1" destOrd="0" presId="urn:microsoft.com/office/officeart/2005/8/layout/process4"/>
    <dgm:cxn modelId="{5E970FC4-2D76-4995-BDAA-1941E889C906}" type="presParOf" srcId="{543F8EF7-E0D2-43A1-AA56-0E6B4C5F518A}" destId="{6715FAF4-F910-4D36-ABB2-6632A2F79CCA}" srcOrd="5" destOrd="0" presId="urn:microsoft.com/office/officeart/2005/8/layout/process4"/>
    <dgm:cxn modelId="{7008A388-BDB6-4790-BE03-DB4330187CE5}" type="presParOf" srcId="{543F8EF7-E0D2-43A1-AA56-0E6B4C5F518A}" destId="{37CB8399-D115-441D-9AFA-0C4515831ABA}" srcOrd="6" destOrd="0" presId="urn:microsoft.com/office/officeart/2005/8/layout/process4"/>
    <dgm:cxn modelId="{A7A4A5FE-1ACD-4D83-90BD-1F47162396A3}" type="presParOf" srcId="{37CB8399-D115-441D-9AFA-0C4515831ABA}" destId="{65339674-C9B0-4CBF-BCE2-1B7A54DB3F3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50AC66B-C69D-494B-8D0C-3D8D5AC02CC4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369C9A9-84D3-4569-B075-5E5326B4ED0F}">
      <dgm:prSet/>
      <dgm:spPr/>
      <dgm:t>
        <a:bodyPr/>
        <a:lstStyle/>
        <a:p>
          <a:r>
            <a:rPr lang="en-US"/>
            <a:t>Community Participation</a:t>
          </a:r>
        </a:p>
      </dgm:t>
    </dgm:pt>
    <dgm:pt modelId="{48A1DFA5-C5EA-4D64-B7CD-2622F3CAE816}" type="parTrans" cxnId="{99790AD4-8B97-4431-874C-5A4AA1DB73CA}">
      <dgm:prSet/>
      <dgm:spPr/>
      <dgm:t>
        <a:bodyPr/>
        <a:lstStyle/>
        <a:p>
          <a:endParaRPr lang="en-US"/>
        </a:p>
      </dgm:t>
    </dgm:pt>
    <dgm:pt modelId="{BA900861-6E48-4EF2-981B-1CAA444E7DAD}" type="sibTrans" cxnId="{99790AD4-8B97-4431-874C-5A4AA1DB73CA}">
      <dgm:prSet/>
      <dgm:spPr/>
      <dgm:t>
        <a:bodyPr/>
        <a:lstStyle/>
        <a:p>
          <a:endParaRPr lang="en-US"/>
        </a:p>
      </dgm:t>
    </dgm:pt>
    <dgm:pt modelId="{928054B1-1D8F-4D8B-88C0-DAD19170063C}">
      <dgm:prSet/>
      <dgm:spPr/>
      <dgm:t>
        <a:bodyPr/>
        <a:lstStyle/>
        <a:p>
          <a:r>
            <a:rPr lang="en-US"/>
            <a:t>Integral across all domains: treatment, prevention, and promotion</a:t>
          </a:r>
        </a:p>
      </dgm:t>
    </dgm:pt>
    <dgm:pt modelId="{6133E993-5709-48D5-92E8-7C95F1FACBFE}" type="parTrans" cxnId="{DAEA126A-9336-436F-BCB6-3A875E1C485F}">
      <dgm:prSet/>
      <dgm:spPr/>
      <dgm:t>
        <a:bodyPr/>
        <a:lstStyle/>
        <a:p>
          <a:endParaRPr lang="en-US"/>
        </a:p>
      </dgm:t>
    </dgm:pt>
    <dgm:pt modelId="{5E2E6733-C514-4689-8BEB-B1C8DB364CB3}" type="sibTrans" cxnId="{DAEA126A-9336-436F-BCB6-3A875E1C485F}">
      <dgm:prSet/>
      <dgm:spPr/>
      <dgm:t>
        <a:bodyPr/>
        <a:lstStyle/>
        <a:p>
          <a:endParaRPr lang="en-US"/>
        </a:p>
      </dgm:t>
    </dgm:pt>
    <dgm:pt modelId="{9A622432-49D6-483A-9F96-F8413EE9D397}">
      <dgm:prSet/>
      <dgm:spPr/>
      <dgm:t>
        <a:bodyPr/>
        <a:lstStyle/>
        <a:p>
          <a:r>
            <a:rPr lang="en-US"/>
            <a:t>Paradigm Shift</a:t>
          </a:r>
        </a:p>
      </dgm:t>
    </dgm:pt>
    <dgm:pt modelId="{037F4810-5FC6-44C7-8623-7167FCC8EE3A}" type="parTrans" cxnId="{18DD70F7-E17B-4201-9BE7-628414B9DCEA}">
      <dgm:prSet/>
      <dgm:spPr/>
      <dgm:t>
        <a:bodyPr/>
        <a:lstStyle/>
        <a:p>
          <a:endParaRPr lang="en-US"/>
        </a:p>
      </dgm:t>
    </dgm:pt>
    <dgm:pt modelId="{81A3D263-21E7-49C1-B588-F08D898D080E}" type="sibTrans" cxnId="{18DD70F7-E17B-4201-9BE7-628414B9DCEA}">
      <dgm:prSet/>
      <dgm:spPr/>
      <dgm:t>
        <a:bodyPr/>
        <a:lstStyle/>
        <a:p>
          <a:endParaRPr lang="en-US"/>
        </a:p>
      </dgm:t>
    </dgm:pt>
    <dgm:pt modelId="{01DF72D6-84A1-4960-AFC5-5A6C5C673AC7}">
      <dgm:prSet/>
      <dgm:spPr/>
      <dgm:t>
        <a:bodyPr/>
        <a:lstStyle/>
        <a:p>
          <a:r>
            <a:rPr lang="en-US"/>
            <a:t>From medical care → health care</a:t>
          </a:r>
        </a:p>
      </dgm:t>
    </dgm:pt>
    <dgm:pt modelId="{CF533A60-5966-4815-9FB6-37320EBECA4F}" type="parTrans" cxnId="{EB76E2FB-0D9E-4B8B-9DF6-1557ECB1C3D3}">
      <dgm:prSet/>
      <dgm:spPr/>
      <dgm:t>
        <a:bodyPr/>
        <a:lstStyle/>
        <a:p>
          <a:endParaRPr lang="en-US"/>
        </a:p>
      </dgm:t>
    </dgm:pt>
    <dgm:pt modelId="{69080739-2F36-48D8-AE15-1358599FCC72}" type="sibTrans" cxnId="{EB76E2FB-0D9E-4B8B-9DF6-1557ECB1C3D3}">
      <dgm:prSet/>
      <dgm:spPr/>
      <dgm:t>
        <a:bodyPr/>
        <a:lstStyle/>
        <a:p>
          <a:endParaRPr lang="en-US"/>
        </a:p>
      </dgm:t>
    </dgm:pt>
    <dgm:pt modelId="{40CEC1D4-3252-44CB-B1E4-0935A0C9DD34}">
      <dgm:prSet/>
      <dgm:spPr/>
      <dgm:t>
        <a:bodyPr/>
        <a:lstStyle/>
        <a:p>
          <a:r>
            <a:rPr lang="en-US"/>
            <a:t>From urban focus → rural focus</a:t>
          </a:r>
        </a:p>
      </dgm:t>
    </dgm:pt>
    <dgm:pt modelId="{01AB2121-9A37-4A87-A535-2D5F0401A7FA}" type="parTrans" cxnId="{56C76DEB-2B14-4820-8AD1-91549A37E4F9}">
      <dgm:prSet/>
      <dgm:spPr/>
      <dgm:t>
        <a:bodyPr/>
        <a:lstStyle/>
        <a:p>
          <a:endParaRPr lang="en-US"/>
        </a:p>
      </dgm:t>
    </dgm:pt>
    <dgm:pt modelId="{A7BE6790-F087-403F-B4C0-2AB08B83979E}" type="sibTrans" cxnId="{56C76DEB-2B14-4820-8AD1-91549A37E4F9}">
      <dgm:prSet/>
      <dgm:spPr/>
      <dgm:t>
        <a:bodyPr/>
        <a:lstStyle/>
        <a:p>
          <a:endParaRPr lang="en-US"/>
        </a:p>
      </dgm:t>
    </dgm:pt>
    <dgm:pt modelId="{D98EEB95-4ACD-4F2C-A7DF-B91E6B5A1D17}">
      <dgm:prSet/>
      <dgm:spPr/>
      <dgm:t>
        <a:bodyPr/>
        <a:lstStyle/>
        <a:p>
          <a:r>
            <a:rPr lang="en-US"/>
            <a:t>Emphasizes equity, inclusiveness, and people-centered service delivery</a:t>
          </a:r>
        </a:p>
      </dgm:t>
    </dgm:pt>
    <dgm:pt modelId="{6EC7BF6D-428D-481F-923A-971AD2D51F24}" type="parTrans" cxnId="{A84BD809-3528-4669-A71E-364FC2727144}">
      <dgm:prSet/>
      <dgm:spPr/>
      <dgm:t>
        <a:bodyPr/>
        <a:lstStyle/>
        <a:p>
          <a:endParaRPr lang="en-US"/>
        </a:p>
      </dgm:t>
    </dgm:pt>
    <dgm:pt modelId="{A675CC5A-543C-4E91-A743-1DB0345D93E3}" type="sibTrans" cxnId="{A84BD809-3528-4669-A71E-364FC2727144}">
      <dgm:prSet/>
      <dgm:spPr/>
      <dgm:t>
        <a:bodyPr/>
        <a:lstStyle/>
        <a:p>
          <a:endParaRPr lang="en-US"/>
        </a:p>
      </dgm:t>
    </dgm:pt>
    <dgm:pt modelId="{94498BF0-7847-44E5-AAAC-3491F16893E6}" type="pres">
      <dgm:prSet presAssocID="{950AC66B-C69D-494B-8D0C-3D8D5AC02CC4}" presName="linear" presStyleCnt="0">
        <dgm:presLayoutVars>
          <dgm:dir/>
          <dgm:animLvl val="lvl"/>
          <dgm:resizeHandles val="exact"/>
        </dgm:presLayoutVars>
      </dgm:prSet>
      <dgm:spPr/>
    </dgm:pt>
    <dgm:pt modelId="{5F52854F-8259-4E84-AC4B-1FE0B8660F6D}" type="pres">
      <dgm:prSet presAssocID="{C369C9A9-84D3-4569-B075-5E5326B4ED0F}" presName="parentLin" presStyleCnt="0"/>
      <dgm:spPr/>
    </dgm:pt>
    <dgm:pt modelId="{9E455305-5F00-41C4-9F0A-22E3EFF04F2A}" type="pres">
      <dgm:prSet presAssocID="{C369C9A9-84D3-4569-B075-5E5326B4ED0F}" presName="parentLeftMargin" presStyleLbl="node1" presStyleIdx="0" presStyleCnt="3"/>
      <dgm:spPr/>
    </dgm:pt>
    <dgm:pt modelId="{A8968F2E-FB1A-402B-A70C-05F1EC8B8401}" type="pres">
      <dgm:prSet presAssocID="{C369C9A9-84D3-4569-B075-5E5326B4ED0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AC0A0EC-4C63-4443-960C-C8767BFC5734}" type="pres">
      <dgm:prSet presAssocID="{C369C9A9-84D3-4569-B075-5E5326B4ED0F}" presName="negativeSpace" presStyleCnt="0"/>
      <dgm:spPr/>
    </dgm:pt>
    <dgm:pt modelId="{E41C03F5-3926-48CA-AFEF-50F4541770A8}" type="pres">
      <dgm:prSet presAssocID="{C369C9A9-84D3-4569-B075-5E5326B4ED0F}" presName="childText" presStyleLbl="conFgAcc1" presStyleIdx="0" presStyleCnt="3">
        <dgm:presLayoutVars>
          <dgm:bulletEnabled val="1"/>
        </dgm:presLayoutVars>
      </dgm:prSet>
      <dgm:spPr/>
    </dgm:pt>
    <dgm:pt modelId="{A0C0AF1A-2B40-4CBA-B163-3AB6935425C0}" type="pres">
      <dgm:prSet presAssocID="{BA900861-6E48-4EF2-981B-1CAA444E7DAD}" presName="spaceBetweenRectangles" presStyleCnt="0"/>
      <dgm:spPr/>
    </dgm:pt>
    <dgm:pt modelId="{5EF66399-E6D2-457F-AC01-3C3BB4B7EA58}" type="pres">
      <dgm:prSet presAssocID="{9A622432-49D6-483A-9F96-F8413EE9D397}" presName="parentLin" presStyleCnt="0"/>
      <dgm:spPr/>
    </dgm:pt>
    <dgm:pt modelId="{D3D78F7C-0472-4AAD-8AAE-C4F0E9FB2D61}" type="pres">
      <dgm:prSet presAssocID="{9A622432-49D6-483A-9F96-F8413EE9D397}" presName="parentLeftMargin" presStyleLbl="node1" presStyleIdx="0" presStyleCnt="3"/>
      <dgm:spPr/>
    </dgm:pt>
    <dgm:pt modelId="{3103C55D-327C-4107-817A-3048092245DD}" type="pres">
      <dgm:prSet presAssocID="{9A622432-49D6-483A-9F96-F8413EE9D3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BE661BE-FEFF-4419-A661-9A8430C79A32}" type="pres">
      <dgm:prSet presAssocID="{9A622432-49D6-483A-9F96-F8413EE9D397}" presName="negativeSpace" presStyleCnt="0"/>
      <dgm:spPr/>
    </dgm:pt>
    <dgm:pt modelId="{80C7E67C-C7E2-44EB-9487-B848AFC18483}" type="pres">
      <dgm:prSet presAssocID="{9A622432-49D6-483A-9F96-F8413EE9D397}" presName="childText" presStyleLbl="conFgAcc1" presStyleIdx="1" presStyleCnt="3">
        <dgm:presLayoutVars>
          <dgm:bulletEnabled val="1"/>
        </dgm:presLayoutVars>
      </dgm:prSet>
      <dgm:spPr/>
    </dgm:pt>
    <dgm:pt modelId="{BE8E603E-A603-4C8F-A184-55364F1094E8}" type="pres">
      <dgm:prSet presAssocID="{81A3D263-21E7-49C1-B588-F08D898D080E}" presName="spaceBetweenRectangles" presStyleCnt="0"/>
      <dgm:spPr/>
    </dgm:pt>
    <dgm:pt modelId="{BBDC55FD-15F4-468F-B753-5946791E5BC5}" type="pres">
      <dgm:prSet presAssocID="{D98EEB95-4ACD-4F2C-A7DF-B91E6B5A1D17}" presName="parentLin" presStyleCnt="0"/>
      <dgm:spPr/>
    </dgm:pt>
    <dgm:pt modelId="{9499E7F9-F6A9-4501-BD3B-55DAD0A158AE}" type="pres">
      <dgm:prSet presAssocID="{D98EEB95-4ACD-4F2C-A7DF-B91E6B5A1D17}" presName="parentLeftMargin" presStyleLbl="node1" presStyleIdx="1" presStyleCnt="3"/>
      <dgm:spPr/>
    </dgm:pt>
    <dgm:pt modelId="{34A6FB70-91BF-4923-B868-F5377B03DA1A}" type="pres">
      <dgm:prSet presAssocID="{D98EEB95-4ACD-4F2C-A7DF-B91E6B5A1D17}" presName="parentText" presStyleLbl="node1" presStyleIdx="2" presStyleCnt="3" custScaleX="122711">
        <dgm:presLayoutVars>
          <dgm:chMax val="0"/>
          <dgm:bulletEnabled val="1"/>
        </dgm:presLayoutVars>
      </dgm:prSet>
      <dgm:spPr/>
    </dgm:pt>
    <dgm:pt modelId="{BB4C1E1E-0F3B-4A71-9888-BA2AD04ACEC4}" type="pres">
      <dgm:prSet presAssocID="{D98EEB95-4ACD-4F2C-A7DF-B91E6B5A1D17}" presName="negativeSpace" presStyleCnt="0"/>
      <dgm:spPr/>
    </dgm:pt>
    <dgm:pt modelId="{1E3BCAAE-1AB9-45AF-830C-E6101C7FB3E3}" type="pres">
      <dgm:prSet presAssocID="{D98EEB95-4ACD-4F2C-A7DF-B91E6B5A1D1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A84BD809-3528-4669-A71E-364FC2727144}" srcId="{950AC66B-C69D-494B-8D0C-3D8D5AC02CC4}" destId="{D98EEB95-4ACD-4F2C-A7DF-B91E6B5A1D17}" srcOrd="2" destOrd="0" parTransId="{6EC7BF6D-428D-481F-923A-971AD2D51F24}" sibTransId="{A675CC5A-543C-4E91-A743-1DB0345D93E3}"/>
    <dgm:cxn modelId="{3582B729-3FAC-4896-8453-485EA2E1CB66}" type="presOf" srcId="{C369C9A9-84D3-4569-B075-5E5326B4ED0F}" destId="{9E455305-5F00-41C4-9F0A-22E3EFF04F2A}" srcOrd="0" destOrd="0" presId="urn:microsoft.com/office/officeart/2005/8/layout/list1"/>
    <dgm:cxn modelId="{786E652B-F2CD-42E7-928E-6685FF20943B}" type="presOf" srcId="{D98EEB95-4ACD-4F2C-A7DF-B91E6B5A1D17}" destId="{34A6FB70-91BF-4923-B868-F5377B03DA1A}" srcOrd="1" destOrd="0" presId="urn:microsoft.com/office/officeart/2005/8/layout/list1"/>
    <dgm:cxn modelId="{2AE5775B-7DFC-4125-9AF6-9365631CA0B4}" type="presOf" srcId="{D98EEB95-4ACD-4F2C-A7DF-B91E6B5A1D17}" destId="{9499E7F9-F6A9-4501-BD3B-55DAD0A158AE}" srcOrd="0" destOrd="0" presId="urn:microsoft.com/office/officeart/2005/8/layout/list1"/>
    <dgm:cxn modelId="{A5798B5D-C8F2-4902-8303-DC607F5565EA}" type="presOf" srcId="{01DF72D6-84A1-4960-AFC5-5A6C5C673AC7}" destId="{80C7E67C-C7E2-44EB-9487-B848AFC18483}" srcOrd="0" destOrd="0" presId="urn:microsoft.com/office/officeart/2005/8/layout/list1"/>
    <dgm:cxn modelId="{02E2B342-63A6-4B86-AE93-2F1CEBEAA891}" type="presOf" srcId="{950AC66B-C69D-494B-8D0C-3D8D5AC02CC4}" destId="{94498BF0-7847-44E5-AAAC-3491F16893E6}" srcOrd="0" destOrd="0" presId="urn:microsoft.com/office/officeart/2005/8/layout/list1"/>
    <dgm:cxn modelId="{8C1F3B63-2560-414B-927D-2B482FBA159D}" type="presOf" srcId="{9A622432-49D6-483A-9F96-F8413EE9D397}" destId="{D3D78F7C-0472-4AAD-8AAE-C4F0E9FB2D61}" srcOrd="0" destOrd="0" presId="urn:microsoft.com/office/officeart/2005/8/layout/list1"/>
    <dgm:cxn modelId="{01E7A144-0309-48B5-8A00-4CE211D08B50}" type="presOf" srcId="{C369C9A9-84D3-4569-B075-5E5326B4ED0F}" destId="{A8968F2E-FB1A-402B-A70C-05F1EC8B8401}" srcOrd="1" destOrd="0" presId="urn:microsoft.com/office/officeart/2005/8/layout/list1"/>
    <dgm:cxn modelId="{6FC5B669-4251-4361-B286-29ADDD1A7C8F}" type="presOf" srcId="{9A622432-49D6-483A-9F96-F8413EE9D397}" destId="{3103C55D-327C-4107-817A-3048092245DD}" srcOrd="1" destOrd="0" presId="urn:microsoft.com/office/officeart/2005/8/layout/list1"/>
    <dgm:cxn modelId="{DAEA126A-9336-436F-BCB6-3A875E1C485F}" srcId="{C369C9A9-84D3-4569-B075-5E5326B4ED0F}" destId="{928054B1-1D8F-4D8B-88C0-DAD19170063C}" srcOrd="0" destOrd="0" parTransId="{6133E993-5709-48D5-92E8-7C95F1FACBFE}" sibTransId="{5E2E6733-C514-4689-8BEB-B1C8DB364CB3}"/>
    <dgm:cxn modelId="{7EBB5C91-A657-4EA3-8592-42F50CA1E5BA}" type="presOf" srcId="{40CEC1D4-3252-44CB-B1E4-0935A0C9DD34}" destId="{80C7E67C-C7E2-44EB-9487-B848AFC18483}" srcOrd="0" destOrd="1" presId="urn:microsoft.com/office/officeart/2005/8/layout/list1"/>
    <dgm:cxn modelId="{E85843B1-C483-48A6-A379-93CA202980C4}" type="presOf" srcId="{928054B1-1D8F-4D8B-88C0-DAD19170063C}" destId="{E41C03F5-3926-48CA-AFEF-50F4541770A8}" srcOrd="0" destOrd="0" presId="urn:microsoft.com/office/officeart/2005/8/layout/list1"/>
    <dgm:cxn modelId="{99790AD4-8B97-4431-874C-5A4AA1DB73CA}" srcId="{950AC66B-C69D-494B-8D0C-3D8D5AC02CC4}" destId="{C369C9A9-84D3-4569-B075-5E5326B4ED0F}" srcOrd="0" destOrd="0" parTransId="{48A1DFA5-C5EA-4D64-B7CD-2622F3CAE816}" sibTransId="{BA900861-6E48-4EF2-981B-1CAA444E7DAD}"/>
    <dgm:cxn modelId="{56C76DEB-2B14-4820-8AD1-91549A37E4F9}" srcId="{9A622432-49D6-483A-9F96-F8413EE9D397}" destId="{40CEC1D4-3252-44CB-B1E4-0935A0C9DD34}" srcOrd="1" destOrd="0" parTransId="{01AB2121-9A37-4A87-A535-2D5F0401A7FA}" sibTransId="{A7BE6790-F087-403F-B4C0-2AB08B83979E}"/>
    <dgm:cxn modelId="{18DD70F7-E17B-4201-9BE7-628414B9DCEA}" srcId="{950AC66B-C69D-494B-8D0C-3D8D5AC02CC4}" destId="{9A622432-49D6-483A-9F96-F8413EE9D397}" srcOrd="1" destOrd="0" parTransId="{037F4810-5FC6-44C7-8623-7167FCC8EE3A}" sibTransId="{81A3D263-21E7-49C1-B588-F08D898D080E}"/>
    <dgm:cxn modelId="{EB76E2FB-0D9E-4B8B-9DF6-1557ECB1C3D3}" srcId="{9A622432-49D6-483A-9F96-F8413EE9D397}" destId="{01DF72D6-84A1-4960-AFC5-5A6C5C673AC7}" srcOrd="0" destOrd="0" parTransId="{CF533A60-5966-4815-9FB6-37320EBECA4F}" sibTransId="{69080739-2F36-48D8-AE15-1358599FCC72}"/>
    <dgm:cxn modelId="{8C32D8B8-D70F-478F-B79A-627C1CE9E52F}" type="presParOf" srcId="{94498BF0-7847-44E5-AAAC-3491F16893E6}" destId="{5F52854F-8259-4E84-AC4B-1FE0B8660F6D}" srcOrd="0" destOrd="0" presId="urn:microsoft.com/office/officeart/2005/8/layout/list1"/>
    <dgm:cxn modelId="{2B865498-DB78-4E58-85F8-1484E75DA6E3}" type="presParOf" srcId="{5F52854F-8259-4E84-AC4B-1FE0B8660F6D}" destId="{9E455305-5F00-41C4-9F0A-22E3EFF04F2A}" srcOrd="0" destOrd="0" presId="urn:microsoft.com/office/officeart/2005/8/layout/list1"/>
    <dgm:cxn modelId="{A2D811AF-FB6D-4478-A53C-5749540C2D5E}" type="presParOf" srcId="{5F52854F-8259-4E84-AC4B-1FE0B8660F6D}" destId="{A8968F2E-FB1A-402B-A70C-05F1EC8B8401}" srcOrd="1" destOrd="0" presId="urn:microsoft.com/office/officeart/2005/8/layout/list1"/>
    <dgm:cxn modelId="{39FF975D-7996-43E6-B63B-CAD74E33918F}" type="presParOf" srcId="{94498BF0-7847-44E5-AAAC-3491F16893E6}" destId="{9AC0A0EC-4C63-4443-960C-C8767BFC5734}" srcOrd="1" destOrd="0" presId="urn:microsoft.com/office/officeart/2005/8/layout/list1"/>
    <dgm:cxn modelId="{251D254C-B61D-4543-ABD8-E8AFB04A02D4}" type="presParOf" srcId="{94498BF0-7847-44E5-AAAC-3491F16893E6}" destId="{E41C03F5-3926-48CA-AFEF-50F4541770A8}" srcOrd="2" destOrd="0" presId="urn:microsoft.com/office/officeart/2005/8/layout/list1"/>
    <dgm:cxn modelId="{ACDA86E2-C9E1-45AD-A95B-801053C5E9A7}" type="presParOf" srcId="{94498BF0-7847-44E5-AAAC-3491F16893E6}" destId="{A0C0AF1A-2B40-4CBA-B163-3AB6935425C0}" srcOrd="3" destOrd="0" presId="urn:microsoft.com/office/officeart/2005/8/layout/list1"/>
    <dgm:cxn modelId="{4F03C97D-E24A-40FE-B119-CD8BC561A296}" type="presParOf" srcId="{94498BF0-7847-44E5-AAAC-3491F16893E6}" destId="{5EF66399-E6D2-457F-AC01-3C3BB4B7EA58}" srcOrd="4" destOrd="0" presId="urn:microsoft.com/office/officeart/2005/8/layout/list1"/>
    <dgm:cxn modelId="{211C74CD-1538-41D0-BC81-8A4CF673404E}" type="presParOf" srcId="{5EF66399-E6D2-457F-AC01-3C3BB4B7EA58}" destId="{D3D78F7C-0472-4AAD-8AAE-C4F0E9FB2D61}" srcOrd="0" destOrd="0" presId="urn:microsoft.com/office/officeart/2005/8/layout/list1"/>
    <dgm:cxn modelId="{62ED053B-720F-4437-97DC-C5002D754C52}" type="presParOf" srcId="{5EF66399-E6D2-457F-AC01-3C3BB4B7EA58}" destId="{3103C55D-327C-4107-817A-3048092245DD}" srcOrd="1" destOrd="0" presId="urn:microsoft.com/office/officeart/2005/8/layout/list1"/>
    <dgm:cxn modelId="{6B46D6DE-94DC-48A5-8558-10F5D6818A99}" type="presParOf" srcId="{94498BF0-7847-44E5-AAAC-3491F16893E6}" destId="{7BE661BE-FEFF-4419-A661-9A8430C79A32}" srcOrd="5" destOrd="0" presId="urn:microsoft.com/office/officeart/2005/8/layout/list1"/>
    <dgm:cxn modelId="{2E05B235-4954-406D-A762-408D7BBD42B1}" type="presParOf" srcId="{94498BF0-7847-44E5-AAAC-3491F16893E6}" destId="{80C7E67C-C7E2-44EB-9487-B848AFC18483}" srcOrd="6" destOrd="0" presId="urn:microsoft.com/office/officeart/2005/8/layout/list1"/>
    <dgm:cxn modelId="{CD13A1E0-D7AF-466D-A9CB-46F6683EA07A}" type="presParOf" srcId="{94498BF0-7847-44E5-AAAC-3491F16893E6}" destId="{BE8E603E-A603-4C8F-A184-55364F1094E8}" srcOrd="7" destOrd="0" presId="urn:microsoft.com/office/officeart/2005/8/layout/list1"/>
    <dgm:cxn modelId="{979B6946-7C13-4CF0-85E3-9A3D74608B0B}" type="presParOf" srcId="{94498BF0-7847-44E5-AAAC-3491F16893E6}" destId="{BBDC55FD-15F4-468F-B753-5946791E5BC5}" srcOrd="8" destOrd="0" presId="urn:microsoft.com/office/officeart/2005/8/layout/list1"/>
    <dgm:cxn modelId="{55AC93A0-4E64-461A-9739-52237D5248BA}" type="presParOf" srcId="{BBDC55FD-15F4-468F-B753-5946791E5BC5}" destId="{9499E7F9-F6A9-4501-BD3B-55DAD0A158AE}" srcOrd="0" destOrd="0" presId="urn:microsoft.com/office/officeart/2005/8/layout/list1"/>
    <dgm:cxn modelId="{4F1D673A-83AF-4656-8F90-E885DA26ADED}" type="presParOf" srcId="{BBDC55FD-15F4-468F-B753-5946791E5BC5}" destId="{34A6FB70-91BF-4923-B868-F5377B03DA1A}" srcOrd="1" destOrd="0" presId="urn:microsoft.com/office/officeart/2005/8/layout/list1"/>
    <dgm:cxn modelId="{C0A0AC8E-E4F7-4272-9278-5C53C8219BBA}" type="presParOf" srcId="{94498BF0-7847-44E5-AAAC-3491F16893E6}" destId="{BB4C1E1E-0F3B-4A71-9888-BA2AD04ACEC4}" srcOrd="9" destOrd="0" presId="urn:microsoft.com/office/officeart/2005/8/layout/list1"/>
    <dgm:cxn modelId="{02764F8B-D4F3-434D-9574-E221FA398146}" type="presParOf" srcId="{94498BF0-7847-44E5-AAAC-3491F16893E6}" destId="{1E3BCAAE-1AB9-45AF-830C-E6101C7FB3E3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6055808-DAED-4E31-8BEF-6CA4B9B5DFEF}" type="doc">
      <dgm:prSet loTypeId="urn:microsoft.com/office/officeart/2005/8/layout/process4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42EAE4E-B655-4DF3-AC2A-4CE6A9A1B08B}">
      <dgm:prSet/>
      <dgm:spPr/>
      <dgm:t>
        <a:bodyPr/>
        <a:lstStyle/>
        <a:p>
          <a:r>
            <a:rPr lang="en-US" i="0" baseline="0" dirty="0"/>
            <a:t>Alma-Ata Conference (USSR, 1978) introduced a broader, community-focused concept</a:t>
          </a:r>
          <a:endParaRPr lang="en-US" dirty="0"/>
        </a:p>
      </dgm:t>
    </dgm:pt>
    <dgm:pt modelId="{16D05ED5-F415-470B-8342-80B8EACCBE89}" type="parTrans" cxnId="{E5E40BD8-A664-45AB-A7FA-5CED4E069745}">
      <dgm:prSet/>
      <dgm:spPr/>
      <dgm:t>
        <a:bodyPr/>
        <a:lstStyle/>
        <a:p>
          <a:endParaRPr lang="en-US"/>
        </a:p>
      </dgm:t>
    </dgm:pt>
    <dgm:pt modelId="{89156CAE-B880-42C3-B1C0-83BB32008BDC}" type="sibTrans" cxnId="{E5E40BD8-A664-45AB-A7FA-5CED4E069745}">
      <dgm:prSet/>
      <dgm:spPr/>
      <dgm:t>
        <a:bodyPr/>
        <a:lstStyle/>
        <a:p>
          <a:endParaRPr lang="en-US"/>
        </a:p>
      </dgm:t>
    </dgm:pt>
    <dgm:pt modelId="{E46AC58B-A8F4-46D3-BC1D-DD4B2FC2CBD4}">
      <dgm:prSet/>
      <dgm:spPr/>
      <dgm:t>
        <a:bodyPr/>
        <a:lstStyle/>
        <a:p>
          <a:r>
            <a:rPr lang="en-US" i="1" baseline="0" dirty="0"/>
            <a:t>“Essential health care made universally accessible to individuals and acceptable to them, through their full participation and at a cost the community and country can afford.” – WHO, 1978</a:t>
          </a:r>
          <a:endParaRPr lang="en-US" dirty="0"/>
        </a:p>
      </dgm:t>
    </dgm:pt>
    <dgm:pt modelId="{97881847-0DCA-4AA1-951A-0608EDA9C554}" type="parTrans" cxnId="{473C61E2-7BD6-4ADC-9689-3A30968B22B9}">
      <dgm:prSet/>
      <dgm:spPr/>
      <dgm:t>
        <a:bodyPr/>
        <a:lstStyle/>
        <a:p>
          <a:endParaRPr lang="en-US"/>
        </a:p>
      </dgm:t>
    </dgm:pt>
    <dgm:pt modelId="{81A36724-EC43-448E-96A4-BFDEE33973A6}" type="sibTrans" cxnId="{473C61E2-7BD6-4ADC-9689-3A30968B22B9}">
      <dgm:prSet/>
      <dgm:spPr/>
      <dgm:t>
        <a:bodyPr/>
        <a:lstStyle/>
        <a:p>
          <a:endParaRPr lang="en-US"/>
        </a:p>
      </dgm:t>
    </dgm:pt>
    <dgm:pt modelId="{F3EE1BC0-2A80-4503-B7A6-EEB66FF908B6}">
      <dgm:prSet/>
      <dgm:spPr/>
      <dgm:t>
        <a:bodyPr/>
        <a:lstStyle/>
        <a:p>
          <a:r>
            <a:rPr lang="en-US" i="0" baseline="0"/>
            <a:t>Core Principles:</a:t>
          </a:r>
          <a:endParaRPr lang="en-US"/>
        </a:p>
      </dgm:t>
    </dgm:pt>
    <dgm:pt modelId="{9BD2DC99-5198-4871-B255-FE9D865AE796}" type="parTrans" cxnId="{4B5DA9B9-F808-4AA9-B5D8-9E1BBE420796}">
      <dgm:prSet/>
      <dgm:spPr/>
      <dgm:t>
        <a:bodyPr/>
        <a:lstStyle/>
        <a:p>
          <a:endParaRPr lang="en-US"/>
        </a:p>
      </dgm:t>
    </dgm:pt>
    <dgm:pt modelId="{4BB22741-0FCD-4843-9397-5A85AFA3F5B4}" type="sibTrans" cxnId="{4B5DA9B9-F808-4AA9-B5D8-9E1BBE420796}">
      <dgm:prSet/>
      <dgm:spPr/>
      <dgm:t>
        <a:bodyPr/>
        <a:lstStyle/>
        <a:p>
          <a:endParaRPr lang="en-US"/>
        </a:p>
      </dgm:t>
    </dgm:pt>
    <dgm:pt modelId="{C603CEBE-CE9E-4F90-87E5-743F1642D299}">
      <dgm:prSet/>
      <dgm:spPr/>
      <dgm:t>
        <a:bodyPr/>
        <a:lstStyle/>
        <a:p>
          <a:r>
            <a:rPr lang="en-US" i="0" baseline="0"/>
            <a:t>Universal accessibility</a:t>
          </a:r>
          <a:endParaRPr lang="en-US"/>
        </a:p>
      </dgm:t>
    </dgm:pt>
    <dgm:pt modelId="{0811703C-3D95-4A46-BB48-CACB1C0D8304}" type="parTrans" cxnId="{5DCD9A55-B26F-428F-AF16-C0FA61C4B053}">
      <dgm:prSet/>
      <dgm:spPr/>
      <dgm:t>
        <a:bodyPr/>
        <a:lstStyle/>
        <a:p>
          <a:endParaRPr lang="en-US"/>
        </a:p>
      </dgm:t>
    </dgm:pt>
    <dgm:pt modelId="{31B6BB55-F8E7-444C-B955-199363CEF698}" type="sibTrans" cxnId="{5DCD9A55-B26F-428F-AF16-C0FA61C4B053}">
      <dgm:prSet/>
      <dgm:spPr/>
      <dgm:t>
        <a:bodyPr/>
        <a:lstStyle/>
        <a:p>
          <a:endParaRPr lang="en-US"/>
        </a:p>
      </dgm:t>
    </dgm:pt>
    <dgm:pt modelId="{06515411-9933-4656-82E0-59AD6F83A71A}">
      <dgm:prSet/>
      <dgm:spPr/>
      <dgm:t>
        <a:bodyPr/>
        <a:lstStyle/>
        <a:p>
          <a:r>
            <a:rPr lang="en-US" i="0" baseline="0"/>
            <a:t>Community participation</a:t>
          </a:r>
          <a:endParaRPr lang="en-US"/>
        </a:p>
      </dgm:t>
    </dgm:pt>
    <dgm:pt modelId="{CDEAC76E-3F79-4567-B481-04751398FA4E}" type="parTrans" cxnId="{679B91C3-4F28-473C-8003-036B6FF233B4}">
      <dgm:prSet/>
      <dgm:spPr/>
      <dgm:t>
        <a:bodyPr/>
        <a:lstStyle/>
        <a:p>
          <a:endParaRPr lang="en-US"/>
        </a:p>
      </dgm:t>
    </dgm:pt>
    <dgm:pt modelId="{E2AA66CA-8516-4CD6-9491-4CAB53B1C043}" type="sibTrans" cxnId="{679B91C3-4F28-473C-8003-036B6FF233B4}">
      <dgm:prSet/>
      <dgm:spPr/>
      <dgm:t>
        <a:bodyPr/>
        <a:lstStyle/>
        <a:p>
          <a:endParaRPr lang="en-US"/>
        </a:p>
      </dgm:t>
    </dgm:pt>
    <dgm:pt modelId="{6DD099A1-882A-441D-BDC4-0B9DA2858356}">
      <dgm:prSet/>
      <dgm:spPr/>
      <dgm:t>
        <a:bodyPr/>
        <a:lstStyle/>
        <a:p>
          <a:r>
            <a:rPr lang="en-US" i="0" baseline="0"/>
            <a:t>Affordability &amp; sustainability</a:t>
          </a:r>
          <a:endParaRPr lang="en-US"/>
        </a:p>
      </dgm:t>
    </dgm:pt>
    <dgm:pt modelId="{4617CD99-29F2-4650-A0F0-B9CD2F654E8E}" type="parTrans" cxnId="{9E7F4AA7-E8A4-4CB2-8909-22533CCA50BA}">
      <dgm:prSet/>
      <dgm:spPr/>
      <dgm:t>
        <a:bodyPr/>
        <a:lstStyle/>
        <a:p>
          <a:endParaRPr lang="en-US"/>
        </a:p>
      </dgm:t>
    </dgm:pt>
    <dgm:pt modelId="{30500ED2-75EA-48AA-9249-62D3287E8629}" type="sibTrans" cxnId="{9E7F4AA7-E8A4-4CB2-8909-22533CCA50BA}">
      <dgm:prSet/>
      <dgm:spPr/>
      <dgm:t>
        <a:bodyPr/>
        <a:lstStyle/>
        <a:p>
          <a:endParaRPr lang="en-US"/>
        </a:p>
      </dgm:t>
    </dgm:pt>
    <dgm:pt modelId="{B32F0584-603A-4034-977D-AB551E7DD38D}" type="pres">
      <dgm:prSet presAssocID="{66055808-DAED-4E31-8BEF-6CA4B9B5DFEF}" presName="Name0" presStyleCnt="0">
        <dgm:presLayoutVars>
          <dgm:dir/>
          <dgm:animLvl val="lvl"/>
          <dgm:resizeHandles val="exact"/>
        </dgm:presLayoutVars>
      </dgm:prSet>
      <dgm:spPr/>
    </dgm:pt>
    <dgm:pt modelId="{22D0A021-C4EF-4271-B86D-5F13FC4EF7F0}" type="pres">
      <dgm:prSet presAssocID="{F3EE1BC0-2A80-4503-B7A6-EEB66FF908B6}" presName="boxAndChildren" presStyleCnt="0"/>
      <dgm:spPr/>
    </dgm:pt>
    <dgm:pt modelId="{792CCD09-2ADF-4B62-B639-BDDA21AFA135}" type="pres">
      <dgm:prSet presAssocID="{F3EE1BC0-2A80-4503-B7A6-EEB66FF908B6}" presName="parentTextBox" presStyleLbl="node1" presStyleIdx="0" presStyleCnt="3"/>
      <dgm:spPr/>
    </dgm:pt>
    <dgm:pt modelId="{F91B6F37-FCCF-464D-A781-A9FD81164CCF}" type="pres">
      <dgm:prSet presAssocID="{F3EE1BC0-2A80-4503-B7A6-EEB66FF908B6}" presName="entireBox" presStyleLbl="node1" presStyleIdx="0" presStyleCnt="3"/>
      <dgm:spPr/>
    </dgm:pt>
    <dgm:pt modelId="{396CB7CD-BA2E-4F0F-8765-664DA80EB8BB}" type="pres">
      <dgm:prSet presAssocID="{F3EE1BC0-2A80-4503-B7A6-EEB66FF908B6}" presName="descendantBox" presStyleCnt="0"/>
      <dgm:spPr/>
    </dgm:pt>
    <dgm:pt modelId="{879CB783-EEA5-4E00-A515-AFF8E0672EC6}" type="pres">
      <dgm:prSet presAssocID="{C603CEBE-CE9E-4F90-87E5-743F1642D299}" presName="childTextBox" presStyleLbl="fgAccFollowNode1" presStyleIdx="0" presStyleCnt="3">
        <dgm:presLayoutVars>
          <dgm:bulletEnabled val="1"/>
        </dgm:presLayoutVars>
      </dgm:prSet>
      <dgm:spPr/>
    </dgm:pt>
    <dgm:pt modelId="{F66B2CFA-AC39-416E-8AC4-D128950EDB4D}" type="pres">
      <dgm:prSet presAssocID="{06515411-9933-4656-82E0-59AD6F83A71A}" presName="childTextBox" presStyleLbl="fgAccFollowNode1" presStyleIdx="1" presStyleCnt="3">
        <dgm:presLayoutVars>
          <dgm:bulletEnabled val="1"/>
        </dgm:presLayoutVars>
      </dgm:prSet>
      <dgm:spPr/>
    </dgm:pt>
    <dgm:pt modelId="{B0EFD593-6E79-43A0-AFED-1AB4DB43006C}" type="pres">
      <dgm:prSet presAssocID="{6DD099A1-882A-441D-BDC4-0B9DA2858356}" presName="childTextBox" presStyleLbl="fgAccFollowNode1" presStyleIdx="2" presStyleCnt="3">
        <dgm:presLayoutVars>
          <dgm:bulletEnabled val="1"/>
        </dgm:presLayoutVars>
      </dgm:prSet>
      <dgm:spPr/>
    </dgm:pt>
    <dgm:pt modelId="{72965A5E-70E7-49D8-83FD-1B41DE95D3AA}" type="pres">
      <dgm:prSet presAssocID="{81A36724-EC43-448E-96A4-BFDEE33973A6}" presName="sp" presStyleCnt="0"/>
      <dgm:spPr/>
    </dgm:pt>
    <dgm:pt modelId="{3394C155-3CB8-439C-8404-9164DFE972DD}" type="pres">
      <dgm:prSet presAssocID="{E46AC58B-A8F4-46D3-BC1D-DD4B2FC2CBD4}" presName="arrowAndChildren" presStyleCnt="0"/>
      <dgm:spPr/>
    </dgm:pt>
    <dgm:pt modelId="{BC88F2E9-9E6E-40FF-B6DE-517A21C2F3A2}" type="pres">
      <dgm:prSet presAssocID="{E46AC58B-A8F4-46D3-BC1D-DD4B2FC2CBD4}" presName="parentTextArrow" presStyleLbl="node1" presStyleIdx="1" presStyleCnt="3"/>
      <dgm:spPr/>
    </dgm:pt>
    <dgm:pt modelId="{D872384F-2C8A-43B9-9D32-1E941EBD57F1}" type="pres">
      <dgm:prSet presAssocID="{89156CAE-B880-42C3-B1C0-83BB32008BDC}" presName="sp" presStyleCnt="0"/>
      <dgm:spPr/>
    </dgm:pt>
    <dgm:pt modelId="{E069BB2F-8C7A-4FD5-B8E3-AD1692015893}" type="pres">
      <dgm:prSet presAssocID="{742EAE4E-B655-4DF3-AC2A-4CE6A9A1B08B}" presName="arrowAndChildren" presStyleCnt="0"/>
      <dgm:spPr/>
    </dgm:pt>
    <dgm:pt modelId="{67D98D94-A48D-4ACA-B53C-56E0AC04B959}" type="pres">
      <dgm:prSet presAssocID="{742EAE4E-B655-4DF3-AC2A-4CE6A9A1B08B}" presName="parentTextArrow" presStyleLbl="node1" presStyleIdx="2" presStyleCnt="3"/>
      <dgm:spPr/>
    </dgm:pt>
  </dgm:ptLst>
  <dgm:cxnLst>
    <dgm:cxn modelId="{9CD02209-8FFD-412B-8D85-DF51985316EB}" type="presOf" srcId="{66055808-DAED-4E31-8BEF-6CA4B9B5DFEF}" destId="{B32F0584-603A-4034-977D-AB551E7DD38D}" srcOrd="0" destOrd="0" presId="urn:microsoft.com/office/officeart/2005/8/layout/process4"/>
    <dgm:cxn modelId="{4089D20C-70A1-4128-A255-7BC704D4E59E}" type="presOf" srcId="{E46AC58B-A8F4-46D3-BC1D-DD4B2FC2CBD4}" destId="{BC88F2E9-9E6E-40FF-B6DE-517A21C2F3A2}" srcOrd="0" destOrd="0" presId="urn:microsoft.com/office/officeart/2005/8/layout/process4"/>
    <dgm:cxn modelId="{EBF3791C-6964-4B5E-BC55-4E616680E57E}" type="presOf" srcId="{C603CEBE-CE9E-4F90-87E5-743F1642D299}" destId="{879CB783-EEA5-4E00-A515-AFF8E0672EC6}" srcOrd="0" destOrd="0" presId="urn:microsoft.com/office/officeart/2005/8/layout/process4"/>
    <dgm:cxn modelId="{CB7B746F-3224-4125-A7FF-2050AD023983}" type="presOf" srcId="{F3EE1BC0-2A80-4503-B7A6-EEB66FF908B6}" destId="{792CCD09-2ADF-4B62-B639-BDDA21AFA135}" srcOrd="0" destOrd="0" presId="urn:microsoft.com/office/officeart/2005/8/layout/process4"/>
    <dgm:cxn modelId="{5DCD9A55-B26F-428F-AF16-C0FA61C4B053}" srcId="{F3EE1BC0-2A80-4503-B7A6-EEB66FF908B6}" destId="{C603CEBE-CE9E-4F90-87E5-743F1642D299}" srcOrd="0" destOrd="0" parTransId="{0811703C-3D95-4A46-BB48-CACB1C0D8304}" sibTransId="{31B6BB55-F8E7-444C-B955-199363CEF698}"/>
    <dgm:cxn modelId="{44EEF855-17D9-4CBA-A67C-05D64BF6DFE3}" type="presOf" srcId="{F3EE1BC0-2A80-4503-B7A6-EEB66FF908B6}" destId="{F91B6F37-FCCF-464D-A781-A9FD81164CCF}" srcOrd="1" destOrd="0" presId="urn:microsoft.com/office/officeart/2005/8/layout/process4"/>
    <dgm:cxn modelId="{ECE085A0-A588-454E-90E8-C8D870CE385A}" type="presOf" srcId="{742EAE4E-B655-4DF3-AC2A-4CE6A9A1B08B}" destId="{67D98D94-A48D-4ACA-B53C-56E0AC04B959}" srcOrd="0" destOrd="0" presId="urn:microsoft.com/office/officeart/2005/8/layout/process4"/>
    <dgm:cxn modelId="{9E7F4AA7-E8A4-4CB2-8909-22533CCA50BA}" srcId="{F3EE1BC0-2A80-4503-B7A6-EEB66FF908B6}" destId="{6DD099A1-882A-441D-BDC4-0B9DA2858356}" srcOrd="2" destOrd="0" parTransId="{4617CD99-29F2-4650-A0F0-B9CD2F654E8E}" sibTransId="{30500ED2-75EA-48AA-9249-62D3287E8629}"/>
    <dgm:cxn modelId="{4B5DA9B9-F808-4AA9-B5D8-9E1BBE420796}" srcId="{66055808-DAED-4E31-8BEF-6CA4B9B5DFEF}" destId="{F3EE1BC0-2A80-4503-B7A6-EEB66FF908B6}" srcOrd="2" destOrd="0" parTransId="{9BD2DC99-5198-4871-B255-FE9D865AE796}" sibTransId="{4BB22741-0FCD-4843-9397-5A85AFA3F5B4}"/>
    <dgm:cxn modelId="{290AEFBF-5A69-4DB7-A1E6-A9F2C29474EC}" type="presOf" srcId="{6DD099A1-882A-441D-BDC4-0B9DA2858356}" destId="{B0EFD593-6E79-43A0-AFED-1AB4DB43006C}" srcOrd="0" destOrd="0" presId="urn:microsoft.com/office/officeart/2005/8/layout/process4"/>
    <dgm:cxn modelId="{679B91C3-4F28-473C-8003-036B6FF233B4}" srcId="{F3EE1BC0-2A80-4503-B7A6-EEB66FF908B6}" destId="{06515411-9933-4656-82E0-59AD6F83A71A}" srcOrd="1" destOrd="0" parTransId="{CDEAC76E-3F79-4567-B481-04751398FA4E}" sibTransId="{E2AA66CA-8516-4CD6-9491-4CAB53B1C043}"/>
    <dgm:cxn modelId="{E5E40BD8-A664-45AB-A7FA-5CED4E069745}" srcId="{66055808-DAED-4E31-8BEF-6CA4B9B5DFEF}" destId="{742EAE4E-B655-4DF3-AC2A-4CE6A9A1B08B}" srcOrd="0" destOrd="0" parTransId="{16D05ED5-F415-470B-8342-80B8EACCBE89}" sibTransId="{89156CAE-B880-42C3-B1C0-83BB32008BDC}"/>
    <dgm:cxn modelId="{473C61E2-7BD6-4ADC-9689-3A30968B22B9}" srcId="{66055808-DAED-4E31-8BEF-6CA4B9B5DFEF}" destId="{E46AC58B-A8F4-46D3-BC1D-DD4B2FC2CBD4}" srcOrd="1" destOrd="0" parTransId="{97881847-0DCA-4AA1-951A-0608EDA9C554}" sibTransId="{81A36724-EC43-448E-96A4-BFDEE33973A6}"/>
    <dgm:cxn modelId="{2CEC01F1-71D9-41A9-817D-4EB8017595BB}" type="presOf" srcId="{06515411-9933-4656-82E0-59AD6F83A71A}" destId="{F66B2CFA-AC39-416E-8AC4-D128950EDB4D}" srcOrd="0" destOrd="0" presId="urn:microsoft.com/office/officeart/2005/8/layout/process4"/>
    <dgm:cxn modelId="{B2D5A52C-A905-4822-92BC-23F510749DAD}" type="presParOf" srcId="{B32F0584-603A-4034-977D-AB551E7DD38D}" destId="{22D0A021-C4EF-4271-B86D-5F13FC4EF7F0}" srcOrd="0" destOrd="0" presId="urn:microsoft.com/office/officeart/2005/8/layout/process4"/>
    <dgm:cxn modelId="{F655C543-46EB-4143-A7C4-1D07F044E82C}" type="presParOf" srcId="{22D0A021-C4EF-4271-B86D-5F13FC4EF7F0}" destId="{792CCD09-2ADF-4B62-B639-BDDA21AFA135}" srcOrd="0" destOrd="0" presId="urn:microsoft.com/office/officeart/2005/8/layout/process4"/>
    <dgm:cxn modelId="{F7340FE8-C8DA-4ABB-8EAE-69D0778D1CAE}" type="presParOf" srcId="{22D0A021-C4EF-4271-B86D-5F13FC4EF7F0}" destId="{F91B6F37-FCCF-464D-A781-A9FD81164CCF}" srcOrd="1" destOrd="0" presId="urn:microsoft.com/office/officeart/2005/8/layout/process4"/>
    <dgm:cxn modelId="{4F4857B1-A4C0-4158-B47C-B8092A24AF8E}" type="presParOf" srcId="{22D0A021-C4EF-4271-B86D-5F13FC4EF7F0}" destId="{396CB7CD-BA2E-4F0F-8765-664DA80EB8BB}" srcOrd="2" destOrd="0" presId="urn:microsoft.com/office/officeart/2005/8/layout/process4"/>
    <dgm:cxn modelId="{CC6B90DC-32AD-4DEB-886F-CEA63C62A4C8}" type="presParOf" srcId="{396CB7CD-BA2E-4F0F-8765-664DA80EB8BB}" destId="{879CB783-EEA5-4E00-A515-AFF8E0672EC6}" srcOrd="0" destOrd="0" presId="urn:microsoft.com/office/officeart/2005/8/layout/process4"/>
    <dgm:cxn modelId="{40F62EE6-014A-4D4A-80FC-EB6CCC3612E3}" type="presParOf" srcId="{396CB7CD-BA2E-4F0F-8765-664DA80EB8BB}" destId="{F66B2CFA-AC39-416E-8AC4-D128950EDB4D}" srcOrd="1" destOrd="0" presId="urn:microsoft.com/office/officeart/2005/8/layout/process4"/>
    <dgm:cxn modelId="{8A52CB69-E391-4CDB-B554-8F19DEE47124}" type="presParOf" srcId="{396CB7CD-BA2E-4F0F-8765-664DA80EB8BB}" destId="{B0EFD593-6E79-43A0-AFED-1AB4DB43006C}" srcOrd="2" destOrd="0" presId="urn:microsoft.com/office/officeart/2005/8/layout/process4"/>
    <dgm:cxn modelId="{5F960BCA-7256-46E0-A444-583904A39AF1}" type="presParOf" srcId="{B32F0584-603A-4034-977D-AB551E7DD38D}" destId="{72965A5E-70E7-49D8-83FD-1B41DE95D3AA}" srcOrd="1" destOrd="0" presId="urn:microsoft.com/office/officeart/2005/8/layout/process4"/>
    <dgm:cxn modelId="{D0C85D62-1F26-41C5-B9D2-1BF07FC1E1BC}" type="presParOf" srcId="{B32F0584-603A-4034-977D-AB551E7DD38D}" destId="{3394C155-3CB8-439C-8404-9164DFE972DD}" srcOrd="2" destOrd="0" presId="urn:microsoft.com/office/officeart/2005/8/layout/process4"/>
    <dgm:cxn modelId="{FC2D0E3C-10E7-4A35-A369-9ADFEFD13897}" type="presParOf" srcId="{3394C155-3CB8-439C-8404-9164DFE972DD}" destId="{BC88F2E9-9E6E-40FF-B6DE-517A21C2F3A2}" srcOrd="0" destOrd="0" presId="urn:microsoft.com/office/officeart/2005/8/layout/process4"/>
    <dgm:cxn modelId="{FC55323B-8FB0-43A9-AC9F-C9CBC2A6E454}" type="presParOf" srcId="{B32F0584-603A-4034-977D-AB551E7DD38D}" destId="{D872384F-2C8A-43B9-9D32-1E941EBD57F1}" srcOrd="3" destOrd="0" presId="urn:microsoft.com/office/officeart/2005/8/layout/process4"/>
    <dgm:cxn modelId="{277FE578-5EAA-4959-A5E9-D569540556FF}" type="presParOf" srcId="{B32F0584-603A-4034-977D-AB551E7DD38D}" destId="{E069BB2F-8C7A-4FD5-B8E3-AD1692015893}" srcOrd="4" destOrd="0" presId="urn:microsoft.com/office/officeart/2005/8/layout/process4"/>
    <dgm:cxn modelId="{1B3DFE03-F69F-4B80-9004-E81214A55A23}" type="presParOf" srcId="{E069BB2F-8C7A-4FD5-B8E3-AD1692015893}" destId="{67D98D94-A48D-4ACA-B53C-56E0AC04B959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659D613-B221-4CFB-AE24-FBD52A3394E0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DFAC0E0-AE8E-4764-AAB7-01F9AF651CCA}">
      <dgm:prSet/>
      <dgm:spPr/>
      <dgm:t>
        <a:bodyPr/>
        <a:lstStyle/>
        <a:p>
          <a:r>
            <a:rPr lang="en-US"/>
            <a:t>Health care services are delivered at </a:t>
          </a:r>
          <a:r>
            <a:rPr lang="en-US" b="1"/>
            <a:t>three levels</a:t>
          </a:r>
          <a:r>
            <a:rPr lang="en-US"/>
            <a:t>:</a:t>
          </a:r>
        </a:p>
      </dgm:t>
    </dgm:pt>
    <dgm:pt modelId="{E0C7F84C-8141-47F8-BA5E-74925431A9D3}" type="parTrans" cxnId="{F49D58B0-CE9B-413F-9070-2C91B25D9CAC}">
      <dgm:prSet/>
      <dgm:spPr/>
      <dgm:t>
        <a:bodyPr/>
        <a:lstStyle/>
        <a:p>
          <a:endParaRPr lang="en-US"/>
        </a:p>
      </dgm:t>
    </dgm:pt>
    <dgm:pt modelId="{345F8CFD-19B4-4CE0-A4FD-CEE7EE19D2F9}" type="sibTrans" cxnId="{F49D58B0-CE9B-413F-9070-2C91B25D9CAC}">
      <dgm:prSet/>
      <dgm:spPr/>
      <dgm:t>
        <a:bodyPr/>
        <a:lstStyle/>
        <a:p>
          <a:endParaRPr lang="en-US"/>
        </a:p>
      </dgm:t>
    </dgm:pt>
    <dgm:pt modelId="{FA4A2E62-240C-4043-A5AF-75D7BF1919D5}">
      <dgm:prSet/>
      <dgm:spPr/>
      <dgm:t>
        <a:bodyPr/>
        <a:lstStyle/>
        <a:p>
          <a:r>
            <a:rPr lang="en-US" b="1" dirty="0"/>
            <a:t>Primary Care</a:t>
          </a:r>
          <a:endParaRPr lang="en-US" dirty="0"/>
        </a:p>
      </dgm:t>
    </dgm:pt>
    <dgm:pt modelId="{2B76D84F-E24D-43A3-AE92-F39D83518175}" type="parTrans" cxnId="{C172632C-D7D9-4174-BF94-F05E0ACA204D}">
      <dgm:prSet/>
      <dgm:spPr/>
      <dgm:t>
        <a:bodyPr/>
        <a:lstStyle/>
        <a:p>
          <a:endParaRPr lang="en-US"/>
        </a:p>
      </dgm:t>
    </dgm:pt>
    <dgm:pt modelId="{DE27500C-BDBC-4891-BA95-84C4C93C03D4}" type="sibTrans" cxnId="{C172632C-D7D9-4174-BF94-F05E0ACA204D}">
      <dgm:prSet/>
      <dgm:spPr/>
      <dgm:t>
        <a:bodyPr/>
        <a:lstStyle/>
        <a:p>
          <a:endParaRPr lang="en-US"/>
        </a:p>
      </dgm:t>
    </dgm:pt>
    <dgm:pt modelId="{74B42406-03AF-459F-B35C-F19888368585}">
      <dgm:prSet/>
      <dgm:spPr/>
      <dgm:t>
        <a:bodyPr/>
        <a:lstStyle/>
        <a:p>
          <a:r>
            <a:rPr lang="en-US" b="1"/>
            <a:t>Secondary Care</a:t>
          </a:r>
          <a:endParaRPr lang="en-US"/>
        </a:p>
      </dgm:t>
    </dgm:pt>
    <dgm:pt modelId="{DEB53062-CCD9-48FB-8318-DD636DABAA56}" type="parTrans" cxnId="{A935D4DF-6532-4C05-8755-508177594EF4}">
      <dgm:prSet/>
      <dgm:spPr/>
      <dgm:t>
        <a:bodyPr/>
        <a:lstStyle/>
        <a:p>
          <a:endParaRPr lang="en-US"/>
        </a:p>
      </dgm:t>
    </dgm:pt>
    <dgm:pt modelId="{D8C6D398-4C5D-45E1-A254-F7776321C256}" type="sibTrans" cxnId="{A935D4DF-6532-4C05-8755-508177594EF4}">
      <dgm:prSet/>
      <dgm:spPr/>
      <dgm:t>
        <a:bodyPr/>
        <a:lstStyle/>
        <a:p>
          <a:endParaRPr lang="en-US"/>
        </a:p>
      </dgm:t>
    </dgm:pt>
    <dgm:pt modelId="{9FE1F342-5F78-4827-991B-F799210507E1}">
      <dgm:prSet/>
      <dgm:spPr/>
      <dgm:t>
        <a:bodyPr/>
        <a:lstStyle/>
        <a:p>
          <a:r>
            <a:rPr lang="en-US" b="1"/>
            <a:t>Tertiary Care</a:t>
          </a:r>
          <a:endParaRPr lang="en-US"/>
        </a:p>
      </dgm:t>
    </dgm:pt>
    <dgm:pt modelId="{C6B67BA6-5FAF-4EC5-89AD-9073850FF8D4}" type="parTrans" cxnId="{76DEA257-4602-49CD-B011-58B786471775}">
      <dgm:prSet/>
      <dgm:spPr/>
      <dgm:t>
        <a:bodyPr/>
        <a:lstStyle/>
        <a:p>
          <a:endParaRPr lang="en-US"/>
        </a:p>
      </dgm:t>
    </dgm:pt>
    <dgm:pt modelId="{3D27B721-1355-4C39-8EEC-1E318B7AC7B4}" type="sibTrans" cxnId="{76DEA257-4602-49CD-B011-58B786471775}">
      <dgm:prSet/>
      <dgm:spPr/>
      <dgm:t>
        <a:bodyPr/>
        <a:lstStyle/>
        <a:p>
          <a:endParaRPr lang="en-US"/>
        </a:p>
      </dgm:t>
    </dgm:pt>
    <dgm:pt modelId="{24A45A89-EE1A-4C64-946E-A4211834DCDF}">
      <dgm:prSet/>
      <dgm:spPr/>
      <dgm:t>
        <a:bodyPr/>
        <a:lstStyle/>
        <a:p>
          <a:r>
            <a:rPr lang="en-US"/>
            <a:t>These levels represent varying </a:t>
          </a:r>
          <a:r>
            <a:rPr lang="en-US" b="1"/>
            <a:t>degrees of complexity</a:t>
          </a:r>
          <a:r>
            <a:rPr lang="en-US"/>
            <a:t> and </a:t>
          </a:r>
          <a:r>
            <a:rPr lang="en-US" b="1"/>
            <a:t>types of health needs.</a:t>
          </a:r>
          <a:endParaRPr lang="en-US"/>
        </a:p>
      </dgm:t>
    </dgm:pt>
    <dgm:pt modelId="{C4FFA54D-EC60-4168-A968-371923222754}" type="parTrans" cxnId="{AFC07FA5-8393-4D38-83C1-4FD80F254659}">
      <dgm:prSet/>
      <dgm:spPr/>
      <dgm:t>
        <a:bodyPr/>
        <a:lstStyle/>
        <a:p>
          <a:endParaRPr lang="en-US"/>
        </a:p>
      </dgm:t>
    </dgm:pt>
    <dgm:pt modelId="{287B7F68-F4DA-40EC-9386-608EA92E518C}" type="sibTrans" cxnId="{AFC07FA5-8393-4D38-83C1-4FD80F254659}">
      <dgm:prSet/>
      <dgm:spPr/>
      <dgm:t>
        <a:bodyPr/>
        <a:lstStyle/>
        <a:p>
          <a:endParaRPr lang="en-US"/>
        </a:p>
      </dgm:t>
    </dgm:pt>
    <dgm:pt modelId="{28F99FEC-447A-418B-BE5D-6169816D7986}" type="pres">
      <dgm:prSet presAssocID="{A659D613-B221-4CFB-AE24-FBD52A3394E0}" presName="Name0" presStyleCnt="0">
        <dgm:presLayoutVars>
          <dgm:dir/>
          <dgm:animLvl val="lvl"/>
          <dgm:resizeHandles val="exact"/>
        </dgm:presLayoutVars>
      </dgm:prSet>
      <dgm:spPr/>
    </dgm:pt>
    <dgm:pt modelId="{E9CDDBBB-DE35-4EBD-A303-78FEEBC6EF41}" type="pres">
      <dgm:prSet presAssocID="{24A45A89-EE1A-4C64-946E-A4211834DCDF}" presName="boxAndChildren" presStyleCnt="0"/>
      <dgm:spPr/>
    </dgm:pt>
    <dgm:pt modelId="{415CC6BB-4586-4DC1-A440-443CD2D59E60}" type="pres">
      <dgm:prSet presAssocID="{24A45A89-EE1A-4C64-946E-A4211834DCDF}" presName="parentTextBox" presStyleLbl="node1" presStyleIdx="0" presStyleCnt="2"/>
      <dgm:spPr/>
    </dgm:pt>
    <dgm:pt modelId="{E3D1556C-E9B1-4480-8380-DADDC7E91C31}" type="pres">
      <dgm:prSet presAssocID="{345F8CFD-19B4-4CE0-A4FD-CEE7EE19D2F9}" presName="sp" presStyleCnt="0"/>
      <dgm:spPr/>
    </dgm:pt>
    <dgm:pt modelId="{22C55CAD-249A-4AD3-B850-61C4F579B1D3}" type="pres">
      <dgm:prSet presAssocID="{FDFAC0E0-AE8E-4764-AAB7-01F9AF651CCA}" presName="arrowAndChildren" presStyleCnt="0"/>
      <dgm:spPr/>
    </dgm:pt>
    <dgm:pt modelId="{CCC986B7-1FD5-4C72-AA21-C950A5A2816C}" type="pres">
      <dgm:prSet presAssocID="{FDFAC0E0-AE8E-4764-AAB7-01F9AF651CCA}" presName="parentTextArrow" presStyleLbl="node1" presStyleIdx="0" presStyleCnt="2"/>
      <dgm:spPr/>
    </dgm:pt>
    <dgm:pt modelId="{DD4A94DA-E51B-4596-95A7-02205FDB0EBC}" type="pres">
      <dgm:prSet presAssocID="{FDFAC0E0-AE8E-4764-AAB7-01F9AF651CCA}" presName="arrow" presStyleLbl="node1" presStyleIdx="1" presStyleCnt="2"/>
      <dgm:spPr/>
    </dgm:pt>
    <dgm:pt modelId="{1D046A14-362C-4EE0-8D3E-5E3738A57780}" type="pres">
      <dgm:prSet presAssocID="{FDFAC0E0-AE8E-4764-AAB7-01F9AF651CCA}" presName="descendantArrow" presStyleCnt="0"/>
      <dgm:spPr/>
    </dgm:pt>
    <dgm:pt modelId="{530D089B-7FFA-49DA-8BA3-CBA2AC31A4D8}" type="pres">
      <dgm:prSet presAssocID="{FA4A2E62-240C-4043-A5AF-75D7BF1919D5}" presName="childTextArrow" presStyleLbl="fgAccFollowNode1" presStyleIdx="0" presStyleCnt="3">
        <dgm:presLayoutVars>
          <dgm:bulletEnabled val="1"/>
        </dgm:presLayoutVars>
      </dgm:prSet>
      <dgm:spPr/>
    </dgm:pt>
    <dgm:pt modelId="{6AA669FB-47D8-4FAB-90F3-7536A8D83433}" type="pres">
      <dgm:prSet presAssocID="{74B42406-03AF-459F-B35C-F19888368585}" presName="childTextArrow" presStyleLbl="fgAccFollowNode1" presStyleIdx="1" presStyleCnt="3">
        <dgm:presLayoutVars>
          <dgm:bulletEnabled val="1"/>
        </dgm:presLayoutVars>
      </dgm:prSet>
      <dgm:spPr/>
    </dgm:pt>
    <dgm:pt modelId="{CDFF50BE-56D9-447C-864E-D86BB99F5288}" type="pres">
      <dgm:prSet presAssocID="{9FE1F342-5F78-4827-991B-F799210507E1}" presName="childTextArrow" presStyleLbl="fgAccFollowNode1" presStyleIdx="2" presStyleCnt="3">
        <dgm:presLayoutVars>
          <dgm:bulletEnabled val="1"/>
        </dgm:presLayoutVars>
      </dgm:prSet>
      <dgm:spPr/>
    </dgm:pt>
  </dgm:ptLst>
  <dgm:cxnLst>
    <dgm:cxn modelId="{C172632C-D7D9-4174-BF94-F05E0ACA204D}" srcId="{FDFAC0E0-AE8E-4764-AAB7-01F9AF651CCA}" destId="{FA4A2E62-240C-4043-A5AF-75D7BF1919D5}" srcOrd="0" destOrd="0" parTransId="{2B76D84F-E24D-43A3-AE92-F39D83518175}" sibTransId="{DE27500C-BDBC-4891-BA95-84C4C93C03D4}"/>
    <dgm:cxn modelId="{ECCB1675-8FD2-4858-B1E2-C89C2844A0F9}" type="presOf" srcId="{74B42406-03AF-459F-B35C-F19888368585}" destId="{6AA669FB-47D8-4FAB-90F3-7536A8D83433}" srcOrd="0" destOrd="0" presId="urn:microsoft.com/office/officeart/2005/8/layout/process4"/>
    <dgm:cxn modelId="{76DEA257-4602-49CD-B011-58B786471775}" srcId="{FDFAC0E0-AE8E-4764-AAB7-01F9AF651CCA}" destId="{9FE1F342-5F78-4827-991B-F799210507E1}" srcOrd="2" destOrd="0" parTransId="{C6B67BA6-5FAF-4EC5-89AD-9073850FF8D4}" sibTransId="{3D27B721-1355-4C39-8EEC-1E318B7AC7B4}"/>
    <dgm:cxn modelId="{D2FBB87C-4CDF-4E7F-B3E1-91BAD703A74F}" type="presOf" srcId="{9FE1F342-5F78-4827-991B-F799210507E1}" destId="{CDFF50BE-56D9-447C-864E-D86BB99F5288}" srcOrd="0" destOrd="0" presId="urn:microsoft.com/office/officeart/2005/8/layout/process4"/>
    <dgm:cxn modelId="{F0C0B69E-B061-4746-A8F9-B1126C997AD5}" type="presOf" srcId="{A659D613-B221-4CFB-AE24-FBD52A3394E0}" destId="{28F99FEC-447A-418B-BE5D-6169816D7986}" srcOrd="0" destOrd="0" presId="urn:microsoft.com/office/officeart/2005/8/layout/process4"/>
    <dgm:cxn modelId="{FFA233A1-5B88-42DE-865D-CD1D4EAE99D0}" type="presOf" srcId="{FA4A2E62-240C-4043-A5AF-75D7BF1919D5}" destId="{530D089B-7FFA-49DA-8BA3-CBA2AC31A4D8}" srcOrd="0" destOrd="0" presId="urn:microsoft.com/office/officeart/2005/8/layout/process4"/>
    <dgm:cxn modelId="{AFC07FA5-8393-4D38-83C1-4FD80F254659}" srcId="{A659D613-B221-4CFB-AE24-FBD52A3394E0}" destId="{24A45A89-EE1A-4C64-946E-A4211834DCDF}" srcOrd="1" destOrd="0" parTransId="{C4FFA54D-EC60-4168-A968-371923222754}" sibTransId="{287B7F68-F4DA-40EC-9386-608EA92E518C}"/>
    <dgm:cxn modelId="{81FD4BAC-B9E1-4E8A-86BD-D2E8C6264953}" type="presOf" srcId="{FDFAC0E0-AE8E-4764-AAB7-01F9AF651CCA}" destId="{DD4A94DA-E51B-4596-95A7-02205FDB0EBC}" srcOrd="1" destOrd="0" presId="urn:microsoft.com/office/officeart/2005/8/layout/process4"/>
    <dgm:cxn modelId="{F49D58B0-CE9B-413F-9070-2C91B25D9CAC}" srcId="{A659D613-B221-4CFB-AE24-FBD52A3394E0}" destId="{FDFAC0E0-AE8E-4764-AAB7-01F9AF651CCA}" srcOrd="0" destOrd="0" parTransId="{E0C7F84C-8141-47F8-BA5E-74925431A9D3}" sibTransId="{345F8CFD-19B4-4CE0-A4FD-CEE7EE19D2F9}"/>
    <dgm:cxn modelId="{981777D9-0E96-48F5-A33A-E2E4165DDA3D}" type="presOf" srcId="{FDFAC0E0-AE8E-4764-AAB7-01F9AF651CCA}" destId="{CCC986B7-1FD5-4C72-AA21-C950A5A2816C}" srcOrd="0" destOrd="0" presId="urn:microsoft.com/office/officeart/2005/8/layout/process4"/>
    <dgm:cxn modelId="{A935D4DF-6532-4C05-8755-508177594EF4}" srcId="{FDFAC0E0-AE8E-4764-AAB7-01F9AF651CCA}" destId="{74B42406-03AF-459F-B35C-F19888368585}" srcOrd="1" destOrd="0" parTransId="{DEB53062-CCD9-48FB-8318-DD636DABAA56}" sibTransId="{D8C6D398-4C5D-45E1-A254-F7776321C256}"/>
    <dgm:cxn modelId="{F63B1BEB-47A5-49B6-992D-281A30B394E0}" type="presOf" srcId="{24A45A89-EE1A-4C64-946E-A4211834DCDF}" destId="{415CC6BB-4586-4DC1-A440-443CD2D59E60}" srcOrd="0" destOrd="0" presId="urn:microsoft.com/office/officeart/2005/8/layout/process4"/>
    <dgm:cxn modelId="{FADE3C39-8D1D-4976-9D99-08506D89E95E}" type="presParOf" srcId="{28F99FEC-447A-418B-BE5D-6169816D7986}" destId="{E9CDDBBB-DE35-4EBD-A303-78FEEBC6EF41}" srcOrd="0" destOrd="0" presId="urn:microsoft.com/office/officeart/2005/8/layout/process4"/>
    <dgm:cxn modelId="{6B78CE9E-2E00-4B33-B8FA-F41613B79AAD}" type="presParOf" srcId="{E9CDDBBB-DE35-4EBD-A303-78FEEBC6EF41}" destId="{415CC6BB-4586-4DC1-A440-443CD2D59E60}" srcOrd="0" destOrd="0" presId="urn:microsoft.com/office/officeart/2005/8/layout/process4"/>
    <dgm:cxn modelId="{AF4A5749-0159-486E-BFF5-D1E8BF266AC8}" type="presParOf" srcId="{28F99FEC-447A-418B-BE5D-6169816D7986}" destId="{E3D1556C-E9B1-4480-8380-DADDC7E91C31}" srcOrd="1" destOrd="0" presId="urn:microsoft.com/office/officeart/2005/8/layout/process4"/>
    <dgm:cxn modelId="{B82661EC-61A0-4705-9552-DC0CFADD8BDD}" type="presParOf" srcId="{28F99FEC-447A-418B-BE5D-6169816D7986}" destId="{22C55CAD-249A-4AD3-B850-61C4F579B1D3}" srcOrd="2" destOrd="0" presId="urn:microsoft.com/office/officeart/2005/8/layout/process4"/>
    <dgm:cxn modelId="{3E31F8D0-AD87-4324-B778-7027FD9CADAC}" type="presParOf" srcId="{22C55CAD-249A-4AD3-B850-61C4F579B1D3}" destId="{CCC986B7-1FD5-4C72-AA21-C950A5A2816C}" srcOrd="0" destOrd="0" presId="urn:microsoft.com/office/officeart/2005/8/layout/process4"/>
    <dgm:cxn modelId="{5B0500F5-A3DE-47CA-8AD3-D81A1EB81FC7}" type="presParOf" srcId="{22C55CAD-249A-4AD3-B850-61C4F579B1D3}" destId="{DD4A94DA-E51B-4596-95A7-02205FDB0EBC}" srcOrd="1" destOrd="0" presId="urn:microsoft.com/office/officeart/2005/8/layout/process4"/>
    <dgm:cxn modelId="{D33B3CE2-8562-4C2F-A5A0-D4FE3944F002}" type="presParOf" srcId="{22C55CAD-249A-4AD3-B850-61C4F579B1D3}" destId="{1D046A14-362C-4EE0-8D3E-5E3738A57780}" srcOrd="2" destOrd="0" presId="urn:microsoft.com/office/officeart/2005/8/layout/process4"/>
    <dgm:cxn modelId="{42519454-5FE4-4748-BC5C-77EC7AE0F606}" type="presParOf" srcId="{1D046A14-362C-4EE0-8D3E-5E3738A57780}" destId="{530D089B-7FFA-49DA-8BA3-CBA2AC31A4D8}" srcOrd="0" destOrd="0" presId="urn:microsoft.com/office/officeart/2005/8/layout/process4"/>
    <dgm:cxn modelId="{C7E6B260-2DD1-4A6E-8234-754C48479F79}" type="presParOf" srcId="{1D046A14-362C-4EE0-8D3E-5E3738A57780}" destId="{6AA669FB-47D8-4FAB-90F3-7536A8D83433}" srcOrd="1" destOrd="0" presId="urn:microsoft.com/office/officeart/2005/8/layout/process4"/>
    <dgm:cxn modelId="{B8C5A22F-09C6-4397-8EB9-CFFD77CF3592}" type="presParOf" srcId="{1D046A14-362C-4EE0-8D3E-5E3738A57780}" destId="{CDFF50BE-56D9-447C-864E-D86BB99F5288}" srcOrd="2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A28DC30-4E6B-4D1E-A06D-BF707E139D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48FB66-2C38-4D22-924B-BDE3640DC8AC}">
      <dgm:prSet/>
      <dgm:spPr/>
      <dgm:t>
        <a:bodyPr/>
        <a:lstStyle/>
        <a:p>
          <a:r>
            <a:rPr lang="en-US"/>
            <a:t>First point of contact for individuals, families, and communities</a:t>
          </a:r>
        </a:p>
      </dgm:t>
    </dgm:pt>
    <dgm:pt modelId="{35EC955D-47D7-4422-9E53-D4E58B507F5A}" type="parTrans" cxnId="{56AC5E85-B678-48EC-B132-944FB784CB37}">
      <dgm:prSet/>
      <dgm:spPr/>
      <dgm:t>
        <a:bodyPr/>
        <a:lstStyle/>
        <a:p>
          <a:endParaRPr lang="en-US"/>
        </a:p>
      </dgm:t>
    </dgm:pt>
    <dgm:pt modelId="{A312005C-38F1-4250-BB81-3DA1A6A5028F}" type="sibTrans" cxnId="{56AC5E85-B678-48EC-B132-944FB784CB37}">
      <dgm:prSet/>
      <dgm:spPr/>
      <dgm:t>
        <a:bodyPr/>
        <a:lstStyle/>
        <a:p>
          <a:endParaRPr lang="en-US"/>
        </a:p>
      </dgm:t>
    </dgm:pt>
    <dgm:pt modelId="{BEE3928A-A84C-4C22-AF98-ABE09F6A7FA1}">
      <dgm:prSet/>
      <dgm:spPr/>
      <dgm:t>
        <a:bodyPr/>
        <a:lstStyle/>
        <a:p>
          <a:r>
            <a:rPr lang="en-US"/>
            <a:t>Provides essential ("primary") health care</a:t>
          </a:r>
        </a:p>
      </dgm:t>
    </dgm:pt>
    <dgm:pt modelId="{B2D5007F-A024-4E8F-AC19-8A5A2DAB8DF1}" type="parTrans" cxnId="{B6FE8CF4-F1A0-49C1-8040-E2EAA1D6AC7E}">
      <dgm:prSet/>
      <dgm:spPr/>
      <dgm:t>
        <a:bodyPr/>
        <a:lstStyle/>
        <a:p>
          <a:endParaRPr lang="en-US"/>
        </a:p>
      </dgm:t>
    </dgm:pt>
    <dgm:pt modelId="{79B2F77F-5527-4108-A5AE-276F52CDC622}" type="sibTrans" cxnId="{B6FE8CF4-F1A0-49C1-8040-E2EAA1D6AC7E}">
      <dgm:prSet/>
      <dgm:spPr/>
      <dgm:t>
        <a:bodyPr/>
        <a:lstStyle/>
        <a:p>
          <a:endParaRPr lang="en-US"/>
        </a:p>
      </dgm:t>
    </dgm:pt>
    <dgm:pt modelId="{6629BAFC-3380-418A-9148-7E6B46679D8A}">
      <dgm:prSet/>
      <dgm:spPr/>
      <dgm:t>
        <a:bodyPr/>
        <a:lstStyle/>
        <a:p>
          <a:r>
            <a:rPr lang="en-US"/>
            <a:t>Most health problems are prevented, treated, or managed at this level</a:t>
          </a:r>
        </a:p>
      </dgm:t>
    </dgm:pt>
    <dgm:pt modelId="{636ED32A-E59D-4E4C-B175-4ECFD876EC96}" type="parTrans" cxnId="{EF540500-7CB7-4735-A0CE-4B43D3B6B13E}">
      <dgm:prSet/>
      <dgm:spPr/>
      <dgm:t>
        <a:bodyPr/>
        <a:lstStyle/>
        <a:p>
          <a:endParaRPr lang="en-US"/>
        </a:p>
      </dgm:t>
    </dgm:pt>
    <dgm:pt modelId="{604187AF-F4DD-47CB-B305-9F3460FFE5DD}" type="sibTrans" cxnId="{EF540500-7CB7-4735-A0CE-4B43D3B6B13E}">
      <dgm:prSet/>
      <dgm:spPr/>
      <dgm:t>
        <a:bodyPr/>
        <a:lstStyle/>
        <a:p>
          <a:endParaRPr lang="en-US"/>
        </a:p>
      </dgm:t>
    </dgm:pt>
    <dgm:pt modelId="{208E9609-E280-45AC-8A40-D5EFF92FC17C}">
      <dgm:prSet/>
      <dgm:spPr/>
      <dgm:t>
        <a:bodyPr/>
        <a:lstStyle/>
        <a:p>
          <a:r>
            <a:rPr lang="en-US"/>
            <a:t>Delivered through:</a:t>
          </a:r>
        </a:p>
      </dgm:t>
    </dgm:pt>
    <dgm:pt modelId="{8FF48DAD-1CF4-41E4-8FC4-459386CFA7E7}" type="parTrans" cxnId="{63057BC0-99F4-47DF-AE74-206137BA0637}">
      <dgm:prSet/>
      <dgm:spPr/>
      <dgm:t>
        <a:bodyPr/>
        <a:lstStyle/>
        <a:p>
          <a:endParaRPr lang="en-US"/>
        </a:p>
      </dgm:t>
    </dgm:pt>
    <dgm:pt modelId="{CDB0F4E2-F176-4E1E-ACF5-6D12B3AFC0FD}" type="sibTrans" cxnId="{63057BC0-99F4-47DF-AE74-206137BA0637}">
      <dgm:prSet/>
      <dgm:spPr/>
      <dgm:t>
        <a:bodyPr/>
        <a:lstStyle/>
        <a:p>
          <a:endParaRPr lang="en-US"/>
        </a:p>
      </dgm:t>
    </dgm:pt>
    <dgm:pt modelId="{7A52B6A5-A23B-4F9F-93B4-CAD772C3A110}">
      <dgm:prSet/>
      <dgm:spPr/>
      <dgm:t>
        <a:bodyPr/>
        <a:lstStyle/>
        <a:p>
          <a:r>
            <a:rPr lang="en-US"/>
            <a:t>Primary Health Centres (PHCs)</a:t>
          </a:r>
        </a:p>
      </dgm:t>
    </dgm:pt>
    <dgm:pt modelId="{18A29BFF-D917-4730-B41E-3AD223D6B549}" type="parTrans" cxnId="{B16D64E4-AC05-4AF1-9D1D-B062D41B3580}">
      <dgm:prSet/>
      <dgm:spPr/>
      <dgm:t>
        <a:bodyPr/>
        <a:lstStyle/>
        <a:p>
          <a:endParaRPr lang="en-US"/>
        </a:p>
      </dgm:t>
    </dgm:pt>
    <dgm:pt modelId="{BF53493E-F039-4872-95AA-564423BC33B8}" type="sibTrans" cxnId="{B16D64E4-AC05-4AF1-9D1D-B062D41B3580}">
      <dgm:prSet/>
      <dgm:spPr/>
      <dgm:t>
        <a:bodyPr/>
        <a:lstStyle/>
        <a:p>
          <a:endParaRPr lang="en-US"/>
        </a:p>
      </dgm:t>
    </dgm:pt>
    <dgm:pt modelId="{3456B2E7-909F-4CA0-9D3F-A381715D6A2C}">
      <dgm:prSet/>
      <dgm:spPr/>
      <dgm:t>
        <a:bodyPr/>
        <a:lstStyle/>
        <a:p>
          <a:r>
            <a:rPr lang="en-US"/>
            <a:t>Sub-Centres</a:t>
          </a:r>
        </a:p>
      </dgm:t>
    </dgm:pt>
    <dgm:pt modelId="{E41DAAF4-6327-451B-9652-ADE900CD1052}" type="parTrans" cxnId="{EA55DE41-0B4D-440A-B43F-8FCFF4E32A5B}">
      <dgm:prSet/>
      <dgm:spPr/>
      <dgm:t>
        <a:bodyPr/>
        <a:lstStyle/>
        <a:p>
          <a:endParaRPr lang="en-US"/>
        </a:p>
      </dgm:t>
    </dgm:pt>
    <dgm:pt modelId="{769B47F3-5A69-41A1-89D6-C79E240487A5}" type="sibTrans" cxnId="{EA55DE41-0B4D-440A-B43F-8FCFF4E32A5B}">
      <dgm:prSet/>
      <dgm:spPr/>
      <dgm:t>
        <a:bodyPr/>
        <a:lstStyle/>
        <a:p>
          <a:endParaRPr lang="en-US"/>
        </a:p>
      </dgm:t>
    </dgm:pt>
    <dgm:pt modelId="{5FDE37D0-46EB-4AD9-84F7-E949BE17CF86}">
      <dgm:prSet/>
      <dgm:spPr/>
      <dgm:t>
        <a:bodyPr/>
        <a:lstStyle/>
        <a:p>
          <a:r>
            <a:rPr lang="en-US"/>
            <a:t>Staff: MPHWs, ANMs, ASHAs, AWWs, trained dais, village health guides</a:t>
          </a:r>
        </a:p>
      </dgm:t>
    </dgm:pt>
    <dgm:pt modelId="{DB28CA00-7F74-4248-A7D9-726294816101}" type="parTrans" cxnId="{1D6FF63B-09A0-46EC-AE86-FB750DD3042B}">
      <dgm:prSet/>
      <dgm:spPr/>
      <dgm:t>
        <a:bodyPr/>
        <a:lstStyle/>
        <a:p>
          <a:endParaRPr lang="en-US"/>
        </a:p>
      </dgm:t>
    </dgm:pt>
    <dgm:pt modelId="{133A1DCB-0954-4276-869B-48ED8308AF48}" type="sibTrans" cxnId="{1D6FF63B-09A0-46EC-AE86-FB750DD3042B}">
      <dgm:prSet/>
      <dgm:spPr/>
      <dgm:t>
        <a:bodyPr/>
        <a:lstStyle/>
        <a:p>
          <a:endParaRPr lang="en-US"/>
        </a:p>
      </dgm:t>
    </dgm:pt>
    <dgm:pt modelId="{B65AC725-4AB1-4825-AD85-D5A0C72FBBA2}">
      <dgm:prSet/>
      <dgm:spPr/>
      <dgm:t>
        <a:bodyPr/>
        <a:lstStyle/>
        <a:p>
          <a:r>
            <a:rPr lang="en-US"/>
            <a:t>Functions:</a:t>
          </a:r>
        </a:p>
      </dgm:t>
    </dgm:pt>
    <dgm:pt modelId="{5CFF9B5B-DD66-423A-B8E4-548CA2C238DE}" type="parTrans" cxnId="{05857F11-8C92-4430-93CA-DE6355458995}">
      <dgm:prSet/>
      <dgm:spPr/>
      <dgm:t>
        <a:bodyPr/>
        <a:lstStyle/>
        <a:p>
          <a:endParaRPr lang="en-US"/>
        </a:p>
      </dgm:t>
    </dgm:pt>
    <dgm:pt modelId="{F6D044E0-54CD-4205-A1DA-02B2BFEBAE04}" type="sibTrans" cxnId="{05857F11-8C92-4430-93CA-DE6355458995}">
      <dgm:prSet/>
      <dgm:spPr/>
      <dgm:t>
        <a:bodyPr/>
        <a:lstStyle/>
        <a:p>
          <a:endParaRPr lang="en-US"/>
        </a:p>
      </dgm:t>
    </dgm:pt>
    <dgm:pt modelId="{B73870A5-F8AA-4C9F-9264-CEF0C5C0DDE0}">
      <dgm:prSet/>
      <dgm:spPr/>
      <dgm:t>
        <a:bodyPr/>
        <a:lstStyle/>
        <a:p>
          <a:r>
            <a:rPr lang="en-US"/>
            <a:t>Basic curative, preventive, promotive, and rehabilitative services</a:t>
          </a:r>
        </a:p>
      </dgm:t>
    </dgm:pt>
    <dgm:pt modelId="{C44947B0-E50E-4422-AF35-B7376BFB9334}" type="parTrans" cxnId="{00179A37-976A-42B2-A590-490F632C6735}">
      <dgm:prSet/>
      <dgm:spPr/>
      <dgm:t>
        <a:bodyPr/>
        <a:lstStyle/>
        <a:p>
          <a:endParaRPr lang="en-US"/>
        </a:p>
      </dgm:t>
    </dgm:pt>
    <dgm:pt modelId="{6A4D2D93-E743-40A3-A0D2-5C79ED2B6BEC}" type="sibTrans" cxnId="{00179A37-976A-42B2-A590-490F632C6735}">
      <dgm:prSet/>
      <dgm:spPr/>
      <dgm:t>
        <a:bodyPr/>
        <a:lstStyle/>
        <a:p>
          <a:endParaRPr lang="en-US"/>
        </a:p>
      </dgm:t>
    </dgm:pt>
    <dgm:pt modelId="{2522B10E-2D37-4363-874A-FCC98D599BE8}">
      <dgm:prSet/>
      <dgm:spPr/>
      <dgm:t>
        <a:bodyPr/>
        <a:lstStyle/>
        <a:p>
          <a:r>
            <a:rPr lang="en-US"/>
            <a:t>Acts as a cultural bridge to organized health systems</a:t>
          </a:r>
        </a:p>
      </dgm:t>
    </dgm:pt>
    <dgm:pt modelId="{19456B25-F1D7-4D69-89A3-EC925B092000}" type="parTrans" cxnId="{006FDFC8-62DC-43E9-9812-BC44CD1458C0}">
      <dgm:prSet/>
      <dgm:spPr/>
      <dgm:t>
        <a:bodyPr/>
        <a:lstStyle/>
        <a:p>
          <a:endParaRPr lang="en-US"/>
        </a:p>
      </dgm:t>
    </dgm:pt>
    <dgm:pt modelId="{8BA30D97-E661-4846-935C-D469C484F0C0}" type="sibTrans" cxnId="{006FDFC8-62DC-43E9-9812-BC44CD1458C0}">
      <dgm:prSet/>
      <dgm:spPr/>
      <dgm:t>
        <a:bodyPr/>
        <a:lstStyle/>
        <a:p>
          <a:endParaRPr lang="en-US"/>
        </a:p>
      </dgm:t>
    </dgm:pt>
    <dgm:pt modelId="{36B82D6F-4DFD-45CE-AA9F-AF927BE81288}">
      <dgm:prSet/>
      <dgm:spPr/>
      <dgm:t>
        <a:bodyPr/>
        <a:lstStyle/>
        <a:p>
          <a:r>
            <a:rPr lang="en-US"/>
            <a:t>Strengthened under “Health for All by 2000 A.D.”</a:t>
          </a:r>
        </a:p>
      </dgm:t>
    </dgm:pt>
    <dgm:pt modelId="{42C0377F-9BCF-4102-A020-709E0E608A8F}" type="parTrans" cxnId="{8037FCD9-4064-4CD9-ACA3-C110C3FD8382}">
      <dgm:prSet/>
      <dgm:spPr/>
      <dgm:t>
        <a:bodyPr/>
        <a:lstStyle/>
        <a:p>
          <a:endParaRPr lang="en-US"/>
        </a:p>
      </dgm:t>
    </dgm:pt>
    <dgm:pt modelId="{E7C8D25B-0608-4934-968F-E0479A0C01F9}" type="sibTrans" cxnId="{8037FCD9-4064-4CD9-ACA3-C110C3FD8382}">
      <dgm:prSet/>
      <dgm:spPr/>
      <dgm:t>
        <a:bodyPr/>
        <a:lstStyle/>
        <a:p>
          <a:endParaRPr lang="en-US"/>
        </a:p>
      </dgm:t>
    </dgm:pt>
    <dgm:pt modelId="{03B106DB-78B5-447E-AD6D-EE33BB2896EB}" type="pres">
      <dgm:prSet presAssocID="{9A28DC30-4E6B-4D1E-A06D-BF707E139D03}" presName="linear" presStyleCnt="0">
        <dgm:presLayoutVars>
          <dgm:animLvl val="lvl"/>
          <dgm:resizeHandles val="exact"/>
        </dgm:presLayoutVars>
      </dgm:prSet>
      <dgm:spPr/>
    </dgm:pt>
    <dgm:pt modelId="{AD40DDA5-0B73-4938-A4F3-C2F3119A404F}" type="pres">
      <dgm:prSet presAssocID="{3248FB66-2C38-4D22-924B-BDE3640DC8A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2C70784-E04E-49A0-B12C-2E69AC41CAA7}" type="pres">
      <dgm:prSet presAssocID="{A312005C-38F1-4250-BB81-3DA1A6A5028F}" presName="spacer" presStyleCnt="0"/>
      <dgm:spPr/>
    </dgm:pt>
    <dgm:pt modelId="{DEB46306-8A63-4798-822A-FAEE19807B11}" type="pres">
      <dgm:prSet presAssocID="{BEE3928A-A84C-4C22-AF98-ABE09F6A7FA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7DA5BFEF-5377-408B-BA5F-A9496CFCB51D}" type="pres">
      <dgm:prSet presAssocID="{79B2F77F-5527-4108-A5AE-276F52CDC622}" presName="spacer" presStyleCnt="0"/>
      <dgm:spPr/>
    </dgm:pt>
    <dgm:pt modelId="{49B43419-9826-4BCD-88AE-8800ADEA14F8}" type="pres">
      <dgm:prSet presAssocID="{6629BAFC-3380-418A-9148-7E6B46679D8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23FB08D-9CD5-47FE-B8DC-33C09807F524}" type="pres">
      <dgm:prSet presAssocID="{604187AF-F4DD-47CB-B305-9F3460FFE5DD}" presName="spacer" presStyleCnt="0"/>
      <dgm:spPr/>
    </dgm:pt>
    <dgm:pt modelId="{7C8AF247-9AE1-4330-9E33-A3807B7CA6B3}" type="pres">
      <dgm:prSet presAssocID="{208E9609-E280-45AC-8A40-D5EFF92FC17C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3742A84-8DB1-445A-BC6A-A3CF1A54E99F}" type="pres">
      <dgm:prSet presAssocID="{208E9609-E280-45AC-8A40-D5EFF92FC17C}" presName="childText" presStyleLbl="revTx" presStyleIdx="0" presStyleCnt="2">
        <dgm:presLayoutVars>
          <dgm:bulletEnabled val="1"/>
        </dgm:presLayoutVars>
      </dgm:prSet>
      <dgm:spPr/>
    </dgm:pt>
    <dgm:pt modelId="{DDF6C7F7-E2C2-4EE0-810F-07DCBB87D3AC}" type="pres">
      <dgm:prSet presAssocID="{B65AC725-4AB1-4825-AD85-D5A0C72FBBA2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5CAB7911-2B69-4EC9-A9CE-9A51CF3EB941}" type="pres">
      <dgm:prSet presAssocID="{B65AC725-4AB1-4825-AD85-D5A0C72FBBA2}" presName="childText" presStyleLbl="revTx" presStyleIdx="1" presStyleCnt="2">
        <dgm:presLayoutVars>
          <dgm:bulletEnabled val="1"/>
        </dgm:presLayoutVars>
      </dgm:prSet>
      <dgm:spPr/>
    </dgm:pt>
    <dgm:pt modelId="{AC47D421-5C82-41F9-B3DE-9B9BE586E563}" type="pres">
      <dgm:prSet presAssocID="{36B82D6F-4DFD-45CE-AA9F-AF927BE8128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F540500-7CB7-4735-A0CE-4B43D3B6B13E}" srcId="{9A28DC30-4E6B-4D1E-A06D-BF707E139D03}" destId="{6629BAFC-3380-418A-9148-7E6B46679D8A}" srcOrd="2" destOrd="0" parTransId="{636ED32A-E59D-4E4C-B175-4ECFD876EC96}" sibTransId="{604187AF-F4DD-47CB-B305-9F3460FFE5DD}"/>
    <dgm:cxn modelId="{05857F11-8C92-4430-93CA-DE6355458995}" srcId="{9A28DC30-4E6B-4D1E-A06D-BF707E139D03}" destId="{B65AC725-4AB1-4825-AD85-D5A0C72FBBA2}" srcOrd="4" destOrd="0" parTransId="{5CFF9B5B-DD66-423A-B8E4-548CA2C238DE}" sibTransId="{F6D044E0-54CD-4205-A1DA-02B2BFEBAE04}"/>
    <dgm:cxn modelId="{656C9816-11F1-4C81-B2DF-6C4F33971F0B}" type="presOf" srcId="{3248FB66-2C38-4D22-924B-BDE3640DC8AC}" destId="{AD40DDA5-0B73-4938-A4F3-C2F3119A404F}" srcOrd="0" destOrd="0" presId="urn:microsoft.com/office/officeart/2005/8/layout/vList2"/>
    <dgm:cxn modelId="{67817C1A-FC6D-440B-A1A2-A4B578EE0CFF}" type="presOf" srcId="{208E9609-E280-45AC-8A40-D5EFF92FC17C}" destId="{7C8AF247-9AE1-4330-9E33-A3807B7CA6B3}" srcOrd="0" destOrd="0" presId="urn:microsoft.com/office/officeart/2005/8/layout/vList2"/>
    <dgm:cxn modelId="{00179A37-976A-42B2-A590-490F632C6735}" srcId="{B65AC725-4AB1-4825-AD85-D5A0C72FBBA2}" destId="{B73870A5-F8AA-4C9F-9264-CEF0C5C0DDE0}" srcOrd="0" destOrd="0" parTransId="{C44947B0-E50E-4422-AF35-B7376BFB9334}" sibTransId="{6A4D2D93-E743-40A3-A0D2-5C79ED2B6BEC}"/>
    <dgm:cxn modelId="{1D6FF63B-09A0-46EC-AE86-FB750DD3042B}" srcId="{208E9609-E280-45AC-8A40-D5EFF92FC17C}" destId="{5FDE37D0-46EB-4AD9-84F7-E949BE17CF86}" srcOrd="2" destOrd="0" parTransId="{DB28CA00-7F74-4248-A7D9-726294816101}" sibTransId="{133A1DCB-0954-4276-869B-48ED8308AF48}"/>
    <dgm:cxn modelId="{EA55DE41-0B4D-440A-B43F-8FCFF4E32A5B}" srcId="{208E9609-E280-45AC-8A40-D5EFF92FC17C}" destId="{3456B2E7-909F-4CA0-9D3F-A381715D6A2C}" srcOrd="1" destOrd="0" parTransId="{E41DAAF4-6327-451B-9652-ADE900CD1052}" sibTransId="{769B47F3-5A69-41A1-89D6-C79E240487A5}"/>
    <dgm:cxn modelId="{8B94F54F-2708-4719-AD57-AB9AEA9F7AEE}" type="presOf" srcId="{9A28DC30-4E6B-4D1E-A06D-BF707E139D03}" destId="{03B106DB-78B5-447E-AD6D-EE33BB2896EB}" srcOrd="0" destOrd="0" presId="urn:microsoft.com/office/officeart/2005/8/layout/vList2"/>
    <dgm:cxn modelId="{9A307880-9237-4B4B-AEFE-090435666114}" type="presOf" srcId="{3456B2E7-909F-4CA0-9D3F-A381715D6A2C}" destId="{D3742A84-8DB1-445A-BC6A-A3CF1A54E99F}" srcOrd="0" destOrd="1" presId="urn:microsoft.com/office/officeart/2005/8/layout/vList2"/>
    <dgm:cxn modelId="{56AC5E85-B678-48EC-B132-944FB784CB37}" srcId="{9A28DC30-4E6B-4D1E-A06D-BF707E139D03}" destId="{3248FB66-2C38-4D22-924B-BDE3640DC8AC}" srcOrd="0" destOrd="0" parTransId="{35EC955D-47D7-4422-9E53-D4E58B507F5A}" sibTransId="{A312005C-38F1-4250-BB81-3DA1A6A5028F}"/>
    <dgm:cxn modelId="{3C037189-0C10-443D-A174-71BB4AEBC6F7}" type="presOf" srcId="{BEE3928A-A84C-4C22-AF98-ABE09F6A7FA1}" destId="{DEB46306-8A63-4798-822A-FAEE19807B11}" srcOrd="0" destOrd="0" presId="urn:microsoft.com/office/officeart/2005/8/layout/vList2"/>
    <dgm:cxn modelId="{0119938C-CB4A-42B3-AD5E-F2B9451D4491}" type="presOf" srcId="{5FDE37D0-46EB-4AD9-84F7-E949BE17CF86}" destId="{D3742A84-8DB1-445A-BC6A-A3CF1A54E99F}" srcOrd="0" destOrd="2" presId="urn:microsoft.com/office/officeart/2005/8/layout/vList2"/>
    <dgm:cxn modelId="{0FE8918F-C5D4-444C-80DF-2F6A9637847B}" type="presOf" srcId="{6629BAFC-3380-418A-9148-7E6B46679D8A}" destId="{49B43419-9826-4BCD-88AE-8800ADEA14F8}" srcOrd="0" destOrd="0" presId="urn:microsoft.com/office/officeart/2005/8/layout/vList2"/>
    <dgm:cxn modelId="{C8C53CB8-D522-4B55-9FF9-AA14D337D122}" type="presOf" srcId="{7A52B6A5-A23B-4F9F-93B4-CAD772C3A110}" destId="{D3742A84-8DB1-445A-BC6A-A3CF1A54E99F}" srcOrd="0" destOrd="0" presId="urn:microsoft.com/office/officeart/2005/8/layout/vList2"/>
    <dgm:cxn modelId="{63057BC0-99F4-47DF-AE74-206137BA0637}" srcId="{9A28DC30-4E6B-4D1E-A06D-BF707E139D03}" destId="{208E9609-E280-45AC-8A40-D5EFF92FC17C}" srcOrd="3" destOrd="0" parTransId="{8FF48DAD-1CF4-41E4-8FC4-459386CFA7E7}" sibTransId="{CDB0F4E2-F176-4E1E-ACF5-6D12B3AFC0FD}"/>
    <dgm:cxn modelId="{006FDFC8-62DC-43E9-9812-BC44CD1458C0}" srcId="{B65AC725-4AB1-4825-AD85-D5A0C72FBBA2}" destId="{2522B10E-2D37-4363-874A-FCC98D599BE8}" srcOrd="1" destOrd="0" parTransId="{19456B25-F1D7-4D69-89A3-EC925B092000}" sibTransId="{8BA30D97-E661-4846-935C-D469C484F0C0}"/>
    <dgm:cxn modelId="{97F500D9-0726-44BC-8C10-988954A25D33}" type="presOf" srcId="{36B82D6F-4DFD-45CE-AA9F-AF927BE81288}" destId="{AC47D421-5C82-41F9-B3DE-9B9BE586E563}" srcOrd="0" destOrd="0" presId="urn:microsoft.com/office/officeart/2005/8/layout/vList2"/>
    <dgm:cxn modelId="{8037FCD9-4064-4CD9-ACA3-C110C3FD8382}" srcId="{9A28DC30-4E6B-4D1E-A06D-BF707E139D03}" destId="{36B82D6F-4DFD-45CE-AA9F-AF927BE81288}" srcOrd="5" destOrd="0" parTransId="{42C0377F-9BCF-4102-A020-709E0E608A8F}" sibTransId="{E7C8D25B-0608-4934-968F-E0479A0C01F9}"/>
    <dgm:cxn modelId="{B90456DF-0009-4ADC-98A7-8A699834582A}" type="presOf" srcId="{2522B10E-2D37-4363-874A-FCC98D599BE8}" destId="{5CAB7911-2B69-4EC9-A9CE-9A51CF3EB941}" srcOrd="0" destOrd="1" presId="urn:microsoft.com/office/officeart/2005/8/layout/vList2"/>
    <dgm:cxn modelId="{B16D64E4-AC05-4AF1-9D1D-B062D41B3580}" srcId="{208E9609-E280-45AC-8A40-D5EFF92FC17C}" destId="{7A52B6A5-A23B-4F9F-93B4-CAD772C3A110}" srcOrd="0" destOrd="0" parTransId="{18A29BFF-D917-4730-B41E-3AD223D6B549}" sibTransId="{BF53493E-F039-4872-95AA-564423BC33B8}"/>
    <dgm:cxn modelId="{0858F0F3-AA81-4DB2-867C-CC07852FB701}" type="presOf" srcId="{B73870A5-F8AA-4C9F-9264-CEF0C5C0DDE0}" destId="{5CAB7911-2B69-4EC9-A9CE-9A51CF3EB941}" srcOrd="0" destOrd="0" presId="urn:microsoft.com/office/officeart/2005/8/layout/vList2"/>
    <dgm:cxn modelId="{B6FE8CF4-F1A0-49C1-8040-E2EAA1D6AC7E}" srcId="{9A28DC30-4E6B-4D1E-A06D-BF707E139D03}" destId="{BEE3928A-A84C-4C22-AF98-ABE09F6A7FA1}" srcOrd="1" destOrd="0" parTransId="{B2D5007F-A024-4E8F-AC19-8A5A2DAB8DF1}" sibTransId="{79B2F77F-5527-4108-A5AE-276F52CDC622}"/>
    <dgm:cxn modelId="{070B2FF7-D560-42D1-B7C5-059ABAD065AE}" type="presOf" srcId="{B65AC725-4AB1-4825-AD85-D5A0C72FBBA2}" destId="{DDF6C7F7-E2C2-4EE0-810F-07DCBB87D3AC}" srcOrd="0" destOrd="0" presId="urn:microsoft.com/office/officeart/2005/8/layout/vList2"/>
    <dgm:cxn modelId="{90AAEAA3-1519-4305-8CE3-107531BADE04}" type="presParOf" srcId="{03B106DB-78B5-447E-AD6D-EE33BB2896EB}" destId="{AD40DDA5-0B73-4938-A4F3-C2F3119A404F}" srcOrd="0" destOrd="0" presId="urn:microsoft.com/office/officeart/2005/8/layout/vList2"/>
    <dgm:cxn modelId="{9A55F5A5-79DA-476D-8A73-DD901B6E0E01}" type="presParOf" srcId="{03B106DB-78B5-447E-AD6D-EE33BB2896EB}" destId="{B2C70784-E04E-49A0-B12C-2E69AC41CAA7}" srcOrd="1" destOrd="0" presId="urn:microsoft.com/office/officeart/2005/8/layout/vList2"/>
    <dgm:cxn modelId="{72CEDE59-34C0-4240-85C7-3EFF9CB61867}" type="presParOf" srcId="{03B106DB-78B5-447E-AD6D-EE33BB2896EB}" destId="{DEB46306-8A63-4798-822A-FAEE19807B11}" srcOrd="2" destOrd="0" presId="urn:microsoft.com/office/officeart/2005/8/layout/vList2"/>
    <dgm:cxn modelId="{96C65239-3692-44C9-BC4B-9F92A26FFCBE}" type="presParOf" srcId="{03B106DB-78B5-447E-AD6D-EE33BB2896EB}" destId="{7DA5BFEF-5377-408B-BA5F-A9496CFCB51D}" srcOrd="3" destOrd="0" presId="urn:microsoft.com/office/officeart/2005/8/layout/vList2"/>
    <dgm:cxn modelId="{B4F4DC64-7C46-4C23-B510-C700C50A5EF2}" type="presParOf" srcId="{03B106DB-78B5-447E-AD6D-EE33BB2896EB}" destId="{49B43419-9826-4BCD-88AE-8800ADEA14F8}" srcOrd="4" destOrd="0" presId="urn:microsoft.com/office/officeart/2005/8/layout/vList2"/>
    <dgm:cxn modelId="{16860C1C-B9BF-4145-960E-D2A6E8642D97}" type="presParOf" srcId="{03B106DB-78B5-447E-AD6D-EE33BB2896EB}" destId="{923FB08D-9CD5-47FE-B8DC-33C09807F524}" srcOrd="5" destOrd="0" presId="urn:microsoft.com/office/officeart/2005/8/layout/vList2"/>
    <dgm:cxn modelId="{F46D9644-D517-40B1-B869-F079A66474E9}" type="presParOf" srcId="{03B106DB-78B5-447E-AD6D-EE33BB2896EB}" destId="{7C8AF247-9AE1-4330-9E33-A3807B7CA6B3}" srcOrd="6" destOrd="0" presId="urn:microsoft.com/office/officeart/2005/8/layout/vList2"/>
    <dgm:cxn modelId="{FDEBDB3C-173F-496F-8654-87DE6D304008}" type="presParOf" srcId="{03B106DB-78B5-447E-AD6D-EE33BB2896EB}" destId="{D3742A84-8DB1-445A-BC6A-A3CF1A54E99F}" srcOrd="7" destOrd="0" presId="urn:microsoft.com/office/officeart/2005/8/layout/vList2"/>
    <dgm:cxn modelId="{C5B02051-69AB-4F73-9561-2BBF71BAF65C}" type="presParOf" srcId="{03B106DB-78B5-447E-AD6D-EE33BB2896EB}" destId="{DDF6C7F7-E2C2-4EE0-810F-07DCBB87D3AC}" srcOrd="8" destOrd="0" presId="urn:microsoft.com/office/officeart/2005/8/layout/vList2"/>
    <dgm:cxn modelId="{FFB1B7D7-8E5B-4790-8A1D-4D37E0C85BEE}" type="presParOf" srcId="{03B106DB-78B5-447E-AD6D-EE33BB2896EB}" destId="{5CAB7911-2B69-4EC9-A9CE-9A51CF3EB941}" srcOrd="9" destOrd="0" presId="urn:microsoft.com/office/officeart/2005/8/layout/vList2"/>
    <dgm:cxn modelId="{2E03EA0D-7E86-48D2-B435-194B6D626BE4}" type="presParOf" srcId="{03B106DB-78B5-447E-AD6D-EE33BB2896EB}" destId="{AC47D421-5C82-41F9-B3DE-9B9BE586E56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5A02B5E-0C99-4374-B8E9-D0B23007B41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9CBF22-DC46-4B6F-A833-4DC866F3B00F}">
      <dgm:prSet/>
      <dgm:spPr/>
      <dgm:t>
        <a:bodyPr/>
        <a:lstStyle/>
        <a:p>
          <a:r>
            <a:rPr lang="en-US"/>
            <a:t>Next level after primary care</a:t>
          </a:r>
        </a:p>
      </dgm:t>
    </dgm:pt>
    <dgm:pt modelId="{7746D57D-864B-4AA2-90BE-5D55AD8C6CD2}" type="parTrans" cxnId="{2E2DF14A-F28B-4E3F-BC9A-7863656E5D59}">
      <dgm:prSet/>
      <dgm:spPr/>
      <dgm:t>
        <a:bodyPr/>
        <a:lstStyle/>
        <a:p>
          <a:endParaRPr lang="en-US"/>
        </a:p>
      </dgm:t>
    </dgm:pt>
    <dgm:pt modelId="{9C82B361-9577-4B1C-9BD4-C6D124BD4DE0}" type="sibTrans" cxnId="{2E2DF14A-F28B-4E3F-BC9A-7863656E5D59}">
      <dgm:prSet/>
      <dgm:spPr/>
      <dgm:t>
        <a:bodyPr/>
        <a:lstStyle/>
        <a:p>
          <a:endParaRPr lang="en-US"/>
        </a:p>
      </dgm:t>
    </dgm:pt>
    <dgm:pt modelId="{84496E77-6BC8-4BD4-8AD3-7FEB7C06EE0B}">
      <dgm:prSet/>
      <dgm:spPr/>
      <dgm:t>
        <a:bodyPr/>
        <a:lstStyle/>
        <a:p>
          <a:r>
            <a:rPr lang="en-US"/>
            <a:t>Deals with more complex health issues</a:t>
          </a:r>
        </a:p>
      </dgm:t>
    </dgm:pt>
    <dgm:pt modelId="{8F4A8022-6C18-4D63-9BF2-79EC0F4DB347}" type="parTrans" cxnId="{5A45BE8A-8FF8-4DEE-A761-BFB0F780189F}">
      <dgm:prSet/>
      <dgm:spPr/>
      <dgm:t>
        <a:bodyPr/>
        <a:lstStyle/>
        <a:p>
          <a:endParaRPr lang="en-US"/>
        </a:p>
      </dgm:t>
    </dgm:pt>
    <dgm:pt modelId="{36FD2D1D-337B-4609-A0B3-E6E3DA78ECBF}" type="sibTrans" cxnId="{5A45BE8A-8FF8-4DEE-A761-BFB0F780189F}">
      <dgm:prSet/>
      <dgm:spPr/>
      <dgm:t>
        <a:bodyPr/>
        <a:lstStyle/>
        <a:p>
          <a:endParaRPr lang="en-US"/>
        </a:p>
      </dgm:t>
    </dgm:pt>
    <dgm:pt modelId="{EAB4E94E-A36F-45B0-96CA-3B54BBDBA612}">
      <dgm:prSet/>
      <dgm:spPr/>
      <dgm:t>
        <a:bodyPr/>
        <a:lstStyle/>
        <a:p>
          <a:r>
            <a:rPr lang="en-US"/>
            <a:t>Acts as the first referral level</a:t>
          </a:r>
        </a:p>
      </dgm:t>
    </dgm:pt>
    <dgm:pt modelId="{EEB8CB41-29D1-46E5-8ADE-2895E05AE43C}" type="parTrans" cxnId="{FBAC2E87-27DF-4768-AC12-5FF718EC77A1}">
      <dgm:prSet/>
      <dgm:spPr/>
      <dgm:t>
        <a:bodyPr/>
        <a:lstStyle/>
        <a:p>
          <a:endParaRPr lang="en-US"/>
        </a:p>
      </dgm:t>
    </dgm:pt>
    <dgm:pt modelId="{E088FADF-DA39-4785-8274-99C1AFD7C7D0}" type="sibTrans" cxnId="{FBAC2E87-27DF-4768-AC12-5FF718EC77A1}">
      <dgm:prSet/>
      <dgm:spPr/>
      <dgm:t>
        <a:bodyPr/>
        <a:lstStyle/>
        <a:p>
          <a:endParaRPr lang="en-US"/>
        </a:p>
      </dgm:t>
    </dgm:pt>
    <dgm:pt modelId="{AA1FEED4-2EAE-4A0E-AE04-50AA6FAB9F52}">
      <dgm:prSet/>
      <dgm:spPr/>
      <dgm:t>
        <a:bodyPr/>
        <a:lstStyle/>
        <a:p>
          <a:r>
            <a:rPr lang="en-US"/>
            <a:t>Provided through:</a:t>
          </a:r>
        </a:p>
      </dgm:t>
    </dgm:pt>
    <dgm:pt modelId="{4D14258A-4FC0-4678-B6ED-30D42E775669}" type="parTrans" cxnId="{641C1D35-D9BF-47BF-8DD7-A1524B49D6C1}">
      <dgm:prSet/>
      <dgm:spPr/>
      <dgm:t>
        <a:bodyPr/>
        <a:lstStyle/>
        <a:p>
          <a:endParaRPr lang="en-US"/>
        </a:p>
      </dgm:t>
    </dgm:pt>
    <dgm:pt modelId="{463A9D69-0F9E-4AEC-8EFC-88A9D5B806C3}" type="sibTrans" cxnId="{641C1D35-D9BF-47BF-8DD7-A1524B49D6C1}">
      <dgm:prSet/>
      <dgm:spPr/>
      <dgm:t>
        <a:bodyPr/>
        <a:lstStyle/>
        <a:p>
          <a:endParaRPr lang="en-US"/>
        </a:p>
      </dgm:t>
    </dgm:pt>
    <dgm:pt modelId="{7AE64BDB-20E1-4D0D-9138-B0F14D0376DD}">
      <dgm:prSet/>
      <dgm:spPr/>
      <dgm:t>
        <a:bodyPr/>
        <a:lstStyle/>
        <a:p>
          <a:r>
            <a:rPr lang="en-US"/>
            <a:t>District Hospitals</a:t>
          </a:r>
        </a:p>
      </dgm:t>
    </dgm:pt>
    <dgm:pt modelId="{200D217E-F799-4CD8-A62E-5288F1861D59}" type="parTrans" cxnId="{C2736548-F256-4719-8455-FBF21EDAA8BD}">
      <dgm:prSet/>
      <dgm:spPr/>
      <dgm:t>
        <a:bodyPr/>
        <a:lstStyle/>
        <a:p>
          <a:endParaRPr lang="en-US"/>
        </a:p>
      </dgm:t>
    </dgm:pt>
    <dgm:pt modelId="{A3644716-53F8-447A-B7D8-0DD91BF88917}" type="sibTrans" cxnId="{C2736548-F256-4719-8455-FBF21EDAA8BD}">
      <dgm:prSet/>
      <dgm:spPr/>
      <dgm:t>
        <a:bodyPr/>
        <a:lstStyle/>
        <a:p>
          <a:endParaRPr lang="en-US"/>
        </a:p>
      </dgm:t>
    </dgm:pt>
    <dgm:pt modelId="{02946EE8-C956-4D15-9B00-EF36A570B68B}">
      <dgm:prSet/>
      <dgm:spPr/>
      <dgm:t>
        <a:bodyPr/>
        <a:lstStyle/>
        <a:p>
          <a:r>
            <a:rPr lang="en-US"/>
            <a:t>Community Health Centres (CHCs)</a:t>
          </a:r>
        </a:p>
      </dgm:t>
    </dgm:pt>
    <dgm:pt modelId="{A42C1E30-439D-4AE7-BA6B-F802C83A903B}" type="parTrans" cxnId="{1B3AB8B9-84FC-4901-A06E-10AF1603B821}">
      <dgm:prSet/>
      <dgm:spPr/>
      <dgm:t>
        <a:bodyPr/>
        <a:lstStyle/>
        <a:p>
          <a:endParaRPr lang="en-US"/>
        </a:p>
      </dgm:t>
    </dgm:pt>
    <dgm:pt modelId="{E73CF2A5-E7AC-4ED2-BEA6-3852DCBB741B}" type="sibTrans" cxnId="{1B3AB8B9-84FC-4901-A06E-10AF1603B821}">
      <dgm:prSet/>
      <dgm:spPr/>
      <dgm:t>
        <a:bodyPr/>
        <a:lstStyle/>
        <a:p>
          <a:endParaRPr lang="en-US"/>
        </a:p>
      </dgm:t>
    </dgm:pt>
    <dgm:pt modelId="{FA96E6A5-88D0-4726-B7D1-B0F4BAC1FB35}">
      <dgm:prSet/>
      <dgm:spPr/>
      <dgm:t>
        <a:bodyPr/>
        <a:lstStyle/>
        <a:p>
          <a:r>
            <a:rPr lang="en-US"/>
            <a:t>Offers specialist care, diagnostic services, and inpatient care.</a:t>
          </a:r>
        </a:p>
      </dgm:t>
    </dgm:pt>
    <dgm:pt modelId="{6F8CA740-B4D2-4384-8681-7821E4BCE557}" type="parTrans" cxnId="{37B01149-F7D0-4CD1-9746-1380734B4C29}">
      <dgm:prSet/>
      <dgm:spPr/>
      <dgm:t>
        <a:bodyPr/>
        <a:lstStyle/>
        <a:p>
          <a:endParaRPr lang="en-US"/>
        </a:p>
      </dgm:t>
    </dgm:pt>
    <dgm:pt modelId="{10D11F1F-2037-4CE5-9FD6-941DAB51E243}" type="sibTrans" cxnId="{37B01149-F7D0-4CD1-9746-1380734B4C29}">
      <dgm:prSet/>
      <dgm:spPr/>
      <dgm:t>
        <a:bodyPr/>
        <a:lstStyle/>
        <a:p>
          <a:endParaRPr lang="en-US"/>
        </a:p>
      </dgm:t>
    </dgm:pt>
    <dgm:pt modelId="{89357834-A302-4F17-852A-B928C40D0427}" type="pres">
      <dgm:prSet presAssocID="{15A02B5E-0C99-4374-B8E9-D0B23007B41B}" presName="linear" presStyleCnt="0">
        <dgm:presLayoutVars>
          <dgm:animLvl val="lvl"/>
          <dgm:resizeHandles val="exact"/>
        </dgm:presLayoutVars>
      </dgm:prSet>
      <dgm:spPr/>
    </dgm:pt>
    <dgm:pt modelId="{9C0E98EE-4851-4F5B-9C33-A03BD5C52B2F}" type="pres">
      <dgm:prSet presAssocID="{F99CBF22-DC46-4B6F-A833-4DC866F3B00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D9037F2-1052-48B9-9135-55EC40D7064E}" type="pres">
      <dgm:prSet presAssocID="{9C82B361-9577-4B1C-9BD4-C6D124BD4DE0}" presName="spacer" presStyleCnt="0"/>
      <dgm:spPr/>
    </dgm:pt>
    <dgm:pt modelId="{C35BED9C-AC52-44BD-A0F7-45D6208EB600}" type="pres">
      <dgm:prSet presAssocID="{84496E77-6BC8-4BD4-8AD3-7FEB7C06EE0B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A111678-955D-4E22-B0DE-01C2A9D577BD}" type="pres">
      <dgm:prSet presAssocID="{36FD2D1D-337B-4609-A0B3-E6E3DA78ECBF}" presName="spacer" presStyleCnt="0"/>
      <dgm:spPr/>
    </dgm:pt>
    <dgm:pt modelId="{6DA0C901-483E-4937-B8BA-BE5B47907925}" type="pres">
      <dgm:prSet presAssocID="{EAB4E94E-A36F-45B0-96CA-3B54BBDBA61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8EC9833-AE2F-4CD5-A92C-C48BF836AA0A}" type="pres">
      <dgm:prSet presAssocID="{E088FADF-DA39-4785-8274-99C1AFD7C7D0}" presName="spacer" presStyleCnt="0"/>
      <dgm:spPr/>
    </dgm:pt>
    <dgm:pt modelId="{47589E1E-B81F-44A7-842E-76681444B799}" type="pres">
      <dgm:prSet presAssocID="{AA1FEED4-2EAE-4A0E-AE04-50AA6FAB9F5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CC273BB-D003-4097-B3CA-9E1F0A4A2F42}" type="pres">
      <dgm:prSet presAssocID="{AA1FEED4-2EAE-4A0E-AE04-50AA6FAB9F52}" presName="childText" presStyleLbl="revTx" presStyleIdx="0" presStyleCnt="1">
        <dgm:presLayoutVars>
          <dgm:bulletEnabled val="1"/>
        </dgm:presLayoutVars>
      </dgm:prSet>
      <dgm:spPr/>
    </dgm:pt>
    <dgm:pt modelId="{2F4C8EF7-B827-4EC8-B0C8-BF2AE4F10458}" type="pres">
      <dgm:prSet presAssocID="{FA96E6A5-88D0-4726-B7D1-B0F4BAC1FB3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E925D07-D2B6-47A5-8888-9E9B444FA46D}" type="presOf" srcId="{F99CBF22-DC46-4B6F-A833-4DC866F3B00F}" destId="{9C0E98EE-4851-4F5B-9C33-A03BD5C52B2F}" srcOrd="0" destOrd="0" presId="urn:microsoft.com/office/officeart/2005/8/layout/vList2"/>
    <dgm:cxn modelId="{779D9829-B899-4A32-8579-C4006778783E}" type="presOf" srcId="{FA96E6A5-88D0-4726-B7D1-B0F4BAC1FB35}" destId="{2F4C8EF7-B827-4EC8-B0C8-BF2AE4F10458}" srcOrd="0" destOrd="0" presId="urn:microsoft.com/office/officeart/2005/8/layout/vList2"/>
    <dgm:cxn modelId="{641C1D35-D9BF-47BF-8DD7-A1524B49D6C1}" srcId="{15A02B5E-0C99-4374-B8E9-D0B23007B41B}" destId="{AA1FEED4-2EAE-4A0E-AE04-50AA6FAB9F52}" srcOrd="3" destOrd="0" parTransId="{4D14258A-4FC0-4678-B6ED-30D42E775669}" sibTransId="{463A9D69-0F9E-4AEC-8EFC-88A9D5B806C3}"/>
    <dgm:cxn modelId="{B994385E-E581-453C-971B-E231B007ADA9}" type="presOf" srcId="{EAB4E94E-A36F-45B0-96CA-3B54BBDBA612}" destId="{6DA0C901-483E-4937-B8BA-BE5B47907925}" srcOrd="0" destOrd="0" presId="urn:microsoft.com/office/officeart/2005/8/layout/vList2"/>
    <dgm:cxn modelId="{C2736548-F256-4719-8455-FBF21EDAA8BD}" srcId="{AA1FEED4-2EAE-4A0E-AE04-50AA6FAB9F52}" destId="{7AE64BDB-20E1-4D0D-9138-B0F14D0376DD}" srcOrd="0" destOrd="0" parTransId="{200D217E-F799-4CD8-A62E-5288F1861D59}" sibTransId="{A3644716-53F8-447A-B7D8-0DD91BF88917}"/>
    <dgm:cxn modelId="{37B01149-F7D0-4CD1-9746-1380734B4C29}" srcId="{15A02B5E-0C99-4374-B8E9-D0B23007B41B}" destId="{FA96E6A5-88D0-4726-B7D1-B0F4BAC1FB35}" srcOrd="4" destOrd="0" parTransId="{6F8CA740-B4D2-4384-8681-7821E4BCE557}" sibTransId="{10D11F1F-2037-4CE5-9FD6-941DAB51E243}"/>
    <dgm:cxn modelId="{2E2DF14A-F28B-4E3F-BC9A-7863656E5D59}" srcId="{15A02B5E-0C99-4374-B8E9-D0B23007B41B}" destId="{F99CBF22-DC46-4B6F-A833-4DC866F3B00F}" srcOrd="0" destOrd="0" parTransId="{7746D57D-864B-4AA2-90BE-5D55AD8C6CD2}" sibTransId="{9C82B361-9577-4B1C-9BD4-C6D124BD4DE0}"/>
    <dgm:cxn modelId="{FBAC2E87-27DF-4768-AC12-5FF718EC77A1}" srcId="{15A02B5E-0C99-4374-B8E9-D0B23007B41B}" destId="{EAB4E94E-A36F-45B0-96CA-3B54BBDBA612}" srcOrd="2" destOrd="0" parTransId="{EEB8CB41-29D1-46E5-8ADE-2895E05AE43C}" sibTransId="{E088FADF-DA39-4785-8274-99C1AFD7C7D0}"/>
    <dgm:cxn modelId="{5A45BE8A-8FF8-4DEE-A761-BFB0F780189F}" srcId="{15A02B5E-0C99-4374-B8E9-D0B23007B41B}" destId="{84496E77-6BC8-4BD4-8AD3-7FEB7C06EE0B}" srcOrd="1" destOrd="0" parTransId="{8F4A8022-6C18-4D63-9BF2-79EC0F4DB347}" sibTransId="{36FD2D1D-337B-4609-A0B3-E6E3DA78ECBF}"/>
    <dgm:cxn modelId="{EF2B7C9B-7AE9-4CA9-A4BC-50098BD567D2}" type="presOf" srcId="{15A02B5E-0C99-4374-B8E9-D0B23007B41B}" destId="{89357834-A302-4F17-852A-B928C40D0427}" srcOrd="0" destOrd="0" presId="urn:microsoft.com/office/officeart/2005/8/layout/vList2"/>
    <dgm:cxn modelId="{E294C49D-8D6B-4621-A4B9-AA88516C2E77}" type="presOf" srcId="{AA1FEED4-2EAE-4A0E-AE04-50AA6FAB9F52}" destId="{47589E1E-B81F-44A7-842E-76681444B799}" srcOrd="0" destOrd="0" presId="urn:microsoft.com/office/officeart/2005/8/layout/vList2"/>
    <dgm:cxn modelId="{1B3AB8B9-84FC-4901-A06E-10AF1603B821}" srcId="{AA1FEED4-2EAE-4A0E-AE04-50AA6FAB9F52}" destId="{02946EE8-C956-4D15-9B00-EF36A570B68B}" srcOrd="1" destOrd="0" parTransId="{A42C1E30-439D-4AE7-BA6B-F802C83A903B}" sibTransId="{E73CF2A5-E7AC-4ED2-BEA6-3852DCBB741B}"/>
    <dgm:cxn modelId="{C8C13AC7-1628-41E2-BC97-9F6BEF5C6EA1}" type="presOf" srcId="{02946EE8-C956-4D15-9B00-EF36A570B68B}" destId="{CCC273BB-D003-4097-B3CA-9E1F0A4A2F42}" srcOrd="0" destOrd="1" presId="urn:microsoft.com/office/officeart/2005/8/layout/vList2"/>
    <dgm:cxn modelId="{F7B540C9-8B8B-4612-A9BE-728EFA4C5DEE}" type="presOf" srcId="{7AE64BDB-20E1-4D0D-9138-B0F14D0376DD}" destId="{CCC273BB-D003-4097-B3CA-9E1F0A4A2F42}" srcOrd="0" destOrd="0" presId="urn:microsoft.com/office/officeart/2005/8/layout/vList2"/>
    <dgm:cxn modelId="{2CDFCFDA-817C-4806-9D51-E4615D4078B2}" type="presOf" srcId="{84496E77-6BC8-4BD4-8AD3-7FEB7C06EE0B}" destId="{C35BED9C-AC52-44BD-A0F7-45D6208EB600}" srcOrd="0" destOrd="0" presId="urn:microsoft.com/office/officeart/2005/8/layout/vList2"/>
    <dgm:cxn modelId="{506E9D15-3067-43AD-8279-782697AD8DBE}" type="presParOf" srcId="{89357834-A302-4F17-852A-B928C40D0427}" destId="{9C0E98EE-4851-4F5B-9C33-A03BD5C52B2F}" srcOrd="0" destOrd="0" presId="urn:microsoft.com/office/officeart/2005/8/layout/vList2"/>
    <dgm:cxn modelId="{4092B9CC-94BD-4F8C-AB28-551624D890FA}" type="presParOf" srcId="{89357834-A302-4F17-852A-B928C40D0427}" destId="{FD9037F2-1052-48B9-9135-55EC40D7064E}" srcOrd="1" destOrd="0" presId="urn:microsoft.com/office/officeart/2005/8/layout/vList2"/>
    <dgm:cxn modelId="{B5DD2630-1BC2-4FE1-B156-8AD2134B0119}" type="presParOf" srcId="{89357834-A302-4F17-852A-B928C40D0427}" destId="{C35BED9C-AC52-44BD-A0F7-45D6208EB600}" srcOrd="2" destOrd="0" presId="urn:microsoft.com/office/officeart/2005/8/layout/vList2"/>
    <dgm:cxn modelId="{F0D14FC8-E03B-49EF-8882-77AC72DC7D25}" type="presParOf" srcId="{89357834-A302-4F17-852A-B928C40D0427}" destId="{0A111678-955D-4E22-B0DE-01C2A9D577BD}" srcOrd="3" destOrd="0" presId="urn:microsoft.com/office/officeart/2005/8/layout/vList2"/>
    <dgm:cxn modelId="{6A2AC275-5F5E-4908-932E-6A215DF08E61}" type="presParOf" srcId="{89357834-A302-4F17-852A-B928C40D0427}" destId="{6DA0C901-483E-4937-B8BA-BE5B47907925}" srcOrd="4" destOrd="0" presId="urn:microsoft.com/office/officeart/2005/8/layout/vList2"/>
    <dgm:cxn modelId="{F48212EC-CD16-4144-8C5A-92A5C1FACE7C}" type="presParOf" srcId="{89357834-A302-4F17-852A-B928C40D0427}" destId="{58EC9833-AE2F-4CD5-A92C-C48BF836AA0A}" srcOrd="5" destOrd="0" presId="urn:microsoft.com/office/officeart/2005/8/layout/vList2"/>
    <dgm:cxn modelId="{657B8910-4DF1-4A75-B535-6F2447E9D295}" type="presParOf" srcId="{89357834-A302-4F17-852A-B928C40D0427}" destId="{47589E1E-B81F-44A7-842E-76681444B799}" srcOrd="6" destOrd="0" presId="urn:microsoft.com/office/officeart/2005/8/layout/vList2"/>
    <dgm:cxn modelId="{750777D7-04BE-476D-8FBA-09259ACFB146}" type="presParOf" srcId="{89357834-A302-4F17-852A-B928C40D0427}" destId="{CCC273BB-D003-4097-B3CA-9E1F0A4A2F42}" srcOrd="7" destOrd="0" presId="urn:microsoft.com/office/officeart/2005/8/layout/vList2"/>
    <dgm:cxn modelId="{A0EFA950-989D-4435-980D-A1CF046509A8}" type="presParOf" srcId="{89357834-A302-4F17-852A-B928C40D0427}" destId="{2F4C8EF7-B827-4EC8-B0C8-BF2AE4F1045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FF751BE-C917-4480-BC10-A3633D43F65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413D3D3-A77B-45D1-A962-53561F030B82}">
      <dgm:prSet/>
      <dgm:spPr/>
      <dgm:t>
        <a:bodyPr/>
        <a:lstStyle/>
        <a:p>
          <a:r>
            <a:rPr lang="en-US"/>
            <a:t>Most specialized level of care</a:t>
          </a:r>
        </a:p>
      </dgm:t>
    </dgm:pt>
    <dgm:pt modelId="{91D74E02-358F-4B7E-A942-91F9204E245F}" type="parTrans" cxnId="{F9DA7AF1-A43E-4251-84A4-425EE3DA497C}">
      <dgm:prSet/>
      <dgm:spPr/>
      <dgm:t>
        <a:bodyPr/>
        <a:lstStyle/>
        <a:p>
          <a:endParaRPr lang="en-US"/>
        </a:p>
      </dgm:t>
    </dgm:pt>
    <dgm:pt modelId="{26C1923B-ED7D-4FC8-9B75-EBC718EEA2DB}" type="sibTrans" cxnId="{F9DA7AF1-A43E-4251-84A4-425EE3DA497C}">
      <dgm:prSet/>
      <dgm:spPr/>
      <dgm:t>
        <a:bodyPr/>
        <a:lstStyle/>
        <a:p>
          <a:endParaRPr lang="en-US"/>
        </a:p>
      </dgm:t>
    </dgm:pt>
    <dgm:pt modelId="{E1052D03-AC61-45B1-9C83-C6BF9AB8F313}">
      <dgm:prSet/>
      <dgm:spPr/>
      <dgm:t>
        <a:bodyPr/>
        <a:lstStyle/>
        <a:p>
          <a:r>
            <a:rPr lang="en-US"/>
            <a:t>Requires advanced facilities and highly trained specialists</a:t>
          </a:r>
        </a:p>
      </dgm:t>
    </dgm:pt>
    <dgm:pt modelId="{AD47E4CC-1697-49DB-A3EE-EDED85F6BCFE}" type="parTrans" cxnId="{A178012F-471B-43CA-B910-33EE6D38B359}">
      <dgm:prSet/>
      <dgm:spPr/>
      <dgm:t>
        <a:bodyPr/>
        <a:lstStyle/>
        <a:p>
          <a:endParaRPr lang="en-US"/>
        </a:p>
      </dgm:t>
    </dgm:pt>
    <dgm:pt modelId="{0FB29039-373C-4028-B86D-883FB95434AF}" type="sibTrans" cxnId="{A178012F-471B-43CA-B910-33EE6D38B359}">
      <dgm:prSet/>
      <dgm:spPr/>
      <dgm:t>
        <a:bodyPr/>
        <a:lstStyle/>
        <a:p>
          <a:endParaRPr lang="en-US"/>
        </a:p>
      </dgm:t>
    </dgm:pt>
    <dgm:pt modelId="{E55C2B03-8056-40F5-8F35-B1944CB7D659}">
      <dgm:prSet/>
      <dgm:spPr/>
      <dgm:t>
        <a:bodyPr/>
        <a:lstStyle/>
        <a:p>
          <a:r>
            <a:rPr lang="en-US"/>
            <a:t>Delivered at apex institutions such as:</a:t>
          </a:r>
        </a:p>
      </dgm:t>
    </dgm:pt>
    <dgm:pt modelId="{22FBE252-29AE-4179-BC22-9C8C89F42A9B}" type="parTrans" cxnId="{2FD4A9B6-9DF8-4327-AC19-8F346154BCE2}">
      <dgm:prSet/>
      <dgm:spPr/>
      <dgm:t>
        <a:bodyPr/>
        <a:lstStyle/>
        <a:p>
          <a:endParaRPr lang="en-US"/>
        </a:p>
      </dgm:t>
    </dgm:pt>
    <dgm:pt modelId="{A5AB52DC-6A94-4BE7-8D42-5BBA79BE37C1}" type="sibTrans" cxnId="{2FD4A9B6-9DF8-4327-AC19-8F346154BCE2}">
      <dgm:prSet/>
      <dgm:spPr/>
      <dgm:t>
        <a:bodyPr/>
        <a:lstStyle/>
        <a:p>
          <a:endParaRPr lang="en-US"/>
        </a:p>
      </dgm:t>
    </dgm:pt>
    <dgm:pt modelId="{8C5D0407-31D3-49E7-8542-AC86BDE3E27D}">
      <dgm:prSet/>
      <dgm:spPr/>
      <dgm:t>
        <a:bodyPr/>
        <a:lstStyle/>
        <a:p>
          <a:r>
            <a:rPr lang="en-US"/>
            <a:t>Medical College Hospitals</a:t>
          </a:r>
        </a:p>
      </dgm:t>
    </dgm:pt>
    <dgm:pt modelId="{E2404A5E-3F9F-45DF-8AF7-4BD78B434BCD}" type="parTrans" cxnId="{F98873E8-1C57-4CE0-B750-46EA065B296B}">
      <dgm:prSet/>
      <dgm:spPr/>
      <dgm:t>
        <a:bodyPr/>
        <a:lstStyle/>
        <a:p>
          <a:endParaRPr lang="en-US"/>
        </a:p>
      </dgm:t>
    </dgm:pt>
    <dgm:pt modelId="{8E969289-6048-4E0D-86D7-01AC559C9B62}" type="sibTrans" cxnId="{F98873E8-1C57-4CE0-B750-46EA065B296B}">
      <dgm:prSet/>
      <dgm:spPr/>
      <dgm:t>
        <a:bodyPr/>
        <a:lstStyle/>
        <a:p>
          <a:endParaRPr lang="en-US"/>
        </a:p>
      </dgm:t>
    </dgm:pt>
    <dgm:pt modelId="{CCEB2614-2AF0-41BF-9E10-869F8A1D2689}">
      <dgm:prSet/>
      <dgm:spPr/>
      <dgm:t>
        <a:bodyPr/>
        <a:lstStyle/>
        <a:p>
          <a:r>
            <a:rPr lang="en-US"/>
            <a:t>All India Institutes (e.g., AIIMS)</a:t>
          </a:r>
        </a:p>
      </dgm:t>
    </dgm:pt>
    <dgm:pt modelId="{00B0715D-E53D-4897-A08C-5CA2F0CBB284}" type="parTrans" cxnId="{19E41DBD-FD7A-4CCD-840F-86372086973C}">
      <dgm:prSet/>
      <dgm:spPr/>
      <dgm:t>
        <a:bodyPr/>
        <a:lstStyle/>
        <a:p>
          <a:endParaRPr lang="en-US"/>
        </a:p>
      </dgm:t>
    </dgm:pt>
    <dgm:pt modelId="{A066B4B0-8A82-4F9F-A12A-A3C70D20934E}" type="sibTrans" cxnId="{19E41DBD-FD7A-4CCD-840F-86372086973C}">
      <dgm:prSet/>
      <dgm:spPr/>
      <dgm:t>
        <a:bodyPr/>
        <a:lstStyle/>
        <a:p>
          <a:endParaRPr lang="en-US"/>
        </a:p>
      </dgm:t>
    </dgm:pt>
    <dgm:pt modelId="{6215F1F6-5184-4D4B-B648-E49DF2DE598C}">
      <dgm:prSet/>
      <dgm:spPr/>
      <dgm:t>
        <a:bodyPr/>
        <a:lstStyle/>
        <a:p>
          <a:r>
            <a:rPr lang="en-US"/>
            <a:t>Regional &amp; Specialized Hospitals</a:t>
          </a:r>
        </a:p>
      </dgm:t>
    </dgm:pt>
    <dgm:pt modelId="{4BAECAE9-F4D1-49C0-AA91-439856347A0E}" type="parTrans" cxnId="{AD9B6B37-39F9-4624-ADEF-63D8AF73C5CB}">
      <dgm:prSet/>
      <dgm:spPr/>
      <dgm:t>
        <a:bodyPr/>
        <a:lstStyle/>
        <a:p>
          <a:endParaRPr lang="en-US"/>
        </a:p>
      </dgm:t>
    </dgm:pt>
    <dgm:pt modelId="{A1641B6B-2B38-43F7-9EFE-6CD9F4A1682A}" type="sibTrans" cxnId="{AD9B6B37-39F9-4624-ADEF-63D8AF73C5CB}">
      <dgm:prSet/>
      <dgm:spPr/>
      <dgm:t>
        <a:bodyPr/>
        <a:lstStyle/>
        <a:p>
          <a:endParaRPr lang="en-US"/>
        </a:p>
      </dgm:t>
    </dgm:pt>
    <dgm:pt modelId="{703674D5-E1AA-4C06-AF09-166D85A18F2B}" type="pres">
      <dgm:prSet presAssocID="{3FF751BE-C917-4480-BC10-A3633D43F654}" presName="linear" presStyleCnt="0">
        <dgm:presLayoutVars>
          <dgm:animLvl val="lvl"/>
          <dgm:resizeHandles val="exact"/>
        </dgm:presLayoutVars>
      </dgm:prSet>
      <dgm:spPr/>
    </dgm:pt>
    <dgm:pt modelId="{8278455D-01DF-4C92-AB46-94563A9A3158}" type="pres">
      <dgm:prSet presAssocID="{2413D3D3-A77B-45D1-A962-53561F030B8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0690EFB-B9ED-454E-9514-1B14423E253C}" type="pres">
      <dgm:prSet presAssocID="{26C1923B-ED7D-4FC8-9B75-EBC718EEA2DB}" presName="spacer" presStyleCnt="0"/>
      <dgm:spPr/>
    </dgm:pt>
    <dgm:pt modelId="{90572C54-E17A-4F0D-8D45-3DD8520F6034}" type="pres">
      <dgm:prSet presAssocID="{E1052D03-AC61-45B1-9C83-C6BF9AB8F31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79B225F-68FA-4217-AF56-38252846C00E}" type="pres">
      <dgm:prSet presAssocID="{0FB29039-373C-4028-B86D-883FB95434AF}" presName="spacer" presStyleCnt="0"/>
      <dgm:spPr/>
    </dgm:pt>
    <dgm:pt modelId="{A6FD0830-DD74-47A5-90E5-156E651FD246}" type="pres">
      <dgm:prSet presAssocID="{E55C2B03-8056-40F5-8F35-B1944CB7D65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C8918264-B840-430C-ADD1-5646417364B2}" type="pres">
      <dgm:prSet presAssocID="{E55C2B03-8056-40F5-8F35-B1944CB7D65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17DEBF00-FAB8-4FDF-B278-7CEE8406CA2D}" type="presOf" srcId="{3FF751BE-C917-4480-BC10-A3633D43F654}" destId="{703674D5-E1AA-4C06-AF09-166D85A18F2B}" srcOrd="0" destOrd="0" presId="urn:microsoft.com/office/officeart/2005/8/layout/vList2"/>
    <dgm:cxn modelId="{F2191B05-F7CC-4D79-B345-6B340BBACCE6}" type="presOf" srcId="{6215F1F6-5184-4D4B-B648-E49DF2DE598C}" destId="{C8918264-B840-430C-ADD1-5646417364B2}" srcOrd="0" destOrd="2" presId="urn:microsoft.com/office/officeart/2005/8/layout/vList2"/>
    <dgm:cxn modelId="{AFAE6C17-B34F-4130-B29E-2DDED27958F3}" type="presOf" srcId="{E55C2B03-8056-40F5-8F35-B1944CB7D659}" destId="{A6FD0830-DD74-47A5-90E5-156E651FD246}" srcOrd="0" destOrd="0" presId="urn:microsoft.com/office/officeart/2005/8/layout/vList2"/>
    <dgm:cxn modelId="{F175DF23-A0D9-415F-9B73-8BDFD83349D3}" type="presOf" srcId="{2413D3D3-A77B-45D1-A962-53561F030B82}" destId="{8278455D-01DF-4C92-AB46-94563A9A3158}" srcOrd="0" destOrd="0" presId="urn:microsoft.com/office/officeart/2005/8/layout/vList2"/>
    <dgm:cxn modelId="{A178012F-471B-43CA-B910-33EE6D38B359}" srcId="{3FF751BE-C917-4480-BC10-A3633D43F654}" destId="{E1052D03-AC61-45B1-9C83-C6BF9AB8F313}" srcOrd="1" destOrd="0" parTransId="{AD47E4CC-1697-49DB-A3EE-EDED85F6BCFE}" sibTransId="{0FB29039-373C-4028-B86D-883FB95434AF}"/>
    <dgm:cxn modelId="{AD9B6B37-39F9-4624-ADEF-63D8AF73C5CB}" srcId="{E55C2B03-8056-40F5-8F35-B1944CB7D659}" destId="{6215F1F6-5184-4D4B-B648-E49DF2DE598C}" srcOrd="2" destOrd="0" parTransId="{4BAECAE9-F4D1-49C0-AA91-439856347A0E}" sibTransId="{A1641B6B-2B38-43F7-9EFE-6CD9F4A1682A}"/>
    <dgm:cxn modelId="{62920C5C-BCF5-4332-B3F4-CF6F3F45F65B}" type="presOf" srcId="{8C5D0407-31D3-49E7-8542-AC86BDE3E27D}" destId="{C8918264-B840-430C-ADD1-5646417364B2}" srcOrd="0" destOrd="0" presId="urn:microsoft.com/office/officeart/2005/8/layout/vList2"/>
    <dgm:cxn modelId="{48C71C7A-08EE-4606-911C-27674E66043E}" type="presOf" srcId="{CCEB2614-2AF0-41BF-9E10-869F8A1D2689}" destId="{C8918264-B840-430C-ADD1-5646417364B2}" srcOrd="0" destOrd="1" presId="urn:microsoft.com/office/officeart/2005/8/layout/vList2"/>
    <dgm:cxn modelId="{2FD4A9B6-9DF8-4327-AC19-8F346154BCE2}" srcId="{3FF751BE-C917-4480-BC10-A3633D43F654}" destId="{E55C2B03-8056-40F5-8F35-B1944CB7D659}" srcOrd="2" destOrd="0" parTransId="{22FBE252-29AE-4179-BC22-9C8C89F42A9B}" sibTransId="{A5AB52DC-6A94-4BE7-8D42-5BBA79BE37C1}"/>
    <dgm:cxn modelId="{19E41DBD-FD7A-4CCD-840F-86372086973C}" srcId="{E55C2B03-8056-40F5-8F35-B1944CB7D659}" destId="{CCEB2614-2AF0-41BF-9E10-869F8A1D2689}" srcOrd="1" destOrd="0" parTransId="{00B0715D-E53D-4897-A08C-5CA2F0CBB284}" sibTransId="{A066B4B0-8A82-4F9F-A12A-A3C70D20934E}"/>
    <dgm:cxn modelId="{EACACCC3-B8EA-4BF0-8014-E0AB5B9357A9}" type="presOf" srcId="{E1052D03-AC61-45B1-9C83-C6BF9AB8F313}" destId="{90572C54-E17A-4F0D-8D45-3DD8520F6034}" srcOrd="0" destOrd="0" presId="urn:microsoft.com/office/officeart/2005/8/layout/vList2"/>
    <dgm:cxn modelId="{F98873E8-1C57-4CE0-B750-46EA065B296B}" srcId="{E55C2B03-8056-40F5-8F35-B1944CB7D659}" destId="{8C5D0407-31D3-49E7-8542-AC86BDE3E27D}" srcOrd="0" destOrd="0" parTransId="{E2404A5E-3F9F-45DF-8AF7-4BD78B434BCD}" sibTransId="{8E969289-6048-4E0D-86D7-01AC559C9B62}"/>
    <dgm:cxn modelId="{F9DA7AF1-A43E-4251-84A4-425EE3DA497C}" srcId="{3FF751BE-C917-4480-BC10-A3633D43F654}" destId="{2413D3D3-A77B-45D1-A962-53561F030B82}" srcOrd="0" destOrd="0" parTransId="{91D74E02-358F-4B7E-A942-91F9204E245F}" sibTransId="{26C1923B-ED7D-4FC8-9B75-EBC718EEA2DB}"/>
    <dgm:cxn modelId="{4A068D0D-0354-43D7-A273-16268FF39D7A}" type="presParOf" srcId="{703674D5-E1AA-4C06-AF09-166D85A18F2B}" destId="{8278455D-01DF-4C92-AB46-94563A9A3158}" srcOrd="0" destOrd="0" presId="urn:microsoft.com/office/officeart/2005/8/layout/vList2"/>
    <dgm:cxn modelId="{A21015F3-717F-47C5-B85D-EBE7B0B20746}" type="presParOf" srcId="{703674D5-E1AA-4C06-AF09-166D85A18F2B}" destId="{30690EFB-B9ED-454E-9514-1B14423E253C}" srcOrd="1" destOrd="0" presId="urn:microsoft.com/office/officeart/2005/8/layout/vList2"/>
    <dgm:cxn modelId="{D07C21EB-8BF5-4A68-A35C-BC2E694A4ADC}" type="presParOf" srcId="{703674D5-E1AA-4C06-AF09-166D85A18F2B}" destId="{90572C54-E17A-4F0D-8D45-3DD8520F6034}" srcOrd="2" destOrd="0" presId="urn:microsoft.com/office/officeart/2005/8/layout/vList2"/>
    <dgm:cxn modelId="{205C02A5-1117-4456-8977-42189E430FF7}" type="presParOf" srcId="{703674D5-E1AA-4C06-AF09-166D85A18F2B}" destId="{E79B225F-68FA-4217-AF56-38252846C00E}" srcOrd="3" destOrd="0" presId="urn:microsoft.com/office/officeart/2005/8/layout/vList2"/>
    <dgm:cxn modelId="{FDA46AED-0CA8-43A1-A5C7-960F2903B136}" type="presParOf" srcId="{703674D5-E1AA-4C06-AF09-166D85A18F2B}" destId="{A6FD0830-DD74-47A5-90E5-156E651FD246}" srcOrd="4" destOrd="0" presId="urn:microsoft.com/office/officeart/2005/8/layout/vList2"/>
    <dgm:cxn modelId="{0A3146DE-8511-472F-B574-C6E82EDEC06C}" type="presParOf" srcId="{703674D5-E1AA-4C06-AF09-166D85A18F2B}" destId="{C8918264-B840-430C-ADD1-5646417364B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672E939-D240-4FE9-8022-67C481934D8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AF2D1E9-E97D-4454-9636-F3334E9741CE}">
      <dgm:prSet/>
      <dgm:spPr/>
      <dgm:t>
        <a:bodyPr/>
        <a:lstStyle/>
        <a:p>
          <a:r>
            <a:rPr lang="en-US"/>
            <a:t>Enables two-way exchange:</a:t>
          </a:r>
        </a:p>
      </dgm:t>
    </dgm:pt>
    <dgm:pt modelId="{956EB57D-AE4B-46A1-B81E-2748CA338978}" type="parTrans" cxnId="{92374F45-50A9-4C96-ACDF-F2F8E36DFFC3}">
      <dgm:prSet/>
      <dgm:spPr/>
      <dgm:t>
        <a:bodyPr/>
        <a:lstStyle/>
        <a:p>
          <a:endParaRPr lang="en-US"/>
        </a:p>
      </dgm:t>
    </dgm:pt>
    <dgm:pt modelId="{F281E9D5-51AF-4B4D-8BC8-A25B9FF7066B}" type="sibTrans" cxnId="{92374F45-50A9-4C96-ACDF-F2F8E36DFFC3}">
      <dgm:prSet/>
      <dgm:spPr/>
      <dgm:t>
        <a:bodyPr/>
        <a:lstStyle/>
        <a:p>
          <a:endParaRPr lang="en-US"/>
        </a:p>
      </dgm:t>
    </dgm:pt>
    <dgm:pt modelId="{6FCFB400-3BBA-4977-9284-037EA64FBE3F}">
      <dgm:prSet/>
      <dgm:spPr/>
      <dgm:t>
        <a:bodyPr/>
        <a:lstStyle/>
        <a:p>
          <a:r>
            <a:rPr lang="en-US"/>
            <a:t>Upward referral for specialized care</a:t>
          </a:r>
        </a:p>
      </dgm:t>
    </dgm:pt>
    <dgm:pt modelId="{B2794CB1-55F3-4B89-8979-8CA69D0F2D1C}" type="parTrans" cxnId="{4EF4F127-6225-434A-9A3F-825E840A00E8}">
      <dgm:prSet/>
      <dgm:spPr/>
      <dgm:t>
        <a:bodyPr/>
        <a:lstStyle/>
        <a:p>
          <a:endParaRPr lang="en-US"/>
        </a:p>
      </dgm:t>
    </dgm:pt>
    <dgm:pt modelId="{F45C3F2C-F2CB-40B7-9D6C-23F2FC0BC57D}" type="sibTrans" cxnId="{4EF4F127-6225-434A-9A3F-825E840A00E8}">
      <dgm:prSet/>
      <dgm:spPr/>
      <dgm:t>
        <a:bodyPr/>
        <a:lstStyle/>
        <a:p>
          <a:endParaRPr lang="en-US"/>
        </a:p>
      </dgm:t>
    </dgm:pt>
    <dgm:pt modelId="{A180689D-C7B7-4FB2-AAFE-A78858E0D645}">
      <dgm:prSet/>
      <dgm:spPr/>
      <dgm:t>
        <a:bodyPr/>
        <a:lstStyle/>
        <a:p>
          <a:r>
            <a:rPr lang="en-US"/>
            <a:t>Downward referral for follow-up and continuity</a:t>
          </a:r>
        </a:p>
      </dgm:t>
    </dgm:pt>
    <dgm:pt modelId="{CD81EC7F-C18E-4234-BB80-5E1DDF9F4273}" type="parTrans" cxnId="{4ED03C9E-4985-450D-95AB-C36FC47324F6}">
      <dgm:prSet/>
      <dgm:spPr/>
      <dgm:t>
        <a:bodyPr/>
        <a:lstStyle/>
        <a:p>
          <a:endParaRPr lang="en-US"/>
        </a:p>
      </dgm:t>
    </dgm:pt>
    <dgm:pt modelId="{BFC34522-E5D7-42EA-B7A7-C72CD8FC73B4}" type="sibTrans" cxnId="{4ED03C9E-4985-450D-95AB-C36FC47324F6}">
      <dgm:prSet/>
      <dgm:spPr/>
      <dgm:t>
        <a:bodyPr/>
        <a:lstStyle/>
        <a:p>
          <a:endParaRPr lang="en-US"/>
        </a:p>
      </dgm:t>
    </dgm:pt>
    <dgm:pt modelId="{43E991D0-F144-423A-A746-C5A2652DD99C}">
      <dgm:prSet/>
      <dgm:spPr/>
      <dgm:t>
        <a:bodyPr/>
        <a:lstStyle/>
        <a:p>
          <a:r>
            <a:rPr lang="en-US"/>
            <a:t>Builds patient trust and strengthens the system</a:t>
          </a:r>
        </a:p>
      </dgm:t>
    </dgm:pt>
    <dgm:pt modelId="{801718B6-A8BF-429D-BEEA-5600142B1851}" type="parTrans" cxnId="{CDDE31C1-B5D4-44F1-8044-563B600056F6}">
      <dgm:prSet/>
      <dgm:spPr/>
      <dgm:t>
        <a:bodyPr/>
        <a:lstStyle/>
        <a:p>
          <a:endParaRPr lang="en-US"/>
        </a:p>
      </dgm:t>
    </dgm:pt>
    <dgm:pt modelId="{4D8FCC23-EBFE-46A0-9EA2-75AE28D4967C}" type="sibTrans" cxnId="{CDDE31C1-B5D4-44F1-8044-563B600056F6}">
      <dgm:prSet/>
      <dgm:spPr/>
      <dgm:t>
        <a:bodyPr/>
        <a:lstStyle/>
        <a:p>
          <a:endParaRPr lang="en-US"/>
        </a:p>
      </dgm:t>
    </dgm:pt>
    <dgm:pt modelId="{B09452C2-C7E9-43F0-B6F7-58299DC58E60}">
      <dgm:prSet/>
      <dgm:spPr/>
      <dgm:t>
        <a:bodyPr/>
        <a:lstStyle/>
        <a:p>
          <a:r>
            <a:rPr lang="en-US"/>
            <a:t>In India and other developing countries, referral systems are often weak and underdeveloped</a:t>
          </a:r>
        </a:p>
      </dgm:t>
    </dgm:pt>
    <dgm:pt modelId="{79451EDC-3137-423B-9E52-CF6C13EF2E0C}" type="parTrans" cxnId="{D3242676-382C-4038-B961-A6B014E8C3E1}">
      <dgm:prSet/>
      <dgm:spPr/>
      <dgm:t>
        <a:bodyPr/>
        <a:lstStyle/>
        <a:p>
          <a:endParaRPr lang="en-US"/>
        </a:p>
      </dgm:t>
    </dgm:pt>
    <dgm:pt modelId="{6911CDE6-81B4-49FA-A29A-5DBE5C3C5E02}" type="sibTrans" cxnId="{D3242676-382C-4038-B961-A6B014E8C3E1}">
      <dgm:prSet/>
      <dgm:spPr/>
      <dgm:t>
        <a:bodyPr/>
        <a:lstStyle/>
        <a:p>
          <a:endParaRPr lang="en-US"/>
        </a:p>
      </dgm:t>
    </dgm:pt>
    <dgm:pt modelId="{FB838A99-6290-46A4-9D66-B61786064F1E}" type="pres">
      <dgm:prSet presAssocID="{6672E939-D240-4FE9-8022-67C481934D8E}" presName="linear" presStyleCnt="0">
        <dgm:presLayoutVars>
          <dgm:animLvl val="lvl"/>
          <dgm:resizeHandles val="exact"/>
        </dgm:presLayoutVars>
      </dgm:prSet>
      <dgm:spPr/>
    </dgm:pt>
    <dgm:pt modelId="{EDEC10EC-99A9-4624-9025-12AF3F940D66}" type="pres">
      <dgm:prSet presAssocID="{8AF2D1E9-E97D-4454-9636-F3334E9741C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D24B1AC-33EF-47BD-BB7A-465E7059066E}" type="pres">
      <dgm:prSet presAssocID="{8AF2D1E9-E97D-4454-9636-F3334E9741CE}" presName="childText" presStyleLbl="revTx" presStyleIdx="0" presStyleCnt="1">
        <dgm:presLayoutVars>
          <dgm:bulletEnabled val="1"/>
        </dgm:presLayoutVars>
      </dgm:prSet>
      <dgm:spPr/>
    </dgm:pt>
    <dgm:pt modelId="{1A00EF73-908C-4AC6-905B-B20F2C97206F}" type="pres">
      <dgm:prSet presAssocID="{43E991D0-F144-423A-A746-C5A2652DD99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C1092C5-3C83-436E-8052-9D4043DAF5E8}" type="pres">
      <dgm:prSet presAssocID="{4D8FCC23-EBFE-46A0-9EA2-75AE28D4967C}" presName="spacer" presStyleCnt="0"/>
      <dgm:spPr/>
    </dgm:pt>
    <dgm:pt modelId="{CB93BA4E-B08F-4832-986D-DC256B2A41D0}" type="pres">
      <dgm:prSet presAssocID="{B09452C2-C7E9-43F0-B6F7-58299DC58E6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EF4F127-6225-434A-9A3F-825E840A00E8}" srcId="{8AF2D1E9-E97D-4454-9636-F3334E9741CE}" destId="{6FCFB400-3BBA-4977-9284-037EA64FBE3F}" srcOrd="0" destOrd="0" parTransId="{B2794CB1-55F3-4B89-8979-8CA69D0F2D1C}" sibTransId="{F45C3F2C-F2CB-40B7-9D6C-23F2FC0BC57D}"/>
    <dgm:cxn modelId="{419BB12A-58EE-4EA8-ABE0-9EB95FAC8EAA}" type="presOf" srcId="{B09452C2-C7E9-43F0-B6F7-58299DC58E60}" destId="{CB93BA4E-B08F-4832-986D-DC256B2A41D0}" srcOrd="0" destOrd="0" presId="urn:microsoft.com/office/officeart/2005/8/layout/vList2"/>
    <dgm:cxn modelId="{33747C2C-D5C5-4820-8F1D-9A0EE0AF3C51}" type="presOf" srcId="{8AF2D1E9-E97D-4454-9636-F3334E9741CE}" destId="{EDEC10EC-99A9-4624-9025-12AF3F940D66}" srcOrd="0" destOrd="0" presId="urn:microsoft.com/office/officeart/2005/8/layout/vList2"/>
    <dgm:cxn modelId="{92374F45-50A9-4C96-ACDF-F2F8E36DFFC3}" srcId="{6672E939-D240-4FE9-8022-67C481934D8E}" destId="{8AF2D1E9-E97D-4454-9636-F3334E9741CE}" srcOrd="0" destOrd="0" parTransId="{956EB57D-AE4B-46A1-B81E-2748CA338978}" sibTransId="{F281E9D5-51AF-4B4D-8BC8-A25B9FF7066B}"/>
    <dgm:cxn modelId="{88E9986F-AAF2-4040-BDBA-7E3B84821923}" type="presOf" srcId="{A180689D-C7B7-4FB2-AAFE-A78858E0D645}" destId="{1D24B1AC-33EF-47BD-BB7A-465E7059066E}" srcOrd="0" destOrd="1" presId="urn:microsoft.com/office/officeart/2005/8/layout/vList2"/>
    <dgm:cxn modelId="{B88A0655-C29E-4495-A730-44BF567712E0}" type="presOf" srcId="{6672E939-D240-4FE9-8022-67C481934D8E}" destId="{FB838A99-6290-46A4-9D66-B61786064F1E}" srcOrd="0" destOrd="0" presId="urn:microsoft.com/office/officeart/2005/8/layout/vList2"/>
    <dgm:cxn modelId="{D3242676-382C-4038-B961-A6B014E8C3E1}" srcId="{6672E939-D240-4FE9-8022-67C481934D8E}" destId="{B09452C2-C7E9-43F0-B6F7-58299DC58E60}" srcOrd="2" destOrd="0" parTransId="{79451EDC-3137-423B-9E52-CF6C13EF2E0C}" sibTransId="{6911CDE6-81B4-49FA-A29A-5DBE5C3C5E02}"/>
    <dgm:cxn modelId="{67456C93-AB74-4E53-95D6-2E5DCA96E7D8}" type="presOf" srcId="{43E991D0-F144-423A-A746-C5A2652DD99C}" destId="{1A00EF73-908C-4AC6-905B-B20F2C97206F}" srcOrd="0" destOrd="0" presId="urn:microsoft.com/office/officeart/2005/8/layout/vList2"/>
    <dgm:cxn modelId="{CB586695-A0C4-4180-A23F-15B1D33097CA}" type="presOf" srcId="{6FCFB400-3BBA-4977-9284-037EA64FBE3F}" destId="{1D24B1AC-33EF-47BD-BB7A-465E7059066E}" srcOrd="0" destOrd="0" presId="urn:microsoft.com/office/officeart/2005/8/layout/vList2"/>
    <dgm:cxn modelId="{4ED03C9E-4985-450D-95AB-C36FC47324F6}" srcId="{8AF2D1E9-E97D-4454-9636-F3334E9741CE}" destId="{A180689D-C7B7-4FB2-AAFE-A78858E0D645}" srcOrd="1" destOrd="0" parTransId="{CD81EC7F-C18E-4234-BB80-5E1DDF9F4273}" sibTransId="{BFC34522-E5D7-42EA-B7A7-C72CD8FC73B4}"/>
    <dgm:cxn modelId="{CDDE31C1-B5D4-44F1-8044-563B600056F6}" srcId="{6672E939-D240-4FE9-8022-67C481934D8E}" destId="{43E991D0-F144-423A-A746-C5A2652DD99C}" srcOrd="1" destOrd="0" parTransId="{801718B6-A8BF-429D-BEEA-5600142B1851}" sibTransId="{4D8FCC23-EBFE-46A0-9EA2-75AE28D4967C}"/>
    <dgm:cxn modelId="{B37DBA40-CBCE-4C34-BF7B-31051AA20FC3}" type="presParOf" srcId="{FB838A99-6290-46A4-9D66-B61786064F1E}" destId="{EDEC10EC-99A9-4624-9025-12AF3F940D66}" srcOrd="0" destOrd="0" presId="urn:microsoft.com/office/officeart/2005/8/layout/vList2"/>
    <dgm:cxn modelId="{0C45D476-E12E-4731-88F7-06A1B9D9C1E8}" type="presParOf" srcId="{FB838A99-6290-46A4-9D66-B61786064F1E}" destId="{1D24B1AC-33EF-47BD-BB7A-465E7059066E}" srcOrd="1" destOrd="0" presId="urn:microsoft.com/office/officeart/2005/8/layout/vList2"/>
    <dgm:cxn modelId="{E0DC565C-4489-4CEC-9020-9ED1B54A31C5}" type="presParOf" srcId="{FB838A99-6290-46A4-9D66-B61786064F1E}" destId="{1A00EF73-908C-4AC6-905B-B20F2C97206F}" srcOrd="2" destOrd="0" presId="urn:microsoft.com/office/officeart/2005/8/layout/vList2"/>
    <dgm:cxn modelId="{D9E3BF03-9E7F-4B87-ADA4-8ECFF95357F9}" type="presParOf" srcId="{FB838A99-6290-46A4-9D66-B61786064F1E}" destId="{7C1092C5-3C83-436E-8052-9D4043DAF5E8}" srcOrd="3" destOrd="0" presId="urn:microsoft.com/office/officeart/2005/8/layout/vList2"/>
    <dgm:cxn modelId="{56EDF120-F0DA-4811-8ACA-EE43FE4DA52C}" type="presParOf" srcId="{FB838A99-6290-46A4-9D66-B61786064F1E}" destId="{CB93BA4E-B08F-4832-986D-DC256B2A41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2DDBCCF-4953-43BA-A837-C78DBC9F87F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96771EA-5583-4CAD-96E9-88A38561A27F}">
      <dgm:prSet/>
      <dgm:spPr/>
      <dgm:t>
        <a:bodyPr/>
        <a:lstStyle/>
        <a:p>
          <a:r>
            <a:rPr lang="en-US" b="1"/>
            <a:t>Context &amp; Emergence of New Approaches</a:t>
          </a:r>
          <a:endParaRPr lang="en-US"/>
        </a:p>
      </dgm:t>
    </dgm:pt>
    <dgm:pt modelId="{03662209-5DBE-478D-A694-22B477EE4823}" type="parTrans" cxnId="{6F17312E-4313-4D90-BBD4-525E29FBEB00}">
      <dgm:prSet/>
      <dgm:spPr/>
      <dgm:t>
        <a:bodyPr/>
        <a:lstStyle/>
        <a:p>
          <a:endParaRPr lang="en-US"/>
        </a:p>
      </dgm:t>
    </dgm:pt>
    <dgm:pt modelId="{1DC6FFF6-255C-438E-90D9-9EA6006B4850}" type="sibTrans" cxnId="{6F17312E-4313-4D90-BBD4-525E29FBEB00}">
      <dgm:prSet/>
      <dgm:spPr/>
      <dgm:t>
        <a:bodyPr/>
        <a:lstStyle/>
        <a:p>
          <a:endParaRPr lang="en-US"/>
        </a:p>
      </dgm:t>
    </dgm:pt>
    <dgm:pt modelId="{38FADB22-DC3F-4852-9158-3ACBFEBD752C}">
      <dgm:prSet/>
      <dgm:spPr/>
      <dgm:t>
        <a:bodyPr/>
        <a:lstStyle/>
        <a:p>
          <a:r>
            <a:rPr lang="en-US"/>
            <a:t>Post‑independence pledge: Developing countries, including India, committed to rapid health improvement.</a:t>
          </a:r>
        </a:p>
      </dgm:t>
    </dgm:pt>
    <dgm:pt modelId="{27635FB0-349D-447C-B514-8AB6219FABBE}" type="parTrans" cxnId="{DA82C6FC-A85F-461B-AE82-2649111E3471}">
      <dgm:prSet/>
      <dgm:spPr/>
      <dgm:t>
        <a:bodyPr/>
        <a:lstStyle/>
        <a:p>
          <a:endParaRPr lang="en-US"/>
        </a:p>
      </dgm:t>
    </dgm:pt>
    <dgm:pt modelId="{D6F60E20-DABB-4D50-B083-87EDD63D61B8}" type="sibTrans" cxnId="{DA82C6FC-A85F-461B-AE82-2649111E3471}">
      <dgm:prSet/>
      <dgm:spPr/>
      <dgm:t>
        <a:bodyPr/>
        <a:lstStyle/>
        <a:p>
          <a:endParaRPr lang="en-US"/>
        </a:p>
      </dgm:t>
    </dgm:pt>
    <dgm:pt modelId="{78D49410-75AF-424B-972A-FC37D5399D2E}">
      <dgm:prSet/>
      <dgm:spPr/>
      <dgm:t>
        <a:bodyPr/>
        <a:lstStyle/>
        <a:p>
          <a:r>
            <a:rPr lang="en-US" dirty="0"/>
            <a:t>Multiple approaches to health‑care delivery evolved to meet population needs.</a:t>
          </a:r>
        </a:p>
      </dgm:t>
    </dgm:pt>
    <dgm:pt modelId="{C39F362E-14C1-48A3-996A-B5F4C2E56742}" type="parTrans" cxnId="{0FC857EF-8E3B-4566-BE67-A0450B6E2FC8}">
      <dgm:prSet/>
      <dgm:spPr/>
      <dgm:t>
        <a:bodyPr/>
        <a:lstStyle/>
        <a:p>
          <a:endParaRPr lang="en-US"/>
        </a:p>
      </dgm:t>
    </dgm:pt>
    <dgm:pt modelId="{5A87E530-A0A9-4515-A035-CD2EE7D33C0B}" type="sibTrans" cxnId="{0FC857EF-8E3B-4566-BE67-A0450B6E2FC8}">
      <dgm:prSet/>
      <dgm:spPr/>
      <dgm:t>
        <a:bodyPr/>
        <a:lstStyle/>
        <a:p>
          <a:endParaRPr lang="en-US"/>
        </a:p>
      </dgm:t>
    </dgm:pt>
    <dgm:pt modelId="{7E79D4CB-B68C-4E8F-8D22-DB8C0BB899FE}">
      <dgm:prSet/>
      <dgm:spPr/>
      <dgm:t>
        <a:bodyPr/>
        <a:lstStyle/>
        <a:p>
          <a:r>
            <a:rPr lang="en-US" dirty="0"/>
            <a:t>Introduction of “Comprehensive Health Care”—first articulated by the </a:t>
          </a:r>
          <a:r>
            <a:rPr lang="en-US" dirty="0" err="1"/>
            <a:t>Bhore</a:t>
          </a:r>
          <a:r>
            <a:rPr lang="en-US" dirty="0"/>
            <a:t> Committee (1946).</a:t>
          </a:r>
        </a:p>
      </dgm:t>
    </dgm:pt>
    <dgm:pt modelId="{5B0CAC33-3F98-434E-BDE2-E227838CCDB1}" type="parTrans" cxnId="{130E682B-7A44-4B7B-A496-C055B44C8E44}">
      <dgm:prSet/>
      <dgm:spPr/>
      <dgm:t>
        <a:bodyPr/>
        <a:lstStyle/>
        <a:p>
          <a:endParaRPr lang="en-US"/>
        </a:p>
      </dgm:t>
    </dgm:pt>
    <dgm:pt modelId="{910FB69E-6E06-439B-B3A9-FE17D84CFDF9}" type="sibTrans" cxnId="{130E682B-7A44-4B7B-A496-C055B44C8E44}">
      <dgm:prSet/>
      <dgm:spPr/>
      <dgm:t>
        <a:bodyPr/>
        <a:lstStyle/>
        <a:p>
          <a:endParaRPr lang="en-US"/>
        </a:p>
      </dgm:t>
    </dgm:pt>
    <dgm:pt modelId="{0D3080EC-74E1-44AC-B10B-C39C96F54265}" type="pres">
      <dgm:prSet presAssocID="{92DDBCCF-4953-43BA-A837-C78DBC9F87FE}" presName="root" presStyleCnt="0">
        <dgm:presLayoutVars>
          <dgm:dir/>
          <dgm:resizeHandles val="exact"/>
        </dgm:presLayoutVars>
      </dgm:prSet>
      <dgm:spPr/>
    </dgm:pt>
    <dgm:pt modelId="{68C5867B-A2EE-46E4-8E75-A15B508DE89C}" type="pres">
      <dgm:prSet presAssocID="{496771EA-5583-4CAD-96E9-88A38561A27F}" presName="compNode" presStyleCnt="0"/>
      <dgm:spPr/>
    </dgm:pt>
    <dgm:pt modelId="{F82D065D-5FE1-43E4-8088-C151F6D0211B}" type="pres">
      <dgm:prSet presAssocID="{496771EA-5583-4CAD-96E9-88A38561A27F}" presName="bgRect" presStyleLbl="bgShp" presStyleIdx="0" presStyleCnt="4"/>
      <dgm:spPr/>
    </dgm:pt>
    <dgm:pt modelId="{5894A551-1192-43E8-83C9-C58C6CAEBBE1}" type="pres">
      <dgm:prSet presAssocID="{496771EA-5583-4CAD-96E9-88A38561A2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8207F67F-C2FF-4706-9910-0CAE59E39EC4}" type="pres">
      <dgm:prSet presAssocID="{496771EA-5583-4CAD-96E9-88A38561A27F}" presName="spaceRect" presStyleCnt="0"/>
      <dgm:spPr/>
    </dgm:pt>
    <dgm:pt modelId="{13D78E48-E798-48BD-A68C-D1887289A72E}" type="pres">
      <dgm:prSet presAssocID="{496771EA-5583-4CAD-96E9-88A38561A27F}" presName="parTx" presStyleLbl="revTx" presStyleIdx="0" presStyleCnt="4">
        <dgm:presLayoutVars>
          <dgm:chMax val="0"/>
          <dgm:chPref val="0"/>
        </dgm:presLayoutVars>
      </dgm:prSet>
      <dgm:spPr/>
    </dgm:pt>
    <dgm:pt modelId="{D51ADABF-557C-4B11-B498-2BA71245385D}" type="pres">
      <dgm:prSet presAssocID="{1DC6FFF6-255C-438E-90D9-9EA6006B4850}" presName="sibTrans" presStyleCnt="0"/>
      <dgm:spPr/>
    </dgm:pt>
    <dgm:pt modelId="{30C9BE66-2DC6-4561-BDA7-EFD6F393AF64}" type="pres">
      <dgm:prSet presAssocID="{38FADB22-DC3F-4852-9158-3ACBFEBD752C}" presName="compNode" presStyleCnt="0"/>
      <dgm:spPr/>
    </dgm:pt>
    <dgm:pt modelId="{AFB27242-E8F5-47B4-B2D1-470E09D948BF}" type="pres">
      <dgm:prSet presAssocID="{38FADB22-DC3F-4852-9158-3ACBFEBD752C}" presName="bgRect" presStyleLbl="bgShp" presStyleIdx="1" presStyleCnt="4"/>
      <dgm:spPr/>
    </dgm:pt>
    <dgm:pt modelId="{A3811B28-E78B-44E2-8DA6-180E27168331}" type="pres">
      <dgm:prSet presAssocID="{38FADB22-DC3F-4852-9158-3ACBFEBD752C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28D4573B-E286-4021-B934-3089F74ADE2B}" type="pres">
      <dgm:prSet presAssocID="{38FADB22-DC3F-4852-9158-3ACBFEBD752C}" presName="spaceRect" presStyleCnt="0"/>
      <dgm:spPr/>
    </dgm:pt>
    <dgm:pt modelId="{78DE8CA4-D13C-4A2B-8D74-ADEEB0A6A636}" type="pres">
      <dgm:prSet presAssocID="{38FADB22-DC3F-4852-9158-3ACBFEBD752C}" presName="parTx" presStyleLbl="revTx" presStyleIdx="1" presStyleCnt="4">
        <dgm:presLayoutVars>
          <dgm:chMax val="0"/>
          <dgm:chPref val="0"/>
        </dgm:presLayoutVars>
      </dgm:prSet>
      <dgm:spPr/>
    </dgm:pt>
    <dgm:pt modelId="{D2E489FC-CD45-4380-B5F9-37A95E01D800}" type="pres">
      <dgm:prSet presAssocID="{D6F60E20-DABB-4D50-B083-87EDD63D61B8}" presName="sibTrans" presStyleCnt="0"/>
      <dgm:spPr/>
    </dgm:pt>
    <dgm:pt modelId="{7E75CC53-FDC0-4386-BD50-4947A634FCFE}" type="pres">
      <dgm:prSet presAssocID="{78D49410-75AF-424B-972A-FC37D5399D2E}" presName="compNode" presStyleCnt="0"/>
      <dgm:spPr/>
    </dgm:pt>
    <dgm:pt modelId="{02D6A6E1-235F-4674-856B-83F11BBDF53E}" type="pres">
      <dgm:prSet presAssocID="{78D49410-75AF-424B-972A-FC37D5399D2E}" presName="bgRect" presStyleLbl="bgShp" presStyleIdx="2" presStyleCnt="4"/>
      <dgm:spPr/>
    </dgm:pt>
    <dgm:pt modelId="{F209E15C-ADF8-4EE8-8BF1-47122BAE09B8}" type="pres">
      <dgm:prSet presAssocID="{78D49410-75AF-424B-972A-FC37D5399D2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0932CB48-E88B-4C3B-B3C3-7E610687A567}" type="pres">
      <dgm:prSet presAssocID="{78D49410-75AF-424B-972A-FC37D5399D2E}" presName="spaceRect" presStyleCnt="0"/>
      <dgm:spPr/>
    </dgm:pt>
    <dgm:pt modelId="{B59E490A-A2AA-4BD0-AD78-5F8DF2FC26E8}" type="pres">
      <dgm:prSet presAssocID="{78D49410-75AF-424B-972A-FC37D5399D2E}" presName="parTx" presStyleLbl="revTx" presStyleIdx="2" presStyleCnt="4">
        <dgm:presLayoutVars>
          <dgm:chMax val="0"/>
          <dgm:chPref val="0"/>
        </dgm:presLayoutVars>
      </dgm:prSet>
      <dgm:spPr/>
    </dgm:pt>
    <dgm:pt modelId="{BA7F8090-34E3-46C2-A812-C024EC16D47F}" type="pres">
      <dgm:prSet presAssocID="{5A87E530-A0A9-4515-A035-CD2EE7D33C0B}" presName="sibTrans" presStyleCnt="0"/>
      <dgm:spPr/>
    </dgm:pt>
    <dgm:pt modelId="{C8A991DE-0AA0-4710-8B79-080EACED47F8}" type="pres">
      <dgm:prSet presAssocID="{7E79D4CB-B68C-4E8F-8D22-DB8C0BB899FE}" presName="compNode" presStyleCnt="0"/>
      <dgm:spPr/>
    </dgm:pt>
    <dgm:pt modelId="{D8D6AC63-136B-419B-BD5A-5A786D870FBC}" type="pres">
      <dgm:prSet presAssocID="{7E79D4CB-B68C-4E8F-8D22-DB8C0BB899FE}" presName="bgRect" presStyleLbl="bgShp" presStyleIdx="3" presStyleCnt="4"/>
      <dgm:spPr/>
    </dgm:pt>
    <dgm:pt modelId="{728C09F3-8D9E-45BB-AF3C-8A814AF32077}" type="pres">
      <dgm:prSet presAssocID="{7E79D4CB-B68C-4E8F-8D22-DB8C0BB899F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230ABF14-6031-4D84-86F8-F8EDE5A6223B}" type="pres">
      <dgm:prSet presAssocID="{7E79D4CB-B68C-4E8F-8D22-DB8C0BB899FE}" presName="spaceRect" presStyleCnt="0"/>
      <dgm:spPr/>
    </dgm:pt>
    <dgm:pt modelId="{FA667EA0-8587-47E7-884E-F564B439653F}" type="pres">
      <dgm:prSet presAssocID="{7E79D4CB-B68C-4E8F-8D22-DB8C0BB899F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2EC6B0C-2F29-4EC9-8884-31F87A933898}" type="presOf" srcId="{496771EA-5583-4CAD-96E9-88A38561A27F}" destId="{13D78E48-E798-48BD-A68C-D1887289A72E}" srcOrd="0" destOrd="0" presId="urn:microsoft.com/office/officeart/2018/2/layout/IconVerticalSolidList"/>
    <dgm:cxn modelId="{33FD4016-4D9D-40E7-93CA-62849554A068}" type="presOf" srcId="{7E79D4CB-B68C-4E8F-8D22-DB8C0BB899FE}" destId="{FA667EA0-8587-47E7-884E-F564B439653F}" srcOrd="0" destOrd="0" presId="urn:microsoft.com/office/officeart/2018/2/layout/IconVerticalSolidList"/>
    <dgm:cxn modelId="{DA3FDA1B-0645-4564-A0EA-426B361C1FE2}" type="presOf" srcId="{92DDBCCF-4953-43BA-A837-C78DBC9F87FE}" destId="{0D3080EC-74E1-44AC-B10B-C39C96F54265}" srcOrd="0" destOrd="0" presId="urn:microsoft.com/office/officeart/2018/2/layout/IconVerticalSolidList"/>
    <dgm:cxn modelId="{E8FF9629-507C-4B80-80DE-A991DA5BADD4}" type="presOf" srcId="{78D49410-75AF-424B-972A-FC37D5399D2E}" destId="{B59E490A-A2AA-4BD0-AD78-5F8DF2FC26E8}" srcOrd="0" destOrd="0" presId="urn:microsoft.com/office/officeart/2018/2/layout/IconVerticalSolidList"/>
    <dgm:cxn modelId="{130E682B-7A44-4B7B-A496-C055B44C8E44}" srcId="{92DDBCCF-4953-43BA-A837-C78DBC9F87FE}" destId="{7E79D4CB-B68C-4E8F-8D22-DB8C0BB899FE}" srcOrd="3" destOrd="0" parTransId="{5B0CAC33-3F98-434E-BDE2-E227838CCDB1}" sibTransId="{910FB69E-6E06-439B-B3A9-FE17D84CFDF9}"/>
    <dgm:cxn modelId="{6F17312E-4313-4D90-BBD4-525E29FBEB00}" srcId="{92DDBCCF-4953-43BA-A837-C78DBC9F87FE}" destId="{496771EA-5583-4CAD-96E9-88A38561A27F}" srcOrd="0" destOrd="0" parTransId="{03662209-5DBE-478D-A694-22B477EE4823}" sibTransId="{1DC6FFF6-255C-438E-90D9-9EA6006B4850}"/>
    <dgm:cxn modelId="{5378BF5B-1F06-44E3-9DF6-1A770F7311DA}" type="presOf" srcId="{38FADB22-DC3F-4852-9158-3ACBFEBD752C}" destId="{78DE8CA4-D13C-4A2B-8D74-ADEEB0A6A636}" srcOrd="0" destOrd="0" presId="urn:microsoft.com/office/officeart/2018/2/layout/IconVerticalSolidList"/>
    <dgm:cxn modelId="{0FC857EF-8E3B-4566-BE67-A0450B6E2FC8}" srcId="{92DDBCCF-4953-43BA-A837-C78DBC9F87FE}" destId="{78D49410-75AF-424B-972A-FC37D5399D2E}" srcOrd="2" destOrd="0" parTransId="{C39F362E-14C1-48A3-996A-B5F4C2E56742}" sibTransId="{5A87E530-A0A9-4515-A035-CD2EE7D33C0B}"/>
    <dgm:cxn modelId="{DA82C6FC-A85F-461B-AE82-2649111E3471}" srcId="{92DDBCCF-4953-43BA-A837-C78DBC9F87FE}" destId="{38FADB22-DC3F-4852-9158-3ACBFEBD752C}" srcOrd="1" destOrd="0" parTransId="{27635FB0-349D-447C-B514-8AB6219FABBE}" sibTransId="{D6F60E20-DABB-4D50-B083-87EDD63D61B8}"/>
    <dgm:cxn modelId="{67ACCE59-7361-4CC5-93C6-07437691EA23}" type="presParOf" srcId="{0D3080EC-74E1-44AC-B10B-C39C96F54265}" destId="{68C5867B-A2EE-46E4-8E75-A15B508DE89C}" srcOrd="0" destOrd="0" presId="urn:microsoft.com/office/officeart/2018/2/layout/IconVerticalSolidList"/>
    <dgm:cxn modelId="{B704E4B6-C581-41A7-985B-E25D9E876B79}" type="presParOf" srcId="{68C5867B-A2EE-46E4-8E75-A15B508DE89C}" destId="{F82D065D-5FE1-43E4-8088-C151F6D0211B}" srcOrd="0" destOrd="0" presId="urn:microsoft.com/office/officeart/2018/2/layout/IconVerticalSolidList"/>
    <dgm:cxn modelId="{E7929B30-2CB2-4E08-97CC-329C434BABBB}" type="presParOf" srcId="{68C5867B-A2EE-46E4-8E75-A15B508DE89C}" destId="{5894A551-1192-43E8-83C9-C58C6CAEBBE1}" srcOrd="1" destOrd="0" presId="urn:microsoft.com/office/officeart/2018/2/layout/IconVerticalSolidList"/>
    <dgm:cxn modelId="{25564CE4-704B-4F2F-A544-E685241C20A0}" type="presParOf" srcId="{68C5867B-A2EE-46E4-8E75-A15B508DE89C}" destId="{8207F67F-C2FF-4706-9910-0CAE59E39EC4}" srcOrd="2" destOrd="0" presId="urn:microsoft.com/office/officeart/2018/2/layout/IconVerticalSolidList"/>
    <dgm:cxn modelId="{030F7A1B-0D2A-4077-A431-299EE8C73624}" type="presParOf" srcId="{68C5867B-A2EE-46E4-8E75-A15B508DE89C}" destId="{13D78E48-E798-48BD-A68C-D1887289A72E}" srcOrd="3" destOrd="0" presId="urn:microsoft.com/office/officeart/2018/2/layout/IconVerticalSolidList"/>
    <dgm:cxn modelId="{209C5BFE-9EC5-43D4-8032-A6DBAA07CBD6}" type="presParOf" srcId="{0D3080EC-74E1-44AC-B10B-C39C96F54265}" destId="{D51ADABF-557C-4B11-B498-2BA71245385D}" srcOrd="1" destOrd="0" presId="urn:microsoft.com/office/officeart/2018/2/layout/IconVerticalSolidList"/>
    <dgm:cxn modelId="{69A8C757-C28A-4AF6-B1B9-A8F5AC88B287}" type="presParOf" srcId="{0D3080EC-74E1-44AC-B10B-C39C96F54265}" destId="{30C9BE66-2DC6-4561-BDA7-EFD6F393AF64}" srcOrd="2" destOrd="0" presId="urn:microsoft.com/office/officeart/2018/2/layout/IconVerticalSolidList"/>
    <dgm:cxn modelId="{858D6DD3-8011-4B10-BB0A-3CBAF298C89C}" type="presParOf" srcId="{30C9BE66-2DC6-4561-BDA7-EFD6F393AF64}" destId="{AFB27242-E8F5-47B4-B2D1-470E09D948BF}" srcOrd="0" destOrd="0" presId="urn:microsoft.com/office/officeart/2018/2/layout/IconVerticalSolidList"/>
    <dgm:cxn modelId="{391F8AE2-1E83-48D8-B39E-34B417E7B850}" type="presParOf" srcId="{30C9BE66-2DC6-4561-BDA7-EFD6F393AF64}" destId="{A3811B28-E78B-44E2-8DA6-180E27168331}" srcOrd="1" destOrd="0" presId="urn:microsoft.com/office/officeart/2018/2/layout/IconVerticalSolidList"/>
    <dgm:cxn modelId="{A52B14D8-6F04-4DD4-A462-B6EB84AB5F3D}" type="presParOf" srcId="{30C9BE66-2DC6-4561-BDA7-EFD6F393AF64}" destId="{28D4573B-E286-4021-B934-3089F74ADE2B}" srcOrd="2" destOrd="0" presId="urn:microsoft.com/office/officeart/2018/2/layout/IconVerticalSolidList"/>
    <dgm:cxn modelId="{7CF852B4-DC50-47F7-BA48-02E69DB48782}" type="presParOf" srcId="{30C9BE66-2DC6-4561-BDA7-EFD6F393AF64}" destId="{78DE8CA4-D13C-4A2B-8D74-ADEEB0A6A636}" srcOrd="3" destOrd="0" presId="urn:microsoft.com/office/officeart/2018/2/layout/IconVerticalSolidList"/>
    <dgm:cxn modelId="{931812C9-85BF-4AD9-A07F-D6EE01A2F13C}" type="presParOf" srcId="{0D3080EC-74E1-44AC-B10B-C39C96F54265}" destId="{D2E489FC-CD45-4380-B5F9-37A95E01D800}" srcOrd="3" destOrd="0" presId="urn:microsoft.com/office/officeart/2018/2/layout/IconVerticalSolidList"/>
    <dgm:cxn modelId="{760D0062-9123-4627-A684-F1B4BEB7C76B}" type="presParOf" srcId="{0D3080EC-74E1-44AC-B10B-C39C96F54265}" destId="{7E75CC53-FDC0-4386-BD50-4947A634FCFE}" srcOrd="4" destOrd="0" presId="urn:microsoft.com/office/officeart/2018/2/layout/IconVerticalSolidList"/>
    <dgm:cxn modelId="{53831836-9752-4EE6-80A4-5DA03A0D7FAC}" type="presParOf" srcId="{7E75CC53-FDC0-4386-BD50-4947A634FCFE}" destId="{02D6A6E1-235F-4674-856B-83F11BBDF53E}" srcOrd="0" destOrd="0" presId="urn:microsoft.com/office/officeart/2018/2/layout/IconVerticalSolidList"/>
    <dgm:cxn modelId="{1A207C15-F29E-4C24-9B16-CA668E4E9EF2}" type="presParOf" srcId="{7E75CC53-FDC0-4386-BD50-4947A634FCFE}" destId="{F209E15C-ADF8-4EE8-8BF1-47122BAE09B8}" srcOrd="1" destOrd="0" presId="urn:microsoft.com/office/officeart/2018/2/layout/IconVerticalSolidList"/>
    <dgm:cxn modelId="{F3EDE7B8-A165-47CB-B021-B6730EED3DB3}" type="presParOf" srcId="{7E75CC53-FDC0-4386-BD50-4947A634FCFE}" destId="{0932CB48-E88B-4C3B-B3C3-7E610687A567}" srcOrd="2" destOrd="0" presId="urn:microsoft.com/office/officeart/2018/2/layout/IconVerticalSolidList"/>
    <dgm:cxn modelId="{940E27D5-D67A-48E9-B0EC-4C5C03866313}" type="presParOf" srcId="{7E75CC53-FDC0-4386-BD50-4947A634FCFE}" destId="{B59E490A-A2AA-4BD0-AD78-5F8DF2FC26E8}" srcOrd="3" destOrd="0" presId="urn:microsoft.com/office/officeart/2018/2/layout/IconVerticalSolidList"/>
    <dgm:cxn modelId="{1E158CA8-2119-4891-8495-1A94F84990D0}" type="presParOf" srcId="{0D3080EC-74E1-44AC-B10B-C39C96F54265}" destId="{BA7F8090-34E3-46C2-A812-C024EC16D47F}" srcOrd="5" destOrd="0" presId="urn:microsoft.com/office/officeart/2018/2/layout/IconVerticalSolidList"/>
    <dgm:cxn modelId="{C8489E44-FDEF-47B1-A148-AED5CEAE9126}" type="presParOf" srcId="{0D3080EC-74E1-44AC-B10B-C39C96F54265}" destId="{C8A991DE-0AA0-4710-8B79-080EACED47F8}" srcOrd="6" destOrd="0" presId="urn:microsoft.com/office/officeart/2018/2/layout/IconVerticalSolidList"/>
    <dgm:cxn modelId="{7AA3D13E-1854-46CA-A2BE-B6CFC671D3D3}" type="presParOf" srcId="{C8A991DE-0AA0-4710-8B79-080EACED47F8}" destId="{D8D6AC63-136B-419B-BD5A-5A786D870FBC}" srcOrd="0" destOrd="0" presId="urn:microsoft.com/office/officeart/2018/2/layout/IconVerticalSolidList"/>
    <dgm:cxn modelId="{BB0349CB-9729-4D2D-815A-2810DDF73DB7}" type="presParOf" srcId="{C8A991DE-0AA0-4710-8B79-080EACED47F8}" destId="{728C09F3-8D9E-45BB-AF3C-8A814AF32077}" srcOrd="1" destOrd="0" presId="urn:microsoft.com/office/officeart/2018/2/layout/IconVerticalSolidList"/>
    <dgm:cxn modelId="{A0EA22A2-A1D3-4166-B448-DA9C00E5FDC1}" type="presParOf" srcId="{C8A991DE-0AA0-4710-8B79-080EACED47F8}" destId="{230ABF14-6031-4D84-86F8-F8EDE5A6223B}" srcOrd="2" destOrd="0" presId="urn:microsoft.com/office/officeart/2018/2/layout/IconVerticalSolidList"/>
    <dgm:cxn modelId="{20F4404A-6A0D-4BCE-9EC7-0DDD136766F8}" type="presParOf" srcId="{C8A991DE-0AA0-4710-8B79-080EACED47F8}" destId="{FA667EA0-8587-47E7-884E-F564B439653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DD2A00BB-A13D-4AF1-9D99-55AF8EF712B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A74379D-A585-4BBE-893E-4F868675D455}">
      <dgm:prSet/>
      <dgm:spPr/>
      <dgm:t>
        <a:bodyPr/>
        <a:lstStyle/>
        <a:p>
          <a:r>
            <a:rPr lang="en-US"/>
            <a:t>Earlier terms included:</a:t>
          </a:r>
        </a:p>
      </dgm:t>
    </dgm:pt>
    <dgm:pt modelId="{E0D9FF4A-BFCD-4356-9D45-771ED1110CCF}" type="parTrans" cxnId="{B696AF00-3F89-4E94-B5E0-353960B6EE2B}">
      <dgm:prSet/>
      <dgm:spPr/>
      <dgm:t>
        <a:bodyPr/>
        <a:lstStyle/>
        <a:p>
          <a:endParaRPr lang="en-US"/>
        </a:p>
      </dgm:t>
    </dgm:pt>
    <dgm:pt modelId="{66BABF3C-1C3E-4711-87D2-D305E04272BC}" type="sibTrans" cxnId="{B696AF00-3F89-4E94-B5E0-353960B6EE2B}">
      <dgm:prSet/>
      <dgm:spPr/>
      <dgm:t>
        <a:bodyPr/>
        <a:lstStyle/>
        <a:p>
          <a:endParaRPr lang="en-US"/>
        </a:p>
      </dgm:t>
    </dgm:pt>
    <dgm:pt modelId="{2368C9AF-D1DE-4A6C-9D3F-7F224B3220B0}">
      <dgm:prSet/>
      <dgm:spPr/>
      <dgm:t>
        <a:bodyPr/>
        <a:lstStyle/>
        <a:p>
          <a:r>
            <a:rPr lang="en-US"/>
            <a:t>Basic health services</a:t>
          </a:r>
        </a:p>
      </dgm:t>
    </dgm:pt>
    <dgm:pt modelId="{502FEE96-5CA6-460B-85C4-49FDCF97D6BF}" type="parTrans" cxnId="{62CCFD76-F615-44BD-BCBF-4A4EFDB17FF0}">
      <dgm:prSet/>
      <dgm:spPr/>
      <dgm:t>
        <a:bodyPr/>
        <a:lstStyle/>
        <a:p>
          <a:endParaRPr lang="en-US"/>
        </a:p>
      </dgm:t>
    </dgm:pt>
    <dgm:pt modelId="{893BC66B-E27E-4100-A71E-64E6AD7EE64A}" type="sibTrans" cxnId="{62CCFD76-F615-44BD-BCBF-4A4EFDB17FF0}">
      <dgm:prSet/>
      <dgm:spPr/>
      <dgm:t>
        <a:bodyPr/>
        <a:lstStyle/>
        <a:p>
          <a:endParaRPr lang="en-US"/>
        </a:p>
      </dgm:t>
    </dgm:pt>
    <dgm:pt modelId="{1E1843D6-7CD2-4F8A-8636-9EC54E36A83E}">
      <dgm:prSet/>
      <dgm:spPr/>
      <dgm:t>
        <a:bodyPr/>
        <a:lstStyle/>
        <a:p>
          <a:r>
            <a:rPr lang="en-US"/>
            <a:t>First contact care</a:t>
          </a:r>
        </a:p>
      </dgm:t>
    </dgm:pt>
    <dgm:pt modelId="{8F5477C5-C569-4E30-B78F-EFE0A8D00AF1}" type="parTrans" cxnId="{B0F9AC71-6589-485D-8420-D498FE2C69C1}">
      <dgm:prSet/>
      <dgm:spPr/>
      <dgm:t>
        <a:bodyPr/>
        <a:lstStyle/>
        <a:p>
          <a:endParaRPr lang="en-US"/>
        </a:p>
      </dgm:t>
    </dgm:pt>
    <dgm:pt modelId="{98630DD4-3B2F-419E-B80E-D544C9DCDACF}" type="sibTrans" cxnId="{B0F9AC71-6589-485D-8420-D498FE2C69C1}">
      <dgm:prSet/>
      <dgm:spPr/>
      <dgm:t>
        <a:bodyPr/>
        <a:lstStyle/>
        <a:p>
          <a:endParaRPr lang="en-US"/>
        </a:p>
      </dgm:t>
    </dgm:pt>
    <dgm:pt modelId="{7EEB5A83-9CDC-48BF-BD11-A7674E713353}">
      <dgm:prSet/>
      <dgm:spPr/>
      <dgm:t>
        <a:bodyPr/>
        <a:lstStyle/>
        <a:p>
          <a:r>
            <a:rPr lang="en-US"/>
            <a:t>Services by generalists</a:t>
          </a:r>
        </a:p>
      </dgm:t>
    </dgm:pt>
    <dgm:pt modelId="{AB6112CE-52AB-4633-A31A-27A85CA57224}" type="parTrans" cxnId="{22553F03-DA4D-4027-AD5C-C00D82AED10D}">
      <dgm:prSet/>
      <dgm:spPr/>
      <dgm:t>
        <a:bodyPr/>
        <a:lstStyle/>
        <a:p>
          <a:endParaRPr lang="en-US"/>
        </a:p>
      </dgm:t>
    </dgm:pt>
    <dgm:pt modelId="{17ADD787-26D9-474E-A535-37B2085C4CC6}" type="sibTrans" cxnId="{22553F03-DA4D-4027-AD5C-C00D82AED10D}">
      <dgm:prSet/>
      <dgm:spPr/>
      <dgm:t>
        <a:bodyPr/>
        <a:lstStyle/>
        <a:p>
          <a:endParaRPr lang="en-US"/>
        </a:p>
      </dgm:t>
    </dgm:pt>
    <dgm:pt modelId="{6BA62490-849E-4877-84FE-62113D04DF78}">
      <dgm:prSet/>
      <dgm:spPr/>
      <dgm:t>
        <a:bodyPr/>
        <a:lstStyle/>
        <a:p>
          <a:r>
            <a:rPr lang="en-US"/>
            <a:t>Broadened perspective post-Alma-Ata:</a:t>
          </a:r>
        </a:p>
      </dgm:t>
    </dgm:pt>
    <dgm:pt modelId="{58983408-424C-44B3-A951-C75632870CE2}" type="parTrans" cxnId="{FF202E35-46AD-4982-8E97-A32B405DB847}">
      <dgm:prSet/>
      <dgm:spPr/>
      <dgm:t>
        <a:bodyPr/>
        <a:lstStyle/>
        <a:p>
          <a:endParaRPr lang="en-US"/>
        </a:p>
      </dgm:t>
    </dgm:pt>
    <dgm:pt modelId="{44B486ED-A453-4106-821E-DF019CCCA975}" type="sibTrans" cxnId="{FF202E35-46AD-4982-8E97-A32B405DB847}">
      <dgm:prSet/>
      <dgm:spPr/>
      <dgm:t>
        <a:bodyPr/>
        <a:lstStyle/>
        <a:p>
          <a:endParaRPr lang="en-US"/>
        </a:p>
      </dgm:t>
    </dgm:pt>
    <dgm:pt modelId="{2FB0A4C8-5C3E-4D65-88E0-256313F9698A}">
      <dgm:prSet/>
      <dgm:spPr/>
      <dgm:t>
        <a:bodyPr/>
        <a:lstStyle/>
        <a:p>
          <a:r>
            <a:rPr lang="en-US"/>
            <a:t>Valid for all countries, regardless of development status</a:t>
          </a:r>
        </a:p>
      </dgm:t>
    </dgm:pt>
    <dgm:pt modelId="{A38ACCE5-9A09-4AFD-8257-98FB5B3588F3}" type="parTrans" cxnId="{7051D5BE-B021-4187-B745-379646BDCEAA}">
      <dgm:prSet/>
      <dgm:spPr/>
      <dgm:t>
        <a:bodyPr/>
        <a:lstStyle/>
        <a:p>
          <a:endParaRPr lang="en-US"/>
        </a:p>
      </dgm:t>
    </dgm:pt>
    <dgm:pt modelId="{09D58051-BA56-4898-BB02-B55BAE4BB9C7}" type="sibTrans" cxnId="{7051D5BE-B021-4187-B745-379646BDCEAA}">
      <dgm:prSet/>
      <dgm:spPr/>
      <dgm:t>
        <a:bodyPr/>
        <a:lstStyle/>
        <a:p>
          <a:endParaRPr lang="en-US"/>
        </a:p>
      </dgm:t>
    </dgm:pt>
    <dgm:pt modelId="{0E1B8DB1-BAA4-4C9B-A063-0A130A6C1F55}">
      <dgm:prSet/>
      <dgm:spPr/>
      <dgm:t>
        <a:bodyPr/>
        <a:lstStyle/>
        <a:p>
          <a:r>
            <a:rPr lang="en-US"/>
            <a:t>Recognized as key to “Health for All by 2000 AD”</a:t>
          </a:r>
        </a:p>
      </dgm:t>
    </dgm:pt>
    <dgm:pt modelId="{4D588237-E957-42E3-8824-664647C60E42}" type="parTrans" cxnId="{4E74EB6A-B5EF-4049-80A2-2FBD0D1BEAD0}">
      <dgm:prSet/>
      <dgm:spPr/>
      <dgm:t>
        <a:bodyPr/>
        <a:lstStyle/>
        <a:p>
          <a:endParaRPr lang="en-US"/>
        </a:p>
      </dgm:t>
    </dgm:pt>
    <dgm:pt modelId="{6FFC883C-B165-4BBA-B67D-08FB6009E6B7}" type="sibTrans" cxnId="{4E74EB6A-B5EF-4049-80A2-2FBD0D1BEAD0}">
      <dgm:prSet/>
      <dgm:spPr/>
      <dgm:t>
        <a:bodyPr/>
        <a:lstStyle/>
        <a:p>
          <a:endParaRPr lang="en-US"/>
        </a:p>
      </dgm:t>
    </dgm:pt>
    <dgm:pt modelId="{3CE19E4B-A9E4-4814-8FFB-818934F3A17F}">
      <dgm:prSet/>
      <dgm:spPr/>
      <dgm:t>
        <a:bodyPr/>
        <a:lstStyle/>
        <a:p>
          <a:r>
            <a:rPr lang="en-US"/>
            <a:t>Forms the foundation of modern national health systems globally</a:t>
          </a:r>
        </a:p>
      </dgm:t>
    </dgm:pt>
    <dgm:pt modelId="{7DEADE4C-3BED-4BC6-855D-0CF9376F27BF}" type="parTrans" cxnId="{632ED08D-2FFD-4F85-81BB-5F441A5B3162}">
      <dgm:prSet/>
      <dgm:spPr/>
      <dgm:t>
        <a:bodyPr/>
        <a:lstStyle/>
        <a:p>
          <a:endParaRPr lang="en-US"/>
        </a:p>
      </dgm:t>
    </dgm:pt>
    <dgm:pt modelId="{B598AC02-A1B2-4B7B-A9D1-567C4E87F251}" type="sibTrans" cxnId="{632ED08D-2FFD-4F85-81BB-5F441A5B3162}">
      <dgm:prSet/>
      <dgm:spPr/>
      <dgm:t>
        <a:bodyPr/>
        <a:lstStyle/>
        <a:p>
          <a:endParaRPr lang="en-US"/>
        </a:p>
      </dgm:t>
    </dgm:pt>
    <dgm:pt modelId="{E344701C-20AB-4FCF-BCA6-1C6689153A2B}" type="pres">
      <dgm:prSet presAssocID="{DD2A00BB-A13D-4AF1-9D99-55AF8EF712BE}" presName="linear" presStyleCnt="0">
        <dgm:presLayoutVars>
          <dgm:animLvl val="lvl"/>
          <dgm:resizeHandles val="exact"/>
        </dgm:presLayoutVars>
      </dgm:prSet>
      <dgm:spPr/>
    </dgm:pt>
    <dgm:pt modelId="{4662545E-A647-466F-A7E1-B8FBD9A96740}" type="pres">
      <dgm:prSet presAssocID="{FA74379D-A585-4BBE-893E-4F868675D45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DE1343E-24D7-4CA4-BB30-41DE408DE053}" type="pres">
      <dgm:prSet presAssocID="{FA74379D-A585-4BBE-893E-4F868675D455}" presName="childText" presStyleLbl="revTx" presStyleIdx="0" presStyleCnt="2">
        <dgm:presLayoutVars>
          <dgm:bulletEnabled val="1"/>
        </dgm:presLayoutVars>
      </dgm:prSet>
      <dgm:spPr/>
    </dgm:pt>
    <dgm:pt modelId="{C2558C05-902B-4E45-AC7F-2E7226B951F6}" type="pres">
      <dgm:prSet presAssocID="{6BA62490-849E-4877-84FE-62113D04DF7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2069654-DFF9-4906-8324-568F96FF41D7}" type="pres">
      <dgm:prSet presAssocID="{6BA62490-849E-4877-84FE-62113D04DF78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03924600-116D-4C53-928F-DE0B930650A3}" type="presOf" srcId="{2FB0A4C8-5C3E-4D65-88E0-256313F9698A}" destId="{E2069654-DFF9-4906-8324-568F96FF41D7}" srcOrd="0" destOrd="0" presId="urn:microsoft.com/office/officeart/2005/8/layout/vList2"/>
    <dgm:cxn modelId="{B696AF00-3F89-4E94-B5E0-353960B6EE2B}" srcId="{DD2A00BB-A13D-4AF1-9D99-55AF8EF712BE}" destId="{FA74379D-A585-4BBE-893E-4F868675D455}" srcOrd="0" destOrd="0" parTransId="{E0D9FF4A-BFCD-4356-9D45-771ED1110CCF}" sibTransId="{66BABF3C-1C3E-4711-87D2-D305E04272BC}"/>
    <dgm:cxn modelId="{22553F03-DA4D-4027-AD5C-C00D82AED10D}" srcId="{FA74379D-A585-4BBE-893E-4F868675D455}" destId="{7EEB5A83-9CDC-48BF-BD11-A7674E713353}" srcOrd="2" destOrd="0" parTransId="{AB6112CE-52AB-4633-A31A-27A85CA57224}" sibTransId="{17ADD787-26D9-474E-A535-37B2085C4CC6}"/>
    <dgm:cxn modelId="{BA8F321F-685E-4CDD-84FB-83831D0C51CA}" type="presOf" srcId="{2368C9AF-D1DE-4A6C-9D3F-7F224B3220B0}" destId="{0DE1343E-24D7-4CA4-BB30-41DE408DE053}" srcOrd="0" destOrd="0" presId="urn:microsoft.com/office/officeart/2005/8/layout/vList2"/>
    <dgm:cxn modelId="{FF202E35-46AD-4982-8E97-A32B405DB847}" srcId="{DD2A00BB-A13D-4AF1-9D99-55AF8EF712BE}" destId="{6BA62490-849E-4877-84FE-62113D04DF78}" srcOrd="1" destOrd="0" parTransId="{58983408-424C-44B3-A951-C75632870CE2}" sibTransId="{44B486ED-A453-4106-821E-DF019CCCA975}"/>
    <dgm:cxn modelId="{FFFA445F-D86A-4DE4-A803-6F71A7CF2276}" type="presOf" srcId="{DD2A00BB-A13D-4AF1-9D99-55AF8EF712BE}" destId="{E344701C-20AB-4FCF-BCA6-1C6689153A2B}" srcOrd="0" destOrd="0" presId="urn:microsoft.com/office/officeart/2005/8/layout/vList2"/>
    <dgm:cxn modelId="{4E74EB6A-B5EF-4049-80A2-2FBD0D1BEAD0}" srcId="{6BA62490-849E-4877-84FE-62113D04DF78}" destId="{0E1B8DB1-BAA4-4C9B-A063-0A130A6C1F55}" srcOrd="1" destOrd="0" parTransId="{4D588237-E957-42E3-8824-664647C60E42}" sibTransId="{6FFC883C-B165-4BBA-B67D-08FB6009E6B7}"/>
    <dgm:cxn modelId="{B0F9AC71-6589-485D-8420-D498FE2C69C1}" srcId="{FA74379D-A585-4BBE-893E-4F868675D455}" destId="{1E1843D6-7CD2-4F8A-8636-9EC54E36A83E}" srcOrd="1" destOrd="0" parTransId="{8F5477C5-C569-4E30-B78F-EFE0A8D00AF1}" sibTransId="{98630DD4-3B2F-419E-B80E-D544C9DCDACF}"/>
    <dgm:cxn modelId="{62CCFD76-F615-44BD-BCBF-4A4EFDB17FF0}" srcId="{FA74379D-A585-4BBE-893E-4F868675D455}" destId="{2368C9AF-D1DE-4A6C-9D3F-7F224B3220B0}" srcOrd="0" destOrd="0" parTransId="{502FEE96-5CA6-460B-85C4-49FDCF97D6BF}" sibTransId="{893BC66B-E27E-4100-A71E-64E6AD7EE64A}"/>
    <dgm:cxn modelId="{0737BC89-833E-499C-8184-B6EA60A3E66C}" type="presOf" srcId="{7EEB5A83-9CDC-48BF-BD11-A7674E713353}" destId="{0DE1343E-24D7-4CA4-BB30-41DE408DE053}" srcOrd="0" destOrd="2" presId="urn:microsoft.com/office/officeart/2005/8/layout/vList2"/>
    <dgm:cxn modelId="{632ED08D-2FFD-4F85-81BB-5F441A5B3162}" srcId="{6BA62490-849E-4877-84FE-62113D04DF78}" destId="{3CE19E4B-A9E4-4814-8FFB-818934F3A17F}" srcOrd="2" destOrd="0" parTransId="{7DEADE4C-3BED-4BC6-855D-0CF9376F27BF}" sibTransId="{B598AC02-A1B2-4B7B-A9D1-567C4E87F251}"/>
    <dgm:cxn modelId="{94CE54A2-CE32-4265-9394-F3D4F3CA272A}" type="presOf" srcId="{3CE19E4B-A9E4-4814-8FFB-818934F3A17F}" destId="{E2069654-DFF9-4906-8324-568F96FF41D7}" srcOrd="0" destOrd="2" presId="urn:microsoft.com/office/officeart/2005/8/layout/vList2"/>
    <dgm:cxn modelId="{05DC4DA5-D95C-4B6E-B394-149575C56524}" type="presOf" srcId="{0E1B8DB1-BAA4-4C9B-A063-0A130A6C1F55}" destId="{E2069654-DFF9-4906-8324-568F96FF41D7}" srcOrd="0" destOrd="1" presId="urn:microsoft.com/office/officeart/2005/8/layout/vList2"/>
    <dgm:cxn modelId="{86943CA8-D1B0-4C01-8E99-6F86F116758F}" type="presOf" srcId="{6BA62490-849E-4877-84FE-62113D04DF78}" destId="{C2558C05-902B-4E45-AC7F-2E7226B951F6}" srcOrd="0" destOrd="0" presId="urn:microsoft.com/office/officeart/2005/8/layout/vList2"/>
    <dgm:cxn modelId="{7051D5BE-B021-4187-B745-379646BDCEAA}" srcId="{6BA62490-849E-4877-84FE-62113D04DF78}" destId="{2FB0A4C8-5C3E-4D65-88E0-256313F9698A}" srcOrd="0" destOrd="0" parTransId="{A38ACCE5-9A09-4AFD-8257-98FB5B3588F3}" sibTransId="{09D58051-BA56-4898-BB02-B55BAE4BB9C7}"/>
    <dgm:cxn modelId="{08DB2CBF-1F69-4B4E-B14A-C98637EF3805}" type="presOf" srcId="{FA74379D-A585-4BBE-893E-4F868675D455}" destId="{4662545E-A647-466F-A7E1-B8FBD9A96740}" srcOrd="0" destOrd="0" presId="urn:microsoft.com/office/officeart/2005/8/layout/vList2"/>
    <dgm:cxn modelId="{AE413EC9-7326-46FC-8973-8C34CBEC52F8}" type="presOf" srcId="{1E1843D6-7CD2-4F8A-8636-9EC54E36A83E}" destId="{0DE1343E-24D7-4CA4-BB30-41DE408DE053}" srcOrd="0" destOrd="1" presId="urn:microsoft.com/office/officeart/2005/8/layout/vList2"/>
    <dgm:cxn modelId="{858A62FC-0608-41CB-8091-7FBA212ECB49}" type="presParOf" srcId="{E344701C-20AB-4FCF-BCA6-1C6689153A2B}" destId="{4662545E-A647-466F-A7E1-B8FBD9A96740}" srcOrd="0" destOrd="0" presId="urn:microsoft.com/office/officeart/2005/8/layout/vList2"/>
    <dgm:cxn modelId="{3FA5E6FF-BD94-4F05-908E-003DDECD01C8}" type="presParOf" srcId="{E344701C-20AB-4FCF-BCA6-1C6689153A2B}" destId="{0DE1343E-24D7-4CA4-BB30-41DE408DE053}" srcOrd="1" destOrd="0" presId="urn:microsoft.com/office/officeart/2005/8/layout/vList2"/>
    <dgm:cxn modelId="{3314488D-B4DA-4FD0-BDCC-57C32BC3C28E}" type="presParOf" srcId="{E344701C-20AB-4FCF-BCA6-1C6689153A2B}" destId="{C2558C05-902B-4E45-AC7F-2E7226B951F6}" srcOrd="2" destOrd="0" presId="urn:microsoft.com/office/officeart/2005/8/layout/vList2"/>
    <dgm:cxn modelId="{E3588620-1D7E-4CEB-B4E9-A2AE1673EED7}" type="presParOf" srcId="{E344701C-20AB-4FCF-BCA6-1C6689153A2B}" destId="{E2069654-DFF9-4906-8324-568F96FF41D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1FD8AFFF-2A8C-48F8-BCA2-DE577977904A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9F76B41-57C7-42BF-A5A8-8FF7156AD8AE}">
      <dgm:prSet/>
      <dgm:spPr/>
      <dgm:t>
        <a:bodyPr/>
        <a:lstStyle/>
        <a:p>
          <a:r>
            <a:rPr lang="en-US" b="1"/>
            <a:t>Definition</a:t>
          </a:r>
          <a:r>
            <a:rPr lang="en-US"/>
            <a:t>:</a:t>
          </a:r>
          <a:br>
            <a:rPr lang="en-US"/>
          </a:br>
          <a:r>
            <a:rPr lang="en-US"/>
            <a:t>“A network of coordinated peripheral and intermediate health units performing essential health functions with competent personnel.”</a:t>
          </a:r>
          <a:br>
            <a:rPr lang="en-US"/>
          </a:br>
          <a:r>
            <a:rPr lang="en-US"/>
            <a:t>— UNICEF/WHO, 1965</a:t>
          </a:r>
        </a:p>
      </dgm:t>
    </dgm:pt>
    <dgm:pt modelId="{5D52DEC4-7BFC-48FE-BBD3-B4EAD907F498}" type="parTrans" cxnId="{12F522EC-35D1-49AD-9A9E-60D0BAFDC820}">
      <dgm:prSet/>
      <dgm:spPr/>
      <dgm:t>
        <a:bodyPr/>
        <a:lstStyle/>
        <a:p>
          <a:endParaRPr lang="en-US"/>
        </a:p>
      </dgm:t>
    </dgm:pt>
    <dgm:pt modelId="{82B001BD-2B7D-4BAB-B4D3-07E583C467A2}" type="sibTrans" cxnId="{12F522EC-35D1-49AD-9A9E-60D0BAFDC820}">
      <dgm:prSet/>
      <dgm:spPr/>
      <dgm:t>
        <a:bodyPr/>
        <a:lstStyle/>
        <a:p>
          <a:endParaRPr lang="en-US"/>
        </a:p>
      </dgm:t>
    </dgm:pt>
    <dgm:pt modelId="{9B96DBDA-966E-47B7-B52A-764AEADF020B}">
      <dgm:prSet/>
      <dgm:spPr/>
      <dgm:t>
        <a:bodyPr/>
        <a:lstStyle/>
        <a:p>
          <a:r>
            <a:rPr lang="en-US" b="1"/>
            <a:t>Key Features</a:t>
          </a:r>
          <a:r>
            <a:rPr lang="en-US"/>
            <a:t>:</a:t>
          </a:r>
        </a:p>
      </dgm:t>
    </dgm:pt>
    <dgm:pt modelId="{44B6441F-0FD4-4B8F-978D-BCC6733AAF38}" type="parTrans" cxnId="{13CDC8F4-1221-4549-95DD-9524942146D0}">
      <dgm:prSet/>
      <dgm:spPr/>
      <dgm:t>
        <a:bodyPr/>
        <a:lstStyle/>
        <a:p>
          <a:endParaRPr lang="en-US"/>
        </a:p>
      </dgm:t>
    </dgm:pt>
    <dgm:pt modelId="{FB36D608-902A-40C2-A7A1-2E8DDB35CE48}" type="sibTrans" cxnId="{13CDC8F4-1221-4549-95DD-9524942146D0}">
      <dgm:prSet/>
      <dgm:spPr/>
      <dgm:t>
        <a:bodyPr/>
        <a:lstStyle/>
        <a:p>
          <a:endParaRPr lang="en-US"/>
        </a:p>
      </dgm:t>
    </dgm:pt>
    <dgm:pt modelId="{F6A387E6-C40B-4008-BE0E-32C90D94B27B}">
      <dgm:prSet/>
      <dgm:spPr/>
      <dgm:t>
        <a:bodyPr/>
        <a:lstStyle/>
        <a:p>
          <a:r>
            <a:rPr lang="en-US"/>
            <a:t>Focus on </a:t>
          </a:r>
          <a:r>
            <a:rPr lang="en-US" b="1"/>
            <a:t>essential functions</a:t>
          </a:r>
          <a:endParaRPr lang="en-US"/>
        </a:p>
      </dgm:t>
    </dgm:pt>
    <dgm:pt modelId="{EF9F581D-5B6B-4CAE-BADE-8AB15983361E}" type="parTrans" cxnId="{B50DA188-C532-499F-88F6-C112058548F3}">
      <dgm:prSet/>
      <dgm:spPr/>
      <dgm:t>
        <a:bodyPr/>
        <a:lstStyle/>
        <a:p>
          <a:endParaRPr lang="en-US"/>
        </a:p>
      </dgm:t>
    </dgm:pt>
    <dgm:pt modelId="{1CA7FA36-2384-49DA-8FDD-0B3C319E64E6}" type="sibTrans" cxnId="{B50DA188-C532-499F-88F6-C112058548F3}">
      <dgm:prSet/>
      <dgm:spPr/>
      <dgm:t>
        <a:bodyPr/>
        <a:lstStyle/>
        <a:p>
          <a:endParaRPr lang="en-US"/>
        </a:p>
      </dgm:t>
    </dgm:pt>
    <dgm:pt modelId="{C8A7496B-96D1-49A5-BDAA-0EB78036DCA3}">
      <dgm:prSet/>
      <dgm:spPr/>
      <dgm:t>
        <a:bodyPr/>
        <a:lstStyle/>
        <a:p>
          <a:r>
            <a:rPr lang="en-US"/>
            <a:t>Delivered through </a:t>
          </a:r>
          <a:r>
            <a:rPr lang="en-US" b="1"/>
            <a:t>professional and auxiliary personnel</a:t>
          </a:r>
          <a:endParaRPr lang="en-US"/>
        </a:p>
      </dgm:t>
    </dgm:pt>
    <dgm:pt modelId="{246737C4-9FAD-4DB5-8FA8-9BFA5161378C}" type="parTrans" cxnId="{B3898A83-F028-41C6-8D98-C6035618E7B6}">
      <dgm:prSet/>
      <dgm:spPr/>
      <dgm:t>
        <a:bodyPr/>
        <a:lstStyle/>
        <a:p>
          <a:endParaRPr lang="en-US"/>
        </a:p>
      </dgm:t>
    </dgm:pt>
    <dgm:pt modelId="{13CEBB28-25AD-4ACE-8CDA-F40304CBF31B}" type="sibTrans" cxnId="{B3898A83-F028-41C6-8D98-C6035618E7B6}">
      <dgm:prSet/>
      <dgm:spPr/>
      <dgm:t>
        <a:bodyPr/>
        <a:lstStyle/>
        <a:p>
          <a:endParaRPr lang="en-US"/>
        </a:p>
      </dgm:t>
    </dgm:pt>
    <dgm:pt modelId="{0BFEE6C2-6E40-4343-A385-36ACD2E1AD42}">
      <dgm:prSet/>
      <dgm:spPr/>
      <dgm:t>
        <a:bodyPr/>
        <a:lstStyle/>
        <a:p>
          <a:r>
            <a:rPr lang="en-US"/>
            <a:t>Emphasized </a:t>
          </a:r>
          <a:r>
            <a:rPr lang="en-US" b="1"/>
            <a:t>operational efficiency</a:t>
          </a:r>
          <a:r>
            <a:rPr lang="en-US"/>
            <a:t> over breadth</a:t>
          </a:r>
        </a:p>
      </dgm:t>
    </dgm:pt>
    <dgm:pt modelId="{697EA18B-D8E2-4FE7-8BB0-CB3726D09343}" type="parTrans" cxnId="{74BCA7C7-8422-4ECB-A8FC-C571CF3A72BD}">
      <dgm:prSet/>
      <dgm:spPr/>
      <dgm:t>
        <a:bodyPr/>
        <a:lstStyle/>
        <a:p>
          <a:endParaRPr lang="en-US"/>
        </a:p>
      </dgm:t>
    </dgm:pt>
    <dgm:pt modelId="{75882166-DAAA-487A-B29E-EACB014AE977}" type="sibTrans" cxnId="{74BCA7C7-8422-4ECB-A8FC-C571CF3A72BD}">
      <dgm:prSet/>
      <dgm:spPr/>
      <dgm:t>
        <a:bodyPr/>
        <a:lstStyle/>
        <a:p>
          <a:endParaRPr lang="en-US"/>
        </a:p>
      </dgm:t>
    </dgm:pt>
    <dgm:pt modelId="{3F4CD5CD-4E73-4BFE-88D4-07DEB38F4EC1}">
      <dgm:prSet/>
      <dgm:spPr/>
      <dgm:t>
        <a:bodyPr/>
        <a:lstStyle/>
        <a:p>
          <a:r>
            <a:rPr lang="en-US" b="1"/>
            <a:t>Limitations</a:t>
          </a:r>
          <a:r>
            <a:rPr lang="en-US"/>
            <a:t> (shared with comprehensive health care):</a:t>
          </a:r>
        </a:p>
      </dgm:t>
    </dgm:pt>
    <dgm:pt modelId="{DBDF519A-AE77-46C9-B609-8BFD435C51DA}" type="parTrans" cxnId="{168A8065-1DC9-4463-B56B-65D2817D5C2E}">
      <dgm:prSet/>
      <dgm:spPr/>
      <dgm:t>
        <a:bodyPr/>
        <a:lstStyle/>
        <a:p>
          <a:endParaRPr lang="en-US"/>
        </a:p>
      </dgm:t>
    </dgm:pt>
    <dgm:pt modelId="{A7CCDD76-E7BE-4B4C-A1B6-F2B969D9288B}" type="sibTrans" cxnId="{168A8065-1DC9-4463-B56B-65D2817D5C2E}">
      <dgm:prSet/>
      <dgm:spPr/>
      <dgm:t>
        <a:bodyPr/>
        <a:lstStyle/>
        <a:p>
          <a:endParaRPr lang="en-US"/>
        </a:p>
      </dgm:t>
    </dgm:pt>
    <dgm:pt modelId="{1AB42FC7-81FE-4B65-A5CE-4E133E3FB87D}">
      <dgm:prSet/>
      <dgm:spPr/>
      <dgm:t>
        <a:bodyPr/>
        <a:lstStyle/>
        <a:p>
          <a:r>
            <a:rPr lang="en-US" b="1"/>
            <a:t>Lack of community participation</a:t>
          </a:r>
          <a:endParaRPr lang="en-US"/>
        </a:p>
      </dgm:t>
    </dgm:pt>
    <dgm:pt modelId="{4118A3D9-9C29-4E23-9DEB-FB83FFBE4E11}" type="parTrans" cxnId="{2426D2B9-0F12-4A9B-9044-55618A552E24}">
      <dgm:prSet/>
      <dgm:spPr/>
      <dgm:t>
        <a:bodyPr/>
        <a:lstStyle/>
        <a:p>
          <a:endParaRPr lang="en-US"/>
        </a:p>
      </dgm:t>
    </dgm:pt>
    <dgm:pt modelId="{7312A95A-3C6A-46EE-AF2B-0DCB978BCCB5}" type="sibTrans" cxnId="{2426D2B9-0F12-4A9B-9044-55618A552E24}">
      <dgm:prSet/>
      <dgm:spPr/>
      <dgm:t>
        <a:bodyPr/>
        <a:lstStyle/>
        <a:p>
          <a:endParaRPr lang="en-US"/>
        </a:p>
      </dgm:t>
    </dgm:pt>
    <dgm:pt modelId="{B734C984-DB59-4028-BCAC-EBD7D9D11782}">
      <dgm:prSet/>
      <dgm:spPr/>
      <dgm:t>
        <a:bodyPr/>
        <a:lstStyle/>
        <a:p>
          <a:r>
            <a:rPr lang="en-US" b="1"/>
            <a:t>Poor intersectoral coordination</a:t>
          </a:r>
          <a:endParaRPr lang="en-US"/>
        </a:p>
      </dgm:t>
    </dgm:pt>
    <dgm:pt modelId="{47FAB021-D303-4C2B-BC20-95A2F19970FE}" type="parTrans" cxnId="{67A15DB0-5A42-4F47-A975-9BB8BA0E1BD6}">
      <dgm:prSet/>
      <dgm:spPr/>
      <dgm:t>
        <a:bodyPr/>
        <a:lstStyle/>
        <a:p>
          <a:endParaRPr lang="en-US"/>
        </a:p>
      </dgm:t>
    </dgm:pt>
    <dgm:pt modelId="{53DA5299-C4B3-4143-BABC-B267B485C31D}" type="sibTrans" cxnId="{67A15DB0-5A42-4F47-A975-9BB8BA0E1BD6}">
      <dgm:prSet/>
      <dgm:spPr/>
      <dgm:t>
        <a:bodyPr/>
        <a:lstStyle/>
        <a:p>
          <a:endParaRPr lang="en-US"/>
        </a:p>
      </dgm:t>
    </dgm:pt>
    <dgm:pt modelId="{2B4E478F-42EC-4D33-BD23-48F013B2B5F2}">
      <dgm:prSet/>
      <dgm:spPr/>
      <dgm:t>
        <a:bodyPr/>
        <a:lstStyle/>
        <a:p>
          <a:r>
            <a:rPr lang="en-US" b="1"/>
            <a:t>Neglect of socio-economic determinants</a:t>
          </a:r>
          <a:endParaRPr lang="en-US"/>
        </a:p>
      </dgm:t>
    </dgm:pt>
    <dgm:pt modelId="{F4248BC4-7CEA-4C1C-B900-6386EAFAADAF}" type="parTrans" cxnId="{C84F6F91-BFC3-4FA8-AAAF-5B5A72DBE0F4}">
      <dgm:prSet/>
      <dgm:spPr/>
      <dgm:t>
        <a:bodyPr/>
        <a:lstStyle/>
        <a:p>
          <a:endParaRPr lang="en-US"/>
        </a:p>
      </dgm:t>
    </dgm:pt>
    <dgm:pt modelId="{7E1CEFC7-66C3-4208-B19E-ECFD728EF319}" type="sibTrans" cxnId="{C84F6F91-BFC3-4FA8-AAAF-5B5A72DBE0F4}">
      <dgm:prSet/>
      <dgm:spPr/>
      <dgm:t>
        <a:bodyPr/>
        <a:lstStyle/>
        <a:p>
          <a:endParaRPr lang="en-US"/>
        </a:p>
      </dgm:t>
    </dgm:pt>
    <dgm:pt modelId="{9145C46C-553B-4EA3-B799-3712BFC41A8B}" type="pres">
      <dgm:prSet presAssocID="{1FD8AFFF-2A8C-48F8-BCA2-DE577977904A}" presName="Name0" presStyleCnt="0">
        <dgm:presLayoutVars>
          <dgm:dir/>
          <dgm:animLvl val="lvl"/>
          <dgm:resizeHandles val="exact"/>
        </dgm:presLayoutVars>
      </dgm:prSet>
      <dgm:spPr/>
    </dgm:pt>
    <dgm:pt modelId="{8179E75C-F7B9-4296-8E00-9E37C860EE56}" type="pres">
      <dgm:prSet presAssocID="{3F4CD5CD-4E73-4BFE-88D4-07DEB38F4EC1}" presName="boxAndChildren" presStyleCnt="0"/>
      <dgm:spPr/>
    </dgm:pt>
    <dgm:pt modelId="{87EBD98E-E00A-48FA-94CA-DAC88A5E23D6}" type="pres">
      <dgm:prSet presAssocID="{3F4CD5CD-4E73-4BFE-88D4-07DEB38F4EC1}" presName="parentTextBox" presStyleLbl="node1" presStyleIdx="0" presStyleCnt="3"/>
      <dgm:spPr/>
    </dgm:pt>
    <dgm:pt modelId="{729C493E-8532-4337-AAA1-E2E6851B3053}" type="pres">
      <dgm:prSet presAssocID="{3F4CD5CD-4E73-4BFE-88D4-07DEB38F4EC1}" presName="entireBox" presStyleLbl="node1" presStyleIdx="0" presStyleCnt="3"/>
      <dgm:spPr/>
    </dgm:pt>
    <dgm:pt modelId="{B73E45D0-37D3-4000-A406-009F8FCB0738}" type="pres">
      <dgm:prSet presAssocID="{3F4CD5CD-4E73-4BFE-88D4-07DEB38F4EC1}" presName="descendantBox" presStyleCnt="0"/>
      <dgm:spPr/>
    </dgm:pt>
    <dgm:pt modelId="{7AE63B7A-85A6-4BE9-8EFF-E09C411EAAAA}" type="pres">
      <dgm:prSet presAssocID="{1AB42FC7-81FE-4B65-A5CE-4E133E3FB87D}" presName="childTextBox" presStyleLbl="fgAccFollowNode1" presStyleIdx="0" presStyleCnt="6">
        <dgm:presLayoutVars>
          <dgm:bulletEnabled val="1"/>
        </dgm:presLayoutVars>
      </dgm:prSet>
      <dgm:spPr/>
    </dgm:pt>
    <dgm:pt modelId="{AED553B6-C35F-47DF-BB98-0AECF92EFE2C}" type="pres">
      <dgm:prSet presAssocID="{B734C984-DB59-4028-BCAC-EBD7D9D11782}" presName="childTextBox" presStyleLbl="fgAccFollowNode1" presStyleIdx="1" presStyleCnt="6">
        <dgm:presLayoutVars>
          <dgm:bulletEnabled val="1"/>
        </dgm:presLayoutVars>
      </dgm:prSet>
      <dgm:spPr/>
    </dgm:pt>
    <dgm:pt modelId="{6698A006-B105-4857-9FF6-C6E53AA45765}" type="pres">
      <dgm:prSet presAssocID="{2B4E478F-42EC-4D33-BD23-48F013B2B5F2}" presName="childTextBox" presStyleLbl="fgAccFollowNode1" presStyleIdx="2" presStyleCnt="6">
        <dgm:presLayoutVars>
          <dgm:bulletEnabled val="1"/>
        </dgm:presLayoutVars>
      </dgm:prSet>
      <dgm:spPr/>
    </dgm:pt>
    <dgm:pt modelId="{DFFDD3F6-D9F4-412F-B7F5-0C941CD3EB85}" type="pres">
      <dgm:prSet presAssocID="{FB36D608-902A-40C2-A7A1-2E8DDB35CE48}" presName="sp" presStyleCnt="0"/>
      <dgm:spPr/>
    </dgm:pt>
    <dgm:pt modelId="{A08D02D5-9F25-4B15-9039-F4AFBEFCC906}" type="pres">
      <dgm:prSet presAssocID="{9B96DBDA-966E-47B7-B52A-764AEADF020B}" presName="arrowAndChildren" presStyleCnt="0"/>
      <dgm:spPr/>
    </dgm:pt>
    <dgm:pt modelId="{A5E7EF79-2ABA-4623-A0CE-2D1026BA580B}" type="pres">
      <dgm:prSet presAssocID="{9B96DBDA-966E-47B7-B52A-764AEADF020B}" presName="parentTextArrow" presStyleLbl="node1" presStyleIdx="0" presStyleCnt="3"/>
      <dgm:spPr/>
    </dgm:pt>
    <dgm:pt modelId="{44F6E285-821F-476A-BACC-CF4B05436F7E}" type="pres">
      <dgm:prSet presAssocID="{9B96DBDA-966E-47B7-B52A-764AEADF020B}" presName="arrow" presStyleLbl="node1" presStyleIdx="1" presStyleCnt="3"/>
      <dgm:spPr/>
    </dgm:pt>
    <dgm:pt modelId="{F5F645FE-F9BC-4F98-8A9E-6E1D7215A561}" type="pres">
      <dgm:prSet presAssocID="{9B96DBDA-966E-47B7-B52A-764AEADF020B}" presName="descendantArrow" presStyleCnt="0"/>
      <dgm:spPr/>
    </dgm:pt>
    <dgm:pt modelId="{8E716A7D-F961-4CDC-BF32-73C0A00792F2}" type="pres">
      <dgm:prSet presAssocID="{F6A387E6-C40B-4008-BE0E-32C90D94B27B}" presName="childTextArrow" presStyleLbl="fgAccFollowNode1" presStyleIdx="3" presStyleCnt="6">
        <dgm:presLayoutVars>
          <dgm:bulletEnabled val="1"/>
        </dgm:presLayoutVars>
      </dgm:prSet>
      <dgm:spPr/>
    </dgm:pt>
    <dgm:pt modelId="{2CFDD3D2-BBA0-480B-BB18-9DD7362118E6}" type="pres">
      <dgm:prSet presAssocID="{C8A7496B-96D1-49A5-BDAA-0EB78036DCA3}" presName="childTextArrow" presStyleLbl="fgAccFollowNode1" presStyleIdx="4" presStyleCnt="6">
        <dgm:presLayoutVars>
          <dgm:bulletEnabled val="1"/>
        </dgm:presLayoutVars>
      </dgm:prSet>
      <dgm:spPr/>
    </dgm:pt>
    <dgm:pt modelId="{BD0303B1-7D70-44AB-8E03-28F068AE048F}" type="pres">
      <dgm:prSet presAssocID="{0BFEE6C2-6E40-4343-A385-36ACD2E1AD42}" presName="childTextArrow" presStyleLbl="fgAccFollowNode1" presStyleIdx="5" presStyleCnt="6">
        <dgm:presLayoutVars>
          <dgm:bulletEnabled val="1"/>
        </dgm:presLayoutVars>
      </dgm:prSet>
      <dgm:spPr/>
    </dgm:pt>
    <dgm:pt modelId="{8B70B537-88F8-42B0-B9D7-EC0E9A3D9D91}" type="pres">
      <dgm:prSet presAssocID="{82B001BD-2B7D-4BAB-B4D3-07E583C467A2}" presName="sp" presStyleCnt="0"/>
      <dgm:spPr/>
    </dgm:pt>
    <dgm:pt modelId="{2FA37299-4B30-493E-9567-8C9220509DF4}" type="pres">
      <dgm:prSet presAssocID="{09F76B41-57C7-42BF-A5A8-8FF7156AD8AE}" presName="arrowAndChildren" presStyleCnt="0"/>
      <dgm:spPr/>
    </dgm:pt>
    <dgm:pt modelId="{E63CE7F8-20D1-4621-BFD5-4F1149C30612}" type="pres">
      <dgm:prSet presAssocID="{09F76B41-57C7-42BF-A5A8-8FF7156AD8AE}" presName="parentTextArrow" presStyleLbl="node1" presStyleIdx="2" presStyleCnt="3"/>
      <dgm:spPr/>
    </dgm:pt>
  </dgm:ptLst>
  <dgm:cxnLst>
    <dgm:cxn modelId="{0331D90A-3BB2-4CD0-AFD0-61BC39CCFA4B}" type="presOf" srcId="{3F4CD5CD-4E73-4BFE-88D4-07DEB38F4EC1}" destId="{729C493E-8532-4337-AAA1-E2E6851B3053}" srcOrd="1" destOrd="0" presId="urn:microsoft.com/office/officeart/2005/8/layout/process4"/>
    <dgm:cxn modelId="{062CF113-38B7-4979-A9D8-03AB6607E5DE}" type="presOf" srcId="{9B96DBDA-966E-47B7-B52A-764AEADF020B}" destId="{44F6E285-821F-476A-BACC-CF4B05436F7E}" srcOrd="1" destOrd="0" presId="urn:microsoft.com/office/officeart/2005/8/layout/process4"/>
    <dgm:cxn modelId="{CBCF9315-2363-4F73-9E4C-FEDD8CEC1C97}" type="presOf" srcId="{2B4E478F-42EC-4D33-BD23-48F013B2B5F2}" destId="{6698A006-B105-4857-9FF6-C6E53AA45765}" srcOrd="0" destOrd="0" presId="urn:microsoft.com/office/officeart/2005/8/layout/process4"/>
    <dgm:cxn modelId="{168A8065-1DC9-4463-B56B-65D2817D5C2E}" srcId="{1FD8AFFF-2A8C-48F8-BCA2-DE577977904A}" destId="{3F4CD5CD-4E73-4BFE-88D4-07DEB38F4EC1}" srcOrd="2" destOrd="0" parTransId="{DBDF519A-AE77-46C9-B609-8BFD435C51DA}" sibTransId="{A7CCDD76-E7BE-4B4C-A1B6-F2B969D9288B}"/>
    <dgm:cxn modelId="{EDBE8066-9AB5-40A4-9511-A31B6D854C0F}" type="presOf" srcId="{1AB42FC7-81FE-4B65-A5CE-4E133E3FB87D}" destId="{7AE63B7A-85A6-4BE9-8EFF-E09C411EAAAA}" srcOrd="0" destOrd="0" presId="urn:microsoft.com/office/officeart/2005/8/layout/process4"/>
    <dgm:cxn modelId="{2DE36B4B-2115-4563-A41D-71D4137050ED}" type="presOf" srcId="{3F4CD5CD-4E73-4BFE-88D4-07DEB38F4EC1}" destId="{87EBD98E-E00A-48FA-94CA-DAC88A5E23D6}" srcOrd="0" destOrd="0" presId="urn:microsoft.com/office/officeart/2005/8/layout/process4"/>
    <dgm:cxn modelId="{88842170-8693-466B-A2EF-F1B1B9133010}" type="presOf" srcId="{B734C984-DB59-4028-BCAC-EBD7D9D11782}" destId="{AED553B6-C35F-47DF-BB98-0AECF92EFE2C}" srcOrd="0" destOrd="0" presId="urn:microsoft.com/office/officeart/2005/8/layout/process4"/>
    <dgm:cxn modelId="{12DBDC78-FF82-460C-9F4B-C537C657F76E}" type="presOf" srcId="{0BFEE6C2-6E40-4343-A385-36ACD2E1AD42}" destId="{BD0303B1-7D70-44AB-8E03-28F068AE048F}" srcOrd="0" destOrd="0" presId="urn:microsoft.com/office/officeart/2005/8/layout/process4"/>
    <dgm:cxn modelId="{B3898A83-F028-41C6-8D98-C6035618E7B6}" srcId="{9B96DBDA-966E-47B7-B52A-764AEADF020B}" destId="{C8A7496B-96D1-49A5-BDAA-0EB78036DCA3}" srcOrd="1" destOrd="0" parTransId="{246737C4-9FAD-4DB5-8FA8-9BFA5161378C}" sibTransId="{13CEBB28-25AD-4ACE-8CDA-F40304CBF31B}"/>
    <dgm:cxn modelId="{B50DA188-C532-499F-88F6-C112058548F3}" srcId="{9B96DBDA-966E-47B7-B52A-764AEADF020B}" destId="{F6A387E6-C40B-4008-BE0E-32C90D94B27B}" srcOrd="0" destOrd="0" parTransId="{EF9F581D-5B6B-4CAE-BADE-8AB15983361E}" sibTransId="{1CA7FA36-2384-49DA-8FDD-0B3C319E64E6}"/>
    <dgm:cxn modelId="{C84F6F91-BFC3-4FA8-AAAF-5B5A72DBE0F4}" srcId="{3F4CD5CD-4E73-4BFE-88D4-07DEB38F4EC1}" destId="{2B4E478F-42EC-4D33-BD23-48F013B2B5F2}" srcOrd="2" destOrd="0" parTransId="{F4248BC4-7CEA-4C1C-B900-6386EAFAADAF}" sibTransId="{7E1CEFC7-66C3-4208-B19E-ECFD728EF319}"/>
    <dgm:cxn modelId="{67A15DB0-5A42-4F47-A975-9BB8BA0E1BD6}" srcId="{3F4CD5CD-4E73-4BFE-88D4-07DEB38F4EC1}" destId="{B734C984-DB59-4028-BCAC-EBD7D9D11782}" srcOrd="1" destOrd="0" parTransId="{47FAB021-D303-4C2B-BC20-95A2F19970FE}" sibTransId="{53DA5299-C4B3-4143-BABC-B267B485C31D}"/>
    <dgm:cxn modelId="{2426D2B9-0F12-4A9B-9044-55618A552E24}" srcId="{3F4CD5CD-4E73-4BFE-88D4-07DEB38F4EC1}" destId="{1AB42FC7-81FE-4B65-A5CE-4E133E3FB87D}" srcOrd="0" destOrd="0" parTransId="{4118A3D9-9C29-4E23-9DEB-FB83FFBE4E11}" sibTransId="{7312A95A-3C6A-46EE-AF2B-0DCB978BCCB5}"/>
    <dgm:cxn modelId="{74BCA7C7-8422-4ECB-A8FC-C571CF3A72BD}" srcId="{9B96DBDA-966E-47B7-B52A-764AEADF020B}" destId="{0BFEE6C2-6E40-4343-A385-36ACD2E1AD42}" srcOrd="2" destOrd="0" parTransId="{697EA18B-D8E2-4FE7-8BB0-CB3726D09343}" sibTransId="{75882166-DAAA-487A-B29E-EACB014AE977}"/>
    <dgm:cxn modelId="{B9714CCE-F80F-4F76-839B-4982C1F34234}" type="presOf" srcId="{1FD8AFFF-2A8C-48F8-BCA2-DE577977904A}" destId="{9145C46C-553B-4EA3-B799-3712BFC41A8B}" srcOrd="0" destOrd="0" presId="urn:microsoft.com/office/officeart/2005/8/layout/process4"/>
    <dgm:cxn modelId="{43C3AAD0-ADDA-417A-B9CE-68D665969F19}" type="presOf" srcId="{F6A387E6-C40B-4008-BE0E-32C90D94B27B}" destId="{8E716A7D-F961-4CDC-BF32-73C0A00792F2}" srcOrd="0" destOrd="0" presId="urn:microsoft.com/office/officeart/2005/8/layout/process4"/>
    <dgm:cxn modelId="{56A4D7E2-BE00-4303-8AD1-9E7A79A7B859}" type="presOf" srcId="{C8A7496B-96D1-49A5-BDAA-0EB78036DCA3}" destId="{2CFDD3D2-BBA0-480B-BB18-9DD7362118E6}" srcOrd="0" destOrd="0" presId="urn:microsoft.com/office/officeart/2005/8/layout/process4"/>
    <dgm:cxn modelId="{12F522EC-35D1-49AD-9A9E-60D0BAFDC820}" srcId="{1FD8AFFF-2A8C-48F8-BCA2-DE577977904A}" destId="{09F76B41-57C7-42BF-A5A8-8FF7156AD8AE}" srcOrd="0" destOrd="0" parTransId="{5D52DEC4-7BFC-48FE-BBD3-B4EAD907F498}" sibTransId="{82B001BD-2B7D-4BAB-B4D3-07E583C467A2}"/>
    <dgm:cxn modelId="{E0D1B1F2-DED2-4312-838F-39D65FD950BD}" type="presOf" srcId="{09F76B41-57C7-42BF-A5A8-8FF7156AD8AE}" destId="{E63CE7F8-20D1-4621-BFD5-4F1149C30612}" srcOrd="0" destOrd="0" presId="urn:microsoft.com/office/officeart/2005/8/layout/process4"/>
    <dgm:cxn modelId="{13CDC8F4-1221-4549-95DD-9524942146D0}" srcId="{1FD8AFFF-2A8C-48F8-BCA2-DE577977904A}" destId="{9B96DBDA-966E-47B7-B52A-764AEADF020B}" srcOrd="1" destOrd="0" parTransId="{44B6441F-0FD4-4B8F-978D-BCC6733AAF38}" sibTransId="{FB36D608-902A-40C2-A7A1-2E8DDB35CE48}"/>
    <dgm:cxn modelId="{7B07E0F7-6893-4B91-A3B4-6A8C4EA6A096}" type="presOf" srcId="{9B96DBDA-966E-47B7-B52A-764AEADF020B}" destId="{A5E7EF79-2ABA-4623-A0CE-2D1026BA580B}" srcOrd="0" destOrd="0" presId="urn:microsoft.com/office/officeart/2005/8/layout/process4"/>
    <dgm:cxn modelId="{0465AC74-27B7-4E42-B491-68F676E0E6A4}" type="presParOf" srcId="{9145C46C-553B-4EA3-B799-3712BFC41A8B}" destId="{8179E75C-F7B9-4296-8E00-9E37C860EE56}" srcOrd="0" destOrd="0" presId="urn:microsoft.com/office/officeart/2005/8/layout/process4"/>
    <dgm:cxn modelId="{2D3A4746-FC94-4EAA-B3E6-02818FC238A4}" type="presParOf" srcId="{8179E75C-F7B9-4296-8E00-9E37C860EE56}" destId="{87EBD98E-E00A-48FA-94CA-DAC88A5E23D6}" srcOrd="0" destOrd="0" presId="urn:microsoft.com/office/officeart/2005/8/layout/process4"/>
    <dgm:cxn modelId="{2213A85E-6226-4981-A03C-3BEAB1D0633D}" type="presParOf" srcId="{8179E75C-F7B9-4296-8E00-9E37C860EE56}" destId="{729C493E-8532-4337-AAA1-E2E6851B3053}" srcOrd="1" destOrd="0" presId="urn:microsoft.com/office/officeart/2005/8/layout/process4"/>
    <dgm:cxn modelId="{B90D09B4-40D2-43F8-BB94-D0B8CA94C2E8}" type="presParOf" srcId="{8179E75C-F7B9-4296-8E00-9E37C860EE56}" destId="{B73E45D0-37D3-4000-A406-009F8FCB0738}" srcOrd="2" destOrd="0" presId="urn:microsoft.com/office/officeart/2005/8/layout/process4"/>
    <dgm:cxn modelId="{1618497F-C036-46BE-9393-D9E66CE64647}" type="presParOf" srcId="{B73E45D0-37D3-4000-A406-009F8FCB0738}" destId="{7AE63B7A-85A6-4BE9-8EFF-E09C411EAAAA}" srcOrd="0" destOrd="0" presId="urn:microsoft.com/office/officeart/2005/8/layout/process4"/>
    <dgm:cxn modelId="{68B88DF4-2C27-4452-B2A5-4E629B2D9290}" type="presParOf" srcId="{B73E45D0-37D3-4000-A406-009F8FCB0738}" destId="{AED553B6-C35F-47DF-BB98-0AECF92EFE2C}" srcOrd="1" destOrd="0" presId="urn:microsoft.com/office/officeart/2005/8/layout/process4"/>
    <dgm:cxn modelId="{113F4F7B-475D-4805-B67B-FC7AB560EA67}" type="presParOf" srcId="{B73E45D0-37D3-4000-A406-009F8FCB0738}" destId="{6698A006-B105-4857-9FF6-C6E53AA45765}" srcOrd="2" destOrd="0" presId="urn:microsoft.com/office/officeart/2005/8/layout/process4"/>
    <dgm:cxn modelId="{EF3369EF-D63C-4AA1-9439-D34CC408C544}" type="presParOf" srcId="{9145C46C-553B-4EA3-B799-3712BFC41A8B}" destId="{DFFDD3F6-D9F4-412F-B7F5-0C941CD3EB85}" srcOrd="1" destOrd="0" presId="urn:microsoft.com/office/officeart/2005/8/layout/process4"/>
    <dgm:cxn modelId="{2BC95813-73A0-4FD3-99D3-E1A04B4FC3DE}" type="presParOf" srcId="{9145C46C-553B-4EA3-B799-3712BFC41A8B}" destId="{A08D02D5-9F25-4B15-9039-F4AFBEFCC906}" srcOrd="2" destOrd="0" presId="urn:microsoft.com/office/officeart/2005/8/layout/process4"/>
    <dgm:cxn modelId="{021AD859-5C54-4C21-B507-642A90DE2251}" type="presParOf" srcId="{A08D02D5-9F25-4B15-9039-F4AFBEFCC906}" destId="{A5E7EF79-2ABA-4623-A0CE-2D1026BA580B}" srcOrd="0" destOrd="0" presId="urn:microsoft.com/office/officeart/2005/8/layout/process4"/>
    <dgm:cxn modelId="{D59960ED-6261-450B-BC6E-5B01622B2618}" type="presParOf" srcId="{A08D02D5-9F25-4B15-9039-F4AFBEFCC906}" destId="{44F6E285-821F-476A-BACC-CF4B05436F7E}" srcOrd="1" destOrd="0" presId="urn:microsoft.com/office/officeart/2005/8/layout/process4"/>
    <dgm:cxn modelId="{2CA20960-608C-4FE0-ABC2-AA1AF6AB15EF}" type="presParOf" srcId="{A08D02D5-9F25-4B15-9039-F4AFBEFCC906}" destId="{F5F645FE-F9BC-4F98-8A9E-6E1D7215A561}" srcOrd="2" destOrd="0" presId="urn:microsoft.com/office/officeart/2005/8/layout/process4"/>
    <dgm:cxn modelId="{75642474-60EC-4B87-B974-C2859BAC733D}" type="presParOf" srcId="{F5F645FE-F9BC-4F98-8A9E-6E1D7215A561}" destId="{8E716A7D-F961-4CDC-BF32-73C0A00792F2}" srcOrd="0" destOrd="0" presId="urn:microsoft.com/office/officeart/2005/8/layout/process4"/>
    <dgm:cxn modelId="{923C2096-DBF1-4182-B8AA-2E1A7BD43ECF}" type="presParOf" srcId="{F5F645FE-F9BC-4F98-8A9E-6E1D7215A561}" destId="{2CFDD3D2-BBA0-480B-BB18-9DD7362118E6}" srcOrd="1" destOrd="0" presId="urn:microsoft.com/office/officeart/2005/8/layout/process4"/>
    <dgm:cxn modelId="{0494A16F-BEBD-4028-AFA4-42F51F2F2F6C}" type="presParOf" srcId="{F5F645FE-F9BC-4F98-8A9E-6E1D7215A561}" destId="{BD0303B1-7D70-44AB-8E03-28F068AE048F}" srcOrd="2" destOrd="0" presId="urn:microsoft.com/office/officeart/2005/8/layout/process4"/>
    <dgm:cxn modelId="{8A06338F-6110-465F-8BA6-1C2B297E045A}" type="presParOf" srcId="{9145C46C-553B-4EA3-B799-3712BFC41A8B}" destId="{8B70B537-88F8-42B0-B9D7-EC0E9A3D9D91}" srcOrd="3" destOrd="0" presId="urn:microsoft.com/office/officeart/2005/8/layout/process4"/>
    <dgm:cxn modelId="{69FD1F9A-72A8-4A48-A79A-8D3A675C330F}" type="presParOf" srcId="{9145C46C-553B-4EA3-B799-3712BFC41A8B}" destId="{2FA37299-4B30-493E-9567-8C9220509DF4}" srcOrd="4" destOrd="0" presId="urn:microsoft.com/office/officeart/2005/8/layout/process4"/>
    <dgm:cxn modelId="{80FD1973-66C3-46F6-9299-5B0DF75F9522}" type="presParOf" srcId="{2FA37299-4B30-493E-9567-8C9220509DF4}" destId="{E63CE7F8-20D1-4621-BFD5-4F1149C3061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B4F02AF-4F6F-4D1A-9478-99F732A9F1C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D7E6E64-2E18-4C39-9877-628051A20C2E}">
      <dgm:prSet/>
      <dgm:spPr/>
      <dgm:t>
        <a:bodyPr/>
        <a:lstStyle/>
        <a:p>
          <a:r>
            <a:rPr lang="en-US"/>
            <a:t>Primary health care ensures </a:t>
          </a:r>
          <a:r>
            <a:rPr lang="en-US" b="1"/>
            <a:t>accessible, affordable, and community-based health services</a:t>
          </a:r>
          <a:r>
            <a:rPr lang="en-US"/>
            <a:t>. </a:t>
          </a:r>
        </a:p>
      </dgm:t>
    </dgm:pt>
    <dgm:pt modelId="{F6A9271E-24CB-468D-B83A-5A69BEF45B71}" type="parTrans" cxnId="{C1A1489A-E570-44BD-9CE8-B56E67FDC727}">
      <dgm:prSet/>
      <dgm:spPr/>
      <dgm:t>
        <a:bodyPr/>
        <a:lstStyle/>
        <a:p>
          <a:endParaRPr lang="en-US"/>
        </a:p>
      </dgm:t>
    </dgm:pt>
    <dgm:pt modelId="{465A5528-9FF5-435A-83B8-0E057AEDED92}" type="sibTrans" cxnId="{C1A1489A-E570-44BD-9CE8-B56E67FDC727}">
      <dgm:prSet/>
      <dgm:spPr/>
      <dgm:t>
        <a:bodyPr/>
        <a:lstStyle/>
        <a:p>
          <a:endParaRPr lang="en-US"/>
        </a:p>
      </dgm:t>
    </dgm:pt>
    <dgm:pt modelId="{A9F7773D-A053-48B8-899A-A7779B9DFCE0}">
      <dgm:prSet/>
      <dgm:spPr/>
      <dgm:t>
        <a:bodyPr/>
        <a:lstStyle/>
        <a:p>
          <a:r>
            <a:rPr lang="en-US"/>
            <a:t>The 8 core elements include:</a:t>
          </a:r>
        </a:p>
      </dgm:t>
    </dgm:pt>
    <dgm:pt modelId="{782EF41B-F126-44A7-B3E3-E8D3D8BDA234}" type="parTrans" cxnId="{99A26F29-4A4E-411D-AEA9-2A1B0427E649}">
      <dgm:prSet/>
      <dgm:spPr/>
      <dgm:t>
        <a:bodyPr/>
        <a:lstStyle/>
        <a:p>
          <a:endParaRPr lang="en-US"/>
        </a:p>
      </dgm:t>
    </dgm:pt>
    <dgm:pt modelId="{832F3B65-C435-4B10-A90E-DB30767623C4}" type="sibTrans" cxnId="{99A26F29-4A4E-411D-AEA9-2A1B0427E649}">
      <dgm:prSet/>
      <dgm:spPr/>
      <dgm:t>
        <a:bodyPr/>
        <a:lstStyle/>
        <a:p>
          <a:endParaRPr lang="en-US"/>
        </a:p>
      </dgm:t>
    </dgm:pt>
    <dgm:pt modelId="{35BC397A-E04A-4A52-AF4A-C78EF8A09E7A}">
      <dgm:prSet/>
      <dgm:spPr/>
      <dgm:t>
        <a:bodyPr/>
        <a:lstStyle/>
        <a:p>
          <a:r>
            <a:rPr lang="en-US" b="1" dirty="0"/>
            <a:t>Health Education</a:t>
          </a:r>
          <a:endParaRPr lang="en-US" dirty="0"/>
        </a:p>
      </dgm:t>
    </dgm:pt>
    <dgm:pt modelId="{384F9813-CA01-436C-8B10-D1BC3FB4C9D9}" type="parTrans" cxnId="{0AC0EE6D-F847-454D-BDDD-DBBED3718A42}">
      <dgm:prSet/>
      <dgm:spPr/>
      <dgm:t>
        <a:bodyPr/>
        <a:lstStyle/>
        <a:p>
          <a:endParaRPr lang="en-US"/>
        </a:p>
      </dgm:t>
    </dgm:pt>
    <dgm:pt modelId="{972A4B49-E2C7-4B6C-8081-4F38DB0EA505}" type="sibTrans" cxnId="{0AC0EE6D-F847-454D-BDDD-DBBED3718A42}">
      <dgm:prSet/>
      <dgm:spPr/>
      <dgm:t>
        <a:bodyPr/>
        <a:lstStyle/>
        <a:p>
          <a:endParaRPr lang="en-US"/>
        </a:p>
      </dgm:t>
    </dgm:pt>
    <dgm:pt modelId="{87EE4A73-ACE4-4C57-AE54-E7B54AD1C550}">
      <dgm:prSet/>
      <dgm:spPr/>
      <dgm:t>
        <a:bodyPr/>
        <a:lstStyle/>
        <a:p>
          <a:r>
            <a:rPr lang="en-US" b="1" dirty="0"/>
            <a:t>Food &amp; Nutrition Promotion</a:t>
          </a:r>
          <a:endParaRPr lang="en-US" dirty="0"/>
        </a:p>
      </dgm:t>
    </dgm:pt>
    <dgm:pt modelId="{782B9936-E1E9-4DFA-88B7-34B54885B1AF}" type="parTrans" cxnId="{E56366AD-B834-4143-995C-0C8C18C5E524}">
      <dgm:prSet/>
      <dgm:spPr/>
      <dgm:t>
        <a:bodyPr/>
        <a:lstStyle/>
        <a:p>
          <a:endParaRPr lang="en-US"/>
        </a:p>
      </dgm:t>
    </dgm:pt>
    <dgm:pt modelId="{3B96BE28-105D-49CF-A56C-D63156FF825F}" type="sibTrans" cxnId="{E56366AD-B834-4143-995C-0C8C18C5E524}">
      <dgm:prSet/>
      <dgm:spPr/>
      <dgm:t>
        <a:bodyPr/>
        <a:lstStyle/>
        <a:p>
          <a:endParaRPr lang="en-US"/>
        </a:p>
      </dgm:t>
    </dgm:pt>
    <dgm:pt modelId="{D39AF9B9-12D5-4980-BC49-5D90CBBF2D96}">
      <dgm:prSet/>
      <dgm:spPr/>
      <dgm:t>
        <a:bodyPr/>
        <a:lstStyle/>
        <a:p>
          <a:r>
            <a:rPr lang="en-US" b="1" dirty="0"/>
            <a:t>Safe Water &amp; Sanitation</a:t>
          </a:r>
          <a:endParaRPr lang="en-US" dirty="0"/>
        </a:p>
      </dgm:t>
    </dgm:pt>
    <dgm:pt modelId="{1281C64B-913A-4530-B79A-3A8AA2D1EF2E}" type="parTrans" cxnId="{340F8A6A-D5F9-47DF-A35A-30BDCB23C187}">
      <dgm:prSet/>
      <dgm:spPr/>
      <dgm:t>
        <a:bodyPr/>
        <a:lstStyle/>
        <a:p>
          <a:endParaRPr lang="en-US"/>
        </a:p>
      </dgm:t>
    </dgm:pt>
    <dgm:pt modelId="{342F45CF-C88F-4E48-8CEE-635244590530}" type="sibTrans" cxnId="{340F8A6A-D5F9-47DF-A35A-30BDCB23C187}">
      <dgm:prSet/>
      <dgm:spPr/>
      <dgm:t>
        <a:bodyPr/>
        <a:lstStyle/>
        <a:p>
          <a:endParaRPr lang="en-US"/>
        </a:p>
      </dgm:t>
    </dgm:pt>
    <dgm:pt modelId="{324EAA8E-01BE-4233-A837-A7F8EBFBC8FE}">
      <dgm:prSet/>
      <dgm:spPr/>
      <dgm:t>
        <a:bodyPr/>
        <a:lstStyle/>
        <a:p>
          <a:r>
            <a:rPr lang="en-US"/>
            <a:t>Focused </a:t>
          </a:r>
          <a:r>
            <a:rPr lang="en-US" dirty="0"/>
            <a:t>on prevailing health problems and prevention strategies</a:t>
          </a:r>
        </a:p>
      </dgm:t>
    </dgm:pt>
    <dgm:pt modelId="{B33CAA31-AA03-409A-94CC-58A680B7C55A}" type="parTrans" cxnId="{DF41D4DD-146C-4CAC-A02F-7287EC4E7F56}">
      <dgm:prSet/>
      <dgm:spPr/>
      <dgm:t>
        <a:bodyPr/>
        <a:lstStyle/>
        <a:p>
          <a:endParaRPr lang="en-US"/>
        </a:p>
      </dgm:t>
    </dgm:pt>
    <dgm:pt modelId="{0393BB70-262F-4957-AA13-157BFAB4C70B}" type="sibTrans" cxnId="{DF41D4DD-146C-4CAC-A02F-7287EC4E7F56}">
      <dgm:prSet/>
      <dgm:spPr/>
      <dgm:t>
        <a:bodyPr/>
        <a:lstStyle/>
        <a:p>
          <a:endParaRPr lang="en-US"/>
        </a:p>
      </dgm:t>
    </dgm:pt>
    <dgm:pt modelId="{B3D65AF8-97D0-49C2-86CF-2028866B1995}">
      <dgm:prSet/>
      <dgm:spPr/>
      <dgm:t>
        <a:bodyPr/>
        <a:lstStyle/>
        <a:p>
          <a:r>
            <a:rPr lang="en-US"/>
            <a:t>Ensuring </a:t>
          </a:r>
          <a:r>
            <a:rPr lang="en-US" dirty="0"/>
            <a:t>adequate food supply and proper nutrition</a:t>
          </a:r>
        </a:p>
      </dgm:t>
    </dgm:pt>
    <dgm:pt modelId="{D6259573-5A52-41C7-B870-F2D63C6B0325}" type="parTrans" cxnId="{F5D43B58-F0E4-4A3D-9A9F-27C771A7C07B}">
      <dgm:prSet/>
      <dgm:spPr/>
      <dgm:t>
        <a:bodyPr/>
        <a:lstStyle/>
        <a:p>
          <a:endParaRPr lang="en-US"/>
        </a:p>
      </dgm:t>
    </dgm:pt>
    <dgm:pt modelId="{6439CB23-8A0A-427F-A3F7-B55319945C5A}" type="sibTrans" cxnId="{F5D43B58-F0E4-4A3D-9A9F-27C771A7C07B}">
      <dgm:prSet/>
      <dgm:spPr/>
      <dgm:t>
        <a:bodyPr/>
        <a:lstStyle/>
        <a:p>
          <a:endParaRPr lang="en-US"/>
        </a:p>
      </dgm:t>
    </dgm:pt>
    <dgm:pt modelId="{FD143928-94E8-4022-BCD7-BB8E50377FC0}">
      <dgm:prSet/>
      <dgm:spPr/>
      <dgm:t>
        <a:bodyPr/>
        <a:lstStyle/>
        <a:p>
          <a:r>
            <a:rPr lang="en-US"/>
            <a:t>Access </a:t>
          </a:r>
          <a:r>
            <a:rPr lang="en-US" dirty="0"/>
            <a:t>to clean drinking water and basic sanitation facilities</a:t>
          </a:r>
        </a:p>
      </dgm:t>
    </dgm:pt>
    <dgm:pt modelId="{6238514B-D273-493A-8D5B-291DC05F804C}" type="parTrans" cxnId="{6CFDC0F7-F565-4FD8-B49D-A9771537BDB5}">
      <dgm:prSet/>
      <dgm:spPr/>
      <dgm:t>
        <a:bodyPr/>
        <a:lstStyle/>
        <a:p>
          <a:endParaRPr lang="en-US"/>
        </a:p>
      </dgm:t>
    </dgm:pt>
    <dgm:pt modelId="{757E938F-9FE1-4168-8D09-6800DE0EE26C}" type="sibTrans" cxnId="{6CFDC0F7-F565-4FD8-B49D-A9771537BDB5}">
      <dgm:prSet/>
      <dgm:spPr/>
      <dgm:t>
        <a:bodyPr/>
        <a:lstStyle/>
        <a:p>
          <a:endParaRPr lang="en-US"/>
        </a:p>
      </dgm:t>
    </dgm:pt>
    <dgm:pt modelId="{4B6B7640-EFCA-4937-8399-A8089BDF5380}" type="pres">
      <dgm:prSet presAssocID="{BB4F02AF-4F6F-4D1A-9478-99F732A9F1C1}" presName="linear" presStyleCnt="0">
        <dgm:presLayoutVars>
          <dgm:animLvl val="lvl"/>
          <dgm:resizeHandles val="exact"/>
        </dgm:presLayoutVars>
      </dgm:prSet>
      <dgm:spPr/>
    </dgm:pt>
    <dgm:pt modelId="{2D137BD5-9E64-4B91-9F46-A70DC002675B}" type="pres">
      <dgm:prSet presAssocID="{7D7E6E64-2E18-4C39-9877-628051A20C2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5BD7D05-3D43-448A-941C-8EE1381D646F}" type="pres">
      <dgm:prSet presAssocID="{465A5528-9FF5-435A-83B8-0E057AEDED92}" presName="spacer" presStyleCnt="0"/>
      <dgm:spPr/>
    </dgm:pt>
    <dgm:pt modelId="{518BBCF2-3385-438F-99D6-6490E8CDE6F5}" type="pres">
      <dgm:prSet presAssocID="{A9F7773D-A053-48B8-899A-A7779B9DFCE0}" presName="parentText" presStyleLbl="node1" presStyleIdx="1" presStyleCnt="2" custScaleY="59467">
        <dgm:presLayoutVars>
          <dgm:chMax val="0"/>
          <dgm:bulletEnabled val="1"/>
        </dgm:presLayoutVars>
      </dgm:prSet>
      <dgm:spPr/>
    </dgm:pt>
    <dgm:pt modelId="{0A7D817B-6D98-492F-A72A-F0D14317E414}" type="pres">
      <dgm:prSet presAssocID="{A9F7773D-A053-48B8-899A-A7779B9DFCE0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9A26F29-4A4E-411D-AEA9-2A1B0427E649}" srcId="{BB4F02AF-4F6F-4D1A-9478-99F732A9F1C1}" destId="{A9F7773D-A053-48B8-899A-A7779B9DFCE0}" srcOrd="1" destOrd="0" parTransId="{782EF41B-F126-44A7-B3E3-E8D3D8BDA234}" sibTransId="{832F3B65-C435-4B10-A90E-DB30767623C4}"/>
    <dgm:cxn modelId="{F5FF9033-F37C-4E2E-A24C-09E9D920ED07}" type="presOf" srcId="{D39AF9B9-12D5-4980-BC49-5D90CBBF2D96}" destId="{0A7D817B-6D98-492F-A72A-F0D14317E414}" srcOrd="0" destOrd="4" presId="urn:microsoft.com/office/officeart/2005/8/layout/vList2"/>
    <dgm:cxn modelId="{340F8A6A-D5F9-47DF-A35A-30BDCB23C187}" srcId="{A9F7773D-A053-48B8-899A-A7779B9DFCE0}" destId="{D39AF9B9-12D5-4980-BC49-5D90CBBF2D96}" srcOrd="2" destOrd="0" parTransId="{1281C64B-913A-4530-B79A-3A8AA2D1EF2E}" sibTransId="{342F45CF-C88F-4E48-8CEE-635244590530}"/>
    <dgm:cxn modelId="{0AC0EE6D-F847-454D-BDDD-DBBED3718A42}" srcId="{A9F7773D-A053-48B8-899A-A7779B9DFCE0}" destId="{35BC397A-E04A-4A52-AF4A-C78EF8A09E7A}" srcOrd="0" destOrd="0" parTransId="{384F9813-CA01-436C-8B10-D1BC3FB4C9D9}" sibTransId="{972A4B49-E2C7-4B6C-8081-4F38DB0EA505}"/>
    <dgm:cxn modelId="{6B37F157-244B-4272-A865-56A0047641ED}" type="presOf" srcId="{35BC397A-E04A-4A52-AF4A-C78EF8A09E7A}" destId="{0A7D817B-6D98-492F-A72A-F0D14317E414}" srcOrd="0" destOrd="0" presId="urn:microsoft.com/office/officeart/2005/8/layout/vList2"/>
    <dgm:cxn modelId="{F5D43B58-F0E4-4A3D-9A9F-27C771A7C07B}" srcId="{87EE4A73-ACE4-4C57-AE54-E7B54AD1C550}" destId="{B3D65AF8-97D0-49C2-86CF-2028866B1995}" srcOrd="0" destOrd="0" parTransId="{D6259573-5A52-41C7-B870-F2D63C6B0325}" sibTransId="{6439CB23-8A0A-427F-A3F7-B55319945C5A}"/>
    <dgm:cxn modelId="{9CA1B37C-52D1-4605-B06B-1110D2FF9D5C}" type="presOf" srcId="{7D7E6E64-2E18-4C39-9877-628051A20C2E}" destId="{2D137BD5-9E64-4B91-9F46-A70DC002675B}" srcOrd="0" destOrd="0" presId="urn:microsoft.com/office/officeart/2005/8/layout/vList2"/>
    <dgm:cxn modelId="{2CB2397D-FABB-4405-8145-D3B597B7E7E5}" type="presOf" srcId="{324EAA8E-01BE-4233-A837-A7F8EBFBC8FE}" destId="{0A7D817B-6D98-492F-A72A-F0D14317E414}" srcOrd="0" destOrd="1" presId="urn:microsoft.com/office/officeart/2005/8/layout/vList2"/>
    <dgm:cxn modelId="{7532AC92-14AB-4E85-89AA-BD77806FE6A3}" type="presOf" srcId="{87EE4A73-ACE4-4C57-AE54-E7B54AD1C550}" destId="{0A7D817B-6D98-492F-A72A-F0D14317E414}" srcOrd="0" destOrd="2" presId="urn:microsoft.com/office/officeart/2005/8/layout/vList2"/>
    <dgm:cxn modelId="{521BFB99-4519-4C30-B305-BA2C19AACB23}" type="presOf" srcId="{BB4F02AF-4F6F-4D1A-9478-99F732A9F1C1}" destId="{4B6B7640-EFCA-4937-8399-A8089BDF5380}" srcOrd="0" destOrd="0" presId="urn:microsoft.com/office/officeart/2005/8/layout/vList2"/>
    <dgm:cxn modelId="{C1A1489A-E570-44BD-9CE8-B56E67FDC727}" srcId="{BB4F02AF-4F6F-4D1A-9478-99F732A9F1C1}" destId="{7D7E6E64-2E18-4C39-9877-628051A20C2E}" srcOrd="0" destOrd="0" parTransId="{F6A9271E-24CB-468D-B83A-5A69BEF45B71}" sibTransId="{465A5528-9FF5-435A-83B8-0E057AEDED92}"/>
    <dgm:cxn modelId="{BCB817A9-68F7-4B3D-BA94-51BE81145870}" type="presOf" srcId="{B3D65AF8-97D0-49C2-86CF-2028866B1995}" destId="{0A7D817B-6D98-492F-A72A-F0D14317E414}" srcOrd="0" destOrd="3" presId="urn:microsoft.com/office/officeart/2005/8/layout/vList2"/>
    <dgm:cxn modelId="{E56366AD-B834-4143-995C-0C8C18C5E524}" srcId="{A9F7773D-A053-48B8-899A-A7779B9DFCE0}" destId="{87EE4A73-ACE4-4C57-AE54-E7B54AD1C550}" srcOrd="1" destOrd="0" parTransId="{782B9936-E1E9-4DFA-88B7-34B54885B1AF}" sibTransId="{3B96BE28-105D-49CF-A56C-D63156FF825F}"/>
    <dgm:cxn modelId="{40A659C7-061E-498C-B9DB-0162D15BA79F}" type="presOf" srcId="{A9F7773D-A053-48B8-899A-A7779B9DFCE0}" destId="{518BBCF2-3385-438F-99D6-6490E8CDE6F5}" srcOrd="0" destOrd="0" presId="urn:microsoft.com/office/officeart/2005/8/layout/vList2"/>
    <dgm:cxn modelId="{EE69DBDC-BB85-4456-B009-19F5DED116B1}" type="presOf" srcId="{FD143928-94E8-4022-BCD7-BB8E50377FC0}" destId="{0A7D817B-6D98-492F-A72A-F0D14317E414}" srcOrd="0" destOrd="5" presId="urn:microsoft.com/office/officeart/2005/8/layout/vList2"/>
    <dgm:cxn modelId="{DF41D4DD-146C-4CAC-A02F-7287EC4E7F56}" srcId="{35BC397A-E04A-4A52-AF4A-C78EF8A09E7A}" destId="{324EAA8E-01BE-4233-A837-A7F8EBFBC8FE}" srcOrd="0" destOrd="0" parTransId="{B33CAA31-AA03-409A-94CC-58A680B7C55A}" sibTransId="{0393BB70-262F-4957-AA13-157BFAB4C70B}"/>
    <dgm:cxn modelId="{6CFDC0F7-F565-4FD8-B49D-A9771537BDB5}" srcId="{D39AF9B9-12D5-4980-BC49-5D90CBBF2D96}" destId="{FD143928-94E8-4022-BCD7-BB8E50377FC0}" srcOrd="0" destOrd="0" parTransId="{6238514B-D273-493A-8D5B-291DC05F804C}" sibTransId="{757E938F-9FE1-4168-8D09-6800DE0EE26C}"/>
    <dgm:cxn modelId="{EDAD884F-5035-4F29-BFAF-0C88AA836204}" type="presParOf" srcId="{4B6B7640-EFCA-4937-8399-A8089BDF5380}" destId="{2D137BD5-9E64-4B91-9F46-A70DC002675B}" srcOrd="0" destOrd="0" presId="urn:microsoft.com/office/officeart/2005/8/layout/vList2"/>
    <dgm:cxn modelId="{6C96A37E-E6C4-4C96-A2DC-3ECEF46CD4E2}" type="presParOf" srcId="{4B6B7640-EFCA-4937-8399-A8089BDF5380}" destId="{45BD7D05-3D43-448A-941C-8EE1381D646F}" srcOrd="1" destOrd="0" presId="urn:microsoft.com/office/officeart/2005/8/layout/vList2"/>
    <dgm:cxn modelId="{883D3D0F-47D1-4A84-822C-BFBDD08553BB}" type="presParOf" srcId="{4B6B7640-EFCA-4937-8399-A8089BDF5380}" destId="{518BBCF2-3385-438F-99D6-6490E8CDE6F5}" srcOrd="2" destOrd="0" presId="urn:microsoft.com/office/officeart/2005/8/layout/vList2"/>
    <dgm:cxn modelId="{7C5A3C78-CDB2-4BCC-BC6B-AAF62DC19707}" type="presParOf" srcId="{4B6B7640-EFCA-4937-8399-A8089BDF5380}" destId="{0A7D817B-6D98-492F-A72A-F0D14317E414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2A2DC17-082C-4267-A318-A7B16D75A0F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6E3911C-506C-46EB-BD66-8EFBDB7B359D}">
      <dgm:prSet/>
      <dgm:spPr/>
      <dgm:t>
        <a:bodyPr/>
        <a:lstStyle/>
        <a:p>
          <a:r>
            <a:rPr lang="en-US" b="1" i="0" baseline="0"/>
            <a:t>Maternal &amp; Child Health + Family Planning</a:t>
          </a:r>
          <a:br>
            <a:rPr lang="en-US" b="0" i="0" baseline="0"/>
          </a:br>
          <a:r>
            <a:rPr lang="en-US" b="0" i="0" baseline="0"/>
            <a:t> – Comprehensive care across pregnancy, childbirth, child-rearing, and reproductive health</a:t>
          </a:r>
          <a:endParaRPr lang="en-US"/>
        </a:p>
      </dgm:t>
    </dgm:pt>
    <dgm:pt modelId="{50D46900-9048-4DCD-B46D-9937121A9283}" type="parTrans" cxnId="{59F3AAEF-5FFD-4152-9C97-38666260226C}">
      <dgm:prSet/>
      <dgm:spPr/>
      <dgm:t>
        <a:bodyPr/>
        <a:lstStyle/>
        <a:p>
          <a:endParaRPr lang="en-US"/>
        </a:p>
      </dgm:t>
    </dgm:pt>
    <dgm:pt modelId="{4D4A2271-87AA-4724-8046-42F533B4D215}" type="sibTrans" cxnId="{59F3AAEF-5FFD-4152-9C97-38666260226C}">
      <dgm:prSet/>
      <dgm:spPr/>
      <dgm:t>
        <a:bodyPr/>
        <a:lstStyle/>
        <a:p>
          <a:endParaRPr lang="en-US"/>
        </a:p>
      </dgm:t>
    </dgm:pt>
    <dgm:pt modelId="{3ADA925F-F6CD-4D32-9236-1FF6D32782D9}">
      <dgm:prSet/>
      <dgm:spPr/>
      <dgm:t>
        <a:bodyPr/>
        <a:lstStyle/>
        <a:p>
          <a:r>
            <a:rPr lang="en-US" b="1" i="0" baseline="0"/>
            <a:t>Immunization</a:t>
          </a:r>
          <a:br>
            <a:rPr lang="en-US" b="0" i="0" baseline="0"/>
          </a:br>
          <a:r>
            <a:rPr lang="en-US" b="0" i="0" baseline="0"/>
            <a:t> – Protection against major infectious diseases (e.g., measles, polio, TB)</a:t>
          </a:r>
          <a:endParaRPr lang="en-US"/>
        </a:p>
      </dgm:t>
    </dgm:pt>
    <dgm:pt modelId="{CA61BC46-D2E3-4893-86DD-858B0A7A2242}" type="parTrans" cxnId="{8ED3913F-1B27-47DD-86E9-8817477DADE4}">
      <dgm:prSet/>
      <dgm:spPr/>
      <dgm:t>
        <a:bodyPr/>
        <a:lstStyle/>
        <a:p>
          <a:endParaRPr lang="en-US"/>
        </a:p>
      </dgm:t>
    </dgm:pt>
    <dgm:pt modelId="{4B938972-2D02-4CC4-BF3E-396BE7B5ACC4}" type="sibTrans" cxnId="{8ED3913F-1B27-47DD-86E9-8817477DADE4}">
      <dgm:prSet/>
      <dgm:spPr/>
      <dgm:t>
        <a:bodyPr/>
        <a:lstStyle/>
        <a:p>
          <a:endParaRPr lang="en-US"/>
        </a:p>
      </dgm:t>
    </dgm:pt>
    <dgm:pt modelId="{0213FDB0-FC45-46FB-9185-37C680FFD3ED}">
      <dgm:prSet/>
      <dgm:spPr/>
      <dgm:t>
        <a:bodyPr/>
        <a:lstStyle/>
        <a:p>
          <a:r>
            <a:rPr lang="en-US" b="1" i="0" baseline="0"/>
            <a:t>Disease Control</a:t>
          </a:r>
          <a:br>
            <a:rPr lang="en-US" b="0" i="0" baseline="0"/>
          </a:br>
          <a:r>
            <a:rPr lang="en-US" b="0" i="0" baseline="0"/>
            <a:t> – Prevention and control of </a:t>
          </a:r>
          <a:r>
            <a:rPr lang="en-US" b="1" i="0" baseline="0"/>
            <a:t>locally endemic diseases</a:t>
          </a:r>
          <a:endParaRPr lang="en-US"/>
        </a:p>
      </dgm:t>
    </dgm:pt>
    <dgm:pt modelId="{C5AB424E-4AFA-4EAD-BE60-B27E55FB99FE}" type="parTrans" cxnId="{610FA833-9B76-4297-90FA-DBDFBDDACA24}">
      <dgm:prSet/>
      <dgm:spPr/>
      <dgm:t>
        <a:bodyPr/>
        <a:lstStyle/>
        <a:p>
          <a:endParaRPr lang="en-US"/>
        </a:p>
      </dgm:t>
    </dgm:pt>
    <dgm:pt modelId="{1A8872E3-1CE7-4784-AA32-CB223665E46E}" type="sibTrans" cxnId="{610FA833-9B76-4297-90FA-DBDFBDDACA24}">
      <dgm:prSet/>
      <dgm:spPr/>
      <dgm:t>
        <a:bodyPr/>
        <a:lstStyle/>
        <a:p>
          <a:endParaRPr lang="en-US"/>
        </a:p>
      </dgm:t>
    </dgm:pt>
    <dgm:pt modelId="{61794FED-536F-41AF-9FF7-F6925DA50C65}">
      <dgm:prSet/>
      <dgm:spPr/>
      <dgm:t>
        <a:bodyPr/>
        <a:lstStyle/>
        <a:p>
          <a:r>
            <a:rPr lang="en-US" b="1" i="0" baseline="0"/>
            <a:t>Essential Treatment</a:t>
          </a:r>
          <a:br>
            <a:rPr lang="en-US" b="0" i="0" baseline="0"/>
          </a:br>
          <a:r>
            <a:rPr lang="en-US" b="0" i="0" baseline="0"/>
            <a:t> – Appropriate care for </a:t>
          </a:r>
          <a:r>
            <a:rPr lang="en-US" b="1" i="0" baseline="0"/>
            <a:t>common illnesses and injuries</a:t>
          </a:r>
          <a:endParaRPr lang="en-US"/>
        </a:p>
      </dgm:t>
    </dgm:pt>
    <dgm:pt modelId="{420CC258-6684-4A50-957E-7CD2199A967B}" type="parTrans" cxnId="{41774C39-B37D-42E1-95EC-959EF8BC95A9}">
      <dgm:prSet/>
      <dgm:spPr/>
      <dgm:t>
        <a:bodyPr/>
        <a:lstStyle/>
        <a:p>
          <a:endParaRPr lang="en-US"/>
        </a:p>
      </dgm:t>
    </dgm:pt>
    <dgm:pt modelId="{0C1C1A42-76F3-4D65-A1DA-B4432A8202C1}" type="sibTrans" cxnId="{41774C39-B37D-42E1-95EC-959EF8BC95A9}">
      <dgm:prSet/>
      <dgm:spPr/>
      <dgm:t>
        <a:bodyPr/>
        <a:lstStyle/>
        <a:p>
          <a:endParaRPr lang="en-US"/>
        </a:p>
      </dgm:t>
    </dgm:pt>
    <dgm:pt modelId="{3794FA03-FFB0-430D-B0CB-8E55DFBD7502}">
      <dgm:prSet/>
      <dgm:spPr/>
      <dgm:t>
        <a:bodyPr/>
        <a:lstStyle/>
        <a:p>
          <a:r>
            <a:rPr lang="en-US" b="1" i="0" baseline="0"/>
            <a:t>Essential Drugs</a:t>
          </a:r>
          <a:br>
            <a:rPr lang="en-US" b="0" i="0" baseline="0"/>
          </a:br>
          <a:r>
            <a:rPr lang="en-US" b="0" i="0" baseline="0"/>
            <a:t> – Availability and rational use of </a:t>
          </a:r>
          <a:r>
            <a:rPr lang="en-US" b="1" i="0" baseline="0"/>
            <a:t>affordable, quality medications</a:t>
          </a:r>
          <a:endParaRPr lang="en-US"/>
        </a:p>
      </dgm:t>
    </dgm:pt>
    <dgm:pt modelId="{A47488FF-F3EC-4A9E-86D2-5D1C28A2C146}" type="parTrans" cxnId="{FD4E771B-4FF5-4DE0-BE96-B4EBFAF34577}">
      <dgm:prSet/>
      <dgm:spPr/>
      <dgm:t>
        <a:bodyPr/>
        <a:lstStyle/>
        <a:p>
          <a:endParaRPr lang="en-US"/>
        </a:p>
      </dgm:t>
    </dgm:pt>
    <dgm:pt modelId="{6781759C-0347-4133-9E22-30E3D8FB0906}" type="sibTrans" cxnId="{FD4E771B-4FF5-4DE0-BE96-B4EBFAF34577}">
      <dgm:prSet/>
      <dgm:spPr/>
      <dgm:t>
        <a:bodyPr/>
        <a:lstStyle/>
        <a:p>
          <a:endParaRPr lang="en-US"/>
        </a:p>
      </dgm:t>
    </dgm:pt>
    <dgm:pt modelId="{6C29482F-B611-4B5D-BBD4-10B22E64C5B3}" type="pres">
      <dgm:prSet presAssocID="{B2A2DC17-082C-4267-A318-A7B16D75A0FB}" presName="vert0" presStyleCnt="0">
        <dgm:presLayoutVars>
          <dgm:dir/>
          <dgm:animOne val="branch"/>
          <dgm:animLvl val="lvl"/>
        </dgm:presLayoutVars>
      </dgm:prSet>
      <dgm:spPr/>
    </dgm:pt>
    <dgm:pt modelId="{4F98F860-3173-4DCE-91FA-24933C20E85A}" type="pres">
      <dgm:prSet presAssocID="{D6E3911C-506C-46EB-BD66-8EFBDB7B359D}" presName="thickLine" presStyleLbl="alignNode1" presStyleIdx="0" presStyleCnt="5"/>
      <dgm:spPr/>
    </dgm:pt>
    <dgm:pt modelId="{D7361783-8A69-444E-B36D-EBAC31EAC6CC}" type="pres">
      <dgm:prSet presAssocID="{D6E3911C-506C-46EB-BD66-8EFBDB7B359D}" presName="horz1" presStyleCnt="0"/>
      <dgm:spPr/>
    </dgm:pt>
    <dgm:pt modelId="{FB823A5E-D3D4-44B0-97A4-708D31C39FCB}" type="pres">
      <dgm:prSet presAssocID="{D6E3911C-506C-46EB-BD66-8EFBDB7B359D}" presName="tx1" presStyleLbl="revTx" presStyleIdx="0" presStyleCnt="5"/>
      <dgm:spPr/>
    </dgm:pt>
    <dgm:pt modelId="{DC9CE779-4D50-4F99-BAC2-48070754A456}" type="pres">
      <dgm:prSet presAssocID="{D6E3911C-506C-46EB-BD66-8EFBDB7B359D}" presName="vert1" presStyleCnt="0"/>
      <dgm:spPr/>
    </dgm:pt>
    <dgm:pt modelId="{628E9EB0-A80A-4D7B-A90A-CE5AB64DED6E}" type="pres">
      <dgm:prSet presAssocID="{3ADA925F-F6CD-4D32-9236-1FF6D32782D9}" presName="thickLine" presStyleLbl="alignNode1" presStyleIdx="1" presStyleCnt="5"/>
      <dgm:spPr/>
    </dgm:pt>
    <dgm:pt modelId="{A8C5FB61-6E60-4CCB-8B6C-FE6DA8DC4AE5}" type="pres">
      <dgm:prSet presAssocID="{3ADA925F-F6CD-4D32-9236-1FF6D32782D9}" presName="horz1" presStyleCnt="0"/>
      <dgm:spPr/>
    </dgm:pt>
    <dgm:pt modelId="{E2EA8611-C8E7-4DBD-AAFB-600045D1FCD7}" type="pres">
      <dgm:prSet presAssocID="{3ADA925F-F6CD-4D32-9236-1FF6D32782D9}" presName="tx1" presStyleLbl="revTx" presStyleIdx="1" presStyleCnt="5"/>
      <dgm:spPr/>
    </dgm:pt>
    <dgm:pt modelId="{910FE6A8-BD2A-4EC2-8585-BE885EDE6619}" type="pres">
      <dgm:prSet presAssocID="{3ADA925F-F6CD-4D32-9236-1FF6D32782D9}" presName="vert1" presStyleCnt="0"/>
      <dgm:spPr/>
    </dgm:pt>
    <dgm:pt modelId="{9EE36559-85F1-43F7-A783-3E33806BC54B}" type="pres">
      <dgm:prSet presAssocID="{0213FDB0-FC45-46FB-9185-37C680FFD3ED}" presName="thickLine" presStyleLbl="alignNode1" presStyleIdx="2" presStyleCnt="5"/>
      <dgm:spPr/>
    </dgm:pt>
    <dgm:pt modelId="{3EF6A5A0-DDE3-4B20-B6B0-685F30AD2017}" type="pres">
      <dgm:prSet presAssocID="{0213FDB0-FC45-46FB-9185-37C680FFD3ED}" presName="horz1" presStyleCnt="0"/>
      <dgm:spPr/>
    </dgm:pt>
    <dgm:pt modelId="{9D405A65-B780-41CE-9AFD-E22D17AC1834}" type="pres">
      <dgm:prSet presAssocID="{0213FDB0-FC45-46FB-9185-37C680FFD3ED}" presName="tx1" presStyleLbl="revTx" presStyleIdx="2" presStyleCnt="5"/>
      <dgm:spPr/>
    </dgm:pt>
    <dgm:pt modelId="{705CA96B-4E10-475B-9587-21BE545BC7BD}" type="pres">
      <dgm:prSet presAssocID="{0213FDB0-FC45-46FB-9185-37C680FFD3ED}" presName="vert1" presStyleCnt="0"/>
      <dgm:spPr/>
    </dgm:pt>
    <dgm:pt modelId="{2CE3B6B3-2E48-4F55-9225-C57C4FA564C0}" type="pres">
      <dgm:prSet presAssocID="{61794FED-536F-41AF-9FF7-F6925DA50C65}" presName="thickLine" presStyleLbl="alignNode1" presStyleIdx="3" presStyleCnt="5"/>
      <dgm:spPr/>
    </dgm:pt>
    <dgm:pt modelId="{292B5A6A-CB07-4B1E-9697-2D82CB35D496}" type="pres">
      <dgm:prSet presAssocID="{61794FED-536F-41AF-9FF7-F6925DA50C65}" presName="horz1" presStyleCnt="0"/>
      <dgm:spPr/>
    </dgm:pt>
    <dgm:pt modelId="{20E4F9AB-6629-4A05-8693-85957E06968F}" type="pres">
      <dgm:prSet presAssocID="{61794FED-536F-41AF-9FF7-F6925DA50C65}" presName="tx1" presStyleLbl="revTx" presStyleIdx="3" presStyleCnt="5"/>
      <dgm:spPr/>
    </dgm:pt>
    <dgm:pt modelId="{A0BEFA1D-0E3C-4B5B-A693-448670972256}" type="pres">
      <dgm:prSet presAssocID="{61794FED-536F-41AF-9FF7-F6925DA50C65}" presName="vert1" presStyleCnt="0"/>
      <dgm:spPr/>
    </dgm:pt>
    <dgm:pt modelId="{66C69D48-76D5-4187-9364-917D296C0E1D}" type="pres">
      <dgm:prSet presAssocID="{3794FA03-FFB0-430D-B0CB-8E55DFBD7502}" presName="thickLine" presStyleLbl="alignNode1" presStyleIdx="4" presStyleCnt="5"/>
      <dgm:spPr/>
    </dgm:pt>
    <dgm:pt modelId="{D742AA9D-2C10-4E0F-9768-36B3C3419BF1}" type="pres">
      <dgm:prSet presAssocID="{3794FA03-FFB0-430D-B0CB-8E55DFBD7502}" presName="horz1" presStyleCnt="0"/>
      <dgm:spPr/>
    </dgm:pt>
    <dgm:pt modelId="{78D560AC-4516-4160-B3ED-92C3EED27E55}" type="pres">
      <dgm:prSet presAssocID="{3794FA03-FFB0-430D-B0CB-8E55DFBD7502}" presName="tx1" presStyleLbl="revTx" presStyleIdx="4" presStyleCnt="5"/>
      <dgm:spPr/>
    </dgm:pt>
    <dgm:pt modelId="{4C621B76-FC25-40A0-938C-E7F899852BE9}" type="pres">
      <dgm:prSet presAssocID="{3794FA03-FFB0-430D-B0CB-8E55DFBD7502}" presName="vert1" presStyleCnt="0"/>
      <dgm:spPr/>
    </dgm:pt>
  </dgm:ptLst>
  <dgm:cxnLst>
    <dgm:cxn modelId="{FD4E771B-4FF5-4DE0-BE96-B4EBFAF34577}" srcId="{B2A2DC17-082C-4267-A318-A7B16D75A0FB}" destId="{3794FA03-FFB0-430D-B0CB-8E55DFBD7502}" srcOrd="4" destOrd="0" parTransId="{A47488FF-F3EC-4A9E-86D2-5D1C28A2C146}" sibTransId="{6781759C-0347-4133-9E22-30E3D8FB0906}"/>
    <dgm:cxn modelId="{610FA833-9B76-4297-90FA-DBDFBDDACA24}" srcId="{B2A2DC17-082C-4267-A318-A7B16D75A0FB}" destId="{0213FDB0-FC45-46FB-9185-37C680FFD3ED}" srcOrd="2" destOrd="0" parTransId="{C5AB424E-4AFA-4EAD-BE60-B27E55FB99FE}" sibTransId="{1A8872E3-1CE7-4784-AA32-CB223665E46E}"/>
    <dgm:cxn modelId="{41774C39-B37D-42E1-95EC-959EF8BC95A9}" srcId="{B2A2DC17-082C-4267-A318-A7B16D75A0FB}" destId="{61794FED-536F-41AF-9FF7-F6925DA50C65}" srcOrd="3" destOrd="0" parTransId="{420CC258-6684-4A50-957E-7CD2199A967B}" sibTransId="{0C1C1A42-76F3-4D65-A1DA-B4432A8202C1}"/>
    <dgm:cxn modelId="{8ED3913F-1B27-47DD-86E9-8817477DADE4}" srcId="{B2A2DC17-082C-4267-A318-A7B16D75A0FB}" destId="{3ADA925F-F6CD-4D32-9236-1FF6D32782D9}" srcOrd="1" destOrd="0" parTransId="{CA61BC46-D2E3-4893-86DD-858B0A7A2242}" sibTransId="{4B938972-2D02-4CC4-BF3E-396BE7B5ACC4}"/>
    <dgm:cxn modelId="{7A462041-C83C-4036-B143-5705D2CFE7DB}" type="presOf" srcId="{61794FED-536F-41AF-9FF7-F6925DA50C65}" destId="{20E4F9AB-6629-4A05-8693-85957E06968F}" srcOrd="0" destOrd="0" presId="urn:microsoft.com/office/officeart/2008/layout/LinedList"/>
    <dgm:cxn modelId="{FACBA863-F105-485E-87E8-BA924ED5226A}" type="presOf" srcId="{B2A2DC17-082C-4267-A318-A7B16D75A0FB}" destId="{6C29482F-B611-4B5D-BBD4-10B22E64C5B3}" srcOrd="0" destOrd="0" presId="urn:microsoft.com/office/officeart/2008/layout/LinedList"/>
    <dgm:cxn modelId="{1EF33966-DB7D-4BB5-BE19-1C92F38098A4}" type="presOf" srcId="{0213FDB0-FC45-46FB-9185-37C680FFD3ED}" destId="{9D405A65-B780-41CE-9AFD-E22D17AC1834}" srcOrd="0" destOrd="0" presId="urn:microsoft.com/office/officeart/2008/layout/LinedList"/>
    <dgm:cxn modelId="{AF569469-0D65-4A9A-9A0D-563924E44CFA}" type="presOf" srcId="{3794FA03-FFB0-430D-B0CB-8E55DFBD7502}" destId="{78D560AC-4516-4160-B3ED-92C3EED27E55}" srcOrd="0" destOrd="0" presId="urn:microsoft.com/office/officeart/2008/layout/LinedList"/>
    <dgm:cxn modelId="{22C84A99-A887-4243-87E4-E3F2559405D8}" type="presOf" srcId="{D6E3911C-506C-46EB-BD66-8EFBDB7B359D}" destId="{FB823A5E-D3D4-44B0-97A4-708D31C39FCB}" srcOrd="0" destOrd="0" presId="urn:microsoft.com/office/officeart/2008/layout/LinedList"/>
    <dgm:cxn modelId="{EEF491D3-C799-4FF3-A335-BB0FFEB0B008}" type="presOf" srcId="{3ADA925F-F6CD-4D32-9236-1FF6D32782D9}" destId="{E2EA8611-C8E7-4DBD-AAFB-600045D1FCD7}" srcOrd="0" destOrd="0" presId="urn:microsoft.com/office/officeart/2008/layout/LinedList"/>
    <dgm:cxn modelId="{59F3AAEF-5FFD-4152-9C97-38666260226C}" srcId="{B2A2DC17-082C-4267-A318-A7B16D75A0FB}" destId="{D6E3911C-506C-46EB-BD66-8EFBDB7B359D}" srcOrd="0" destOrd="0" parTransId="{50D46900-9048-4DCD-B46D-9937121A9283}" sibTransId="{4D4A2271-87AA-4724-8046-42F533B4D215}"/>
    <dgm:cxn modelId="{E3CCE0DA-6570-4DBD-82A3-B297CC0C45FA}" type="presParOf" srcId="{6C29482F-B611-4B5D-BBD4-10B22E64C5B3}" destId="{4F98F860-3173-4DCE-91FA-24933C20E85A}" srcOrd="0" destOrd="0" presId="urn:microsoft.com/office/officeart/2008/layout/LinedList"/>
    <dgm:cxn modelId="{67CEB1C4-50F8-43A2-AE78-4B9053C7B197}" type="presParOf" srcId="{6C29482F-B611-4B5D-BBD4-10B22E64C5B3}" destId="{D7361783-8A69-444E-B36D-EBAC31EAC6CC}" srcOrd="1" destOrd="0" presId="urn:microsoft.com/office/officeart/2008/layout/LinedList"/>
    <dgm:cxn modelId="{363BB5D7-2713-43C7-8698-813AD05097C6}" type="presParOf" srcId="{D7361783-8A69-444E-B36D-EBAC31EAC6CC}" destId="{FB823A5E-D3D4-44B0-97A4-708D31C39FCB}" srcOrd="0" destOrd="0" presId="urn:microsoft.com/office/officeart/2008/layout/LinedList"/>
    <dgm:cxn modelId="{08A1D087-1A86-45B3-A739-FAE816BBF29F}" type="presParOf" srcId="{D7361783-8A69-444E-B36D-EBAC31EAC6CC}" destId="{DC9CE779-4D50-4F99-BAC2-48070754A456}" srcOrd="1" destOrd="0" presId="urn:microsoft.com/office/officeart/2008/layout/LinedList"/>
    <dgm:cxn modelId="{458A7319-1D83-4242-96F1-227CB1AB2B38}" type="presParOf" srcId="{6C29482F-B611-4B5D-BBD4-10B22E64C5B3}" destId="{628E9EB0-A80A-4D7B-A90A-CE5AB64DED6E}" srcOrd="2" destOrd="0" presId="urn:microsoft.com/office/officeart/2008/layout/LinedList"/>
    <dgm:cxn modelId="{957A60AF-FEC0-427E-BE0F-625853706B0F}" type="presParOf" srcId="{6C29482F-B611-4B5D-BBD4-10B22E64C5B3}" destId="{A8C5FB61-6E60-4CCB-8B6C-FE6DA8DC4AE5}" srcOrd="3" destOrd="0" presId="urn:microsoft.com/office/officeart/2008/layout/LinedList"/>
    <dgm:cxn modelId="{6A6F4735-35ED-4EEA-9FB6-C4821DEAA2D7}" type="presParOf" srcId="{A8C5FB61-6E60-4CCB-8B6C-FE6DA8DC4AE5}" destId="{E2EA8611-C8E7-4DBD-AAFB-600045D1FCD7}" srcOrd="0" destOrd="0" presId="urn:microsoft.com/office/officeart/2008/layout/LinedList"/>
    <dgm:cxn modelId="{50DEF4AB-E0B2-4AC3-AD54-262100C65B0A}" type="presParOf" srcId="{A8C5FB61-6E60-4CCB-8B6C-FE6DA8DC4AE5}" destId="{910FE6A8-BD2A-4EC2-8585-BE885EDE6619}" srcOrd="1" destOrd="0" presId="urn:microsoft.com/office/officeart/2008/layout/LinedList"/>
    <dgm:cxn modelId="{19B83953-D0EE-4706-8C0D-766F6B6500F1}" type="presParOf" srcId="{6C29482F-B611-4B5D-BBD4-10B22E64C5B3}" destId="{9EE36559-85F1-43F7-A783-3E33806BC54B}" srcOrd="4" destOrd="0" presId="urn:microsoft.com/office/officeart/2008/layout/LinedList"/>
    <dgm:cxn modelId="{DF144AB9-6BD4-424C-B690-80DC72B78044}" type="presParOf" srcId="{6C29482F-B611-4B5D-BBD4-10B22E64C5B3}" destId="{3EF6A5A0-DDE3-4B20-B6B0-685F30AD2017}" srcOrd="5" destOrd="0" presId="urn:microsoft.com/office/officeart/2008/layout/LinedList"/>
    <dgm:cxn modelId="{A182DEB2-E29F-45E1-98DA-A326CA405B7D}" type="presParOf" srcId="{3EF6A5A0-DDE3-4B20-B6B0-685F30AD2017}" destId="{9D405A65-B780-41CE-9AFD-E22D17AC1834}" srcOrd="0" destOrd="0" presId="urn:microsoft.com/office/officeart/2008/layout/LinedList"/>
    <dgm:cxn modelId="{AFB1ED7D-2884-4FFD-AAB2-58AE54516BFA}" type="presParOf" srcId="{3EF6A5A0-DDE3-4B20-B6B0-685F30AD2017}" destId="{705CA96B-4E10-475B-9587-21BE545BC7BD}" srcOrd="1" destOrd="0" presId="urn:microsoft.com/office/officeart/2008/layout/LinedList"/>
    <dgm:cxn modelId="{68C7206A-6546-4FAB-9869-41514547D948}" type="presParOf" srcId="{6C29482F-B611-4B5D-BBD4-10B22E64C5B3}" destId="{2CE3B6B3-2E48-4F55-9225-C57C4FA564C0}" srcOrd="6" destOrd="0" presId="urn:microsoft.com/office/officeart/2008/layout/LinedList"/>
    <dgm:cxn modelId="{4D8C4720-0525-4D93-9D9D-5C608199EE03}" type="presParOf" srcId="{6C29482F-B611-4B5D-BBD4-10B22E64C5B3}" destId="{292B5A6A-CB07-4B1E-9697-2D82CB35D496}" srcOrd="7" destOrd="0" presId="urn:microsoft.com/office/officeart/2008/layout/LinedList"/>
    <dgm:cxn modelId="{BFF0F945-14D1-4997-8A5D-D671DD08C725}" type="presParOf" srcId="{292B5A6A-CB07-4B1E-9697-2D82CB35D496}" destId="{20E4F9AB-6629-4A05-8693-85957E06968F}" srcOrd="0" destOrd="0" presId="urn:microsoft.com/office/officeart/2008/layout/LinedList"/>
    <dgm:cxn modelId="{05B461ED-B77F-4D57-A346-866991E26C1D}" type="presParOf" srcId="{292B5A6A-CB07-4B1E-9697-2D82CB35D496}" destId="{A0BEFA1D-0E3C-4B5B-A693-448670972256}" srcOrd="1" destOrd="0" presId="urn:microsoft.com/office/officeart/2008/layout/LinedList"/>
    <dgm:cxn modelId="{41C816C1-4451-47F7-AE51-C1E798EB168C}" type="presParOf" srcId="{6C29482F-B611-4B5D-BBD4-10B22E64C5B3}" destId="{66C69D48-76D5-4187-9364-917D296C0E1D}" srcOrd="8" destOrd="0" presId="urn:microsoft.com/office/officeart/2008/layout/LinedList"/>
    <dgm:cxn modelId="{2A539E8F-6E99-4E27-8489-CC6CE022A082}" type="presParOf" srcId="{6C29482F-B611-4B5D-BBD4-10B22E64C5B3}" destId="{D742AA9D-2C10-4E0F-9768-36B3C3419BF1}" srcOrd="9" destOrd="0" presId="urn:microsoft.com/office/officeart/2008/layout/LinedList"/>
    <dgm:cxn modelId="{D4DAA0CB-B20B-44F7-8EEB-6C57FE37E81C}" type="presParOf" srcId="{D742AA9D-2C10-4E0F-9768-36B3C3419BF1}" destId="{78D560AC-4516-4160-B3ED-92C3EED27E55}" srcOrd="0" destOrd="0" presId="urn:microsoft.com/office/officeart/2008/layout/LinedList"/>
    <dgm:cxn modelId="{AEDB23DC-E96F-4E44-B69F-E22CE41DAC25}" type="presParOf" srcId="{D742AA9D-2C10-4E0F-9768-36B3C3419BF1}" destId="{4C621B76-FC25-40A0-938C-E7F899852BE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BB964D37-8D8D-47E2-93B4-3BE1F9751983}" type="doc">
      <dgm:prSet loTypeId="urn:microsoft.com/office/officeart/2008/layout/LinedLis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C31F9A-0D65-4D62-830F-B4D1B261D4CC}">
      <dgm:prSet/>
      <dgm:spPr/>
      <dgm:t>
        <a:bodyPr/>
        <a:lstStyle/>
        <a:p>
          <a:r>
            <a:rPr lang="en-US" b="0" i="0" baseline="0" dirty="0"/>
            <a:t>“Health by the people, for the people”</a:t>
          </a:r>
          <a:endParaRPr lang="en-US" dirty="0"/>
        </a:p>
      </dgm:t>
    </dgm:pt>
    <dgm:pt modelId="{7A9596A7-712F-4ED9-AD6A-9DCFD2D661A5}" type="parTrans" cxnId="{5E5F7FDB-42DE-4929-9FF9-9B9004E270A9}">
      <dgm:prSet/>
      <dgm:spPr/>
      <dgm:t>
        <a:bodyPr/>
        <a:lstStyle/>
        <a:p>
          <a:endParaRPr lang="en-US"/>
        </a:p>
      </dgm:t>
    </dgm:pt>
    <dgm:pt modelId="{F368CD26-8D43-4147-B868-403C05FA854C}" type="sibTrans" cxnId="{5E5F7FDB-42DE-4929-9FF9-9B9004E270A9}">
      <dgm:prSet/>
      <dgm:spPr/>
      <dgm:t>
        <a:bodyPr/>
        <a:lstStyle/>
        <a:p>
          <a:endParaRPr lang="en-US"/>
        </a:p>
      </dgm:t>
    </dgm:pt>
    <dgm:pt modelId="{CA86A753-255E-4543-AE9B-277EAB9872D7}">
      <dgm:prSet/>
      <dgm:spPr/>
      <dgm:t>
        <a:bodyPr/>
        <a:lstStyle/>
        <a:p>
          <a:r>
            <a:rPr lang="en-US" b="1" i="0" baseline="0" dirty="0"/>
            <a:t>Goal</a:t>
          </a:r>
          <a:r>
            <a:rPr lang="en-US" b="0" i="0" baseline="0" dirty="0"/>
            <a:t>: Acceptable level of health for every individual through </a:t>
          </a:r>
          <a:r>
            <a:rPr lang="en-US" b="1" i="0" baseline="0" dirty="0"/>
            <a:t>equity, participation, coordination, and appropriate technology</a:t>
          </a:r>
          <a:endParaRPr lang="en-US" dirty="0"/>
        </a:p>
      </dgm:t>
    </dgm:pt>
    <dgm:pt modelId="{C8899EA8-B861-432C-8040-A892241855C7}" type="parTrans" cxnId="{518E8EFC-84A9-4FFA-9AEF-893AD121C8C0}">
      <dgm:prSet/>
      <dgm:spPr/>
      <dgm:t>
        <a:bodyPr/>
        <a:lstStyle/>
        <a:p>
          <a:endParaRPr lang="en-US"/>
        </a:p>
      </dgm:t>
    </dgm:pt>
    <dgm:pt modelId="{0611DC4A-BD25-4866-83D6-8A4015C1ED3F}" type="sibTrans" cxnId="{518E8EFC-84A9-4FFA-9AEF-893AD121C8C0}">
      <dgm:prSet/>
      <dgm:spPr/>
      <dgm:t>
        <a:bodyPr/>
        <a:lstStyle/>
        <a:p>
          <a:endParaRPr lang="en-US"/>
        </a:p>
      </dgm:t>
    </dgm:pt>
    <dgm:pt modelId="{C60C3B38-E800-4D63-BE85-87FEE98B1AB8}">
      <dgm:prSet/>
      <dgm:spPr/>
      <dgm:t>
        <a:bodyPr/>
        <a:lstStyle/>
        <a:p>
          <a:r>
            <a:rPr lang="en-US" b="0" i="0" baseline="0"/>
            <a:t>Four core principles to operationalize PHC:</a:t>
          </a:r>
          <a:endParaRPr lang="en-US"/>
        </a:p>
      </dgm:t>
    </dgm:pt>
    <dgm:pt modelId="{5BDB7DB4-310F-49D4-99DD-BCCF7D5F0280}" type="parTrans" cxnId="{EE4A5F2E-B2D9-4E4E-9825-EC909D488C52}">
      <dgm:prSet/>
      <dgm:spPr/>
      <dgm:t>
        <a:bodyPr/>
        <a:lstStyle/>
        <a:p>
          <a:endParaRPr lang="en-US"/>
        </a:p>
      </dgm:t>
    </dgm:pt>
    <dgm:pt modelId="{27F961DA-223E-4D55-BA8C-2EEF767893BA}" type="sibTrans" cxnId="{EE4A5F2E-B2D9-4E4E-9825-EC909D488C52}">
      <dgm:prSet/>
      <dgm:spPr/>
      <dgm:t>
        <a:bodyPr/>
        <a:lstStyle/>
        <a:p>
          <a:endParaRPr lang="en-US"/>
        </a:p>
      </dgm:t>
    </dgm:pt>
    <dgm:pt modelId="{710892FF-A693-45FF-954C-9A446585DB45}">
      <dgm:prSet/>
      <dgm:spPr/>
      <dgm:t>
        <a:bodyPr/>
        <a:lstStyle/>
        <a:p>
          <a:r>
            <a:rPr lang="en-US" b="1" i="0" baseline="0" dirty="0"/>
            <a:t>Equitable distribution</a:t>
          </a:r>
          <a:endParaRPr lang="en-US" dirty="0"/>
        </a:p>
      </dgm:t>
    </dgm:pt>
    <dgm:pt modelId="{005EAD65-9D66-4F92-B6CA-A95E7330AC7C}" type="parTrans" cxnId="{1FF37C90-C694-4FCB-A993-DACFCDEF1CAD}">
      <dgm:prSet/>
      <dgm:spPr/>
      <dgm:t>
        <a:bodyPr/>
        <a:lstStyle/>
        <a:p>
          <a:endParaRPr lang="en-US"/>
        </a:p>
      </dgm:t>
    </dgm:pt>
    <dgm:pt modelId="{CC3B78B0-AE4F-48D7-A41E-9F4656A11C8E}" type="sibTrans" cxnId="{1FF37C90-C694-4FCB-A993-DACFCDEF1CAD}">
      <dgm:prSet/>
      <dgm:spPr/>
      <dgm:t>
        <a:bodyPr/>
        <a:lstStyle/>
        <a:p>
          <a:endParaRPr lang="en-US"/>
        </a:p>
      </dgm:t>
    </dgm:pt>
    <dgm:pt modelId="{2408D137-8EB2-4048-BAD5-B4755C23802E}">
      <dgm:prSet/>
      <dgm:spPr/>
      <dgm:t>
        <a:bodyPr/>
        <a:lstStyle/>
        <a:p>
          <a:r>
            <a:rPr lang="en-US" b="1" i="0" baseline="0"/>
            <a:t>Community participation</a:t>
          </a:r>
          <a:endParaRPr lang="en-US"/>
        </a:p>
      </dgm:t>
    </dgm:pt>
    <dgm:pt modelId="{2C6753C7-9DF3-42B2-AF4A-04C08D2CE27E}" type="parTrans" cxnId="{CECDDADE-D28D-451C-A944-CCCAB1A13A69}">
      <dgm:prSet/>
      <dgm:spPr/>
      <dgm:t>
        <a:bodyPr/>
        <a:lstStyle/>
        <a:p>
          <a:endParaRPr lang="en-US"/>
        </a:p>
      </dgm:t>
    </dgm:pt>
    <dgm:pt modelId="{933ECD41-63C4-4DE7-AD41-AF16B7EFC4E9}" type="sibTrans" cxnId="{CECDDADE-D28D-451C-A944-CCCAB1A13A69}">
      <dgm:prSet/>
      <dgm:spPr/>
      <dgm:t>
        <a:bodyPr/>
        <a:lstStyle/>
        <a:p>
          <a:endParaRPr lang="en-US"/>
        </a:p>
      </dgm:t>
    </dgm:pt>
    <dgm:pt modelId="{84CD8AF5-9A39-425C-AF24-24D8362C985F}">
      <dgm:prSet/>
      <dgm:spPr/>
      <dgm:t>
        <a:bodyPr/>
        <a:lstStyle/>
        <a:p>
          <a:r>
            <a:rPr lang="en-US" b="1" i="0" baseline="0"/>
            <a:t>Inter‑sectoral coordination</a:t>
          </a:r>
          <a:endParaRPr lang="en-US"/>
        </a:p>
      </dgm:t>
    </dgm:pt>
    <dgm:pt modelId="{971717D5-33FA-4BC1-A6A9-7009FCE06AF0}" type="parTrans" cxnId="{1FEEFBF2-1278-42DB-B1CB-229840CC4EF9}">
      <dgm:prSet/>
      <dgm:spPr/>
      <dgm:t>
        <a:bodyPr/>
        <a:lstStyle/>
        <a:p>
          <a:endParaRPr lang="en-US"/>
        </a:p>
      </dgm:t>
    </dgm:pt>
    <dgm:pt modelId="{FD2000BD-B392-4ACC-99CC-4994D4F3C324}" type="sibTrans" cxnId="{1FEEFBF2-1278-42DB-B1CB-229840CC4EF9}">
      <dgm:prSet/>
      <dgm:spPr/>
      <dgm:t>
        <a:bodyPr/>
        <a:lstStyle/>
        <a:p>
          <a:endParaRPr lang="en-US"/>
        </a:p>
      </dgm:t>
    </dgm:pt>
    <dgm:pt modelId="{CA02ACCF-ACE0-4412-9AE3-6627678A587B}">
      <dgm:prSet/>
      <dgm:spPr/>
      <dgm:t>
        <a:bodyPr/>
        <a:lstStyle/>
        <a:p>
          <a:r>
            <a:rPr lang="en-US" b="1" i="0" baseline="0"/>
            <a:t>Appropriate technology</a:t>
          </a:r>
          <a:endParaRPr lang="en-US"/>
        </a:p>
      </dgm:t>
    </dgm:pt>
    <dgm:pt modelId="{F35CAC75-D704-4009-B879-7253ACD78D44}" type="parTrans" cxnId="{FEABEB73-BF32-4993-B1FB-2426971ABB0C}">
      <dgm:prSet/>
      <dgm:spPr/>
      <dgm:t>
        <a:bodyPr/>
        <a:lstStyle/>
        <a:p>
          <a:endParaRPr lang="en-US"/>
        </a:p>
      </dgm:t>
    </dgm:pt>
    <dgm:pt modelId="{AD83996D-8227-4CAA-B205-9DC07E95A946}" type="sibTrans" cxnId="{FEABEB73-BF32-4993-B1FB-2426971ABB0C}">
      <dgm:prSet/>
      <dgm:spPr/>
      <dgm:t>
        <a:bodyPr/>
        <a:lstStyle/>
        <a:p>
          <a:endParaRPr lang="en-US"/>
        </a:p>
      </dgm:t>
    </dgm:pt>
    <dgm:pt modelId="{28BF7751-0D8E-40C8-B863-DE0AF034A471}" type="pres">
      <dgm:prSet presAssocID="{BB964D37-8D8D-47E2-93B4-3BE1F9751983}" presName="vert0" presStyleCnt="0">
        <dgm:presLayoutVars>
          <dgm:dir/>
          <dgm:animOne val="branch"/>
          <dgm:animLvl val="lvl"/>
        </dgm:presLayoutVars>
      </dgm:prSet>
      <dgm:spPr/>
    </dgm:pt>
    <dgm:pt modelId="{482217A5-15CA-455B-BCCC-A19E58A00967}" type="pres">
      <dgm:prSet presAssocID="{6CC31F9A-0D65-4D62-830F-B4D1B261D4CC}" presName="thickLine" presStyleLbl="alignNode1" presStyleIdx="0" presStyleCnt="3"/>
      <dgm:spPr/>
    </dgm:pt>
    <dgm:pt modelId="{3800B6B4-9EB8-44C3-9FC2-A669A8A1419C}" type="pres">
      <dgm:prSet presAssocID="{6CC31F9A-0D65-4D62-830F-B4D1B261D4CC}" presName="horz1" presStyleCnt="0"/>
      <dgm:spPr/>
    </dgm:pt>
    <dgm:pt modelId="{6057E351-D963-4C6C-AF52-A59DF8DD64FA}" type="pres">
      <dgm:prSet presAssocID="{6CC31F9A-0D65-4D62-830F-B4D1B261D4CC}" presName="tx1" presStyleLbl="revTx" presStyleIdx="0" presStyleCnt="7" custScaleX="399753" custScaleY="36990"/>
      <dgm:spPr/>
    </dgm:pt>
    <dgm:pt modelId="{1731C04A-562E-4BB8-A7FF-77630F3FF690}" type="pres">
      <dgm:prSet presAssocID="{6CC31F9A-0D65-4D62-830F-B4D1B261D4CC}" presName="vert1" presStyleCnt="0"/>
      <dgm:spPr/>
    </dgm:pt>
    <dgm:pt modelId="{90FD7779-698B-4E52-9150-00B2A720E169}" type="pres">
      <dgm:prSet presAssocID="{CA86A753-255E-4543-AE9B-277EAB9872D7}" presName="thickLine" presStyleLbl="alignNode1" presStyleIdx="1" presStyleCnt="3"/>
      <dgm:spPr/>
    </dgm:pt>
    <dgm:pt modelId="{20A8F0EA-932A-414B-978A-ACC705008938}" type="pres">
      <dgm:prSet presAssocID="{CA86A753-255E-4543-AE9B-277EAB9872D7}" presName="horz1" presStyleCnt="0"/>
      <dgm:spPr/>
    </dgm:pt>
    <dgm:pt modelId="{17F39FBC-683D-404D-86E3-D2C663482A15}" type="pres">
      <dgm:prSet presAssocID="{CA86A753-255E-4543-AE9B-277EAB9872D7}" presName="tx1" presStyleLbl="revTx" presStyleIdx="1" presStyleCnt="7" custScaleX="399753" custScaleY="44076"/>
      <dgm:spPr/>
    </dgm:pt>
    <dgm:pt modelId="{6370E39A-7E1B-42A3-B3BA-52366A9CD3A2}" type="pres">
      <dgm:prSet presAssocID="{CA86A753-255E-4543-AE9B-277EAB9872D7}" presName="vert1" presStyleCnt="0"/>
      <dgm:spPr/>
    </dgm:pt>
    <dgm:pt modelId="{E75942C9-7AA7-45C7-B3A0-A39FFC6CC5ED}" type="pres">
      <dgm:prSet presAssocID="{C60C3B38-E800-4D63-BE85-87FEE98B1AB8}" presName="thickLine" presStyleLbl="alignNode1" presStyleIdx="2" presStyleCnt="3"/>
      <dgm:spPr/>
    </dgm:pt>
    <dgm:pt modelId="{FE7E14E4-F4F4-4185-A8C5-D07F76CA8365}" type="pres">
      <dgm:prSet presAssocID="{C60C3B38-E800-4D63-BE85-87FEE98B1AB8}" presName="horz1" presStyleCnt="0"/>
      <dgm:spPr/>
    </dgm:pt>
    <dgm:pt modelId="{E503B3F1-E303-4C20-B2E4-04E67D517CDC}" type="pres">
      <dgm:prSet presAssocID="{C60C3B38-E800-4D63-BE85-87FEE98B1AB8}" presName="tx1" presStyleLbl="revTx" presStyleIdx="2" presStyleCnt="7"/>
      <dgm:spPr/>
    </dgm:pt>
    <dgm:pt modelId="{28BBB413-4F84-43B4-AED3-DB45F931C7C8}" type="pres">
      <dgm:prSet presAssocID="{C60C3B38-E800-4D63-BE85-87FEE98B1AB8}" presName="vert1" presStyleCnt="0"/>
      <dgm:spPr/>
    </dgm:pt>
    <dgm:pt modelId="{AC0E1D95-338D-4BE7-8C89-98182F1F3824}" type="pres">
      <dgm:prSet presAssocID="{710892FF-A693-45FF-954C-9A446585DB45}" presName="vertSpace2a" presStyleCnt="0"/>
      <dgm:spPr/>
    </dgm:pt>
    <dgm:pt modelId="{6A5EAD1F-4F07-4BEB-89E7-7D535325D87B}" type="pres">
      <dgm:prSet presAssocID="{710892FF-A693-45FF-954C-9A446585DB45}" presName="horz2" presStyleCnt="0"/>
      <dgm:spPr/>
    </dgm:pt>
    <dgm:pt modelId="{7B330AEE-6B8D-444F-B4B3-A50FB74F36BF}" type="pres">
      <dgm:prSet presAssocID="{710892FF-A693-45FF-954C-9A446585DB45}" presName="horzSpace2" presStyleCnt="0"/>
      <dgm:spPr/>
    </dgm:pt>
    <dgm:pt modelId="{207C92AC-6644-40FB-97F9-294F5FFC46DB}" type="pres">
      <dgm:prSet presAssocID="{710892FF-A693-45FF-954C-9A446585DB45}" presName="tx2" presStyleLbl="revTx" presStyleIdx="3" presStyleCnt="7"/>
      <dgm:spPr/>
    </dgm:pt>
    <dgm:pt modelId="{BB7E928C-28F4-4250-B0C2-FFD3886A8FCA}" type="pres">
      <dgm:prSet presAssocID="{710892FF-A693-45FF-954C-9A446585DB45}" presName="vert2" presStyleCnt="0"/>
      <dgm:spPr/>
    </dgm:pt>
    <dgm:pt modelId="{79245985-9AB9-4BAD-AF28-E6FB703C2E5F}" type="pres">
      <dgm:prSet presAssocID="{710892FF-A693-45FF-954C-9A446585DB45}" presName="thinLine2b" presStyleLbl="callout" presStyleIdx="0" presStyleCnt="4"/>
      <dgm:spPr/>
    </dgm:pt>
    <dgm:pt modelId="{6EB323CC-4932-460D-90D9-FDDB48B2E193}" type="pres">
      <dgm:prSet presAssocID="{710892FF-A693-45FF-954C-9A446585DB45}" presName="vertSpace2b" presStyleCnt="0"/>
      <dgm:spPr/>
    </dgm:pt>
    <dgm:pt modelId="{D5A9CE2F-07EF-4BEE-B503-07D3DF0ADCD0}" type="pres">
      <dgm:prSet presAssocID="{2408D137-8EB2-4048-BAD5-B4755C23802E}" presName="horz2" presStyleCnt="0"/>
      <dgm:spPr/>
    </dgm:pt>
    <dgm:pt modelId="{116FAB8A-C6A9-4ED5-A76E-5C79B2ED3DEA}" type="pres">
      <dgm:prSet presAssocID="{2408D137-8EB2-4048-BAD5-B4755C23802E}" presName="horzSpace2" presStyleCnt="0"/>
      <dgm:spPr/>
    </dgm:pt>
    <dgm:pt modelId="{9374EE00-8E22-47D1-A3F6-20EF881B95C9}" type="pres">
      <dgm:prSet presAssocID="{2408D137-8EB2-4048-BAD5-B4755C23802E}" presName="tx2" presStyleLbl="revTx" presStyleIdx="4" presStyleCnt="7"/>
      <dgm:spPr/>
    </dgm:pt>
    <dgm:pt modelId="{5D3F9326-97E8-49E3-BC0A-5128F11FD501}" type="pres">
      <dgm:prSet presAssocID="{2408D137-8EB2-4048-BAD5-B4755C23802E}" presName="vert2" presStyleCnt="0"/>
      <dgm:spPr/>
    </dgm:pt>
    <dgm:pt modelId="{57AFCA69-E62F-45F6-867F-3F797EF6AD4B}" type="pres">
      <dgm:prSet presAssocID="{2408D137-8EB2-4048-BAD5-B4755C23802E}" presName="thinLine2b" presStyleLbl="callout" presStyleIdx="1" presStyleCnt="4"/>
      <dgm:spPr/>
    </dgm:pt>
    <dgm:pt modelId="{CB209980-56F3-47BE-BBCD-6CA9709AED6F}" type="pres">
      <dgm:prSet presAssocID="{2408D137-8EB2-4048-BAD5-B4755C23802E}" presName="vertSpace2b" presStyleCnt="0"/>
      <dgm:spPr/>
    </dgm:pt>
    <dgm:pt modelId="{77C6933D-632B-45DF-9CC7-1335B1D1DD23}" type="pres">
      <dgm:prSet presAssocID="{84CD8AF5-9A39-425C-AF24-24D8362C985F}" presName="horz2" presStyleCnt="0"/>
      <dgm:spPr/>
    </dgm:pt>
    <dgm:pt modelId="{96B860DD-1FE0-4942-A68D-3712571E2608}" type="pres">
      <dgm:prSet presAssocID="{84CD8AF5-9A39-425C-AF24-24D8362C985F}" presName="horzSpace2" presStyleCnt="0"/>
      <dgm:spPr/>
    </dgm:pt>
    <dgm:pt modelId="{D87DA114-F1D5-4C8B-96D8-1E1CF1EFB45C}" type="pres">
      <dgm:prSet presAssocID="{84CD8AF5-9A39-425C-AF24-24D8362C985F}" presName="tx2" presStyleLbl="revTx" presStyleIdx="5" presStyleCnt="7"/>
      <dgm:spPr/>
    </dgm:pt>
    <dgm:pt modelId="{737AAC26-8C2E-493A-9A73-E1912C0E733D}" type="pres">
      <dgm:prSet presAssocID="{84CD8AF5-9A39-425C-AF24-24D8362C985F}" presName="vert2" presStyleCnt="0"/>
      <dgm:spPr/>
    </dgm:pt>
    <dgm:pt modelId="{F014EE27-50C8-4127-89B1-7F2649ECE86D}" type="pres">
      <dgm:prSet presAssocID="{84CD8AF5-9A39-425C-AF24-24D8362C985F}" presName="thinLine2b" presStyleLbl="callout" presStyleIdx="2" presStyleCnt="4"/>
      <dgm:spPr/>
    </dgm:pt>
    <dgm:pt modelId="{F22AB4DE-3A16-4632-996A-208212E09211}" type="pres">
      <dgm:prSet presAssocID="{84CD8AF5-9A39-425C-AF24-24D8362C985F}" presName="vertSpace2b" presStyleCnt="0"/>
      <dgm:spPr/>
    </dgm:pt>
    <dgm:pt modelId="{B851E6D6-B00A-4927-A5D7-9438D55FAB98}" type="pres">
      <dgm:prSet presAssocID="{CA02ACCF-ACE0-4412-9AE3-6627678A587B}" presName="horz2" presStyleCnt="0"/>
      <dgm:spPr/>
    </dgm:pt>
    <dgm:pt modelId="{70E25D4D-08CA-4A94-9324-54B2844C9869}" type="pres">
      <dgm:prSet presAssocID="{CA02ACCF-ACE0-4412-9AE3-6627678A587B}" presName="horzSpace2" presStyleCnt="0"/>
      <dgm:spPr/>
    </dgm:pt>
    <dgm:pt modelId="{6C7EFB52-45F1-42E2-8EDC-B6F11946646A}" type="pres">
      <dgm:prSet presAssocID="{CA02ACCF-ACE0-4412-9AE3-6627678A587B}" presName="tx2" presStyleLbl="revTx" presStyleIdx="6" presStyleCnt="7"/>
      <dgm:spPr/>
    </dgm:pt>
    <dgm:pt modelId="{1D1EABCE-061E-4DD1-A8FA-58CAE5EF4C52}" type="pres">
      <dgm:prSet presAssocID="{CA02ACCF-ACE0-4412-9AE3-6627678A587B}" presName="vert2" presStyleCnt="0"/>
      <dgm:spPr/>
    </dgm:pt>
    <dgm:pt modelId="{A1252127-FCF1-405C-BBCC-AF60CF75BCE8}" type="pres">
      <dgm:prSet presAssocID="{CA02ACCF-ACE0-4412-9AE3-6627678A587B}" presName="thinLine2b" presStyleLbl="callout" presStyleIdx="3" presStyleCnt="4"/>
      <dgm:spPr/>
    </dgm:pt>
    <dgm:pt modelId="{16F1ECBA-7DE0-4485-9EE3-D71F8B7BFD08}" type="pres">
      <dgm:prSet presAssocID="{CA02ACCF-ACE0-4412-9AE3-6627678A587B}" presName="vertSpace2b" presStyleCnt="0"/>
      <dgm:spPr/>
    </dgm:pt>
  </dgm:ptLst>
  <dgm:cxnLst>
    <dgm:cxn modelId="{6DD9BC22-0436-4E73-B9C2-2C2F8A813957}" type="presOf" srcId="{BB964D37-8D8D-47E2-93B4-3BE1F9751983}" destId="{28BF7751-0D8E-40C8-B863-DE0AF034A471}" srcOrd="0" destOrd="0" presId="urn:microsoft.com/office/officeart/2008/layout/LinedList"/>
    <dgm:cxn modelId="{B5CE2823-9518-4276-A4B1-DF4343DBAFB9}" type="presOf" srcId="{CA02ACCF-ACE0-4412-9AE3-6627678A587B}" destId="{6C7EFB52-45F1-42E2-8EDC-B6F11946646A}" srcOrd="0" destOrd="0" presId="urn:microsoft.com/office/officeart/2008/layout/LinedList"/>
    <dgm:cxn modelId="{BAABFC2B-D727-44CF-BE91-BFE9D91F2006}" type="presOf" srcId="{710892FF-A693-45FF-954C-9A446585DB45}" destId="{207C92AC-6644-40FB-97F9-294F5FFC46DB}" srcOrd="0" destOrd="0" presId="urn:microsoft.com/office/officeart/2008/layout/LinedList"/>
    <dgm:cxn modelId="{EE4A5F2E-B2D9-4E4E-9825-EC909D488C52}" srcId="{BB964D37-8D8D-47E2-93B4-3BE1F9751983}" destId="{C60C3B38-E800-4D63-BE85-87FEE98B1AB8}" srcOrd="2" destOrd="0" parTransId="{5BDB7DB4-310F-49D4-99DD-BCCF7D5F0280}" sibTransId="{27F961DA-223E-4D55-BA8C-2EEF767893BA}"/>
    <dgm:cxn modelId="{852BFA36-3360-4F6D-B1C5-DDC9980236C0}" type="presOf" srcId="{CA86A753-255E-4543-AE9B-277EAB9872D7}" destId="{17F39FBC-683D-404D-86E3-D2C663482A15}" srcOrd="0" destOrd="0" presId="urn:microsoft.com/office/officeart/2008/layout/LinedList"/>
    <dgm:cxn modelId="{FA3FAE4A-5249-41AE-BC70-7D0710DD0803}" type="presOf" srcId="{6CC31F9A-0D65-4D62-830F-B4D1B261D4CC}" destId="{6057E351-D963-4C6C-AF52-A59DF8DD64FA}" srcOrd="0" destOrd="0" presId="urn:microsoft.com/office/officeart/2008/layout/LinedList"/>
    <dgm:cxn modelId="{FEABEB73-BF32-4993-B1FB-2426971ABB0C}" srcId="{C60C3B38-E800-4D63-BE85-87FEE98B1AB8}" destId="{CA02ACCF-ACE0-4412-9AE3-6627678A587B}" srcOrd="3" destOrd="0" parTransId="{F35CAC75-D704-4009-B879-7253ACD78D44}" sibTransId="{AD83996D-8227-4CAA-B205-9DC07E95A946}"/>
    <dgm:cxn modelId="{1FF37C90-C694-4FCB-A993-DACFCDEF1CAD}" srcId="{C60C3B38-E800-4D63-BE85-87FEE98B1AB8}" destId="{710892FF-A693-45FF-954C-9A446585DB45}" srcOrd="0" destOrd="0" parTransId="{005EAD65-9D66-4F92-B6CA-A95E7330AC7C}" sibTransId="{CC3B78B0-AE4F-48D7-A41E-9F4656A11C8E}"/>
    <dgm:cxn modelId="{722D8AA3-5FCA-471B-9C05-E5FEACB5637E}" type="presOf" srcId="{84CD8AF5-9A39-425C-AF24-24D8362C985F}" destId="{D87DA114-F1D5-4C8B-96D8-1E1CF1EFB45C}" srcOrd="0" destOrd="0" presId="urn:microsoft.com/office/officeart/2008/layout/LinedList"/>
    <dgm:cxn modelId="{8BC95AC1-048A-41EA-A03F-64FD86824E5D}" type="presOf" srcId="{2408D137-8EB2-4048-BAD5-B4755C23802E}" destId="{9374EE00-8E22-47D1-A3F6-20EF881B95C9}" srcOrd="0" destOrd="0" presId="urn:microsoft.com/office/officeart/2008/layout/LinedList"/>
    <dgm:cxn modelId="{5E5F7FDB-42DE-4929-9FF9-9B9004E270A9}" srcId="{BB964D37-8D8D-47E2-93B4-3BE1F9751983}" destId="{6CC31F9A-0D65-4D62-830F-B4D1B261D4CC}" srcOrd="0" destOrd="0" parTransId="{7A9596A7-712F-4ED9-AD6A-9DCFD2D661A5}" sibTransId="{F368CD26-8D43-4147-B868-403C05FA854C}"/>
    <dgm:cxn modelId="{CECDDADE-D28D-451C-A944-CCCAB1A13A69}" srcId="{C60C3B38-E800-4D63-BE85-87FEE98B1AB8}" destId="{2408D137-8EB2-4048-BAD5-B4755C23802E}" srcOrd="1" destOrd="0" parTransId="{2C6753C7-9DF3-42B2-AF4A-04C08D2CE27E}" sibTransId="{933ECD41-63C4-4DE7-AD41-AF16B7EFC4E9}"/>
    <dgm:cxn modelId="{2C5BF8E2-89E7-49D0-AD17-6676DA738634}" type="presOf" srcId="{C60C3B38-E800-4D63-BE85-87FEE98B1AB8}" destId="{E503B3F1-E303-4C20-B2E4-04E67D517CDC}" srcOrd="0" destOrd="0" presId="urn:microsoft.com/office/officeart/2008/layout/LinedList"/>
    <dgm:cxn modelId="{1FEEFBF2-1278-42DB-B1CB-229840CC4EF9}" srcId="{C60C3B38-E800-4D63-BE85-87FEE98B1AB8}" destId="{84CD8AF5-9A39-425C-AF24-24D8362C985F}" srcOrd="2" destOrd="0" parTransId="{971717D5-33FA-4BC1-A6A9-7009FCE06AF0}" sibTransId="{FD2000BD-B392-4ACC-99CC-4994D4F3C324}"/>
    <dgm:cxn modelId="{518E8EFC-84A9-4FFA-9AEF-893AD121C8C0}" srcId="{BB964D37-8D8D-47E2-93B4-3BE1F9751983}" destId="{CA86A753-255E-4543-AE9B-277EAB9872D7}" srcOrd="1" destOrd="0" parTransId="{C8899EA8-B861-432C-8040-A892241855C7}" sibTransId="{0611DC4A-BD25-4866-83D6-8A4015C1ED3F}"/>
    <dgm:cxn modelId="{E4B771DB-DEAB-41A9-BFD8-740471462A49}" type="presParOf" srcId="{28BF7751-0D8E-40C8-B863-DE0AF034A471}" destId="{482217A5-15CA-455B-BCCC-A19E58A00967}" srcOrd="0" destOrd="0" presId="urn:microsoft.com/office/officeart/2008/layout/LinedList"/>
    <dgm:cxn modelId="{A1D4E630-5239-4677-92AB-8E6FABEDD67F}" type="presParOf" srcId="{28BF7751-0D8E-40C8-B863-DE0AF034A471}" destId="{3800B6B4-9EB8-44C3-9FC2-A669A8A1419C}" srcOrd="1" destOrd="0" presId="urn:microsoft.com/office/officeart/2008/layout/LinedList"/>
    <dgm:cxn modelId="{2EA731D6-9A9A-4312-A1CC-C28A65D8ACBF}" type="presParOf" srcId="{3800B6B4-9EB8-44C3-9FC2-A669A8A1419C}" destId="{6057E351-D963-4C6C-AF52-A59DF8DD64FA}" srcOrd="0" destOrd="0" presId="urn:microsoft.com/office/officeart/2008/layout/LinedList"/>
    <dgm:cxn modelId="{7AB18F90-E784-4185-9D5A-C2E685608DBD}" type="presParOf" srcId="{3800B6B4-9EB8-44C3-9FC2-A669A8A1419C}" destId="{1731C04A-562E-4BB8-A7FF-77630F3FF690}" srcOrd="1" destOrd="0" presId="urn:microsoft.com/office/officeart/2008/layout/LinedList"/>
    <dgm:cxn modelId="{406410C1-1567-4266-A248-FBEC4B8D3471}" type="presParOf" srcId="{28BF7751-0D8E-40C8-B863-DE0AF034A471}" destId="{90FD7779-698B-4E52-9150-00B2A720E169}" srcOrd="2" destOrd="0" presId="urn:microsoft.com/office/officeart/2008/layout/LinedList"/>
    <dgm:cxn modelId="{FF60E676-3431-43A5-8EDA-BA1B7A9911D2}" type="presParOf" srcId="{28BF7751-0D8E-40C8-B863-DE0AF034A471}" destId="{20A8F0EA-932A-414B-978A-ACC705008938}" srcOrd="3" destOrd="0" presId="urn:microsoft.com/office/officeart/2008/layout/LinedList"/>
    <dgm:cxn modelId="{812F254D-1F51-4A53-A23B-B83701106993}" type="presParOf" srcId="{20A8F0EA-932A-414B-978A-ACC705008938}" destId="{17F39FBC-683D-404D-86E3-D2C663482A15}" srcOrd="0" destOrd="0" presId="urn:microsoft.com/office/officeart/2008/layout/LinedList"/>
    <dgm:cxn modelId="{404991A9-2C59-48CF-B967-3D6BF9CAEE5B}" type="presParOf" srcId="{20A8F0EA-932A-414B-978A-ACC705008938}" destId="{6370E39A-7E1B-42A3-B3BA-52366A9CD3A2}" srcOrd="1" destOrd="0" presId="urn:microsoft.com/office/officeart/2008/layout/LinedList"/>
    <dgm:cxn modelId="{39497E66-C743-410F-BF79-CF2B1801C16F}" type="presParOf" srcId="{28BF7751-0D8E-40C8-B863-DE0AF034A471}" destId="{E75942C9-7AA7-45C7-B3A0-A39FFC6CC5ED}" srcOrd="4" destOrd="0" presId="urn:microsoft.com/office/officeart/2008/layout/LinedList"/>
    <dgm:cxn modelId="{04DFD659-9D3B-4454-AC48-9F4F8A8E6836}" type="presParOf" srcId="{28BF7751-0D8E-40C8-B863-DE0AF034A471}" destId="{FE7E14E4-F4F4-4185-A8C5-D07F76CA8365}" srcOrd="5" destOrd="0" presId="urn:microsoft.com/office/officeart/2008/layout/LinedList"/>
    <dgm:cxn modelId="{BBDBAA5A-E4A1-404F-8C24-7A8D3A92F2D8}" type="presParOf" srcId="{FE7E14E4-F4F4-4185-A8C5-D07F76CA8365}" destId="{E503B3F1-E303-4C20-B2E4-04E67D517CDC}" srcOrd="0" destOrd="0" presId="urn:microsoft.com/office/officeart/2008/layout/LinedList"/>
    <dgm:cxn modelId="{2980D4CC-5731-4CE0-85B4-485931998B01}" type="presParOf" srcId="{FE7E14E4-F4F4-4185-A8C5-D07F76CA8365}" destId="{28BBB413-4F84-43B4-AED3-DB45F931C7C8}" srcOrd="1" destOrd="0" presId="urn:microsoft.com/office/officeart/2008/layout/LinedList"/>
    <dgm:cxn modelId="{22BE2DDD-D783-4606-B15F-FB001B24B2DF}" type="presParOf" srcId="{28BBB413-4F84-43B4-AED3-DB45F931C7C8}" destId="{AC0E1D95-338D-4BE7-8C89-98182F1F3824}" srcOrd="0" destOrd="0" presId="urn:microsoft.com/office/officeart/2008/layout/LinedList"/>
    <dgm:cxn modelId="{3C783F94-7E8B-48F1-80A3-36838D0612B3}" type="presParOf" srcId="{28BBB413-4F84-43B4-AED3-DB45F931C7C8}" destId="{6A5EAD1F-4F07-4BEB-89E7-7D535325D87B}" srcOrd="1" destOrd="0" presId="urn:microsoft.com/office/officeart/2008/layout/LinedList"/>
    <dgm:cxn modelId="{3A11B2BE-86EE-41D1-8AC4-0BE5474DA5B6}" type="presParOf" srcId="{6A5EAD1F-4F07-4BEB-89E7-7D535325D87B}" destId="{7B330AEE-6B8D-444F-B4B3-A50FB74F36BF}" srcOrd="0" destOrd="0" presId="urn:microsoft.com/office/officeart/2008/layout/LinedList"/>
    <dgm:cxn modelId="{BC3FC616-3656-42A1-8FED-D0379597124F}" type="presParOf" srcId="{6A5EAD1F-4F07-4BEB-89E7-7D535325D87B}" destId="{207C92AC-6644-40FB-97F9-294F5FFC46DB}" srcOrd="1" destOrd="0" presId="urn:microsoft.com/office/officeart/2008/layout/LinedList"/>
    <dgm:cxn modelId="{2E88CC4D-A82C-4F80-A818-A3454DCC73A9}" type="presParOf" srcId="{6A5EAD1F-4F07-4BEB-89E7-7D535325D87B}" destId="{BB7E928C-28F4-4250-B0C2-FFD3886A8FCA}" srcOrd="2" destOrd="0" presId="urn:microsoft.com/office/officeart/2008/layout/LinedList"/>
    <dgm:cxn modelId="{8296694D-0D1F-484D-B43D-F2C111E1BB3F}" type="presParOf" srcId="{28BBB413-4F84-43B4-AED3-DB45F931C7C8}" destId="{79245985-9AB9-4BAD-AF28-E6FB703C2E5F}" srcOrd="2" destOrd="0" presId="urn:microsoft.com/office/officeart/2008/layout/LinedList"/>
    <dgm:cxn modelId="{0C98F246-A122-4EF3-B645-3DB1C8481F52}" type="presParOf" srcId="{28BBB413-4F84-43B4-AED3-DB45F931C7C8}" destId="{6EB323CC-4932-460D-90D9-FDDB48B2E193}" srcOrd="3" destOrd="0" presId="urn:microsoft.com/office/officeart/2008/layout/LinedList"/>
    <dgm:cxn modelId="{A65D79E5-ADD7-4C4D-A89C-D0D12D2F97D9}" type="presParOf" srcId="{28BBB413-4F84-43B4-AED3-DB45F931C7C8}" destId="{D5A9CE2F-07EF-4BEE-B503-07D3DF0ADCD0}" srcOrd="4" destOrd="0" presId="urn:microsoft.com/office/officeart/2008/layout/LinedList"/>
    <dgm:cxn modelId="{2B67E77E-446D-4100-BEBB-0D3AE080FC44}" type="presParOf" srcId="{D5A9CE2F-07EF-4BEE-B503-07D3DF0ADCD0}" destId="{116FAB8A-C6A9-4ED5-A76E-5C79B2ED3DEA}" srcOrd="0" destOrd="0" presId="urn:microsoft.com/office/officeart/2008/layout/LinedList"/>
    <dgm:cxn modelId="{43664E7A-7428-4631-8B65-A096EB4F60CA}" type="presParOf" srcId="{D5A9CE2F-07EF-4BEE-B503-07D3DF0ADCD0}" destId="{9374EE00-8E22-47D1-A3F6-20EF881B95C9}" srcOrd="1" destOrd="0" presId="urn:microsoft.com/office/officeart/2008/layout/LinedList"/>
    <dgm:cxn modelId="{1CC9B516-680D-407F-8EA8-2913E44505CA}" type="presParOf" srcId="{D5A9CE2F-07EF-4BEE-B503-07D3DF0ADCD0}" destId="{5D3F9326-97E8-49E3-BC0A-5128F11FD501}" srcOrd="2" destOrd="0" presId="urn:microsoft.com/office/officeart/2008/layout/LinedList"/>
    <dgm:cxn modelId="{91AA5EFE-DB38-4C1A-ABC5-A78F50221E60}" type="presParOf" srcId="{28BBB413-4F84-43B4-AED3-DB45F931C7C8}" destId="{57AFCA69-E62F-45F6-867F-3F797EF6AD4B}" srcOrd="5" destOrd="0" presId="urn:microsoft.com/office/officeart/2008/layout/LinedList"/>
    <dgm:cxn modelId="{B25C587D-9C75-4D79-874E-9DC5C32A92E8}" type="presParOf" srcId="{28BBB413-4F84-43B4-AED3-DB45F931C7C8}" destId="{CB209980-56F3-47BE-BBCD-6CA9709AED6F}" srcOrd="6" destOrd="0" presId="urn:microsoft.com/office/officeart/2008/layout/LinedList"/>
    <dgm:cxn modelId="{7D8C045C-99F6-4BF3-8BF0-D350EE8E3670}" type="presParOf" srcId="{28BBB413-4F84-43B4-AED3-DB45F931C7C8}" destId="{77C6933D-632B-45DF-9CC7-1335B1D1DD23}" srcOrd="7" destOrd="0" presId="urn:microsoft.com/office/officeart/2008/layout/LinedList"/>
    <dgm:cxn modelId="{423CCD68-8272-4CF6-AD10-1647F6082F99}" type="presParOf" srcId="{77C6933D-632B-45DF-9CC7-1335B1D1DD23}" destId="{96B860DD-1FE0-4942-A68D-3712571E2608}" srcOrd="0" destOrd="0" presId="urn:microsoft.com/office/officeart/2008/layout/LinedList"/>
    <dgm:cxn modelId="{E4B6CA23-B4DE-4C4B-9E23-39AF691411D0}" type="presParOf" srcId="{77C6933D-632B-45DF-9CC7-1335B1D1DD23}" destId="{D87DA114-F1D5-4C8B-96D8-1E1CF1EFB45C}" srcOrd="1" destOrd="0" presId="urn:microsoft.com/office/officeart/2008/layout/LinedList"/>
    <dgm:cxn modelId="{E70857FA-5526-41B3-95F8-76D0C8B24513}" type="presParOf" srcId="{77C6933D-632B-45DF-9CC7-1335B1D1DD23}" destId="{737AAC26-8C2E-493A-9A73-E1912C0E733D}" srcOrd="2" destOrd="0" presId="urn:microsoft.com/office/officeart/2008/layout/LinedList"/>
    <dgm:cxn modelId="{7369CA0F-12D5-4648-8EAE-E8425E722F27}" type="presParOf" srcId="{28BBB413-4F84-43B4-AED3-DB45F931C7C8}" destId="{F014EE27-50C8-4127-89B1-7F2649ECE86D}" srcOrd="8" destOrd="0" presId="urn:microsoft.com/office/officeart/2008/layout/LinedList"/>
    <dgm:cxn modelId="{81FA50F1-7AE7-4B4B-9471-4046EB4BC758}" type="presParOf" srcId="{28BBB413-4F84-43B4-AED3-DB45F931C7C8}" destId="{F22AB4DE-3A16-4632-996A-208212E09211}" srcOrd="9" destOrd="0" presId="urn:microsoft.com/office/officeart/2008/layout/LinedList"/>
    <dgm:cxn modelId="{9D72CF69-FCD8-4998-AB3A-C0E1D892F5A5}" type="presParOf" srcId="{28BBB413-4F84-43B4-AED3-DB45F931C7C8}" destId="{B851E6D6-B00A-4927-A5D7-9438D55FAB98}" srcOrd="10" destOrd="0" presId="urn:microsoft.com/office/officeart/2008/layout/LinedList"/>
    <dgm:cxn modelId="{34443A48-C533-4C9E-A2C8-15F016075B29}" type="presParOf" srcId="{B851E6D6-B00A-4927-A5D7-9438D55FAB98}" destId="{70E25D4D-08CA-4A94-9324-54B2844C9869}" srcOrd="0" destOrd="0" presId="urn:microsoft.com/office/officeart/2008/layout/LinedList"/>
    <dgm:cxn modelId="{7010F1D2-FCB9-463E-97FF-2B2147C6A5ED}" type="presParOf" srcId="{B851E6D6-B00A-4927-A5D7-9438D55FAB98}" destId="{6C7EFB52-45F1-42E2-8EDC-B6F11946646A}" srcOrd="1" destOrd="0" presId="urn:microsoft.com/office/officeart/2008/layout/LinedList"/>
    <dgm:cxn modelId="{D1F3884F-4292-451B-A300-B0563E2816BB}" type="presParOf" srcId="{B851E6D6-B00A-4927-A5D7-9438D55FAB98}" destId="{1D1EABCE-061E-4DD1-A8FA-58CAE5EF4C52}" srcOrd="2" destOrd="0" presId="urn:microsoft.com/office/officeart/2008/layout/LinedList"/>
    <dgm:cxn modelId="{E0C0CDBC-B734-4023-B961-4789251704AF}" type="presParOf" srcId="{28BBB413-4F84-43B4-AED3-DB45F931C7C8}" destId="{A1252127-FCF1-405C-BBCC-AF60CF75BCE8}" srcOrd="11" destOrd="0" presId="urn:microsoft.com/office/officeart/2008/layout/LinedList"/>
    <dgm:cxn modelId="{22E47C76-D47D-4905-AD18-D274C13689B8}" type="presParOf" srcId="{28BBB413-4F84-43B4-AED3-DB45F931C7C8}" destId="{16F1ECBA-7DE0-4485-9EE3-D71F8B7BFD08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4E46A906-ACB7-4C81-A39C-227403FA1A5E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C9558D4-47B4-46B2-B533-F0EE6370E13F}">
      <dgm:prSet/>
      <dgm:spPr/>
      <dgm:t>
        <a:bodyPr/>
        <a:lstStyle/>
        <a:p>
          <a:r>
            <a:rPr lang="en-US"/>
            <a:t>Equity = access for all, irrespective of ability to pay, place of residence, class, or gender</a:t>
          </a:r>
        </a:p>
      </dgm:t>
    </dgm:pt>
    <dgm:pt modelId="{67C5DD39-1400-4C1C-A5DB-4B3719C80A13}" type="parTrans" cxnId="{37A16977-59D6-4940-B4CA-31D76A99F561}">
      <dgm:prSet/>
      <dgm:spPr/>
      <dgm:t>
        <a:bodyPr/>
        <a:lstStyle/>
        <a:p>
          <a:endParaRPr lang="en-US"/>
        </a:p>
      </dgm:t>
    </dgm:pt>
    <dgm:pt modelId="{1F7C3677-1882-4BE5-97AF-DE8A7FE09824}" type="sibTrans" cxnId="{37A16977-59D6-4940-B4CA-31D76A99F561}">
      <dgm:prSet/>
      <dgm:spPr/>
      <dgm:t>
        <a:bodyPr/>
        <a:lstStyle/>
        <a:p>
          <a:endParaRPr lang="en-US"/>
        </a:p>
      </dgm:t>
    </dgm:pt>
    <dgm:pt modelId="{2D0C4A7C-8390-48D5-B523-1C9F06A59F2E}">
      <dgm:prSet/>
      <dgm:spPr/>
      <dgm:t>
        <a:bodyPr/>
        <a:lstStyle/>
        <a:p>
          <a:r>
            <a:rPr lang="en-US" dirty="0"/>
            <a:t>Current imbalance: ¾ of health budgets spent in cities, while ¾ of India’s population lives in rural areas → </a:t>
          </a:r>
          <a:r>
            <a:rPr lang="en-US" i="1" dirty="0"/>
            <a:t>social injustice</a:t>
          </a:r>
          <a:endParaRPr lang="en-US" dirty="0"/>
        </a:p>
      </dgm:t>
    </dgm:pt>
    <dgm:pt modelId="{7C584E80-E30C-4801-9E95-8E2F568F21DB}" type="parTrans" cxnId="{DD83F357-3B78-4EBB-BC63-3EC8FBDA6447}">
      <dgm:prSet/>
      <dgm:spPr/>
      <dgm:t>
        <a:bodyPr/>
        <a:lstStyle/>
        <a:p>
          <a:endParaRPr lang="en-US"/>
        </a:p>
      </dgm:t>
    </dgm:pt>
    <dgm:pt modelId="{FCBC2047-E6E2-43D0-B15F-BF24ABF1B95C}" type="sibTrans" cxnId="{DD83F357-3B78-4EBB-BC63-3EC8FBDA6447}">
      <dgm:prSet/>
      <dgm:spPr/>
      <dgm:t>
        <a:bodyPr/>
        <a:lstStyle/>
        <a:p>
          <a:endParaRPr lang="en-US"/>
        </a:p>
      </dgm:t>
    </dgm:pt>
    <dgm:pt modelId="{4D12C320-055A-45F7-B043-5C6DDAE8EDC6}">
      <dgm:prSet/>
      <dgm:spPr/>
      <dgm:t>
        <a:bodyPr/>
        <a:lstStyle/>
        <a:p>
          <a:r>
            <a:rPr lang="en-US"/>
            <a:t>PHC strategy shifts the “centre of gravity” from urban hospitals to community‑based care near people’s homes</a:t>
          </a:r>
        </a:p>
      </dgm:t>
    </dgm:pt>
    <dgm:pt modelId="{C96411AA-E81B-4F9A-BB9E-C1247C000336}" type="parTrans" cxnId="{EC8048DA-3AB9-408B-947F-8F502F5A8C55}">
      <dgm:prSet/>
      <dgm:spPr/>
      <dgm:t>
        <a:bodyPr/>
        <a:lstStyle/>
        <a:p>
          <a:endParaRPr lang="en-US"/>
        </a:p>
      </dgm:t>
    </dgm:pt>
    <dgm:pt modelId="{E351ADCD-F9F2-4437-ACE6-21267C70A0F9}" type="sibTrans" cxnId="{EC8048DA-3AB9-408B-947F-8F502F5A8C55}">
      <dgm:prSet/>
      <dgm:spPr/>
      <dgm:t>
        <a:bodyPr/>
        <a:lstStyle/>
        <a:p>
          <a:endParaRPr lang="en-US"/>
        </a:p>
      </dgm:t>
    </dgm:pt>
    <dgm:pt modelId="{C4397523-7391-4553-8F23-AFC6582CEBAA}">
      <dgm:prSet/>
      <dgm:spPr/>
      <dgm:t>
        <a:bodyPr/>
        <a:lstStyle/>
        <a:p>
          <a:r>
            <a:rPr lang="en-US"/>
            <a:t>Targets needy &amp; vulnerable groups in rural areas and urban slums</a:t>
          </a:r>
        </a:p>
      </dgm:t>
    </dgm:pt>
    <dgm:pt modelId="{021897D4-69BD-4BD7-BFC2-8CCDDA3208CC}" type="parTrans" cxnId="{F33A5FB6-0721-404F-925B-C96369F907BD}">
      <dgm:prSet/>
      <dgm:spPr/>
      <dgm:t>
        <a:bodyPr/>
        <a:lstStyle/>
        <a:p>
          <a:endParaRPr lang="en-US"/>
        </a:p>
      </dgm:t>
    </dgm:pt>
    <dgm:pt modelId="{1E522117-5C7E-4BD8-8A62-91D732B8120A}" type="sibTrans" cxnId="{F33A5FB6-0721-404F-925B-C96369F907BD}">
      <dgm:prSet/>
      <dgm:spPr/>
      <dgm:t>
        <a:bodyPr/>
        <a:lstStyle/>
        <a:p>
          <a:endParaRPr lang="en-US"/>
        </a:p>
      </dgm:t>
    </dgm:pt>
    <dgm:pt modelId="{ECC7E8A4-4BFF-4972-B2F2-640F9371358C}">
      <dgm:prSet/>
      <dgm:spPr/>
      <dgm:t>
        <a:bodyPr/>
        <a:lstStyle/>
        <a:p>
          <a:r>
            <a:rPr lang="en-US" dirty="0"/>
            <a:t>Addresses </a:t>
          </a:r>
          <a:r>
            <a:rPr lang="en-US" dirty="0">
              <a:highlight>
                <a:srgbClr val="FFFF00"/>
              </a:highlight>
            </a:rPr>
            <a:t>barriers of inaccessibility &amp; affordability </a:t>
          </a:r>
          <a:r>
            <a:rPr lang="en-US" dirty="0"/>
            <a:t>to correct historical neglect</a:t>
          </a:r>
        </a:p>
      </dgm:t>
    </dgm:pt>
    <dgm:pt modelId="{E1CE1BA5-825C-43A4-B4C5-3F0326E78A52}" type="parTrans" cxnId="{473B1692-8CCB-43EF-99B6-F27146877AED}">
      <dgm:prSet/>
      <dgm:spPr/>
      <dgm:t>
        <a:bodyPr/>
        <a:lstStyle/>
        <a:p>
          <a:endParaRPr lang="en-US"/>
        </a:p>
      </dgm:t>
    </dgm:pt>
    <dgm:pt modelId="{148E6F1B-A9B5-4438-A2D0-E69B85AAE8B1}" type="sibTrans" cxnId="{473B1692-8CCB-43EF-99B6-F27146877AED}">
      <dgm:prSet/>
      <dgm:spPr/>
      <dgm:t>
        <a:bodyPr/>
        <a:lstStyle/>
        <a:p>
          <a:endParaRPr lang="en-US"/>
        </a:p>
      </dgm:t>
    </dgm:pt>
    <dgm:pt modelId="{19C4690D-4837-474D-82DE-9FF2BAB3423B}" type="pres">
      <dgm:prSet presAssocID="{4E46A906-ACB7-4C81-A39C-227403FA1A5E}" presName="vert0" presStyleCnt="0">
        <dgm:presLayoutVars>
          <dgm:dir/>
          <dgm:animOne val="branch"/>
          <dgm:animLvl val="lvl"/>
        </dgm:presLayoutVars>
      </dgm:prSet>
      <dgm:spPr/>
    </dgm:pt>
    <dgm:pt modelId="{386CF82F-0F1E-4A21-A1C0-16774E7608D9}" type="pres">
      <dgm:prSet presAssocID="{3C9558D4-47B4-46B2-B533-F0EE6370E13F}" presName="thickLine" presStyleLbl="alignNode1" presStyleIdx="0" presStyleCnt="5"/>
      <dgm:spPr/>
    </dgm:pt>
    <dgm:pt modelId="{A60756B1-F3AF-4788-BEF2-83D44103BBC0}" type="pres">
      <dgm:prSet presAssocID="{3C9558D4-47B4-46B2-B533-F0EE6370E13F}" presName="horz1" presStyleCnt="0"/>
      <dgm:spPr/>
    </dgm:pt>
    <dgm:pt modelId="{E338977A-C626-4E10-B7B5-5BDD3D19DB37}" type="pres">
      <dgm:prSet presAssocID="{3C9558D4-47B4-46B2-B533-F0EE6370E13F}" presName="tx1" presStyleLbl="revTx" presStyleIdx="0" presStyleCnt="5"/>
      <dgm:spPr/>
    </dgm:pt>
    <dgm:pt modelId="{B3A7D972-FEB7-460A-BD23-37161625988B}" type="pres">
      <dgm:prSet presAssocID="{3C9558D4-47B4-46B2-B533-F0EE6370E13F}" presName="vert1" presStyleCnt="0"/>
      <dgm:spPr/>
    </dgm:pt>
    <dgm:pt modelId="{0EA9C657-1DB2-48C2-B984-C6712D47B973}" type="pres">
      <dgm:prSet presAssocID="{2D0C4A7C-8390-48D5-B523-1C9F06A59F2E}" presName="thickLine" presStyleLbl="alignNode1" presStyleIdx="1" presStyleCnt="5"/>
      <dgm:spPr/>
    </dgm:pt>
    <dgm:pt modelId="{C1DE6D56-A3B0-4183-BBC6-9FCC2DDE542F}" type="pres">
      <dgm:prSet presAssocID="{2D0C4A7C-8390-48D5-B523-1C9F06A59F2E}" presName="horz1" presStyleCnt="0"/>
      <dgm:spPr/>
    </dgm:pt>
    <dgm:pt modelId="{011AEDDF-8DDB-4CC1-8811-D1E0109893D6}" type="pres">
      <dgm:prSet presAssocID="{2D0C4A7C-8390-48D5-B523-1C9F06A59F2E}" presName="tx1" presStyleLbl="revTx" presStyleIdx="1" presStyleCnt="5"/>
      <dgm:spPr/>
    </dgm:pt>
    <dgm:pt modelId="{94856630-E885-4F02-B063-CB2CFD41969E}" type="pres">
      <dgm:prSet presAssocID="{2D0C4A7C-8390-48D5-B523-1C9F06A59F2E}" presName="vert1" presStyleCnt="0"/>
      <dgm:spPr/>
    </dgm:pt>
    <dgm:pt modelId="{9C919E3E-1F46-49CD-8A5F-BEC36E970FCC}" type="pres">
      <dgm:prSet presAssocID="{4D12C320-055A-45F7-B043-5C6DDAE8EDC6}" presName="thickLine" presStyleLbl="alignNode1" presStyleIdx="2" presStyleCnt="5"/>
      <dgm:spPr/>
    </dgm:pt>
    <dgm:pt modelId="{1C1D25AD-0E79-43BD-9A26-846EE014049A}" type="pres">
      <dgm:prSet presAssocID="{4D12C320-055A-45F7-B043-5C6DDAE8EDC6}" presName="horz1" presStyleCnt="0"/>
      <dgm:spPr/>
    </dgm:pt>
    <dgm:pt modelId="{59D1DD7A-D3DF-41A4-89B4-836DDE67350B}" type="pres">
      <dgm:prSet presAssocID="{4D12C320-055A-45F7-B043-5C6DDAE8EDC6}" presName="tx1" presStyleLbl="revTx" presStyleIdx="2" presStyleCnt="5"/>
      <dgm:spPr/>
    </dgm:pt>
    <dgm:pt modelId="{B0C8D2AE-61A0-49F6-86DB-79420975AC91}" type="pres">
      <dgm:prSet presAssocID="{4D12C320-055A-45F7-B043-5C6DDAE8EDC6}" presName="vert1" presStyleCnt="0"/>
      <dgm:spPr/>
    </dgm:pt>
    <dgm:pt modelId="{BC53F71D-7ACD-4087-8482-6DFD24DEF70C}" type="pres">
      <dgm:prSet presAssocID="{C4397523-7391-4553-8F23-AFC6582CEBAA}" presName="thickLine" presStyleLbl="alignNode1" presStyleIdx="3" presStyleCnt="5"/>
      <dgm:spPr/>
    </dgm:pt>
    <dgm:pt modelId="{B0EA9B85-36EE-499D-ABA4-D20DBE01F707}" type="pres">
      <dgm:prSet presAssocID="{C4397523-7391-4553-8F23-AFC6582CEBAA}" presName="horz1" presStyleCnt="0"/>
      <dgm:spPr/>
    </dgm:pt>
    <dgm:pt modelId="{1A6E397D-03C6-444D-A415-C1FED3B950F0}" type="pres">
      <dgm:prSet presAssocID="{C4397523-7391-4553-8F23-AFC6582CEBAA}" presName="tx1" presStyleLbl="revTx" presStyleIdx="3" presStyleCnt="5"/>
      <dgm:spPr/>
    </dgm:pt>
    <dgm:pt modelId="{5472F808-229F-47AE-89AD-328590E0935F}" type="pres">
      <dgm:prSet presAssocID="{C4397523-7391-4553-8F23-AFC6582CEBAA}" presName="vert1" presStyleCnt="0"/>
      <dgm:spPr/>
    </dgm:pt>
    <dgm:pt modelId="{6C781072-F091-433E-9DD9-8942CC208257}" type="pres">
      <dgm:prSet presAssocID="{ECC7E8A4-4BFF-4972-B2F2-640F9371358C}" presName="thickLine" presStyleLbl="alignNode1" presStyleIdx="4" presStyleCnt="5"/>
      <dgm:spPr/>
    </dgm:pt>
    <dgm:pt modelId="{445CFE2A-540A-4117-98BB-4F3AF021ED3C}" type="pres">
      <dgm:prSet presAssocID="{ECC7E8A4-4BFF-4972-B2F2-640F9371358C}" presName="horz1" presStyleCnt="0"/>
      <dgm:spPr/>
    </dgm:pt>
    <dgm:pt modelId="{0818BE9F-7C4D-4AE0-99A1-5328BADA0B60}" type="pres">
      <dgm:prSet presAssocID="{ECC7E8A4-4BFF-4972-B2F2-640F9371358C}" presName="tx1" presStyleLbl="revTx" presStyleIdx="4" presStyleCnt="5"/>
      <dgm:spPr/>
    </dgm:pt>
    <dgm:pt modelId="{498B46CB-983A-487F-A5BE-6DE6AE8579F9}" type="pres">
      <dgm:prSet presAssocID="{ECC7E8A4-4BFF-4972-B2F2-640F9371358C}" presName="vert1" presStyleCnt="0"/>
      <dgm:spPr/>
    </dgm:pt>
  </dgm:ptLst>
  <dgm:cxnLst>
    <dgm:cxn modelId="{331C5108-2EEF-4511-95A2-347EF65F4FDC}" type="presOf" srcId="{C4397523-7391-4553-8F23-AFC6582CEBAA}" destId="{1A6E397D-03C6-444D-A415-C1FED3B950F0}" srcOrd="0" destOrd="0" presId="urn:microsoft.com/office/officeart/2008/layout/LinedList"/>
    <dgm:cxn modelId="{B72C485D-5452-479B-B69F-99F2FCC6DEE6}" type="presOf" srcId="{2D0C4A7C-8390-48D5-B523-1C9F06A59F2E}" destId="{011AEDDF-8DDB-4CC1-8811-D1E0109893D6}" srcOrd="0" destOrd="0" presId="urn:microsoft.com/office/officeart/2008/layout/LinedList"/>
    <dgm:cxn modelId="{19BD5D71-A196-49B4-AB2A-9F1821D8DE9F}" type="presOf" srcId="{4E46A906-ACB7-4C81-A39C-227403FA1A5E}" destId="{19C4690D-4837-474D-82DE-9FF2BAB3423B}" srcOrd="0" destOrd="0" presId="urn:microsoft.com/office/officeart/2008/layout/LinedList"/>
    <dgm:cxn modelId="{37A16977-59D6-4940-B4CA-31D76A99F561}" srcId="{4E46A906-ACB7-4C81-A39C-227403FA1A5E}" destId="{3C9558D4-47B4-46B2-B533-F0EE6370E13F}" srcOrd="0" destOrd="0" parTransId="{67C5DD39-1400-4C1C-A5DB-4B3719C80A13}" sibTransId="{1F7C3677-1882-4BE5-97AF-DE8A7FE09824}"/>
    <dgm:cxn modelId="{DD83F357-3B78-4EBB-BC63-3EC8FBDA6447}" srcId="{4E46A906-ACB7-4C81-A39C-227403FA1A5E}" destId="{2D0C4A7C-8390-48D5-B523-1C9F06A59F2E}" srcOrd="1" destOrd="0" parTransId="{7C584E80-E30C-4801-9E95-8E2F568F21DB}" sibTransId="{FCBC2047-E6E2-43D0-B15F-BF24ABF1B95C}"/>
    <dgm:cxn modelId="{B89F737B-37EE-4EFA-A06A-0AC1C9F947D1}" type="presOf" srcId="{4D12C320-055A-45F7-B043-5C6DDAE8EDC6}" destId="{59D1DD7A-D3DF-41A4-89B4-836DDE67350B}" srcOrd="0" destOrd="0" presId="urn:microsoft.com/office/officeart/2008/layout/LinedList"/>
    <dgm:cxn modelId="{260D5B8B-E1D5-4D3A-A956-C466BB857837}" type="presOf" srcId="{ECC7E8A4-4BFF-4972-B2F2-640F9371358C}" destId="{0818BE9F-7C4D-4AE0-99A1-5328BADA0B60}" srcOrd="0" destOrd="0" presId="urn:microsoft.com/office/officeart/2008/layout/LinedList"/>
    <dgm:cxn modelId="{473B1692-8CCB-43EF-99B6-F27146877AED}" srcId="{4E46A906-ACB7-4C81-A39C-227403FA1A5E}" destId="{ECC7E8A4-4BFF-4972-B2F2-640F9371358C}" srcOrd="4" destOrd="0" parTransId="{E1CE1BA5-825C-43A4-B4C5-3F0326E78A52}" sibTransId="{148E6F1B-A9B5-4438-A2D0-E69B85AAE8B1}"/>
    <dgm:cxn modelId="{A3AD5BA5-C7A4-49B4-85A2-5D4FA6C9F580}" type="presOf" srcId="{3C9558D4-47B4-46B2-B533-F0EE6370E13F}" destId="{E338977A-C626-4E10-B7B5-5BDD3D19DB37}" srcOrd="0" destOrd="0" presId="urn:microsoft.com/office/officeart/2008/layout/LinedList"/>
    <dgm:cxn modelId="{F33A5FB6-0721-404F-925B-C96369F907BD}" srcId="{4E46A906-ACB7-4C81-A39C-227403FA1A5E}" destId="{C4397523-7391-4553-8F23-AFC6582CEBAA}" srcOrd="3" destOrd="0" parTransId="{021897D4-69BD-4BD7-BFC2-8CCDDA3208CC}" sibTransId="{1E522117-5C7E-4BD8-8A62-91D732B8120A}"/>
    <dgm:cxn modelId="{EC8048DA-3AB9-408B-947F-8F502F5A8C55}" srcId="{4E46A906-ACB7-4C81-A39C-227403FA1A5E}" destId="{4D12C320-055A-45F7-B043-5C6DDAE8EDC6}" srcOrd="2" destOrd="0" parTransId="{C96411AA-E81B-4F9A-BB9E-C1247C000336}" sibTransId="{E351ADCD-F9F2-4437-ACE6-21267C70A0F9}"/>
    <dgm:cxn modelId="{CB7D2C7C-45C2-4845-880E-A9A7C1C2DE67}" type="presParOf" srcId="{19C4690D-4837-474D-82DE-9FF2BAB3423B}" destId="{386CF82F-0F1E-4A21-A1C0-16774E7608D9}" srcOrd="0" destOrd="0" presId="urn:microsoft.com/office/officeart/2008/layout/LinedList"/>
    <dgm:cxn modelId="{EFF4F7E2-4336-4208-8D24-3309395826BA}" type="presParOf" srcId="{19C4690D-4837-474D-82DE-9FF2BAB3423B}" destId="{A60756B1-F3AF-4788-BEF2-83D44103BBC0}" srcOrd="1" destOrd="0" presId="urn:microsoft.com/office/officeart/2008/layout/LinedList"/>
    <dgm:cxn modelId="{BD6530B4-618F-4498-A09F-C7DC363FD1CB}" type="presParOf" srcId="{A60756B1-F3AF-4788-BEF2-83D44103BBC0}" destId="{E338977A-C626-4E10-B7B5-5BDD3D19DB37}" srcOrd="0" destOrd="0" presId="urn:microsoft.com/office/officeart/2008/layout/LinedList"/>
    <dgm:cxn modelId="{68C9595C-D018-4664-B0C1-9F668C8CE5B2}" type="presParOf" srcId="{A60756B1-F3AF-4788-BEF2-83D44103BBC0}" destId="{B3A7D972-FEB7-460A-BD23-37161625988B}" srcOrd="1" destOrd="0" presId="urn:microsoft.com/office/officeart/2008/layout/LinedList"/>
    <dgm:cxn modelId="{CD3A570C-98CA-4A1D-9643-03B89DEA0516}" type="presParOf" srcId="{19C4690D-4837-474D-82DE-9FF2BAB3423B}" destId="{0EA9C657-1DB2-48C2-B984-C6712D47B973}" srcOrd="2" destOrd="0" presId="urn:microsoft.com/office/officeart/2008/layout/LinedList"/>
    <dgm:cxn modelId="{AE0CBAB9-BE7C-44F1-818E-A0AB4B6C26EA}" type="presParOf" srcId="{19C4690D-4837-474D-82DE-9FF2BAB3423B}" destId="{C1DE6D56-A3B0-4183-BBC6-9FCC2DDE542F}" srcOrd="3" destOrd="0" presId="urn:microsoft.com/office/officeart/2008/layout/LinedList"/>
    <dgm:cxn modelId="{6385E728-7399-4FAD-9E67-170BD8E412C2}" type="presParOf" srcId="{C1DE6D56-A3B0-4183-BBC6-9FCC2DDE542F}" destId="{011AEDDF-8DDB-4CC1-8811-D1E0109893D6}" srcOrd="0" destOrd="0" presId="urn:microsoft.com/office/officeart/2008/layout/LinedList"/>
    <dgm:cxn modelId="{27EF3024-A8E8-4FEF-8475-4ABF4A5F3BB5}" type="presParOf" srcId="{C1DE6D56-A3B0-4183-BBC6-9FCC2DDE542F}" destId="{94856630-E885-4F02-B063-CB2CFD41969E}" srcOrd="1" destOrd="0" presId="urn:microsoft.com/office/officeart/2008/layout/LinedList"/>
    <dgm:cxn modelId="{88C7F705-14AF-4EE7-96D6-D1843AC9F1C0}" type="presParOf" srcId="{19C4690D-4837-474D-82DE-9FF2BAB3423B}" destId="{9C919E3E-1F46-49CD-8A5F-BEC36E970FCC}" srcOrd="4" destOrd="0" presId="urn:microsoft.com/office/officeart/2008/layout/LinedList"/>
    <dgm:cxn modelId="{35BCEA4C-095C-4F0B-ACD4-B19210ACC571}" type="presParOf" srcId="{19C4690D-4837-474D-82DE-9FF2BAB3423B}" destId="{1C1D25AD-0E79-43BD-9A26-846EE014049A}" srcOrd="5" destOrd="0" presId="urn:microsoft.com/office/officeart/2008/layout/LinedList"/>
    <dgm:cxn modelId="{2D1CDD3D-0E8F-49B5-88BE-1908F3DE4CB4}" type="presParOf" srcId="{1C1D25AD-0E79-43BD-9A26-846EE014049A}" destId="{59D1DD7A-D3DF-41A4-89B4-836DDE67350B}" srcOrd="0" destOrd="0" presId="urn:microsoft.com/office/officeart/2008/layout/LinedList"/>
    <dgm:cxn modelId="{AFDF12F0-A4E0-4242-AE99-DD12EF8CE09A}" type="presParOf" srcId="{1C1D25AD-0E79-43BD-9A26-846EE014049A}" destId="{B0C8D2AE-61A0-49F6-86DB-79420975AC91}" srcOrd="1" destOrd="0" presId="urn:microsoft.com/office/officeart/2008/layout/LinedList"/>
    <dgm:cxn modelId="{80A8FD3A-6D42-4812-95FE-AC87F4DA3A47}" type="presParOf" srcId="{19C4690D-4837-474D-82DE-9FF2BAB3423B}" destId="{BC53F71D-7ACD-4087-8482-6DFD24DEF70C}" srcOrd="6" destOrd="0" presId="urn:microsoft.com/office/officeart/2008/layout/LinedList"/>
    <dgm:cxn modelId="{98EB0091-3D6C-4503-B0F7-F42694CBDDE3}" type="presParOf" srcId="{19C4690D-4837-474D-82DE-9FF2BAB3423B}" destId="{B0EA9B85-36EE-499D-ABA4-D20DBE01F707}" srcOrd="7" destOrd="0" presId="urn:microsoft.com/office/officeart/2008/layout/LinedList"/>
    <dgm:cxn modelId="{370F55E4-8D7C-456C-B66C-DD09AF082402}" type="presParOf" srcId="{B0EA9B85-36EE-499D-ABA4-D20DBE01F707}" destId="{1A6E397D-03C6-444D-A415-C1FED3B950F0}" srcOrd="0" destOrd="0" presId="urn:microsoft.com/office/officeart/2008/layout/LinedList"/>
    <dgm:cxn modelId="{065EF49B-4974-48A5-907A-F9BB0B72E8EF}" type="presParOf" srcId="{B0EA9B85-36EE-499D-ABA4-D20DBE01F707}" destId="{5472F808-229F-47AE-89AD-328590E0935F}" srcOrd="1" destOrd="0" presId="urn:microsoft.com/office/officeart/2008/layout/LinedList"/>
    <dgm:cxn modelId="{67C18CE9-5828-4C07-B50D-4419E73F5052}" type="presParOf" srcId="{19C4690D-4837-474D-82DE-9FF2BAB3423B}" destId="{6C781072-F091-433E-9DD9-8942CC208257}" srcOrd="8" destOrd="0" presId="urn:microsoft.com/office/officeart/2008/layout/LinedList"/>
    <dgm:cxn modelId="{519758BD-4EE1-4C87-B318-449C04FDB0CA}" type="presParOf" srcId="{19C4690D-4837-474D-82DE-9FF2BAB3423B}" destId="{445CFE2A-540A-4117-98BB-4F3AF021ED3C}" srcOrd="9" destOrd="0" presId="urn:microsoft.com/office/officeart/2008/layout/LinedList"/>
    <dgm:cxn modelId="{5C9BD13F-8222-4FDD-AE6A-0576E9655110}" type="presParOf" srcId="{445CFE2A-540A-4117-98BB-4F3AF021ED3C}" destId="{0818BE9F-7C4D-4AE0-99A1-5328BADA0B60}" srcOrd="0" destOrd="0" presId="urn:microsoft.com/office/officeart/2008/layout/LinedList"/>
    <dgm:cxn modelId="{5B1730FA-79A2-4EB9-A14C-28EC467E64C5}" type="presParOf" srcId="{445CFE2A-540A-4117-98BB-4F3AF021ED3C}" destId="{498B46CB-983A-487F-A5BE-6DE6AE8579F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FDA62AC-8DD8-40BC-9A92-51E450B8783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064BE6-1024-4689-84B9-842258A2B5CC}">
      <dgm:prSet/>
      <dgm:spPr/>
      <dgm:t>
        <a:bodyPr/>
        <a:lstStyle/>
        <a:p>
          <a:r>
            <a:rPr lang="en-US" b="1"/>
            <a:t>Individuals, families, communities</a:t>
          </a:r>
          <a:r>
            <a:rPr lang="en-US"/>
            <a:t> actively plan, implement, and maintain their own health services</a:t>
          </a:r>
        </a:p>
      </dgm:t>
    </dgm:pt>
    <dgm:pt modelId="{FD17E078-5869-4CF8-868F-166921C66B3A}" type="parTrans" cxnId="{E5E9A4DD-B552-414B-8076-975320CD7C5E}">
      <dgm:prSet/>
      <dgm:spPr/>
      <dgm:t>
        <a:bodyPr/>
        <a:lstStyle/>
        <a:p>
          <a:endParaRPr lang="en-US"/>
        </a:p>
      </dgm:t>
    </dgm:pt>
    <dgm:pt modelId="{43480CC3-AE74-4153-B79F-7B857ED83A94}" type="sibTrans" cxnId="{E5E9A4DD-B552-414B-8076-975320CD7C5E}">
      <dgm:prSet/>
      <dgm:spPr/>
      <dgm:t>
        <a:bodyPr/>
        <a:lstStyle/>
        <a:p>
          <a:endParaRPr lang="en-US"/>
        </a:p>
      </dgm:t>
    </dgm:pt>
    <dgm:pt modelId="{86560103-4B42-48AC-8892-A1B4834842A6}">
      <dgm:prSet/>
      <dgm:spPr/>
      <dgm:t>
        <a:bodyPr/>
        <a:lstStyle/>
        <a:p>
          <a:r>
            <a:rPr lang="en-US" dirty="0"/>
            <a:t>Universal PHC </a:t>
          </a:r>
          <a:r>
            <a:rPr lang="en-US" b="1" dirty="0"/>
            <a:t>cannot be achieved</a:t>
          </a:r>
          <a:r>
            <a:rPr lang="en-US" dirty="0"/>
            <a:t> without local involvement</a:t>
          </a:r>
        </a:p>
      </dgm:t>
    </dgm:pt>
    <dgm:pt modelId="{1FA7C6B7-1C3B-4EDA-9F02-2B11762148B7}" type="parTrans" cxnId="{2ADDC3E7-6865-4B16-AE64-557F49FC06E6}">
      <dgm:prSet/>
      <dgm:spPr/>
      <dgm:t>
        <a:bodyPr/>
        <a:lstStyle/>
        <a:p>
          <a:endParaRPr lang="en-US"/>
        </a:p>
      </dgm:t>
    </dgm:pt>
    <dgm:pt modelId="{F565AF2C-0ED7-4D1D-BD62-20D9552804A6}" type="sibTrans" cxnId="{2ADDC3E7-6865-4B16-AE64-557F49FC06E6}">
      <dgm:prSet/>
      <dgm:spPr/>
      <dgm:t>
        <a:bodyPr/>
        <a:lstStyle/>
        <a:p>
          <a:endParaRPr lang="en-US"/>
        </a:p>
      </dgm:t>
    </dgm:pt>
    <dgm:pt modelId="{1EC00D12-D09B-455A-93F5-45A80E5CAEAD}">
      <dgm:prSet/>
      <dgm:spPr/>
      <dgm:t>
        <a:bodyPr/>
        <a:lstStyle/>
        <a:p>
          <a:r>
            <a:rPr lang="en-US"/>
            <a:t>Relies on </a:t>
          </a:r>
          <a:r>
            <a:rPr lang="en-US" b="1"/>
            <a:t>local resources</a:t>
          </a:r>
          <a:r>
            <a:rPr lang="en-US"/>
            <a:t>: manpower, money, materials</a:t>
          </a:r>
        </a:p>
      </dgm:t>
    </dgm:pt>
    <dgm:pt modelId="{BC2C05B8-D8AE-4DE4-BC85-C55B8A47EDD8}" type="parTrans" cxnId="{673DD0B9-24DC-486D-B37B-3327A67E6747}">
      <dgm:prSet/>
      <dgm:spPr/>
      <dgm:t>
        <a:bodyPr/>
        <a:lstStyle/>
        <a:p>
          <a:endParaRPr lang="en-US"/>
        </a:p>
      </dgm:t>
    </dgm:pt>
    <dgm:pt modelId="{333CD598-C938-440D-A4E9-D661AB1AF24F}" type="sibTrans" cxnId="{673DD0B9-24DC-486D-B37B-3327A67E6747}">
      <dgm:prSet/>
      <dgm:spPr/>
      <dgm:t>
        <a:bodyPr/>
        <a:lstStyle/>
        <a:p>
          <a:endParaRPr lang="en-US"/>
        </a:p>
      </dgm:t>
    </dgm:pt>
    <dgm:pt modelId="{7936CC40-B9AA-459B-8C04-12CEEEDDBD7E}">
      <dgm:prSet/>
      <dgm:spPr/>
      <dgm:t>
        <a:bodyPr/>
        <a:lstStyle/>
        <a:p>
          <a:r>
            <a:rPr lang="en-US" b="1"/>
            <a:t>Indian innovations</a:t>
          </a:r>
          <a:endParaRPr lang="en-US"/>
        </a:p>
      </dgm:t>
    </dgm:pt>
    <dgm:pt modelId="{908EDA28-91DE-4290-99C4-48D582D9B2C5}" type="parTrans" cxnId="{BE7FE35F-FF04-4198-8B20-7C08E03A24FC}">
      <dgm:prSet/>
      <dgm:spPr/>
      <dgm:t>
        <a:bodyPr/>
        <a:lstStyle/>
        <a:p>
          <a:endParaRPr lang="en-US"/>
        </a:p>
      </dgm:t>
    </dgm:pt>
    <dgm:pt modelId="{CABEABEF-CCFF-4BD6-9D53-151DB3BDF0C6}" type="sibTrans" cxnId="{BE7FE35F-FF04-4198-8B20-7C08E03A24FC}">
      <dgm:prSet/>
      <dgm:spPr/>
      <dgm:t>
        <a:bodyPr/>
        <a:lstStyle/>
        <a:p>
          <a:endParaRPr lang="en-US"/>
        </a:p>
      </dgm:t>
    </dgm:pt>
    <dgm:pt modelId="{E6C4E0E8-8DBD-4F6F-AB86-6B866954FF16}">
      <dgm:prSet/>
      <dgm:spPr/>
      <dgm:t>
        <a:bodyPr/>
        <a:lstStyle/>
        <a:p>
          <a:r>
            <a:rPr lang="en-US" b="1"/>
            <a:t>Village Health Guides &amp; Trained Dais</a:t>
          </a:r>
          <a:endParaRPr lang="en-US"/>
        </a:p>
      </dgm:t>
    </dgm:pt>
    <dgm:pt modelId="{5C5620E3-53EC-4850-B770-2E424C6AE699}" type="parTrans" cxnId="{DA3C72EC-AEBF-44F1-BC95-9C55F2B00DAE}">
      <dgm:prSet/>
      <dgm:spPr/>
      <dgm:t>
        <a:bodyPr/>
        <a:lstStyle/>
        <a:p>
          <a:endParaRPr lang="en-US"/>
        </a:p>
      </dgm:t>
    </dgm:pt>
    <dgm:pt modelId="{667E1DC4-B3F0-407A-A579-7A7FD6BFAD03}" type="sibTrans" cxnId="{DA3C72EC-AEBF-44F1-BC95-9C55F2B00DAE}">
      <dgm:prSet/>
      <dgm:spPr/>
      <dgm:t>
        <a:bodyPr/>
        <a:lstStyle/>
        <a:p>
          <a:endParaRPr lang="en-US"/>
        </a:p>
      </dgm:t>
    </dgm:pt>
    <dgm:pt modelId="{4A69E65B-84EA-4335-82B5-EEC39370345C}">
      <dgm:prSet/>
      <dgm:spPr/>
      <dgm:t>
        <a:bodyPr/>
        <a:lstStyle/>
        <a:p>
          <a:r>
            <a:rPr lang="en-US" b="1"/>
            <a:t>ASHA &amp; Anganwadi Workers</a:t>
          </a:r>
          <a:r>
            <a:rPr lang="en-US"/>
            <a:t> chosen by their communities</a:t>
          </a:r>
        </a:p>
      </dgm:t>
    </dgm:pt>
    <dgm:pt modelId="{53899791-3B47-4A2A-8C51-CE2D466C2F57}" type="parTrans" cxnId="{485B8E0D-C47C-4EB6-B25B-5FB12683B20D}">
      <dgm:prSet/>
      <dgm:spPr/>
      <dgm:t>
        <a:bodyPr/>
        <a:lstStyle/>
        <a:p>
          <a:endParaRPr lang="en-US"/>
        </a:p>
      </dgm:t>
    </dgm:pt>
    <dgm:pt modelId="{C8C37BB7-693A-496B-ADBC-68DB82FE9BC1}" type="sibTrans" cxnId="{485B8E0D-C47C-4EB6-B25B-5FB12683B20D}">
      <dgm:prSet/>
      <dgm:spPr/>
      <dgm:t>
        <a:bodyPr/>
        <a:lstStyle/>
        <a:p>
          <a:endParaRPr lang="en-US"/>
        </a:p>
      </dgm:t>
    </dgm:pt>
    <dgm:pt modelId="{C7EA713F-A67B-43B1-B9D8-A7C2778D4AE5}">
      <dgm:prSet/>
      <dgm:spPr/>
      <dgm:t>
        <a:bodyPr/>
        <a:lstStyle/>
        <a:p>
          <a:r>
            <a:rPr lang="en-US"/>
            <a:t>Benefits: overcomes cultural/communication barriers, boosts acceptability, nurtures </a:t>
          </a:r>
          <a:r>
            <a:rPr lang="en-US" i="1"/>
            <a:t>ownership</a:t>
          </a:r>
          <a:r>
            <a:rPr lang="en-US"/>
            <a:t> of health programmes</a:t>
          </a:r>
        </a:p>
      </dgm:t>
    </dgm:pt>
    <dgm:pt modelId="{7AFD7943-BC16-4431-A43F-DAC088B91C59}" type="parTrans" cxnId="{6CA03B33-5AFB-4C41-B47B-F860CAC9D7F9}">
      <dgm:prSet/>
      <dgm:spPr/>
      <dgm:t>
        <a:bodyPr/>
        <a:lstStyle/>
        <a:p>
          <a:endParaRPr lang="en-US"/>
        </a:p>
      </dgm:t>
    </dgm:pt>
    <dgm:pt modelId="{584CE0C2-1FD5-498D-8CEE-F8BCC0BBB1A9}" type="sibTrans" cxnId="{6CA03B33-5AFB-4C41-B47B-F860CAC9D7F9}">
      <dgm:prSet/>
      <dgm:spPr/>
      <dgm:t>
        <a:bodyPr/>
        <a:lstStyle/>
        <a:p>
          <a:endParaRPr lang="en-US"/>
        </a:p>
      </dgm:t>
    </dgm:pt>
    <dgm:pt modelId="{E3705F99-C3EE-4BD4-9220-DFB2218B37EC}" type="pres">
      <dgm:prSet presAssocID="{8FDA62AC-8DD8-40BC-9A92-51E450B87831}" presName="linear" presStyleCnt="0">
        <dgm:presLayoutVars>
          <dgm:animLvl val="lvl"/>
          <dgm:resizeHandles val="exact"/>
        </dgm:presLayoutVars>
      </dgm:prSet>
      <dgm:spPr/>
    </dgm:pt>
    <dgm:pt modelId="{0F76E8A2-8315-43A9-BDDD-C9EB41692DF9}" type="pres">
      <dgm:prSet presAssocID="{CD064BE6-1024-4689-84B9-842258A2B5C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A92B562-ABA7-4B29-9507-01DADAEEB054}" type="pres">
      <dgm:prSet presAssocID="{43480CC3-AE74-4153-B79F-7B857ED83A94}" presName="spacer" presStyleCnt="0"/>
      <dgm:spPr/>
    </dgm:pt>
    <dgm:pt modelId="{682C072D-9E7A-4170-A503-1C6EA29F85DC}" type="pres">
      <dgm:prSet presAssocID="{86560103-4B42-48AC-8892-A1B4834842A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427CF4F-F275-4A43-AE5D-2D591326EADB}" type="pres">
      <dgm:prSet presAssocID="{F565AF2C-0ED7-4D1D-BD62-20D9552804A6}" presName="spacer" presStyleCnt="0"/>
      <dgm:spPr/>
    </dgm:pt>
    <dgm:pt modelId="{3FA3817E-42D9-4101-9B2F-9C9B02D841B5}" type="pres">
      <dgm:prSet presAssocID="{1EC00D12-D09B-455A-93F5-45A80E5CAEA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C7409F5E-79BF-47F8-A929-84E27E264174}" type="pres">
      <dgm:prSet presAssocID="{333CD598-C938-440D-A4E9-D661AB1AF24F}" presName="spacer" presStyleCnt="0"/>
      <dgm:spPr/>
    </dgm:pt>
    <dgm:pt modelId="{ED77C389-18B5-4B22-89C2-661C3CAA5A2C}" type="pres">
      <dgm:prSet presAssocID="{7936CC40-B9AA-459B-8C04-12CEEEDDBD7E}" presName="parentText" presStyleLbl="node1" presStyleIdx="3" presStyleCnt="5" custScaleY="81020">
        <dgm:presLayoutVars>
          <dgm:chMax val="0"/>
          <dgm:bulletEnabled val="1"/>
        </dgm:presLayoutVars>
      </dgm:prSet>
      <dgm:spPr/>
    </dgm:pt>
    <dgm:pt modelId="{D21C5AD5-CD40-4616-8C84-C70DEB35D062}" type="pres">
      <dgm:prSet presAssocID="{7936CC40-B9AA-459B-8C04-12CEEEDDBD7E}" presName="childText" presStyleLbl="revTx" presStyleIdx="0" presStyleCnt="1">
        <dgm:presLayoutVars>
          <dgm:bulletEnabled val="1"/>
        </dgm:presLayoutVars>
      </dgm:prSet>
      <dgm:spPr/>
    </dgm:pt>
    <dgm:pt modelId="{F9BBFCD3-293C-435E-8E79-4DA08AB0FA13}" type="pres">
      <dgm:prSet presAssocID="{C7EA713F-A67B-43B1-B9D8-A7C2778D4AE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B394D0C-FB62-48F3-9910-E302826F9AEC}" type="presOf" srcId="{4A69E65B-84EA-4335-82B5-EEC39370345C}" destId="{D21C5AD5-CD40-4616-8C84-C70DEB35D062}" srcOrd="0" destOrd="1" presId="urn:microsoft.com/office/officeart/2005/8/layout/vList2"/>
    <dgm:cxn modelId="{485B8E0D-C47C-4EB6-B25B-5FB12683B20D}" srcId="{7936CC40-B9AA-459B-8C04-12CEEEDDBD7E}" destId="{4A69E65B-84EA-4335-82B5-EEC39370345C}" srcOrd="1" destOrd="0" parTransId="{53899791-3B47-4A2A-8C51-CE2D466C2F57}" sibTransId="{C8C37BB7-693A-496B-ADBC-68DB82FE9BC1}"/>
    <dgm:cxn modelId="{67A43F1D-57AD-4AAB-8352-CBF7CC0F56C5}" type="presOf" srcId="{8FDA62AC-8DD8-40BC-9A92-51E450B87831}" destId="{E3705F99-C3EE-4BD4-9220-DFB2218B37EC}" srcOrd="0" destOrd="0" presId="urn:microsoft.com/office/officeart/2005/8/layout/vList2"/>
    <dgm:cxn modelId="{6CA03B33-5AFB-4C41-B47B-F860CAC9D7F9}" srcId="{8FDA62AC-8DD8-40BC-9A92-51E450B87831}" destId="{C7EA713F-A67B-43B1-B9D8-A7C2778D4AE5}" srcOrd="4" destOrd="0" parTransId="{7AFD7943-BC16-4431-A43F-DAC088B91C59}" sibTransId="{584CE0C2-1FD5-498D-8CEE-F8BCC0BBB1A9}"/>
    <dgm:cxn modelId="{BE7FE35F-FF04-4198-8B20-7C08E03A24FC}" srcId="{8FDA62AC-8DD8-40BC-9A92-51E450B87831}" destId="{7936CC40-B9AA-459B-8C04-12CEEEDDBD7E}" srcOrd="3" destOrd="0" parTransId="{908EDA28-91DE-4290-99C4-48D582D9B2C5}" sibTransId="{CABEABEF-CCFF-4BD6-9D53-151DB3BDF0C6}"/>
    <dgm:cxn modelId="{AE253749-65E2-479A-AAAD-75EA6388E07D}" type="presOf" srcId="{C7EA713F-A67B-43B1-B9D8-A7C2778D4AE5}" destId="{F9BBFCD3-293C-435E-8E79-4DA08AB0FA13}" srcOrd="0" destOrd="0" presId="urn:microsoft.com/office/officeart/2005/8/layout/vList2"/>
    <dgm:cxn modelId="{7D17654E-CBD3-4C9D-9D2A-61CBF7A00CF7}" type="presOf" srcId="{CD064BE6-1024-4689-84B9-842258A2B5CC}" destId="{0F76E8A2-8315-43A9-BDDD-C9EB41692DF9}" srcOrd="0" destOrd="0" presId="urn:microsoft.com/office/officeart/2005/8/layout/vList2"/>
    <dgm:cxn modelId="{C5DDBF4F-2A3A-47D8-90D5-A9A237DE03CA}" type="presOf" srcId="{E6C4E0E8-8DBD-4F6F-AB86-6B866954FF16}" destId="{D21C5AD5-CD40-4616-8C84-C70DEB35D062}" srcOrd="0" destOrd="0" presId="urn:microsoft.com/office/officeart/2005/8/layout/vList2"/>
    <dgm:cxn modelId="{BB10AB95-184A-48AA-A13A-4FD1B351FB4B}" type="presOf" srcId="{1EC00D12-D09B-455A-93F5-45A80E5CAEAD}" destId="{3FA3817E-42D9-4101-9B2F-9C9B02D841B5}" srcOrd="0" destOrd="0" presId="urn:microsoft.com/office/officeart/2005/8/layout/vList2"/>
    <dgm:cxn modelId="{673DD0B9-24DC-486D-B37B-3327A67E6747}" srcId="{8FDA62AC-8DD8-40BC-9A92-51E450B87831}" destId="{1EC00D12-D09B-455A-93F5-45A80E5CAEAD}" srcOrd="2" destOrd="0" parTransId="{BC2C05B8-D8AE-4DE4-BC85-C55B8A47EDD8}" sibTransId="{333CD598-C938-440D-A4E9-D661AB1AF24F}"/>
    <dgm:cxn modelId="{F7235DD7-048B-42EC-A4B3-1284F1CEC3FF}" type="presOf" srcId="{7936CC40-B9AA-459B-8C04-12CEEEDDBD7E}" destId="{ED77C389-18B5-4B22-89C2-661C3CAA5A2C}" srcOrd="0" destOrd="0" presId="urn:microsoft.com/office/officeart/2005/8/layout/vList2"/>
    <dgm:cxn modelId="{286001DA-EB8E-478C-B0F5-214A6FCC0133}" type="presOf" srcId="{86560103-4B42-48AC-8892-A1B4834842A6}" destId="{682C072D-9E7A-4170-A503-1C6EA29F85DC}" srcOrd="0" destOrd="0" presId="urn:microsoft.com/office/officeart/2005/8/layout/vList2"/>
    <dgm:cxn modelId="{E5E9A4DD-B552-414B-8076-975320CD7C5E}" srcId="{8FDA62AC-8DD8-40BC-9A92-51E450B87831}" destId="{CD064BE6-1024-4689-84B9-842258A2B5CC}" srcOrd="0" destOrd="0" parTransId="{FD17E078-5869-4CF8-868F-166921C66B3A}" sibTransId="{43480CC3-AE74-4153-B79F-7B857ED83A94}"/>
    <dgm:cxn modelId="{2ADDC3E7-6865-4B16-AE64-557F49FC06E6}" srcId="{8FDA62AC-8DD8-40BC-9A92-51E450B87831}" destId="{86560103-4B42-48AC-8892-A1B4834842A6}" srcOrd="1" destOrd="0" parTransId="{1FA7C6B7-1C3B-4EDA-9F02-2B11762148B7}" sibTransId="{F565AF2C-0ED7-4D1D-BD62-20D9552804A6}"/>
    <dgm:cxn modelId="{DA3C72EC-AEBF-44F1-BC95-9C55F2B00DAE}" srcId="{7936CC40-B9AA-459B-8C04-12CEEEDDBD7E}" destId="{E6C4E0E8-8DBD-4F6F-AB86-6B866954FF16}" srcOrd="0" destOrd="0" parTransId="{5C5620E3-53EC-4850-B770-2E424C6AE699}" sibTransId="{667E1DC4-B3F0-407A-A579-7A7FD6BFAD03}"/>
    <dgm:cxn modelId="{85192DC4-CCB9-4CA7-BEAF-1192306FD7BA}" type="presParOf" srcId="{E3705F99-C3EE-4BD4-9220-DFB2218B37EC}" destId="{0F76E8A2-8315-43A9-BDDD-C9EB41692DF9}" srcOrd="0" destOrd="0" presId="urn:microsoft.com/office/officeart/2005/8/layout/vList2"/>
    <dgm:cxn modelId="{54708700-2571-4F8C-83F7-EA8608CC51F0}" type="presParOf" srcId="{E3705F99-C3EE-4BD4-9220-DFB2218B37EC}" destId="{DA92B562-ABA7-4B29-9507-01DADAEEB054}" srcOrd="1" destOrd="0" presId="urn:microsoft.com/office/officeart/2005/8/layout/vList2"/>
    <dgm:cxn modelId="{0F595EB7-B21E-4C8D-A255-50497DF7E51D}" type="presParOf" srcId="{E3705F99-C3EE-4BD4-9220-DFB2218B37EC}" destId="{682C072D-9E7A-4170-A503-1C6EA29F85DC}" srcOrd="2" destOrd="0" presId="urn:microsoft.com/office/officeart/2005/8/layout/vList2"/>
    <dgm:cxn modelId="{9F021471-1F8D-43ED-A0AB-2A55FCFC0229}" type="presParOf" srcId="{E3705F99-C3EE-4BD4-9220-DFB2218B37EC}" destId="{C427CF4F-F275-4A43-AE5D-2D591326EADB}" srcOrd="3" destOrd="0" presId="urn:microsoft.com/office/officeart/2005/8/layout/vList2"/>
    <dgm:cxn modelId="{1A8763F0-0827-4541-88B1-DB7D2F42C15F}" type="presParOf" srcId="{E3705F99-C3EE-4BD4-9220-DFB2218B37EC}" destId="{3FA3817E-42D9-4101-9B2F-9C9B02D841B5}" srcOrd="4" destOrd="0" presId="urn:microsoft.com/office/officeart/2005/8/layout/vList2"/>
    <dgm:cxn modelId="{2CDE360A-88CF-4972-96F2-88C44F0EF825}" type="presParOf" srcId="{E3705F99-C3EE-4BD4-9220-DFB2218B37EC}" destId="{C7409F5E-79BF-47F8-A929-84E27E264174}" srcOrd="5" destOrd="0" presId="urn:microsoft.com/office/officeart/2005/8/layout/vList2"/>
    <dgm:cxn modelId="{FF1881C3-1590-44AB-8842-EA7BC2A5E15A}" type="presParOf" srcId="{E3705F99-C3EE-4BD4-9220-DFB2218B37EC}" destId="{ED77C389-18B5-4B22-89C2-661C3CAA5A2C}" srcOrd="6" destOrd="0" presId="urn:microsoft.com/office/officeart/2005/8/layout/vList2"/>
    <dgm:cxn modelId="{73E1A2D1-D674-42FD-A85D-3455CD3BEAC7}" type="presParOf" srcId="{E3705F99-C3EE-4BD4-9220-DFB2218B37EC}" destId="{D21C5AD5-CD40-4616-8C84-C70DEB35D062}" srcOrd="7" destOrd="0" presId="urn:microsoft.com/office/officeart/2005/8/layout/vList2"/>
    <dgm:cxn modelId="{E2A8F89D-0E07-4146-B9D8-63D239D5E570}" type="presParOf" srcId="{E3705F99-C3EE-4BD4-9220-DFB2218B37EC}" destId="{F9BBFCD3-293C-435E-8E79-4DA08AB0FA1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FEAFE7DF-E40E-462C-93C2-B18B339F41A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B98D1F-A637-4520-8BF3-3665B78ABB84}">
      <dgm:prSet/>
      <dgm:spPr/>
      <dgm:t>
        <a:bodyPr/>
        <a:lstStyle/>
        <a:p>
          <a:r>
            <a:rPr lang="en-US"/>
            <a:t>Health determinants span beyond the health sector → need cooperation with:</a:t>
          </a:r>
        </a:p>
      </dgm:t>
    </dgm:pt>
    <dgm:pt modelId="{5D3B43C7-AC22-426C-B979-D17582ACF3ED}" type="parTrans" cxnId="{5D72154A-2467-4B4C-89D2-AC80E9667F8C}">
      <dgm:prSet/>
      <dgm:spPr/>
      <dgm:t>
        <a:bodyPr/>
        <a:lstStyle/>
        <a:p>
          <a:endParaRPr lang="en-US"/>
        </a:p>
      </dgm:t>
    </dgm:pt>
    <dgm:pt modelId="{AB615EE1-D65B-45A9-83E2-D9C07B590861}" type="sibTrans" cxnId="{5D72154A-2467-4B4C-89D2-AC80E9667F8C}">
      <dgm:prSet/>
      <dgm:spPr/>
      <dgm:t>
        <a:bodyPr/>
        <a:lstStyle/>
        <a:p>
          <a:endParaRPr lang="en-US"/>
        </a:p>
      </dgm:t>
    </dgm:pt>
    <dgm:pt modelId="{32D6C1C6-8306-4F18-B1D3-ECCCA4AD68CE}">
      <dgm:prSet/>
      <dgm:spPr/>
      <dgm:t>
        <a:bodyPr/>
        <a:lstStyle/>
        <a:p>
          <a:r>
            <a:rPr lang="en-US"/>
            <a:t>Agriculture &amp; Animal Husbandry (food security)</a:t>
          </a:r>
        </a:p>
      </dgm:t>
    </dgm:pt>
    <dgm:pt modelId="{2392A610-FDF9-4FA5-BEE1-BD01F5F32BFA}" type="parTrans" cxnId="{518E3B05-9CD8-4A8D-80EA-B058F56820CB}">
      <dgm:prSet/>
      <dgm:spPr/>
      <dgm:t>
        <a:bodyPr/>
        <a:lstStyle/>
        <a:p>
          <a:endParaRPr lang="en-US"/>
        </a:p>
      </dgm:t>
    </dgm:pt>
    <dgm:pt modelId="{0770095F-4D34-47A2-A100-832EE9816E24}" type="sibTrans" cxnId="{518E3B05-9CD8-4A8D-80EA-B058F56820CB}">
      <dgm:prSet/>
      <dgm:spPr/>
      <dgm:t>
        <a:bodyPr/>
        <a:lstStyle/>
        <a:p>
          <a:endParaRPr lang="en-US"/>
        </a:p>
      </dgm:t>
    </dgm:pt>
    <dgm:pt modelId="{65326580-A154-4B7A-A520-E7100679A670}">
      <dgm:prSet/>
      <dgm:spPr/>
      <dgm:t>
        <a:bodyPr/>
        <a:lstStyle/>
        <a:p>
          <a:r>
            <a:rPr lang="en-US"/>
            <a:t>Education (literacy, health behaviour)</a:t>
          </a:r>
        </a:p>
      </dgm:t>
    </dgm:pt>
    <dgm:pt modelId="{BC1BBC24-7206-4695-B696-08ABF6EEB3AB}" type="parTrans" cxnId="{A4566FD5-BF89-435B-AF3E-18D7C0D8BF1E}">
      <dgm:prSet/>
      <dgm:spPr/>
      <dgm:t>
        <a:bodyPr/>
        <a:lstStyle/>
        <a:p>
          <a:endParaRPr lang="en-US"/>
        </a:p>
      </dgm:t>
    </dgm:pt>
    <dgm:pt modelId="{967C9725-A896-44F1-893B-8F634F1AD3DF}" type="sibTrans" cxnId="{A4566FD5-BF89-435B-AF3E-18D7C0D8BF1E}">
      <dgm:prSet/>
      <dgm:spPr/>
      <dgm:t>
        <a:bodyPr/>
        <a:lstStyle/>
        <a:p>
          <a:endParaRPr lang="en-US"/>
        </a:p>
      </dgm:t>
    </dgm:pt>
    <dgm:pt modelId="{BD3ED29A-FDC6-4E8B-A7B4-D400E63B0232}">
      <dgm:prSet/>
      <dgm:spPr/>
      <dgm:t>
        <a:bodyPr/>
        <a:lstStyle/>
        <a:p>
          <a:r>
            <a:rPr lang="en-US"/>
            <a:t>Public Works &amp; Housing (water, sanitation)</a:t>
          </a:r>
        </a:p>
      </dgm:t>
    </dgm:pt>
    <dgm:pt modelId="{5FCE678E-7AC0-483B-81D9-97940241FE75}" type="parTrans" cxnId="{740339BC-0BF4-4CE7-8D7F-F99D86DE4212}">
      <dgm:prSet/>
      <dgm:spPr/>
      <dgm:t>
        <a:bodyPr/>
        <a:lstStyle/>
        <a:p>
          <a:endParaRPr lang="en-US"/>
        </a:p>
      </dgm:t>
    </dgm:pt>
    <dgm:pt modelId="{4C590D92-2CC7-4FE3-BAFD-4F38616FCCEA}" type="sibTrans" cxnId="{740339BC-0BF4-4CE7-8D7F-F99D86DE4212}">
      <dgm:prSet/>
      <dgm:spPr/>
      <dgm:t>
        <a:bodyPr/>
        <a:lstStyle/>
        <a:p>
          <a:endParaRPr lang="en-US"/>
        </a:p>
      </dgm:t>
    </dgm:pt>
    <dgm:pt modelId="{5472FBC8-F89A-4D06-993C-8100D9A8F5C0}">
      <dgm:prSet/>
      <dgm:spPr/>
      <dgm:t>
        <a:bodyPr/>
        <a:lstStyle/>
        <a:p>
          <a:r>
            <a:rPr lang="en-US"/>
            <a:t>Industry &amp; Communications (healthy workplaces, information flow)</a:t>
          </a:r>
        </a:p>
      </dgm:t>
    </dgm:pt>
    <dgm:pt modelId="{261C72C8-C2B5-44BB-9382-D3BB622D8D4C}" type="parTrans" cxnId="{D5166B9D-A340-4E57-A1E2-A48B416640B5}">
      <dgm:prSet/>
      <dgm:spPr/>
      <dgm:t>
        <a:bodyPr/>
        <a:lstStyle/>
        <a:p>
          <a:endParaRPr lang="en-US"/>
        </a:p>
      </dgm:t>
    </dgm:pt>
    <dgm:pt modelId="{90CA4683-A6F1-46B3-A496-132035536528}" type="sibTrans" cxnId="{D5166B9D-A340-4E57-A1E2-A48B416640B5}">
      <dgm:prSet/>
      <dgm:spPr/>
      <dgm:t>
        <a:bodyPr/>
        <a:lstStyle/>
        <a:p>
          <a:endParaRPr lang="en-US"/>
        </a:p>
      </dgm:t>
    </dgm:pt>
    <dgm:pt modelId="{99457B6E-4EE8-42ED-9BD1-2DDE0452AE4E}">
      <dgm:prSet/>
      <dgm:spPr/>
      <dgm:t>
        <a:bodyPr/>
        <a:lstStyle/>
        <a:p>
          <a:r>
            <a:rPr lang="en-US"/>
            <a:t>Alma‑Ata mandate: National development policies must embed health goals</a:t>
          </a:r>
        </a:p>
      </dgm:t>
    </dgm:pt>
    <dgm:pt modelId="{7B49F543-81C4-4D90-99A7-D7D48390FBC4}" type="parTrans" cxnId="{53955B77-0579-4E59-9824-3F817B3C2951}">
      <dgm:prSet/>
      <dgm:spPr/>
      <dgm:t>
        <a:bodyPr/>
        <a:lstStyle/>
        <a:p>
          <a:endParaRPr lang="en-US"/>
        </a:p>
      </dgm:t>
    </dgm:pt>
    <dgm:pt modelId="{3926695D-4C83-4EB0-B62A-8433BAECF830}" type="sibTrans" cxnId="{53955B77-0579-4E59-9824-3F817B3C2951}">
      <dgm:prSet/>
      <dgm:spPr/>
      <dgm:t>
        <a:bodyPr/>
        <a:lstStyle/>
        <a:p>
          <a:endParaRPr lang="en-US"/>
        </a:p>
      </dgm:t>
    </dgm:pt>
    <dgm:pt modelId="{AB9707F6-82D9-4317-9AC6-4BAD40D291A0}">
      <dgm:prSet/>
      <dgm:spPr/>
      <dgm:t>
        <a:bodyPr/>
        <a:lstStyle/>
        <a:p>
          <a:r>
            <a:rPr lang="en-US"/>
            <a:t>Requires political will, joint planning, resource re‑allocation, and enabling legislation to avoid duplication and maximise impact</a:t>
          </a:r>
        </a:p>
      </dgm:t>
    </dgm:pt>
    <dgm:pt modelId="{24755644-7AF1-4C83-852A-F11D5041C2EA}" type="parTrans" cxnId="{D2D8410B-6374-4E74-BBE6-F3256B86E0A9}">
      <dgm:prSet/>
      <dgm:spPr/>
      <dgm:t>
        <a:bodyPr/>
        <a:lstStyle/>
        <a:p>
          <a:endParaRPr lang="en-US"/>
        </a:p>
      </dgm:t>
    </dgm:pt>
    <dgm:pt modelId="{49738203-1793-4514-B2A0-0BD650E24142}" type="sibTrans" cxnId="{D2D8410B-6374-4E74-BBE6-F3256B86E0A9}">
      <dgm:prSet/>
      <dgm:spPr/>
      <dgm:t>
        <a:bodyPr/>
        <a:lstStyle/>
        <a:p>
          <a:endParaRPr lang="en-US"/>
        </a:p>
      </dgm:t>
    </dgm:pt>
    <dgm:pt modelId="{176157A9-F4A4-4CE8-A3AD-2E13E5D69485}" type="pres">
      <dgm:prSet presAssocID="{FEAFE7DF-E40E-462C-93C2-B18B339F41AB}" presName="linear" presStyleCnt="0">
        <dgm:presLayoutVars>
          <dgm:animLvl val="lvl"/>
          <dgm:resizeHandles val="exact"/>
        </dgm:presLayoutVars>
      </dgm:prSet>
      <dgm:spPr/>
    </dgm:pt>
    <dgm:pt modelId="{11FD9CE7-426B-415D-8888-A8BF06990209}" type="pres">
      <dgm:prSet presAssocID="{34B98D1F-A637-4520-8BF3-3665B78ABB8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36FC3CB-8CC5-454F-BB50-01F40AED1A9E}" type="pres">
      <dgm:prSet presAssocID="{34B98D1F-A637-4520-8BF3-3665B78ABB84}" presName="childText" presStyleLbl="revTx" presStyleIdx="0" presStyleCnt="1">
        <dgm:presLayoutVars>
          <dgm:bulletEnabled val="1"/>
        </dgm:presLayoutVars>
      </dgm:prSet>
      <dgm:spPr/>
    </dgm:pt>
    <dgm:pt modelId="{F1633118-1CFD-44E0-A142-92FA24FA2955}" type="pres">
      <dgm:prSet presAssocID="{99457B6E-4EE8-42ED-9BD1-2DDE0452AE4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2439259-5A89-4EF9-A71E-19B30F0D3E59}" type="pres">
      <dgm:prSet presAssocID="{3926695D-4C83-4EB0-B62A-8433BAECF830}" presName="spacer" presStyleCnt="0"/>
      <dgm:spPr/>
    </dgm:pt>
    <dgm:pt modelId="{31B96150-D7A1-4B8B-9B81-4E1FBE8D432D}" type="pres">
      <dgm:prSet presAssocID="{AB9707F6-82D9-4317-9AC6-4BAD40D291A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18E3B05-9CD8-4A8D-80EA-B058F56820CB}" srcId="{34B98D1F-A637-4520-8BF3-3665B78ABB84}" destId="{32D6C1C6-8306-4F18-B1D3-ECCCA4AD68CE}" srcOrd="0" destOrd="0" parTransId="{2392A610-FDF9-4FA5-BEE1-BD01F5F32BFA}" sibTransId="{0770095F-4D34-47A2-A100-832EE9816E24}"/>
    <dgm:cxn modelId="{D2D8410B-6374-4E74-BBE6-F3256B86E0A9}" srcId="{FEAFE7DF-E40E-462C-93C2-B18B339F41AB}" destId="{AB9707F6-82D9-4317-9AC6-4BAD40D291A0}" srcOrd="2" destOrd="0" parTransId="{24755644-7AF1-4C83-852A-F11D5041C2EA}" sibTransId="{49738203-1793-4514-B2A0-0BD650E24142}"/>
    <dgm:cxn modelId="{5D72154A-2467-4B4C-89D2-AC80E9667F8C}" srcId="{FEAFE7DF-E40E-462C-93C2-B18B339F41AB}" destId="{34B98D1F-A637-4520-8BF3-3665B78ABB84}" srcOrd="0" destOrd="0" parTransId="{5D3B43C7-AC22-426C-B979-D17582ACF3ED}" sibTransId="{AB615EE1-D65B-45A9-83E2-D9C07B590861}"/>
    <dgm:cxn modelId="{3C840E51-8C52-45B4-804C-BD869C7CAE75}" type="presOf" srcId="{32D6C1C6-8306-4F18-B1D3-ECCCA4AD68CE}" destId="{D36FC3CB-8CC5-454F-BB50-01F40AED1A9E}" srcOrd="0" destOrd="0" presId="urn:microsoft.com/office/officeart/2005/8/layout/vList2"/>
    <dgm:cxn modelId="{C32C8871-3FE9-484C-BE43-E4147DCA1E91}" type="presOf" srcId="{FEAFE7DF-E40E-462C-93C2-B18B339F41AB}" destId="{176157A9-F4A4-4CE8-A3AD-2E13E5D69485}" srcOrd="0" destOrd="0" presId="urn:microsoft.com/office/officeart/2005/8/layout/vList2"/>
    <dgm:cxn modelId="{53955B77-0579-4E59-9824-3F817B3C2951}" srcId="{FEAFE7DF-E40E-462C-93C2-B18B339F41AB}" destId="{99457B6E-4EE8-42ED-9BD1-2DDE0452AE4E}" srcOrd="1" destOrd="0" parTransId="{7B49F543-81C4-4D90-99A7-D7D48390FBC4}" sibTransId="{3926695D-4C83-4EB0-B62A-8433BAECF830}"/>
    <dgm:cxn modelId="{D5166B9D-A340-4E57-A1E2-A48B416640B5}" srcId="{34B98D1F-A637-4520-8BF3-3665B78ABB84}" destId="{5472FBC8-F89A-4D06-993C-8100D9A8F5C0}" srcOrd="3" destOrd="0" parTransId="{261C72C8-C2B5-44BB-9382-D3BB622D8D4C}" sibTransId="{90CA4683-A6F1-46B3-A496-132035536528}"/>
    <dgm:cxn modelId="{0703EDA0-E64C-4DFE-A31E-0CC43E2C0614}" type="presOf" srcId="{34B98D1F-A637-4520-8BF3-3665B78ABB84}" destId="{11FD9CE7-426B-415D-8888-A8BF06990209}" srcOrd="0" destOrd="0" presId="urn:microsoft.com/office/officeart/2005/8/layout/vList2"/>
    <dgm:cxn modelId="{A33CD5B1-3FDA-4307-AF6D-E5C2F1B24549}" type="presOf" srcId="{AB9707F6-82D9-4317-9AC6-4BAD40D291A0}" destId="{31B96150-D7A1-4B8B-9B81-4E1FBE8D432D}" srcOrd="0" destOrd="0" presId="urn:microsoft.com/office/officeart/2005/8/layout/vList2"/>
    <dgm:cxn modelId="{AB03E3B8-0321-4235-9C26-CD49C8CDE257}" type="presOf" srcId="{65326580-A154-4B7A-A520-E7100679A670}" destId="{D36FC3CB-8CC5-454F-BB50-01F40AED1A9E}" srcOrd="0" destOrd="1" presId="urn:microsoft.com/office/officeart/2005/8/layout/vList2"/>
    <dgm:cxn modelId="{740339BC-0BF4-4CE7-8D7F-F99D86DE4212}" srcId="{34B98D1F-A637-4520-8BF3-3665B78ABB84}" destId="{BD3ED29A-FDC6-4E8B-A7B4-D400E63B0232}" srcOrd="2" destOrd="0" parTransId="{5FCE678E-7AC0-483B-81D9-97940241FE75}" sibTransId="{4C590D92-2CC7-4FE3-BAFD-4F38616FCCEA}"/>
    <dgm:cxn modelId="{95CA0CD3-15F6-4F7F-90BE-821C7AEE6ADC}" type="presOf" srcId="{BD3ED29A-FDC6-4E8B-A7B4-D400E63B0232}" destId="{D36FC3CB-8CC5-454F-BB50-01F40AED1A9E}" srcOrd="0" destOrd="2" presId="urn:microsoft.com/office/officeart/2005/8/layout/vList2"/>
    <dgm:cxn modelId="{A4566FD5-BF89-435B-AF3E-18D7C0D8BF1E}" srcId="{34B98D1F-A637-4520-8BF3-3665B78ABB84}" destId="{65326580-A154-4B7A-A520-E7100679A670}" srcOrd="1" destOrd="0" parTransId="{BC1BBC24-7206-4695-B696-08ABF6EEB3AB}" sibTransId="{967C9725-A896-44F1-893B-8F634F1AD3DF}"/>
    <dgm:cxn modelId="{0E0460E0-3BDB-4E65-B3DD-60D1F9C934DF}" type="presOf" srcId="{5472FBC8-F89A-4D06-993C-8100D9A8F5C0}" destId="{D36FC3CB-8CC5-454F-BB50-01F40AED1A9E}" srcOrd="0" destOrd="3" presId="urn:microsoft.com/office/officeart/2005/8/layout/vList2"/>
    <dgm:cxn modelId="{575802EA-75F2-4D78-8BD4-7D2D3AA665ED}" type="presOf" srcId="{99457B6E-4EE8-42ED-9BD1-2DDE0452AE4E}" destId="{F1633118-1CFD-44E0-A142-92FA24FA2955}" srcOrd="0" destOrd="0" presId="urn:microsoft.com/office/officeart/2005/8/layout/vList2"/>
    <dgm:cxn modelId="{0373E460-8A03-4857-8605-E76620EB7D13}" type="presParOf" srcId="{176157A9-F4A4-4CE8-A3AD-2E13E5D69485}" destId="{11FD9CE7-426B-415D-8888-A8BF06990209}" srcOrd="0" destOrd="0" presId="urn:microsoft.com/office/officeart/2005/8/layout/vList2"/>
    <dgm:cxn modelId="{2D4B49D5-A75F-45BF-812B-9755A5949FA4}" type="presParOf" srcId="{176157A9-F4A4-4CE8-A3AD-2E13E5D69485}" destId="{D36FC3CB-8CC5-454F-BB50-01F40AED1A9E}" srcOrd="1" destOrd="0" presId="urn:microsoft.com/office/officeart/2005/8/layout/vList2"/>
    <dgm:cxn modelId="{A23F8B4A-A9FD-40FE-8496-D81D76812CF7}" type="presParOf" srcId="{176157A9-F4A4-4CE8-A3AD-2E13E5D69485}" destId="{F1633118-1CFD-44E0-A142-92FA24FA2955}" srcOrd="2" destOrd="0" presId="urn:microsoft.com/office/officeart/2005/8/layout/vList2"/>
    <dgm:cxn modelId="{2079B326-0E4D-4032-B9FB-CE350F419F7F}" type="presParOf" srcId="{176157A9-F4A4-4CE8-A3AD-2E13E5D69485}" destId="{22439259-5A89-4EF9-A71E-19B30F0D3E59}" srcOrd="3" destOrd="0" presId="urn:microsoft.com/office/officeart/2005/8/layout/vList2"/>
    <dgm:cxn modelId="{AB9F1275-9BD7-43A7-B949-279ED8A096B4}" type="presParOf" srcId="{176157A9-F4A4-4CE8-A3AD-2E13E5D69485}" destId="{31B96150-D7A1-4B8B-9B81-4E1FBE8D432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93AFCABD-8C47-4FE2-BAEF-A1F2B4F075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6C446CC-97CD-4E96-BBE8-388BA9A92310}">
      <dgm:prSet/>
      <dgm:spPr/>
      <dgm:t>
        <a:bodyPr/>
        <a:lstStyle/>
        <a:p>
          <a:r>
            <a:rPr lang="en-US" i="0" baseline="0"/>
            <a:t>Definition: Scientifically sound, locally adaptable, culturally acceptable, affordable, and maintainable by the community</a:t>
          </a:r>
          <a:endParaRPr lang="en-US"/>
        </a:p>
      </dgm:t>
    </dgm:pt>
    <dgm:pt modelId="{200D08BD-4B21-47B0-B1CD-5C8781F9C10B}" type="parTrans" cxnId="{5C5488E5-EF95-41EC-A22C-CA46D7075021}">
      <dgm:prSet/>
      <dgm:spPr/>
      <dgm:t>
        <a:bodyPr/>
        <a:lstStyle/>
        <a:p>
          <a:endParaRPr lang="en-US"/>
        </a:p>
      </dgm:t>
    </dgm:pt>
    <dgm:pt modelId="{733C9FBC-22F4-4A5F-827D-9904CFD06334}" type="sibTrans" cxnId="{5C5488E5-EF95-41EC-A22C-CA46D7075021}">
      <dgm:prSet/>
      <dgm:spPr/>
      <dgm:t>
        <a:bodyPr/>
        <a:lstStyle/>
        <a:p>
          <a:endParaRPr lang="en-US"/>
        </a:p>
      </dgm:t>
    </dgm:pt>
    <dgm:pt modelId="{CB96CBD8-396C-44A3-A9FD-4CC36C19162F}">
      <dgm:prSet/>
      <dgm:spPr/>
      <dgm:t>
        <a:bodyPr/>
        <a:lstStyle/>
        <a:p>
          <a:r>
            <a:rPr lang="en-US" i="0" baseline="0"/>
            <a:t>Contrasts with costly, “luxury” tertiary technologies that drain budgets without meeting local needs</a:t>
          </a:r>
          <a:endParaRPr lang="en-US"/>
        </a:p>
      </dgm:t>
    </dgm:pt>
    <dgm:pt modelId="{0349A485-F3A3-479E-8A57-1EBAA249B01A}" type="parTrans" cxnId="{DED3A0AD-88BB-4FED-98BF-41B3060746E7}">
      <dgm:prSet/>
      <dgm:spPr/>
      <dgm:t>
        <a:bodyPr/>
        <a:lstStyle/>
        <a:p>
          <a:endParaRPr lang="en-US"/>
        </a:p>
      </dgm:t>
    </dgm:pt>
    <dgm:pt modelId="{BEBAF87F-0454-4B7F-846B-46362CC47181}" type="sibTrans" cxnId="{DED3A0AD-88BB-4FED-98BF-41B3060746E7}">
      <dgm:prSet/>
      <dgm:spPr/>
      <dgm:t>
        <a:bodyPr/>
        <a:lstStyle/>
        <a:p>
          <a:endParaRPr lang="en-US"/>
        </a:p>
      </dgm:t>
    </dgm:pt>
    <dgm:pt modelId="{AAE7BDE3-A5DA-453A-9A9A-D30A9FBA9DB1}">
      <dgm:prSet/>
      <dgm:spPr/>
      <dgm:t>
        <a:bodyPr/>
        <a:lstStyle/>
        <a:p>
          <a:r>
            <a:rPr lang="en-US" i="0" baseline="0"/>
            <a:t>Examples of </a:t>
          </a:r>
          <a:r>
            <a:rPr lang="en-US" i="1" baseline="0"/>
            <a:t>appropriate</a:t>
          </a:r>
          <a:r>
            <a:rPr lang="en-US" i="0" baseline="0"/>
            <a:t> solutions:</a:t>
          </a:r>
          <a:endParaRPr lang="en-US"/>
        </a:p>
      </dgm:t>
    </dgm:pt>
    <dgm:pt modelId="{21FED8B6-1B29-42A8-96B0-3EAA0224E1B5}" type="parTrans" cxnId="{F3EAC20D-BDA5-42DE-A6D7-63918470509A}">
      <dgm:prSet/>
      <dgm:spPr/>
      <dgm:t>
        <a:bodyPr/>
        <a:lstStyle/>
        <a:p>
          <a:endParaRPr lang="en-US"/>
        </a:p>
      </dgm:t>
    </dgm:pt>
    <dgm:pt modelId="{64ACB9A2-3CBA-4123-B26C-B254923ACCE9}" type="sibTrans" cxnId="{F3EAC20D-BDA5-42DE-A6D7-63918470509A}">
      <dgm:prSet/>
      <dgm:spPr/>
      <dgm:t>
        <a:bodyPr/>
        <a:lstStyle/>
        <a:p>
          <a:endParaRPr lang="en-US"/>
        </a:p>
      </dgm:t>
    </dgm:pt>
    <dgm:pt modelId="{AA4487CA-371F-479C-A098-9DC0106CF808}">
      <dgm:prSet/>
      <dgm:spPr/>
      <dgm:t>
        <a:bodyPr/>
        <a:lstStyle/>
        <a:p>
          <a:r>
            <a:rPr lang="en-US" i="0" baseline="0"/>
            <a:t>Oral Rehydration Solution (ORS) for diarrhoea</a:t>
          </a:r>
          <a:endParaRPr lang="en-US"/>
        </a:p>
      </dgm:t>
    </dgm:pt>
    <dgm:pt modelId="{E5984FFE-B19F-4313-A847-78C52610E566}" type="parTrans" cxnId="{4B9A61AD-F77E-4B21-8F90-14A79A87123A}">
      <dgm:prSet/>
      <dgm:spPr/>
      <dgm:t>
        <a:bodyPr/>
        <a:lstStyle/>
        <a:p>
          <a:endParaRPr lang="en-US"/>
        </a:p>
      </dgm:t>
    </dgm:pt>
    <dgm:pt modelId="{758F1E26-1D21-4B9B-BE9E-599D2EEEB0D6}" type="sibTrans" cxnId="{4B9A61AD-F77E-4B21-8F90-14A79A87123A}">
      <dgm:prSet/>
      <dgm:spPr/>
      <dgm:t>
        <a:bodyPr/>
        <a:lstStyle/>
        <a:p>
          <a:endParaRPr lang="en-US"/>
        </a:p>
      </dgm:t>
    </dgm:pt>
    <dgm:pt modelId="{092D3B20-3D9E-415A-A603-D75A063B5100}">
      <dgm:prSet/>
      <dgm:spPr/>
      <dgm:t>
        <a:bodyPr/>
        <a:lstStyle/>
        <a:p>
          <a:r>
            <a:rPr lang="en-US" i="0" baseline="0"/>
            <a:t>Village standpipes vs. expensive house‑to‑house water connections</a:t>
          </a:r>
          <a:endParaRPr lang="en-US"/>
        </a:p>
      </dgm:t>
    </dgm:pt>
    <dgm:pt modelId="{F5DB1774-7DAE-4270-8568-2D3E67CB9CA3}" type="parTrans" cxnId="{E1242771-4A82-4836-A3EE-443EE8DD8422}">
      <dgm:prSet/>
      <dgm:spPr/>
      <dgm:t>
        <a:bodyPr/>
        <a:lstStyle/>
        <a:p>
          <a:endParaRPr lang="en-US"/>
        </a:p>
      </dgm:t>
    </dgm:pt>
    <dgm:pt modelId="{7B790526-56BD-4F1D-81D5-3F2E79B533F0}" type="sibTrans" cxnId="{E1242771-4A82-4836-A3EE-443EE8DD8422}">
      <dgm:prSet/>
      <dgm:spPr/>
      <dgm:t>
        <a:bodyPr/>
        <a:lstStyle/>
        <a:p>
          <a:endParaRPr lang="en-US"/>
        </a:p>
      </dgm:t>
    </dgm:pt>
    <dgm:pt modelId="{BECCFAD4-8288-43D4-A751-55494A526DB9}">
      <dgm:prSet/>
      <dgm:spPr/>
      <dgm:t>
        <a:bodyPr/>
        <a:lstStyle/>
        <a:p>
          <a:r>
            <a:rPr lang="en-US" i="0" baseline="0"/>
            <a:t>Embodies self‑reliance and sustainable use of limited resources</a:t>
          </a:r>
          <a:endParaRPr lang="en-US"/>
        </a:p>
      </dgm:t>
    </dgm:pt>
    <dgm:pt modelId="{4F907868-8493-436F-88CA-6DBDA496A722}" type="parTrans" cxnId="{763B2E66-A11F-440B-B2E2-741528C0A187}">
      <dgm:prSet/>
      <dgm:spPr/>
      <dgm:t>
        <a:bodyPr/>
        <a:lstStyle/>
        <a:p>
          <a:endParaRPr lang="en-US"/>
        </a:p>
      </dgm:t>
    </dgm:pt>
    <dgm:pt modelId="{FE593C6E-0A29-4A01-9ABF-8711B6BE9ECB}" type="sibTrans" cxnId="{763B2E66-A11F-440B-B2E2-741528C0A187}">
      <dgm:prSet/>
      <dgm:spPr/>
      <dgm:t>
        <a:bodyPr/>
        <a:lstStyle/>
        <a:p>
          <a:endParaRPr lang="en-US"/>
        </a:p>
      </dgm:t>
    </dgm:pt>
    <dgm:pt modelId="{DDC6937D-86EB-4296-ADCE-19B9FA100D4A}">
      <dgm:prSet/>
      <dgm:spPr/>
      <dgm:t>
        <a:bodyPr/>
        <a:lstStyle/>
        <a:p>
          <a:r>
            <a:rPr lang="en-US" i="0" baseline="0"/>
            <a:t>PHC vs. past models: shifts from top‑down service delivery to </a:t>
          </a:r>
          <a:r>
            <a:rPr lang="en-US" i="1" baseline="0"/>
            <a:t>people‑centred</a:t>
          </a:r>
          <a:r>
            <a:rPr lang="en-US" i="0" baseline="0"/>
            <a:t> approaches emphasising equity, participation, coordination, and technology suited to local realities</a:t>
          </a:r>
          <a:endParaRPr lang="en-US"/>
        </a:p>
      </dgm:t>
    </dgm:pt>
    <dgm:pt modelId="{21E49437-24CC-4867-B0E2-540B2E136104}" type="parTrans" cxnId="{8BBA7721-227B-4FAD-8368-6CF4E1A22CCD}">
      <dgm:prSet/>
      <dgm:spPr/>
      <dgm:t>
        <a:bodyPr/>
        <a:lstStyle/>
        <a:p>
          <a:endParaRPr lang="en-US"/>
        </a:p>
      </dgm:t>
    </dgm:pt>
    <dgm:pt modelId="{3DEE5D78-4DEA-4FAD-83DF-82C9E437B677}" type="sibTrans" cxnId="{8BBA7721-227B-4FAD-8368-6CF4E1A22CCD}">
      <dgm:prSet/>
      <dgm:spPr/>
      <dgm:t>
        <a:bodyPr/>
        <a:lstStyle/>
        <a:p>
          <a:endParaRPr lang="en-US"/>
        </a:p>
      </dgm:t>
    </dgm:pt>
    <dgm:pt modelId="{7FB143F6-7F3B-46EF-BA17-0927B833A2D4}" type="pres">
      <dgm:prSet presAssocID="{93AFCABD-8C47-4FE2-BAEF-A1F2B4F075EE}" presName="linear" presStyleCnt="0">
        <dgm:presLayoutVars>
          <dgm:animLvl val="lvl"/>
          <dgm:resizeHandles val="exact"/>
        </dgm:presLayoutVars>
      </dgm:prSet>
      <dgm:spPr/>
    </dgm:pt>
    <dgm:pt modelId="{02563CD7-EE33-4750-9B92-369E225A1FCB}" type="pres">
      <dgm:prSet presAssocID="{C6C446CC-97CD-4E96-BBE8-388BA9A9231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229F381-702A-4C4B-91A5-2D079FA5E3C0}" type="pres">
      <dgm:prSet presAssocID="{733C9FBC-22F4-4A5F-827D-9904CFD06334}" presName="spacer" presStyleCnt="0"/>
      <dgm:spPr/>
    </dgm:pt>
    <dgm:pt modelId="{0E9A2F18-FC75-442A-B66E-3632F6F5E776}" type="pres">
      <dgm:prSet presAssocID="{CB96CBD8-396C-44A3-A9FD-4CC36C19162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6DD1C623-A3FC-40CD-B994-9D72B2FAC4FD}" type="pres">
      <dgm:prSet presAssocID="{BEBAF87F-0454-4B7F-846B-46362CC47181}" presName="spacer" presStyleCnt="0"/>
      <dgm:spPr/>
    </dgm:pt>
    <dgm:pt modelId="{FF43DB12-C84F-4110-9118-F217C6A44CDB}" type="pres">
      <dgm:prSet presAssocID="{AAE7BDE3-A5DA-453A-9A9A-D30A9FBA9DB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9C4BA47-C8D7-46CA-82BD-5FE0B213A82B}" type="pres">
      <dgm:prSet presAssocID="{AAE7BDE3-A5DA-453A-9A9A-D30A9FBA9DB1}" presName="childText" presStyleLbl="revTx" presStyleIdx="0" presStyleCnt="1">
        <dgm:presLayoutVars>
          <dgm:bulletEnabled val="1"/>
        </dgm:presLayoutVars>
      </dgm:prSet>
      <dgm:spPr/>
    </dgm:pt>
    <dgm:pt modelId="{83FA7E65-C1F7-44F2-9A1C-C9B7301A3026}" type="pres">
      <dgm:prSet presAssocID="{BECCFAD4-8288-43D4-A751-55494A526DB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7C28E5F-E529-4959-8A27-703A3D9D6B5A}" type="pres">
      <dgm:prSet presAssocID="{FE593C6E-0A29-4A01-9ABF-8711B6BE9ECB}" presName="spacer" presStyleCnt="0"/>
      <dgm:spPr/>
    </dgm:pt>
    <dgm:pt modelId="{0B2131A9-1BFF-48FD-AA6E-844125ED305E}" type="pres">
      <dgm:prSet presAssocID="{DDC6937D-86EB-4296-ADCE-19B9FA100D4A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9937606-B94C-45A0-A19E-167D2A3414F0}" type="presOf" srcId="{C6C446CC-97CD-4E96-BBE8-388BA9A92310}" destId="{02563CD7-EE33-4750-9B92-369E225A1FCB}" srcOrd="0" destOrd="0" presId="urn:microsoft.com/office/officeart/2005/8/layout/vList2"/>
    <dgm:cxn modelId="{F3EAC20D-BDA5-42DE-A6D7-63918470509A}" srcId="{93AFCABD-8C47-4FE2-BAEF-A1F2B4F075EE}" destId="{AAE7BDE3-A5DA-453A-9A9A-D30A9FBA9DB1}" srcOrd="2" destOrd="0" parTransId="{21FED8B6-1B29-42A8-96B0-3EAA0224E1B5}" sibTransId="{64ACB9A2-3CBA-4123-B26C-B254923ACCE9}"/>
    <dgm:cxn modelId="{8BBA7721-227B-4FAD-8368-6CF4E1A22CCD}" srcId="{93AFCABD-8C47-4FE2-BAEF-A1F2B4F075EE}" destId="{DDC6937D-86EB-4296-ADCE-19B9FA100D4A}" srcOrd="4" destOrd="0" parTransId="{21E49437-24CC-4867-B0E2-540B2E136104}" sibTransId="{3DEE5D78-4DEA-4FAD-83DF-82C9E437B677}"/>
    <dgm:cxn modelId="{917CDD5B-1EA8-4216-BE79-86834DA881DF}" type="presOf" srcId="{AAE7BDE3-A5DA-453A-9A9A-D30A9FBA9DB1}" destId="{FF43DB12-C84F-4110-9118-F217C6A44CDB}" srcOrd="0" destOrd="0" presId="urn:microsoft.com/office/officeart/2005/8/layout/vList2"/>
    <dgm:cxn modelId="{73B86F41-A4F4-4A66-989E-189D474470CF}" type="presOf" srcId="{93AFCABD-8C47-4FE2-BAEF-A1F2B4F075EE}" destId="{7FB143F6-7F3B-46EF-BA17-0927B833A2D4}" srcOrd="0" destOrd="0" presId="urn:microsoft.com/office/officeart/2005/8/layout/vList2"/>
    <dgm:cxn modelId="{F4F5C845-DD24-41A8-8106-E7AB98EAD413}" type="presOf" srcId="{092D3B20-3D9E-415A-A603-D75A063B5100}" destId="{29C4BA47-C8D7-46CA-82BD-5FE0B213A82B}" srcOrd="0" destOrd="1" presId="urn:microsoft.com/office/officeart/2005/8/layout/vList2"/>
    <dgm:cxn modelId="{763B2E66-A11F-440B-B2E2-741528C0A187}" srcId="{93AFCABD-8C47-4FE2-BAEF-A1F2B4F075EE}" destId="{BECCFAD4-8288-43D4-A751-55494A526DB9}" srcOrd="3" destOrd="0" parTransId="{4F907868-8493-436F-88CA-6DBDA496A722}" sibTransId="{FE593C6E-0A29-4A01-9ABF-8711B6BE9ECB}"/>
    <dgm:cxn modelId="{E1242771-4A82-4836-A3EE-443EE8DD8422}" srcId="{AAE7BDE3-A5DA-453A-9A9A-D30A9FBA9DB1}" destId="{092D3B20-3D9E-415A-A603-D75A063B5100}" srcOrd="1" destOrd="0" parTransId="{F5DB1774-7DAE-4270-8568-2D3E67CB9CA3}" sibTransId="{7B790526-56BD-4F1D-81D5-3F2E79B533F0}"/>
    <dgm:cxn modelId="{4B9A61AD-F77E-4B21-8F90-14A79A87123A}" srcId="{AAE7BDE3-A5DA-453A-9A9A-D30A9FBA9DB1}" destId="{AA4487CA-371F-479C-A098-9DC0106CF808}" srcOrd="0" destOrd="0" parTransId="{E5984FFE-B19F-4313-A847-78C52610E566}" sibTransId="{758F1E26-1D21-4B9B-BE9E-599D2EEEB0D6}"/>
    <dgm:cxn modelId="{DED3A0AD-88BB-4FED-98BF-41B3060746E7}" srcId="{93AFCABD-8C47-4FE2-BAEF-A1F2B4F075EE}" destId="{CB96CBD8-396C-44A3-A9FD-4CC36C19162F}" srcOrd="1" destOrd="0" parTransId="{0349A485-F3A3-479E-8A57-1EBAA249B01A}" sibTransId="{BEBAF87F-0454-4B7F-846B-46362CC47181}"/>
    <dgm:cxn modelId="{4BF915B2-822A-4888-98F1-7A221919B20F}" type="presOf" srcId="{CB96CBD8-396C-44A3-A9FD-4CC36C19162F}" destId="{0E9A2F18-FC75-442A-B66E-3632F6F5E776}" srcOrd="0" destOrd="0" presId="urn:microsoft.com/office/officeart/2005/8/layout/vList2"/>
    <dgm:cxn modelId="{22A14DBA-E753-47D1-80A3-6AE412AEA278}" type="presOf" srcId="{AA4487CA-371F-479C-A098-9DC0106CF808}" destId="{29C4BA47-C8D7-46CA-82BD-5FE0B213A82B}" srcOrd="0" destOrd="0" presId="urn:microsoft.com/office/officeart/2005/8/layout/vList2"/>
    <dgm:cxn modelId="{5C5488E5-EF95-41EC-A22C-CA46D7075021}" srcId="{93AFCABD-8C47-4FE2-BAEF-A1F2B4F075EE}" destId="{C6C446CC-97CD-4E96-BBE8-388BA9A92310}" srcOrd="0" destOrd="0" parTransId="{200D08BD-4B21-47B0-B1CD-5C8781F9C10B}" sibTransId="{733C9FBC-22F4-4A5F-827D-9904CFD06334}"/>
    <dgm:cxn modelId="{C0B168E9-5778-4BA0-97C1-CA9572BE00FD}" type="presOf" srcId="{BECCFAD4-8288-43D4-A751-55494A526DB9}" destId="{83FA7E65-C1F7-44F2-9A1C-C9B7301A3026}" srcOrd="0" destOrd="0" presId="urn:microsoft.com/office/officeart/2005/8/layout/vList2"/>
    <dgm:cxn modelId="{34E3E4FE-1468-43E1-87B9-F398A2F5FE7F}" type="presOf" srcId="{DDC6937D-86EB-4296-ADCE-19B9FA100D4A}" destId="{0B2131A9-1BFF-48FD-AA6E-844125ED305E}" srcOrd="0" destOrd="0" presId="urn:microsoft.com/office/officeart/2005/8/layout/vList2"/>
    <dgm:cxn modelId="{974BE13D-BFA5-4BF2-BD72-A8D40AFB1B40}" type="presParOf" srcId="{7FB143F6-7F3B-46EF-BA17-0927B833A2D4}" destId="{02563CD7-EE33-4750-9B92-369E225A1FCB}" srcOrd="0" destOrd="0" presId="urn:microsoft.com/office/officeart/2005/8/layout/vList2"/>
    <dgm:cxn modelId="{876D0CC4-D4DC-4A44-AEC8-30AA56DE1A8D}" type="presParOf" srcId="{7FB143F6-7F3B-46EF-BA17-0927B833A2D4}" destId="{3229F381-702A-4C4B-91A5-2D079FA5E3C0}" srcOrd="1" destOrd="0" presId="urn:microsoft.com/office/officeart/2005/8/layout/vList2"/>
    <dgm:cxn modelId="{3E293508-44E3-4763-8118-8B35A7703C25}" type="presParOf" srcId="{7FB143F6-7F3B-46EF-BA17-0927B833A2D4}" destId="{0E9A2F18-FC75-442A-B66E-3632F6F5E776}" srcOrd="2" destOrd="0" presId="urn:microsoft.com/office/officeart/2005/8/layout/vList2"/>
    <dgm:cxn modelId="{DC36EEA7-2F2B-4850-ABCF-B37C53BCBA84}" type="presParOf" srcId="{7FB143F6-7F3B-46EF-BA17-0927B833A2D4}" destId="{6DD1C623-A3FC-40CD-B994-9D72B2FAC4FD}" srcOrd="3" destOrd="0" presId="urn:microsoft.com/office/officeart/2005/8/layout/vList2"/>
    <dgm:cxn modelId="{F7966FA3-8B1A-4C3F-87E3-C319DA922DA1}" type="presParOf" srcId="{7FB143F6-7F3B-46EF-BA17-0927B833A2D4}" destId="{FF43DB12-C84F-4110-9118-F217C6A44CDB}" srcOrd="4" destOrd="0" presId="urn:microsoft.com/office/officeart/2005/8/layout/vList2"/>
    <dgm:cxn modelId="{C7465A05-EBA7-4421-9FA6-A976009C0B6B}" type="presParOf" srcId="{7FB143F6-7F3B-46EF-BA17-0927B833A2D4}" destId="{29C4BA47-C8D7-46CA-82BD-5FE0B213A82B}" srcOrd="5" destOrd="0" presId="urn:microsoft.com/office/officeart/2005/8/layout/vList2"/>
    <dgm:cxn modelId="{DE11A111-F7D3-4BD6-ACE2-878724FC6671}" type="presParOf" srcId="{7FB143F6-7F3B-46EF-BA17-0927B833A2D4}" destId="{83FA7E65-C1F7-44F2-9A1C-C9B7301A3026}" srcOrd="6" destOrd="0" presId="urn:microsoft.com/office/officeart/2005/8/layout/vList2"/>
    <dgm:cxn modelId="{57A627DF-E46F-4747-B75A-C19D9E4A1AE1}" type="presParOf" srcId="{7FB143F6-7F3B-46EF-BA17-0927B833A2D4}" destId="{47C28E5F-E529-4959-8A27-703A3D9D6B5A}" srcOrd="7" destOrd="0" presId="urn:microsoft.com/office/officeart/2005/8/layout/vList2"/>
    <dgm:cxn modelId="{FDA30C1E-B936-4202-9410-FEED6D8834B1}" type="presParOf" srcId="{7FB143F6-7F3B-46EF-BA17-0927B833A2D4}" destId="{0B2131A9-1BFF-48FD-AA6E-844125ED305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F73C9B00-F265-4B10-908C-264E45CAEA6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77EAD55-9D34-48F2-A337-99B7C64A4ADD}">
      <dgm:prSet/>
      <dgm:spPr/>
      <dgm:t>
        <a:bodyPr/>
        <a:lstStyle/>
        <a:p>
          <a:r>
            <a:rPr lang="en-US" b="1" i="0" baseline="0"/>
            <a:t>Adopted in 2000</a:t>
          </a:r>
          <a:r>
            <a:rPr lang="en-US" b="0" i="0" baseline="0"/>
            <a:t> by 189 countries at the </a:t>
          </a:r>
          <a:r>
            <a:rPr lang="en-US" b="1" i="0" baseline="0"/>
            <a:t>UN Millennium Summit, New York</a:t>
          </a:r>
          <a:endParaRPr lang="en-US"/>
        </a:p>
      </dgm:t>
    </dgm:pt>
    <dgm:pt modelId="{DF4F990E-180E-43A3-BCCE-8FE9B3C6DC1E}" type="parTrans" cxnId="{B7770CCA-7483-4A81-8650-65EEBAA881F1}">
      <dgm:prSet/>
      <dgm:spPr/>
      <dgm:t>
        <a:bodyPr/>
        <a:lstStyle/>
        <a:p>
          <a:endParaRPr lang="en-US"/>
        </a:p>
      </dgm:t>
    </dgm:pt>
    <dgm:pt modelId="{9F250E59-DB1E-4674-ABBF-AACA8D467E0D}" type="sibTrans" cxnId="{B7770CCA-7483-4A81-8650-65EEBAA881F1}">
      <dgm:prSet/>
      <dgm:spPr/>
      <dgm:t>
        <a:bodyPr/>
        <a:lstStyle/>
        <a:p>
          <a:endParaRPr lang="en-US"/>
        </a:p>
      </dgm:t>
    </dgm:pt>
    <dgm:pt modelId="{6C2B5AD2-8DA1-4740-9EB4-66A00E069BA0}">
      <dgm:prSet/>
      <dgm:spPr/>
      <dgm:t>
        <a:bodyPr/>
        <a:lstStyle/>
        <a:p>
          <a:r>
            <a:rPr lang="en-US" b="0" i="0" baseline="0"/>
            <a:t>Framed as part of the </a:t>
          </a:r>
          <a:r>
            <a:rPr lang="en-US" b="1" i="0" baseline="0"/>
            <a:t>UN Millennium Declaration</a:t>
          </a:r>
          <a:endParaRPr lang="en-US"/>
        </a:p>
      </dgm:t>
    </dgm:pt>
    <dgm:pt modelId="{0EAB2150-9321-417E-9C62-B74385A3A596}" type="parTrans" cxnId="{4C7A3A8B-6223-4FD7-B37D-57C7D41FCB02}">
      <dgm:prSet/>
      <dgm:spPr/>
      <dgm:t>
        <a:bodyPr/>
        <a:lstStyle/>
        <a:p>
          <a:endParaRPr lang="en-US"/>
        </a:p>
      </dgm:t>
    </dgm:pt>
    <dgm:pt modelId="{0C7A16AF-CB1D-4E33-9948-ECD524E9727D}" type="sibTrans" cxnId="{4C7A3A8B-6223-4FD7-B37D-57C7D41FCB02}">
      <dgm:prSet/>
      <dgm:spPr/>
      <dgm:t>
        <a:bodyPr/>
        <a:lstStyle/>
        <a:p>
          <a:endParaRPr lang="en-US"/>
        </a:p>
      </dgm:t>
    </dgm:pt>
    <dgm:pt modelId="{A391E546-5D4E-4A9B-A88E-5D0E2700AFF5}">
      <dgm:prSet/>
      <dgm:spPr/>
      <dgm:t>
        <a:bodyPr/>
        <a:lstStyle/>
        <a:p>
          <a:r>
            <a:rPr lang="en-US" b="0" i="0" baseline="0"/>
            <a:t>Aimed at </a:t>
          </a:r>
          <a:r>
            <a:rPr lang="en-US" b="1" i="0" baseline="0"/>
            <a:t>poverty eradication and sustainable development</a:t>
          </a:r>
          <a:r>
            <a:rPr lang="en-US" b="0" i="0" baseline="0"/>
            <a:t>, with a target year of </a:t>
          </a:r>
          <a:r>
            <a:rPr lang="en-US" b="1" i="0" baseline="0"/>
            <a:t>2015</a:t>
          </a:r>
          <a:endParaRPr lang="en-US"/>
        </a:p>
      </dgm:t>
    </dgm:pt>
    <dgm:pt modelId="{A4BD98E7-D679-4DC4-A544-AA2124B42DD5}" type="parTrans" cxnId="{CD98D1B3-19BE-4F6D-AB5D-F5A9FBED94F9}">
      <dgm:prSet/>
      <dgm:spPr/>
      <dgm:t>
        <a:bodyPr/>
        <a:lstStyle/>
        <a:p>
          <a:endParaRPr lang="en-US"/>
        </a:p>
      </dgm:t>
    </dgm:pt>
    <dgm:pt modelId="{92E91AF1-8503-4B3C-996F-C2CB52524241}" type="sibTrans" cxnId="{CD98D1B3-19BE-4F6D-AB5D-F5A9FBED94F9}">
      <dgm:prSet/>
      <dgm:spPr/>
      <dgm:t>
        <a:bodyPr/>
        <a:lstStyle/>
        <a:p>
          <a:endParaRPr lang="en-US"/>
        </a:p>
      </dgm:t>
    </dgm:pt>
    <dgm:pt modelId="{9472D674-643B-48CF-8BA5-9FB7D09BC0E8}">
      <dgm:prSet/>
      <dgm:spPr/>
      <dgm:t>
        <a:bodyPr/>
        <a:lstStyle/>
        <a:p>
          <a:r>
            <a:rPr lang="en-US" b="1" i="0" baseline="0"/>
            <a:t>8 MDGs</a:t>
          </a:r>
          <a:r>
            <a:rPr lang="en-US" b="0" i="0" baseline="0"/>
            <a:t> established as a global framework for action and accountability</a:t>
          </a:r>
          <a:endParaRPr lang="en-US"/>
        </a:p>
      </dgm:t>
    </dgm:pt>
    <dgm:pt modelId="{4972121C-EC7B-434D-952D-48A4073A81B1}" type="parTrans" cxnId="{7F0A0332-E5B0-403F-8960-6E1AC38E4F1E}">
      <dgm:prSet/>
      <dgm:spPr/>
      <dgm:t>
        <a:bodyPr/>
        <a:lstStyle/>
        <a:p>
          <a:endParaRPr lang="en-US"/>
        </a:p>
      </dgm:t>
    </dgm:pt>
    <dgm:pt modelId="{058856AC-B65E-4F60-8DA0-DD5B3C1138C0}" type="sibTrans" cxnId="{7F0A0332-E5B0-403F-8960-6E1AC38E4F1E}">
      <dgm:prSet/>
      <dgm:spPr/>
      <dgm:t>
        <a:bodyPr/>
        <a:lstStyle/>
        <a:p>
          <a:endParaRPr lang="en-US"/>
        </a:p>
      </dgm:t>
    </dgm:pt>
    <dgm:pt modelId="{B3F3638B-2176-486A-9D99-014F35A489F4}">
      <dgm:prSet/>
      <dgm:spPr/>
      <dgm:t>
        <a:bodyPr/>
        <a:lstStyle/>
        <a:p>
          <a:r>
            <a:rPr lang="en-US" b="1" i="0" baseline="0"/>
            <a:t>MDGs placed health at the heart of development</a:t>
          </a:r>
          <a:r>
            <a:rPr lang="en-US" b="0" i="0" baseline="0"/>
            <a:t>, encouraging integrated efforts across education, environment, gender, and health</a:t>
          </a:r>
          <a:endParaRPr lang="en-US"/>
        </a:p>
      </dgm:t>
    </dgm:pt>
    <dgm:pt modelId="{6E7A5373-159B-43BF-BB56-90CE10324F5C}" type="parTrans" cxnId="{F7B8695C-F9E2-46CF-94EB-B3708B4EA541}">
      <dgm:prSet/>
      <dgm:spPr/>
      <dgm:t>
        <a:bodyPr/>
        <a:lstStyle/>
        <a:p>
          <a:endParaRPr lang="en-US"/>
        </a:p>
      </dgm:t>
    </dgm:pt>
    <dgm:pt modelId="{21FCB707-8BBB-447B-B70C-86504C0345B4}" type="sibTrans" cxnId="{F7B8695C-F9E2-46CF-94EB-B3708B4EA541}">
      <dgm:prSet/>
      <dgm:spPr/>
      <dgm:t>
        <a:bodyPr/>
        <a:lstStyle/>
        <a:p>
          <a:endParaRPr lang="en-US"/>
        </a:p>
      </dgm:t>
    </dgm:pt>
    <dgm:pt modelId="{EA2A54DE-9F6E-4E7D-A748-5726BC659694}" type="pres">
      <dgm:prSet presAssocID="{F73C9B00-F265-4B10-908C-264E45CAEA69}" presName="outerComposite" presStyleCnt="0">
        <dgm:presLayoutVars>
          <dgm:chMax val="5"/>
          <dgm:dir/>
          <dgm:resizeHandles val="exact"/>
        </dgm:presLayoutVars>
      </dgm:prSet>
      <dgm:spPr/>
    </dgm:pt>
    <dgm:pt modelId="{889FC251-D93F-40E4-93A0-508006E2DD0B}" type="pres">
      <dgm:prSet presAssocID="{F73C9B00-F265-4B10-908C-264E45CAEA69}" presName="dummyMaxCanvas" presStyleCnt="0">
        <dgm:presLayoutVars/>
      </dgm:prSet>
      <dgm:spPr/>
    </dgm:pt>
    <dgm:pt modelId="{8F8B0B0E-AEBB-431B-AE12-0FED11DFAD5D}" type="pres">
      <dgm:prSet presAssocID="{F73C9B00-F265-4B10-908C-264E45CAEA69}" presName="FiveNodes_1" presStyleLbl="node1" presStyleIdx="0" presStyleCnt="5">
        <dgm:presLayoutVars>
          <dgm:bulletEnabled val="1"/>
        </dgm:presLayoutVars>
      </dgm:prSet>
      <dgm:spPr/>
    </dgm:pt>
    <dgm:pt modelId="{42D3CCF1-3B74-4B6D-A41A-CCA792475915}" type="pres">
      <dgm:prSet presAssocID="{F73C9B00-F265-4B10-908C-264E45CAEA69}" presName="FiveNodes_2" presStyleLbl="node1" presStyleIdx="1" presStyleCnt="5">
        <dgm:presLayoutVars>
          <dgm:bulletEnabled val="1"/>
        </dgm:presLayoutVars>
      </dgm:prSet>
      <dgm:spPr/>
    </dgm:pt>
    <dgm:pt modelId="{856D6D25-7072-4C2B-B0B9-AAD258CCD99C}" type="pres">
      <dgm:prSet presAssocID="{F73C9B00-F265-4B10-908C-264E45CAEA69}" presName="FiveNodes_3" presStyleLbl="node1" presStyleIdx="2" presStyleCnt="5">
        <dgm:presLayoutVars>
          <dgm:bulletEnabled val="1"/>
        </dgm:presLayoutVars>
      </dgm:prSet>
      <dgm:spPr/>
    </dgm:pt>
    <dgm:pt modelId="{61B74D9B-8B36-462C-940B-15DD0FC2DD8E}" type="pres">
      <dgm:prSet presAssocID="{F73C9B00-F265-4B10-908C-264E45CAEA69}" presName="FiveNodes_4" presStyleLbl="node1" presStyleIdx="3" presStyleCnt="5">
        <dgm:presLayoutVars>
          <dgm:bulletEnabled val="1"/>
        </dgm:presLayoutVars>
      </dgm:prSet>
      <dgm:spPr/>
    </dgm:pt>
    <dgm:pt modelId="{0452550F-1D69-42C0-B516-A9B91C8B829A}" type="pres">
      <dgm:prSet presAssocID="{F73C9B00-F265-4B10-908C-264E45CAEA69}" presName="FiveNodes_5" presStyleLbl="node1" presStyleIdx="4" presStyleCnt="5">
        <dgm:presLayoutVars>
          <dgm:bulletEnabled val="1"/>
        </dgm:presLayoutVars>
      </dgm:prSet>
      <dgm:spPr/>
    </dgm:pt>
    <dgm:pt modelId="{BA9474F3-BBE2-4433-929E-179C5252C753}" type="pres">
      <dgm:prSet presAssocID="{F73C9B00-F265-4B10-908C-264E45CAEA69}" presName="FiveConn_1-2" presStyleLbl="fgAccFollowNode1" presStyleIdx="0" presStyleCnt="4">
        <dgm:presLayoutVars>
          <dgm:bulletEnabled val="1"/>
        </dgm:presLayoutVars>
      </dgm:prSet>
      <dgm:spPr/>
    </dgm:pt>
    <dgm:pt modelId="{2493D172-5A5A-41F2-AC9B-39AD29D901E7}" type="pres">
      <dgm:prSet presAssocID="{F73C9B00-F265-4B10-908C-264E45CAEA69}" presName="FiveConn_2-3" presStyleLbl="fgAccFollowNode1" presStyleIdx="1" presStyleCnt="4">
        <dgm:presLayoutVars>
          <dgm:bulletEnabled val="1"/>
        </dgm:presLayoutVars>
      </dgm:prSet>
      <dgm:spPr/>
    </dgm:pt>
    <dgm:pt modelId="{1ABC321C-D8B9-449E-9C34-0F6F82A3B41B}" type="pres">
      <dgm:prSet presAssocID="{F73C9B00-F265-4B10-908C-264E45CAEA69}" presName="FiveConn_3-4" presStyleLbl="fgAccFollowNode1" presStyleIdx="2" presStyleCnt="4">
        <dgm:presLayoutVars>
          <dgm:bulletEnabled val="1"/>
        </dgm:presLayoutVars>
      </dgm:prSet>
      <dgm:spPr/>
    </dgm:pt>
    <dgm:pt modelId="{B0880C32-0B06-457C-87C4-61761E705D4C}" type="pres">
      <dgm:prSet presAssocID="{F73C9B00-F265-4B10-908C-264E45CAEA69}" presName="FiveConn_4-5" presStyleLbl="fgAccFollowNode1" presStyleIdx="3" presStyleCnt="4">
        <dgm:presLayoutVars>
          <dgm:bulletEnabled val="1"/>
        </dgm:presLayoutVars>
      </dgm:prSet>
      <dgm:spPr/>
    </dgm:pt>
    <dgm:pt modelId="{C7751790-4A6F-48F0-8573-1A930D64AB11}" type="pres">
      <dgm:prSet presAssocID="{F73C9B00-F265-4B10-908C-264E45CAEA69}" presName="FiveNodes_1_text" presStyleLbl="node1" presStyleIdx="4" presStyleCnt="5">
        <dgm:presLayoutVars>
          <dgm:bulletEnabled val="1"/>
        </dgm:presLayoutVars>
      </dgm:prSet>
      <dgm:spPr/>
    </dgm:pt>
    <dgm:pt modelId="{FF1241CD-41A0-4490-92DD-795FF8342F19}" type="pres">
      <dgm:prSet presAssocID="{F73C9B00-F265-4B10-908C-264E45CAEA69}" presName="FiveNodes_2_text" presStyleLbl="node1" presStyleIdx="4" presStyleCnt="5">
        <dgm:presLayoutVars>
          <dgm:bulletEnabled val="1"/>
        </dgm:presLayoutVars>
      </dgm:prSet>
      <dgm:spPr/>
    </dgm:pt>
    <dgm:pt modelId="{AEC58E83-0124-4ED9-92AA-46DE59569DB4}" type="pres">
      <dgm:prSet presAssocID="{F73C9B00-F265-4B10-908C-264E45CAEA69}" presName="FiveNodes_3_text" presStyleLbl="node1" presStyleIdx="4" presStyleCnt="5">
        <dgm:presLayoutVars>
          <dgm:bulletEnabled val="1"/>
        </dgm:presLayoutVars>
      </dgm:prSet>
      <dgm:spPr/>
    </dgm:pt>
    <dgm:pt modelId="{17FE1899-512D-41EB-B260-B637FFAD7E63}" type="pres">
      <dgm:prSet presAssocID="{F73C9B00-F265-4B10-908C-264E45CAEA69}" presName="FiveNodes_4_text" presStyleLbl="node1" presStyleIdx="4" presStyleCnt="5">
        <dgm:presLayoutVars>
          <dgm:bulletEnabled val="1"/>
        </dgm:presLayoutVars>
      </dgm:prSet>
      <dgm:spPr/>
    </dgm:pt>
    <dgm:pt modelId="{E7A02CAC-EC62-4548-B879-2C258B4D57FD}" type="pres">
      <dgm:prSet presAssocID="{F73C9B00-F265-4B10-908C-264E45CAEA69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43CAD02-1AEB-4E3F-B4B6-5875EABF41CD}" type="presOf" srcId="{0C7A16AF-CB1D-4E33-9948-ECD524E9727D}" destId="{2493D172-5A5A-41F2-AC9B-39AD29D901E7}" srcOrd="0" destOrd="0" presId="urn:microsoft.com/office/officeart/2005/8/layout/vProcess5"/>
    <dgm:cxn modelId="{7F0A0332-E5B0-403F-8960-6E1AC38E4F1E}" srcId="{F73C9B00-F265-4B10-908C-264E45CAEA69}" destId="{9472D674-643B-48CF-8BA5-9FB7D09BC0E8}" srcOrd="3" destOrd="0" parTransId="{4972121C-EC7B-434D-952D-48A4073A81B1}" sibTransId="{058856AC-B65E-4F60-8DA0-DD5B3C1138C0}"/>
    <dgm:cxn modelId="{F7B8695C-F9E2-46CF-94EB-B3708B4EA541}" srcId="{F73C9B00-F265-4B10-908C-264E45CAEA69}" destId="{B3F3638B-2176-486A-9D99-014F35A489F4}" srcOrd="4" destOrd="0" parTransId="{6E7A5373-159B-43BF-BB56-90CE10324F5C}" sibTransId="{21FCB707-8BBB-447B-B70C-86504C0345B4}"/>
    <dgm:cxn modelId="{6E86705E-B138-42A7-946F-52A7B718CA31}" type="presOf" srcId="{A391E546-5D4E-4A9B-A88E-5D0E2700AFF5}" destId="{AEC58E83-0124-4ED9-92AA-46DE59569DB4}" srcOrd="1" destOrd="0" presId="urn:microsoft.com/office/officeart/2005/8/layout/vProcess5"/>
    <dgm:cxn modelId="{F7F8096B-7AA4-4DCA-806B-E2213C7FC9A9}" type="presOf" srcId="{9472D674-643B-48CF-8BA5-9FB7D09BC0E8}" destId="{61B74D9B-8B36-462C-940B-15DD0FC2DD8E}" srcOrd="0" destOrd="0" presId="urn:microsoft.com/office/officeart/2005/8/layout/vProcess5"/>
    <dgm:cxn modelId="{BC184E6D-1A23-46EB-8730-EB151634AF5D}" type="presOf" srcId="{F73C9B00-F265-4B10-908C-264E45CAEA69}" destId="{EA2A54DE-9F6E-4E7D-A748-5726BC659694}" srcOrd="0" destOrd="0" presId="urn:microsoft.com/office/officeart/2005/8/layout/vProcess5"/>
    <dgm:cxn modelId="{1443124F-3D6C-4EF5-8D93-EA351300FEE0}" type="presOf" srcId="{6C2B5AD2-8DA1-4740-9EB4-66A00E069BA0}" destId="{42D3CCF1-3B74-4B6D-A41A-CCA792475915}" srcOrd="0" destOrd="0" presId="urn:microsoft.com/office/officeart/2005/8/layout/vProcess5"/>
    <dgm:cxn modelId="{9FE52852-D9B7-4544-A0E1-2C6A54FC1FA3}" type="presOf" srcId="{E77EAD55-9D34-48F2-A337-99B7C64A4ADD}" destId="{C7751790-4A6F-48F0-8573-1A930D64AB11}" srcOrd="1" destOrd="0" presId="urn:microsoft.com/office/officeart/2005/8/layout/vProcess5"/>
    <dgm:cxn modelId="{0D17A855-D11D-457D-8BC2-B4A6D7F21382}" type="presOf" srcId="{B3F3638B-2176-486A-9D99-014F35A489F4}" destId="{0452550F-1D69-42C0-B516-A9B91C8B829A}" srcOrd="0" destOrd="0" presId="urn:microsoft.com/office/officeart/2005/8/layout/vProcess5"/>
    <dgm:cxn modelId="{96CBC07E-CF4C-4095-A900-D0A0B879A91D}" type="presOf" srcId="{A391E546-5D4E-4A9B-A88E-5D0E2700AFF5}" destId="{856D6D25-7072-4C2B-B0B9-AAD258CCD99C}" srcOrd="0" destOrd="0" presId="urn:microsoft.com/office/officeart/2005/8/layout/vProcess5"/>
    <dgm:cxn modelId="{4C7A3A8B-6223-4FD7-B37D-57C7D41FCB02}" srcId="{F73C9B00-F265-4B10-908C-264E45CAEA69}" destId="{6C2B5AD2-8DA1-4740-9EB4-66A00E069BA0}" srcOrd="1" destOrd="0" parTransId="{0EAB2150-9321-417E-9C62-B74385A3A596}" sibTransId="{0C7A16AF-CB1D-4E33-9948-ECD524E9727D}"/>
    <dgm:cxn modelId="{7E32939F-365D-436F-9487-C448CAE75F51}" type="presOf" srcId="{6C2B5AD2-8DA1-4740-9EB4-66A00E069BA0}" destId="{FF1241CD-41A0-4490-92DD-795FF8342F19}" srcOrd="1" destOrd="0" presId="urn:microsoft.com/office/officeart/2005/8/layout/vProcess5"/>
    <dgm:cxn modelId="{5F2697A1-CA8D-4407-86CD-2B7B57CBB030}" type="presOf" srcId="{E77EAD55-9D34-48F2-A337-99B7C64A4ADD}" destId="{8F8B0B0E-AEBB-431B-AE12-0FED11DFAD5D}" srcOrd="0" destOrd="0" presId="urn:microsoft.com/office/officeart/2005/8/layout/vProcess5"/>
    <dgm:cxn modelId="{DB78F1A3-8123-442C-B039-22D7BC3307C6}" type="presOf" srcId="{058856AC-B65E-4F60-8DA0-DD5B3C1138C0}" destId="{B0880C32-0B06-457C-87C4-61761E705D4C}" srcOrd="0" destOrd="0" presId="urn:microsoft.com/office/officeart/2005/8/layout/vProcess5"/>
    <dgm:cxn modelId="{C8CC2EAD-DC81-4DC8-A9B4-D7D79EC36063}" type="presOf" srcId="{B3F3638B-2176-486A-9D99-014F35A489F4}" destId="{E7A02CAC-EC62-4548-B879-2C258B4D57FD}" srcOrd="1" destOrd="0" presId="urn:microsoft.com/office/officeart/2005/8/layout/vProcess5"/>
    <dgm:cxn modelId="{CD98D1B3-19BE-4F6D-AB5D-F5A9FBED94F9}" srcId="{F73C9B00-F265-4B10-908C-264E45CAEA69}" destId="{A391E546-5D4E-4A9B-A88E-5D0E2700AFF5}" srcOrd="2" destOrd="0" parTransId="{A4BD98E7-D679-4DC4-A544-AA2124B42DD5}" sibTransId="{92E91AF1-8503-4B3C-996F-C2CB52524241}"/>
    <dgm:cxn modelId="{B7770CCA-7483-4A81-8650-65EEBAA881F1}" srcId="{F73C9B00-F265-4B10-908C-264E45CAEA69}" destId="{E77EAD55-9D34-48F2-A337-99B7C64A4ADD}" srcOrd="0" destOrd="0" parTransId="{DF4F990E-180E-43A3-BCCE-8FE9B3C6DC1E}" sibTransId="{9F250E59-DB1E-4674-ABBF-AACA8D467E0D}"/>
    <dgm:cxn modelId="{7AD74BDB-F9B2-41E9-BB08-46AFDED41C02}" type="presOf" srcId="{92E91AF1-8503-4B3C-996F-C2CB52524241}" destId="{1ABC321C-D8B9-449E-9C34-0F6F82A3B41B}" srcOrd="0" destOrd="0" presId="urn:microsoft.com/office/officeart/2005/8/layout/vProcess5"/>
    <dgm:cxn modelId="{18942EE5-7E59-41B4-841F-CF99238443EF}" type="presOf" srcId="{9472D674-643B-48CF-8BA5-9FB7D09BC0E8}" destId="{17FE1899-512D-41EB-B260-B637FFAD7E63}" srcOrd="1" destOrd="0" presId="urn:microsoft.com/office/officeart/2005/8/layout/vProcess5"/>
    <dgm:cxn modelId="{DADC89FC-B893-4089-9EBA-9D8FB17B3FD8}" type="presOf" srcId="{9F250E59-DB1E-4674-ABBF-AACA8D467E0D}" destId="{BA9474F3-BBE2-4433-929E-179C5252C753}" srcOrd="0" destOrd="0" presId="urn:microsoft.com/office/officeart/2005/8/layout/vProcess5"/>
    <dgm:cxn modelId="{265A6C9F-DC49-4DB7-82E0-AD041D0781D7}" type="presParOf" srcId="{EA2A54DE-9F6E-4E7D-A748-5726BC659694}" destId="{889FC251-D93F-40E4-93A0-508006E2DD0B}" srcOrd="0" destOrd="0" presId="urn:microsoft.com/office/officeart/2005/8/layout/vProcess5"/>
    <dgm:cxn modelId="{43054D5E-83FE-423A-A02A-7BA5F2E1A9C3}" type="presParOf" srcId="{EA2A54DE-9F6E-4E7D-A748-5726BC659694}" destId="{8F8B0B0E-AEBB-431B-AE12-0FED11DFAD5D}" srcOrd="1" destOrd="0" presId="urn:microsoft.com/office/officeart/2005/8/layout/vProcess5"/>
    <dgm:cxn modelId="{CD000BA1-FC9F-4FEE-9E57-5FA6E873C809}" type="presParOf" srcId="{EA2A54DE-9F6E-4E7D-A748-5726BC659694}" destId="{42D3CCF1-3B74-4B6D-A41A-CCA792475915}" srcOrd="2" destOrd="0" presId="urn:microsoft.com/office/officeart/2005/8/layout/vProcess5"/>
    <dgm:cxn modelId="{2CDEC0D8-ED25-4942-B9DF-15D3CBBD166A}" type="presParOf" srcId="{EA2A54DE-9F6E-4E7D-A748-5726BC659694}" destId="{856D6D25-7072-4C2B-B0B9-AAD258CCD99C}" srcOrd="3" destOrd="0" presId="urn:microsoft.com/office/officeart/2005/8/layout/vProcess5"/>
    <dgm:cxn modelId="{0F700E08-72DD-498D-9BC3-AD1BBA05B9EC}" type="presParOf" srcId="{EA2A54DE-9F6E-4E7D-A748-5726BC659694}" destId="{61B74D9B-8B36-462C-940B-15DD0FC2DD8E}" srcOrd="4" destOrd="0" presId="urn:microsoft.com/office/officeart/2005/8/layout/vProcess5"/>
    <dgm:cxn modelId="{461A89D7-BC58-46C9-A20B-336B5564E9AF}" type="presParOf" srcId="{EA2A54DE-9F6E-4E7D-A748-5726BC659694}" destId="{0452550F-1D69-42C0-B516-A9B91C8B829A}" srcOrd="5" destOrd="0" presId="urn:microsoft.com/office/officeart/2005/8/layout/vProcess5"/>
    <dgm:cxn modelId="{CE9CDAF9-AA9C-4856-A1EE-7DDDDD649AA7}" type="presParOf" srcId="{EA2A54DE-9F6E-4E7D-A748-5726BC659694}" destId="{BA9474F3-BBE2-4433-929E-179C5252C753}" srcOrd="6" destOrd="0" presId="urn:microsoft.com/office/officeart/2005/8/layout/vProcess5"/>
    <dgm:cxn modelId="{BB454BB2-3E1E-4DFD-8F23-CB19B0FA9830}" type="presParOf" srcId="{EA2A54DE-9F6E-4E7D-A748-5726BC659694}" destId="{2493D172-5A5A-41F2-AC9B-39AD29D901E7}" srcOrd="7" destOrd="0" presId="urn:microsoft.com/office/officeart/2005/8/layout/vProcess5"/>
    <dgm:cxn modelId="{31E18914-8798-4D45-8ED2-8C152F4E2823}" type="presParOf" srcId="{EA2A54DE-9F6E-4E7D-A748-5726BC659694}" destId="{1ABC321C-D8B9-449E-9C34-0F6F82A3B41B}" srcOrd="8" destOrd="0" presId="urn:microsoft.com/office/officeart/2005/8/layout/vProcess5"/>
    <dgm:cxn modelId="{D1658E0B-18B0-4773-A7AB-297BC0AE6A1F}" type="presParOf" srcId="{EA2A54DE-9F6E-4E7D-A748-5726BC659694}" destId="{B0880C32-0B06-457C-87C4-61761E705D4C}" srcOrd="9" destOrd="0" presId="urn:microsoft.com/office/officeart/2005/8/layout/vProcess5"/>
    <dgm:cxn modelId="{10832DB4-529A-488B-9145-D61E7D570DD4}" type="presParOf" srcId="{EA2A54DE-9F6E-4E7D-A748-5726BC659694}" destId="{C7751790-4A6F-48F0-8573-1A930D64AB11}" srcOrd="10" destOrd="0" presId="urn:microsoft.com/office/officeart/2005/8/layout/vProcess5"/>
    <dgm:cxn modelId="{E4E74361-5986-49F1-B1DE-64A5D0E55219}" type="presParOf" srcId="{EA2A54DE-9F6E-4E7D-A748-5726BC659694}" destId="{FF1241CD-41A0-4490-92DD-795FF8342F19}" srcOrd="11" destOrd="0" presId="urn:microsoft.com/office/officeart/2005/8/layout/vProcess5"/>
    <dgm:cxn modelId="{0D5F8AEA-1151-4E5F-B0BA-EA3AE49063C8}" type="presParOf" srcId="{EA2A54DE-9F6E-4E7D-A748-5726BC659694}" destId="{AEC58E83-0124-4ED9-92AA-46DE59569DB4}" srcOrd="12" destOrd="0" presId="urn:microsoft.com/office/officeart/2005/8/layout/vProcess5"/>
    <dgm:cxn modelId="{82E0F739-D58E-43E0-BAA0-112C3F2D8B67}" type="presParOf" srcId="{EA2A54DE-9F6E-4E7D-A748-5726BC659694}" destId="{17FE1899-512D-41EB-B260-B637FFAD7E63}" srcOrd="13" destOrd="0" presId="urn:microsoft.com/office/officeart/2005/8/layout/vProcess5"/>
    <dgm:cxn modelId="{E0004590-AF50-470C-9E7F-BF5DE7171468}" type="presParOf" srcId="{EA2A54DE-9F6E-4E7D-A748-5726BC659694}" destId="{E7A02CAC-EC62-4548-B879-2C258B4D57F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178E9088-4E21-49C5-B854-108B98DE638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26349DD-E75F-48F3-A099-C22E3C4319B7}">
      <dgm:prSet/>
      <dgm:spPr/>
      <dgm:t>
        <a:bodyPr/>
        <a:lstStyle/>
        <a:p>
          <a:r>
            <a:rPr lang="en-US"/>
            <a:t>Health Focus in MDGs:</a:t>
          </a:r>
        </a:p>
      </dgm:t>
    </dgm:pt>
    <dgm:pt modelId="{D352B035-7221-4308-87B0-209349DCBBB2}" type="parTrans" cxnId="{6B0684A2-7575-4AA9-B995-7FBBFBC7F3E5}">
      <dgm:prSet/>
      <dgm:spPr/>
      <dgm:t>
        <a:bodyPr/>
        <a:lstStyle/>
        <a:p>
          <a:endParaRPr lang="en-US"/>
        </a:p>
      </dgm:t>
    </dgm:pt>
    <dgm:pt modelId="{3A91B121-1996-4A40-B296-7740C44818F7}" type="sibTrans" cxnId="{6B0684A2-7575-4AA9-B995-7FBBFBC7F3E5}">
      <dgm:prSet/>
      <dgm:spPr/>
      <dgm:t>
        <a:bodyPr/>
        <a:lstStyle/>
        <a:p>
          <a:endParaRPr lang="en-US"/>
        </a:p>
      </dgm:t>
    </dgm:pt>
    <dgm:pt modelId="{F1BAD868-754D-46AC-80AD-EDA2813FFB28}">
      <dgm:prSet/>
      <dgm:spPr/>
      <dgm:t>
        <a:bodyPr/>
        <a:lstStyle/>
        <a:p>
          <a:r>
            <a:rPr lang="en-US"/>
            <a:t>3 of 8 Goals</a:t>
          </a:r>
        </a:p>
      </dgm:t>
    </dgm:pt>
    <dgm:pt modelId="{BD271577-1348-41E0-8EB2-3E14E82F1BB9}" type="parTrans" cxnId="{AE5725E0-B858-4508-9939-C5CF3641C1D1}">
      <dgm:prSet/>
      <dgm:spPr/>
      <dgm:t>
        <a:bodyPr/>
        <a:lstStyle/>
        <a:p>
          <a:endParaRPr lang="en-US"/>
        </a:p>
      </dgm:t>
    </dgm:pt>
    <dgm:pt modelId="{8B34779C-8413-462C-B90B-DF55A26DFC01}" type="sibTrans" cxnId="{AE5725E0-B858-4508-9939-C5CF3641C1D1}">
      <dgm:prSet/>
      <dgm:spPr/>
      <dgm:t>
        <a:bodyPr/>
        <a:lstStyle/>
        <a:p>
          <a:endParaRPr lang="en-US"/>
        </a:p>
      </dgm:t>
    </dgm:pt>
    <dgm:pt modelId="{B1D95036-0F2C-4253-8A24-99D0B2BCE55B}">
      <dgm:prSet/>
      <dgm:spPr/>
      <dgm:t>
        <a:bodyPr/>
        <a:lstStyle/>
        <a:p>
          <a:r>
            <a:rPr lang="en-US"/>
            <a:t>8 of 18 Targets</a:t>
          </a:r>
        </a:p>
      </dgm:t>
    </dgm:pt>
    <dgm:pt modelId="{0F88C6D7-F357-45E1-90AA-86AF4556AC66}" type="parTrans" cxnId="{A8297695-E2D1-484B-BCB1-5C3733699724}">
      <dgm:prSet/>
      <dgm:spPr/>
      <dgm:t>
        <a:bodyPr/>
        <a:lstStyle/>
        <a:p>
          <a:endParaRPr lang="en-US"/>
        </a:p>
      </dgm:t>
    </dgm:pt>
    <dgm:pt modelId="{697DC1CB-06C9-4DC7-A04F-5C99FD581B59}" type="sibTrans" cxnId="{A8297695-E2D1-484B-BCB1-5C3733699724}">
      <dgm:prSet/>
      <dgm:spPr/>
      <dgm:t>
        <a:bodyPr/>
        <a:lstStyle/>
        <a:p>
          <a:endParaRPr lang="en-US"/>
        </a:p>
      </dgm:t>
    </dgm:pt>
    <dgm:pt modelId="{4906736F-86AD-4938-87D1-F61D5084FB01}">
      <dgm:prSet/>
      <dgm:spPr/>
      <dgm:t>
        <a:bodyPr/>
        <a:lstStyle/>
        <a:p>
          <a:r>
            <a:rPr lang="en-US"/>
            <a:t>18 of 48 Indicators</a:t>
          </a:r>
        </a:p>
      </dgm:t>
    </dgm:pt>
    <dgm:pt modelId="{17DF6A9F-BFCA-4C4F-AEC3-A11D95E348F5}" type="parTrans" cxnId="{1062BA5E-1FB5-4B3C-BF6E-A7FD5D3420EA}">
      <dgm:prSet/>
      <dgm:spPr/>
      <dgm:t>
        <a:bodyPr/>
        <a:lstStyle/>
        <a:p>
          <a:endParaRPr lang="en-US"/>
        </a:p>
      </dgm:t>
    </dgm:pt>
    <dgm:pt modelId="{5DBDE63C-04CA-4713-A4B9-2AB5B46E8CA3}" type="sibTrans" cxnId="{1062BA5E-1FB5-4B3C-BF6E-A7FD5D3420EA}">
      <dgm:prSet/>
      <dgm:spPr/>
      <dgm:t>
        <a:bodyPr/>
        <a:lstStyle/>
        <a:p>
          <a:endParaRPr lang="en-US"/>
        </a:p>
      </dgm:t>
    </dgm:pt>
    <dgm:pt modelId="{988D5B3C-B7DC-4E9C-9307-ACFA7142148D}">
      <dgm:prSet/>
      <dgm:spPr/>
      <dgm:t>
        <a:bodyPr/>
        <a:lstStyle/>
        <a:p>
          <a:r>
            <a:rPr lang="en-US"/>
            <a:t>Key Health-Related Goals:</a:t>
          </a:r>
        </a:p>
      </dgm:t>
    </dgm:pt>
    <dgm:pt modelId="{25D21ECD-9A13-410B-9A0B-016B16E44641}" type="parTrans" cxnId="{F00D2D24-D695-47A4-B872-6897160615DB}">
      <dgm:prSet/>
      <dgm:spPr/>
      <dgm:t>
        <a:bodyPr/>
        <a:lstStyle/>
        <a:p>
          <a:endParaRPr lang="en-US"/>
        </a:p>
      </dgm:t>
    </dgm:pt>
    <dgm:pt modelId="{D12C05D6-ECFE-4A73-96A2-262BAA10E547}" type="sibTrans" cxnId="{F00D2D24-D695-47A4-B872-6897160615DB}">
      <dgm:prSet/>
      <dgm:spPr/>
      <dgm:t>
        <a:bodyPr/>
        <a:lstStyle/>
        <a:p>
          <a:endParaRPr lang="en-US"/>
        </a:p>
      </dgm:t>
    </dgm:pt>
    <dgm:pt modelId="{D4ACC96B-9538-4B74-B104-377727CB1647}">
      <dgm:prSet/>
      <dgm:spPr/>
      <dgm:t>
        <a:bodyPr/>
        <a:lstStyle/>
        <a:p>
          <a:r>
            <a:rPr lang="en-US"/>
            <a:t>Reduce child mortality</a:t>
          </a:r>
        </a:p>
      </dgm:t>
    </dgm:pt>
    <dgm:pt modelId="{258C081D-C45F-4D6D-B5B7-62EA2E48CFC2}" type="parTrans" cxnId="{49F15069-EF4A-4E4C-AFB5-404CEBF855B0}">
      <dgm:prSet/>
      <dgm:spPr/>
      <dgm:t>
        <a:bodyPr/>
        <a:lstStyle/>
        <a:p>
          <a:endParaRPr lang="en-US"/>
        </a:p>
      </dgm:t>
    </dgm:pt>
    <dgm:pt modelId="{F3517FB2-B119-45F9-A970-0D62FF14FF52}" type="sibTrans" cxnId="{49F15069-EF4A-4E4C-AFB5-404CEBF855B0}">
      <dgm:prSet/>
      <dgm:spPr/>
      <dgm:t>
        <a:bodyPr/>
        <a:lstStyle/>
        <a:p>
          <a:endParaRPr lang="en-US"/>
        </a:p>
      </dgm:t>
    </dgm:pt>
    <dgm:pt modelId="{B3AF956E-91A0-4D3E-9A4B-21DB36479C2D}">
      <dgm:prSet/>
      <dgm:spPr/>
      <dgm:t>
        <a:bodyPr/>
        <a:lstStyle/>
        <a:p>
          <a:r>
            <a:rPr lang="en-US"/>
            <a:t>Improve maternal health</a:t>
          </a:r>
        </a:p>
      </dgm:t>
    </dgm:pt>
    <dgm:pt modelId="{8629E256-5CBE-4719-92B4-F765A7362459}" type="parTrans" cxnId="{617BA15F-7483-4700-AA6F-876474A955D5}">
      <dgm:prSet/>
      <dgm:spPr/>
      <dgm:t>
        <a:bodyPr/>
        <a:lstStyle/>
        <a:p>
          <a:endParaRPr lang="en-US"/>
        </a:p>
      </dgm:t>
    </dgm:pt>
    <dgm:pt modelId="{85465CE6-EFB9-4055-BCD9-1FE4B2BBD310}" type="sibTrans" cxnId="{617BA15F-7483-4700-AA6F-876474A955D5}">
      <dgm:prSet/>
      <dgm:spPr/>
      <dgm:t>
        <a:bodyPr/>
        <a:lstStyle/>
        <a:p>
          <a:endParaRPr lang="en-US"/>
        </a:p>
      </dgm:t>
    </dgm:pt>
    <dgm:pt modelId="{775B5843-1651-4FAC-9951-F73BC2743AC0}">
      <dgm:prSet/>
      <dgm:spPr/>
      <dgm:t>
        <a:bodyPr/>
        <a:lstStyle/>
        <a:p>
          <a:r>
            <a:rPr lang="en-US"/>
            <a:t>Combat HIV/AIDS, malaria, and other diseases</a:t>
          </a:r>
        </a:p>
      </dgm:t>
    </dgm:pt>
    <dgm:pt modelId="{7FEF97D8-CEA2-47CC-9135-A12D5E9CCDAA}" type="parTrans" cxnId="{8A88EFB1-2683-4A48-AAF4-4A8816901673}">
      <dgm:prSet/>
      <dgm:spPr/>
      <dgm:t>
        <a:bodyPr/>
        <a:lstStyle/>
        <a:p>
          <a:endParaRPr lang="en-US"/>
        </a:p>
      </dgm:t>
    </dgm:pt>
    <dgm:pt modelId="{AF95565A-9C49-4A82-A0D9-37216934C6CB}" type="sibTrans" cxnId="{8A88EFB1-2683-4A48-AAF4-4A8816901673}">
      <dgm:prSet/>
      <dgm:spPr/>
      <dgm:t>
        <a:bodyPr/>
        <a:lstStyle/>
        <a:p>
          <a:endParaRPr lang="en-US"/>
        </a:p>
      </dgm:t>
    </dgm:pt>
    <dgm:pt modelId="{9B07E9F7-D579-41C2-ABBD-CD5477100810}" type="pres">
      <dgm:prSet presAssocID="{178E9088-4E21-49C5-B854-108B98DE6384}" presName="linear" presStyleCnt="0">
        <dgm:presLayoutVars>
          <dgm:animLvl val="lvl"/>
          <dgm:resizeHandles val="exact"/>
        </dgm:presLayoutVars>
      </dgm:prSet>
      <dgm:spPr/>
    </dgm:pt>
    <dgm:pt modelId="{C2D3CA1F-7A14-4781-BA0F-B9423D43F9B3}" type="pres">
      <dgm:prSet presAssocID="{D26349DD-E75F-48F3-A099-C22E3C4319B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CC11859-D700-4B61-9689-0441FDF1F5CF}" type="pres">
      <dgm:prSet presAssocID="{D26349DD-E75F-48F3-A099-C22E3C4319B7}" presName="childText" presStyleLbl="revTx" presStyleIdx="0" presStyleCnt="2">
        <dgm:presLayoutVars>
          <dgm:bulletEnabled val="1"/>
        </dgm:presLayoutVars>
      </dgm:prSet>
      <dgm:spPr/>
    </dgm:pt>
    <dgm:pt modelId="{1AA65F27-6ABD-45DF-83DE-8C6BB579AA94}" type="pres">
      <dgm:prSet presAssocID="{988D5B3C-B7DC-4E9C-9307-ACFA7142148D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B2A4571-213C-4391-9462-9E7A57B5E4EE}" type="pres">
      <dgm:prSet presAssocID="{988D5B3C-B7DC-4E9C-9307-ACFA7142148D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F585020F-7F8F-4438-A598-B54285185FA6}" type="presOf" srcId="{D26349DD-E75F-48F3-A099-C22E3C4319B7}" destId="{C2D3CA1F-7A14-4781-BA0F-B9423D43F9B3}" srcOrd="0" destOrd="0" presId="urn:microsoft.com/office/officeart/2005/8/layout/vList2"/>
    <dgm:cxn modelId="{C18C5A12-6952-450D-AB5D-537942552B12}" type="presOf" srcId="{B3AF956E-91A0-4D3E-9A4B-21DB36479C2D}" destId="{5B2A4571-213C-4391-9462-9E7A57B5E4EE}" srcOrd="0" destOrd="1" presId="urn:microsoft.com/office/officeart/2005/8/layout/vList2"/>
    <dgm:cxn modelId="{F00D2D24-D695-47A4-B872-6897160615DB}" srcId="{178E9088-4E21-49C5-B854-108B98DE6384}" destId="{988D5B3C-B7DC-4E9C-9307-ACFA7142148D}" srcOrd="1" destOrd="0" parTransId="{25D21ECD-9A13-410B-9A0B-016B16E44641}" sibTransId="{D12C05D6-ECFE-4A73-96A2-262BAA10E547}"/>
    <dgm:cxn modelId="{F5DA352A-EF4B-4937-8064-B2683A7507BA}" type="presOf" srcId="{988D5B3C-B7DC-4E9C-9307-ACFA7142148D}" destId="{1AA65F27-6ABD-45DF-83DE-8C6BB579AA94}" srcOrd="0" destOrd="0" presId="urn:microsoft.com/office/officeart/2005/8/layout/vList2"/>
    <dgm:cxn modelId="{1062BA5E-1FB5-4B3C-BF6E-A7FD5D3420EA}" srcId="{D26349DD-E75F-48F3-A099-C22E3C4319B7}" destId="{4906736F-86AD-4938-87D1-F61D5084FB01}" srcOrd="2" destOrd="0" parTransId="{17DF6A9F-BFCA-4C4F-AEC3-A11D95E348F5}" sibTransId="{5DBDE63C-04CA-4713-A4B9-2AB5B46E8CA3}"/>
    <dgm:cxn modelId="{617BA15F-7483-4700-AA6F-876474A955D5}" srcId="{988D5B3C-B7DC-4E9C-9307-ACFA7142148D}" destId="{B3AF956E-91A0-4D3E-9A4B-21DB36479C2D}" srcOrd="1" destOrd="0" parTransId="{8629E256-5CBE-4719-92B4-F765A7362459}" sibTransId="{85465CE6-EFB9-4055-BCD9-1FE4B2BBD310}"/>
    <dgm:cxn modelId="{49F15069-EF4A-4E4C-AFB5-404CEBF855B0}" srcId="{988D5B3C-B7DC-4E9C-9307-ACFA7142148D}" destId="{D4ACC96B-9538-4B74-B104-377727CB1647}" srcOrd="0" destOrd="0" parTransId="{258C081D-C45F-4D6D-B5B7-62EA2E48CFC2}" sibTransId="{F3517FB2-B119-45F9-A970-0D62FF14FF52}"/>
    <dgm:cxn modelId="{B33BA47E-B8D4-44DB-8167-592CB02E138E}" type="presOf" srcId="{4906736F-86AD-4938-87D1-F61D5084FB01}" destId="{7CC11859-D700-4B61-9689-0441FDF1F5CF}" srcOrd="0" destOrd="2" presId="urn:microsoft.com/office/officeart/2005/8/layout/vList2"/>
    <dgm:cxn modelId="{3868418B-FB0F-4903-80FB-2869803C8DF6}" type="presOf" srcId="{B1D95036-0F2C-4253-8A24-99D0B2BCE55B}" destId="{7CC11859-D700-4B61-9689-0441FDF1F5CF}" srcOrd="0" destOrd="1" presId="urn:microsoft.com/office/officeart/2005/8/layout/vList2"/>
    <dgm:cxn modelId="{D3B8AF90-6BB5-4FAD-8479-79E8C3882FE4}" type="presOf" srcId="{178E9088-4E21-49C5-B854-108B98DE6384}" destId="{9B07E9F7-D579-41C2-ABBD-CD5477100810}" srcOrd="0" destOrd="0" presId="urn:microsoft.com/office/officeart/2005/8/layout/vList2"/>
    <dgm:cxn modelId="{A8297695-E2D1-484B-BCB1-5C3733699724}" srcId="{D26349DD-E75F-48F3-A099-C22E3C4319B7}" destId="{B1D95036-0F2C-4253-8A24-99D0B2BCE55B}" srcOrd="1" destOrd="0" parTransId="{0F88C6D7-F357-45E1-90AA-86AF4556AC66}" sibTransId="{697DC1CB-06C9-4DC7-A04F-5C99FD581B59}"/>
    <dgm:cxn modelId="{6B0684A2-7575-4AA9-B995-7FBBFBC7F3E5}" srcId="{178E9088-4E21-49C5-B854-108B98DE6384}" destId="{D26349DD-E75F-48F3-A099-C22E3C4319B7}" srcOrd="0" destOrd="0" parTransId="{D352B035-7221-4308-87B0-209349DCBBB2}" sibTransId="{3A91B121-1996-4A40-B296-7740C44818F7}"/>
    <dgm:cxn modelId="{8A88EFB1-2683-4A48-AAF4-4A8816901673}" srcId="{988D5B3C-B7DC-4E9C-9307-ACFA7142148D}" destId="{775B5843-1651-4FAC-9951-F73BC2743AC0}" srcOrd="2" destOrd="0" parTransId="{7FEF97D8-CEA2-47CC-9135-A12D5E9CCDAA}" sibTransId="{AF95565A-9C49-4A82-A0D9-37216934C6CB}"/>
    <dgm:cxn modelId="{8E4CF8BB-459C-41D4-9C33-96FC4CF732D1}" type="presOf" srcId="{D4ACC96B-9538-4B74-B104-377727CB1647}" destId="{5B2A4571-213C-4391-9462-9E7A57B5E4EE}" srcOrd="0" destOrd="0" presId="urn:microsoft.com/office/officeart/2005/8/layout/vList2"/>
    <dgm:cxn modelId="{D0F76BCA-8381-4BF3-98BB-C3EFF1E186AC}" type="presOf" srcId="{775B5843-1651-4FAC-9951-F73BC2743AC0}" destId="{5B2A4571-213C-4391-9462-9E7A57B5E4EE}" srcOrd="0" destOrd="2" presId="urn:microsoft.com/office/officeart/2005/8/layout/vList2"/>
    <dgm:cxn modelId="{5E969CD7-187A-4356-8AC8-6EA0486A22AE}" type="presOf" srcId="{F1BAD868-754D-46AC-80AD-EDA2813FFB28}" destId="{7CC11859-D700-4B61-9689-0441FDF1F5CF}" srcOrd="0" destOrd="0" presId="urn:microsoft.com/office/officeart/2005/8/layout/vList2"/>
    <dgm:cxn modelId="{AE5725E0-B858-4508-9939-C5CF3641C1D1}" srcId="{D26349DD-E75F-48F3-A099-C22E3C4319B7}" destId="{F1BAD868-754D-46AC-80AD-EDA2813FFB28}" srcOrd="0" destOrd="0" parTransId="{BD271577-1348-41E0-8EB2-3E14E82F1BB9}" sibTransId="{8B34779C-8413-462C-B90B-DF55A26DFC01}"/>
    <dgm:cxn modelId="{DCECD274-C7AA-439C-B2DB-2AD68B0B32C4}" type="presParOf" srcId="{9B07E9F7-D579-41C2-ABBD-CD5477100810}" destId="{C2D3CA1F-7A14-4781-BA0F-B9423D43F9B3}" srcOrd="0" destOrd="0" presId="urn:microsoft.com/office/officeart/2005/8/layout/vList2"/>
    <dgm:cxn modelId="{470A6841-A116-461B-8579-7BA4DFE8DBCA}" type="presParOf" srcId="{9B07E9F7-D579-41C2-ABBD-CD5477100810}" destId="{7CC11859-D700-4B61-9689-0441FDF1F5CF}" srcOrd="1" destOrd="0" presId="urn:microsoft.com/office/officeart/2005/8/layout/vList2"/>
    <dgm:cxn modelId="{10E07C52-46B0-42B7-90F8-9A80824BF89C}" type="presParOf" srcId="{9B07E9F7-D579-41C2-ABBD-CD5477100810}" destId="{1AA65F27-6ABD-45DF-83DE-8C6BB579AA94}" srcOrd="2" destOrd="0" presId="urn:microsoft.com/office/officeart/2005/8/layout/vList2"/>
    <dgm:cxn modelId="{84D35C5F-2506-49C2-A06E-734DCF589111}" type="presParOf" srcId="{9B07E9F7-D579-41C2-ABBD-CD5477100810}" destId="{5B2A4571-213C-4391-9462-9E7A57B5E4E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BF3523F6-B21E-412C-BEF4-90B051A29D8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DDCD9C-B47A-4104-9136-3B062CFAC1EC}">
      <dgm:prSet/>
      <dgm:spPr/>
      <dgm:t>
        <a:bodyPr/>
        <a:lstStyle/>
        <a:p>
          <a:r>
            <a:rPr lang="en-US" dirty="0"/>
            <a:t>Many countries struggle to ensure universal access and utilization of health care services</a:t>
          </a:r>
        </a:p>
      </dgm:t>
    </dgm:pt>
    <dgm:pt modelId="{2B99ADFF-CC75-4E2F-A0CB-EE8479E030B9}" type="parTrans" cxnId="{33C836C0-7700-40A5-A214-D15C2BAE0883}">
      <dgm:prSet/>
      <dgm:spPr/>
      <dgm:t>
        <a:bodyPr/>
        <a:lstStyle/>
        <a:p>
          <a:endParaRPr lang="en-US"/>
        </a:p>
      </dgm:t>
    </dgm:pt>
    <dgm:pt modelId="{A7093D78-D47E-4785-A136-FA8D6346DA1B}" type="sibTrans" cxnId="{33C836C0-7700-40A5-A214-D15C2BAE0883}">
      <dgm:prSet/>
      <dgm:spPr/>
      <dgm:t>
        <a:bodyPr/>
        <a:lstStyle/>
        <a:p>
          <a:endParaRPr lang="en-US"/>
        </a:p>
      </dgm:t>
    </dgm:pt>
    <dgm:pt modelId="{D18B32C6-5DF2-4FAD-9CAC-26BE36B90DED}">
      <dgm:prSet/>
      <dgm:spPr/>
      <dgm:t>
        <a:bodyPr/>
        <a:lstStyle/>
        <a:p>
          <a:r>
            <a:rPr lang="en-US"/>
            <a:t>Traditional reliance on large hospitals has major limitations:</a:t>
          </a:r>
        </a:p>
      </dgm:t>
    </dgm:pt>
    <dgm:pt modelId="{96349D77-84FD-4FAB-BED4-9EB1A0B777F5}" type="parTrans" cxnId="{14F71492-036A-4C6F-809D-9A3CCF48C616}">
      <dgm:prSet/>
      <dgm:spPr/>
      <dgm:t>
        <a:bodyPr/>
        <a:lstStyle/>
        <a:p>
          <a:endParaRPr lang="en-US"/>
        </a:p>
      </dgm:t>
    </dgm:pt>
    <dgm:pt modelId="{66F7D2F2-8346-4453-9845-DDB6178F09DC}" type="sibTrans" cxnId="{14F71492-036A-4C6F-809D-9A3CCF48C616}">
      <dgm:prSet/>
      <dgm:spPr/>
      <dgm:t>
        <a:bodyPr/>
        <a:lstStyle/>
        <a:p>
          <a:endParaRPr lang="en-US"/>
        </a:p>
      </dgm:t>
    </dgm:pt>
    <dgm:pt modelId="{B8965A3F-5792-46FC-82B4-93F6954725C4}">
      <dgm:prSet/>
      <dgm:spPr/>
      <dgm:t>
        <a:bodyPr/>
        <a:lstStyle/>
        <a:p>
          <a:r>
            <a:rPr lang="en-US"/>
            <a:t>Serve only a small urban population within limited radius</a:t>
          </a:r>
        </a:p>
      </dgm:t>
    </dgm:pt>
    <dgm:pt modelId="{B718A671-6756-498F-B2CD-BC21290A692C}" type="parTrans" cxnId="{CDF10F2F-DDD5-42E5-98FA-5D93E51364F8}">
      <dgm:prSet/>
      <dgm:spPr/>
      <dgm:t>
        <a:bodyPr/>
        <a:lstStyle/>
        <a:p>
          <a:endParaRPr lang="en-US"/>
        </a:p>
      </dgm:t>
    </dgm:pt>
    <dgm:pt modelId="{0EECF5F8-A542-4FE0-B819-F6BCE8D63497}" type="sibTrans" cxnId="{CDF10F2F-DDD5-42E5-98FA-5D93E51364F8}">
      <dgm:prSet/>
      <dgm:spPr/>
      <dgm:t>
        <a:bodyPr/>
        <a:lstStyle/>
        <a:p>
          <a:endParaRPr lang="en-US"/>
        </a:p>
      </dgm:t>
    </dgm:pt>
    <dgm:pt modelId="{B8328195-FFF1-4B88-831F-81671A2859E9}">
      <dgm:prSet/>
      <dgm:spPr/>
      <dgm:t>
        <a:bodyPr/>
        <a:lstStyle/>
        <a:p>
          <a:r>
            <a:rPr lang="en-US"/>
            <a:t>Services are largely curative, not comprehensive</a:t>
          </a:r>
        </a:p>
      </dgm:t>
    </dgm:pt>
    <dgm:pt modelId="{41F09984-F33E-41EC-B5C0-CB6887062579}" type="parTrans" cxnId="{EA5D885F-580B-485F-A219-6F28F1E1C90E}">
      <dgm:prSet/>
      <dgm:spPr/>
      <dgm:t>
        <a:bodyPr/>
        <a:lstStyle/>
        <a:p>
          <a:endParaRPr lang="en-US"/>
        </a:p>
      </dgm:t>
    </dgm:pt>
    <dgm:pt modelId="{B3213D1E-3FFC-4931-BA73-A14CB2369EC7}" type="sibTrans" cxnId="{EA5D885F-580B-485F-A219-6F28F1E1C90E}">
      <dgm:prSet/>
      <dgm:spPr/>
      <dgm:t>
        <a:bodyPr/>
        <a:lstStyle/>
        <a:p>
          <a:endParaRPr lang="en-US"/>
        </a:p>
      </dgm:t>
    </dgm:pt>
    <dgm:pt modelId="{291AF37C-6C4A-440B-B1B7-3D37822FEF80}">
      <dgm:prSet/>
      <dgm:spPr/>
      <dgm:t>
        <a:bodyPr/>
        <a:lstStyle/>
        <a:p>
          <a:r>
            <a:rPr lang="en-US"/>
            <a:t>High maintenance costs with limited community impact</a:t>
          </a:r>
        </a:p>
      </dgm:t>
    </dgm:pt>
    <dgm:pt modelId="{629DC7A2-A2C0-4BC3-9B15-1528F4C1AFD3}" type="parTrans" cxnId="{0A1D2023-97AD-4C0F-8F0F-99F513BAC4D7}">
      <dgm:prSet/>
      <dgm:spPr/>
      <dgm:t>
        <a:bodyPr/>
        <a:lstStyle/>
        <a:p>
          <a:endParaRPr lang="en-US"/>
        </a:p>
      </dgm:t>
    </dgm:pt>
    <dgm:pt modelId="{72434873-D63B-47A1-83C2-D62220C32C89}" type="sibTrans" cxnId="{0A1D2023-97AD-4C0F-8F0F-99F513BAC4D7}">
      <dgm:prSet/>
      <dgm:spPr/>
      <dgm:t>
        <a:bodyPr/>
        <a:lstStyle/>
        <a:p>
          <a:endParaRPr lang="en-US"/>
        </a:p>
      </dgm:t>
    </dgm:pt>
    <dgm:pt modelId="{2A95AFD6-A83D-489C-B413-F201B7E4BAD5}">
      <dgm:prSet/>
      <dgm:spPr/>
      <dgm:t>
        <a:bodyPr/>
        <a:lstStyle/>
        <a:p>
          <a:r>
            <a:rPr lang="en-US"/>
            <a:t>Critique: These hospitals have become “ivory towers of disease,” not effective public health institutions</a:t>
          </a:r>
        </a:p>
      </dgm:t>
    </dgm:pt>
    <dgm:pt modelId="{DAE63961-E635-41B1-A1C7-1B471A33FD5B}" type="parTrans" cxnId="{A1F315B2-E037-46AF-AD9C-3502E8715E94}">
      <dgm:prSet/>
      <dgm:spPr/>
      <dgm:t>
        <a:bodyPr/>
        <a:lstStyle/>
        <a:p>
          <a:endParaRPr lang="en-US"/>
        </a:p>
      </dgm:t>
    </dgm:pt>
    <dgm:pt modelId="{80E3147B-4766-4FFC-8291-5D2E2D34EB57}" type="sibTrans" cxnId="{A1F315B2-E037-46AF-AD9C-3502E8715E94}">
      <dgm:prSet/>
      <dgm:spPr/>
      <dgm:t>
        <a:bodyPr/>
        <a:lstStyle/>
        <a:p>
          <a:endParaRPr lang="en-US"/>
        </a:p>
      </dgm:t>
    </dgm:pt>
    <dgm:pt modelId="{7AF62411-FCF6-457D-BFEF-27DE83397631}">
      <dgm:prSet/>
      <dgm:spPr/>
      <dgm:t>
        <a:bodyPr/>
        <a:lstStyle/>
        <a:p>
          <a:r>
            <a:rPr lang="en-US"/>
            <a:t>Solution: Explore alternative, cost-effective, community-based models tailored to rural needs</a:t>
          </a:r>
        </a:p>
      </dgm:t>
    </dgm:pt>
    <dgm:pt modelId="{F97C4217-93CF-4E29-B8DF-04F227EBFDBC}" type="parTrans" cxnId="{E4A0FDB2-CF68-45C9-881C-969AC4D84812}">
      <dgm:prSet/>
      <dgm:spPr/>
      <dgm:t>
        <a:bodyPr/>
        <a:lstStyle/>
        <a:p>
          <a:endParaRPr lang="en-US"/>
        </a:p>
      </dgm:t>
    </dgm:pt>
    <dgm:pt modelId="{7EBD8CB0-8561-4E7F-8C83-1CBDB863C011}" type="sibTrans" cxnId="{E4A0FDB2-CF68-45C9-881C-969AC4D84812}">
      <dgm:prSet/>
      <dgm:spPr/>
      <dgm:t>
        <a:bodyPr/>
        <a:lstStyle/>
        <a:p>
          <a:endParaRPr lang="en-US"/>
        </a:p>
      </dgm:t>
    </dgm:pt>
    <dgm:pt modelId="{2833B25B-CCB9-4F3F-9AAB-CA038DE63E6B}" type="pres">
      <dgm:prSet presAssocID="{BF3523F6-B21E-412C-BEF4-90B051A29D8A}" presName="linear" presStyleCnt="0">
        <dgm:presLayoutVars>
          <dgm:animLvl val="lvl"/>
          <dgm:resizeHandles val="exact"/>
        </dgm:presLayoutVars>
      </dgm:prSet>
      <dgm:spPr/>
    </dgm:pt>
    <dgm:pt modelId="{E530913E-4E58-43E3-A48E-CAB80F8E9566}" type="pres">
      <dgm:prSet presAssocID="{8CDDCD9C-B47A-4104-9136-3B062CFAC1E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67805A2-0383-4F5A-AEF7-4BF381E62936}" type="pres">
      <dgm:prSet presAssocID="{A7093D78-D47E-4785-A136-FA8D6346DA1B}" presName="spacer" presStyleCnt="0"/>
      <dgm:spPr/>
    </dgm:pt>
    <dgm:pt modelId="{B44382F3-4374-4BBB-A20B-DD9CF43F6B32}" type="pres">
      <dgm:prSet presAssocID="{D18B32C6-5DF2-4FAD-9CAC-26BE36B90DE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95D1864-69B9-43D5-9DF0-FA9D6AF00170}" type="pres">
      <dgm:prSet presAssocID="{D18B32C6-5DF2-4FAD-9CAC-26BE36B90DED}" presName="childText" presStyleLbl="revTx" presStyleIdx="0" presStyleCnt="1">
        <dgm:presLayoutVars>
          <dgm:bulletEnabled val="1"/>
        </dgm:presLayoutVars>
      </dgm:prSet>
      <dgm:spPr/>
    </dgm:pt>
    <dgm:pt modelId="{7F15923B-64D9-48A3-8688-CF7FE24D72E5}" type="pres">
      <dgm:prSet presAssocID="{2A95AFD6-A83D-489C-B413-F201B7E4BAD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22F2704-A7F5-4EB4-87F4-54D2C07C4C5A}" type="pres">
      <dgm:prSet presAssocID="{80E3147B-4766-4FFC-8291-5D2E2D34EB57}" presName="spacer" presStyleCnt="0"/>
      <dgm:spPr/>
    </dgm:pt>
    <dgm:pt modelId="{0D7B5866-EA4E-4B95-A33B-4D1119B520AA}" type="pres">
      <dgm:prSet presAssocID="{7AF62411-FCF6-457D-BFEF-27DE8339763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A1D2023-97AD-4C0F-8F0F-99F513BAC4D7}" srcId="{D18B32C6-5DF2-4FAD-9CAC-26BE36B90DED}" destId="{291AF37C-6C4A-440B-B1B7-3D37822FEF80}" srcOrd="2" destOrd="0" parTransId="{629DC7A2-A2C0-4BC3-9B15-1528F4C1AFD3}" sibTransId="{72434873-D63B-47A1-83C2-D62220C32C89}"/>
    <dgm:cxn modelId="{CCB0082C-46F4-48E2-AEE2-55B0A346CBB3}" type="presOf" srcId="{BF3523F6-B21E-412C-BEF4-90B051A29D8A}" destId="{2833B25B-CCB9-4F3F-9AAB-CA038DE63E6B}" srcOrd="0" destOrd="0" presId="urn:microsoft.com/office/officeart/2005/8/layout/vList2"/>
    <dgm:cxn modelId="{CDF10F2F-DDD5-42E5-98FA-5D93E51364F8}" srcId="{D18B32C6-5DF2-4FAD-9CAC-26BE36B90DED}" destId="{B8965A3F-5792-46FC-82B4-93F6954725C4}" srcOrd="0" destOrd="0" parTransId="{B718A671-6756-498F-B2CD-BC21290A692C}" sibTransId="{0EECF5F8-A542-4FE0-B819-F6BCE8D63497}"/>
    <dgm:cxn modelId="{EA5D885F-580B-485F-A219-6F28F1E1C90E}" srcId="{D18B32C6-5DF2-4FAD-9CAC-26BE36B90DED}" destId="{B8328195-FFF1-4B88-831F-81671A2859E9}" srcOrd="1" destOrd="0" parTransId="{41F09984-F33E-41EC-B5C0-CB6887062579}" sibTransId="{B3213D1E-3FFC-4931-BA73-A14CB2369EC7}"/>
    <dgm:cxn modelId="{4BFE4162-EAE4-4FB8-8E18-19B6C9B898C7}" type="presOf" srcId="{B8965A3F-5792-46FC-82B4-93F6954725C4}" destId="{795D1864-69B9-43D5-9DF0-FA9D6AF00170}" srcOrd="0" destOrd="0" presId="urn:microsoft.com/office/officeart/2005/8/layout/vList2"/>
    <dgm:cxn modelId="{C04CE763-2A1C-441D-BE8C-3D03C5B64C4D}" type="presOf" srcId="{D18B32C6-5DF2-4FAD-9CAC-26BE36B90DED}" destId="{B44382F3-4374-4BBB-A20B-DD9CF43F6B32}" srcOrd="0" destOrd="0" presId="urn:microsoft.com/office/officeart/2005/8/layout/vList2"/>
    <dgm:cxn modelId="{14F71492-036A-4C6F-809D-9A3CCF48C616}" srcId="{BF3523F6-B21E-412C-BEF4-90B051A29D8A}" destId="{D18B32C6-5DF2-4FAD-9CAC-26BE36B90DED}" srcOrd="1" destOrd="0" parTransId="{96349D77-84FD-4FAB-BED4-9EB1A0B777F5}" sibTransId="{66F7D2F2-8346-4453-9845-DDB6178F09DC}"/>
    <dgm:cxn modelId="{C5FA159D-4264-4CAF-9F88-387F216D5ECB}" type="presOf" srcId="{B8328195-FFF1-4B88-831F-81671A2859E9}" destId="{795D1864-69B9-43D5-9DF0-FA9D6AF00170}" srcOrd="0" destOrd="1" presId="urn:microsoft.com/office/officeart/2005/8/layout/vList2"/>
    <dgm:cxn modelId="{1DE15EAD-F4FB-4F3A-AE25-19E52BF6367D}" type="presOf" srcId="{291AF37C-6C4A-440B-B1B7-3D37822FEF80}" destId="{795D1864-69B9-43D5-9DF0-FA9D6AF00170}" srcOrd="0" destOrd="2" presId="urn:microsoft.com/office/officeart/2005/8/layout/vList2"/>
    <dgm:cxn modelId="{A1F315B2-E037-46AF-AD9C-3502E8715E94}" srcId="{BF3523F6-B21E-412C-BEF4-90B051A29D8A}" destId="{2A95AFD6-A83D-489C-B413-F201B7E4BAD5}" srcOrd="2" destOrd="0" parTransId="{DAE63961-E635-41B1-A1C7-1B471A33FD5B}" sibTransId="{80E3147B-4766-4FFC-8291-5D2E2D34EB57}"/>
    <dgm:cxn modelId="{E4A0FDB2-CF68-45C9-881C-969AC4D84812}" srcId="{BF3523F6-B21E-412C-BEF4-90B051A29D8A}" destId="{7AF62411-FCF6-457D-BFEF-27DE83397631}" srcOrd="3" destOrd="0" parTransId="{F97C4217-93CF-4E29-B8DF-04F227EBFDBC}" sibTransId="{7EBD8CB0-8561-4E7F-8C83-1CBDB863C011}"/>
    <dgm:cxn modelId="{33C836C0-7700-40A5-A214-D15C2BAE0883}" srcId="{BF3523F6-B21E-412C-BEF4-90B051A29D8A}" destId="{8CDDCD9C-B47A-4104-9136-3B062CFAC1EC}" srcOrd="0" destOrd="0" parTransId="{2B99ADFF-CC75-4E2F-A0CB-EE8479E030B9}" sibTransId="{A7093D78-D47E-4785-A136-FA8D6346DA1B}"/>
    <dgm:cxn modelId="{729C5CD1-E2F7-463B-BFA0-8FACF70E5C63}" type="presOf" srcId="{2A95AFD6-A83D-489C-B413-F201B7E4BAD5}" destId="{7F15923B-64D9-48A3-8688-CF7FE24D72E5}" srcOrd="0" destOrd="0" presId="urn:microsoft.com/office/officeart/2005/8/layout/vList2"/>
    <dgm:cxn modelId="{82D5DFDA-B286-4D4E-9768-5249A7132F0F}" type="presOf" srcId="{8CDDCD9C-B47A-4104-9136-3B062CFAC1EC}" destId="{E530913E-4E58-43E3-A48E-CAB80F8E9566}" srcOrd="0" destOrd="0" presId="urn:microsoft.com/office/officeart/2005/8/layout/vList2"/>
    <dgm:cxn modelId="{95B5B3DC-92C4-4AED-A8B5-7B4E5923690C}" type="presOf" srcId="{7AF62411-FCF6-457D-BFEF-27DE83397631}" destId="{0D7B5866-EA4E-4B95-A33B-4D1119B520AA}" srcOrd="0" destOrd="0" presId="urn:microsoft.com/office/officeart/2005/8/layout/vList2"/>
    <dgm:cxn modelId="{D57F551E-5486-453B-8EE1-6D9CE994B924}" type="presParOf" srcId="{2833B25B-CCB9-4F3F-9AAB-CA038DE63E6B}" destId="{E530913E-4E58-43E3-A48E-CAB80F8E9566}" srcOrd="0" destOrd="0" presId="urn:microsoft.com/office/officeart/2005/8/layout/vList2"/>
    <dgm:cxn modelId="{07F57A7C-CA44-41EC-9AB2-9E38F8038BF0}" type="presParOf" srcId="{2833B25B-CCB9-4F3F-9AAB-CA038DE63E6B}" destId="{A67805A2-0383-4F5A-AEF7-4BF381E62936}" srcOrd="1" destOrd="0" presId="urn:microsoft.com/office/officeart/2005/8/layout/vList2"/>
    <dgm:cxn modelId="{F2A8BFFC-4693-4C3B-AD69-206239C76941}" type="presParOf" srcId="{2833B25B-CCB9-4F3F-9AAB-CA038DE63E6B}" destId="{B44382F3-4374-4BBB-A20B-DD9CF43F6B32}" srcOrd="2" destOrd="0" presId="urn:microsoft.com/office/officeart/2005/8/layout/vList2"/>
    <dgm:cxn modelId="{389C0269-B3A1-44EE-851F-E81B1317509E}" type="presParOf" srcId="{2833B25B-CCB9-4F3F-9AAB-CA038DE63E6B}" destId="{795D1864-69B9-43D5-9DF0-FA9D6AF00170}" srcOrd="3" destOrd="0" presId="urn:microsoft.com/office/officeart/2005/8/layout/vList2"/>
    <dgm:cxn modelId="{FA1F506E-9803-40A1-B993-3BD259A29560}" type="presParOf" srcId="{2833B25B-CCB9-4F3F-9AAB-CA038DE63E6B}" destId="{7F15923B-64D9-48A3-8688-CF7FE24D72E5}" srcOrd="4" destOrd="0" presId="urn:microsoft.com/office/officeart/2005/8/layout/vList2"/>
    <dgm:cxn modelId="{51D6E13A-687E-4333-82F9-CFEFA12CE634}" type="presParOf" srcId="{2833B25B-CCB9-4F3F-9AAB-CA038DE63E6B}" destId="{E22F2704-A7F5-4EB4-87F4-54D2C07C4C5A}" srcOrd="5" destOrd="0" presId="urn:microsoft.com/office/officeart/2005/8/layout/vList2"/>
    <dgm:cxn modelId="{CF318820-2E51-48C6-909E-EF47488637D5}" type="presParOf" srcId="{2833B25B-CCB9-4F3F-9AAB-CA038DE63E6B}" destId="{0D7B5866-EA4E-4B95-A33B-4D1119B520A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580694AA-BDA4-43D9-A0CF-DA7762A544D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E0C402-47D6-4B94-AF4A-1D41EC4A0B05}">
      <dgm:prSet/>
      <dgm:spPr/>
      <dgm:t>
        <a:bodyPr/>
        <a:lstStyle/>
        <a:p>
          <a:r>
            <a:rPr lang="en-US"/>
            <a:t>Rising costs and inequitable access necessitate new models</a:t>
          </a:r>
        </a:p>
      </dgm:t>
    </dgm:pt>
    <dgm:pt modelId="{4BFC0D8D-453F-4063-A8E4-30D14DBA8A94}" type="parTrans" cxnId="{559EBFCA-CEE1-4337-9EA6-2C76D4E63540}">
      <dgm:prSet/>
      <dgm:spPr/>
      <dgm:t>
        <a:bodyPr/>
        <a:lstStyle/>
        <a:p>
          <a:endParaRPr lang="en-US"/>
        </a:p>
      </dgm:t>
    </dgm:pt>
    <dgm:pt modelId="{697DC393-FD56-411D-9FD9-B7A00F69B274}" type="sibTrans" cxnId="{559EBFCA-CEE1-4337-9EA6-2C76D4E63540}">
      <dgm:prSet/>
      <dgm:spPr/>
      <dgm:t>
        <a:bodyPr/>
        <a:lstStyle/>
        <a:p>
          <a:endParaRPr lang="en-US"/>
        </a:p>
      </dgm:t>
    </dgm:pt>
    <dgm:pt modelId="{C75B46AD-BA01-4B04-874F-844B01CBD24E}">
      <dgm:prSet/>
      <dgm:spPr/>
      <dgm:t>
        <a:bodyPr/>
        <a:lstStyle/>
        <a:p>
          <a:r>
            <a:rPr lang="en-US"/>
            <a:t>Objectives of alternative models:</a:t>
          </a:r>
        </a:p>
      </dgm:t>
    </dgm:pt>
    <dgm:pt modelId="{418435ED-788B-443A-B942-E2A7359B8C12}" type="parTrans" cxnId="{5031EBE1-F2B6-42C4-9618-DD3466E515E5}">
      <dgm:prSet/>
      <dgm:spPr/>
      <dgm:t>
        <a:bodyPr/>
        <a:lstStyle/>
        <a:p>
          <a:endParaRPr lang="en-US"/>
        </a:p>
      </dgm:t>
    </dgm:pt>
    <dgm:pt modelId="{27F6A0F0-8275-46A3-B6C8-282D0EDBD89C}" type="sibTrans" cxnId="{5031EBE1-F2B6-42C4-9618-DD3466E515E5}">
      <dgm:prSet/>
      <dgm:spPr/>
      <dgm:t>
        <a:bodyPr/>
        <a:lstStyle/>
        <a:p>
          <a:endParaRPr lang="en-US"/>
        </a:p>
      </dgm:t>
    </dgm:pt>
    <dgm:pt modelId="{B94D7EAF-B5D8-46C5-B052-1D0E666A97CD}">
      <dgm:prSet/>
      <dgm:spPr/>
      <dgm:t>
        <a:bodyPr/>
        <a:lstStyle/>
        <a:p>
          <a:r>
            <a:rPr lang="en-US"/>
            <a:t>Be inexpensive yet effective</a:t>
          </a:r>
        </a:p>
      </dgm:t>
    </dgm:pt>
    <dgm:pt modelId="{AA2C2570-0576-4758-A958-A7ADE872D3F6}" type="parTrans" cxnId="{BF4A897C-2102-4499-BE01-C5524BB231EA}">
      <dgm:prSet/>
      <dgm:spPr/>
      <dgm:t>
        <a:bodyPr/>
        <a:lstStyle/>
        <a:p>
          <a:endParaRPr lang="en-US"/>
        </a:p>
      </dgm:t>
    </dgm:pt>
    <dgm:pt modelId="{81CD2545-661E-4CE2-AE9D-15D5229A12BE}" type="sibTrans" cxnId="{BF4A897C-2102-4499-BE01-C5524BB231EA}">
      <dgm:prSet/>
      <dgm:spPr/>
      <dgm:t>
        <a:bodyPr/>
        <a:lstStyle/>
        <a:p>
          <a:endParaRPr lang="en-US"/>
        </a:p>
      </dgm:t>
    </dgm:pt>
    <dgm:pt modelId="{252D7EED-3276-4E18-ACE0-3BF7040C1677}">
      <dgm:prSet/>
      <dgm:spPr/>
      <dgm:t>
        <a:bodyPr/>
        <a:lstStyle/>
        <a:p>
          <a:r>
            <a:rPr lang="en-US"/>
            <a:t>Provide essential care suited to rural populations</a:t>
          </a:r>
        </a:p>
      </dgm:t>
    </dgm:pt>
    <dgm:pt modelId="{6699DF3C-6EA2-4CA8-9EFB-2E8BA1DA7923}" type="parTrans" cxnId="{29DA1424-FE03-46FC-BD05-A4FF0CEE4608}">
      <dgm:prSet/>
      <dgm:spPr/>
      <dgm:t>
        <a:bodyPr/>
        <a:lstStyle/>
        <a:p>
          <a:endParaRPr lang="en-US"/>
        </a:p>
      </dgm:t>
    </dgm:pt>
    <dgm:pt modelId="{A2AA7033-D2FA-49D3-B5B2-0BF3428CA78F}" type="sibTrans" cxnId="{29DA1424-FE03-46FC-BD05-A4FF0CEE4608}">
      <dgm:prSet/>
      <dgm:spPr/>
      <dgm:t>
        <a:bodyPr/>
        <a:lstStyle/>
        <a:p>
          <a:endParaRPr lang="en-US"/>
        </a:p>
      </dgm:t>
    </dgm:pt>
    <dgm:pt modelId="{791C9DDF-0BF2-44AB-9CE8-A707F85F189B}">
      <dgm:prSet/>
      <dgm:spPr/>
      <dgm:t>
        <a:bodyPr/>
        <a:lstStyle/>
        <a:p>
          <a:r>
            <a:rPr lang="en-US"/>
            <a:t>Address comprehensive needs, not just curative ones</a:t>
          </a:r>
        </a:p>
      </dgm:t>
    </dgm:pt>
    <dgm:pt modelId="{C81406E4-9F14-49EA-90B6-8D490C2B44F9}" type="parTrans" cxnId="{ECE2FC1D-2A8D-4DD9-9BD4-53CF1CD7B7A7}">
      <dgm:prSet/>
      <dgm:spPr/>
      <dgm:t>
        <a:bodyPr/>
        <a:lstStyle/>
        <a:p>
          <a:endParaRPr lang="en-US"/>
        </a:p>
      </dgm:t>
    </dgm:pt>
    <dgm:pt modelId="{B63B313D-3EFF-4F52-9521-C63E76789AF4}" type="sibTrans" cxnId="{ECE2FC1D-2A8D-4DD9-9BD4-53CF1CD7B7A7}">
      <dgm:prSet/>
      <dgm:spPr/>
      <dgm:t>
        <a:bodyPr/>
        <a:lstStyle/>
        <a:p>
          <a:endParaRPr lang="en-US"/>
        </a:p>
      </dgm:t>
    </dgm:pt>
    <dgm:pt modelId="{859A2FC4-75A5-4FB2-BCB8-5E77F0FC3693}">
      <dgm:prSet/>
      <dgm:spPr/>
      <dgm:t>
        <a:bodyPr/>
        <a:lstStyle/>
        <a:p>
          <a:r>
            <a:rPr lang="en-US"/>
            <a:t>Models should be:</a:t>
          </a:r>
        </a:p>
      </dgm:t>
    </dgm:pt>
    <dgm:pt modelId="{652DEBF8-F9A9-45AA-BEEE-6E518EFC66B6}" type="parTrans" cxnId="{77D44739-C372-4FD3-B59D-5CF9CDF60853}">
      <dgm:prSet/>
      <dgm:spPr/>
      <dgm:t>
        <a:bodyPr/>
        <a:lstStyle/>
        <a:p>
          <a:endParaRPr lang="en-US"/>
        </a:p>
      </dgm:t>
    </dgm:pt>
    <dgm:pt modelId="{8AE06862-7218-4DF8-AFF0-9557AFB4CF96}" type="sibTrans" cxnId="{77D44739-C372-4FD3-B59D-5CF9CDF60853}">
      <dgm:prSet/>
      <dgm:spPr/>
      <dgm:t>
        <a:bodyPr/>
        <a:lstStyle/>
        <a:p>
          <a:endParaRPr lang="en-US"/>
        </a:p>
      </dgm:t>
    </dgm:pt>
    <dgm:pt modelId="{C6E29057-F5BE-40EF-BD0C-B63B6FFC4BCE}">
      <dgm:prSet/>
      <dgm:spPr/>
      <dgm:t>
        <a:bodyPr/>
        <a:lstStyle/>
        <a:p>
          <a:r>
            <a:rPr lang="en-US"/>
            <a:t>Planned based on community needs</a:t>
          </a:r>
        </a:p>
      </dgm:t>
    </dgm:pt>
    <dgm:pt modelId="{66785F69-1188-4EB5-876E-1A70C6F39FBD}" type="parTrans" cxnId="{53FB02B2-96DE-4D0B-B1D6-3CDFB6D6BFD5}">
      <dgm:prSet/>
      <dgm:spPr/>
      <dgm:t>
        <a:bodyPr/>
        <a:lstStyle/>
        <a:p>
          <a:endParaRPr lang="en-US"/>
        </a:p>
      </dgm:t>
    </dgm:pt>
    <dgm:pt modelId="{C097D460-A0E0-4F6D-8AD6-092A5B550F7E}" type="sibTrans" cxnId="{53FB02B2-96DE-4D0B-B1D6-3CDFB6D6BFD5}">
      <dgm:prSet/>
      <dgm:spPr/>
      <dgm:t>
        <a:bodyPr/>
        <a:lstStyle/>
        <a:p>
          <a:endParaRPr lang="en-US"/>
        </a:p>
      </dgm:t>
    </dgm:pt>
    <dgm:pt modelId="{76DE28D1-4AC3-4765-9526-1C4D84F12086}">
      <dgm:prSet/>
      <dgm:spPr/>
      <dgm:t>
        <a:bodyPr/>
        <a:lstStyle/>
        <a:p>
          <a:r>
            <a:rPr lang="en-US"/>
            <a:t>Use available knowledge &amp; resources efficiently</a:t>
          </a:r>
        </a:p>
      </dgm:t>
    </dgm:pt>
    <dgm:pt modelId="{5F880FEA-7297-41F6-ADDB-9CD0F643358D}" type="parTrans" cxnId="{D3910D17-BA45-4EC1-8D8C-033D7CF6FFB9}">
      <dgm:prSet/>
      <dgm:spPr/>
      <dgm:t>
        <a:bodyPr/>
        <a:lstStyle/>
        <a:p>
          <a:endParaRPr lang="en-US"/>
        </a:p>
      </dgm:t>
    </dgm:pt>
    <dgm:pt modelId="{79EA539F-8203-40A4-BD83-1BDE3BC8DA1A}" type="sibTrans" cxnId="{D3910D17-BA45-4EC1-8D8C-033D7CF6FFB9}">
      <dgm:prSet/>
      <dgm:spPr/>
      <dgm:t>
        <a:bodyPr/>
        <a:lstStyle/>
        <a:p>
          <a:endParaRPr lang="en-US"/>
        </a:p>
      </dgm:t>
    </dgm:pt>
    <dgm:pt modelId="{27DCA89B-1A6E-4B72-AD2E-A59DF90F82C5}">
      <dgm:prSet/>
      <dgm:spPr/>
      <dgm:t>
        <a:bodyPr/>
        <a:lstStyle/>
        <a:p>
          <a:r>
            <a:rPr lang="en-US"/>
            <a:t>Ensure equitable distribution and accessibility of services</a:t>
          </a:r>
        </a:p>
      </dgm:t>
    </dgm:pt>
    <dgm:pt modelId="{AC2D4151-A0B2-438E-B868-59D52B0DF2D6}" type="parTrans" cxnId="{25D8BAE8-F342-4534-B65A-DB1AEFE745B1}">
      <dgm:prSet/>
      <dgm:spPr/>
      <dgm:t>
        <a:bodyPr/>
        <a:lstStyle/>
        <a:p>
          <a:endParaRPr lang="en-US"/>
        </a:p>
      </dgm:t>
    </dgm:pt>
    <dgm:pt modelId="{173963C6-1BC5-4633-B1E0-6DDCFA687BE7}" type="sibTrans" cxnId="{25D8BAE8-F342-4534-B65A-DB1AEFE745B1}">
      <dgm:prSet/>
      <dgm:spPr/>
      <dgm:t>
        <a:bodyPr/>
        <a:lstStyle/>
        <a:p>
          <a:endParaRPr lang="en-US"/>
        </a:p>
      </dgm:t>
    </dgm:pt>
    <dgm:pt modelId="{CC96E7F4-AF89-4871-B619-9C356C1FE061}" type="pres">
      <dgm:prSet presAssocID="{580694AA-BDA4-43D9-A0CF-DA7762A544DF}" presName="linear" presStyleCnt="0">
        <dgm:presLayoutVars>
          <dgm:animLvl val="lvl"/>
          <dgm:resizeHandles val="exact"/>
        </dgm:presLayoutVars>
      </dgm:prSet>
      <dgm:spPr/>
    </dgm:pt>
    <dgm:pt modelId="{AA2B0D4D-B249-4D84-B3CD-ADA75F9A82F1}" type="pres">
      <dgm:prSet presAssocID="{14E0C402-47D6-4B94-AF4A-1D41EC4A0B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5C0043-A2FC-41B1-BF38-51EB19CAB665}" type="pres">
      <dgm:prSet presAssocID="{697DC393-FD56-411D-9FD9-B7A00F69B274}" presName="spacer" presStyleCnt="0"/>
      <dgm:spPr/>
    </dgm:pt>
    <dgm:pt modelId="{4C25CC78-DDCD-41A3-A4CF-8F4332929938}" type="pres">
      <dgm:prSet presAssocID="{C75B46AD-BA01-4B04-874F-844B01CBD24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DC76547-B6A1-444B-8833-5377708D4C18}" type="pres">
      <dgm:prSet presAssocID="{C75B46AD-BA01-4B04-874F-844B01CBD24E}" presName="childText" presStyleLbl="revTx" presStyleIdx="0" presStyleCnt="2">
        <dgm:presLayoutVars>
          <dgm:bulletEnabled val="1"/>
        </dgm:presLayoutVars>
      </dgm:prSet>
      <dgm:spPr/>
    </dgm:pt>
    <dgm:pt modelId="{F35FB896-20DC-4D55-9A27-6BB135D98CA8}" type="pres">
      <dgm:prSet presAssocID="{859A2FC4-75A5-4FB2-BCB8-5E77F0FC369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5990D458-D131-48C8-91C4-DF535B4AAAF4}" type="pres">
      <dgm:prSet presAssocID="{859A2FC4-75A5-4FB2-BCB8-5E77F0FC369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A7257309-4119-4903-A43D-A71784ED9D24}" type="presOf" srcId="{C6E29057-F5BE-40EF-BD0C-B63B6FFC4BCE}" destId="{5990D458-D131-48C8-91C4-DF535B4AAAF4}" srcOrd="0" destOrd="0" presId="urn:microsoft.com/office/officeart/2005/8/layout/vList2"/>
    <dgm:cxn modelId="{5EB27409-2BC0-4269-B09B-70157A6D98B3}" type="presOf" srcId="{859A2FC4-75A5-4FB2-BCB8-5E77F0FC3693}" destId="{F35FB896-20DC-4D55-9A27-6BB135D98CA8}" srcOrd="0" destOrd="0" presId="urn:microsoft.com/office/officeart/2005/8/layout/vList2"/>
    <dgm:cxn modelId="{D3910D17-BA45-4EC1-8D8C-033D7CF6FFB9}" srcId="{859A2FC4-75A5-4FB2-BCB8-5E77F0FC3693}" destId="{76DE28D1-4AC3-4765-9526-1C4D84F12086}" srcOrd="1" destOrd="0" parTransId="{5F880FEA-7297-41F6-ADDB-9CD0F643358D}" sibTransId="{79EA539F-8203-40A4-BD83-1BDE3BC8DA1A}"/>
    <dgm:cxn modelId="{ECE2FC1D-2A8D-4DD9-9BD4-53CF1CD7B7A7}" srcId="{C75B46AD-BA01-4B04-874F-844B01CBD24E}" destId="{791C9DDF-0BF2-44AB-9CE8-A707F85F189B}" srcOrd="2" destOrd="0" parTransId="{C81406E4-9F14-49EA-90B6-8D490C2B44F9}" sibTransId="{B63B313D-3EFF-4F52-9521-C63E76789AF4}"/>
    <dgm:cxn modelId="{29DA1424-FE03-46FC-BD05-A4FF0CEE4608}" srcId="{C75B46AD-BA01-4B04-874F-844B01CBD24E}" destId="{252D7EED-3276-4E18-ACE0-3BF7040C1677}" srcOrd="1" destOrd="0" parTransId="{6699DF3C-6EA2-4CA8-9EFB-2E8BA1DA7923}" sibTransId="{A2AA7033-D2FA-49D3-B5B2-0BF3428CA78F}"/>
    <dgm:cxn modelId="{6CD51F36-3C9A-4755-A095-7A2DE0A2F0AA}" type="presOf" srcId="{580694AA-BDA4-43D9-A0CF-DA7762A544DF}" destId="{CC96E7F4-AF89-4871-B619-9C356C1FE061}" srcOrd="0" destOrd="0" presId="urn:microsoft.com/office/officeart/2005/8/layout/vList2"/>
    <dgm:cxn modelId="{77D44739-C372-4FD3-B59D-5CF9CDF60853}" srcId="{580694AA-BDA4-43D9-A0CF-DA7762A544DF}" destId="{859A2FC4-75A5-4FB2-BCB8-5E77F0FC3693}" srcOrd="2" destOrd="0" parTransId="{652DEBF8-F9A9-45AA-BEEE-6E518EFC66B6}" sibTransId="{8AE06862-7218-4DF8-AFF0-9557AFB4CF96}"/>
    <dgm:cxn modelId="{6BF75E67-FC75-4047-9347-E00E15B7B02B}" type="presOf" srcId="{14E0C402-47D6-4B94-AF4A-1D41EC4A0B05}" destId="{AA2B0D4D-B249-4D84-B3CD-ADA75F9A82F1}" srcOrd="0" destOrd="0" presId="urn:microsoft.com/office/officeart/2005/8/layout/vList2"/>
    <dgm:cxn modelId="{8176D34F-2F00-47B7-A83F-2B9373E1C125}" type="presOf" srcId="{C75B46AD-BA01-4B04-874F-844B01CBD24E}" destId="{4C25CC78-DDCD-41A3-A4CF-8F4332929938}" srcOrd="0" destOrd="0" presId="urn:microsoft.com/office/officeart/2005/8/layout/vList2"/>
    <dgm:cxn modelId="{B95DCD73-EDBB-45C8-BB31-80FFDAD7B762}" type="presOf" srcId="{252D7EED-3276-4E18-ACE0-3BF7040C1677}" destId="{9DC76547-B6A1-444B-8833-5377708D4C18}" srcOrd="0" destOrd="1" presId="urn:microsoft.com/office/officeart/2005/8/layout/vList2"/>
    <dgm:cxn modelId="{BF4A897C-2102-4499-BE01-C5524BB231EA}" srcId="{C75B46AD-BA01-4B04-874F-844B01CBD24E}" destId="{B94D7EAF-B5D8-46C5-B052-1D0E666A97CD}" srcOrd="0" destOrd="0" parTransId="{AA2C2570-0576-4758-A958-A7ADE872D3F6}" sibTransId="{81CD2545-661E-4CE2-AE9D-15D5229A12BE}"/>
    <dgm:cxn modelId="{B4E3689D-4C09-487E-BB96-9E364FEC4758}" type="presOf" srcId="{791C9DDF-0BF2-44AB-9CE8-A707F85F189B}" destId="{9DC76547-B6A1-444B-8833-5377708D4C18}" srcOrd="0" destOrd="2" presId="urn:microsoft.com/office/officeart/2005/8/layout/vList2"/>
    <dgm:cxn modelId="{53FB02B2-96DE-4D0B-B1D6-3CDFB6D6BFD5}" srcId="{859A2FC4-75A5-4FB2-BCB8-5E77F0FC3693}" destId="{C6E29057-F5BE-40EF-BD0C-B63B6FFC4BCE}" srcOrd="0" destOrd="0" parTransId="{66785F69-1188-4EB5-876E-1A70C6F39FBD}" sibTransId="{C097D460-A0E0-4F6D-8AD6-092A5B550F7E}"/>
    <dgm:cxn modelId="{1D5DB3BF-4B0F-4ACA-BC94-C0F8612601E6}" type="presOf" srcId="{B94D7EAF-B5D8-46C5-B052-1D0E666A97CD}" destId="{9DC76547-B6A1-444B-8833-5377708D4C18}" srcOrd="0" destOrd="0" presId="urn:microsoft.com/office/officeart/2005/8/layout/vList2"/>
    <dgm:cxn modelId="{49B14AC7-CE62-4659-A90F-83B01BF0D98B}" type="presOf" srcId="{76DE28D1-4AC3-4765-9526-1C4D84F12086}" destId="{5990D458-D131-48C8-91C4-DF535B4AAAF4}" srcOrd="0" destOrd="1" presId="urn:microsoft.com/office/officeart/2005/8/layout/vList2"/>
    <dgm:cxn modelId="{559EBFCA-CEE1-4337-9EA6-2C76D4E63540}" srcId="{580694AA-BDA4-43D9-A0CF-DA7762A544DF}" destId="{14E0C402-47D6-4B94-AF4A-1D41EC4A0B05}" srcOrd="0" destOrd="0" parTransId="{4BFC0D8D-453F-4063-A8E4-30D14DBA8A94}" sibTransId="{697DC393-FD56-411D-9FD9-B7A00F69B274}"/>
    <dgm:cxn modelId="{5031EBE1-F2B6-42C4-9618-DD3466E515E5}" srcId="{580694AA-BDA4-43D9-A0CF-DA7762A544DF}" destId="{C75B46AD-BA01-4B04-874F-844B01CBD24E}" srcOrd="1" destOrd="0" parTransId="{418435ED-788B-443A-B942-E2A7359B8C12}" sibTransId="{27F6A0F0-8275-46A3-B6C8-282D0EDBD89C}"/>
    <dgm:cxn modelId="{62F5CAE7-3C0B-48FD-8248-F6A5364A731A}" type="presOf" srcId="{27DCA89B-1A6E-4B72-AD2E-A59DF90F82C5}" destId="{5990D458-D131-48C8-91C4-DF535B4AAAF4}" srcOrd="0" destOrd="2" presId="urn:microsoft.com/office/officeart/2005/8/layout/vList2"/>
    <dgm:cxn modelId="{25D8BAE8-F342-4534-B65A-DB1AEFE745B1}" srcId="{859A2FC4-75A5-4FB2-BCB8-5E77F0FC3693}" destId="{27DCA89B-1A6E-4B72-AD2E-A59DF90F82C5}" srcOrd="2" destOrd="0" parTransId="{AC2D4151-A0B2-438E-B868-59D52B0DF2D6}" sibTransId="{173963C6-1BC5-4633-B1E0-6DDCFA687BE7}"/>
    <dgm:cxn modelId="{841A9727-E092-4907-95A6-EDCB22F440DE}" type="presParOf" srcId="{CC96E7F4-AF89-4871-B619-9C356C1FE061}" destId="{AA2B0D4D-B249-4D84-B3CD-ADA75F9A82F1}" srcOrd="0" destOrd="0" presId="urn:microsoft.com/office/officeart/2005/8/layout/vList2"/>
    <dgm:cxn modelId="{0EADADC3-0280-4AA6-8755-4B12963F7F14}" type="presParOf" srcId="{CC96E7F4-AF89-4871-B619-9C356C1FE061}" destId="{B55C0043-A2FC-41B1-BF38-51EB19CAB665}" srcOrd="1" destOrd="0" presId="urn:microsoft.com/office/officeart/2005/8/layout/vList2"/>
    <dgm:cxn modelId="{77FF8085-F754-4D97-96C7-BE4045C82729}" type="presParOf" srcId="{CC96E7F4-AF89-4871-B619-9C356C1FE061}" destId="{4C25CC78-DDCD-41A3-A4CF-8F4332929938}" srcOrd="2" destOrd="0" presId="urn:microsoft.com/office/officeart/2005/8/layout/vList2"/>
    <dgm:cxn modelId="{5B665641-D477-48C5-A860-B90B9E375533}" type="presParOf" srcId="{CC96E7F4-AF89-4871-B619-9C356C1FE061}" destId="{9DC76547-B6A1-444B-8833-5377708D4C18}" srcOrd="3" destOrd="0" presId="urn:microsoft.com/office/officeart/2005/8/layout/vList2"/>
    <dgm:cxn modelId="{66E7C827-37E5-4D1B-9F33-EC16986B4BE5}" type="presParOf" srcId="{CC96E7F4-AF89-4871-B619-9C356C1FE061}" destId="{F35FB896-20DC-4D55-9A27-6BB135D98CA8}" srcOrd="4" destOrd="0" presId="urn:microsoft.com/office/officeart/2005/8/layout/vList2"/>
    <dgm:cxn modelId="{BBEA2E73-71FA-49AE-9547-62BCD2883987}" type="presParOf" srcId="{CC96E7F4-AF89-4871-B619-9C356C1FE061}" destId="{5990D458-D131-48C8-91C4-DF535B4AAAF4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AFDB4008-34C1-4A28-ADBA-E7C22C1FE910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01C4D31-C1CA-403D-8382-E83B6CBC5ADC}">
      <dgm:prSet/>
      <dgm:spPr/>
      <dgm:t>
        <a:bodyPr/>
        <a:lstStyle/>
        <a:p>
          <a:r>
            <a:rPr lang="en-US" b="1" i="0" baseline="0"/>
            <a:t>Inputs</a:t>
          </a:r>
          <a:endParaRPr lang="en-US"/>
        </a:p>
      </dgm:t>
    </dgm:pt>
    <dgm:pt modelId="{76D069A4-6469-442D-A701-09BFB27FF426}" type="parTrans" cxnId="{436305D1-9509-4FEE-94E6-1EE777B25393}">
      <dgm:prSet/>
      <dgm:spPr/>
      <dgm:t>
        <a:bodyPr/>
        <a:lstStyle/>
        <a:p>
          <a:endParaRPr lang="en-US"/>
        </a:p>
      </dgm:t>
    </dgm:pt>
    <dgm:pt modelId="{B4246F89-4E2E-4F7C-BD45-0C81150B18B4}" type="sibTrans" cxnId="{436305D1-9509-4FEE-94E6-1EE777B25393}">
      <dgm:prSet/>
      <dgm:spPr/>
      <dgm:t>
        <a:bodyPr/>
        <a:lstStyle/>
        <a:p>
          <a:endParaRPr lang="en-US"/>
        </a:p>
      </dgm:t>
    </dgm:pt>
    <dgm:pt modelId="{BF624D0D-521D-40B6-BE62-4B01B16AA729}">
      <dgm:prSet/>
      <dgm:spPr/>
      <dgm:t>
        <a:bodyPr/>
        <a:lstStyle/>
        <a:p>
          <a:r>
            <a:rPr lang="en-US" b="0" i="0" baseline="0"/>
            <a:t>Health needs and demands of the community</a:t>
          </a:r>
          <a:endParaRPr lang="en-US"/>
        </a:p>
      </dgm:t>
    </dgm:pt>
    <dgm:pt modelId="{1A8BD289-3643-41B1-966A-BA5E21055229}" type="parTrans" cxnId="{98DE25C2-85FD-446C-A564-BD5027651B4D}">
      <dgm:prSet/>
      <dgm:spPr/>
      <dgm:t>
        <a:bodyPr/>
        <a:lstStyle/>
        <a:p>
          <a:endParaRPr lang="en-US"/>
        </a:p>
      </dgm:t>
    </dgm:pt>
    <dgm:pt modelId="{2757E54F-428C-4F28-B76D-BA538F0DA6E2}" type="sibTrans" cxnId="{98DE25C2-85FD-446C-A564-BD5027651B4D}">
      <dgm:prSet/>
      <dgm:spPr/>
      <dgm:t>
        <a:bodyPr/>
        <a:lstStyle/>
        <a:p>
          <a:endParaRPr lang="en-US"/>
        </a:p>
      </dgm:t>
    </dgm:pt>
    <dgm:pt modelId="{2E54D6F8-C8B7-4D63-ADF4-BBC4AA53ED1E}">
      <dgm:prSet/>
      <dgm:spPr/>
      <dgm:t>
        <a:bodyPr/>
        <a:lstStyle/>
        <a:p>
          <a:r>
            <a:rPr lang="en-US" b="0" i="0" baseline="0" dirty="0"/>
            <a:t>Require setting </a:t>
          </a:r>
          <a:r>
            <a:rPr lang="en-US" b="1" i="0" baseline="0" dirty="0"/>
            <a:t>priorities</a:t>
          </a:r>
          <a:r>
            <a:rPr lang="en-US" b="0" i="0" baseline="0" dirty="0"/>
            <a:t> due to limited resources</a:t>
          </a:r>
          <a:endParaRPr lang="en-US" dirty="0"/>
        </a:p>
      </dgm:t>
    </dgm:pt>
    <dgm:pt modelId="{B6484311-05B5-4F27-AD4E-9B594FBB7636}" type="parTrans" cxnId="{F434D05B-3A13-4884-96EE-EF509E1579E5}">
      <dgm:prSet/>
      <dgm:spPr/>
      <dgm:t>
        <a:bodyPr/>
        <a:lstStyle/>
        <a:p>
          <a:endParaRPr lang="en-US"/>
        </a:p>
      </dgm:t>
    </dgm:pt>
    <dgm:pt modelId="{77517AC3-4122-49C9-85AF-F65AC3AF045D}" type="sibTrans" cxnId="{F434D05B-3A13-4884-96EE-EF509E1579E5}">
      <dgm:prSet/>
      <dgm:spPr/>
      <dgm:t>
        <a:bodyPr/>
        <a:lstStyle/>
        <a:p>
          <a:endParaRPr lang="en-US"/>
        </a:p>
      </dgm:t>
    </dgm:pt>
    <dgm:pt modelId="{AD892F2C-C61A-41C4-946C-95FAAC19E807}">
      <dgm:prSet/>
      <dgm:spPr/>
      <dgm:t>
        <a:bodyPr/>
        <a:lstStyle/>
        <a:p>
          <a:r>
            <a:rPr lang="en-US" b="1" i="0" baseline="0"/>
            <a:t>Health Care Services</a:t>
          </a:r>
          <a:endParaRPr lang="en-US"/>
        </a:p>
      </dgm:t>
    </dgm:pt>
    <dgm:pt modelId="{2C3A65D3-8B45-406B-B769-6072EA73F077}" type="parTrans" cxnId="{D2535723-8A8F-422A-B80D-D2B7B57F41C3}">
      <dgm:prSet/>
      <dgm:spPr/>
      <dgm:t>
        <a:bodyPr/>
        <a:lstStyle/>
        <a:p>
          <a:endParaRPr lang="en-US"/>
        </a:p>
      </dgm:t>
    </dgm:pt>
    <dgm:pt modelId="{705757CC-2968-4F7E-A863-5F40C4A782FF}" type="sibTrans" cxnId="{D2535723-8A8F-422A-B80D-D2B7B57F41C3}">
      <dgm:prSet/>
      <dgm:spPr/>
      <dgm:t>
        <a:bodyPr/>
        <a:lstStyle/>
        <a:p>
          <a:endParaRPr lang="en-US"/>
        </a:p>
      </dgm:t>
    </dgm:pt>
    <dgm:pt modelId="{531C9033-EBEC-41BA-9CC7-133DC3983F34}">
      <dgm:prSet/>
      <dgm:spPr/>
      <dgm:t>
        <a:bodyPr/>
        <a:lstStyle/>
        <a:p>
          <a:r>
            <a:rPr lang="en-US" b="0" i="0" baseline="0"/>
            <a:t>Should be </a:t>
          </a:r>
          <a:r>
            <a:rPr lang="en-US" b="1" i="0" baseline="0"/>
            <a:t>comprehensive</a:t>
          </a:r>
          <a:r>
            <a:rPr lang="en-US" b="0" i="0" baseline="0"/>
            <a:t> and </a:t>
          </a:r>
          <a:r>
            <a:rPr lang="en-US" b="1" i="0" baseline="0"/>
            <a:t>community-based</a:t>
          </a:r>
          <a:endParaRPr lang="en-US"/>
        </a:p>
      </dgm:t>
    </dgm:pt>
    <dgm:pt modelId="{BBC38C0F-23E7-4CFF-8093-088CEDF43493}" type="parTrans" cxnId="{9D3C5793-F8A3-40F2-8512-7AAA1B864D43}">
      <dgm:prSet/>
      <dgm:spPr/>
      <dgm:t>
        <a:bodyPr/>
        <a:lstStyle/>
        <a:p>
          <a:endParaRPr lang="en-US"/>
        </a:p>
      </dgm:t>
    </dgm:pt>
    <dgm:pt modelId="{F624806E-0565-4989-8ABD-6E0BC462D3DA}" type="sibTrans" cxnId="{9D3C5793-F8A3-40F2-8512-7AAA1B864D43}">
      <dgm:prSet/>
      <dgm:spPr/>
      <dgm:t>
        <a:bodyPr/>
        <a:lstStyle/>
        <a:p>
          <a:endParaRPr lang="en-US"/>
        </a:p>
      </dgm:t>
    </dgm:pt>
    <dgm:pt modelId="{DFFC8CF8-0A54-4F45-B1B4-AC65F42D4AD9}">
      <dgm:prSet/>
      <dgm:spPr/>
      <dgm:t>
        <a:bodyPr/>
        <a:lstStyle/>
        <a:p>
          <a:r>
            <a:rPr lang="en-US" b="0" i="0" baseline="0"/>
            <a:t>Designed using </a:t>
          </a:r>
          <a:r>
            <a:rPr lang="en-US" b="1" i="0" baseline="0"/>
            <a:t>available resources and local knowledge</a:t>
          </a:r>
          <a:endParaRPr lang="en-US"/>
        </a:p>
      </dgm:t>
    </dgm:pt>
    <dgm:pt modelId="{DA779BEC-6995-4247-8C99-83A94BEF229C}" type="parTrans" cxnId="{8059BDB0-0426-4939-B007-F7091A240153}">
      <dgm:prSet/>
      <dgm:spPr/>
      <dgm:t>
        <a:bodyPr/>
        <a:lstStyle/>
        <a:p>
          <a:endParaRPr lang="en-US"/>
        </a:p>
      </dgm:t>
    </dgm:pt>
    <dgm:pt modelId="{74F8A7A4-601D-4C77-949A-CB797697FC5F}" type="sibTrans" cxnId="{8059BDB0-0426-4939-B007-F7091A240153}">
      <dgm:prSet/>
      <dgm:spPr/>
      <dgm:t>
        <a:bodyPr/>
        <a:lstStyle/>
        <a:p>
          <a:endParaRPr lang="en-US"/>
        </a:p>
      </dgm:t>
    </dgm:pt>
    <dgm:pt modelId="{965DDD63-C403-4DDE-A54C-ABFDD7E55716}">
      <dgm:prSet/>
      <dgm:spPr/>
      <dgm:t>
        <a:bodyPr/>
        <a:lstStyle/>
        <a:p>
          <a:r>
            <a:rPr lang="en-US" b="1" i="0" baseline="0"/>
            <a:t>Health Care System</a:t>
          </a:r>
          <a:endParaRPr lang="en-US"/>
        </a:p>
      </dgm:t>
    </dgm:pt>
    <dgm:pt modelId="{DEB9F2BE-5FFB-421A-99A9-239617F16521}" type="parTrans" cxnId="{2990CB14-E257-43BD-8A1B-53231A024558}">
      <dgm:prSet/>
      <dgm:spPr/>
      <dgm:t>
        <a:bodyPr/>
        <a:lstStyle/>
        <a:p>
          <a:endParaRPr lang="en-US"/>
        </a:p>
      </dgm:t>
    </dgm:pt>
    <dgm:pt modelId="{B850FDD8-3C48-47CF-AB5E-B1374B544B13}" type="sibTrans" cxnId="{2990CB14-E257-43BD-8A1B-53231A024558}">
      <dgm:prSet/>
      <dgm:spPr/>
      <dgm:t>
        <a:bodyPr/>
        <a:lstStyle/>
        <a:p>
          <a:endParaRPr lang="en-US"/>
        </a:p>
      </dgm:t>
    </dgm:pt>
    <dgm:pt modelId="{7617446B-E8B3-4DFE-A1BB-F769AB3ED012}">
      <dgm:prSet/>
      <dgm:spPr/>
      <dgm:t>
        <a:bodyPr/>
        <a:lstStyle/>
        <a:p>
          <a:r>
            <a:rPr lang="en-US" b="0" i="0" baseline="0"/>
            <a:t>The </a:t>
          </a:r>
          <a:r>
            <a:rPr lang="en-US" b="1" i="0" baseline="0"/>
            <a:t>management/organizational</a:t>
          </a:r>
          <a:r>
            <a:rPr lang="en-US" b="0" i="0" baseline="0"/>
            <a:t> sector</a:t>
          </a:r>
          <a:endParaRPr lang="en-US"/>
        </a:p>
      </dgm:t>
    </dgm:pt>
    <dgm:pt modelId="{6EA29AD6-6B49-488B-96B7-AFFCFF71E114}" type="parTrans" cxnId="{DEBDE923-FC9B-4B4B-88E7-DE51431F49DE}">
      <dgm:prSet/>
      <dgm:spPr/>
      <dgm:t>
        <a:bodyPr/>
        <a:lstStyle/>
        <a:p>
          <a:endParaRPr lang="en-US"/>
        </a:p>
      </dgm:t>
    </dgm:pt>
    <dgm:pt modelId="{0B502051-95AB-4262-A4FA-D8640C033F6E}" type="sibTrans" cxnId="{DEBDE923-FC9B-4B4B-88E7-DE51431F49DE}">
      <dgm:prSet/>
      <dgm:spPr/>
      <dgm:t>
        <a:bodyPr/>
        <a:lstStyle/>
        <a:p>
          <a:endParaRPr lang="en-US"/>
        </a:p>
      </dgm:t>
    </dgm:pt>
    <dgm:pt modelId="{81B2823B-877E-461A-BF0C-730F07E3828E}">
      <dgm:prSet/>
      <dgm:spPr/>
      <dgm:t>
        <a:bodyPr/>
        <a:lstStyle/>
        <a:p>
          <a:r>
            <a:rPr lang="en-US" b="0" i="0" baseline="0"/>
            <a:t>Responsible for </a:t>
          </a:r>
          <a:r>
            <a:rPr lang="en-US" b="1" i="0" baseline="0"/>
            <a:t>delivering services effectively</a:t>
          </a:r>
          <a:endParaRPr lang="en-US"/>
        </a:p>
      </dgm:t>
    </dgm:pt>
    <dgm:pt modelId="{1B1D4AF2-6A69-4ED1-AAAA-49D3572FA245}" type="parTrans" cxnId="{BF421C71-8F9C-4FA0-85E5-A2F5686EE620}">
      <dgm:prSet/>
      <dgm:spPr/>
      <dgm:t>
        <a:bodyPr/>
        <a:lstStyle/>
        <a:p>
          <a:endParaRPr lang="en-US"/>
        </a:p>
      </dgm:t>
    </dgm:pt>
    <dgm:pt modelId="{2AE4458A-4882-46F4-828B-FD5BC63CE33C}" type="sibTrans" cxnId="{BF421C71-8F9C-4FA0-85E5-A2F5686EE620}">
      <dgm:prSet/>
      <dgm:spPr/>
      <dgm:t>
        <a:bodyPr/>
        <a:lstStyle/>
        <a:p>
          <a:endParaRPr lang="en-US"/>
        </a:p>
      </dgm:t>
    </dgm:pt>
    <dgm:pt modelId="{D46F2FBF-522D-4E8D-9892-C8BC022E8583}">
      <dgm:prSet/>
      <dgm:spPr/>
      <dgm:t>
        <a:bodyPr/>
        <a:lstStyle/>
        <a:p>
          <a:r>
            <a:rPr lang="en-US" b="1" i="0" baseline="0"/>
            <a:t>Outputs</a:t>
          </a:r>
          <a:endParaRPr lang="en-US"/>
        </a:p>
      </dgm:t>
    </dgm:pt>
    <dgm:pt modelId="{A44826F5-08D5-4E27-8E62-5C85951D831E}" type="parTrans" cxnId="{F5BC4A7D-209E-44BF-B6EC-CED8AC4B9859}">
      <dgm:prSet/>
      <dgm:spPr/>
      <dgm:t>
        <a:bodyPr/>
        <a:lstStyle/>
        <a:p>
          <a:endParaRPr lang="en-US"/>
        </a:p>
      </dgm:t>
    </dgm:pt>
    <dgm:pt modelId="{E745082E-B501-4107-B71B-5C92C704EFF2}" type="sibTrans" cxnId="{F5BC4A7D-209E-44BF-B6EC-CED8AC4B9859}">
      <dgm:prSet/>
      <dgm:spPr/>
      <dgm:t>
        <a:bodyPr/>
        <a:lstStyle/>
        <a:p>
          <a:endParaRPr lang="en-US"/>
        </a:p>
      </dgm:t>
    </dgm:pt>
    <dgm:pt modelId="{F54A33DB-3850-4C3C-9EE1-9029E641773E}">
      <dgm:prSet/>
      <dgm:spPr/>
      <dgm:t>
        <a:bodyPr/>
        <a:lstStyle/>
        <a:p>
          <a:r>
            <a:rPr lang="en-US" b="0" i="0" baseline="0"/>
            <a:t>Improved health indicators:</a:t>
          </a:r>
          <a:endParaRPr lang="en-US"/>
        </a:p>
      </dgm:t>
    </dgm:pt>
    <dgm:pt modelId="{0F146A3B-A561-48BC-9D65-7D9829B7386F}" type="parTrans" cxnId="{511B3FED-8668-45AA-9586-B7AE72724A72}">
      <dgm:prSet/>
      <dgm:spPr/>
      <dgm:t>
        <a:bodyPr/>
        <a:lstStyle/>
        <a:p>
          <a:endParaRPr lang="en-US"/>
        </a:p>
      </dgm:t>
    </dgm:pt>
    <dgm:pt modelId="{121DAC39-6BD1-4841-8D5C-CDD3ABDB72A7}" type="sibTrans" cxnId="{511B3FED-8668-45AA-9586-B7AE72724A72}">
      <dgm:prSet/>
      <dgm:spPr/>
      <dgm:t>
        <a:bodyPr/>
        <a:lstStyle/>
        <a:p>
          <a:endParaRPr lang="en-US"/>
        </a:p>
      </dgm:t>
    </dgm:pt>
    <dgm:pt modelId="{D0C89923-1F2E-415B-BB88-F9D4EB5DBB8D}">
      <dgm:prSet/>
      <dgm:spPr/>
      <dgm:t>
        <a:bodyPr/>
        <a:lstStyle/>
        <a:p>
          <a:r>
            <a:rPr lang="en-US" b="1" i="0" baseline="0"/>
            <a:t>Lives saved</a:t>
          </a:r>
          <a:r>
            <a:rPr lang="en-US" b="0" i="0" baseline="0"/>
            <a:t>, </a:t>
          </a:r>
          <a:r>
            <a:rPr lang="en-US" b="1" i="0" baseline="0"/>
            <a:t>diseases prevented</a:t>
          </a:r>
          <a:r>
            <a:rPr lang="en-US" b="0" i="0" baseline="0"/>
            <a:t>, </a:t>
          </a:r>
          <a:r>
            <a:rPr lang="en-US" b="1" i="0" baseline="0"/>
            <a:t>cases treated</a:t>
          </a:r>
          <a:r>
            <a:rPr lang="en-US" b="0" i="0" baseline="0"/>
            <a:t>,</a:t>
          </a:r>
          <a:endParaRPr lang="en-US"/>
        </a:p>
      </dgm:t>
    </dgm:pt>
    <dgm:pt modelId="{8D3193CF-9BF7-421B-94CE-673A0A14E9F9}" type="parTrans" cxnId="{69187C66-3249-4F10-8AD5-D1C629B5E0BD}">
      <dgm:prSet/>
      <dgm:spPr/>
      <dgm:t>
        <a:bodyPr/>
        <a:lstStyle/>
        <a:p>
          <a:endParaRPr lang="en-US"/>
        </a:p>
      </dgm:t>
    </dgm:pt>
    <dgm:pt modelId="{8E1E5CE3-2903-420F-8B3A-7DC548AA9571}" type="sibTrans" cxnId="{69187C66-3249-4F10-8AD5-D1C629B5E0BD}">
      <dgm:prSet/>
      <dgm:spPr/>
      <dgm:t>
        <a:bodyPr/>
        <a:lstStyle/>
        <a:p>
          <a:endParaRPr lang="en-US"/>
        </a:p>
      </dgm:t>
    </dgm:pt>
    <dgm:pt modelId="{5621DF93-5672-4F7C-8027-B42C7B67E651}">
      <dgm:prSet/>
      <dgm:spPr/>
      <dgm:t>
        <a:bodyPr/>
        <a:lstStyle/>
        <a:p>
          <a:r>
            <a:rPr lang="en-US" b="1" i="0" baseline="0"/>
            <a:t>Mortality reduced</a:t>
          </a:r>
          <a:r>
            <a:rPr lang="en-US" b="0" i="0" baseline="0"/>
            <a:t>, </a:t>
          </a:r>
          <a:r>
            <a:rPr lang="en-US" b="1" i="0" baseline="0"/>
            <a:t>life expectancy increased</a:t>
          </a:r>
          <a:endParaRPr lang="en-US"/>
        </a:p>
      </dgm:t>
    </dgm:pt>
    <dgm:pt modelId="{9B7EDD8A-F2FC-4AF1-B858-FFF03D79F93D}" type="parTrans" cxnId="{B406FE88-AE7F-4C55-8765-8D1E60CC4348}">
      <dgm:prSet/>
      <dgm:spPr/>
      <dgm:t>
        <a:bodyPr/>
        <a:lstStyle/>
        <a:p>
          <a:endParaRPr lang="en-US"/>
        </a:p>
      </dgm:t>
    </dgm:pt>
    <dgm:pt modelId="{02E7D5A5-98E5-490C-B618-0E6F2B87128C}" type="sibTrans" cxnId="{B406FE88-AE7F-4C55-8765-8D1E60CC4348}">
      <dgm:prSet/>
      <dgm:spPr/>
      <dgm:t>
        <a:bodyPr/>
        <a:lstStyle/>
        <a:p>
          <a:endParaRPr lang="en-US"/>
        </a:p>
      </dgm:t>
    </dgm:pt>
    <dgm:pt modelId="{E36BF209-39D2-413F-85BA-EA2311EDCA05}">
      <dgm:prSet/>
      <dgm:spPr/>
      <dgm:t>
        <a:bodyPr/>
        <a:lstStyle/>
        <a:p>
          <a:r>
            <a:rPr lang="en-US" b="0" i="0" baseline="0"/>
            <a:t>These models are actively employed to improve health care planning and delivery in both developing and developed contexts.</a:t>
          </a:r>
          <a:endParaRPr lang="en-US"/>
        </a:p>
      </dgm:t>
    </dgm:pt>
    <dgm:pt modelId="{E4351B03-C3CB-4FDC-A961-8CA93B222606}" type="parTrans" cxnId="{3C4D3FEE-C797-40D2-BED1-3F4F5C0C6BC9}">
      <dgm:prSet/>
      <dgm:spPr/>
      <dgm:t>
        <a:bodyPr/>
        <a:lstStyle/>
        <a:p>
          <a:endParaRPr lang="en-US"/>
        </a:p>
      </dgm:t>
    </dgm:pt>
    <dgm:pt modelId="{A755B0C4-9C04-4F72-B939-69EDDB7A0776}" type="sibTrans" cxnId="{3C4D3FEE-C797-40D2-BED1-3F4F5C0C6BC9}">
      <dgm:prSet/>
      <dgm:spPr/>
      <dgm:t>
        <a:bodyPr/>
        <a:lstStyle/>
        <a:p>
          <a:endParaRPr lang="en-US"/>
        </a:p>
      </dgm:t>
    </dgm:pt>
    <dgm:pt modelId="{C76A1AB9-8ABA-4F5A-9FAE-6881EB0EC520}" type="pres">
      <dgm:prSet presAssocID="{AFDB4008-34C1-4A28-ADBA-E7C22C1FE910}" presName="linear" presStyleCnt="0">
        <dgm:presLayoutVars>
          <dgm:animLvl val="lvl"/>
          <dgm:resizeHandles val="exact"/>
        </dgm:presLayoutVars>
      </dgm:prSet>
      <dgm:spPr/>
    </dgm:pt>
    <dgm:pt modelId="{BBFB46AC-FE14-4B73-BB68-42C238E03833}" type="pres">
      <dgm:prSet presAssocID="{F01C4D31-C1CA-403D-8382-E83B6CBC5ADC}" presName="parentText" presStyleLbl="node1" presStyleIdx="0" presStyleCnt="5" custScaleY="51341">
        <dgm:presLayoutVars>
          <dgm:chMax val="0"/>
          <dgm:bulletEnabled val="1"/>
        </dgm:presLayoutVars>
      </dgm:prSet>
      <dgm:spPr/>
    </dgm:pt>
    <dgm:pt modelId="{41A75F79-1E59-473C-A784-C69320E56985}" type="pres">
      <dgm:prSet presAssocID="{F01C4D31-C1CA-403D-8382-E83B6CBC5ADC}" presName="childText" presStyleLbl="revTx" presStyleIdx="0" presStyleCnt="4">
        <dgm:presLayoutVars>
          <dgm:bulletEnabled val="1"/>
        </dgm:presLayoutVars>
      </dgm:prSet>
      <dgm:spPr/>
    </dgm:pt>
    <dgm:pt modelId="{2034EB9F-9677-4472-928D-1F117604DD56}" type="pres">
      <dgm:prSet presAssocID="{AD892F2C-C61A-41C4-946C-95FAAC19E807}" presName="parentText" presStyleLbl="node1" presStyleIdx="1" presStyleCnt="5" custScaleY="51341">
        <dgm:presLayoutVars>
          <dgm:chMax val="0"/>
          <dgm:bulletEnabled val="1"/>
        </dgm:presLayoutVars>
      </dgm:prSet>
      <dgm:spPr/>
    </dgm:pt>
    <dgm:pt modelId="{22AE9DE5-F061-4CAA-9367-A7E556B7CCC2}" type="pres">
      <dgm:prSet presAssocID="{AD892F2C-C61A-41C4-946C-95FAAC19E807}" presName="childText" presStyleLbl="revTx" presStyleIdx="1" presStyleCnt="4">
        <dgm:presLayoutVars>
          <dgm:bulletEnabled val="1"/>
        </dgm:presLayoutVars>
      </dgm:prSet>
      <dgm:spPr/>
    </dgm:pt>
    <dgm:pt modelId="{2B3E8B02-F3DF-44E0-9A21-E008B724F895}" type="pres">
      <dgm:prSet presAssocID="{965DDD63-C403-4DDE-A54C-ABFDD7E55716}" presName="parentText" presStyleLbl="node1" presStyleIdx="2" presStyleCnt="5" custScaleY="51341">
        <dgm:presLayoutVars>
          <dgm:chMax val="0"/>
          <dgm:bulletEnabled val="1"/>
        </dgm:presLayoutVars>
      </dgm:prSet>
      <dgm:spPr/>
    </dgm:pt>
    <dgm:pt modelId="{A2E523E2-C3BD-41D7-A2D7-0422B2C4214A}" type="pres">
      <dgm:prSet presAssocID="{965DDD63-C403-4DDE-A54C-ABFDD7E55716}" presName="childText" presStyleLbl="revTx" presStyleIdx="2" presStyleCnt="4">
        <dgm:presLayoutVars>
          <dgm:bulletEnabled val="1"/>
        </dgm:presLayoutVars>
      </dgm:prSet>
      <dgm:spPr/>
    </dgm:pt>
    <dgm:pt modelId="{C01613F4-26AC-446C-8356-00576EC9E387}" type="pres">
      <dgm:prSet presAssocID="{D46F2FBF-522D-4E8D-9892-C8BC022E8583}" presName="parentText" presStyleLbl="node1" presStyleIdx="3" presStyleCnt="5" custScaleY="51341">
        <dgm:presLayoutVars>
          <dgm:chMax val="0"/>
          <dgm:bulletEnabled val="1"/>
        </dgm:presLayoutVars>
      </dgm:prSet>
      <dgm:spPr/>
    </dgm:pt>
    <dgm:pt modelId="{561152FE-0AAD-46A9-872D-3FF89EB997A1}" type="pres">
      <dgm:prSet presAssocID="{D46F2FBF-522D-4E8D-9892-C8BC022E8583}" presName="childText" presStyleLbl="revTx" presStyleIdx="3" presStyleCnt="4">
        <dgm:presLayoutVars>
          <dgm:bulletEnabled val="1"/>
        </dgm:presLayoutVars>
      </dgm:prSet>
      <dgm:spPr/>
    </dgm:pt>
    <dgm:pt modelId="{9314D7AF-6939-48C7-BAD6-83159DA8AA21}" type="pres">
      <dgm:prSet presAssocID="{E36BF209-39D2-413F-85BA-EA2311EDCA0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02C1BC03-A04C-4756-ABD1-B175B8A150CB}" type="presOf" srcId="{2E54D6F8-C8B7-4D63-ADF4-BBC4AA53ED1E}" destId="{41A75F79-1E59-473C-A784-C69320E56985}" srcOrd="0" destOrd="1" presId="urn:microsoft.com/office/officeart/2005/8/layout/vList2"/>
    <dgm:cxn modelId="{FB601406-8629-45F3-840B-F76057DEB68C}" type="presOf" srcId="{AFDB4008-34C1-4A28-ADBA-E7C22C1FE910}" destId="{C76A1AB9-8ABA-4F5A-9FAE-6881EB0EC520}" srcOrd="0" destOrd="0" presId="urn:microsoft.com/office/officeart/2005/8/layout/vList2"/>
    <dgm:cxn modelId="{2990CB14-E257-43BD-8A1B-53231A024558}" srcId="{AFDB4008-34C1-4A28-ADBA-E7C22C1FE910}" destId="{965DDD63-C403-4DDE-A54C-ABFDD7E55716}" srcOrd="2" destOrd="0" parTransId="{DEB9F2BE-5FFB-421A-99A9-239617F16521}" sibTransId="{B850FDD8-3C48-47CF-AB5E-B1374B544B13}"/>
    <dgm:cxn modelId="{FFB7FF1A-C908-42D1-AD13-66BC263BC608}" type="presOf" srcId="{81B2823B-877E-461A-BF0C-730F07E3828E}" destId="{A2E523E2-C3BD-41D7-A2D7-0422B2C4214A}" srcOrd="0" destOrd="1" presId="urn:microsoft.com/office/officeart/2005/8/layout/vList2"/>
    <dgm:cxn modelId="{D2535723-8A8F-422A-B80D-D2B7B57F41C3}" srcId="{AFDB4008-34C1-4A28-ADBA-E7C22C1FE910}" destId="{AD892F2C-C61A-41C4-946C-95FAAC19E807}" srcOrd="1" destOrd="0" parTransId="{2C3A65D3-8B45-406B-B769-6072EA73F077}" sibTransId="{705757CC-2968-4F7E-A863-5F40C4A782FF}"/>
    <dgm:cxn modelId="{DEBDE923-FC9B-4B4B-88E7-DE51431F49DE}" srcId="{965DDD63-C403-4DDE-A54C-ABFDD7E55716}" destId="{7617446B-E8B3-4DFE-A1BB-F769AB3ED012}" srcOrd="0" destOrd="0" parTransId="{6EA29AD6-6B49-488B-96B7-AFFCFF71E114}" sibTransId="{0B502051-95AB-4262-A4FA-D8640C033F6E}"/>
    <dgm:cxn modelId="{EBB1CA27-0CC0-44D4-B5D6-C41A644D3858}" type="presOf" srcId="{D0C89923-1F2E-415B-BB88-F9D4EB5DBB8D}" destId="{561152FE-0AAD-46A9-872D-3FF89EB997A1}" srcOrd="0" destOrd="1" presId="urn:microsoft.com/office/officeart/2005/8/layout/vList2"/>
    <dgm:cxn modelId="{7D39C433-7C62-4CD2-95C2-FC0E2D24B097}" type="presOf" srcId="{D46F2FBF-522D-4E8D-9892-C8BC022E8583}" destId="{C01613F4-26AC-446C-8356-00576EC9E387}" srcOrd="0" destOrd="0" presId="urn:microsoft.com/office/officeart/2005/8/layout/vList2"/>
    <dgm:cxn modelId="{F434D05B-3A13-4884-96EE-EF509E1579E5}" srcId="{F01C4D31-C1CA-403D-8382-E83B6CBC5ADC}" destId="{2E54D6F8-C8B7-4D63-ADF4-BBC4AA53ED1E}" srcOrd="1" destOrd="0" parTransId="{B6484311-05B5-4F27-AD4E-9B594FBB7636}" sibTransId="{77517AC3-4122-49C9-85AF-F65AC3AF045D}"/>
    <dgm:cxn modelId="{CA3C335C-057A-4C83-93C1-5820BFB9FD6D}" type="presOf" srcId="{AD892F2C-C61A-41C4-946C-95FAAC19E807}" destId="{2034EB9F-9677-4472-928D-1F117604DD56}" srcOrd="0" destOrd="0" presId="urn:microsoft.com/office/officeart/2005/8/layout/vList2"/>
    <dgm:cxn modelId="{BDF1485E-1EF4-4BCB-9378-C41728C7AB9A}" type="presOf" srcId="{965DDD63-C403-4DDE-A54C-ABFDD7E55716}" destId="{2B3E8B02-F3DF-44E0-9A21-E008B724F895}" srcOrd="0" destOrd="0" presId="urn:microsoft.com/office/officeart/2005/8/layout/vList2"/>
    <dgm:cxn modelId="{29122641-0478-49F9-A242-FF0B932240FA}" type="presOf" srcId="{F01C4D31-C1CA-403D-8382-E83B6CBC5ADC}" destId="{BBFB46AC-FE14-4B73-BB68-42C238E03833}" srcOrd="0" destOrd="0" presId="urn:microsoft.com/office/officeart/2005/8/layout/vList2"/>
    <dgm:cxn modelId="{69187C66-3249-4F10-8AD5-D1C629B5E0BD}" srcId="{F54A33DB-3850-4C3C-9EE1-9029E641773E}" destId="{D0C89923-1F2E-415B-BB88-F9D4EB5DBB8D}" srcOrd="0" destOrd="0" parTransId="{8D3193CF-9BF7-421B-94CE-673A0A14E9F9}" sibTransId="{8E1E5CE3-2903-420F-8B3A-7DC548AA9571}"/>
    <dgm:cxn modelId="{B60DD850-14BC-4544-BE7C-FEEFD256539B}" type="presOf" srcId="{7617446B-E8B3-4DFE-A1BB-F769AB3ED012}" destId="{A2E523E2-C3BD-41D7-A2D7-0422B2C4214A}" srcOrd="0" destOrd="0" presId="urn:microsoft.com/office/officeart/2005/8/layout/vList2"/>
    <dgm:cxn modelId="{BF421C71-8F9C-4FA0-85E5-A2F5686EE620}" srcId="{965DDD63-C403-4DDE-A54C-ABFDD7E55716}" destId="{81B2823B-877E-461A-BF0C-730F07E3828E}" srcOrd="1" destOrd="0" parTransId="{1B1D4AF2-6A69-4ED1-AAAA-49D3572FA245}" sibTransId="{2AE4458A-4882-46F4-828B-FD5BC63CE33C}"/>
    <dgm:cxn modelId="{F5BC4A7D-209E-44BF-B6EC-CED8AC4B9859}" srcId="{AFDB4008-34C1-4A28-ADBA-E7C22C1FE910}" destId="{D46F2FBF-522D-4E8D-9892-C8BC022E8583}" srcOrd="3" destOrd="0" parTransId="{A44826F5-08D5-4E27-8E62-5C85951D831E}" sibTransId="{E745082E-B501-4107-B71B-5C92C704EFF2}"/>
    <dgm:cxn modelId="{B406FE88-AE7F-4C55-8765-8D1E60CC4348}" srcId="{F54A33DB-3850-4C3C-9EE1-9029E641773E}" destId="{5621DF93-5672-4F7C-8027-B42C7B67E651}" srcOrd="1" destOrd="0" parTransId="{9B7EDD8A-F2FC-4AF1-B858-FFF03D79F93D}" sibTransId="{02E7D5A5-98E5-490C-B618-0E6F2B87128C}"/>
    <dgm:cxn modelId="{58F43989-D0DA-4819-8AC3-67B1D701B566}" type="presOf" srcId="{5621DF93-5672-4F7C-8027-B42C7B67E651}" destId="{561152FE-0AAD-46A9-872D-3FF89EB997A1}" srcOrd="0" destOrd="2" presId="urn:microsoft.com/office/officeart/2005/8/layout/vList2"/>
    <dgm:cxn modelId="{2038738D-007C-4E6D-8D05-86973B281596}" type="presOf" srcId="{531C9033-EBEC-41BA-9CC7-133DC3983F34}" destId="{22AE9DE5-F061-4CAA-9367-A7E556B7CCC2}" srcOrd="0" destOrd="0" presId="urn:microsoft.com/office/officeart/2005/8/layout/vList2"/>
    <dgm:cxn modelId="{06561993-3E5D-4AFA-A990-48E7AC319C50}" type="presOf" srcId="{F54A33DB-3850-4C3C-9EE1-9029E641773E}" destId="{561152FE-0AAD-46A9-872D-3FF89EB997A1}" srcOrd="0" destOrd="0" presId="urn:microsoft.com/office/officeart/2005/8/layout/vList2"/>
    <dgm:cxn modelId="{9D3C5793-F8A3-40F2-8512-7AAA1B864D43}" srcId="{AD892F2C-C61A-41C4-946C-95FAAC19E807}" destId="{531C9033-EBEC-41BA-9CC7-133DC3983F34}" srcOrd="0" destOrd="0" parTransId="{BBC38C0F-23E7-4CFF-8093-088CEDF43493}" sibTransId="{F624806E-0565-4989-8ABD-6E0BC462D3DA}"/>
    <dgm:cxn modelId="{8059BDB0-0426-4939-B007-F7091A240153}" srcId="{AD892F2C-C61A-41C4-946C-95FAAC19E807}" destId="{DFFC8CF8-0A54-4F45-B1B4-AC65F42D4AD9}" srcOrd="1" destOrd="0" parTransId="{DA779BEC-6995-4247-8C99-83A94BEF229C}" sibTransId="{74F8A7A4-601D-4C77-949A-CB797697FC5F}"/>
    <dgm:cxn modelId="{98DE25C2-85FD-446C-A564-BD5027651B4D}" srcId="{F01C4D31-C1CA-403D-8382-E83B6CBC5ADC}" destId="{BF624D0D-521D-40B6-BE62-4B01B16AA729}" srcOrd="0" destOrd="0" parTransId="{1A8BD289-3643-41B1-966A-BA5E21055229}" sibTransId="{2757E54F-428C-4F28-B76D-BA538F0DA6E2}"/>
    <dgm:cxn modelId="{180A90CE-F71B-4544-A1A2-D5CDFAEFF15C}" type="presOf" srcId="{BF624D0D-521D-40B6-BE62-4B01B16AA729}" destId="{41A75F79-1E59-473C-A784-C69320E56985}" srcOrd="0" destOrd="0" presId="urn:microsoft.com/office/officeart/2005/8/layout/vList2"/>
    <dgm:cxn modelId="{436305D1-9509-4FEE-94E6-1EE777B25393}" srcId="{AFDB4008-34C1-4A28-ADBA-E7C22C1FE910}" destId="{F01C4D31-C1CA-403D-8382-E83B6CBC5ADC}" srcOrd="0" destOrd="0" parTransId="{76D069A4-6469-442D-A701-09BFB27FF426}" sibTransId="{B4246F89-4E2E-4F7C-BD45-0C81150B18B4}"/>
    <dgm:cxn modelId="{9063F0EA-8BAA-4F1E-8F96-80460CBF6409}" type="presOf" srcId="{E36BF209-39D2-413F-85BA-EA2311EDCA05}" destId="{9314D7AF-6939-48C7-BAD6-83159DA8AA21}" srcOrd="0" destOrd="0" presId="urn:microsoft.com/office/officeart/2005/8/layout/vList2"/>
    <dgm:cxn modelId="{511B3FED-8668-45AA-9586-B7AE72724A72}" srcId="{D46F2FBF-522D-4E8D-9892-C8BC022E8583}" destId="{F54A33DB-3850-4C3C-9EE1-9029E641773E}" srcOrd="0" destOrd="0" parTransId="{0F146A3B-A561-48BC-9D65-7D9829B7386F}" sibTransId="{121DAC39-6BD1-4841-8D5C-CDD3ABDB72A7}"/>
    <dgm:cxn modelId="{3C4D3FEE-C797-40D2-BED1-3F4F5C0C6BC9}" srcId="{AFDB4008-34C1-4A28-ADBA-E7C22C1FE910}" destId="{E36BF209-39D2-413F-85BA-EA2311EDCA05}" srcOrd="4" destOrd="0" parTransId="{E4351B03-C3CB-4FDC-A961-8CA93B222606}" sibTransId="{A755B0C4-9C04-4F72-B939-69EDDB7A0776}"/>
    <dgm:cxn modelId="{78EA13F6-8C53-424F-9B98-A7B0583950D2}" type="presOf" srcId="{DFFC8CF8-0A54-4F45-B1B4-AC65F42D4AD9}" destId="{22AE9DE5-F061-4CAA-9367-A7E556B7CCC2}" srcOrd="0" destOrd="1" presId="urn:microsoft.com/office/officeart/2005/8/layout/vList2"/>
    <dgm:cxn modelId="{53EF6CF6-CF87-4923-9CA5-32DED7FD3B25}" type="presParOf" srcId="{C76A1AB9-8ABA-4F5A-9FAE-6881EB0EC520}" destId="{BBFB46AC-FE14-4B73-BB68-42C238E03833}" srcOrd="0" destOrd="0" presId="urn:microsoft.com/office/officeart/2005/8/layout/vList2"/>
    <dgm:cxn modelId="{8B7A887B-BC8A-4B7B-82C9-F9DC3DA30648}" type="presParOf" srcId="{C76A1AB9-8ABA-4F5A-9FAE-6881EB0EC520}" destId="{41A75F79-1E59-473C-A784-C69320E56985}" srcOrd="1" destOrd="0" presId="urn:microsoft.com/office/officeart/2005/8/layout/vList2"/>
    <dgm:cxn modelId="{C9104840-347D-447D-BB35-311BC1D6ECB5}" type="presParOf" srcId="{C76A1AB9-8ABA-4F5A-9FAE-6881EB0EC520}" destId="{2034EB9F-9677-4472-928D-1F117604DD56}" srcOrd="2" destOrd="0" presId="urn:microsoft.com/office/officeart/2005/8/layout/vList2"/>
    <dgm:cxn modelId="{ADF9F3E5-D24C-4302-B010-97C6B7BB33BF}" type="presParOf" srcId="{C76A1AB9-8ABA-4F5A-9FAE-6881EB0EC520}" destId="{22AE9DE5-F061-4CAA-9367-A7E556B7CCC2}" srcOrd="3" destOrd="0" presId="urn:microsoft.com/office/officeart/2005/8/layout/vList2"/>
    <dgm:cxn modelId="{CDD84BA7-BB95-439B-B149-6801AA2078FC}" type="presParOf" srcId="{C76A1AB9-8ABA-4F5A-9FAE-6881EB0EC520}" destId="{2B3E8B02-F3DF-44E0-9A21-E008B724F895}" srcOrd="4" destOrd="0" presId="urn:microsoft.com/office/officeart/2005/8/layout/vList2"/>
    <dgm:cxn modelId="{777E5827-84AE-4CA3-8D35-E902AA68747F}" type="presParOf" srcId="{C76A1AB9-8ABA-4F5A-9FAE-6881EB0EC520}" destId="{A2E523E2-C3BD-41D7-A2D7-0422B2C4214A}" srcOrd="5" destOrd="0" presId="urn:microsoft.com/office/officeart/2005/8/layout/vList2"/>
    <dgm:cxn modelId="{EA24C402-17C6-48DE-A607-A46A8F200B97}" type="presParOf" srcId="{C76A1AB9-8ABA-4F5A-9FAE-6881EB0EC520}" destId="{C01613F4-26AC-446C-8356-00576EC9E387}" srcOrd="6" destOrd="0" presId="urn:microsoft.com/office/officeart/2005/8/layout/vList2"/>
    <dgm:cxn modelId="{D36D804F-09D6-4C18-B4B3-FF01BD3E1A14}" type="presParOf" srcId="{C76A1AB9-8ABA-4F5A-9FAE-6881EB0EC520}" destId="{561152FE-0AAD-46A9-872D-3FF89EB997A1}" srcOrd="7" destOrd="0" presId="urn:microsoft.com/office/officeart/2005/8/layout/vList2"/>
    <dgm:cxn modelId="{CB552C94-2A06-444A-83E0-4D3C8377B44F}" type="presParOf" srcId="{C76A1AB9-8ABA-4F5A-9FAE-6881EB0EC520}" destId="{9314D7AF-6939-48C7-BAD6-83159DA8AA21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5B83B079-6229-4127-8D4C-71ECCD9A7F9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7F47BE4-AB16-46CD-AE3F-F9BAD7E8FEBB}">
      <dgm:prSet/>
      <dgm:spPr/>
      <dgm:t>
        <a:bodyPr/>
        <a:lstStyle/>
        <a:p>
          <a:r>
            <a:rPr lang="en-US" b="1"/>
            <a:t>Community Diagnosis – Assessing Health Status</a:t>
          </a:r>
          <a:endParaRPr lang="en-US"/>
        </a:p>
      </dgm:t>
    </dgm:pt>
    <dgm:pt modelId="{6407BCA3-1B09-4A12-BE5D-C7B4C5C0B5CB}" type="parTrans" cxnId="{66649918-0448-4403-AC52-56F0C84953FE}">
      <dgm:prSet/>
      <dgm:spPr/>
      <dgm:t>
        <a:bodyPr/>
        <a:lstStyle/>
        <a:p>
          <a:endParaRPr lang="en-US"/>
        </a:p>
      </dgm:t>
    </dgm:pt>
    <dgm:pt modelId="{1DA2DF3F-C572-4120-B64F-596CB6AB4F2B}" type="sibTrans" cxnId="{66649918-0448-4403-AC52-56F0C84953FE}">
      <dgm:prSet/>
      <dgm:spPr/>
      <dgm:t>
        <a:bodyPr/>
        <a:lstStyle/>
        <a:p>
          <a:endParaRPr lang="en-US"/>
        </a:p>
      </dgm:t>
    </dgm:pt>
    <dgm:pt modelId="{2DACEC81-BEA2-415F-866B-6F364098241B}">
      <dgm:prSet/>
      <dgm:spPr/>
      <dgm:t>
        <a:bodyPr/>
        <a:lstStyle/>
        <a:p>
          <a:r>
            <a:rPr lang="en-US"/>
            <a:t>Definition: Community diagnosis is the first step in planning health services — involves assessing the health status and health problems of a population.</a:t>
          </a:r>
        </a:p>
      </dgm:t>
    </dgm:pt>
    <dgm:pt modelId="{ADA78D99-8CDA-47E2-95BE-9086FD7D5517}" type="parTrans" cxnId="{872FBEA7-72B6-4724-B620-31CE32057265}">
      <dgm:prSet/>
      <dgm:spPr/>
      <dgm:t>
        <a:bodyPr/>
        <a:lstStyle/>
        <a:p>
          <a:endParaRPr lang="en-US"/>
        </a:p>
      </dgm:t>
    </dgm:pt>
    <dgm:pt modelId="{C011FB4A-0888-46BE-8D0D-0D0B8CDCCFA5}" type="sibTrans" cxnId="{872FBEA7-72B6-4724-B620-31CE32057265}">
      <dgm:prSet/>
      <dgm:spPr/>
      <dgm:t>
        <a:bodyPr/>
        <a:lstStyle/>
        <a:p>
          <a:endParaRPr lang="en-US"/>
        </a:p>
      </dgm:t>
    </dgm:pt>
    <dgm:pt modelId="{794276E9-28F4-46DF-A9F3-2F7088799021}">
      <dgm:prSet/>
      <dgm:spPr/>
      <dgm:t>
        <a:bodyPr/>
        <a:lstStyle/>
        <a:p>
          <a:r>
            <a:rPr lang="en-US"/>
            <a:t>Purpose:</a:t>
          </a:r>
        </a:p>
      </dgm:t>
    </dgm:pt>
    <dgm:pt modelId="{C7FEDCA4-7B92-488D-B30B-EFA45D159FC1}" type="parTrans" cxnId="{C2CACB71-FDD3-485C-A2A5-1148EADA5386}">
      <dgm:prSet/>
      <dgm:spPr/>
      <dgm:t>
        <a:bodyPr/>
        <a:lstStyle/>
        <a:p>
          <a:endParaRPr lang="en-US"/>
        </a:p>
      </dgm:t>
    </dgm:pt>
    <dgm:pt modelId="{501413D3-6720-44D2-A68F-192309C18938}" type="sibTrans" cxnId="{C2CACB71-FDD3-485C-A2A5-1148EADA5386}">
      <dgm:prSet/>
      <dgm:spPr/>
      <dgm:t>
        <a:bodyPr/>
        <a:lstStyle/>
        <a:p>
          <a:endParaRPr lang="en-US"/>
        </a:p>
      </dgm:t>
    </dgm:pt>
    <dgm:pt modelId="{4022BF99-F868-4137-8628-17C6CD81BD8C}">
      <dgm:prSet/>
      <dgm:spPr/>
      <dgm:t>
        <a:bodyPr/>
        <a:lstStyle/>
        <a:p>
          <a:r>
            <a:rPr lang="en-US"/>
            <a:t>Identify priority health problems</a:t>
          </a:r>
        </a:p>
      </dgm:t>
    </dgm:pt>
    <dgm:pt modelId="{7F9FA9B3-C586-41D2-B3F3-07F19701EE15}" type="parTrans" cxnId="{355D67B0-3F7D-44F0-B6F5-B25303B1B425}">
      <dgm:prSet/>
      <dgm:spPr/>
      <dgm:t>
        <a:bodyPr/>
        <a:lstStyle/>
        <a:p>
          <a:endParaRPr lang="en-US"/>
        </a:p>
      </dgm:t>
    </dgm:pt>
    <dgm:pt modelId="{6518BF48-2125-49E3-AC7A-9C6372A5D107}" type="sibTrans" cxnId="{355D67B0-3F7D-44F0-B6F5-B25303B1B425}">
      <dgm:prSet/>
      <dgm:spPr/>
      <dgm:t>
        <a:bodyPr/>
        <a:lstStyle/>
        <a:p>
          <a:endParaRPr lang="en-US"/>
        </a:p>
      </dgm:t>
    </dgm:pt>
    <dgm:pt modelId="{488239CA-C269-4532-81B9-090AD7F5AE6F}">
      <dgm:prSet/>
      <dgm:spPr/>
      <dgm:t>
        <a:bodyPr/>
        <a:lstStyle/>
        <a:p>
          <a:r>
            <a:rPr lang="en-US"/>
            <a:t>Guide resource allocation and intervention planning</a:t>
          </a:r>
        </a:p>
      </dgm:t>
    </dgm:pt>
    <dgm:pt modelId="{8F25EAFB-DB6C-48E1-8B18-BD2A2B499B0E}" type="parTrans" cxnId="{E16448A4-E707-4DF4-925A-A541E4EB7205}">
      <dgm:prSet/>
      <dgm:spPr/>
      <dgm:t>
        <a:bodyPr/>
        <a:lstStyle/>
        <a:p>
          <a:endParaRPr lang="en-US"/>
        </a:p>
      </dgm:t>
    </dgm:pt>
    <dgm:pt modelId="{CE86E02F-809B-4096-8B2A-516BC60BB3D3}" type="sibTrans" cxnId="{E16448A4-E707-4DF4-925A-A541E4EB7205}">
      <dgm:prSet/>
      <dgm:spPr/>
      <dgm:t>
        <a:bodyPr/>
        <a:lstStyle/>
        <a:p>
          <a:endParaRPr lang="en-US"/>
        </a:p>
      </dgm:t>
    </dgm:pt>
    <dgm:pt modelId="{9FB8350C-8B71-4EDD-84C5-50C54323BC86}">
      <dgm:prSet/>
      <dgm:spPr/>
      <dgm:t>
        <a:bodyPr/>
        <a:lstStyle/>
        <a:p>
          <a:r>
            <a:rPr lang="en-US"/>
            <a:t>Data Required for Analysis:</a:t>
          </a:r>
        </a:p>
      </dgm:t>
    </dgm:pt>
    <dgm:pt modelId="{7FAFC888-EC59-4896-A715-6150D918D663}" type="parTrans" cxnId="{9B3F3CAE-EEF7-4D77-AA36-FBA0E825F27F}">
      <dgm:prSet/>
      <dgm:spPr/>
      <dgm:t>
        <a:bodyPr/>
        <a:lstStyle/>
        <a:p>
          <a:endParaRPr lang="en-US"/>
        </a:p>
      </dgm:t>
    </dgm:pt>
    <dgm:pt modelId="{09383ED3-BB50-4045-BACF-2CE09663CFE9}" type="sibTrans" cxnId="{9B3F3CAE-EEF7-4D77-AA36-FBA0E825F27F}">
      <dgm:prSet/>
      <dgm:spPr/>
      <dgm:t>
        <a:bodyPr/>
        <a:lstStyle/>
        <a:p>
          <a:endParaRPr lang="en-US"/>
        </a:p>
      </dgm:t>
    </dgm:pt>
    <dgm:pt modelId="{361E6EC8-5D2F-44CC-AFCC-F24EDFA64BBD}">
      <dgm:prSet/>
      <dgm:spPr/>
      <dgm:t>
        <a:bodyPr/>
        <a:lstStyle/>
        <a:p>
          <a:r>
            <a:rPr lang="en-US"/>
            <a:t>Morbidity and mortality statistics</a:t>
          </a:r>
        </a:p>
      </dgm:t>
    </dgm:pt>
    <dgm:pt modelId="{D97A5676-9D28-4667-882E-E6B9F360C9EC}" type="parTrans" cxnId="{465A5882-A3D2-4649-9190-9CE6A53F8EF9}">
      <dgm:prSet/>
      <dgm:spPr/>
      <dgm:t>
        <a:bodyPr/>
        <a:lstStyle/>
        <a:p>
          <a:endParaRPr lang="en-US"/>
        </a:p>
      </dgm:t>
    </dgm:pt>
    <dgm:pt modelId="{131253D9-8229-4568-A1A7-1010166A1544}" type="sibTrans" cxnId="{465A5882-A3D2-4649-9190-9CE6A53F8EF9}">
      <dgm:prSet/>
      <dgm:spPr/>
      <dgm:t>
        <a:bodyPr/>
        <a:lstStyle/>
        <a:p>
          <a:endParaRPr lang="en-US"/>
        </a:p>
      </dgm:t>
    </dgm:pt>
    <dgm:pt modelId="{776149DC-D7B7-41BC-AB47-FB8D9D8AA649}">
      <dgm:prSet/>
      <dgm:spPr/>
      <dgm:t>
        <a:bodyPr/>
        <a:lstStyle/>
        <a:p>
          <a:r>
            <a:rPr lang="en-US"/>
            <a:t>Demographic profile (age, sex, population growth, etc.)</a:t>
          </a:r>
        </a:p>
      </dgm:t>
    </dgm:pt>
    <dgm:pt modelId="{562C128C-4BB2-4A9F-AEA4-5612D5E431CB}" type="parTrans" cxnId="{53823D51-CFE8-4EC4-81DE-5AB6753CFAC5}">
      <dgm:prSet/>
      <dgm:spPr/>
      <dgm:t>
        <a:bodyPr/>
        <a:lstStyle/>
        <a:p>
          <a:endParaRPr lang="en-US"/>
        </a:p>
      </dgm:t>
    </dgm:pt>
    <dgm:pt modelId="{EECFCE45-37FA-46A0-8717-697514EAB3E7}" type="sibTrans" cxnId="{53823D51-CFE8-4EC4-81DE-5AB6753CFAC5}">
      <dgm:prSet/>
      <dgm:spPr/>
      <dgm:t>
        <a:bodyPr/>
        <a:lstStyle/>
        <a:p>
          <a:endParaRPr lang="en-US"/>
        </a:p>
      </dgm:t>
    </dgm:pt>
    <dgm:pt modelId="{53D1DB63-AAA7-422C-899E-B08CD7AD63F9}">
      <dgm:prSet/>
      <dgm:spPr/>
      <dgm:t>
        <a:bodyPr/>
        <a:lstStyle/>
        <a:p>
          <a:r>
            <a:rPr lang="en-US"/>
            <a:t>Environmental conditions affecting health (water, sanitation, pollution)</a:t>
          </a:r>
        </a:p>
      </dgm:t>
    </dgm:pt>
    <dgm:pt modelId="{1E038CE6-3BCC-4B49-B816-B1B63E019568}" type="parTrans" cxnId="{E607D29B-A17D-49B4-A313-16572C302C7E}">
      <dgm:prSet/>
      <dgm:spPr/>
      <dgm:t>
        <a:bodyPr/>
        <a:lstStyle/>
        <a:p>
          <a:endParaRPr lang="en-US"/>
        </a:p>
      </dgm:t>
    </dgm:pt>
    <dgm:pt modelId="{769D0EF7-07F8-4676-BFF8-20A738CCF79A}" type="sibTrans" cxnId="{E607D29B-A17D-49B4-A313-16572C302C7E}">
      <dgm:prSet/>
      <dgm:spPr/>
      <dgm:t>
        <a:bodyPr/>
        <a:lstStyle/>
        <a:p>
          <a:endParaRPr lang="en-US"/>
        </a:p>
      </dgm:t>
    </dgm:pt>
    <dgm:pt modelId="{CFBEFE95-8F2C-4FDB-B929-86E37A80ACED}">
      <dgm:prSet/>
      <dgm:spPr/>
      <dgm:t>
        <a:bodyPr/>
        <a:lstStyle/>
        <a:p>
          <a:r>
            <a:rPr lang="en-US"/>
            <a:t>Socio-economic factors (income, education, occupation)</a:t>
          </a:r>
        </a:p>
      </dgm:t>
    </dgm:pt>
    <dgm:pt modelId="{C2CBB452-7302-446D-BBF1-94897D80A21C}" type="parTrans" cxnId="{DA4EF62F-7161-468B-9F15-41A3636632AA}">
      <dgm:prSet/>
      <dgm:spPr/>
      <dgm:t>
        <a:bodyPr/>
        <a:lstStyle/>
        <a:p>
          <a:endParaRPr lang="en-US"/>
        </a:p>
      </dgm:t>
    </dgm:pt>
    <dgm:pt modelId="{CCE45FD0-0D87-4787-8312-EAA0E36EDA5A}" type="sibTrans" cxnId="{DA4EF62F-7161-468B-9F15-41A3636632AA}">
      <dgm:prSet/>
      <dgm:spPr/>
      <dgm:t>
        <a:bodyPr/>
        <a:lstStyle/>
        <a:p>
          <a:endParaRPr lang="en-US"/>
        </a:p>
      </dgm:t>
    </dgm:pt>
    <dgm:pt modelId="{4D46AA8A-CF73-454A-BCD7-C9CE1D6AE3AB}" type="pres">
      <dgm:prSet presAssocID="{5B83B079-6229-4127-8D4C-71ECCD9A7F96}" presName="linear" presStyleCnt="0">
        <dgm:presLayoutVars>
          <dgm:animLvl val="lvl"/>
          <dgm:resizeHandles val="exact"/>
        </dgm:presLayoutVars>
      </dgm:prSet>
      <dgm:spPr/>
    </dgm:pt>
    <dgm:pt modelId="{F1C03A2E-7823-4B6C-ACDA-C7684C1727C4}" type="pres">
      <dgm:prSet presAssocID="{27F47BE4-AB16-46CD-AE3F-F9BAD7E8FEB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736BF0A-141A-47C3-ADC3-7D522EBC4CE2}" type="pres">
      <dgm:prSet presAssocID="{1DA2DF3F-C572-4120-B64F-596CB6AB4F2B}" presName="spacer" presStyleCnt="0"/>
      <dgm:spPr/>
    </dgm:pt>
    <dgm:pt modelId="{3A82A3BD-431B-48F6-8CC6-5ED31C9624C9}" type="pres">
      <dgm:prSet presAssocID="{2DACEC81-BEA2-415F-866B-6F364098241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6694001-AC5B-4A44-BBB4-15A82CFDD853}" type="pres">
      <dgm:prSet presAssocID="{C011FB4A-0888-46BE-8D0D-0D0B8CDCCFA5}" presName="spacer" presStyleCnt="0"/>
      <dgm:spPr/>
    </dgm:pt>
    <dgm:pt modelId="{89A57D59-8131-498E-8239-9C0A8A8B22CB}" type="pres">
      <dgm:prSet presAssocID="{794276E9-28F4-46DF-A9F3-2F708879902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C49A4A-E695-4774-9D99-98CDE92D684E}" type="pres">
      <dgm:prSet presAssocID="{794276E9-28F4-46DF-A9F3-2F7088799021}" presName="childText" presStyleLbl="revTx" presStyleIdx="0" presStyleCnt="2">
        <dgm:presLayoutVars>
          <dgm:bulletEnabled val="1"/>
        </dgm:presLayoutVars>
      </dgm:prSet>
      <dgm:spPr/>
    </dgm:pt>
    <dgm:pt modelId="{D4C3B46F-1EEE-47E6-9F51-7964C9C1F690}" type="pres">
      <dgm:prSet presAssocID="{9FB8350C-8B71-4EDD-84C5-50C54323BC86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8A302C7-9F39-4EB9-8BF1-93F66F6492FA}" type="pres">
      <dgm:prSet presAssocID="{9FB8350C-8B71-4EDD-84C5-50C54323BC86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A916F13-7FC9-4A67-A2A2-18846BC78936}" type="presOf" srcId="{4022BF99-F868-4137-8628-17C6CD81BD8C}" destId="{CDC49A4A-E695-4774-9D99-98CDE92D684E}" srcOrd="0" destOrd="0" presId="urn:microsoft.com/office/officeart/2005/8/layout/vList2"/>
    <dgm:cxn modelId="{66649918-0448-4403-AC52-56F0C84953FE}" srcId="{5B83B079-6229-4127-8D4C-71ECCD9A7F96}" destId="{27F47BE4-AB16-46CD-AE3F-F9BAD7E8FEBB}" srcOrd="0" destOrd="0" parTransId="{6407BCA3-1B09-4A12-BE5D-C7B4C5C0B5CB}" sibTransId="{1DA2DF3F-C572-4120-B64F-596CB6AB4F2B}"/>
    <dgm:cxn modelId="{DA4EF62F-7161-468B-9F15-41A3636632AA}" srcId="{9FB8350C-8B71-4EDD-84C5-50C54323BC86}" destId="{CFBEFE95-8F2C-4FDB-B929-86E37A80ACED}" srcOrd="3" destOrd="0" parTransId="{C2CBB452-7302-446D-BBF1-94897D80A21C}" sibTransId="{CCE45FD0-0D87-4787-8312-EAA0E36EDA5A}"/>
    <dgm:cxn modelId="{DA4E3165-7424-4513-A0E9-A8E009440AA6}" type="presOf" srcId="{27F47BE4-AB16-46CD-AE3F-F9BAD7E8FEBB}" destId="{F1C03A2E-7823-4B6C-ACDA-C7684C1727C4}" srcOrd="0" destOrd="0" presId="urn:microsoft.com/office/officeart/2005/8/layout/vList2"/>
    <dgm:cxn modelId="{C38D866F-60CC-468D-B37D-B146CDBE0FE2}" type="presOf" srcId="{361E6EC8-5D2F-44CC-AFCC-F24EDFA64BBD}" destId="{48A302C7-9F39-4EB9-8BF1-93F66F6492FA}" srcOrd="0" destOrd="0" presId="urn:microsoft.com/office/officeart/2005/8/layout/vList2"/>
    <dgm:cxn modelId="{53823D51-CFE8-4EC4-81DE-5AB6753CFAC5}" srcId="{9FB8350C-8B71-4EDD-84C5-50C54323BC86}" destId="{776149DC-D7B7-41BC-AB47-FB8D9D8AA649}" srcOrd="1" destOrd="0" parTransId="{562C128C-4BB2-4A9F-AEA4-5612D5E431CB}" sibTransId="{EECFCE45-37FA-46A0-8717-697514EAB3E7}"/>
    <dgm:cxn modelId="{C2CACB71-FDD3-485C-A2A5-1148EADA5386}" srcId="{5B83B079-6229-4127-8D4C-71ECCD9A7F96}" destId="{794276E9-28F4-46DF-A9F3-2F7088799021}" srcOrd="2" destOrd="0" parTransId="{C7FEDCA4-7B92-488D-B30B-EFA45D159FC1}" sibTransId="{501413D3-6720-44D2-A68F-192309C18938}"/>
    <dgm:cxn modelId="{465A5882-A3D2-4649-9190-9CE6A53F8EF9}" srcId="{9FB8350C-8B71-4EDD-84C5-50C54323BC86}" destId="{361E6EC8-5D2F-44CC-AFCC-F24EDFA64BBD}" srcOrd="0" destOrd="0" parTransId="{D97A5676-9D28-4667-882E-E6B9F360C9EC}" sibTransId="{131253D9-8229-4568-A1A7-1010166A1544}"/>
    <dgm:cxn modelId="{85F8128C-052F-46EE-B50B-680B12E6CB0E}" type="presOf" srcId="{53D1DB63-AAA7-422C-899E-B08CD7AD63F9}" destId="{48A302C7-9F39-4EB9-8BF1-93F66F6492FA}" srcOrd="0" destOrd="2" presId="urn:microsoft.com/office/officeart/2005/8/layout/vList2"/>
    <dgm:cxn modelId="{403F388F-3E11-4CB7-9391-A2D7A551E8EF}" type="presOf" srcId="{794276E9-28F4-46DF-A9F3-2F7088799021}" destId="{89A57D59-8131-498E-8239-9C0A8A8B22CB}" srcOrd="0" destOrd="0" presId="urn:microsoft.com/office/officeart/2005/8/layout/vList2"/>
    <dgm:cxn modelId="{E607D29B-A17D-49B4-A313-16572C302C7E}" srcId="{9FB8350C-8B71-4EDD-84C5-50C54323BC86}" destId="{53D1DB63-AAA7-422C-899E-B08CD7AD63F9}" srcOrd="2" destOrd="0" parTransId="{1E038CE6-3BCC-4B49-B816-B1B63E019568}" sibTransId="{769D0EF7-07F8-4676-BFF8-20A738CCF79A}"/>
    <dgm:cxn modelId="{0549AEA0-CA55-4B1A-B908-11544DF59B6A}" type="presOf" srcId="{5B83B079-6229-4127-8D4C-71ECCD9A7F96}" destId="{4D46AA8A-CF73-454A-BCD7-C9CE1D6AE3AB}" srcOrd="0" destOrd="0" presId="urn:microsoft.com/office/officeart/2005/8/layout/vList2"/>
    <dgm:cxn modelId="{E16448A4-E707-4DF4-925A-A541E4EB7205}" srcId="{794276E9-28F4-46DF-A9F3-2F7088799021}" destId="{488239CA-C269-4532-81B9-090AD7F5AE6F}" srcOrd="1" destOrd="0" parTransId="{8F25EAFB-DB6C-48E1-8B18-BD2A2B499B0E}" sibTransId="{CE86E02F-809B-4096-8B2A-516BC60BB3D3}"/>
    <dgm:cxn modelId="{872FBEA7-72B6-4724-B620-31CE32057265}" srcId="{5B83B079-6229-4127-8D4C-71ECCD9A7F96}" destId="{2DACEC81-BEA2-415F-866B-6F364098241B}" srcOrd="1" destOrd="0" parTransId="{ADA78D99-8CDA-47E2-95BE-9086FD7D5517}" sibTransId="{C011FB4A-0888-46BE-8D0D-0D0B8CDCCFA5}"/>
    <dgm:cxn modelId="{9B3F3CAE-EEF7-4D77-AA36-FBA0E825F27F}" srcId="{5B83B079-6229-4127-8D4C-71ECCD9A7F96}" destId="{9FB8350C-8B71-4EDD-84C5-50C54323BC86}" srcOrd="3" destOrd="0" parTransId="{7FAFC888-EC59-4896-A715-6150D918D663}" sibTransId="{09383ED3-BB50-4045-BACF-2CE09663CFE9}"/>
    <dgm:cxn modelId="{7E91C1AF-79C6-42CD-B301-4D8F59691E4A}" type="presOf" srcId="{776149DC-D7B7-41BC-AB47-FB8D9D8AA649}" destId="{48A302C7-9F39-4EB9-8BF1-93F66F6492FA}" srcOrd="0" destOrd="1" presId="urn:microsoft.com/office/officeart/2005/8/layout/vList2"/>
    <dgm:cxn modelId="{355D67B0-3F7D-44F0-B6F5-B25303B1B425}" srcId="{794276E9-28F4-46DF-A9F3-2F7088799021}" destId="{4022BF99-F868-4137-8628-17C6CD81BD8C}" srcOrd="0" destOrd="0" parTransId="{7F9FA9B3-C586-41D2-B3F3-07F19701EE15}" sibTransId="{6518BF48-2125-49E3-AC7A-9C6372A5D107}"/>
    <dgm:cxn modelId="{AC88C1B4-EA66-4508-B842-91D24A24C16A}" type="presOf" srcId="{488239CA-C269-4532-81B9-090AD7F5AE6F}" destId="{CDC49A4A-E695-4774-9D99-98CDE92D684E}" srcOrd="0" destOrd="1" presId="urn:microsoft.com/office/officeart/2005/8/layout/vList2"/>
    <dgm:cxn modelId="{4DEBF0B9-E8AD-4A9B-8329-9BC5A30738B9}" type="presOf" srcId="{CFBEFE95-8F2C-4FDB-B929-86E37A80ACED}" destId="{48A302C7-9F39-4EB9-8BF1-93F66F6492FA}" srcOrd="0" destOrd="3" presId="urn:microsoft.com/office/officeart/2005/8/layout/vList2"/>
    <dgm:cxn modelId="{B10A4CDD-51CF-4C0C-B38D-0C7E45F94C7F}" type="presOf" srcId="{9FB8350C-8B71-4EDD-84C5-50C54323BC86}" destId="{D4C3B46F-1EEE-47E6-9F51-7964C9C1F690}" srcOrd="0" destOrd="0" presId="urn:microsoft.com/office/officeart/2005/8/layout/vList2"/>
    <dgm:cxn modelId="{96BD94F5-3A36-4D38-8167-2C0CC1A2151F}" type="presOf" srcId="{2DACEC81-BEA2-415F-866B-6F364098241B}" destId="{3A82A3BD-431B-48F6-8CC6-5ED31C9624C9}" srcOrd="0" destOrd="0" presId="urn:microsoft.com/office/officeart/2005/8/layout/vList2"/>
    <dgm:cxn modelId="{CE9BD8CB-F901-4B6E-9BA7-04AC226902F3}" type="presParOf" srcId="{4D46AA8A-CF73-454A-BCD7-C9CE1D6AE3AB}" destId="{F1C03A2E-7823-4B6C-ACDA-C7684C1727C4}" srcOrd="0" destOrd="0" presId="urn:microsoft.com/office/officeart/2005/8/layout/vList2"/>
    <dgm:cxn modelId="{167F28C3-91CD-42C8-B81C-05180D87D8B7}" type="presParOf" srcId="{4D46AA8A-CF73-454A-BCD7-C9CE1D6AE3AB}" destId="{D736BF0A-141A-47C3-ADC3-7D522EBC4CE2}" srcOrd="1" destOrd="0" presId="urn:microsoft.com/office/officeart/2005/8/layout/vList2"/>
    <dgm:cxn modelId="{4A3AAB79-279E-450E-B32D-46D9352A3DD9}" type="presParOf" srcId="{4D46AA8A-CF73-454A-BCD7-C9CE1D6AE3AB}" destId="{3A82A3BD-431B-48F6-8CC6-5ED31C9624C9}" srcOrd="2" destOrd="0" presId="urn:microsoft.com/office/officeart/2005/8/layout/vList2"/>
    <dgm:cxn modelId="{DFE3260C-72C4-4B79-878B-CAC9D95C9F96}" type="presParOf" srcId="{4D46AA8A-CF73-454A-BCD7-C9CE1D6AE3AB}" destId="{26694001-AC5B-4A44-BBB4-15A82CFDD853}" srcOrd="3" destOrd="0" presId="urn:microsoft.com/office/officeart/2005/8/layout/vList2"/>
    <dgm:cxn modelId="{5B29A159-82B6-4F89-9721-C598330CF17F}" type="presParOf" srcId="{4D46AA8A-CF73-454A-BCD7-C9CE1D6AE3AB}" destId="{89A57D59-8131-498E-8239-9C0A8A8B22CB}" srcOrd="4" destOrd="0" presId="urn:microsoft.com/office/officeart/2005/8/layout/vList2"/>
    <dgm:cxn modelId="{DF9F06CA-6843-4CF4-8321-C2120B72E902}" type="presParOf" srcId="{4D46AA8A-CF73-454A-BCD7-C9CE1D6AE3AB}" destId="{CDC49A4A-E695-4774-9D99-98CDE92D684E}" srcOrd="5" destOrd="0" presId="urn:microsoft.com/office/officeart/2005/8/layout/vList2"/>
    <dgm:cxn modelId="{A88F7860-9EA8-4229-8A15-F31C2DD8743C}" type="presParOf" srcId="{4D46AA8A-CF73-454A-BCD7-C9CE1D6AE3AB}" destId="{D4C3B46F-1EEE-47E6-9F51-7964C9C1F690}" srcOrd="6" destOrd="0" presId="urn:microsoft.com/office/officeart/2005/8/layout/vList2"/>
    <dgm:cxn modelId="{4E76F13A-EEDC-43D1-BEA5-8E403E2C1CD2}" type="presParOf" srcId="{4D46AA8A-CF73-454A-BCD7-C9CE1D6AE3AB}" destId="{48A302C7-9F39-4EB9-8BF1-93F66F6492FA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474D07DD-478A-4469-9BFA-2982B68C08A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48984F9-76E1-4683-96BD-7F7D4579499F}">
      <dgm:prSet/>
      <dgm:spPr/>
      <dgm:t>
        <a:bodyPr/>
        <a:lstStyle/>
        <a:p>
          <a:r>
            <a:rPr lang="en-US"/>
            <a:t>Additional Determinants:</a:t>
          </a:r>
        </a:p>
      </dgm:t>
    </dgm:pt>
    <dgm:pt modelId="{14309BAC-9A07-4AAD-B199-4A19D5402887}" type="parTrans" cxnId="{EE2A73CF-1C41-41C2-B51C-AD787699A82A}">
      <dgm:prSet/>
      <dgm:spPr/>
      <dgm:t>
        <a:bodyPr/>
        <a:lstStyle/>
        <a:p>
          <a:endParaRPr lang="en-US"/>
        </a:p>
      </dgm:t>
    </dgm:pt>
    <dgm:pt modelId="{005D3D16-5E9C-4D8C-A263-8EA965410386}" type="sibTrans" cxnId="{EE2A73CF-1C41-41C2-B51C-AD787699A82A}">
      <dgm:prSet/>
      <dgm:spPr/>
      <dgm:t>
        <a:bodyPr/>
        <a:lstStyle/>
        <a:p>
          <a:endParaRPr lang="en-US"/>
        </a:p>
      </dgm:t>
    </dgm:pt>
    <dgm:pt modelId="{D3AFE05C-B18D-4EB5-8478-91F4277FC23E}">
      <dgm:prSet/>
      <dgm:spPr/>
      <dgm:t>
        <a:bodyPr/>
        <a:lstStyle/>
        <a:p>
          <a:r>
            <a:rPr lang="en-US"/>
            <a:t>Cultural practices, attitudes, beliefs impacting health behavior</a:t>
          </a:r>
        </a:p>
      </dgm:t>
    </dgm:pt>
    <dgm:pt modelId="{B6920472-2883-49C7-A23A-88C2C1C0ACA6}" type="parTrans" cxnId="{5DCB4823-16A7-4509-AE93-C88DFF80F418}">
      <dgm:prSet/>
      <dgm:spPr/>
      <dgm:t>
        <a:bodyPr/>
        <a:lstStyle/>
        <a:p>
          <a:endParaRPr lang="en-US"/>
        </a:p>
      </dgm:t>
    </dgm:pt>
    <dgm:pt modelId="{DBE4B1FE-7197-4EC0-B826-8A5AE3D9CA70}" type="sibTrans" cxnId="{5DCB4823-16A7-4509-AE93-C88DFF80F418}">
      <dgm:prSet/>
      <dgm:spPr/>
      <dgm:t>
        <a:bodyPr/>
        <a:lstStyle/>
        <a:p>
          <a:endParaRPr lang="en-US"/>
        </a:p>
      </dgm:t>
    </dgm:pt>
    <dgm:pt modelId="{1222A7A3-7F4F-4B2A-A201-79734D4AC89C}">
      <dgm:prSet/>
      <dgm:spPr/>
      <dgm:t>
        <a:bodyPr/>
        <a:lstStyle/>
        <a:p>
          <a:r>
            <a:rPr lang="en-US"/>
            <a:t>Availability of medical and health services</a:t>
          </a:r>
        </a:p>
      </dgm:t>
    </dgm:pt>
    <dgm:pt modelId="{ABE56518-5DE4-45D3-A4A1-BEE204FDEF6F}" type="parTrans" cxnId="{7F521148-0F89-4166-9382-F4EE63352705}">
      <dgm:prSet/>
      <dgm:spPr/>
      <dgm:t>
        <a:bodyPr/>
        <a:lstStyle/>
        <a:p>
          <a:endParaRPr lang="en-US"/>
        </a:p>
      </dgm:t>
    </dgm:pt>
    <dgm:pt modelId="{EB062AD3-E39B-4402-8F57-A1DE86C83303}" type="sibTrans" cxnId="{7F521148-0F89-4166-9382-F4EE63352705}">
      <dgm:prSet/>
      <dgm:spPr/>
      <dgm:t>
        <a:bodyPr/>
        <a:lstStyle/>
        <a:p>
          <a:endParaRPr lang="en-US"/>
        </a:p>
      </dgm:t>
    </dgm:pt>
    <dgm:pt modelId="{E85B9F82-EB2A-4EE1-B080-8A0035D68109}">
      <dgm:prSet/>
      <dgm:spPr/>
      <dgm:t>
        <a:bodyPr/>
        <a:lstStyle/>
        <a:p>
          <a:r>
            <a:rPr lang="en-US"/>
            <a:t>Availability of other support services (e.g., transportation, education)</a:t>
          </a:r>
        </a:p>
      </dgm:t>
    </dgm:pt>
    <dgm:pt modelId="{B1962D2B-3EA1-42D7-9A2D-2268482D963D}" type="parTrans" cxnId="{52C79EED-994D-498F-8826-92AB38C81D5B}">
      <dgm:prSet/>
      <dgm:spPr/>
      <dgm:t>
        <a:bodyPr/>
        <a:lstStyle/>
        <a:p>
          <a:endParaRPr lang="en-US"/>
        </a:p>
      </dgm:t>
    </dgm:pt>
    <dgm:pt modelId="{50C4C95F-20D1-470B-AF52-CA1C8CF398E8}" type="sibTrans" cxnId="{52C79EED-994D-498F-8826-92AB38C81D5B}">
      <dgm:prSet/>
      <dgm:spPr/>
      <dgm:t>
        <a:bodyPr/>
        <a:lstStyle/>
        <a:p>
          <a:endParaRPr lang="en-US"/>
        </a:p>
      </dgm:t>
    </dgm:pt>
    <dgm:pt modelId="{3B5C079D-F0DE-4E8E-A201-2D869D72E5F2}">
      <dgm:prSet/>
      <dgm:spPr/>
      <dgm:t>
        <a:bodyPr/>
        <a:lstStyle/>
        <a:p>
          <a:r>
            <a:rPr lang="en-US"/>
            <a:t>Outcome of Community Diagnosis:</a:t>
          </a:r>
        </a:p>
      </dgm:t>
    </dgm:pt>
    <dgm:pt modelId="{479C8007-E397-49C4-BE9C-61E1573D144E}" type="parTrans" cxnId="{3255042D-EADC-47CF-A387-50A155C61E60}">
      <dgm:prSet/>
      <dgm:spPr/>
      <dgm:t>
        <a:bodyPr/>
        <a:lstStyle/>
        <a:p>
          <a:endParaRPr lang="en-US"/>
        </a:p>
      </dgm:t>
    </dgm:pt>
    <dgm:pt modelId="{70A3F97A-FE42-4EBE-AF87-E0DF9CEAED5F}" type="sibTrans" cxnId="{3255042D-EADC-47CF-A387-50A155C61E60}">
      <dgm:prSet/>
      <dgm:spPr/>
      <dgm:t>
        <a:bodyPr/>
        <a:lstStyle/>
        <a:p>
          <a:endParaRPr lang="en-US"/>
        </a:p>
      </dgm:t>
    </dgm:pt>
    <dgm:pt modelId="{784320C6-662C-41BA-94B4-3B1D6597AF75}">
      <dgm:prSet/>
      <dgm:spPr/>
      <dgm:t>
        <a:bodyPr/>
        <a:lstStyle/>
        <a:p>
          <a:r>
            <a:rPr lang="en-US"/>
            <a:t>Holistic picture of the community’s health situation</a:t>
          </a:r>
        </a:p>
      </dgm:t>
    </dgm:pt>
    <dgm:pt modelId="{53FEEBDA-3F35-40E9-B2C3-17ABF64C4762}" type="parTrans" cxnId="{C9D53F94-86B6-4287-876B-3717B69A4428}">
      <dgm:prSet/>
      <dgm:spPr/>
      <dgm:t>
        <a:bodyPr/>
        <a:lstStyle/>
        <a:p>
          <a:endParaRPr lang="en-US"/>
        </a:p>
      </dgm:t>
    </dgm:pt>
    <dgm:pt modelId="{501B53AE-F828-456B-9048-067E3ECDDBC0}" type="sibTrans" cxnId="{C9D53F94-86B6-4287-876B-3717B69A4428}">
      <dgm:prSet/>
      <dgm:spPr/>
      <dgm:t>
        <a:bodyPr/>
        <a:lstStyle/>
        <a:p>
          <a:endParaRPr lang="en-US"/>
        </a:p>
      </dgm:t>
    </dgm:pt>
    <dgm:pt modelId="{D023FB59-1D73-4C0E-9E24-E0CBAF3671B3}">
      <dgm:prSet/>
      <dgm:spPr/>
      <dgm:t>
        <a:bodyPr/>
        <a:lstStyle/>
        <a:p>
          <a:r>
            <a:rPr lang="en-US"/>
            <a:t>Enables prioritization of problems based on:</a:t>
          </a:r>
        </a:p>
      </dgm:t>
    </dgm:pt>
    <dgm:pt modelId="{5A0AABC1-8DD7-4996-864D-FE861EC473FF}" type="parTrans" cxnId="{CD1B0410-F7F2-4DC8-863D-2859F35AA343}">
      <dgm:prSet/>
      <dgm:spPr/>
      <dgm:t>
        <a:bodyPr/>
        <a:lstStyle/>
        <a:p>
          <a:endParaRPr lang="en-US"/>
        </a:p>
      </dgm:t>
    </dgm:pt>
    <dgm:pt modelId="{CDDC9610-627D-4052-B7EE-27DCD54B9D70}" type="sibTrans" cxnId="{CD1B0410-F7F2-4DC8-863D-2859F35AA343}">
      <dgm:prSet/>
      <dgm:spPr/>
      <dgm:t>
        <a:bodyPr/>
        <a:lstStyle/>
        <a:p>
          <a:endParaRPr lang="en-US"/>
        </a:p>
      </dgm:t>
    </dgm:pt>
    <dgm:pt modelId="{FA1B05CD-C986-4A3C-9FB9-3B50D6FD7967}">
      <dgm:prSet/>
      <dgm:spPr/>
      <dgm:t>
        <a:bodyPr/>
        <a:lstStyle/>
        <a:p>
          <a:r>
            <a:rPr lang="en-US"/>
            <a:t>Severity</a:t>
          </a:r>
        </a:p>
      </dgm:t>
    </dgm:pt>
    <dgm:pt modelId="{023B67E2-232B-40BA-80C1-4BD505E47424}" type="parTrans" cxnId="{0E231416-48D3-4005-8F9B-07A7E15E5DD5}">
      <dgm:prSet/>
      <dgm:spPr/>
      <dgm:t>
        <a:bodyPr/>
        <a:lstStyle/>
        <a:p>
          <a:endParaRPr lang="en-US"/>
        </a:p>
      </dgm:t>
    </dgm:pt>
    <dgm:pt modelId="{6E1C5EDB-CED1-4C01-86FD-BCD670F6D5B5}" type="sibTrans" cxnId="{0E231416-48D3-4005-8F9B-07A7E15E5DD5}">
      <dgm:prSet/>
      <dgm:spPr/>
      <dgm:t>
        <a:bodyPr/>
        <a:lstStyle/>
        <a:p>
          <a:endParaRPr lang="en-US"/>
        </a:p>
      </dgm:t>
    </dgm:pt>
    <dgm:pt modelId="{43455B35-959B-4540-9923-7A07619D798B}">
      <dgm:prSet/>
      <dgm:spPr/>
      <dgm:t>
        <a:bodyPr/>
        <a:lstStyle/>
        <a:p>
          <a:r>
            <a:rPr lang="en-US"/>
            <a:t>Size of affected population</a:t>
          </a:r>
        </a:p>
      </dgm:t>
    </dgm:pt>
    <dgm:pt modelId="{2C667124-1FF0-44E2-AED1-A0AE006EB36D}" type="parTrans" cxnId="{ED38D5F1-5408-488F-8ED0-BD1B2D904312}">
      <dgm:prSet/>
      <dgm:spPr/>
      <dgm:t>
        <a:bodyPr/>
        <a:lstStyle/>
        <a:p>
          <a:endParaRPr lang="en-US"/>
        </a:p>
      </dgm:t>
    </dgm:pt>
    <dgm:pt modelId="{54FEAA01-B5C0-4B89-BAC4-BB0C3D71B40D}" type="sibTrans" cxnId="{ED38D5F1-5408-488F-8ED0-BD1B2D904312}">
      <dgm:prSet/>
      <dgm:spPr/>
      <dgm:t>
        <a:bodyPr/>
        <a:lstStyle/>
        <a:p>
          <a:endParaRPr lang="en-US"/>
        </a:p>
      </dgm:t>
    </dgm:pt>
    <dgm:pt modelId="{77EFCD24-8315-432B-ABF0-1827450D7867}">
      <dgm:prSet/>
      <dgm:spPr/>
      <dgm:t>
        <a:bodyPr/>
        <a:lstStyle/>
        <a:p>
          <a:r>
            <a:rPr lang="en-US"/>
            <a:t>Feasibility of intervention</a:t>
          </a:r>
        </a:p>
      </dgm:t>
    </dgm:pt>
    <dgm:pt modelId="{5371244C-2418-4CD7-9975-58D6A81D26BD}" type="parTrans" cxnId="{4E613689-61E3-42C3-A20B-F2C2719568FA}">
      <dgm:prSet/>
      <dgm:spPr/>
      <dgm:t>
        <a:bodyPr/>
        <a:lstStyle/>
        <a:p>
          <a:endParaRPr lang="en-US"/>
        </a:p>
      </dgm:t>
    </dgm:pt>
    <dgm:pt modelId="{E8606C40-0A6B-460E-A0D1-1AD4A7EA93C4}" type="sibTrans" cxnId="{4E613689-61E3-42C3-A20B-F2C2719568FA}">
      <dgm:prSet/>
      <dgm:spPr/>
      <dgm:t>
        <a:bodyPr/>
        <a:lstStyle/>
        <a:p>
          <a:endParaRPr lang="en-US"/>
        </a:p>
      </dgm:t>
    </dgm:pt>
    <dgm:pt modelId="{F7844A2B-BBA2-4C2D-9241-B984357D0D0C}">
      <dgm:prSet/>
      <dgm:spPr/>
      <dgm:t>
        <a:bodyPr/>
        <a:lstStyle/>
        <a:p>
          <a:r>
            <a:rPr lang="en-US"/>
            <a:t>Availability of resources</a:t>
          </a:r>
        </a:p>
      </dgm:t>
    </dgm:pt>
    <dgm:pt modelId="{3F4BEC02-6EBD-4161-B5C2-6DB59B70BE68}" type="parTrans" cxnId="{A2D222BF-4892-4A8B-B39A-DD177F6E9877}">
      <dgm:prSet/>
      <dgm:spPr/>
      <dgm:t>
        <a:bodyPr/>
        <a:lstStyle/>
        <a:p>
          <a:endParaRPr lang="en-US"/>
        </a:p>
      </dgm:t>
    </dgm:pt>
    <dgm:pt modelId="{85E5EACA-2478-42F4-8FDD-427DA9B48D57}" type="sibTrans" cxnId="{A2D222BF-4892-4A8B-B39A-DD177F6E9877}">
      <dgm:prSet/>
      <dgm:spPr/>
      <dgm:t>
        <a:bodyPr/>
        <a:lstStyle/>
        <a:p>
          <a:endParaRPr lang="en-US"/>
        </a:p>
      </dgm:t>
    </dgm:pt>
    <dgm:pt modelId="{7C413079-430C-4730-AA1F-E85AD8723CA9}" type="pres">
      <dgm:prSet presAssocID="{474D07DD-478A-4469-9BFA-2982B68C08AD}" presName="Name0" presStyleCnt="0">
        <dgm:presLayoutVars>
          <dgm:dir/>
          <dgm:animLvl val="lvl"/>
          <dgm:resizeHandles val="exact"/>
        </dgm:presLayoutVars>
      </dgm:prSet>
      <dgm:spPr/>
    </dgm:pt>
    <dgm:pt modelId="{7E8EA276-3CFB-4AC8-B959-20251EDF03F2}" type="pres">
      <dgm:prSet presAssocID="{F48984F9-76E1-4683-96BD-7F7D4579499F}" presName="composite" presStyleCnt="0"/>
      <dgm:spPr/>
    </dgm:pt>
    <dgm:pt modelId="{E3BED453-7E24-4D79-B191-08C484271B8E}" type="pres">
      <dgm:prSet presAssocID="{F48984F9-76E1-4683-96BD-7F7D4579499F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1B44EF2A-0529-4C43-B076-4E6A5A705EDB}" type="pres">
      <dgm:prSet presAssocID="{F48984F9-76E1-4683-96BD-7F7D4579499F}" presName="desTx" presStyleLbl="alignAccFollowNode1" presStyleIdx="0" presStyleCnt="2">
        <dgm:presLayoutVars>
          <dgm:bulletEnabled val="1"/>
        </dgm:presLayoutVars>
      </dgm:prSet>
      <dgm:spPr/>
    </dgm:pt>
    <dgm:pt modelId="{D70457A2-E1A7-493E-8566-FCAC4121313A}" type="pres">
      <dgm:prSet presAssocID="{005D3D16-5E9C-4D8C-A263-8EA965410386}" presName="space" presStyleCnt="0"/>
      <dgm:spPr/>
    </dgm:pt>
    <dgm:pt modelId="{3E241DBA-8431-4033-AAA3-E9893BA2E723}" type="pres">
      <dgm:prSet presAssocID="{3B5C079D-F0DE-4E8E-A201-2D869D72E5F2}" presName="composite" presStyleCnt="0"/>
      <dgm:spPr/>
    </dgm:pt>
    <dgm:pt modelId="{83E0A819-88DB-4393-ABD9-816C90849FD4}" type="pres">
      <dgm:prSet presAssocID="{3B5C079D-F0DE-4E8E-A201-2D869D72E5F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DA14E193-4CAA-49A6-88D1-FD4C6CB91E2F}" type="pres">
      <dgm:prSet presAssocID="{3B5C079D-F0DE-4E8E-A201-2D869D72E5F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CD1B0410-F7F2-4DC8-863D-2859F35AA343}" srcId="{3B5C079D-F0DE-4E8E-A201-2D869D72E5F2}" destId="{D023FB59-1D73-4C0E-9E24-E0CBAF3671B3}" srcOrd="1" destOrd="0" parTransId="{5A0AABC1-8DD7-4996-864D-FE861EC473FF}" sibTransId="{CDDC9610-627D-4052-B7EE-27DCD54B9D70}"/>
    <dgm:cxn modelId="{B863E511-2829-41ED-AF15-1632A70E2170}" type="presOf" srcId="{D3AFE05C-B18D-4EB5-8478-91F4277FC23E}" destId="{1B44EF2A-0529-4C43-B076-4E6A5A705EDB}" srcOrd="0" destOrd="0" presId="urn:microsoft.com/office/officeart/2005/8/layout/hList1"/>
    <dgm:cxn modelId="{0E231416-48D3-4005-8F9B-07A7E15E5DD5}" srcId="{D023FB59-1D73-4C0E-9E24-E0CBAF3671B3}" destId="{FA1B05CD-C986-4A3C-9FB9-3B50D6FD7967}" srcOrd="0" destOrd="0" parTransId="{023B67E2-232B-40BA-80C1-4BD505E47424}" sibTransId="{6E1C5EDB-CED1-4C01-86FD-BCD670F6D5B5}"/>
    <dgm:cxn modelId="{6C44A920-A418-41F4-9064-9AB34629C394}" type="presOf" srcId="{D023FB59-1D73-4C0E-9E24-E0CBAF3671B3}" destId="{DA14E193-4CAA-49A6-88D1-FD4C6CB91E2F}" srcOrd="0" destOrd="1" presId="urn:microsoft.com/office/officeart/2005/8/layout/hList1"/>
    <dgm:cxn modelId="{5DCB4823-16A7-4509-AE93-C88DFF80F418}" srcId="{F48984F9-76E1-4683-96BD-7F7D4579499F}" destId="{D3AFE05C-B18D-4EB5-8478-91F4277FC23E}" srcOrd="0" destOrd="0" parTransId="{B6920472-2883-49C7-A23A-88C2C1C0ACA6}" sibTransId="{DBE4B1FE-7197-4EC0-B826-8A5AE3D9CA70}"/>
    <dgm:cxn modelId="{3255042D-EADC-47CF-A387-50A155C61E60}" srcId="{474D07DD-478A-4469-9BFA-2982B68C08AD}" destId="{3B5C079D-F0DE-4E8E-A201-2D869D72E5F2}" srcOrd="1" destOrd="0" parTransId="{479C8007-E397-49C4-BE9C-61E1573D144E}" sibTransId="{70A3F97A-FE42-4EBE-AF87-E0DF9CEAED5F}"/>
    <dgm:cxn modelId="{9BB4142D-AE5C-45EB-9E78-EF3C05A8D3D8}" type="presOf" srcId="{3B5C079D-F0DE-4E8E-A201-2D869D72E5F2}" destId="{83E0A819-88DB-4393-ABD9-816C90849FD4}" srcOrd="0" destOrd="0" presId="urn:microsoft.com/office/officeart/2005/8/layout/hList1"/>
    <dgm:cxn modelId="{D2E9D637-97C7-4E05-8734-254DE0A084BB}" type="presOf" srcId="{F7844A2B-BBA2-4C2D-9241-B984357D0D0C}" destId="{DA14E193-4CAA-49A6-88D1-FD4C6CB91E2F}" srcOrd="0" destOrd="5" presId="urn:microsoft.com/office/officeart/2005/8/layout/hList1"/>
    <dgm:cxn modelId="{7F521148-0F89-4166-9382-F4EE63352705}" srcId="{F48984F9-76E1-4683-96BD-7F7D4579499F}" destId="{1222A7A3-7F4F-4B2A-A201-79734D4AC89C}" srcOrd="1" destOrd="0" parTransId="{ABE56518-5DE4-45D3-A4A1-BEE204FDEF6F}" sibTransId="{EB062AD3-E39B-4402-8F57-A1DE86C83303}"/>
    <dgm:cxn modelId="{EBCD6D88-CA13-4F37-B7F8-93A1FAC91B6A}" type="presOf" srcId="{1222A7A3-7F4F-4B2A-A201-79734D4AC89C}" destId="{1B44EF2A-0529-4C43-B076-4E6A5A705EDB}" srcOrd="0" destOrd="1" presId="urn:microsoft.com/office/officeart/2005/8/layout/hList1"/>
    <dgm:cxn modelId="{4E613689-61E3-42C3-A20B-F2C2719568FA}" srcId="{D023FB59-1D73-4C0E-9E24-E0CBAF3671B3}" destId="{77EFCD24-8315-432B-ABF0-1827450D7867}" srcOrd="2" destOrd="0" parTransId="{5371244C-2418-4CD7-9975-58D6A81D26BD}" sibTransId="{E8606C40-0A6B-460E-A0D1-1AD4A7EA93C4}"/>
    <dgm:cxn modelId="{8F7FA090-0A4C-493A-8088-73A142285831}" type="presOf" srcId="{474D07DD-478A-4469-9BFA-2982B68C08AD}" destId="{7C413079-430C-4730-AA1F-E85AD8723CA9}" srcOrd="0" destOrd="0" presId="urn:microsoft.com/office/officeart/2005/8/layout/hList1"/>
    <dgm:cxn modelId="{C9D53F94-86B6-4287-876B-3717B69A4428}" srcId="{3B5C079D-F0DE-4E8E-A201-2D869D72E5F2}" destId="{784320C6-662C-41BA-94B4-3B1D6597AF75}" srcOrd="0" destOrd="0" parTransId="{53FEEBDA-3F35-40E9-B2C3-17ABF64C4762}" sibTransId="{501B53AE-F828-456B-9048-067E3ECDDBC0}"/>
    <dgm:cxn modelId="{622279A1-D366-4AC4-9B67-BF65C6059E8A}" type="presOf" srcId="{784320C6-662C-41BA-94B4-3B1D6597AF75}" destId="{DA14E193-4CAA-49A6-88D1-FD4C6CB91E2F}" srcOrd="0" destOrd="0" presId="urn:microsoft.com/office/officeart/2005/8/layout/hList1"/>
    <dgm:cxn modelId="{59D0B5A9-EBD3-48C4-90E8-DD22ED3D544E}" type="presOf" srcId="{43455B35-959B-4540-9923-7A07619D798B}" destId="{DA14E193-4CAA-49A6-88D1-FD4C6CB91E2F}" srcOrd="0" destOrd="3" presId="urn:microsoft.com/office/officeart/2005/8/layout/hList1"/>
    <dgm:cxn modelId="{C578E7BB-3387-4222-A2D8-A859E763C0A7}" type="presOf" srcId="{FA1B05CD-C986-4A3C-9FB9-3B50D6FD7967}" destId="{DA14E193-4CAA-49A6-88D1-FD4C6CB91E2F}" srcOrd="0" destOrd="2" presId="urn:microsoft.com/office/officeart/2005/8/layout/hList1"/>
    <dgm:cxn modelId="{A2D222BF-4892-4A8B-B39A-DD177F6E9877}" srcId="{D023FB59-1D73-4C0E-9E24-E0CBAF3671B3}" destId="{F7844A2B-BBA2-4C2D-9241-B984357D0D0C}" srcOrd="3" destOrd="0" parTransId="{3F4BEC02-6EBD-4161-B5C2-6DB59B70BE68}" sibTransId="{85E5EACA-2478-42F4-8FDD-427DA9B48D57}"/>
    <dgm:cxn modelId="{EE2A73CF-1C41-41C2-B51C-AD787699A82A}" srcId="{474D07DD-478A-4469-9BFA-2982B68C08AD}" destId="{F48984F9-76E1-4683-96BD-7F7D4579499F}" srcOrd="0" destOrd="0" parTransId="{14309BAC-9A07-4AAD-B199-4A19D5402887}" sibTransId="{005D3D16-5E9C-4D8C-A263-8EA965410386}"/>
    <dgm:cxn modelId="{3D2600D7-E836-4B42-8870-A15DD2DE2925}" type="presOf" srcId="{E85B9F82-EB2A-4EE1-B080-8A0035D68109}" destId="{1B44EF2A-0529-4C43-B076-4E6A5A705EDB}" srcOrd="0" destOrd="2" presId="urn:microsoft.com/office/officeart/2005/8/layout/hList1"/>
    <dgm:cxn modelId="{456B31DD-0BDF-4336-82BE-C1676590073F}" type="presOf" srcId="{F48984F9-76E1-4683-96BD-7F7D4579499F}" destId="{E3BED453-7E24-4D79-B191-08C484271B8E}" srcOrd="0" destOrd="0" presId="urn:microsoft.com/office/officeart/2005/8/layout/hList1"/>
    <dgm:cxn modelId="{1389A2E1-DBBB-47D8-B765-904DD4627589}" type="presOf" srcId="{77EFCD24-8315-432B-ABF0-1827450D7867}" destId="{DA14E193-4CAA-49A6-88D1-FD4C6CB91E2F}" srcOrd="0" destOrd="4" presId="urn:microsoft.com/office/officeart/2005/8/layout/hList1"/>
    <dgm:cxn modelId="{52C79EED-994D-498F-8826-92AB38C81D5B}" srcId="{F48984F9-76E1-4683-96BD-7F7D4579499F}" destId="{E85B9F82-EB2A-4EE1-B080-8A0035D68109}" srcOrd="2" destOrd="0" parTransId="{B1962D2B-3EA1-42D7-9A2D-2268482D963D}" sibTransId="{50C4C95F-20D1-470B-AF52-CA1C8CF398E8}"/>
    <dgm:cxn modelId="{ED38D5F1-5408-488F-8ED0-BD1B2D904312}" srcId="{D023FB59-1D73-4C0E-9E24-E0CBAF3671B3}" destId="{43455B35-959B-4540-9923-7A07619D798B}" srcOrd="1" destOrd="0" parTransId="{2C667124-1FF0-44E2-AED1-A0AE006EB36D}" sibTransId="{54FEAA01-B5C0-4B89-BAC4-BB0C3D71B40D}"/>
    <dgm:cxn modelId="{D978553F-BA0B-4246-909D-A4EE29F072EB}" type="presParOf" srcId="{7C413079-430C-4730-AA1F-E85AD8723CA9}" destId="{7E8EA276-3CFB-4AC8-B959-20251EDF03F2}" srcOrd="0" destOrd="0" presId="urn:microsoft.com/office/officeart/2005/8/layout/hList1"/>
    <dgm:cxn modelId="{396AA451-7987-492B-97A0-76E3E8B3CE89}" type="presParOf" srcId="{7E8EA276-3CFB-4AC8-B959-20251EDF03F2}" destId="{E3BED453-7E24-4D79-B191-08C484271B8E}" srcOrd="0" destOrd="0" presId="urn:microsoft.com/office/officeart/2005/8/layout/hList1"/>
    <dgm:cxn modelId="{C93E91F7-B5AA-4F3E-AA77-3C4E82F8AB2E}" type="presParOf" srcId="{7E8EA276-3CFB-4AC8-B959-20251EDF03F2}" destId="{1B44EF2A-0529-4C43-B076-4E6A5A705EDB}" srcOrd="1" destOrd="0" presId="urn:microsoft.com/office/officeart/2005/8/layout/hList1"/>
    <dgm:cxn modelId="{BC410370-3C8B-47C1-AD87-0B43BD9343BA}" type="presParOf" srcId="{7C413079-430C-4730-AA1F-E85AD8723CA9}" destId="{D70457A2-E1A7-493E-8566-FCAC4121313A}" srcOrd="1" destOrd="0" presId="urn:microsoft.com/office/officeart/2005/8/layout/hList1"/>
    <dgm:cxn modelId="{5600035B-E569-4AA6-B964-71F3570280A4}" type="presParOf" srcId="{7C413079-430C-4730-AA1F-E85AD8723CA9}" destId="{3E241DBA-8431-4033-AAA3-E9893BA2E723}" srcOrd="2" destOrd="0" presId="urn:microsoft.com/office/officeart/2005/8/layout/hList1"/>
    <dgm:cxn modelId="{6E58A816-2FEC-4ED1-9661-F25CA64306AB}" type="presParOf" srcId="{3E241DBA-8431-4033-AAA3-E9893BA2E723}" destId="{83E0A819-88DB-4393-ABD9-816C90849FD4}" srcOrd="0" destOrd="0" presId="urn:microsoft.com/office/officeart/2005/8/layout/hList1"/>
    <dgm:cxn modelId="{87519EE5-CB30-4D65-AC83-570FFDE39D4B}" type="presParOf" srcId="{3E241DBA-8431-4033-AAA3-E9893BA2E723}" destId="{DA14E193-4CAA-49A6-88D1-FD4C6CB91E2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55C3DC9C-000C-4AB5-BAAF-B2AE695D202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845796-A273-4D6E-80E1-49A28F263494}">
      <dgm:prSet/>
      <dgm:spPr/>
      <dgm:t>
        <a:bodyPr/>
        <a:lstStyle/>
        <a:p>
          <a:r>
            <a:rPr lang="en-US" i="0" baseline="0"/>
            <a:t>Infant Mortality Rate (IMR), 2018:</a:t>
          </a:r>
          <a:endParaRPr lang="en-US"/>
        </a:p>
      </dgm:t>
    </dgm:pt>
    <dgm:pt modelId="{901E9CED-0BC1-4674-B589-76806A1316E5}" type="parTrans" cxnId="{A456C31F-9658-4C3A-A459-82FA4055C4F2}">
      <dgm:prSet/>
      <dgm:spPr/>
      <dgm:t>
        <a:bodyPr/>
        <a:lstStyle/>
        <a:p>
          <a:endParaRPr lang="en-US"/>
        </a:p>
      </dgm:t>
    </dgm:pt>
    <dgm:pt modelId="{6C628C24-A835-460C-98AD-61B1547FE346}" type="sibTrans" cxnId="{A456C31F-9658-4C3A-A459-82FA4055C4F2}">
      <dgm:prSet/>
      <dgm:spPr/>
      <dgm:t>
        <a:bodyPr/>
        <a:lstStyle/>
        <a:p>
          <a:endParaRPr lang="en-US"/>
        </a:p>
      </dgm:t>
    </dgm:pt>
    <dgm:pt modelId="{B946CADC-37E7-4FF9-9E52-09C673B7E30E}">
      <dgm:prSet/>
      <dgm:spPr/>
      <dgm:t>
        <a:bodyPr/>
        <a:lstStyle/>
        <a:p>
          <a:r>
            <a:rPr lang="en-US" i="0" baseline="0"/>
            <a:t>India: 32 per 1000 live births</a:t>
          </a:r>
          <a:endParaRPr lang="en-US"/>
        </a:p>
      </dgm:t>
    </dgm:pt>
    <dgm:pt modelId="{2C6F91EF-94F9-49F7-B165-1DCCCDA71F67}" type="parTrans" cxnId="{C2EE57FE-970A-4342-80B8-7AA5BFBA046B}">
      <dgm:prSet/>
      <dgm:spPr/>
      <dgm:t>
        <a:bodyPr/>
        <a:lstStyle/>
        <a:p>
          <a:endParaRPr lang="en-US"/>
        </a:p>
      </dgm:t>
    </dgm:pt>
    <dgm:pt modelId="{978A9977-A2F5-41DC-BD0E-720F4576DDD5}" type="sibTrans" cxnId="{C2EE57FE-970A-4342-80B8-7AA5BFBA046B}">
      <dgm:prSet/>
      <dgm:spPr/>
      <dgm:t>
        <a:bodyPr/>
        <a:lstStyle/>
        <a:p>
          <a:endParaRPr lang="en-US"/>
        </a:p>
      </dgm:t>
    </dgm:pt>
    <dgm:pt modelId="{DBEE2C36-4E24-4CDD-A8EE-E42725517AE4}">
      <dgm:prSet/>
      <dgm:spPr/>
      <dgm:t>
        <a:bodyPr/>
        <a:lstStyle/>
        <a:p>
          <a:r>
            <a:rPr lang="en-US" i="0" baseline="0"/>
            <a:t>World average: 29</a:t>
          </a:r>
          <a:endParaRPr lang="en-US"/>
        </a:p>
      </dgm:t>
    </dgm:pt>
    <dgm:pt modelId="{DB649D5E-9233-4D82-BC65-705DC0153552}" type="parTrans" cxnId="{228FA4FD-6786-4C1D-ADD3-33F42F14D72F}">
      <dgm:prSet/>
      <dgm:spPr/>
      <dgm:t>
        <a:bodyPr/>
        <a:lstStyle/>
        <a:p>
          <a:endParaRPr lang="en-US"/>
        </a:p>
      </dgm:t>
    </dgm:pt>
    <dgm:pt modelId="{3BBDF2AF-3699-4563-81E4-C45E5B79663A}" type="sibTrans" cxnId="{228FA4FD-6786-4C1D-ADD3-33F42F14D72F}">
      <dgm:prSet/>
      <dgm:spPr/>
      <dgm:t>
        <a:bodyPr/>
        <a:lstStyle/>
        <a:p>
          <a:endParaRPr lang="en-US"/>
        </a:p>
      </dgm:t>
    </dgm:pt>
    <dgm:pt modelId="{C8EE31EC-4DB0-4E65-8939-7EF02C29DF95}">
      <dgm:prSet/>
      <dgm:spPr/>
      <dgm:t>
        <a:bodyPr/>
        <a:lstStyle/>
        <a:p>
          <a:r>
            <a:rPr lang="en-US" i="0" baseline="0"/>
            <a:t>Developed countries: as low as 5</a:t>
          </a:r>
          <a:endParaRPr lang="en-US"/>
        </a:p>
      </dgm:t>
    </dgm:pt>
    <dgm:pt modelId="{D516945E-1AD7-4DEE-BA44-4BAED29B9AB9}" type="parTrans" cxnId="{992861C4-1D2B-44B2-87E4-A59503B948EB}">
      <dgm:prSet/>
      <dgm:spPr/>
      <dgm:t>
        <a:bodyPr/>
        <a:lstStyle/>
        <a:p>
          <a:endParaRPr lang="en-US"/>
        </a:p>
      </dgm:t>
    </dgm:pt>
    <dgm:pt modelId="{B080E438-6925-41AB-8082-60CD4A660723}" type="sibTrans" cxnId="{992861C4-1D2B-44B2-87E4-A59503B948EB}">
      <dgm:prSet/>
      <dgm:spPr/>
      <dgm:t>
        <a:bodyPr/>
        <a:lstStyle/>
        <a:p>
          <a:endParaRPr lang="en-US"/>
        </a:p>
      </dgm:t>
    </dgm:pt>
    <dgm:pt modelId="{09F45653-C17D-47C7-82BB-9C8533BF210D}">
      <dgm:prSet/>
      <dgm:spPr/>
      <dgm:t>
        <a:bodyPr/>
        <a:lstStyle/>
        <a:p>
          <a:r>
            <a:rPr lang="en-US" i="0" baseline="0"/>
            <a:t>State-wise IMR (2018):</a:t>
          </a:r>
          <a:endParaRPr lang="en-US"/>
        </a:p>
      </dgm:t>
    </dgm:pt>
    <dgm:pt modelId="{74755909-3039-4A1F-B8E3-32E22D33B63D}" type="parTrans" cxnId="{80A842E6-FF90-445F-89AF-D41AC9988D88}">
      <dgm:prSet/>
      <dgm:spPr/>
      <dgm:t>
        <a:bodyPr/>
        <a:lstStyle/>
        <a:p>
          <a:endParaRPr lang="en-US"/>
        </a:p>
      </dgm:t>
    </dgm:pt>
    <dgm:pt modelId="{6AC45A02-1C73-4B62-94F8-850BAFB4FB8F}" type="sibTrans" cxnId="{80A842E6-FF90-445F-89AF-D41AC9988D88}">
      <dgm:prSet/>
      <dgm:spPr/>
      <dgm:t>
        <a:bodyPr/>
        <a:lstStyle/>
        <a:p>
          <a:endParaRPr lang="en-US"/>
        </a:p>
      </dgm:t>
    </dgm:pt>
    <dgm:pt modelId="{7B7850E3-2356-4E07-8E2D-9A0B189B625D}">
      <dgm:prSet/>
      <dgm:spPr/>
      <dgm:t>
        <a:bodyPr/>
        <a:lstStyle/>
        <a:p>
          <a:r>
            <a:rPr lang="en-US" i="0" baseline="0"/>
            <a:t>Kerala: Lowest – 7 per 1000</a:t>
          </a:r>
          <a:endParaRPr lang="en-US"/>
        </a:p>
      </dgm:t>
    </dgm:pt>
    <dgm:pt modelId="{15DE6556-B463-420F-90AB-50D99A3EC19E}" type="parTrans" cxnId="{BB85CB31-7020-494F-89F4-CEFDBA4A2E1D}">
      <dgm:prSet/>
      <dgm:spPr/>
      <dgm:t>
        <a:bodyPr/>
        <a:lstStyle/>
        <a:p>
          <a:endParaRPr lang="en-US"/>
        </a:p>
      </dgm:t>
    </dgm:pt>
    <dgm:pt modelId="{32400B26-F682-4EAB-9433-A64ABE58EC9A}" type="sibTrans" cxnId="{BB85CB31-7020-494F-89F4-CEFDBA4A2E1D}">
      <dgm:prSet/>
      <dgm:spPr/>
      <dgm:t>
        <a:bodyPr/>
        <a:lstStyle/>
        <a:p>
          <a:endParaRPr lang="en-US"/>
        </a:p>
      </dgm:t>
    </dgm:pt>
    <dgm:pt modelId="{6DE0E70C-FC52-4A4A-A8F0-FE03F53C5673}">
      <dgm:prSet/>
      <dgm:spPr/>
      <dgm:t>
        <a:bodyPr/>
        <a:lstStyle/>
        <a:p>
          <a:r>
            <a:rPr lang="en-US" i="0" baseline="0"/>
            <a:t>Madhya Pradesh: Highest – 48 per 1000</a:t>
          </a:r>
          <a:endParaRPr lang="en-US"/>
        </a:p>
      </dgm:t>
    </dgm:pt>
    <dgm:pt modelId="{D25B051B-6131-451E-9840-65655A91251E}" type="parTrans" cxnId="{E2798A17-B585-4155-9E1F-736F01E23DBD}">
      <dgm:prSet/>
      <dgm:spPr/>
      <dgm:t>
        <a:bodyPr/>
        <a:lstStyle/>
        <a:p>
          <a:endParaRPr lang="en-US"/>
        </a:p>
      </dgm:t>
    </dgm:pt>
    <dgm:pt modelId="{FF6A182D-6936-4D09-A775-D37AF07D18E4}" type="sibTrans" cxnId="{E2798A17-B585-4155-9E1F-736F01E23DBD}">
      <dgm:prSet/>
      <dgm:spPr/>
      <dgm:t>
        <a:bodyPr/>
        <a:lstStyle/>
        <a:p>
          <a:endParaRPr lang="en-US"/>
        </a:p>
      </dgm:t>
    </dgm:pt>
    <dgm:pt modelId="{585D3454-C1C2-4210-A253-DCC39C8A2633}">
      <dgm:prSet/>
      <dgm:spPr/>
      <dgm:t>
        <a:bodyPr/>
        <a:lstStyle/>
        <a:p>
          <a:r>
            <a:rPr lang="en-US" i="0" baseline="0"/>
            <a:t>Global Comparison:</a:t>
          </a:r>
          <a:endParaRPr lang="en-US"/>
        </a:p>
      </dgm:t>
    </dgm:pt>
    <dgm:pt modelId="{C8CDB495-BD2E-4BB6-8633-E59F732D1C10}" type="parTrans" cxnId="{458FAD58-BAC8-4DEB-BB34-E80CCD9433FE}">
      <dgm:prSet/>
      <dgm:spPr/>
      <dgm:t>
        <a:bodyPr/>
        <a:lstStyle/>
        <a:p>
          <a:endParaRPr lang="en-US"/>
        </a:p>
      </dgm:t>
    </dgm:pt>
    <dgm:pt modelId="{A8590232-6F88-47C7-99FB-AEC3FA377B82}" type="sibTrans" cxnId="{458FAD58-BAC8-4DEB-BB34-E80CCD9433FE}">
      <dgm:prSet/>
      <dgm:spPr/>
      <dgm:t>
        <a:bodyPr/>
        <a:lstStyle/>
        <a:p>
          <a:endParaRPr lang="en-US"/>
        </a:p>
      </dgm:t>
    </dgm:pt>
    <dgm:pt modelId="{4E7147DF-5739-4093-B1EE-5F6801030145}">
      <dgm:prSet/>
      <dgm:spPr/>
      <dgm:t>
        <a:bodyPr/>
        <a:lstStyle/>
        <a:p>
          <a:r>
            <a:rPr lang="en-US" i="0" baseline="0"/>
            <a:t>India’s life expectancy (~68 years) lags 12–15 years behind developed nations (71–80 years)</a:t>
          </a:r>
          <a:endParaRPr lang="en-US"/>
        </a:p>
      </dgm:t>
    </dgm:pt>
    <dgm:pt modelId="{B47A34E5-8294-4FFC-B3AD-A3FE8A7A0BAC}" type="parTrans" cxnId="{D7D24A39-F66C-4B4F-867F-F62F64356B40}">
      <dgm:prSet/>
      <dgm:spPr/>
      <dgm:t>
        <a:bodyPr/>
        <a:lstStyle/>
        <a:p>
          <a:endParaRPr lang="en-US"/>
        </a:p>
      </dgm:t>
    </dgm:pt>
    <dgm:pt modelId="{193A19A8-F6AC-4290-ADC2-D8DA13AA88B6}" type="sibTrans" cxnId="{D7D24A39-F66C-4B4F-867F-F62F64356B40}">
      <dgm:prSet/>
      <dgm:spPr/>
      <dgm:t>
        <a:bodyPr/>
        <a:lstStyle/>
        <a:p>
          <a:endParaRPr lang="en-US"/>
        </a:p>
      </dgm:t>
    </dgm:pt>
    <dgm:pt modelId="{06A9A72B-531A-4474-A746-26F65448BB5E}">
      <dgm:prSet/>
      <dgm:spPr/>
      <dgm:t>
        <a:bodyPr/>
        <a:lstStyle/>
        <a:p>
          <a:r>
            <a:rPr lang="en-US" i="0" baseline="0"/>
            <a:t>Despite improvements, India's mortality indicators highlight disparities and unmet needs, particularly in rural areas and less developed states.</a:t>
          </a:r>
          <a:endParaRPr lang="en-US"/>
        </a:p>
      </dgm:t>
    </dgm:pt>
    <dgm:pt modelId="{9B93086D-CF6B-40F9-9AB3-ABCE36430198}" type="parTrans" cxnId="{2E483223-293F-4794-9395-9C211D5A56E2}">
      <dgm:prSet/>
      <dgm:spPr/>
      <dgm:t>
        <a:bodyPr/>
        <a:lstStyle/>
        <a:p>
          <a:endParaRPr lang="en-US"/>
        </a:p>
      </dgm:t>
    </dgm:pt>
    <dgm:pt modelId="{9ED9251A-A415-42A5-8F6D-92739FFB59A9}" type="sibTrans" cxnId="{2E483223-293F-4794-9395-9C211D5A56E2}">
      <dgm:prSet/>
      <dgm:spPr/>
      <dgm:t>
        <a:bodyPr/>
        <a:lstStyle/>
        <a:p>
          <a:endParaRPr lang="en-US"/>
        </a:p>
      </dgm:t>
    </dgm:pt>
    <dgm:pt modelId="{50F5FB5C-0883-44C0-B474-EC667E2A1002}" type="pres">
      <dgm:prSet presAssocID="{55C3DC9C-000C-4AB5-BAAF-B2AE695D202D}" presName="linear" presStyleCnt="0">
        <dgm:presLayoutVars>
          <dgm:animLvl val="lvl"/>
          <dgm:resizeHandles val="exact"/>
        </dgm:presLayoutVars>
      </dgm:prSet>
      <dgm:spPr/>
    </dgm:pt>
    <dgm:pt modelId="{AAAEDC05-7712-4F74-A922-D36A4ADD9A51}" type="pres">
      <dgm:prSet presAssocID="{78845796-A273-4D6E-80E1-49A28F26349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026765B-5026-4975-89B7-5F693F5ACD2F}" type="pres">
      <dgm:prSet presAssocID="{78845796-A273-4D6E-80E1-49A28F263494}" presName="childText" presStyleLbl="revTx" presStyleIdx="0" presStyleCnt="3">
        <dgm:presLayoutVars>
          <dgm:bulletEnabled val="1"/>
        </dgm:presLayoutVars>
      </dgm:prSet>
      <dgm:spPr/>
    </dgm:pt>
    <dgm:pt modelId="{1C0286FB-CD75-4E66-8438-3BAC460066D1}" type="pres">
      <dgm:prSet presAssocID="{09F45653-C17D-47C7-82BB-9C8533BF210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1CE39B5-9323-4612-B4FA-7FE7D55CD9A6}" type="pres">
      <dgm:prSet presAssocID="{09F45653-C17D-47C7-82BB-9C8533BF210D}" presName="childText" presStyleLbl="revTx" presStyleIdx="1" presStyleCnt="3">
        <dgm:presLayoutVars>
          <dgm:bulletEnabled val="1"/>
        </dgm:presLayoutVars>
      </dgm:prSet>
      <dgm:spPr/>
    </dgm:pt>
    <dgm:pt modelId="{E6B58621-FBC6-48A0-B30D-D5BA22A0EFFB}" type="pres">
      <dgm:prSet presAssocID="{585D3454-C1C2-4210-A253-DCC39C8A263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F07440E-C0F2-45CE-97F5-7EC52A2891E8}" type="pres">
      <dgm:prSet presAssocID="{585D3454-C1C2-4210-A253-DCC39C8A2633}" presName="childText" presStyleLbl="revTx" presStyleIdx="2" presStyleCnt="3">
        <dgm:presLayoutVars>
          <dgm:bulletEnabled val="1"/>
        </dgm:presLayoutVars>
      </dgm:prSet>
      <dgm:spPr/>
    </dgm:pt>
    <dgm:pt modelId="{D67DCD3F-9C0C-4EF3-B26E-7F848F3076B7}" type="pres">
      <dgm:prSet presAssocID="{06A9A72B-531A-4474-A746-26F65448BB5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2798A17-B585-4155-9E1F-736F01E23DBD}" srcId="{09F45653-C17D-47C7-82BB-9C8533BF210D}" destId="{6DE0E70C-FC52-4A4A-A8F0-FE03F53C5673}" srcOrd="1" destOrd="0" parTransId="{D25B051B-6131-451E-9840-65655A91251E}" sibTransId="{FF6A182D-6936-4D09-A775-D37AF07D18E4}"/>
    <dgm:cxn modelId="{688F6018-4B22-43D2-ADF1-515C604E20F7}" type="presOf" srcId="{DBEE2C36-4E24-4CDD-A8EE-E42725517AE4}" destId="{6026765B-5026-4975-89B7-5F693F5ACD2F}" srcOrd="0" destOrd="1" presId="urn:microsoft.com/office/officeart/2005/8/layout/vList2"/>
    <dgm:cxn modelId="{7C396D18-CCE7-4114-B6C7-F4C8CEE56930}" type="presOf" srcId="{585D3454-C1C2-4210-A253-DCC39C8A2633}" destId="{E6B58621-FBC6-48A0-B30D-D5BA22A0EFFB}" srcOrd="0" destOrd="0" presId="urn:microsoft.com/office/officeart/2005/8/layout/vList2"/>
    <dgm:cxn modelId="{A456C31F-9658-4C3A-A459-82FA4055C4F2}" srcId="{55C3DC9C-000C-4AB5-BAAF-B2AE695D202D}" destId="{78845796-A273-4D6E-80E1-49A28F263494}" srcOrd="0" destOrd="0" parTransId="{901E9CED-0BC1-4674-B589-76806A1316E5}" sibTransId="{6C628C24-A835-460C-98AD-61B1547FE346}"/>
    <dgm:cxn modelId="{2E483223-293F-4794-9395-9C211D5A56E2}" srcId="{55C3DC9C-000C-4AB5-BAAF-B2AE695D202D}" destId="{06A9A72B-531A-4474-A746-26F65448BB5E}" srcOrd="3" destOrd="0" parTransId="{9B93086D-CF6B-40F9-9AB3-ABCE36430198}" sibTransId="{9ED9251A-A415-42A5-8F6D-92739FFB59A9}"/>
    <dgm:cxn modelId="{BB85CB31-7020-494F-89F4-CEFDBA4A2E1D}" srcId="{09F45653-C17D-47C7-82BB-9C8533BF210D}" destId="{7B7850E3-2356-4E07-8E2D-9A0B189B625D}" srcOrd="0" destOrd="0" parTransId="{15DE6556-B463-420F-90AB-50D99A3EC19E}" sibTransId="{32400B26-F682-4EAB-9433-A64ABE58EC9A}"/>
    <dgm:cxn modelId="{D7D24A39-F66C-4B4F-867F-F62F64356B40}" srcId="{585D3454-C1C2-4210-A253-DCC39C8A2633}" destId="{4E7147DF-5739-4093-B1EE-5F6801030145}" srcOrd="0" destOrd="0" parTransId="{B47A34E5-8294-4FFC-B3AD-A3FE8A7A0BAC}" sibTransId="{193A19A8-F6AC-4290-ADC2-D8DA13AA88B6}"/>
    <dgm:cxn modelId="{576DA74A-5DD7-4C97-AFF3-C750D31AC518}" type="presOf" srcId="{09F45653-C17D-47C7-82BB-9C8533BF210D}" destId="{1C0286FB-CD75-4E66-8438-3BAC460066D1}" srcOrd="0" destOrd="0" presId="urn:microsoft.com/office/officeart/2005/8/layout/vList2"/>
    <dgm:cxn modelId="{6C83C275-13A4-445B-B142-582C7A80B7D6}" type="presOf" srcId="{55C3DC9C-000C-4AB5-BAAF-B2AE695D202D}" destId="{50F5FB5C-0883-44C0-B474-EC667E2A1002}" srcOrd="0" destOrd="0" presId="urn:microsoft.com/office/officeart/2005/8/layout/vList2"/>
    <dgm:cxn modelId="{458FAD58-BAC8-4DEB-BB34-E80CCD9433FE}" srcId="{55C3DC9C-000C-4AB5-BAAF-B2AE695D202D}" destId="{585D3454-C1C2-4210-A253-DCC39C8A2633}" srcOrd="2" destOrd="0" parTransId="{C8CDB495-BD2E-4BB6-8633-E59F732D1C10}" sibTransId="{A8590232-6F88-47C7-99FB-AEC3FA377B82}"/>
    <dgm:cxn modelId="{DCFE2D80-05AA-4E2E-B9BC-A1C924EB8A0F}" type="presOf" srcId="{06A9A72B-531A-4474-A746-26F65448BB5E}" destId="{D67DCD3F-9C0C-4EF3-B26E-7F848F3076B7}" srcOrd="0" destOrd="0" presId="urn:microsoft.com/office/officeart/2005/8/layout/vList2"/>
    <dgm:cxn modelId="{D8ED4898-952A-4283-A905-2299FABCD761}" type="presOf" srcId="{7B7850E3-2356-4E07-8E2D-9A0B189B625D}" destId="{81CE39B5-9323-4612-B4FA-7FE7D55CD9A6}" srcOrd="0" destOrd="0" presId="urn:microsoft.com/office/officeart/2005/8/layout/vList2"/>
    <dgm:cxn modelId="{024BB9AB-7C82-42ED-9D14-AFC3CA8BABDF}" type="presOf" srcId="{C8EE31EC-4DB0-4E65-8939-7EF02C29DF95}" destId="{6026765B-5026-4975-89B7-5F693F5ACD2F}" srcOrd="0" destOrd="2" presId="urn:microsoft.com/office/officeart/2005/8/layout/vList2"/>
    <dgm:cxn modelId="{45A7A8B0-B5D8-4E8D-A8B5-1CBE1D8BBC50}" type="presOf" srcId="{78845796-A273-4D6E-80E1-49A28F263494}" destId="{AAAEDC05-7712-4F74-A922-D36A4ADD9A51}" srcOrd="0" destOrd="0" presId="urn:microsoft.com/office/officeart/2005/8/layout/vList2"/>
    <dgm:cxn modelId="{992861C4-1D2B-44B2-87E4-A59503B948EB}" srcId="{78845796-A273-4D6E-80E1-49A28F263494}" destId="{C8EE31EC-4DB0-4E65-8939-7EF02C29DF95}" srcOrd="2" destOrd="0" parTransId="{D516945E-1AD7-4DEE-BA44-4BAED29B9AB9}" sibTransId="{B080E438-6925-41AB-8082-60CD4A660723}"/>
    <dgm:cxn modelId="{09AB4BD5-BAFC-453B-A655-32F315C41763}" type="presOf" srcId="{4E7147DF-5739-4093-B1EE-5F6801030145}" destId="{1F07440E-C0F2-45CE-97F5-7EC52A2891E8}" srcOrd="0" destOrd="0" presId="urn:microsoft.com/office/officeart/2005/8/layout/vList2"/>
    <dgm:cxn modelId="{FE9303DC-EE35-4D30-A5D6-F6E229772B07}" type="presOf" srcId="{6DE0E70C-FC52-4A4A-A8F0-FE03F53C5673}" destId="{81CE39B5-9323-4612-B4FA-7FE7D55CD9A6}" srcOrd="0" destOrd="1" presId="urn:microsoft.com/office/officeart/2005/8/layout/vList2"/>
    <dgm:cxn modelId="{80A842E6-FF90-445F-89AF-D41AC9988D88}" srcId="{55C3DC9C-000C-4AB5-BAAF-B2AE695D202D}" destId="{09F45653-C17D-47C7-82BB-9C8533BF210D}" srcOrd="1" destOrd="0" parTransId="{74755909-3039-4A1F-B8E3-32E22D33B63D}" sibTransId="{6AC45A02-1C73-4B62-94F8-850BAFB4FB8F}"/>
    <dgm:cxn modelId="{62C1B2F9-A2F2-4A07-80E6-4B815CAD884E}" type="presOf" srcId="{B946CADC-37E7-4FF9-9E52-09C673B7E30E}" destId="{6026765B-5026-4975-89B7-5F693F5ACD2F}" srcOrd="0" destOrd="0" presId="urn:microsoft.com/office/officeart/2005/8/layout/vList2"/>
    <dgm:cxn modelId="{228FA4FD-6786-4C1D-ADD3-33F42F14D72F}" srcId="{78845796-A273-4D6E-80E1-49A28F263494}" destId="{DBEE2C36-4E24-4CDD-A8EE-E42725517AE4}" srcOrd="1" destOrd="0" parTransId="{DB649D5E-9233-4D82-BC65-705DC0153552}" sibTransId="{3BBDF2AF-3699-4563-81E4-C45E5B79663A}"/>
    <dgm:cxn modelId="{C2EE57FE-970A-4342-80B8-7AA5BFBA046B}" srcId="{78845796-A273-4D6E-80E1-49A28F263494}" destId="{B946CADC-37E7-4FF9-9E52-09C673B7E30E}" srcOrd="0" destOrd="0" parTransId="{2C6F91EF-94F9-49F7-B165-1DCCCDA71F67}" sibTransId="{978A9977-A2F5-41DC-BD0E-720F4576DDD5}"/>
    <dgm:cxn modelId="{749D86D0-8516-4525-8D2F-4758AA144E99}" type="presParOf" srcId="{50F5FB5C-0883-44C0-B474-EC667E2A1002}" destId="{AAAEDC05-7712-4F74-A922-D36A4ADD9A51}" srcOrd="0" destOrd="0" presId="urn:microsoft.com/office/officeart/2005/8/layout/vList2"/>
    <dgm:cxn modelId="{3C6E2419-9F61-42FE-A65B-C400768A3A13}" type="presParOf" srcId="{50F5FB5C-0883-44C0-B474-EC667E2A1002}" destId="{6026765B-5026-4975-89B7-5F693F5ACD2F}" srcOrd="1" destOrd="0" presId="urn:microsoft.com/office/officeart/2005/8/layout/vList2"/>
    <dgm:cxn modelId="{B2CCFD7A-448F-4EDA-AED6-B24F06ABB1A5}" type="presParOf" srcId="{50F5FB5C-0883-44C0-B474-EC667E2A1002}" destId="{1C0286FB-CD75-4E66-8438-3BAC460066D1}" srcOrd="2" destOrd="0" presId="urn:microsoft.com/office/officeart/2005/8/layout/vList2"/>
    <dgm:cxn modelId="{34AB367F-6D67-425C-975A-E342FB8855A3}" type="presParOf" srcId="{50F5FB5C-0883-44C0-B474-EC667E2A1002}" destId="{81CE39B5-9323-4612-B4FA-7FE7D55CD9A6}" srcOrd="3" destOrd="0" presId="urn:microsoft.com/office/officeart/2005/8/layout/vList2"/>
    <dgm:cxn modelId="{04F95A4D-FEAF-4746-82D2-933D2B8CDB12}" type="presParOf" srcId="{50F5FB5C-0883-44C0-B474-EC667E2A1002}" destId="{E6B58621-FBC6-48A0-B30D-D5BA22A0EFFB}" srcOrd="4" destOrd="0" presId="urn:microsoft.com/office/officeart/2005/8/layout/vList2"/>
    <dgm:cxn modelId="{877E9A1E-2580-4D07-AC9A-91B3D8381C56}" type="presParOf" srcId="{50F5FB5C-0883-44C0-B474-EC667E2A1002}" destId="{1F07440E-C0F2-45CE-97F5-7EC52A2891E8}" srcOrd="5" destOrd="0" presId="urn:microsoft.com/office/officeart/2005/8/layout/vList2"/>
    <dgm:cxn modelId="{32B29F28-FB67-4312-B37E-9E50B226EDD3}" type="presParOf" srcId="{50F5FB5C-0883-44C0-B474-EC667E2A1002}" destId="{D67DCD3F-9C0C-4EF3-B26E-7F848F3076B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3107F58E-2A20-46E8-934F-CBF292EA75EE}" type="doc">
      <dgm:prSet loTypeId="urn:microsoft.com/office/officeart/2005/8/layout/vList2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C8B15039-89F8-4AE4-9287-5F50A2BA84A0}">
      <dgm:prSet/>
      <dgm:spPr/>
      <dgm:t>
        <a:bodyPr/>
        <a:lstStyle/>
        <a:p>
          <a:r>
            <a:rPr lang="en-US" dirty="0"/>
            <a:t>1. Communicable disease problems; </a:t>
          </a:r>
        </a:p>
      </dgm:t>
    </dgm:pt>
    <dgm:pt modelId="{1C4F9E4B-F40B-424A-B916-85EDBFDB361F}" type="parTrans" cxnId="{298158C7-549C-4862-A659-FA2593A8F1C7}">
      <dgm:prSet/>
      <dgm:spPr/>
      <dgm:t>
        <a:bodyPr/>
        <a:lstStyle/>
        <a:p>
          <a:endParaRPr lang="en-US"/>
        </a:p>
      </dgm:t>
    </dgm:pt>
    <dgm:pt modelId="{140131A4-2006-4554-959F-113B5CCB0A17}" type="sibTrans" cxnId="{298158C7-549C-4862-A659-FA2593A8F1C7}">
      <dgm:prSet/>
      <dgm:spPr/>
      <dgm:t>
        <a:bodyPr/>
        <a:lstStyle/>
        <a:p>
          <a:endParaRPr lang="en-US"/>
        </a:p>
      </dgm:t>
    </dgm:pt>
    <dgm:pt modelId="{FBC26199-C2F0-4149-A086-23E5335D70FD}">
      <dgm:prSet/>
      <dgm:spPr/>
      <dgm:t>
        <a:bodyPr/>
        <a:lstStyle/>
        <a:p>
          <a:r>
            <a:rPr lang="en-US"/>
            <a:t>2. Non-communicable disease problems; </a:t>
          </a:r>
        </a:p>
      </dgm:t>
    </dgm:pt>
    <dgm:pt modelId="{28BCC175-1803-4DB2-98E3-968BFBBE750E}" type="parTrans" cxnId="{33C042BF-A9A6-402A-AF03-239B53FACCC0}">
      <dgm:prSet/>
      <dgm:spPr/>
      <dgm:t>
        <a:bodyPr/>
        <a:lstStyle/>
        <a:p>
          <a:endParaRPr lang="en-US"/>
        </a:p>
      </dgm:t>
    </dgm:pt>
    <dgm:pt modelId="{85EF9082-900C-4789-9A2F-24EC676CC607}" type="sibTrans" cxnId="{33C042BF-A9A6-402A-AF03-239B53FACCC0}">
      <dgm:prSet/>
      <dgm:spPr/>
      <dgm:t>
        <a:bodyPr/>
        <a:lstStyle/>
        <a:p>
          <a:endParaRPr lang="en-US"/>
        </a:p>
      </dgm:t>
    </dgm:pt>
    <dgm:pt modelId="{7CFA8F23-FDF4-4E9E-8627-3604B079D532}">
      <dgm:prSet/>
      <dgm:spPr/>
      <dgm:t>
        <a:bodyPr/>
        <a:lstStyle/>
        <a:p>
          <a:r>
            <a:rPr lang="en-US"/>
            <a:t>3. Nutritional problems; </a:t>
          </a:r>
        </a:p>
      </dgm:t>
    </dgm:pt>
    <dgm:pt modelId="{465608C8-97D9-4AE6-9B87-DC4448DFEAD1}" type="parTrans" cxnId="{3F27A942-46B5-4252-9841-87BE78AF425A}">
      <dgm:prSet/>
      <dgm:spPr/>
      <dgm:t>
        <a:bodyPr/>
        <a:lstStyle/>
        <a:p>
          <a:endParaRPr lang="en-US"/>
        </a:p>
      </dgm:t>
    </dgm:pt>
    <dgm:pt modelId="{39452F0A-DB78-4443-BF89-91FCFE638151}" type="sibTrans" cxnId="{3F27A942-46B5-4252-9841-87BE78AF425A}">
      <dgm:prSet/>
      <dgm:spPr/>
      <dgm:t>
        <a:bodyPr/>
        <a:lstStyle/>
        <a:p>
          <a:endParaRPr lang="en-US"/>
        </a:p>
      </dgm:t>
    </dgm:pt>
    <dgm:pt modelId="{CF701AAE-8C15-4A55-A4ED-665A7D4BA934}">
      <dgm:prSet/>
      <dgm:spPr/>
      <dgm:t>
        <a:bodyPr/>
        <a:lstStyle/>
        <a:p>
          <a:r>
            <a:rPr lang="en-US"/>
            <a:t>4. Environmental sanitation problems; </a:t>
          </a:r>
        </a:p>
      </dgm:t>
    </dgm:pt>
    <dgm:pt modelId="{04872955-3300-40C8-8FD8-E791EE2BB624}" type="parTrans" cxnId="{7ED92534-D1EE-459F-9A6D-1F2C5571CF86}">
      <dgm:prSet/>
      <dgm:spPr/>
      <dgm:t>
        <a:bodyPr/>
        <a:lstStyle/>
        <a:p>
          <a:endParaRPr lang="en-US"/>
        </a:p>
      </dgm:t>
    </dgm:pt>
    <dgm:pt modelId="{3DF1059E-54C7-4A43-B84B-CF18110BF902}" type="sibTrans" cxnId="{7ED92534-D1EE-459F-9A6D-1F2C5571CF86}">
      <dgm:prSet/>
      <dgm:spPr/>
      <dgm:t>
        <a:bodyPr/>
        <a:lstStyle/>
        <a:p>
          <a:endParaRPr lang="en-US"/>
        </a:p>
      </dgm:t>
    </dgm:pt>
    <dgm:pt modelId="{711772FF-CBE9-4145-9329-FF3F29E84919}">
      <dgm:prSet/>
      <dgm:spPr/>
      <dgm:t>
        <a:bodyPr/>
        <a:lstStyle/>
        <a:p>
          <a:r>
            <a:rPr lang="en-US"/>
            <a:t>5. Medical care problems; </a:t>
          </a:r>
        </a:p>
      </dgm:t>
    </dgm:pt>
    <dgm:pt modelId="{B8415E4D-FEA3-4489-A063-0DD56D533929}" type="parTrans" cxnId="{DEE9C3A3-87B9-41A6-847B-7E8D1486264A}">
      <dgm:prSet/>
      <dgm:spPr/>
      <dgm:t>
        <a:bodyPr/>
        <a:lstStyle/>
        <a:p>
          <a:endParaRPr lang="en-US"/>
        </a:p>
      </dgm:t>
    </dgm:pt>
    <dgm:pt modelId="{C25E5E03-2A54-4EE1-848E-E61051B826D3}" type="sibTrans" cxnId="{DEE9C3A3-87B9-41A6-847B-7E8D1486264A}">
      <dgm:prSet/>
      <dgm:spPr/>
      <dgm:t>
        <a:bodyPr/>
        <a:lstStyle/>
        <a:p>
          <a:endParaRPr lang="en-US"/>
        </a:p>
      </dgm:t>
    </dgm:pt>
    <dgm:pt modelId="{F5F10C1E-8BEB-41F8-A131-F1E1D899A3A8}">
      <dgm:prSet/>
      <dgm:spPr/>
      <dgm:t>
        <a:bodyPr/>
        <a:lstStyle/>
        <a:p>
          <a:r>
            <a:rPr lang="en-US"/>
            <a:t>6. Population problems.</a:t>
          </a:r>
        </a:p>
      </dgm:t>
    </dgm:pt>
    <dgm:pt modelId="{A11479A1-C4F5-453B-8286-268F399B47DD}" type="parTrans" cxnId="{0C1028ED-BFBB-4570-B977-932602DC575B}">
      <dgm:prSet/>
      <dgm:spPr/>
      <dgm:t>
        <a:bodyPr/>
        <a:lstStyle/>
        <a:p>
          <a:endParaRPr lang="en-US"/>
        </a:p>
      </dgm:t>
    </dgm:pt>
    <dgm:pt modelId="{F5175710-78C4-4E5A-BB4E-7D0DFBDA7F11}" type="sibTrans" cxnId="{0C1028ED-BFBB-4570-B977-932602DC575B}">
      <dgm:prSet/>
      <dgm:spPr/>
      <dgm:t>
        <a:bodyPr/>
        <a:lstStyle/>
        <a:p>
          <a:endParaRPr lang="en-US"/>
        </a:p>
      </dgm:t>
    </dgm:pt>
    <dgm:pt modelId="{70EA656E-330B-420D-9A88-1A4568D8A92C}" type="pres">
      <dgm:prSet presAssocID="{3107F58E-2A20-46E8-934F-CBF292EA75EE}" presName="linear" presStyleCnt="0">
        <dgm:presLayoutVars>
          <dgm:animLvl val="lvl"/>
          <dgm:resizeHandles val="exact"/>
        </dgm:presLayoutVars>
      </dgm:prSet>
      <dgm:spPr/>
    </dgm:pt>
    <dgm:pt modelId="{22ABFD4F-A7C3-492E-8E86-086417EA09C4}" type="pres">
      <dgm:prSet presAssocID="{C8B15039-89F8-4AE4-9287-5F50A2BA84A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3DF17917-0F56-45EF-9A4F-A5AEEE94E9FA}" type="pres">
      <dgm:prSet presAssocID="{140131A4-2006-4554-959F-113B5CCB0A17}" presName="spacer" presStyleCnt="0"/>
      <dgm:spPr/>
    </dgm:pt>
    <dgm:pt modelId="{C962EBA7-D7A7-455D-9E7B-C42F45B41763}" type="pres">
      <dgm:prSet presAssocID="{FBC26199-C2F0-4149-A086-23E5335D70FD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9D5F118-FCB5-4E21-8F50-9B4B8D4C0D73}" type="pres">
      <dgm:prSet presAssocID="{85EF9082-900C-4789-9A2F-24EC676CC607}" presName="spacer" presStyleCnt="0"/>
      <dgm:spPr/>
    </dgm:pt>
    <dgm:pt modelId="{744CF8B0-43DD-4877-B1C5-E698E9276CD8}" type="pres">
      <dgm:prSet presAssocID="{7CFA8F23-FDF4-4E9E-8627-3604B079D532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55A3BF26-E2F6-4D3A-A814-BC4BA382606D}" type="pres">
      <dgm:prSet presAssocID="{39452F0A-DB78-4443-BF89-91FCFE638151}" presName="spacer" presStyleCnt="0"/>
      <dgm:spPr/>
    </dgm:pt>
    <dgm:pt modelId="{B5B801FC-F1FB-4BF9-8489-EE6816F69521}" type="pres">
      <dgm:prSet presAssocID="{CF701AAE-8C15-4A55-A4ED-665A7D4BA93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3108CDA-D6E2-40D2-AC5B-86B726914E4A}" type="pres">
      <dgm:prSet presAssocID="{3DF1059E-54C7-4A43-B84B-CF18110BF902}" presName="spacer" presStyleCnt="0"/>
      <dgm:spPr/>
    </dgm:pt>
    <dgm:pt modelId="{72790829-CC38-457C-9E47-2BDACEB978A1}" type="pres">
      <dgm:prSet presAssocID="{711772FF-CBE9-4145-9329-FF3F29E8491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2B5D893-028D-44FB-9C31-6E9C7C12715F}" type="pres">
      <dgm:prSet presAssocID="{C25E5E03-2A54-4EE1-848E-E61051B826D3}" presName="spacer" presStyleCnt="0"/>
      <dgm:spPr/>
    </dgm:pt>
    <dgm:pt modelId="{66734B53-888C-485F-82CE-099CDF0B05F7}" type="pres">
      <dgm:prSet presAssocID="{F5F10C1E-8BEB-41F8-A131-F1E1D899A3A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51C3B811-527D-4B93-89C7-C65592073A4F}" type="presOf" srcId="{7CFA8F23-FDF4-4E9E-8627-3604B079D532}" destId="{744CF8B0-43DD-4877-B1C5-E698E9276CD8}" srcOrd="0" destOrd="0" presId="urn:microsoft.com/office/officeart/2005/8/layout/vList2"/>
    <dgm:cxn modelId="{071FF124-BFD3-433F-B695-2B0855C0D046}" type="presOf" srcId="{3107F58E-2A20-46E8-934F-CBF292EA75EE}" destId="{70EA656E-330B-420D-9A88-1A4568D8A92C}" srcOrd="0" destOrd="0" presId="urn:microsoft.com/office/officeart/2005/8/layout/vList2"/>
    <dgm:cxn modelId="{7ED92534-D1EE-459F-9A6D-1F2C5571CF86}" srcId="{3107F58E-2A20-46E8-934F-CBF292EA75EE}" destId="{CF701AAE-8C15-4A55-A4ED-665A7D4BA934}" srcOrd="3" destOrd="0" parTransId="{04872955-3300-40C8-8FD8-E791EE2BB624}" sibTransId="{3DF1059E-54C7-4A43-B84B-CF18110BF902}"/>
    <dgm:cxn modelId="{F2BA8934-34FA-428A-972D-FB6D83A81DC7}" type="presOf" srcId="{C8B15039-89F8-4AE4-9287-5F50A2BA84A0}" destId="{22ABFD4F-A7C3-492E-8E86-086417EA09C4}" srcOrd="0" destOrd="0" presId="urn:microsoft.com/office/officeart/2005/8/layout/vList2"/>
    <dgm:cxn modelId="{12D3B534-EEE9-4DA5-AA46-69D4242F5AC0}" type="presOf" srcId="{FBC26199-C2F0-4149-A086-23E5335D70FD}" destId="{C962EBA7-D7A7-455D-9E7B-C42F45B41763}" srcOrd="0" destOrd="0" presId="urn:microsoft.com/office/officeart/2005/8/layout/vList2"/>
    <dgm:cxn modelId="{3F27A942-46B5-4252-9841-87BE78AF425A}" srcId="{3107F58E-2A20-46E8-934F-CBF292EA75EE}" destId="{7CFA8F23-FDF4-4E9E-8627-3604B079D532}" srcOrd="2" destOrd="0" parTransId="{465608C8-97D9-4AE6-9B87-DC4448DFEAD1}" sibTransId="{39452F0A-DB78-4443-BF89-91FCFE638151}"/>
    <dgm:cxn modelId="{0E180451-BB05-467E-89F7-6C668B576D02}" type="presOf" srcId="{F5F10C1E-8BEB-41F8-A131-F1E1D899A3A8}" destId="{66734B53-888C-485F-82CE-099CDF0B05F7}" srcOrd="0" destOrd="0" presId="urn:microsoft.com/office/officeart/2005/8/layout/vList2"/>
    <dgm:cxn modelId="{DEE9C3A3-87B9-41A6-847B-7E8D1486264A}" srcId="{3107F58E-2A20-46E8-934F-CBF292EA75EE}" destId="{711772FF-CBE9-4145-9329-FF3F29E84919}" srcOrd="4" destOrd="0" parTransId="{B8415E4D-FEA3-4489-A063-0DD56D533929}" sibTransId="{C25E5E03-2A54-4EE1-848E-E61051B826D3}"/>
    <dgm:cxn modelId="{98DA61BE-B60E-4CF1-AE21-AC9704F1BE2A}" type="presOf" srcId="{CF701AAE-8C15-4A55-A4ED-665A7D4BA934}" destId="{B5B801FC-F1FB-4BF9-8489-EE6816F69521}" srcOrd="0" destOrd="0" presId="urn:microsoft.com/office/officeart/2005/8/layout/vList2"/>
    <dgm:cxn modelId="{33C042BF-A9A6-402A-AF03-239B53FACCC0}" srcId="{3107F58E-2A20-46E8-934F-CBF292EA75EE}" destId="{FBC26199-C2F0-4149-A086-23E5335D70FD}" srcOrd="1" destOrd="0" parTransId="{28BCC175-1803-4DB2-98E3-968BFBBE750E}" sibTransId="{85EF9082-900C-4789-9A2F-24EC676CC607}"/>
    <dgm:cxn modelId="{298158C7-549C-4862-A659-FA2593A8F1C7}" srcId="{3107F58E-2A20-46E8-934F-CBF292EA75EE}" destId="{C8B15039-89F8-4AE4-9287-5F50A2BA84A0}" srcOrd="0" destOrd="0" parTransId="{1C4F9E4B-F40B-424A-B916-85EDBFDB361F}" sibTransId="{140131A4-2006-4554-959F-113B5CCB0A17}"/>
    <dgm:cxn modelId="{5947C9D3-19FF-4CFC-A51A-9C783C5B12EE}" type="presOf" srcId="{711772FF-CBE9-4145-9329-FF3F29E84919}" destId="{72790829-CC38-457C-9E47-2BDACEB978A1}" srcOrd="0" destOrd="0" presId="urn:microsoft.com/office/officeart/2005/8/layout/vList2"/>
    <dgm:cxn modelId="{0C1028ED-BFBB-4570-B977-932602DC575B}" srcId="{3107F58E-2A20-46E8-934F-CBF292EA75EE}" destId="{F5F10C1E-8BEB-41F8-A131-F1E1D899A3A8}" srcOrd="5" destOrd="0" parTransId="{A11479A1-C4F5-453B-8286-268F399B47DD}" sibTransId="{F5175710-78C4-4E5A-BB4E-7D0DFBDA7F11}"/>
    <dgm:cxn modelId="{1D346780-C015-4362-B22A-11541876C9EF}" type="presParOf" srcId="{70EA656E-330B-420D-9A88-1A4568D8A92C}" destId="{22ABFD4F-A7C3-492E-8E86-086417EA09C4}" srcOrd="0" destOrd="0" presId="urn:microsoft.com/office/officeart/2005/8/layout/vList2"/>
    <dgm:cxn modelId="{7E55D93E-01E6-4618-9892-1B5B1B759EBD}" type="presParOf" srcId="{70EA656E-330B-420D-9A88-1A4568D8A92C}" destId="{3DF17917-0F56-45EF-9A4F-A5AEEE94E9FA}" srcOrd="1" destOrd="0" presId="urn:microsoft.com/office/officeart/2005/8/layout/vList2"/>
    <dgm:cxn modelId="{59B64E56-A3C7-45DE-B2CD-C0DDE802A5CA}" type="presParOf" srcId="{70EA656E-330B-420D-9A88-1A4568D8A92C}" destId="{C962EBA7-D7A7-455D-9E7B-C42F45B41763}" srcOrd="2" destOrd="0" presId="urn:microsoft.com/office/officeart/2005/8/layout/vList2"/>
    <dgm:cxn modelId="{19043CDF-E3B8-495C-A86A-3FE65816F389}" type="presParOf" srcId="{70EA656E-330B-420D-9A88-1A4568D8A92C}" destId="{A9D5F118-FCB5-4E21-8F50-9B4B8D4C0D73}" srcOrd="3" destOrd="0" presId="urn:microsoft.com/office/officeart/2005/8/layout/vList2"/>
    <dgm:cxn modelId="{67CB6362-7E42-4BE7-A53C-635652392C04}" type="presParOf" srcId="{70EA656E-330B-420D-9A88-1A4568D8A92C}" destId="{744CF8B0-43DD-4877-B1C5-E698E9276CD8}" srcOrd="4" destOrd="0" presId="urn:microsoft.com/office/officeart/2005/8/layout/vList2"/>
    <dgm:cxn modelId="{304C1933-63E6-441C-9414-77FF0A88DBD4}" type="presParOf" srcId="{70EA656E-330B-420D-9A88-1A4568D8A92C}" destId="{55A3BF26-E2F6-4D3A-A814-BC4BA382606D}" srcOrd="5" destOrd="0" presId="urn:microsoft.com/office/officeart/2005/8/layout/vList2"/>
    <dgm:cxn modelId="{4E18E498-6180-4C35-AB42-F093656C4D14}" type="presParOf" srcId="{70EA656E-330B-420D-9A88-1A4568D8A92C}" destId="{B5B801FC-F1FB-4BF9-8489-EE6816F69521}" srcOrd="6" destOrd="0" presId="urn:microsoft.com/office/officeart/2005/8/layout/vList2"/>
    <dgm:cxn modelId="{5EFAAC48-59F4-4E8C-AA45-9F8B96BD662B}" type="presParOf" srcId="{70EA656E-330B-420D-9A88-1A4568D8A92C}" destId="{D3108CDA-D6E2-40D2-AC5B-86B726914E4A}" srcOrd="7" destOrd="0" presId="urn:microsoft.com/office/officeart/2005/8/layout/vList2"/>
    <dgm:cxn modelId="{71324C6C-294E-4E7C-8BF5-8A2E8D9AC0A7}" type="presParOf" srcId="{70EA656E-330B-420D-9A88-1A4568D8A92C}" destId="{72790829-CC38-457C-9E47-2BDACEB978A1}" srcOrd="8" destOrd="0" presId="urn:microsoft.com/office/officeart/2005/8/layout/vList2"/>
    <dgm:cxn modelId="{B7B375F6-E73B-49F4-9379-38A6645F06B6}" type="presParOf" srcId="{70EA656E-330B-420D-9A88-1A4568D8A92C}" destId="{B2B5D893-028D-44FB-9C31-6E9C7C12715F}" srcOrd="9" destOrd="0" presId="urn:microsoft.com/office/officeart/2005/8/layout/vList2"/>
    <dgm:cxn modelId="{778658D1-B2E1-47CE-8B90-7AA10E0CD2EE}" type="presParOf" srcId="{70EA656E-330B-420D-9A88-1A4568D8A92C}" destId="{66734B53-888C-485F-82CE-099CDF0B05F7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9A586A-A1D3-43B7-A770-A4FA534DD35A}">
      <dsp:nvSpPr>
        <dsp:cNvPr id="0" name=""/>
        <dsp:cNvSpPr/>
      </dsp:nvSpPr>
      <dsp:spPr>
        <a:xfrm>
          <a:off x="0" y="613"/>
          <a:ext cx="11224310" cy="14363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191CEB-B6CA-4F3C-8FAC-761B8F8FC599}">
      <dsp:nvSpPr>
        <dsp:cNvPr id="0" name=""/>
        <dsp:cNvSpPr/>
      </dsp:nvSpPr>
      <dsp:spPr>
        <a:xfrm>
          <a:off x="434506" y="323800"/>
          <a:ext cx="790012" cy="790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8CBF4-CE7B-44F6-B03D-C5D9183A42E2}">
      <dsp:nvSpPr>
        <dsp:cNvPr id="0" name=""/>
        <dsp:cNvSpPr/>
      </dsp:nvSpPr>
      <dsp:spPr>
        <a:xfrm>
          <a:off x="1659026" y="613"/>
          <a:ext cx="5050939" cy="1436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018" tIns="152018" rIns="152018" bIns="15201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 dirty="0"/>
            <a:t>Health is influenced by multiple factors:</a:t>
          </a:r>
          <a:endParaRPr lang="en-US" sz="2300" kern="1200" dirty="0"/>
        </a:p>
      </dsp:txBody>
      <dsp:txXfrm>
        <a:off x="1659026" y="613"/>
        <a:ext cx="5050939" cy="1436386"/>
      </dsp:txXfrm>
    </dsp:sp>
    <dsp:sp modelId="{531368E0-4B42-4067-9D4A-619254EF383E}">
      <dsp:nvSpPr>
        <dsp:cNvPr id="0" name=""/>
        <dsp:cNvSpPr/>
      </dsp:nvSpPr>
      <dsp:spPr>
        <a:xfrm>
          <a:off x="6709965" y="613"/>
          <a:ext cx="4514344" cy="1436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018" tIns="152018" rIns="152018" bIns="152018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i="0" kern="1200" baseline="0" dirty="0"/>
            <a:t>Adequate food, housing, sanitation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i="0" kern="1200" baseline="0" dirty="0"/>
            <a:t>Healthy lifestyles and environmental safety</a:t>
          </a:r>
          <a:endParaRPr lang="en-US" sz="1700" kern="1200" dirty="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700" i="0" kern="1200" baseline="0" dirty="0"/>
            <a:t>Control of communicable diseases</a:t>
          </a:r>
          <a:endParaRPr lang="en-US" sz="1700" kern="1200" dirty="0"/>
        </a:p>
      </dsp:txBody>
      <dsp:txXfrm>
        <a:off x="6709965" y="613"/>
        <a:ext cx="4514344" cy="1436386"/>
      </dsp:txXfrm>
    </dsp:sp>
    <dsp:sp modelId="{713002D7-D659-4062-B81E-E5FFC73E5910}">
      <dsp:nvSpPr>
        <dsp:cNvPr id="0" name=""/>
        <dsp:cNvSpPr/>
      </dsp:nvSpPr>
      <dsp:spPr>
        <a:xfrm>
          <a:off x="0" y="1796096"/>
          <a:ext cx="11224310" cy="14363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FEE041-51CA-43E3-93ED-D3F342F51F77}">
      <dsp:nvSpPr>
        <dsp:cNvPr id="0" name=""/>
        <dsp:cNvSpPr/>
      </dsp:nvSpPr>
      <dsp:spPr>
        <a:xfrm>
          <a:off x="434506" y="2119283"/>
          <a:ext cx="790012" cy="790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86D53E-E56D-4800-81F1-EF84467256A0}">
      <dsp:nvSpPr>
        <dsp:cNvPr id="0" name=""/>
        <dsp:cNvSpPr/>
      </dsp:nvSpPr>
      <dsp:spPr>
        <a:xfrm>
          <a:off x="1659026" y="1796096"/>
          <a:ext cx="9565283" cy="1436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018" tIns="152018" rIns="152018" bIns="15201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i="0" kern="1200" baseline="0" dirty="0"/>
            <a:t>Health care is defined as: </a:t>
          </a:r>
          <a:r>
            <a:rPr lang="en-US" sz="2300" i="1" kern="1200" baseline="0" dirty="0"/>
            <a:t>“</a:t>
          </a:r>
          <a:r>
            <a:rPr lang="en-US" sz="2300" i="1" kern="1200" baseline="0" dirty="0">
              <a:highlight>
                <a:srgbClr val="FFFF00"/>
              </a:highlight>
            </a:rPr>
            <a:t>Services</a:t>
          </a:r>
          <a:r>
            <a:rPr lang="en-US" sz="2300" i="1" kern="1200" baseline="0" dirty="0"/>
            <a:t> provided to </a:t>
          </a:r>
          <a:r>
            <a:rPr lang="en-US" sz="2300" i="1" kern="1200" baseline="0" dirty="0">
              <a:highlight>
                <a:srgbClr val="FFFF00"/>
              </a:highlight>
            </a:rPr>
            <a:t>individuals or communities </a:t>
          </a:r>
          <a:r>
            <a:rPr lang="en-US" sz="2300" i="1" kern="1200" baseline="0" dirty="0"/>
            <a:t>by agents of the health services or professions for the p</a:t>
          </a:r>
          <a:r>
            <a:rPr lang="en-US" sz="2300" i="1" kern="1200" baseline="0" dirty="0">
              <a:highlight>
                <a:srgbClr val="FFFF00"/>
              </a:highlight>
            </a:rPr>
            <a:t>urpose of promoting, maintaining, monitoring, or restoring health</a:t>
          </a:r>
          <a:r>
            <a:rPr lang="en-US" sz="2300" i="1" kern="1200" baseline="0" dirty="0"/>
            <a:t>” – WHO</a:t>
          </a:r>
          <a:endParaRPr lang="en-US" sz="2300" kern="1200" dirty="0"/>
        </a:p>
      </dsp:txBody>
      <dsp:txXfrm>
        <a:off x="1659026" y="1796096"/>
        <a:ext cx="9565283" cy="1436386"/>
      </dsp:txXfrm>
    </dsp:sp>
    <dsp:sp modelId="{F7FBC8A9-7ED2-4B95-BD2E-DE1CAEA071F1}">
      <dsp:nvSpPr>
        <dsp:cNvPr id="0" name=""/>
        <dsp:cNvSpPr/>
      </dsp:nvSpPr>
      <dsp:spPr>
        <a:xfrm>
          <a:off x="0" y="3591579"/>
          <a:ext cx="11224310" cy="143638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4ECB40-80FB-4A1B-A386-C363CDED3D4A}">
      <dsp:nvSpPr>
        <dsp:cNvPr id="0" name=""/>
        <dsp:cNvSpPr/>
      </dsp:nvSpPr>
      <dsp:spPr>
        <a:xfrm>
          <a:off x="434506" y="3914766"/>
          <a:ext cx="790012" cy="790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67CF8E-84AE-4A3D-8937-832AEBECA1DD}">
      <dsp:nvSpPr>
        <dsp:cNvPr id="0" name=""/>
        <dsp:cNvSpPr/>
      </dsp:nvSpPr>
      <dsp:spPr>
        <a:xfrm>
          <a:off x="1659026" y="3591579"/>
          <a:ext cx="9565283" cy="14363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018" tIns="152018" rIns="152018" bIns="152018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i="0" kern="1200" baseline="0" dirty="0"/>
            <a:t>Encompasses preventive, promotive, curative, and rehabilitative services</a:t>
          </a:r>
          <a:endParaRPr lang="en-US" sz="2300" kern="1200" dirty="0"/>
        </a:p>
      </dsp:txBody>
      <dsp:txXfrm>
        <a:off x="1659026" y="3591579"/>
        <a:ext cx="9565283" cy="14363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A21096-63AA-4A08-8066-F64467D0596D}">
      <dsp:nvSpPr>
        <dsp:cNvPr id="0" name=""/>
        <dsp:cNvSpPr/>
      </dsp:nvSpPr>
      <dsp:spPr>
        <a:xfrm>
          <a:off x="0" y="2364"/>
          <a:ext cx="10738791" cy="1137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u="sng" kern="1200" dirty="0"/>
            <a:t>Role &amp; Organization</a:t>
          </a:r>
          <a:endParaRPr lang="en-US" sz="3400" kern="1200" dirty="0"/>
        </a:p>
      </dsp:txBody>
      <dsp:txXfrm>
        <a:off x="55517" y="57881"/>
        <a:ext cx="10627757" cy="1026236"/>
      </dsp:txXfrm>
    </dsp:sp>
    <dsp:sp modelId="{300A2717-E927-4E8A-AD78-F2B5317AB842}">
      <dsp:nvSpPr>
        <dsp:cNvPr id="0" name=""/>
        <dsp:cNvSpPr/>
      </dsp:nvSpPr>
      <dsp:spPr>
        <a:xfrm rot="5400000">
          <a:off x="6854602" y="-1674636"/>
          <a:ext cx="909816" cy="68795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To meet the health needs of the community using available knowledge and resources</a:t>
          </a:r>
        </a:p>
      </dsp:txBody>
      <dsp:txXfrm rot="-5400000">
        <a:off x="3869741" y="1354639"/>
        <a:ext cx="6835125" cy="820988"/>
      </dsp:txXfrm>
    </dsp:sp>
    <dsp:sp modelId="{52732C0D-1356-45F6-9151-251DF2D84490}">
      <dsp:nvSpPr>
        <dsp:cNvPr id="0" name=""/>
        <dsp:cNvSpPr/>
      </dsp:nvSpPr>
      <dsp:spPr>
        <a:xfrm>
          <a:off x="0" y="1196498"/>
          <a:ext cx="3869740" cy="1137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Purpose: </a:t>
          </a:r>
        </a:p>
      </dsp:txBody>
      <dsp:txXfrm>
        <a:off x="55517" y="1252015"/>
        <a:ext cx="3758706" cy="1026236"/>
      </dsp:txXfrm>
    </dsp:sp>
    <dsp:sp modelId="{7BFB3B08-D937-46EC-BE75-4BF4FF2BEEA6}">
      <dsp:nvSpPr>
        <dsp:cNvPr id="0" name=""/>
        <dsp:cNvSpPr/>
      </dsp:nvSpPr>
      <dsp:spPr>
        <a:xfrm rot="5400000">
          <a:off x="6854602" y="-480502"/>
          <a:ext cx="909816" cy="68795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Health services cannot have a fixed role due to differing socio-economic patterns across countries</a:t>
          </a:r>
        </a:p>
      </dsp:txBody>
      <dsp:txXfrm rot="-5400000">
        <a:off x="3869741" y="2548773"/>
        <a:ext cx="6835125" cy="820988"/>
      </dsp:txXfrm>
    </dsp:sp>
    <dsp:sp modelId="{EDD0B829-85E2-4C1B-9FE8-8A40663B92F2}">
      <dsp:nvSpPr>
        <dsp:cNvPr id="0" name=""/>
        <dsp:cNvSpPr/>
      </dsp:nvSpPr>
      <dsp:spPr>
        <a:xfrm>
          <a:off x="0" y="2390631"/>
          <a:ext cx="3869740" cy="1137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Contextual Variability: </a:t>
          </a:r>
        </a:p>
      </dsp:txBody>
      <dsp:txXfrm>
        <a:off x="55517" y="2446148"/>
        <a:ext cx="3758706" cy="1026236"/>
      </dsp:txXfrm>
    </dsp:sp>
    <dsp:sp modelId="{34C88D03-BF84-4DA9-A946-13C754BF1C91}">
      <dsp:nvSpPr>
        <dsp:cNvPr id="0" name=""/>
        <dsp:cNvSpPr/>
      </dsp:nvSpPr>
      <dsp:spPr>
        <a:xfrm rot="5400000">
          <a:off x="6854602" y="713630"/>
          <a:ext cx="909816" cy="6879539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Provided through the health system</a:t>
          </a:r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500" kern="1200"/>
            <a:t>Involves organizational and managerial structures</a:t>
          </a:r>
        </a:p>
      </dsp:txBody>
      <dsp:txXfrm rot="-5400000">
        <a:off x="3869741" y="3742905"/>
        <a:ext cx="6835125" cy="820988"/>
      </dsp:txXfrm>
    </dsp:sp>
    <dsp:sp modelId="{91E32090-9477-45E5-9E99-3D4A38EDD2D5}">
      <dsp:nvSpPr>
        <dsp:cNvPr id="0" name=""/>
        <dsp:cNvSpPr/>
      </dsp:nvSpPr>
      <dsp:spPr>
        <a:xfrm>
          <a:off x="0" y="3584765"/>
          <a:ext cx="3869740" cy="11372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Delivery Mechanism:</a:t>
          </a:r>
        </a:p>
      </dsp:txBody>
      <dsp:txXfrm>
        <a:off x="55517" y="3640282"/>
        <a:ext cx="3758706" cy="10262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483A7-4193-413B-B607-91DA7839D2D1}">
      <dsp:nvSpPr>
        <dsp:cNvPr id="0" name=""/>
        <dsp:cNvSpPr/>
      </dsp:nvSpPr>
      <dsp:spPr>
        <a:xfrm>
          <a:off x="53" y="71528"/>
          <a:ext cx="5114453" cy="9361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Population-Wide Coverage</a:t>
          </a:r>
        </a:p>
      </dsp:txBody>
      <dsp:txXfrm>
        <a:off x="53" y="71528"/>
        <a:ext cx="5114453" cy="936122"/>
      </dsp:txXfrm>
    </dsp:sp>
    <dsp:sp modelId="{16B23E56-E288-4E3C-9E69-F34E740D52CD}">
      <dsp:nvSpPr>
        <dsp:cNvPr id="0" name=""/>
        <dsp:cNvSpPr/>
      </dsp:nvSpPr>
      <dsp:spPr>
        <a:xfrm>
          <a:off x="53" y="1007650"/>
          <a:ext cx="5114453" cy="33351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Services </a:t>
          </a:r>
          <a:r>
            <a:rPr lang="en-US" sz="2700" kern="1200" dirty="0">
              <a:highlight>
                <a:srgbClr val="FFFF00"/>
              </a:highlight>
            </a:rPr>
            <a:t>must meet the needs of entire populations</a:t>
          </a:r>
          <a:r>
            <a:rPr lang="en-US" sz="2700" kern="1200" dirty="0"/>
            <a:t>, not select groups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Must include </a:t>
          </a:r>
          <a:r>
            <a:rPr lang="en-US" sz="2700" kern="1200" dirty="0">
              <a:highlight>
                <a:srgbClr val="FFFF00"/>
              </a:highlight>
            </a:rPr>
            <a:t>preventive, curative, and rehabilitative services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Considered part of the </a:t>
          </a:r>
          <a:r>
            <a:rPr lang="en-US" sz="2700" kern="1200" dirty="0">
              <a:highlight>
                <a:srgbClr val="FFFF00"/>
              </a:highlight>
            </a:rPr>
            <a:t>basic social services</a:t>
          </a:r>
          <a:r>
            <a:rPr lang="en-US" sz="2700" kern="1200" dirty="0"/>
            <a:t> of a country</a:t>
          </a:r>
        </a:p>
      </dsp:txBody>
      <dsp:txXfrm>
        <a:off x="53" y="1007650"/>
        <a:ext cx="5114453" cy="3335174"/>
      </dsp:txXfrm>
    </dsp:sp>
    <dsp:sp modelId="{4A929A48-0AF1-406C-A926-96F6ABB0FE59}">
      <dsp:nvSpPr>
        <dsp:cNvPr id="0" name=""/>
        <dsp:cNvSpPr/>
      </dsp:nvSpPr>
      <dsp:spPr>
        <a:xfrm>
          <a:off x="5830530" y="71528"/>
          <a:ext cx="5114453" cy="93612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09728" rIns="192024" bIns="109728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Primary Health Care (PHC) Approach</a:t>
          </a:r>
        </a:p>
      </dsp:txBody>
      <dsp:txXfrm>
        <a:off x="5830530" y="71528"/>
        <a:ext cx="5114453" cy="936122"/>
      </dsp:txXfrm>
    </dsp:sp>
    <dsp:sp modelId="{B32A6CE7-52CD-4DCA-A86C-4BB725788E3A}">
      <dsp:nvSpPr>
        <dsp:cNvPr id="0" name=""/>
        <dsp:cNvSpPr/>
      </dsp:nvSpPr>
      <dsp:spPr>
        <a:xfrm>
          <a:off x="5830530" y="1007650"/>
          <a:ext cx="5114453" cy="33351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018" tIns="144018" rIns="192024" bIns="216027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Most effective strategy for rural and underserved populations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Supported by a </a:t>
          </a:r>
          <a:r>
            <a:rPr lang="en-US" sz="2700" kern="1200" dirty="0">
              <a:highlight>
                <a:srgbClr val="FFFF00"/>
              </a:highlight>
            </a:rPr>
            <a:t>strong referral system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Aligned with global policy: “Health for All by 2000 A.D.”</a:t>
          </a:r>
        </a:p>
      </dsp:txBody>
      <dsp:txXfrm>
        <a:off x="5830530" y="1007650"/>
        <a:ext cx="5114453" cy="333517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FBB8A0-A9A7-45FD-8D7C-D37BDCB16EF8}">
      <dsp:nvSpPr>
        <dsp:cNvPr id="0" name=""/>
        <dsp:cNvSpPr/>
      </dsp:nvSpPr>
      <dsp:spPr>
        <a:xfrm>
          <a:off x="0" y="37186"/>
          <a:ext cx="10945037" cy="102667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Launched by WHO in 1977</a:t>
          </a:r>
          <a:r>
            <a:rPr lang="en-US" sz="2700" b="0" i="0" kern="1200" baseline="0"/>
            <a:t> at the 30th World Health Assembly</a:t>
          </a:r>
          <a:endParaRPr lang="en-US" sz="2700" kern="1200"/>
        </a:p>
      </dsp:txBody>
      <dsp:txXfrm>
        <a:off x="50118" y="87304"/>
        <a:ext cx="10844801" cy="926439"/>
      </dsp:txXfrm>
    </dsp:sp>
    <dsp:sp modelId="{00222DA2-A740-467E-9CF1-F6748763B352}">
      <dsp:nvSpPr>
        <dsp:cNvPr id="0" name=""/>
        <dsp:cNvSpPr/>
      </dsp:nvSpPr>
      <dsp:spPr>
        <a:xfrm>
          <a:off x="0" y="1141622"/>
          <a:ext cx="10945037" cy="1026675"/>
        </a:xfrm>
        <a:prstGeom prst="roundRect">
          <a:avLst/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i="0" kern="1200" baseline="0"/>
            <a:t>Core Principle</a:t>
          </a:r>
          <a:r>
            <a:rPr lang="en-US" sz="2700" b="0" i="0" kern="1200" baseline="0"/>
            <a:t>: </a:t>
          </a:r>
          <a:r>
            <a:rPr lang="en-US" sz="2700" b="1" i="0" kern="1200" baseline="0"/>
            <a:t>Equity</a:t>
          </a:r>
          <a:r>
            <a:rPr lang="en-US" sz="2700" b="0" i="0" kern="1200" baseline="0"/>
            <a:t> — equal health status for all individuals and nations through </a:t>
          </a:r>
          <a:r>
            <a:rPr lang="en-US" sz="2700" b="1" i="0" kern="1200" baseline="0"/>
            <a:t>equitable distribution</a:t>
          </a:r>
          <a:r>
            <a:rPr lang="en-US" sz="2700" b="0" i="0" kern="1200" baseline="0"/>
            <a:t> of health resources</a:t>
          </a:r>
          <a:endParaRPr lang="en-US" sz="2700" kern="1200"/>
        </a:p>
      </dsp:txBody>
      <dsp:txXfrm>
        <a:off x="50118" y="1191740"/>
        <a:ext cx="10844801" cy="926439"/>
      </dsp:txXfrm>
    </dsp:sp>
    <dsp:sp modelId="{3FA7C5D1-8518-4BAA-88D1-B36095ADAEFE}">
      <dsp:nvSpPr>
        <dsp:cNvPr id="0" name=""/>
        <dsp:cNvSpPr/>
      </dsp:nvSpPr>
      <dsp:spPr>
        <a:xfrm>
          <a:off x="0" y="2246057"/>
          <a:ext cx="10945037" cy="1026675"/>
        </a:xfrm>
        <a:prstGeom prst="roundRect">
          <a:avLst/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1" kern="1200" baseline="0"/>
            <a:t>“Attainment of a level of health that will enable every individual to lead a socially and economically productive life.”</a:t>
          </a:r>
          <a:r>
            <a:rPr lang="en-US" sz="2700" b="0" i="0" kern="1200" baseline="0"/>
            <a:t> – WHO, 1977</a:t>
          </a:r>
          <a:endParaRPr lang="en-US" sz="2700" kern="1200"/>
        </a:p>
      </dsp:txBody>
      <dsp:txXfrm>
        <a:off x="50118" y="2296175"/>
        <a:ext cx="10844801" cy="926439"/>
      </dsp:txXfrm>
    </dsp:sp>
    <dsp:sp modelId="{A9AC35E2-4405-442B-BCB3-472EEF11450A}">
      <dsp:nvSpPr>
        <dsp:cNvPr id="0" name=""/>
        <dsp:cNvSpPr/>
      </dsp:nvSpPr>
      <dsp:spPr>
        <a:xfrm>
          <a:off x="0" y="3350492"/>
          <a:ext cx="10945037" cy="1026675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baseline="0"/>
            <a:t>Declared a </a:t>
          </a:r>
          <a:r>
            <a:rPr lang="en-US" sz="2700" b="1" i="0" kern="1200" baseline="0"/>
            <a:t>major global social goal</a:t>
          </a:r>
          <a:endParaRPr lang="en-US" sz="2700" kern="1200"/>
        </a:p>
      </dsp:txBody>
      <dsp:txXfrm>
        <a:off x="50118" y="3400610"/>
        <a:ext cx="10844801" cy="9264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32530E-C19E-4113-8598-3E6CAD8CC8D1}">
      <dsp:nvSpPr>
        <dsp:cNvPr id="0" name=""/>
        <dsp:cNvSpPr/>
      </dsp:nvSpPr>
      <dsp:spPr>
        <a:xfrm>
          <a:off x="0" y="780897"/>
          <a:ext cx="11064239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Alma-Ata (1978) &amp; Global Mobilization</a:t>
          </a:r>
          <a:endParaRPr lang="en-US" sz="3000" kern="1200"/>
        </a:p>
      </dsp:txBody>
      <dsp:txXfrm>
        <a:off x="34269" y="815166"/>
        <a:ext cx="10995701" cy="633462"/>
      </dsp:txXfrm>
    </dsp:sp>
    <dsp:sp modelId="{86BD9A5E-34C5-46FA-8CB5-9502570837D7}">
      <dsp:nvSpPr>
        <dsp:cNvPr id="0" name=""/>
        <dsp:cNvSpPr/>
      </dsp:nvSpPr>
      <dsp:spPr>
        <a:xfrm>
          <a:off x="0" y="1569297"/>
          <a:ext cx="11064239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Alma-Ata Conference (1978)</a:t>
          </a:r>
          <a:r>
            <a:rPr lang="en-US" sz="3000" kern="1200"/>
            <a:t> reaffirmed HFA as a universal goal</a:t>
          </a:r>
        </a:p>
      </dsp:txBody>
      <dsp:txXfrm>
        <a:off x="34269" y="1603566"/>
        <a:ext cx="10995701" cy="633462"/>
      </dsp:txXfrm>
    </dsp:sp>
    <dsp:sp modelId="{AAA814D8-244B-45AF-BCC5-7C69D077653F}">
      <dsp:nvSpPr>
        <dsp:cNvPr id="0" name=""/>
        <dsp:cNvSpPr/>
      </dsp:nvSpPr>
      <dsp:spPr>
        <a:xfrm>
          <a:off x="0" y="2357697"/>
          <a:ext cx="11064239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Primary Health Care (PHC)</a:t>
          </a:r>
          <a:r>
            <a:rPr lang="en-US" sz="3000" kern="1200"/>
            <a:t> identified as the most effective strategy</a:t>
          </a:r>
        </a:p>
      </dsp:txBody>
      <dsp:txXfrm>
        <a:off x="34269" y="2391966"/>
        <a:ext cx="10995701" cy="633462"/>
      </dsp:txXfrm>
    </dsp:sp>
    <dsp:sp modelId="{D36C0FEE-C431-4298-8E73-37A14D48DA71}">
      <dsp:nvSpPr>
        <dsp:cNvPr id="0" name=""/>
        <dsp:cNvSpPr/>
      </dsp:nvSpPr>
      <dsp:spPr>
        <a:xfrm>
          <a:off x="0" y="3059697"/>
          <a:ext cx="11064239" cy="76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129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Especially for </a:t>
          </a:r>
          <a:r>
            <a:rPr lang="en-US" sz="2300" b="1" kern="1200"/>
            <a:t>rural and underserved urban populations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PHC must be </a:t>
          </a:r>
          <a:r>
            <a:rPr lang="en-US" sz="2300" b="1" kern="1200"/>
            <a:t>accessible, acceptable, affordable</a:t>
          </a:r>
          <a:r>
            <a:rPr lang="en-US" sz="2300" kern="1200"/>
            <a:t>, with full </a:t>
          </a:r>
          <a:r>
            <a:rPr lang="en-US" sz="2300" b="1" kern="1200"/>
            <a:t>community participation</a:t>
          </a:r>
          <a:endParaRPr lang="en-US" sz="2300" kern="1200"/>
        </a:p>
      </dsp:txBody>
      <dsp:txXfrm>
        <a:off x="0" y="3059697"/>
        <a:ext cx="11064239" cy="760725"/>
      </dsp:txXfrm>
    </dsp:sp>
    <dsp:sp modelId="{5E637D64-E506-42C4-AC3E-A22A3987A1ED}">
      <dsp:nvSpPr>
        <dsp:cNvPr id="0" name=""/>
        <dsp:cNvSpPr/>
      </dsp:nvSpPr>
      <dsp:spPr>
        <a:xfrm>
          <a:off x="0" y="3820422"/>
          <a:ext cx="11064239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All governments were urged to:</a:t>
          </a:r>
        </a:p>
      </dsp:txBody>
      <dsp:txXfrm>
        <a:off x="34269" y="3854691"/>
        <a:ext cx="10995701" cy="633462"/>
      </dsp:txXfrm>
    </dsp:sp>
    <dsp:sp modelId="{6795C5FE-649C-4BC1-AE22-6A497460EB8E}">
      <dsp:nvSpPr>
        <dsp:cNvPr id="0" name=""/>
        <dsp:cNvSpPr/>
      </dsp:nvSpPr>
      <dsp:spPr>
        <a:xfrm>
          <a:off x="0" y="4522422"/>
          <a:ext cx="11064239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129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Formulate </a:t>
          </a:r>
          <a:r>
            <a:rPr lang="en-US" sz="2300" b="1" kern="1200"/>
            <a:t>national policies, strategies, and plans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Integrate PHC within the </a:t>
          </a:r>
          <a:r>
            <a:rPr lang="en-US" sz="2300" b="1" kern="1200"/>
            <a:t>national health system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Develop </a:t>
          </a:r>
          <a:r>
            <a:rPr lang="en-US" sz="2300" b="1" kern="1200"/>
            <a:t>country-specific indicators</a:t>
          </a:r>
          <a:r>
            <a:rPr lang="en-US" sz="2300" kern="1200"/>
            <a:t> based on local contexts</a:t>
          </a:r>
        </a:p>
      </dsp:txBody>
      <dsp:txXfrm>
        <a:off x="0" y="4522422"/>
        <a:ext cx="11064239" cy="11178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634A1-BAAC-4012-843F-9421CEEA69A6}">
      <dsp:nvSpPr>
        <dsp:cNvPr id="0" name=""/>
        <dsp:cNvSpPr/>
      </dsp:nvSpPr>
      <dsp:spPr>
        <a:xfrm>
          <a:off x="0" y="494537"/>
          <a:ext cx="6949440" cy="9652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1981</a:t>
          </a:r>
          <a:r>
            <a:rPr lang="en-US" sz="2500" kern="1200"/>
            <a:t>: WHO launched a </a:t>
          </a:r>
          <a:r>
            <a:rPr lang="en-US" sz="2500" b="1" kern="1200"/>
            <a:t>Global Strategy for Health for All</a:t>
          </a:r>
          <a:endParaRPr lang="en-US" sz="2500" kern="1200"/>
        </a:p>
      </dsp:txBody>
      <dsp:txXfrm>
        <a:off x="47120" y="541657"/>
        <a:ext cx="6855200" cy="871010"/>
      </dsp:txXfrm>
    </dsp:sp>
    <dsp:sp modelId="{90AB8F68-A213-4019-9FE9-9CC1A545C490}">
      <dsp:nvSpPr>
        <dsp:cNvPr id="0" name=""/>
        <dsp:cNvSpPr/>
      </dsp:nvSpPr>
      <dsp:spPr>
        <a:xfrm>
          <a:off x="0" y="1459787"/>
          <a:ext cx="6949440" cy="659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/>
            <a:t>Broad yet flexible framework</a:t>
          </a:r>
          <a:r>
            <a:rPr lang="en-US" sz="2000" kern="1200"/>
            <a:t> adaptable by member states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Led to development of </a:t>
          </a:r>
          <a:r>
            <a:rPr lang="en-US" sz="2000" b="1" kern="1200"/>
            <a:t>national and regional strategies</a:t>
          </a:r>
          <a:endParaRPr lang="en-US" sz="2000" kern="1200"/>
        </a:p>
      </dsp:txBody>
      <dsp:txXfrm>
        <a:off x="0" y="1459787"/>
        <a:ext cx="6949440" cy="659812"/>
      </dsp:txXfrm>
    </dsp:sp>
    <dsp:sp modelId="{B50417B1-74BA-48C6-B525-E59D16BB7C2A}">
      <dsp:nvSpPr>
        <dsp:cNvPr id="0" name=""/>
        <dsp:cNvSpPr/>
      </dsp:nvSpPr>
      <dsp:spPr>
        <a:xfrm>
          <a:off x="0" y="2119600"/>
          <a:ext cx="6949440" cy="96525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12 Global Indicators</a:t>
          </a:r>
          <a:r>
            <a:rPr lang="en-US" sz="2500" kern="1200"/>
            <a:t> introduced by WHO to assess progress</a:t>
          </a:r>
        </a:p>
      </dsp:txBody>
      <dsp:txXfrm>
        <a:off x="47120" y="2166720"/>
        <a:ext cx="6855200" cy="871010"/>
      </dsp:txXfrm>
    </dsp:sp>
    <dsp:sp modelId="{30CB1726-F10D-47E6-B027-26E38C7D7268}">
      <dsp:nvSpPr>
        <dsp:cNvPr id="0" name=""/>
        <dsp:cNvSpPr/>
      </dsp:nvSpPr>
      <dsp:spPr>
        <a:xfrm>
          <a:off x="0" y="3084850"/>
          <a:ext cx="6949440" cy="124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Examples: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/>
            <a:t>Minimum life expectancy</a:t>
          </a:r>
          <a:r>
            <a:rPr lang="en-US" sz="2000" kern="1200"/>
            <a:t>: 60 years</a:t>
          </a:r>
        </a:p>
        <a:p>
          <a:pPr marL="457200" lvl="2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b="1" kern="1200"/>
            <a:t>Maximum infant mortality rate (IMR)</a:t>
          </a:r>
          <a:r>
            <a:rPr lang="en-US" sz="2000" kern="1200"/>
            <a:t>: 50 per 1000 live births</a:t>
          </a:r>
        </a:p>
      </dsp:txBody>
      <dsp:txXfrm>
        <a:off x="0" y="3084850"/>
        <a:ext cx="6949440" cy="1242000"/>
      </dsp:txXfrm>
    </dsp:sp>
    <dsp:sp modelId="{582A02CD-0AE5-4EEC-B123-08A8289D1A85}">
      <dsp:nvSpPr>
        <dsp:cNvPr id="0" name=""/>
        <dsp:cNvSpPr/>
      </dsp:nvSpPr>
      <dsp:spPr>
        <a:xfrm>
          <a:off x="0" y="4326850"/>
          <a:ext cx="6949440" cy="96525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These indicators serve as </a:t>
          </a:r>
          <a:r>
            <a:rPr lang="en-US" sz="2500" b="1" kern="1200"/>
            <a:t>benchmarks</a:t>
          </a:r>
          <a:r>
            <a:rPr lang="en-US" sz="2500" kern="1200"/>
            <a:t> to measure national efforts toward achieving HFA by 2000</a:t>
          </a:r>
        </a:p>
      </dsp:txBody>
      <dsp:txXfrm>
        <a:off x="47120" y="4373970"/>
        <a:ext cx="6855200" cy="8710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59B6FE-FE47-42AD-BA8B-6EFF93874278}">
      <dsp:nvSpPr>
        <dsp:cNvPr id="0" name=""/>
        <dsp:cNvSpPr/>
      </dsp:nvSpPr>
      <dsp:spPr>
        <a:xfrm>
          <a:off x="0" y="4056148"/>
          <a:ext cx="10938560" cy="88738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These led to the National Health Policy (NHP) of 1983, India's first formal health policy</a:t>
          </a:r>
        </a:p>
      </dsp:txBody>
      <dsp:txXfrm>
        <a:off x="0" y="4056148"/>
        <a:ext cx="10938560" cy="479188"/>
      </dsp:txXfrm>
    </dsp:sp>
    <dsp:sp modelId="{41EB1CA0-0896-424A-91E9-9838894FBD4C}">
      <dsp:nvSpPr>
        <dsp:cNvPr id="0" name=""/>
        <dsp:cNvSpPr/>
      </dsp:nvSpPr>
      <dsp:spPr>
        <a:xfrm>
          <a:off x="5341" y="4517589"/>
          <a:ext cx="3642626" cy="408197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Reaffirmed the HFA objective</a:t>
          </a:r>
        </a:p>
      </dsp:txBody>
      <dsp:txXfrm>
        <a:off x="5341" y="4517589"/>
        <a:ext cx="3642626" cy="408197"/>
      </dsp:txXfrm>
    </dsp:sp>
    <dsp:sp modelId="{4AC98994-3596-474D-8310-A809801A7272}">
      <dsp:nvSpPr>
        <dsp:cNvPr id="0" name=""/>
        <dsp:cNvSpPr/>
      </dsp:nvSpPr>
      <dsp:spPr>
        <a:xfrm>
          <a:off x="3647967" y="4517589"/>
          <a:ext cx="3642626" cy="408197"/>
        </a:xfrm>
        <a:prstGeom prst="rect">
          <a:avLst/>
        </a:prstGeom>
        <a:solidFill>
          <a:schemeClr val="accent4">
            <a:tint val="40000"/>
            <a:alpha val="90000"/>
            <a:hueOff val="1539884"/>
            <a:satOff val="-7667"/>
            <a:lumOff val="-728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1539884"/>
              <a:satOff val="-7667"/>
              <a:lumOff val="-7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Aligned with WHO &amp; Alma-Ata principles</a:t>
          </a:r>
        </a:p>
      </dsp:txBody>
      <dsp:txXfrm>
        <a:off x="3647967" y="4517589"/>
        <a:ext cx="3642626" cy="408197"/>
      </dsp:txXfrm>
    </dsp:sp>
    <dsp:sp modelId="{674B9D7E-8E1C-421D-A7E2-40C65F99CDF4}">
      <dsp:nvSpPr>
        <dsp:cNvPr id="0" name=""/>
        <dsp:cNvSpPr/>
      </dsp:nvSpPr>
      <dsp:spPr>
        <a:xfrm>
          <a:off x="7290593" y="4517589"/>
          <a:ext cx="3642626" cy="408197"/>
        </a:xfrm>
        <a:prstGeom prst="rect">
          <a:avLst/>
        </a:prstGeom>
        <a:solidFill>
          <a:schemeClr val="accent4">
            <a:tint val="40000"/>
            <a:alpha val="90000"/>
            <a:hueOff val="3079768"/>
            <a:satOff val="-15334"/>
            <a:lumOff val="-1455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3079768"/>
              <a:satOff val="-15334"/>
              <a:lumOff val="-14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Laid down specific, time-bound health goals</a:t>
          </a:r>
        </a:p>
      </dsp:txBody>
      <dsp:txXfrm>
        <a:off x="7290593" y="4517589"/>
        <a:ext cx="3642626" cy="408197"/>
      </dsp:txXfrm>
    </dsp:sp>
    <dsp:sp modelId="{6658D38A-A469-4326-94A7-F0F4978997AF}">
      <dsp:nvSpPr>
        <dsp:cNvPr id="0" name=""/>
        <dsp:cNvSpPr/>
      </dsp:nvSpPr>
      <dsp:spPr>
        <a:xfrm rot="10800000">
          <a:off x="0" y="2704659"/>
          <a:ext cx="10938560" cy="1364799"/>
        </a:xfrm>
        <a:prstGeom prst="upArrowCallout">
          <a:avLst/>
        </a:prstGeom>
        <a:solidFill>
          <a:schemeClr val="accent4">
            <a:hueOff val="2199979"/>
            <a:satOff val="-9734"/>
            <a:lumOff val="-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Both examined how to deliver Primary Health Care (PHC) effectively in the Indian context</a:t>
          </a:r>
        </a:p>
      </dsp:txBody>
      <dsp:txXfrm rot="10800000">
        <a:off x="0" y="2704659"/>
        <a:ext cx="10938560" cy="886805"/>
      </dsp:txXfrm>
    </dsp:sp>
    <dsp:sp modelId="{C0F939B8-7234-40E3-A0B1-8231E9AEF3F6}">
      <dsp:nvSpPr>
        <dsp:cNvPr id="0" name=""/>
        <dsp:cNvSpPr/>
      </dsp:nvSpPr>
      <dsp:spPr>
        <a:xfrm rot="10800000">
          <a:off x="0" y="1353170"/>
          <a:ext cx="10938560" cy="1364799"/>
        </a:xfrm>
        <a:prstGeom prst="upArrowCallout">
          <a:avLst/>
        </a:prstGeom>
        <a:solidFill>
          <a:schemeClr val="accent4">
            <a:hueOff val="4399958"/>
            <a:satOff val="-19468"/>
            <a:lumOff val="-32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Two key reports shaped national strategy:</a:t>
          </a:r>
        </a:p>
      </dsp:txBody>
      <dsp:txXfrm rot="-10800000">
        <a:off x="0" y="1353170"/>
        <a:ext cx="10938560" cy="479044"/>
      </dsp:txXfrm>
    </dsp:sp>
    <dsp:sp modelId="{FEFE3FC5-8B25-4274-A80C-E5B0E87440FD}">
      <dsp:nvSpPr>
        <dsp:cNvPr id="0" name=""/>
        <dsp:cNvSpPr/>
      </dsp:nvSpPr>
      <dsp:spPr>
        <a:xfrm>
          <a:off x="0" y="1832215"/>
          <a:ext cx="5469280" cy="408075"/>
        </a:xfrm>
        <a:prstGeom prst="rect">
          <a:avLst/>
        </a:prstGeom>
        <a:solidFill>
          <a:schemeClr val="accent4">
            <a:tint val="40000"/>
            <a:alpha val="90000"/>
            <a:hueOff val="4619651"/>
            <a:satOff val="-23002"/>
            <a:lumOff val="-2183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4619651"/>
              <a:satOff val="-23002"/>
              <a:lumOff val="-21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ICSSR-ICMR Report – </a:t>
          </a:r>
          <a:r>
            <a:rPr lang="en-US" sz="1800" i="1" kern="1200" dirty="0"/>
            <a:t>“Health for All: An Alternative Strategy”</a:t>
          </a:r>
          <a:endParaRPr lang="en-US" sz="1800" kern="1200" dirty="0"/>
        </a:p>
      </dsp:txBody>
      <dsp:txXfrm>
        <a:off x="0" y="1832215"/>
        <a:ext cx="5469280" cy="408075"/>
      </dsp:txXfrm>
    </dsp:sp>
    <dsp:sp modelId="{ED71668D-107E-4560-B077-FDAEB6040737}">
      <dsp:nvSpPr>
        <dsp:cNvPr id="0" name=""/>
        <dsp:cNvSpPr/>
      </dsp:nvSpPr>
      <dsp:spPr>
        <a:xfrm>
          <a:off x="5469280" y="1832215"/>
          <a:ext cx="5469280" cy="408075"/>
        </a:xfrm>
        <a:prstGeom prst="rect">
          <a:avLst/>
        </a:prstGeom>
        <a:solidFill>
          <a:schemeClr val="accent4">
            <a:tint val="40000"/>
            <a:alpha val="90000"/>
            <a:hueOff val="6159535"/>
            <a:satOff val="-30669"/>
            <a:lumOff val="-291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6159535"/>
              <a:satOff val="-30669"/>
              <a:lumOff val="-29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128016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MOHFW Working Group Report – </a:t>
          </a:r>
          <a:r>
            <a:rPr lang="en-US" sz="1800" i="1" kern="1200"/>
            <a:t>“Health for All by 2000 AD”</a:t>
          </a:r>
          <a:endParaRPr lang="en-US" sz="1800" kern="1200"/>
        </a:p>
      </dsp:txBody>
      <dsp:txXfrm>
        <a:off x="5469280" y="1832215"/>
        <a:ext cx="5469280" cy="408075"/>
      </dsp:txXfrm>
    </dsp:sp>
    <dsp:sp modelId="{65339674-C9B0-4CBF-BCE2-1B7A54DB3F37}">
      <dsp:nvSpPr>
        <dsp:cNvPr id="0" name=""/>
        <dsp:cNvSpPr/>
      </dsp:nvSpPr>
      <dsp:spPr>
        <a:xfrm rot="10800000">
          <a:off x="0" y="1681"/>
          <a:ext cx="10938560" cy="1364799"/>
        </a:xfrm>
        <a:prstGeom prst="upArrowCallou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India signed the Alma-Ata Declaration (1978), committing to achieve HFA by 2000 AD</a:t>
          </a:r>
        </a:p>
      </dsp:txBody>
      <dsp:txXfrm rot="10800000">
        <a:off x="0" y="1681"/>
        <a:ext cx="10938560" cy="88680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1C03F5-3926-48CA-AFEF-50F4541770A8}">
      <dsp:nvSpPr>
        <dsp:cNvPr id="0" name=""/>
        <dsp:cNvSpPr/>
      </dsp:nvSpPr>
      <dsp:spPr>
        <a:xfrm>
          <a:off x="0" y="1023590"/>
          <a:ext cx="6949440" cy="126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479044" rIns="539354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Integral across all domains: treatment, prevention, and promotion</a:t>
          </a:r>
        </a:p>
      </dsp:txBody>
      <dsp:txXfrm>
        <a:off x="0" y="1023590"/>
        <a:ext cx="6949440" cy="1267875"/>
      </dsp:txXfrm>
    </dsp:sp>
    <dsp:sp modelId="{A8968F2E-FB1A-402B-A70C-05F1EC8B8401}">
      <dsp:nvSpPr>
        <dsp:cNvPr id="0" name=""/>
        <dsp:cNvSpPr/>
      </dsp:nvSpPr>
      <dsp:spPr>
        <a:xfrm>
          <a:off x="347472" y="684110"/>
          <a:ext cx="4864608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Community Participation</a:t>
          </a:r>
        </a:p>
      </dsp:txBody>
      <dsp:txXfrm>
        <a:off x="380616" y="717254"/>
        <a:ext cx="4798320" cy="612672"/>
      </dsp:txXfrm>
    </dsp:sp>
    <dsp:sp modelId="{80C7E67C-C7E2-44EB-9487-B848AFC18483}">
      <dsp:nvSpPr>
        <dsp:cNvPr id="0" name=""/>
        <dsp:cNvSpPr/>
      </dsp:nvSpPr>
      <dsp:spPr>
        <a:xfrm>
          <a:off x="0" y="2755146"/>
          <a:ext cx="6949440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9354" tIns="479044" rIns="539354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From medical care → health care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/>
            <a:t>From urban focus → rural focus</a:t>
          </a:r>
        </a:p>
      </dsp:txBody>
      <dsp:txXfrm>
        <a:off x="0" y="2755146"/>
        <a:ext cx="6949440" cy="1304100"/>
      </dsp:txXfrm>
    </dsp:sp>
    <dsp:sp modelId="{3103C55D-327C-4107-817A-3048092245DD}">
      <dsp:nvSpPr>
        <dsp:cNvPr id="0" name=""/>
        <dsp:cNvSpPr/>
      </dsp:nvSpPr>
      <dsp:spPr>
        <a:xfrm>
          <a:off x="347472" y="2415666"/>
          <a:ext cx="4864608" cy="6789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Paradigm Shift</a:t>
          </a:r>
        </a:p>
      </dsp:txBody>
      <dsp:txXfrm>
        <a:off x="380616" y="2448810"/>
        <a:ext cx="4798320" cy="612672"/>
      </dsp:txXfrm>
    </dsp:sp>
    <dsp:sp modelId="{1E3BCAAE-1AB9-45AF-830C-E6101C7FB3E3}">
      <dsp:nvSpPr>
        <dsp:cNvPr id="0" name=""/>
        <dsp:cNvSpPr/>
      </dsp:nvSpPr>
      <dsp:spPr>
        <a:xfrm>
          <a:off x="0" y="4522926"/>
          <a:ext cx="6949440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A6FB70-91BF-4923-B868-F5377B03DA1A}">
      <dsp:nvSpPr>
        <dsp:cNvPr id="0" name=""/>
        <dsp:cNvSpPr/>
      </dsp:nvSpPr>
      <dsp:spPr>
        <a:xfrm>
          <a:off x="347472" y="4183446"/>
          <a:ext cx="5969409" cy="6789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3871" tIns="0" rIns="183871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Emphasizes equity, inclusiveness, and people-centered service delivery</a:t>
          </a:r>
        </a:p>
      </dsp:txBody>
      <dsp:txXfrm>
        <a:off x="380616" y="4216590"/>
        <a:ext cx="5903121" cy="61267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1B6F37-FCCF-464D-A781-A9FD81164CCF}">
      <dsp:nvSpPr>
        <dsp:cNvPr id="0" name=""/>
        <dsp:cNvSpPr/>
      </dsp:nvSpPr>
      <dsp:spPr>
        <a:xfrm>
          <a:off x="0" y="4355908"/>
          <a:ext cx="6949440" cy="142970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 baseline="0"/>
            <a:t>Core Principles:</a:t>
          </a:r>
          <a:endParaRPr lang="en-US" sz="2100" kern="1200"/>
        </a:p>
      </dsp:txBody>
      <dsp:txXfrm>
        <a:off x="0" y="4355908"/>
        <a:ext cx="6949440" cy="772041"/>
      </dsp:txXfrm>
    </dsp:sp>
    <dsp:sp modelId="{879CB783-EEA5-4E00-A515-AFF8E0672EC6}">
      <dsp:nvSpPr>
        <dsp:cNvPr id="0" name=""/>
        <dsp:cNvSpPr/>
      </dsp:nvSpPr>
      <dsp:spPr>
        <a:xfrm>
          <a:off x="3393" y="5099356"/>
          <a:ext cx="2314217" cy="657664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Universal accessibility</a:t>
          </a:r>
          <a:endParaRPr lang="en-US" sz="2200" kern="1200"/>
        </a:p>
      </dsp:txBody>
      <dsp:txXfrm>
        <a:off x="3393" y="5099356"/>
        <a:ext cx="2314217" cy="657664"/>
      </dsp:txXfrm>
    </dsp:sp>
    <dsp:sp modelId="{F66B2CFA-AC39-416E-8AC4-D128950EDB4D}">
      <dsp:nvSpPr>
        <dsp:cNvPr id="0" name=""/>
        <dsp:cNvSpPr/>
      </dsp:nvSpPr>
      <dsp:spPr>
        <a:xfrm>
          <a:off x="2317611" y="5099356"/>
          <a:ext cx="2314217" cy="657664"/>
        </a:xfrm>
        <a:prstGeom prst="rect">
          <a:avLst/>
        </a:prstGeom>
        <a:solidFill>
          <a:schemeClr val="accent4">
            <a:tint val="40000"/>
            <a:alpha val="90000"/>
            <a:hueOff val="3079768"/>
            <a:satOff val="-15334"/>
            <a:lumOff val="-1455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3079768"/>
              <a:satOff val="-15334"/>
              <a:lumOff val="-14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Community participation</a:t>
          </a:r>
          <a:endParaRPr lang="en-US" sz="2200" kern="1200"/>
        </a:p>
      </dsp:txBody>
      <dsp:txXfrm>
        <a:off x="2317611" y="5099356"/>
        <a:ext cx="2314217" cy="657664"/>
      </dsp:txXfrm>
    </dsp:sp>
    <dsp:sp modelId="{B0EFD593-6E79-43A0-AFED-1AB4DB43006C}">
      <dsp:nvSpPr>
        <dsp:cNvPr id="0" name=""/>
        <dsp:cNvSpPr/>
      </dsp:nvSpPr>
      <dsp:spPr>
        <a:xfrm>
          <a:off x="4631828" y="5099356"/>
          <a:ext cx="2314217" cy="657664"/>
        </a:xfrm>
        <a:prstGeom prst="rect">
          <a:avLst/>
        </a:prstGeom>
        <a:solidFill>
          <a:schemeClr val="accent4">
            <a:tint val="40000"/>
            <a:alpha val="90000"/>
            <a:hueOff val="6159535"/>
            <a:satOff val="-30669"/>
            <a:lumOff val="-291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6159535"/>
              <a:satOff val="-30669"/>
              <a:lumOff val="-29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baseline="0"/>
            <a:t>Affordability &amp; sustainability</a:t>
          </a:r>
          <a:endParaRPr lang="en-US" sz="2200" kern="1200"/>
        </a:p>
      </dsp:txBody>
      <dsp:txXfrm>
        <a:off x="4631828" y="5099356"/>
        <a:ext cx="2314217" cy="657664"/>
      </dsp:txXfrm>
    </dsp:sp>
    <dsp:sp modelId="{BC88F2E9-9E6E-40FF-B6DE-517A21C2F3A2}">
      <dsp:nvSpPr>
        <dsp:cNvPr id="0" name=""/>
        <dsp:cNvSpPr/>
      </dsp:nvSpPr>
      <dsp:spPr>
        <a:xfrm rot="10800000">
          <a:off x="0" y="2178465"/>
          <a:ext cx="6949440" cy="2198888"/>
        </a:xfrm>
        <a:prstGeom prst="upArrowCallout">
          <a:avLst/>
        </a:prstGeom>
        <a:solidFill>
          <a:schemeClr val="accent4">
            <a:hueOff val="3299968"/>
            <a:satOff val="-14601"/>
            <a:lumOff val="-24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1" kern="1200" baseline="0" dirty="0"/>
            <a:t>“Essential health care made universally accessible to individuals and acceptable to them, through their full participation and at a cost the community and country can afford.” – WHO, 1978</a:t>
          </a:r>
          <a:endParaRPr lang="en-US" sz="2100" kern="1200" dirty="0"/>
        </a:p>
      </dsp:txBody>
      <dsp:txXfrm rot="10800000">
        <a:off x="0" y="2178465"/>
        <a:ext cx="6949440" cy="1428771"/>
      </dsp:txXfrm>
    </dsp:sp>
    <dsp:sp modelId="{67D98D94-A48D-4ACA-B53C-56E0AC04B959}">
      <dsp:nvSpPr>
        <dsp:cNvPr id="0" name=""/>
        <dsp:cNvSpPr/>
      </dsp:nvSpPr>
      <dsp:spPr>
        <a:xfrm rot="10800000">
          <a:off x="0" y="1022"/>
          <a:ext cx="6949440" cy="2198888"/>
        </a:xfrm>
        <a:prstGeom prst="upArrowCallou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i="0" kern="1200" baseline="0" dirty="0"/>
            <a:t>Alma-Ata Conference (USSR, 1978) introduced a broader, community-focused concept</a:t>
          </a:r>
          <a:endParaRPr lang="en-US" sz="2100" kern="1200" dirty="0"/>
        </a:p>
      </dsp:txBody>
      <dsp:txXfrm rot="10800000">
        <a:off x="0" y="1022"/>
        <a:ext cx="6949440" cy="142877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5CC6BB-4586-4DC1-A440-443CD2D59E60}">
      <dsp:nvSpPr>
        <dsp:cNvPr id="0" name=""/>
        <dsp:cNvSpPr/>
      </dsp:nvSpPr>
      <dsp:spPr>
        <a:xfrm>
          <a:off x="0" y="2878231"/>
          <a:ext cx="7536203" cy="18884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These levels represent varying </a:t>
          </a:r>
          <a:r>
            <a:rPr lang="en-US" sz="2800" b="1" kern="1200"/>
            <a:t>degrees of complexity</a:t>
          </a:r>
          <a:r>
            <a:rPr lang="en-US" sz="2800" kern="1200"/>
            <a:t> and </a:t>
          </a:r>
          <a:r>
            <a:rPr lang="en-US" sz="2800" b="1" kern="1200"/>
            <a:t>types of health needs.</a:t>
          </a:r>
          <a:endParaRPr lang="en-US" sz="2800" kern="1200"/>
        </a:p>
      </dsp:txBody>
      <dsp:txXfrm>
        <a:off x="0" y="2878231"/>
        <a:ext cx="7536203" cy="1888431"/>
      </dsp:txXfrm>
    </dsp:sp>
    <dsp:sp modelId="{DD4A94DA-E51B-4596-95A7-02205FDB0EBC}">
      <dsp:nvSpPr>
        <dsp:cNvPr id="0" name=""/>
        <dsp:cNvSpPr/>
      </dsp:nvSpPr>
      <dsp:spPr>
        <a:xfrm rot="10800000">
          <a:off x="0" y="2150"/>
          <a:ext cx="7536203" cy="2904407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Health care services are delivered at </a:t>
          </a:r>
          <a:r>
            <a:rPr lang="en-US" sz="2800" b="1" kern="1200"/>
            <a:t>three levels</a:t>
          </a:r>
          <a:r>
            <a:rPr lang="en-US" sz="2800" kern="1200"/>
            <a:t>:</a:t>
          </a:r>
        </a:p>
      </dsp:txBody>
      <dsp:txXfrm rot="-10800000">
        <a:off x="0" y="2150"/>
        <a:ext cx="7536203" cy="1019447"/>
      </dsp:txXfrm>
    </dsp:sp>
    <dsp:sp modelId="{530D089B-7FFA-49DA-8BA3-CBA2AC31A4D8}">
      <dsp:nvSpPr>
        <dsp:cNvPr id="0" name=""/>
        <dsp:cNvSpPr/>
      </dsp:nvSpPr>
      <dsp:spPr>
        <a:xfrm>
          <a:off x="3679" y="1021597"/>
          <a:ext cx="2509614" cy="8684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38100" rIns="21336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 dirty="0"/>
            <a:t>Primary Care</a:t>
          </a:r>
          <a:endParaRPr lang="en-US" sz="3000" kern="1200" dirty="0"/>
        </a:p>
      </dsp:txBody>
      <dsp:txXfrm>
        <a:off x="3679" y="1021597"/>
        <a:ext cx="2509614" cy="868417"/>
      </dsp:txXfrm>
    </dsp:sp>
    <dsp:sp modelId="{6AA669FB-47D8-4FAB-90F3-7536A8D83433}">
      <dsp:nvSpPr>
        <dsp:cNvPr id="0" name=""/>
        <dsp:cNvSpPr/>
      </dsp:nvSpPr>
      <dsp:spPr>
        <a:xfrm>
          <a:off x="2513294" y="1021597"/>
          <a:ext cx="2509614" cy="8684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38100" rIns="21336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Secondary Care</a:t>
          </a:r>
          <a:endParaRPr lang="en-US" sz="3000" kern="1200"/>
        </a:p>
      </dsp:txBody>
      <dsp:txXfrm>
        <a:off x="2513294" y="1021597"/>
        <a:ext cx="2509614" cy="868417"/>
      </dsp:txXfrm>
    </dsp:sp>
    <dsp:sp modelId="{CDFF50BE-56D9-447C-864E-D86BB99F5288}">
      <dsp:nvSpPr>
        <dsp:cNvPr id="0" name=""/>
        <dsp:cNvSpPr/>
      </dsp:nvSpPr>
      <dsp:spPr>
        <a:xfrm>
          <a:off x="5022908" y="1021597"/>
          <a:ext cx="2509614" cy="86841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38100" rIns="21336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kern="1200"/>
            <a:t>Tertiary Care</a:t>
          </a:r>
          <a:endParaRPr lang="en-US" sz="3000" kern="1200"/>
        </a:p>
      </dsp:txBody>
      <dsp:txXfrm>
        <a:off x="5022908" y="1021597"/>
        <a:ext cx="2509614" cy="86841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40DDA5-0B73-4938-A4F3-C2F3119A404F}">
      <dsp:nvSpPr>
        <dsp:cNvPr id="0" name=""/>
        <dsp:cNvSpPr/>
      </dsp:nvSpPr>
      <dsp:spPr>
        <a:xfrm>
          <a:off x="0" y="28044"/>
          <a:ext cx="10515600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First point of contact for individuals, families, and communities</a:t>
          </a:r>
        </a:p>
      </dsp:txBody>
      <dsp:txXfrm>
        <a:off x="22846" y="50890"/>
        <a:ext cx="10469908" cy="422308"/>
      </dsp:txXfrm>
    </dsp:sp>
    <dsp:sp modelId="{DEB46306-8A63-4798-822A-FAEE19807B11}">
      <dsp:nvSpPr>
        <dsp:cNvPr id="0" name=""/>
        <dsp:cNvSpPr/>
      </dsp:nvSpPr>
      <dsp:spPr>
        <a:xfrm>
          <a:off x="0" y="553644"/>
          <a:ext cx="10515600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Provides essential ("primary") health care</a:t>
          </a:r>
        </a:p>
      </dsp:txBody>
      <dsp:txXfrm>
        <a:off x="22846" y="576490"/>
        <a:ext cx="10469908" cy="422308"/>
      </dsp:txXfrm>
    </dsp:sp>
    <dsp:sp modelId="{49B43419-9826-4BCD-88AE-8800ADEA14F8}">
      <dsp:nvSpPr>
        <dsp:cNvPr id="0" name=""/>
        <dsp:cNvSpPr/>
      </dsp:nvSpPr>
      <dsp:spPr>
        <a:xfrm>
          <a:off x="0" y="1079244"/>
          <a:ext cx="10515600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Most health problems are prevented, treated, or managed at this level</a:t>
          </a:r>
        </a:p>
      </dsp:txBody>
      <dsp:txXfrm>
        <a:off x="22846" y="1102090"/>
        <a:ext cx="10469908" cy="422308"/>
      </dsp:txXfrm>
    </dsp:sp>
    <dsp:sp modelId="{7C8AF247-9AE1-4330-9E33-A3807B7CA6B3}">
      <dsp:nvSpPr>
        <dsp:cNvPr id="0" name=""/>
        <dsp:cNvSpPr/>
      </dsp:nvSpPr>
      <dsp:spPr>
        <a:xfrm>
          <a:off x="0" y="1604844"/>
          <a:ext cx="10515600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Delivered through:</a:t>
          </a:r>
        </a:p>
      </dsp:txBody>
      <dsp:txXfrm>
        <a:off x="22846" y="1627690"/>
        <a:ext cx="10469908" cy="422308"/>
      </dsp:txXfrm>
    </dsp:sp>
    <dsp:sp modelId="{D3742A84-8DB1-445A-BC6A-A3CF1A54E99F}">
      <dsp:nvSpPr>
        <dsp:cNvPr id="0" name=""/>
        <dsp:cNvSpPr/>
      </dsp:nvSpPr>
      <dsp:spPr>
        <a:xfrm>
          <a:off x="0" y="2072844"/>
          <a:ext cx="10515600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Primary Health Centres (PHCs)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Sub-Centres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Staff: MPHWs, ANMs, ASHAs, AWWs, trained dais, village health guides</a:t>
          </a:r>
        </a:p>
      </dsp:txBody>
      <dsp:txXfrm>
        <a:off x="0" y="2072844"/>
        <a:ext cx="10515600" cy="786599"/>
      </dsp:txXfrm>
    </dsp:sp>
    <dsp:sp modelId="{DDF6C7F7-E2C2-4EE0-810F-07DCBB87D3AC}">
      <dsp:nvSpPr>
        <dsp:cNvPr id="0" name=""/>
        <dsp:cNvSpPr/>
      </dsp:nvSpPr>
      <dsp:spPr>
        <a:xfrm>
          <a:off x="0" y="2859444"/>
          <a:ext cx="10515600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Functions:</a:t>
          </a:r>
        </a:p>
      </dsp:txBody>
      <dsp:txXfrm>
        <a:off x="22846" y="2882290"/>
        <a:ext cx="10469908" cy="422308"/>
      </dsp:txXfrm>
    </dsp:sp>
    <dsp:sp modelId="{5CAB7911-2B69-4EC9-A9CE-9A51CF3EB941}">
      <dsp:nvSpPr>
        <dsp:cNvPr id="0" name=""/>
        <dsp:cNvSpPr/>
      </dsp:nvSpPr>
      <dsp:spPr>
        <a:xfrm>
          <a:off x="0" y="3327444"/>
          <a:ext cx="10515600" cy="5278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5400" rIns="142240" bIns="2540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Basic curative, preventive, promotive, and rehabilitative services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Acts as a cultural bridge to organized health systems</a:t>
          </a:r>
        </a:p>
      </dsp:txBody>
      <dsp:txXfrm>
        <a:off x="0" y="3327444"/>
        <a:ext cx="10515600" cy="527850"/>
      </dsp:txXfrm>
    </dsp:sp>
    <dsp:sp modelId="{AC47D421-5C82-41F9-B3DE-9B9BE586E563}">
      <dsp:nvSpPr>
        <dsp:cNvPr id="0" name=""/>
        <dsp:cNvSpPr/>
      </dsp:nvSpPr>
      <dsp:spPr>
        <a:xfrm>
          <a:off x="0" y="3855294"/>
          <a:ext cx="10515600" cy="468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Strengthened under “Health for All by 2000 A.D.”</a:t>
          </a:r>
        </a:p>
      </dsp:txBody>
      <dsp:txXfrm>
        <a:off x="22846" y="3878140"/>
        <a:ext cx="10469908" cy="42230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0E98EE-4851-4F5B-9C33-A03BD5C52B2F}">
      <dsp:nvSpPr>
        <dsp:cNvPr id="0" name=""/>
        <dsp:cNvSpPr/>
      </dsp:nvSpPr>
      <dsp:spPr>
        <a:xfrm>
          <a:off x="0" y="5445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Next level after primary care</a:t>
          </a:r>
        </a:p>
      </dsp:txBody>
      <dsp:txXfrm>
        <a:off x="31984" y="86443"/>
        <a:ext cx="10451632" cy="591232"/>
      </dsp:txXfrm>
    </dsp:sp>
    <dsp:sp modelId="{C35BED9C-AC52-44BD-A0F7-45D6208EB600}">
      <dsp:nvSpPr>
        <dsp:cNvPr id="0" name=""/>
        <dsp:cNvSpPr/>
      </dsp:nvSpPr>
      <dsp:spPr>
        <a:xfrm>
          <a:off x="0" y="79029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Deals with more complex health issues</a:t>
          </a:r>
        </a:p>
      </dsp:txBody>
      <dsp:txXfrm>
        <a:off x="31984" y="822283"/>
        <a:ext cx="10451632" cy="591232"/>
      </dsp:txXfrm>
    </dsp:sp>
    <dsp:sp modelId="{6DA0C901-483E-4937-B8BA-BE5B47907925}">
      <dsp:nvSpPr>
        <dsp:cNvPr id="0" name=""/>
        <dsp:cNvSpPr/>
      </dsp:nvSpPr>
      <dsp:spPr>
        <a:xfrm>
          <a:off x="0" y="152613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Acts as the first referral level</a:t>
          </a:r>
        </a:p>
      </dsp:txBody>
      <dsp:txXfrm>
        <a:off x="31984" y="1558123"/>
        <a:ext cx="10451632" cy="591232"/>
      </dsp:txXfrm>
    </dsp:sp>
    <dsp:sp modelId="{47589E1E-B81F-44A7-842E-76681444B799}">
      <dsp:nvSpPr>
        <dsp:cNvPr id="0" name=""/>
        <dsp:cNvSpPr/>
      </dsp:nvSpPr>
      <dsp:spPr>
        <a:xfrm>
          <a:off x="0" y="226197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Provided through:</a:t>
          </a:r>
        </a:p>
      </dsp:txBody>
      <dsp:txXfrm>
        <a:off x="31984" y="2293963"/>
        <a:ext cx="10451632" cy="591232"/>
      </dsp:txXfrm>
    </dsp:sp>
    <dsp:sp modelId="{CCC273BB-D003-4097-B3CA-9E1F0A4A2F42}">
      <dsp:nvSpPr>
        <dsp:cNvPr id="0" name=""/>
        <dsp:cNvSpPr/>
      </dsp:nvSpPr>
      <dsp:spPr>
        <a:xfrm>
          <a:off x="0" y="2917178"/>
          <a:ext cx="10515600" cy="724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District Hospitals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Community Health Centres (CHCs)</a:t>
          </a:r>
        </a:p>
      </dsp:txBody>
      <dsp:txXfrm>
        <a:off x="0" y="2917178"/>
        <a:ext cx="10515600" cy="724500"/>
      </dsp:txXfrm>
    </dsp:sp>
    <dsp:sp modelId="{2F4C8EF7-B827-4EC8-B0C8-BF2AE4F10458}">
      <dsp:nvSpPr>
        <dsp:cNvPr id="0" name=""/>
        <dsp:cNvSpPr/>
      </dsp:nvSpPr>
      <dsp:spPr>
        <a:xfrm>
          <a:off x="0" y="3641679"/>
          <a:ext cx="105156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Offers specialist care, diagnostic services, and inpatient care.</a:t>
          </a:r>
        </a:p>
      </dsp:txBody>
      <dsp:txXfrm>
        <a:off x="31984" y="3673663"/>
        <a:ext cx="10451632" cy="59123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78455D-01DF-4C92-AB46-94563A9A3158}">
      <dsp:nvSpPr>
        <dsp:cNvPr id="0" name=""/>
        <dsp:cNvSpPr/>
      </dsp:nvSpPr>
      <dsp:spPr>
        <a:xfrm>
          <a:off x="0" y="215739"/>
          <a:ext cx="10515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Most specialized level of care</a:t>
          </a:r>
        </a:p>
      </dsp:txBody>
      <dsp:txXfrm>
        <a:off x="38838" y="254577"/>
        <a:ext cx="10437924" cy="717924"/>
      </dsp:txXfrm>
    </dsp:sp>
    <dsp:sp modelId="{90572C54-E17A-4F0D-8D45-3DD8520F6034}">
      <dsp:nvSpPr>
        <dsp:cNvPr id="0" name=""/>
        <dsp:cNvSpPr/>
      </dsp:nvSpPr>
      <dsp:spPr>
        <a:xfrm>
          <a:off x="0" y="1109259"/>
          <a:ext cx="10515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Requires advanced facilities and highly trained specialists</a:t>
          </a:r>
        </a:p>
      </dsp:txBody>
      <dsp:txXfrm>
        <a:off x="38838" y="1148097"/>
        <a:ext cx="10437924" cy="717924"/>
      </dsp:txXfrm>
    </dsp:sp>
    <dsp:sp modelId="{A6FD0830-DD74-47A5-90E5-156E651FD246}">
      <dsp:nvSpPr>
        <dsp:cNvPr id="0" name=""/>
        <dsp:cNvSpPr/>
      </dsp:nvSpPr>
      <dsp:spPr>
        <a:xfrm>
          <a:off x="0" y="2002779"/>
          <a:ext cx="10515600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Delivered at apex institutions such as:</a:t>
          </a:r>
        </a:p>
      </dsp:txBody>
      <dsp:txXfrm>
        <a:off x="38838" y="2041617"/>
        <a:ext cx="10437924" cy="717924"/>
      </dsp:txXfrm>
    </dsp:sp>
    <dsp:sp modelId="{C8918264-B840-430C-ADD1-5646417364B2}">
      <dsp:nvSpPr>
        <dsp:cNvPr id="0" name=""/>
        <dsp:cNvSpPr/>
      </dsp:nvSpPr>
      <dsp:spPr>
        <a:xfrm>
          <a:off x="0" y="2798379"/>
          <a:ext cx="10515600" cy="1337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Medical College Hospitals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All India Institutes (e.g., AIIMS)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Regional &amp; Specialized Hospitals</a:t>
          </a:r>
        </a:p>
      </dsp:txBody>
      <dsp:txXfrm>
        <a:off x="0" y="2798379"/>
        <a:ext cx="10515600" cy="133721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EC10EC-99A9-4624-9025-12AF3F940D66}">
      <dsp:nvSpPr>
        <dsp:cNvPr id="0" name=""/>
        <dsp:cNvSpPr/>
      </dsp:nvSpPr>
      <dsp:spPr>
        <a:xfrm>
          <a:off x="0" y="40981"/>
          <a:ext cx="10515600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Enables two-way exchange:</a:t>
          </a:r>
        </a:p>
      </dsp:txBody>
      <dsp:txXfrm>
        <a:off x="55687" y="96668"/>
        <a:ext cx="10404226" cy="1029376"/>
      </dsp:txXfrm>
    </dsp:sp>
    <dsp:sp modelId="{1D24B1AC-33EF-47BD-BB7A-465E7059066E}">
      <dsp:nvSpPr>
        <dsp:cNvPr id="0" name=""/>
        <dsp:cNvSpPr/>
      </dsp:nvSpPr>
      <dsp:spPr>
        <a:xfrm>
          <a:off x="0" y="1181731"/>
          <a:ext cx="10515600" cy="7607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Upward referral for specialized care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Downward referral for follow-up and continuity</a:t>
          </a:r>
        </a:p>
      </dsp:txBody>
      <dsp:txXfrm>
        <a:off x="0" y="1181731"/>
        <a:ext cx="10515600" cy="760725"/>
      </dsp:txXfrm>
    </dsp:sp>
    <dsp:sp modelId="{1A00EF73-908C-4AC6-905B-B20F2C97206F}">
      <dsp:nvSpPr>
        <dsp:cNvPr id="0" name=""/>
        <dsp:cNvSpPr/>
      </dsp:nvSpPr>
      <dsp:spPr>
        <a:xfrm>
          <a:off x="0" y="1942456"/>
          <a:ext cx="10515600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Builds patient trust and strengthens the system</a:t>
          </a:r>
        </a:p>
      </dsp:txBody>
      <dsp:txXfrm>
        <a:off x="55687" y="1998143"/>
        <a:ext cx="10404226" cy="1029376"/>
      </dsp:txXfrm>
    </dsp:sp>
    <dsp:sp modelId="{CB93BA4E-B08F-4832-986D-DC256B2A41D0}">
      <dsp:nvSpPr>
        <dsp:cNvPr id="0" name=""/>
        <dsp:cNvSpPr/>
      </dsp:nvSpPr>
      <dsp:spPr>
        <a:xfrm>
          <a:off x="0" y="3169606"/>
          <a:ext cx="10515600" cy="11407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 India and other developing countries, referral systems are often weak and underdeveloped</a:t>
          </a:r>
        </a:p>
      </dsp:txBody>
      <dsp:txXfrm>
        <a:off x="55687" y="3225293"/>
        <a:ext cx="10404226" cy="102937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D065D-5FE1-43E4-8088-C151F6D0211B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94A551-1192-43E8-83C9-C58C6CAEBBE1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D78E48-E798-48BD-A68C-D1887289A72E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Context &amp; Emergence of New Approaches</a:t>
          </a:r>
          <a:endParaRPr lang="en-US" sz="2200" kern="1200"/>
        </a:p>
      </dsp:txBody>
      <dsp:txXfrm>
        <a:off x="1405898" y="2401"/>
        <a:ext cx="5543541" cy="1217228"/>
      </dsp:txXfrm>
    </dsp:sp>
    <dsp:sp modelId="{AFB27242-E8F5-47B4-B2D1-470E09D948BF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811B28-E78B-44E2-8DA6-180E27168331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E8CA4-D13C-4A2B-8D74-ADEEB0A6A636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Post‑independence pledge: Developing countries, including India, committed to rapid health improvement.</a:t>
          </a:r>
        </a:p>
      </dsp:txBody>
      <dsp:txXfrm>
        <a:off x="1405898" y="1523937"/>
        <a:ext cx="5543541" cy="1217228"/>
      </dsp:txXfrm>
    </dsp:sp>
    <dsp:sp modelId="{02D6A6E1-235F-4674-856B-83F11BBDF53E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09E15C-ADF8-4EE8-8BF1-47122BAE09B8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9E490A-A2AA-4BD0-AD78-5F8DF2FC26E8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Multiple approaches to health‑care delivery evolved to meet population needs.</a:t>
          </a:r>
        </a:p>
      </dsp:txBody>
      <dsp:txXfrm>
        <a:off x="1405898" y="3045472"/>
        <a:ext cx="5543541" cy="1217228"/>
      </dsp:txXfrm>
    </dsp:sp>
    <dsp:sp modelId="{D8D6AC63-136B-419B-BD5A-5A786D870FBC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8C09F3-8D9E-45BB-AF3C-8A814AF32077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67EA0-8587-47E7-884E-F564B439653F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Introduction of “Comprehensive Health Care”—first articulated by the </a:t>
          </a:r>
          <a:r>
            <a:rPr lang="en-US" sz="2200" kern="1200" dirty="0" err="1"/>
            <a:t>Bhore</a:t>
          </a:r>
          <a:r>
            <a:rPr lang="en-US" sz="2200" kern="1200" dirty="0"/>
            <a:t> Committee (1946).</a:t>
          </a:r>
        </a:p>
      </dsp:txBody>
      <dsp:txXfrm>
        <a:off x="1405898" y="4567007"/>
        <a:ext cx="5543541" cy="121722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2545E-A647-466F-A7E1-B8FBD9A96740}">
      <dsp:nvSpPr>
        <dsp:cNvPr id="0" name=""/>
        <dsp:cNvSpPr/>
      </dsp:nvSpPr>
      <dsp:spPr>
        <a:xfrm>
          <a:off x="0" y="16344"/>
          <a:ext cx="10515600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Earlier terms included:</a:t>
          </a:r>
        </a:p>
      </dsp:txBody>
      <dsp:txXfrm>
        <a:off x="39980" y="56324"/>
        <a:ext cx="10435640" cy="739039"/>
      </dsp:txXfrm>
    </dsp:sp>
    <dsp:sp modelId="{0DE1343E-24D7-4CA4-BB30-41DE408DE053}">
      <dsp:nvSpPr>
        <dsp:cNvPr id="0" name=""/>
        <dsp:cNvSpPr/>
      </dsp:nvSpPr>
      <dsp:spPr>
        <a:xfrm>
          <a:off x="0" y="835343"/>
          <a:ext cx="10515600" cy="1340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Basic health services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First contact care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Services by generalists</a:t>
          </a:r>
        </a:p>
      </dsp:txBody>
      <dsp:txXfrm>
        <a:off x="0" y="835343"/>
        <a:ext cx="10515600" cy="1340325"/>
      </dsp:txXfrm>
    </dsp:sp>
    <dsp:sp modelId="{C2558C05-902B-4E45-AC7F-2E7226B951F6}">
      <dsp:nvSpPr>
        <dsp:cNvPr id="0" name=""/>
        <dsp:cNvSpPr/>
      </dsp:nvSpPr>
      <dsp:spPr>
        <a:xfrm>
          <a:off x="0" y="2175669"/>
          <a:ext cx="10515600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Broadened perspective post-Alma-Ata:</a:t>
          </a:r>
        </a:p>
      </dsp:txBody>
      <dsp:txXfrm>
        <a:off x="39980" y="2215649"/>
        <a:ext cx="10435640" cy="739039"/>
      </dsp:txXfrm>
    </dsp:sp>
    <dsp:sp modelId="{E2069654-DFF9-4906-8324-568F96FF41D7}">
      <dsp:nvSpPr>
        <dsp:cNvPr id="0" name=""/>
        <dsp:cNvSpPr/>
      </dsp:nvSpPr>
      <dsp:spPr>
        <a:xfrm>
          <a:off x="0" y="2994669"/>
          <a:ext cx="10515600" cy="1340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Valid for all countries, regardless of development status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Recognized as key to “Health for All by 2000 AD”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Forms the foundation of modern national health systems globally</a:t>
          </a:r>
        </a:p>
      </dsp:txBody>
      <dsp:txXfrm>
        <a:off x="0" y="2994669"/>
        <a:ext cx="10515600" cy="1340325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9C493E-8532-4337-AAA1-E2E6851B3053}">
      <dsp:nvSpPr>
        <dsp:cNvPr id="0" name=""/>
        <dsp:cNvSpPr/>
      </dsp:nvSpPr>
      <dsp:spPr>
        <a:xfrm>
          <a:off x="0" y="4331974"/>
          <a:ext cx="8585886" cy="142185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Limitations</a:t>
          </a:r>
          <a:r>
            <a:rPr lang="en-US" sz="2100" kern="1200"/>
            <a:t> (shared with comprehensive health care):</a:t>
          </a:r>
        </a:p>
      </dsp:txBody>
      <dsp:txXfrm>
        <a:off x="0" y="4331974"/>
        <a:ext cx="8585886" cy="767799"/>
      </dsp:txXfrm>
    </dsp:sp>
    <dsp:sp modelId="{7AE63B7A-85A6-4BE9-8EFF-E09C411EAAAA}">
      <dsp:nvSpPr>
        <dsp:cNvPr id="0" name=""/>
        <dsp:cNvSpPr/>
      </dsp:nvSpPr>
      <dsp:spPr>
        <a:xfrm>
          <a:off x="4192" y="5071336"/>
          <a:ext cx="2859167" cy="65405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Lack of community participation</a:t>
          </a:r>
          <a:endParaRPr lang="en-US" sz="1600" kern="1200"/>
        </a:p>
      </dsp:txBody>
      <dsp:txXfrm>
        <a:off x="4192" y="5071336"/>
        <a:ext cx="2859167" cy="654051"/>
      </dsp:txXfrm>
    </dsp:sp>
    <dsp:sp modelId="{AED553B6-C35F-47DF-BB98-0AECF92EFE2C}">
      <dsp:nvSpPr>
        <dsp:cNvPr id="0" name=""/>
        <dsp:cNvSpPr/>
      </dsp:nvSpPr>
      <dsp:spPr>
        <a:xfrm>
          <a:off x="2863359" y="5071336"/>
          <a:ext cx="2859167" cy="654051"/>
        </a:xfrm>
        <a:prstGeom prst="rect">
          <a:avLst/>
        </a:prstGeom>
        <a:solidFill>
          <a:schemeClr val="accent2">
            <a:tint val="40000"/>
            <a:alpha val="90000"/>
            <a:hueOff val="1346944"/>
            <a:satOff val="-12446"/>
            <a:lumOff val="-140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346944"/>
              <a:satOff val="-12446"/>
              <a:lumOff val="-14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Poor intersectoral coordination</a:t>
          </a:r>
          <a:endParaRPr lang="en-US" sz="1600" kern="1200"/>
        </a:p>
      </dsp:txBody>
      <dsp:txXfrm>
        <a:off x="2863359" y="5071336"/>
        <a:ext cx="2859167" cy="654051"/>
      </dsp:txXfrm>
    </dsp:sp>
    <dsp:sp modelId="{6698A006-B105-4857-9FF6-C6E53AA45765}">
      <dsp:nvSpPr>
        <dsp:cNvPr id="0" name=""/>
        <dsp:cNvSpPr/>
      </dsp:nvSpPr>
      <dsp:spPr>
        <a:xfrm>
          <a:off x="5722526" y="5071336"/>
          <a:ext cx="2859167" cy="654051"/>
        </a:xfrm>
        <a:prstGeom prst="rect">
          <a:avLst/>
        </a:prstGeom>
        <a:solidFill>
          <a:schemeClr val="accent2">
            <a:tint val="40000"/>
            <a:alpha val="90000"/>
            <a:hueOff val="2693887"/>
            <a:satOff val="-24893"/>
            <a:lumOff val="-280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93887"/>
              <a:satOff val="-24893"/>
              <a:lumOff val="-28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Neglect of socio-economic determinants</a:t>
          </a:r>
          <a:endParaRPr lang="en-US" sz="1600" kern="1200"/>
        </a:p>
      </dsp:txBody>
      <dsp:txXfrm>
        <a:off x="5722526" y="5071336"/>
        <a:ext cx="2859167" cy="654051"/>
      </dsp:txXfrm>
    </dsp:sp>
    <dsp:sp modelId="{44F6E285-821F-476A-BACC-CF4B05436F7E}">
      <dsp:nvSpPr>
        <dsp:cNvPr id="0" name=""/>
        <dsp:cNvSpPr/>
      </dsp:nvSpPr>
      <dsp:spPr>
        <a:xfrm rot="10800000">
          <a:off x="0" y="2166495"/>
          <a:ext cx="8585886" cy="2186806"/>
        </a:xfrm>
        <a:prstGeom prst="upArrowCallou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Key Features</a:t>
          </a:r>
          <a:r>
            <a:rPr lang="en-US" sz="2100" kern="1200"/>
            <a:t>:</a:t>
          </a:r>
        </a:p>
      </dsp:txBody>
      <dsp:txXfrm rot="-10800000">
        <a:off x="0" y="2166495"/>
        <a:ext cx="8585886" cy="767568"/>
      </dsp:txXfrm>
    </dsp:sp>
    <dsp:sp modelId="{8E716A7D-F961-4CDC-BF32-73C0A00792F2}">
      <dsp:nvSpPr>
        <dsp:cNvPr id="0" name=""/>
        <dsp:cNvSpPr/>
      </dsp:nvSpPr>
      <dsp:spPr>
        <a:xfrm>
          <a:off x="4192" y="2934064"/>
          <a:ext cx="2859167" cy="653855"/>
        </a:xfrm>
        <a:prstGeom prst="rect">
          <a:avLst/>
        </a:prstGeom>
        <a:solidFill>
          <a:schemeClr val="accent2">
            <a:tint val="40000"/>
            <a:alpha val="90000"/>
            <a:hueOff val="4040831"/>
            <a:satOff val="-37339"/>
            <a:lumOff val="-4209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4040831"/>
              <a:satOff val="-37339"/>
              <a:lumOff val="-42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Focus on </a:t>
          </a:r>
          <a:r>
            <a:rPr lang="en-US" sz="1600" b="1" kern="1200"/>
            <a:t>essential functions</a:t>
          </a:r>
          <a:endParaRPr lang="en-US" sz="1600" kern="1200"/>
        </a:p>
      </dsp:txBody>
      <dsp:txXfrm>
        <a:off x="4192" y="2934064"/>
        <a:ext cx="2859167" cy="653855"/>
      </dsp:txXfrm>
    </dsp:sp>
    <dsp:sp modelId="{2CFDD3D2-BBA0-480B-BB18-9DD7362118E6}">
      <dsp:nvSpPr>
        <dsp:cNvPr id="0" name=""/>
        <dsp:cNvSpPr/>
      </dsp:nvSpPr>
      <dsp:spPr>
        <a:xfrm>
          <a:off x="2863359" y="2934064"/>
          <a:ext cx="2859167" cy="653855"/>
        </a:xfrm>
        <a:prstGeom prst="rect">
          <a:avLst/>
        </a:prstGeom>
        <a:solidFill>
          <a:schemeClr val="accent2">
            <a:tint val="40000"/>
            <a:alpha val="90000"/>
            <a:hueOff val="5387775"/>
            <a:satOff val="-49786"/>
            <a:lumOff val="-5612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387775"/>
              <a:satOff val="-49786"/>
              <a:lumOff val="-56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Delivered through </a:t>
          </a:r>
          <a:r>
            <a:rPr lang="en-US" sz="1600" b="1" kern="1200"/>
            <a:t>professional and auxiliary personnel</a:t>
          </a:r>
          <a:endParaRPr lang="en-US" sz="1600" kern="1200"/>
        </a:p>
      </dsp:txBody>
      <dsp:txXfrm>
        <a:off x="2863359" y="2934064"/>
        <a:ext cx="2859167" cy="653855"/>
      </dsp:txXfrm>
    </dsp:sp>
    <dsp:sp modelId="{BD0303B1-7D70-44AB-8E03-28F068AE048F}">
      <dsp:nvSpPr>
        <dsp:cNvPr id="0" name=""/>
        <dsp:cNvSpPr/>
      </dsp:nvSpPr>
      <dsp:spPr>
        <a:xfrm>
          <a:off x="5722526" y="2934064"/>
          <a:ext cx="2859167" cy="65385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20320" rIns="113792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Emphasized </a:t>
          </a:r>
          <a:r>
            <a:rPr lang="en-US" sz="1600" b="1" kern="1200"/>
            <a:t>operational efficiency</a:t>
          </a:r>
          <a:r>
            <a:rPr lang="en-US" sz="1600" kern="1200"/>
            <a:t> over breadth</a:t>
          </a:r>
        </a:p>
      </dsp:txBody>
      <dsp:txXfrm>
        <a:off x="5722526" y="2934064"/>
        <a:ext cx="2859167" cy="653855"/>
      </dsp:txXfrm>
    </dsp:sp>
    <dsp:sp modelId="{E63CE7F8-20D1-4621-BFD5-4F1149C30612}">
      <dsp:nvSpPr>
        <dsp:cNvPr id="0" name=""/>
        <dsp:cNvSpPr/>
      </dsp:nvSpPr>
      <dsp:spPr>
        <a:xfrm rot="10800000">
          <a:off x="0" y="1017"/>
          <a:ext cx="8585886" cy="2186806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Definition</a:t>
          </a:r>
          <a:r>
            <a:rPr lang="en-US" sz="2100" kern="1200"/>
            <a:t>:</a:t>
          </a:r>
          <a:br>
            <a:rPr lang="en-US" sz="2100" kern="1200"/>
          </a:br>
          <a:r>
            <a:rPr lang="en-US" sz="2100" kern="1200"/>
            <a:t>“A network of coordinated peripheral and intermediate health units performing essential health functions with competent personnel.”</a:t>
          </a:r>
          <a:br>
            <a:rPr lang="en-US" sz="2100" kern="1200"/>
          </a:br>
          <a:r>
            <a:rPr lang="en-US" sz="2100" kern="1200"/>
            <a:t>— UNICEF/WHO, 1965</a:t>
          </a:r>
        </a:p>
      </dsp:txBody>
      <dsp:txXfrm rot="10800000">
        <a:off x="0" y="1017"/>
        <a:ext cx="8585886" cy="142092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137BD5-9E64-4B91-9F46-A70DC002675B}">
      <dsp:nvSpPr>
        <dsp:cNvPr id="0" name=""/>
        <dsp:cNvSpPr/>
      </dsp:nvSpPr>
      <dsp:spPr>
        <a:xfrm>
          <a:off x="0" y="162428"/>
          <a:ext cx="6949440" cy="157950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Primary health care ensures </a:t>
          </a:r>
          <a:r>
            <a:rPr lang="en-US" sz="3000" b="1" kern="1200"/>
            <a:t>accessible, affordable, and community-based health services</a:t>
          </a:r>
          <a:r>
            <a:rPr lang="en-US" sz="3000" kern="1200"/>
            <a:t>. </a:t>
          </a:r>
        </a:p>
      </dsp:txBody>
      <dsp:txXfrm>
        <a:off x="77105" y="239533"/>
        <a:ext cx="6795230" cy="1425290"/>
      </dsp:txXfrm>
    </dsp:sp>
    <dsp:sp modelId="{518BBCF2-3385-438F-99D6-6490E8CDE6F5}">
      <dsp:nvSpPr>
        <dsp:cNvPr id="0" name=""/>
        <dsp:cNvSpPr/>
      </dsp:nvSpPr>
      <dsp:spPr>
        <a:xfrm>
          <a:off x="0" y="1828328"/>
          <a:ext cx="6949440" cy="939281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The 8 core elements include:</a:t>
          </a:r>
        </a:p>
      </dsp:txBody>
      <dsp:txXfrm>
        <a:off x="45852" y="1874180"/>
        <a:ext cx="6857736" cy="847577"/>
      </dsp:txXfrm>
    </dsp:sp>
    <dsp:sp modelId="{0A7D817B-6D98-492F-A72A-F0D14317E414}">
      <dsp:nvSpPr>
        <dsp:cNvPr id="0" name=""/>
        <dsp:cNvSpPr/>
      </dsp:nvSpPr>
      <dsp:spPr>
        <a:xfrm>
          <a:off x="0" y="2767609"/>
          <a:ext cx="6949440" cy="2856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 dirty="0"/>
            <a:t>Health Education</a:t>
          </a:r>
          <a:endParaRPr 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Focused </a:t>
          </a:r>
          <a:r>
            <a:rPr lang="en-US" sz="2300" kern="1200" dirty="0"/>
            <a:t>on prevailing health problems and prevention strategies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 dirty="0"/>
            <a:t>Food &amp; Nutrition Promotion</a:t>
          </a:r>
          <a:endParaRPr 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Ensuring </a:t>
          </a:r>
          <a:r>
            <a:rPr lang="en-US" sz="2300" kern="1200" dirty="0"/>
            <a:t>adequate food supply and proper nutrition</a:t>
          </a:r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1" kern="1200" dirty="0"/>
            <a:t>Safe Water &amp; Sanitation</a:t>
          </a:r>
          <a:endParaRPr lang="en-US" sz="2300" kern="1200" dirty="0"/>
        </a:p>
        <a:p>
          <a:pPr marL="457200" lvl="2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kern="1200"/>
            <a:t>Access </a:t>
          </a:r>
          <a:r>
            <a:rPr lang="en-US" sz="2300" kern="1200" dirty="0"/>
            <a:t>to clean drinking water and basic sanitation facilities</a:t>
          </a:r>
        </a:p>
      </dsp:txBody>
      <dsp:txXfrm>
        <a:off x="0" y="2767609"/>
        <a:ext cx="6949440" cy="285660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98F860-3173-4DCE-91FA-24933C20E85A}">
      <dsp:nvSpPr>
        <dsp:cNvPr id="0" name=""/>
        <dsp:cNvSpPr/>
      </dsp:nvSpPr>
      <dsp:spPr>
        <a:xfrm>
          <a:off x="0" y="677"/>
          <a:ext cx="9824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23A5E-D3D4-44B0-97A4-708D31C39FCB}">
      <dsp:nvSpPr>
        <dsp:cNvPr id="0" name=""/>
        <dsp:cNvSpPr/>
      </dsp:nvSpPr>
      <dsp:spPr>
        <a:xfrm>
          <a:off x="0" y="677"/>
          <a:ext cx="9824036" cy="1109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Maternal &amp; Child Health + Family Planning</a:t>
          </a:r>
          <a:br>
            <a:rPr lang="en-US" sz="2300" b="0" i="0" kern="1200" baseline="0"/>
          </a:br>
          <a:r>
            <a:rPr lang="en-US" sz="2300" b="0" i="0" kern="1200" baseline="0"/>
            <a:t> – Comprehensive care across pregnancy, childbirth, child-rearing, and reproductive health</a:t>
          </a:r>
          <a:endParaRPr lang="en-US" sz="2300" kern="1200"/>
        </a:p>
      </dsp:txBody>
      <dsp:txXfrm>
        <a:off x="0" y="677"/>
        <a:ext cx="9824036" cy="1109007"/>
      </dsp:txXfrm>
    </dsp:sp>
    <dsp:sp modelId="{628E9EB0-A80A-4D7B-A90A-CE5AB64DED6E}">
      <dsp:nvSpPr>
        <dsp:cNvPr id="0" name=""/>
        <dsp:cNvSpPr/>
      </dsp:nvSpPr>
      <dsp:spPr>
        <a:xfrm>
          <a:off x="0" y="1109684"/>
          <a:ext cx="9824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A8611-C8E7-4DBD-AAFB-600045D1FCD7}">
      <dsp:nvSpPr>
        <dsp:cNvPr id="0" name=""/>
        <dsp:cNvSpPr/>
      </dsp:nvSpPr>
      <dsp:spPr>
        <a:xfrm>
          <a:off x="0" y="1109684"/>
          <a:ext cx="9824036" cy="1109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Immunization</a:t>
          </a:r>
          <a:br>
            <a:rPr lang="en-US" sz="2300" b="0" i="0" kern="1200" baseline="0"/>
          </a:br>
          <a:r>
            <a:rPr lang="en-US" sz="2300" b="0" i="0" kern="1200" baseline="0"/>
            <a:t> – Protection against major infectious diseases (e.g., measles, polio, TB)</a:t>
          </a:r>
          <a:endParaRPr lang="en-US" sz="2300" kern="1200"/>
        </a:p>
      </dsp:txBody>
      <dsp:txXfrm>
        <a:off x="0" y="1109684"/>
        <a:ext cx="9824036" cy="1109007"/>
      </dsp:txXfrm>
    </dsp:sp>
    <dsp:sp modelId="{9EE36559-85F1-43F7-A783-3E33806BC54B}">
      <dsp:nvSpPr>
        <dsp:cNvPr id="0" name=""/>
        <dsp:cNvSpPr/>
      </dsp:nvSpPr>
      <dsp:spPr>
        <a:xfrm>
          <a:off x="0" y="2218691"/>
          <a:ext cx="9824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405A65-B780-41CE-9AFD-E22D17AC1834}">
      <dsp:nvSpPr>
        <dsp:cNvPr id="0" name=""/>
        <dsp:cNvSpPr/>
      </dsp:nvSpPr>
      <dsp:spPr>
        <a:xfrm>
          <a:off x="0" y="2218691"/>
          <a:ext cx="9824036" cy="1109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Disease Control</a:t>
          </a:r>
          <a:br>
            <a:rPr lang="en-US" sz="2300" b="0" i="0" kern="1200" baseline="0"/>
          </a:br>
          <a:r>
            <a:rPr lang="en-US" sz="2300" b="0" i="0" kern="1200" baseline="0"/>
            <a:t> – Prevention and control of </a:t>
          </a:r>
          <a:r>
            <a:rPr lang="en-US" sz="2300" b="1" i="0" kern="1200" baseline="0"/>
            <a:t>locally endemic diseases</a:t>
          </a:r>
          <a:endParaRPr lang="en-US" sz="2300" kern="1200"/>
        </a:p>
      </dsp:txBody>
      <dsp:txXfrm>
        <a:off x="0" y="2218691"/>
        <a:ext cx="9824036" cy="1109007"/>
      </dsp:txXfrm>
    </dsp:sp>
    <dsp:sp modelId="{2CE3B6B3-2E48-4F55-9225-C57C4FA564C0}">
      <dsp:nvSpPr>
        <dsp:cNvPr id="0" name=""/>
        <dsp:cNvSpPr/>
      </dsp:nvSpPr>
      <dsp:spPr>
        <a:xfrm>
          <a:off x="0" y="3327698"/>
          <a:ext cx="9824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E4F9AB-6629-4A05-8693-85957E06968F}">
      <dsp:nvSpPr>
        <dsp:cNvPr id="0" name=""/>
        <dsp:cNvSpPr/>
      </dsp:nvSpPr>
      <dsp:spPr>
        <a:xfrm>
          <a:off x="0" y="3327698"/>
          <a:ext cx="9824036" cy="1109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Essential Treatment</a:t>
          </a:r>
          <a:br>
            <a:rPr lang="en-US" sz="2300" b="0" i="0" kern="1200" baseline="0"/>
          </a:br>
          <a:r>
            <a:rPr lang="en-US" sz="2300" b="0" i="0" kern="1200" baseline="0"/>
            <a:t> – Appropriate care for </a:t>
          </a:r>
          <a:r>
            <a:rPr lang="en-US" sz="2300" b="1" i="0" kern="1200" baseline="0"/>
            <a:t>common illnesses and injuries</a:t>
          </a:r>
          <a:endParaRPr lang="en-US" sz="2300" kern="1200"/>
        </a:p>
      </dsp:txBody>
      <dsp:txXfrm>
        <a:off x="0" y="3327698"/>
        <a:ext cx="9824036" cy="1109007"/>
      </dsp:txXfrm>
    </dsp:sp>
    <dsp:sp modelId="{66C69D48-76D5-4187-9364-917D296C0E1D}">
      <dsp:nvSpPr>
        <dsp:cNvPr id="0" name=""/>
        <dsp:cNvSpPr/>
      </dsp:nvSpPr>
      <dsp:spPr>
        <a:xfrm>
          <a:off x="0" y="4436705"/>
          <a:ext cx="982403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560AC-4516-4160-B3ED-92C3EED27E55}">
      <dsp:nvSpPr>
        <dsp:cNvPr id="0" name=""/>
        <dsp:cNvSpPr/>
      </dsp:nvSpPr>
      <dsp:spPr>
        <a:xfrm>
          <a:off x="0" y="4436705"/>
          <a:ext cx="9824036" cy="11090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Essential Drugs</a:t>
          </a:r>
          <a:br>
            <a:rPr lang="en-US" sz="2300" b="0" i="0" kern="1200" baseline="0"/>
          </a:br>
          <a:r>
            <a:rPr lang="en-US" sz="2300" b="0" i="0" kern="1200" baseline="0"/>
            <a:t> – Availability and rational use of </a:t>
          </a:r>
          <a:r>
            <a:rPr lang="en-US" sz="2300" b="1" i="0" kern="1200" baseline="0"/>
            <a:t>affordable, quality medications</a:t>
          </a:r>
          <a:endParaRPr lang="en-US" sz="2300" kern="1200"/>
        </a:p>
      </dsp:txBody>
      <dsp:txXfrm>
        <a:off x="0" y="4436705"/>
        <a:ext cx="9824036" cy="1109007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2217A5-15CA-455B-BCCC-A19E58A00967}">
      <dsp:nvSpPr>
        <dsp:cNvPr id="0" name=""/>
        <dsp:cNvSpPr/>
      </dsp:nvSpPr>
      <dsp:spPr>
        <a:xfrm>
          <a:off x="0" y="1940"/>
          <a:ext cx="103353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7E351-D963-4C6C-AF52-A59DF8DD64FA}">
      <dsp:nvSpPr>
        <dsp:cNvPr id="0" name=""/>
        <dsp:cNvSpPr/>
      </dsp:nvSpPr>
      <dsp:spPr>
        <a:xfrm>
          <a:off x="0" y="1940"/>
          <a:ext cx="8263174" cy="829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“Health by the people, for the people”</a:t>
          </a:r>
          <a:endParaRPr lang="en-US" sz="2200" kern="1200" dirty="0"/>
        </a:p>
      </dsp:txBody>
      <dsp:txXfrm>
        <a:off x="0" y="1940"/>
        <a:ext cx="8263174" cy="829939"/>
      </dsp:txXfrm>
    </dsp:sp>
    <dsp:sp modelId="{90FD7779-698B-4E52-9150-00B2A720E169}">
      <dsp:nvSpPr>
        <dsp:cNvPr id="0" name=""/>
        <dsp:cNvSpPr/>
      </dsp:nvSpPr>
      <dsp:spPr>
        <a:xfrm>
          <a:off x="0" y="831879"/>
          <a:ext cx="103353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F39FBC-683D-404D-86E3-D2C663482A15}">
      <dsp:nvSpPr>
        <dsp:cNvPr id="0" name=""/>
        <dsp:cNvSpPr/>
      </dsp:nvSpPr>
      <dsp:spPr>
        <a:xfrm>
          <a:off x="0" y="831879"/>
          <a:ext cx="8263174" cy="9889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 dirty="0"/>
            <a:t>Goal</a:t>
          </a:r>
          <a:r>
            <a:rPr lang="en-US" sz="2200" b="0" i="0" kern="1200" baseline="0" dirty="0"/>
            <a:t>: Acceptable level of health for every individual through </a:t>
          </a:r>
          <a:r>
            <a:rPr lang="en-US" sz="2200" b="1" i="0" kern="1200" baseline="0" dirty="0"/>
            <a:t>equity, participation, coordination, and appropriate technology</a:t>
          </a:r>
          <a:endParaRPr lang="en-US" sz="2200" kern="1200" dirty="0"/>
        </a:p>
      </dsp:txBody>
      <dsp:txXfrm>
        <a:off x="0" y="831879"/>
        <a:ext cx="8263174" cy="988926"/>
      </dsp:txXfrm>
    </dsp:sp>
    <dsp:sp modelId="{E75942C9-7AA7-45C7-B3A0-A39FFC6CC5ED}">
      <dsp:nvSpPr>
        <dsp:cNvPr id="0" name=""/>
        <dsp:cNvSpPr/>
      </dsp:nvSpPr>
      <dsp:spPr>
        <a:xfrm>
          <a:off x="0" y="1820805"/>
          <a:ext cx="1033535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3B3F1-E303-4C20-B2E4-04E67D517CDC}">
      <dsp:nvSpPr>
        <dsp:cNvPr id="0" name=""/>
        <dsp:cNvSpPr/>
      </dsp:nvSpPr>
      <dsp:spPr>
        <a:xfrm>
          <a:off x="0" y="1820805"/>
          <a:ext cx="2067070" cy="2243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Four core principles to operationalize PHC:</a:t>
          </a:r>
          <a:endParaRPr lang="en-US" sz="2200" kern="1200"/>
        </a:p>
      </dsp:txBody>
      <dsp:txXfrm>
        <a:off x="0" y="1820805"/>
        <a:ext cx="2067070" cy="2243685"/>
      </dsp:txXfrm>
    </dsp:sp>
    <dsp:sp modelId="{207C92AC-6644-40FB-97F9-294F5FFC46DB}">
      <dsp:nvSpPr>
        <dsp:cNvPr id="0" name=""/>
        <dsp:cNvSpPr/>
      </dsp:nvSpPr>
      <dsp:spPr>
        <a:xfrm>
          <a:off x="2222100" y="1847181"/>
          <a:ext cx="8113249" cy="527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 dirty="0"/>
            <a:t>Equitable distribution</a:t>
          </a:r>
          <a:endParaRPr lang="en-US" sz="2500" kern="1200" dirty="0"/>
        </a:p>
      </dsp:txBody>
      <dsp:txXfrm>
        <a:off x="2222100" y="1847181"/>
        <a:ext cx="8113249" cy="527507"/>
      </dsp:txXfrm>
    </dsp:sp>
    <dsp:sp modelId="{79245985-9AB9-4BAD-AF28-E6FB703C2E5F}">
      <dsp:nvSpPr>
        <dsp:cNvPr id="0" name=""/>
        <dsp:cNvSpPr/>
      </dsp:nvSpPr>
      <dsp:spPr>
        <a:xfrm>
          <a:off x="2067070" y="2374688"/>
          <a:ext cx="8268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74EE00-8E22-47D1-A3F6-20EF881B95C9}">
      <dsp:nvSpPr>
        <dsp:cNvPr id="0" name=""/>
        <dsp:cNvSpPr/>
      </dsp:nvSpPr>
      <dsp:spPr>
        <a:xfrm>
          <a:off x="2222100" y="2401063"/>
          <a:ext cx="8113249" cy="527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Community participation</a:t>
          </a:r>
          <a:endParaRPr lang="en-US" sz="2500" kern="1200"/>
        </a:p>
      </dsp:txBody>
      <dsp:txXfrm>
        <a:off x="2222100" y="2401063"/>
        <a:ext cx="8113249" cy="527507"/>
      </dsp:txXfrm>
    </dsp:sp>
    <dsp:sp modelId="{57AFCA69-E62F-45F6-867F-3F797EF6AD4B}">
      <dsp:nvSpPr>
        <dsp:cNvPr id="0" name=""/>
        <dsp:cNvSpPr/>
      </dsp:nvSpPr>
      <dsp:spPr>
        <a:xfrm>
          <a:off x="2067070" y="2928570"/>
          <a:ext cx="8268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7DA114-F1D5-4C8B-96D8-1E1CF1EFB45C}">
      <dsp:nvSpPr>
        <dsp:cNvPr id="0" name=""/>
        <dsp:cNvSpPr/>
      </dsp:nvSpPr>
      <dsp:spPr>
        <a:xfrm>
          <a:off x="2222100" y="2954945"/>
          <a:ext cx="8113249" cy="527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Inter‑sectoral coordination</a:t>
          </a:r>
          <a:endParaRPr lang="en-US" sz="2500" kern="1200"/>
        </a:p>
      </dsp:txBody>
      <dsp:txXfrm>
        <a:off x="2222100" y="2954945"/>
        <a:ext cx="8113249" cy="527507"/>
      </dsp:txXfrm>
    </dsp:sp>
    <dsp:sp modelId="{F014EE27-50C8-4127-89B1-7F2649ECE86D}">
      <dsp:nvSpPr>
        <dsp:cNvPr id="0" name=""/>
        <dsp:cNvSpPr/>
      </dsp:nvSpPr>
      <dsp:spPr>
        <a:xfrm>
          <a:off x="2067070" y="3482452"/>
          <a:ext cx="8268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7EFB52-45F1-42E2-8EDC-B6F11946646A}">
      <dsp:nvSpPr>
        <dsp:cNvPr id="0" name=""/>
        <dsp:cNvSpPr/>
      </dsp:nvSpPr>
      <dsp:spPr>
        <a:xfrm>
          <a:off x="2222100" y="3508828"/>
          <a:ext cx="8113249" cy="5275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Appropriate technology</a:t>
          </a:r>
          <a:endParaRPr lang="en-US" sz="2500" kern="1200"/>
        </a:p>
      </dsp:txBody>
      <dsp:txXfrm>
        <a:off x="2222100" y="3508828"/>
        <a:ext cx="8113249" cy="527507"/>
      </dsp:txXfrm>
    </dsp:sp>
    <dsp:sp modelId="{A1252127-FCF1-405C-BBCC-AF60CF75BCE8}">
      <dsp:nvSpPr>
        <dsp:cNvPr id="0" name=""/>
        <dsp:cNvSpPr/>
      </dsp:nvSpPr>
      <dsp:spPr>
        <a:xfrm>
          <a:off x="2067070" y="4036335"/>
          <a:ext cx="82682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CF82F-0F1E-4A21-A1C0-16774E7608D9}">
      <dsp:nvSpPr>
        <dsp:cNvPr id="0" name=""/>
        <dsp:cNvSpPr/>
      </dsp:nvSpPr>
      <dsp:spPr>
        <a:xfrm>
          <a:off x="0" y="592"/>
          <a:ext cx="1094503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38977A-C626-4E10-B7B5-5BDD3D19DB37}">
      <dsp:nvSpPr>
        <dsp:cNvPr id="0" name=""/>
        <dsp:cNvSpPr/>
      </dsp:nvSpPr>
      <dsp:spPr>
        <a:xfrm>
          <a:off x="0" y="592"/>
          <a:ext cx="10945037" cy="970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Equity = access for all, irrespective of ability to pay, place of residence, class, or gender</a:t>
          </a:r>
        </a:p>
      </dsp:txBody>
      <dsp:txXfrm>
        <a:off x="0" y="592"/>
        <a:ext cx="10945037" cy="970983"/>
      </dsp:txXfrm>
    </dsp:sp>
    <dsp:sp modelId="{0EA9C657-1DB2-48C2-B984-C6712D47B973}">
      <dsp:nvSpPr>
        <dsp:cNvPr id="0" name=""/>
        <dsp:cNvSpPr/>
      </dsp:nvSpPr>
      <dsp:spPr>
        <a:xfrm>
          <a:off x="0" y="971575"/>
          <a:ext cx="10945037" cy="0"/>
        </a:xfrm>
        <a:prstGeom prst="line">
          <a:avLst/>
        </a:prstGeom>
        <a:solidFill>
          <a:schemeClr val="accent2">
            <a:hueOff val="1610903"/>
            <a:satOff val="-4623"/>
            <a:lumOff val="-7402"/>
            <a:alphaOff val="0"/>
          </a:schemeClr>
        </a:solidFill>
        <a:ln w="1905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1AEDDF-8DDB-4CC1-8811-D1E0109893D6}">
      <dsp:nvSpPr>
        <dsp:cNvPr id="0" name=""/>
        <dsp:cNvSpPr/>
      </dsp:nvSpPr>
      <dsp:spPr>
        <a:xfrm>
          <a:off x="0" y="971575"/>
          <a:ext cx="10945037" cy="970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Current imbalance: ¾ of health budgets spent in cities, while ¾ of India’s population lives in rural areas → </a:t>
          </a:r>
          <a:r>
            <a:rPr lang="en-US" sz="2800" i="1" kern="1200" dirty="0"/>
            <a:t>social injustice</a:t>
          </a:r>
          <a:endParaRPr lang="en-US" sz="2800" kern="1200" dirty="0"/>
        </a:p>
      </dsp:txBody>
      <dsp:txXfrm>
        <a:off x="0" y="971575"/>
        <a:ext cx="10945037" cy="970983"/>
      </dsp:txXfrm>
    </dsp:sp>
    <dsp:sp modelId="{9C919E3E-1F46-49CD-8A5F-BEC36E970FCC}">
      <dsp:nvSpPr>
        <dsp:cNvPr id="0" name=""/>
        <dsp:cNvSpPr/>
      </dsp:nvSpPr>
      <dsp:spPr>
        <a:xfrm>
          <a:off x="0" y="1942558"/>
          <a:ext cx="10945037" cy="0"/>
        </a:xfrm>
        <a:prstGeom prst="line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D1DD7A-D3DF-41A4-89B4-836DDE67350B}">
      <dsp:nvSpPr>
        <dsp:cNvPr id="0" name=""/>
        <dsp:cNvSpPr/>
      </dsp:nvSpPr>
      <dsp:spPr>
        <a:xfrm>
          <a:off x="0" y="1942558"/>
          <a:ext cx="10945037" cy="970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PHC strategy shifts the “centre of gravity” from urban hospitals to community‑based care near people’s homes</a:t>
          </a:r>
        </a:p>
      </dsp:txBody>
      <dsp:txXfrm>
        <a:off x="0" y="1942558"/>
        <a:ext cx="10945037" cy="970983"/>
      </dsp:txXfrm>
    </dsp:sp>
    <dsp:sp modelId="{BC53F71D-7ACD-4087-8482-6DFD24DEF70C}">
      <dsp:nvSpPr>
        <dsp:cNvPr id="0" name=""/>
        <dsp:cNvSpPr/>
      </dsp:nvSpPr>
      <dsp:spPr>
        <a:xfrm>
          <a:off x="0" y="2913542"/>
          <a:ext cx="10945037" cy="0"/>
        </a:xfrm>
        <a:prstGeom prst="line">
          <a:avLst/>
        </a:prstGeom>
        <a:solidFill>
          <a:schemeClr val="accent2">
            <a:hueOff val="4832710"/>
            <a:satOff val="-13870"/>
            <a:lumOff val="-22207"/>
            <a:alphaOff val="0"/>
          </a:schemeClr>
        </a:solidFill>
        <a:ln w="1905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E397D-03C6-444D-A415-C1FED3B950F0}">
      <dsp:nvSpPr>
        <dsp:cNvPr id="0" name=""/>
        <dsp:cNvSpPr/>
      </dsp:nvSpPr>
      <dsp:spPr>
        <a:xfrm>
          <a:off x="0" y="2913542"/>
          <a:ext cx="10945037" cy="970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Targets needy &amp; vulnerable groups in rural areas and urban slums</a:t>
          </a:r>
        </a:p>
      </dsp:txBody>
      <dsp:txXfrm>
        <a:off x="0" y="2913542"/>
        <a:ext cx="10945037" cy="970983"/>
      </dsp:txXfrm>
    </dsp:sp>
    <dsp:sp modelId="{6C781072-F091-433E-9DD9-8942CC208257}">
      <dsp:nvSpPr>
        <dsp:cNvPr id="0" name=""/>
        <dsp:cNvSpPr/>
      </dsp:nvSpPr>
      <dsp:spPr>
        <a:xfrm>
          <a:off x="0" y="3884525"/>
          <a:ext cx="10945037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18BE9F-7C4D-4AE0-99A1-5328BADA0B60}">
      <dsp:nvSpPr>
        <dsp:cNvPr id="0" name=""/>
        <dsp:cNvSpPr/>
      </dsp:nvSpPr>
      <dsp:spPr>
        <a:xfrm>
          <a:off x="0" y="3884525"/>
          <a:ext cx="10945037" cy="970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Addresses </a:t>
          </a:r>
          <a:r>
            <a:rPr lang="en-US" sz="2800" kern="1200" dirty="0">
              <a:highlight>
                <a:srgbClr val="FFFF00"/>
              </a:highlight>
            </a:rPr>
            <a:t>barriers of inaccessibility &amp; affordability </a:t>
          </a:r>
          <a:r>
            <a:rPr lang="en-US" sz="2800" kern="1200" dirty="0"/>
            <a:t>to correct historical neglect</a:t>
          </a:r>
        </a:p>
      </dsp:txBody>
      <dsp:txXfrm>
        <a:off x="0" y="3884525"/>
        <a:ext cx="10945037" cy="970983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76E8A2-8315-43A9-BDDD-C9EB41692DF9}">
      <dsp:nvSpPr>
        <dsp:cNvPr id="0" name=""/>
        <dsp:cNvSpPr/>
      </dsp:nvSpPr>
      <dsp:spPr>
        <a:xfrm>
          <a:off x="0" y="110587"/>
          <a:ext cx="10515600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Individuals, families, communities</a:t>
          </a:r>
          <a:r>
            <a:rPr lang="en-US" sz="2100" kern="1200"/>
            <a:t> actively plan, implement, and maintain their own health services</a:t>
          </a:r>
        </a:p>
      </dsp:txBody>
      <dsp:txXfrm>
        <a:off x="39580" y="150167"/>
        <a:ext cx="10436440" cy="731649"/>
      </dsp:txXfrm>
    </dsp:sp>
    <dsp:sp modelId="{682C072D-9E7A-4170-A503-1C6EA29F85DC}">
      <dsp:nvSpPr>
        <dsp:cNvPr id="0" name=""/>
        <dsp:cNvSpPr/>
      </dsp:nvSpPr>
      <dsp:spPr>
        <a:xfrm>
          <a:off x="0" y="981877"/>
          <a:ext cx="10515600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Universal PHC </a:t>
          </a:r>
          <a:r>
            <a:rPr lang="en-US" sz="2100" b="1" kern="1200" dirty="0"/>
            <a:t>cannot be achieved</a:t>
          </a:r>
          <a:r>
            <a:rPr lang="en-US" sz="2100" kern="1200" dirty="0"/>
            <a:t> without local involvement</a:t>
          </a:r>
        </a:p>
      </dsp:txBody>
      <dsp:txXfrm>
        <a:off x="39580" y="1021457"/>
        <a:ext cx="10436440" cy="731649"/>
      </dsp:txXfrm>
    </dsp:sp>
    <dsp:sp modelId="{3FA3817E-42D9-4101-9B2F-9C9B02D841B5}">
      <dsp:nvSpPr>
        <dsp:cNvPr id="0" name=""/>
        <dsp:cNvSpPr/>
      </dsp:nvSpPr>
      <dsp:spPr>
        <a:xfrm>
          <a:off x="0" y="1853167"/>
          <a:ext cx="10515600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Relies on </a:t>
          </a:r>
          <a:r>
            <a:rPr lang="en-US" sz="2100" b="1" kern="1200"/>
            <a:t>local resources</a:t>
          </a:r>
          <a:r>
            <a:rPr lang="en-US" sz="2100" kern="1200"/>
            <a:t>: manpower, money, materials</a:t>
          </a:r>
        </a:p>
      </dsp:txBody>
      <dsp:txXfrm>
        <a:off x="39580" y="1892747"/>
        <a:ext cx="10436440" cy="731649"/>
      </dsp:txXfrm>
    </dsp:sp>
    <dsp:sp modelId="{ED77C389-18B5-4B22-89C2-661C3CAA5A2C}">
      <dsp:nvSpPr>
        <dsp:cNvPr id="0" name=""/>
        <dsp:cNvSpPr/>
      </dsp:nvSpPr>
      <dsp:spPr>
        <a:xfrm>
          <a:off x="0" y="2724457"/>
          <a:ext cx="10515600" cy="65691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Indian innovations</a:t>
          </a:r>
          <a:endParaRPr lang="en-US" sz="2100" kern="1200"/>
        </a:p>
      </dsp:txBody>
      <dsp:txXfrm>
        <a:off x="32068" y="2756525"/>
        <a:ext cx="10451464" cy="592782"/>
      </dsp:txXfrm>
    </dsp:sp>
    <dsp:sp modelId="{D21C5AD5-CD40-4616-8C84-C70DEB35D062}">
      <dsp:nvSpPr>
        <dsp:cNvPr id="0" name=""/>
        <dsp:cNvSpPr/>
      </dsp:nvSpPr>
      <dsp:spPr>
        <a:xfrm>
          <a:off x="0" y="3381375"/>
          <a:ext cx="10515600" cy="5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kern="1200"/>
            <a:t>Village Health Guides &amp; Trained Dais</a:t>
          </a:r>
          <a:endParaRPr lang="en-US" sz="1600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1" kern="1200"/>
            <a:t>ASHA &amp; Anganwadi Workers</a:t>
          </a:r>
          <a:r>
            <a:rPr lang="en-US" sz="1600" kern="1200"/>
            <a:t> chosen by their communities</a:t>
          </a:r>
        </a:p>
      </dsp:txBody>
      <dsp:txXfrm>
        <a:off x="0" y="3381375"/>
        <a:ext cx="10515600" cy="521640"/>
      </dsp:txXfrm>
    </dsp:sp>
    <dsp:sp modelId="{F9BBFCD3-293C-435E-8E79-4DA08AB0FA13}">
      <dsp:nvSpPr>
        <dsp:cNvPr id="0" name=""/>
        <dsp:cNvSpPr/>
      </dsp:nvSpPr>
      <dsp:spPr>
        <a:xfrm>
          <a:off x="0" y="3903015"/>
          <a:ext cx="10515600" cy="8108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Benefits: overcomes cultural/communication barriers, boosts acceptability, nurtures </a:t>
          </a:r>
          <a:r>
            <a:rPr lang="en-US" sz="2100" i="1" kern="1200"/>
            <a:t>ownership</a:t>
          </a:r>
          <a:r>
            <a:rPr lang="en-US" sz="2100" kern="1200"/>
            <a:t> of health programmes</a:t>
          </a:r>
        </a:p>
      </dsp:txBody>
      <dsp:txXfrm>
        <a:off x="39580" y="3942595"/>
        <a:ext cx="10436440" cy="731649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FD9CE7-426B-415D-8888-A8BF06990209}">
      <dsp:nvSpPr>
        <dsp:cNvPr id="0" name=""/>
        <dsp:cNvSpPr/>
      </dsp:nvSpPr>
      <dsp:spPr>
        <a:xfrm>
          <a:off x="0" y="5027"/>
          <a:ext cx="6949440" cy="138030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Health determinants span beyond the health sector → need cooperation with:</a:t>
          </a:r>
        </a:p>
      </dsp:txBody>
      <dsp:txXfrm>
        <a:off x="67381" y="72408"/>
        <a:ext cx="6814678" cy="1245545"/>
      </dsp:txXfrm>
    </dsp:sp>
    <dsp:sp modelId="{D36FC3CB-8CC5-454F-BB50-01F40AED1A9E}">
      <dsp:nvSpPr>
        <dsp:cNvPr id="0" name=""/>
        <dsp:cNvSpPr/>
      </dsp:nvSpPr>
      <dsp:spPr>
        <a:xfrm>
          <a:off x="0" y="1385335"/>
          <a:ext cx="6949440" cy="1560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Agriculture &amp; Animal Husbandry (food security)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Education (literacy, health behaviour)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Public Works &amp; Housing (water, sanitation)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Industry &amp; Communications (healthy workplaces, information flow)</a:t>
          </a:r>
        </a:p>
      </dsp:txBody>
      <dsp:txXfrm>
        <a:off x="0" y="1385335"/>
        <a:ext cx="6949440" cy="1560780"/>
      </dsp:txXfrm>
    </dsp:sp>
    <dsp:sp modelId="{F1633118-1CFD-44E0-A142-92FA24FA2955}">
      <dsp:nvSpPr>
        <dsp:cNvPr id="0" name=""/>
        <dsp:cNvSpPr/>
      </dsp:nvSpPr>
      <dsp:spPr>
        <a:xfrm>
          <a:off x="0" y="2946115"/>
          <a:ext cx="6949440" cy="1380307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Alma‑Ata mandate: National development policies must embed health goals</a:t>
          </a:r>
        </a:p>
      </dsp:txBody>
      <dsp:txXfrm>
        <a:off x="67381" y="3013496"/>
        <a:ext cx="6814678" cy="1245545"/>
      </dsp:txXfrm>
    </dsp:sp>
    <dsp:sp modelId="{31B96150-D7A1-4B8B-9B81-4E1FBE8D432D}">
      <dsp:nvSpPr>
        <dsp:cNvPr id="0" name=""/>
        <dsp:cNvSpPr/>
      </dsp:nvSpPr>
      <dsp:spPr>
        <a:xfrm>
          <a:off x="0" y="4401302"/>
          <a:ext cx="6949440" cy="1380307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Requires political will, joint planning, resource re‑allocation, and enabling legislation to avoid duplication and maximise impact</a:t>
          </a:r>
        </a:p>
      </dsp:txBody>
      <dsp:txXfrm>
        <a:off x="67381" y="4468683"/>
        <a:ext cx="6814678" cy="124554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563CD7-EE33-4750-9B92-369E225A1FCB}">
      <dsp:nvSpPr>
        <dsp:cNvPr id="0" name=""/>
        <dsp:cNvSpPr/>
      </dsp:nvSpPr>
      <dsp:spPr>
        <a:xfrm>
          <a:off x="0" y="13801"/>
          <a:ext cx="10515600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baseline="0"/>
            <a:t>Definition: Scientifically sound, locally adaptable, culturally acceptable, affordable, and maintainable by the community</a:t>
          </a:r>
          <a:endParaRPr lang="en-US" sz="1900" kern="1200"/>
        </a:p>
      </dsp:txBody>
      <dsp:txXfrm>
        <a:off x="35811" y="49612"/>
        <a:ext cx="10443978" cy="661968"/>
      </dsp:txXfrm>
    </dsp:sp>
    <dsp:sp modelId="{0E9A2F18-FC75-442A-B66E-3632F6F5E776}">
      <dsp:nvSpPr>
        <dsp:cNvPr id="0" name=""/>
        <dsp:cNvSpPr/>
      </dsp:nvSpPr>
      <dsp:spPr>
        <a:xfrm>
          <a:off x="0" y="802111"/>
          <a:ext cx="10515600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baseline="0"/>
            <a:t>Contrasts with costly, “luxury” tertiary technologies that drain budgets without meeting local needs</a:t>
          </a:r>
          <a:endParaRPr lang="en-US" sz="1900" kern="1200"/>
        </a:p>
      </dsp:txBody>
      <dsp:txXfrm>
        <a:off x="35811" y="837922"/>
        <a:ext cx="10443978" cy="661968"/>
      </dsp:txXfrm>
    </dsp:sp>
    <dsp:sp modelId="{FF43DB12-C84F-4110-9118-F217C6A44CDB}">
      <dsp:nvSpPr>
        <dsp:cNvPr id="0" name=""/>
        <dsp:cNvSpPr/>
      </dsp:nvSpPr>
      <dsp:spPr>
        <a:xfrm>
          <a:off x="0" y="1590421"/>
          <a:ext cx="10515600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baseline="0"/>
            <a:t>Examples of </a:t>
          </a:r>
          <a:r>
            <a:rPr lang="en-US" sz="1900" i="1" kern="1200" baseline="0"/>
            <a:t>appropriate</a:t>
          </a:r>
          <a:r>
            <a:rPr lang="en-US" sz="1900" i="0" kern="1200" baseline="0"/>
            <a:t> solutions:</a:t>
          </a:r>
          <a:endParaRPr lang="en-US" sz="1900" kern="1200"/>
        </a:p>
      </dsp:txBody>
      <dsp:txXfrm>
        <a:off x="35811" y="1626232"/>
        <a:ext cx="10443978" cy="661968"/>
      </dsp:txXfrm>
    </dsp:sp>
    <dsp:sp modelId="{29C4BA47-C8D7-46CA-82BD-5FE0B213A82B}">
      <dsp:nvSpPr>
        <dsp:cNvPr id="0" name=""/>
        <dsp:cNvSpPr/>
      </dsp:nvSpPr>
      <dsp:spPr>
        <a:xfrm>
          <a:off x="0" y="2324011"/>
          <a:ext cx="10515600" cy="4916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i="0" kern="1200" baseline="0"/>
            <a:t>Oral Rehydration Solution (ORS) for diarrhoea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i="0" kern="1200" baseline="0"/>
            <a:t>Village standpipes vs. expensive house‑to‑house water connections</a:t>
          </a:r>
          <a:endParaRPr lang="en-US" sz="1500" kern="1200"/>
        </a:p>
      </dsp:txBody>
      <dsp:txXfrm>
        <a:off x="0" y="2324011"/>
        <a:ext cx="10515600" cy="491625"/>
      </dsp:txXfrm>
    </dsp:sp>
    <dsp:sp modelId="{83FA7E65-C1F7-44F2-9A1C-C9B7301A3026}">
      <dsp:nvSpPr>
        <dsp:cNvPr id="0" name=""/>
        <dsp:cNvSpPr/>
      </dsp:nvSpPr>
      <dsp:spPr>
        <a:xfrm>
          <a:off x="0" y="2815636"/>
          <a:ext cx="10515600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baseline="0"/>
            <a:t>Embodies self‑reliance and sustainable use of limited resources</a:t>
          </a:r>
          <a:endParaRPr lang="en-US" sz="1900" kern="1200"/>
        </a:p>
      </dsp:txBody>
      <dsp:txXfrm>
        <a:off x="35811" y="2851447"/>
        <a:ext cx="10443978" cy="661968"/>
      </dsp:txXfrm>
    </dsp:sp>
    <dsp:sp modelId="{0B2131A9-1BFF-48FD-AA6E-844125ED305E}">
      <dsp:nvSpPr>
        <dsp:cNvPr id="0" name=""/>
        <dsp:cNvSpPr/>
      </dsp:nvSpPr>
      <dsp:spPr>
        <a:xfrm>
          <a:off x="0" y="3603946"/>
          <a:ext cx="10515600" cy="7335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i="0" kern="1200" baseline="0"/>
            <a:t>PHC vs. past models: shifts from top‑down service delivery to </a:t>
          </a:r>
          <a:r>
            <a:rPr lang="en-US" sz="1900" i="1" kern="1200" baseline="0"/>
            <a:t>people‑centred</a:t>
          </a:r>
          <a:r>
            <a:rPr lang="en-US" sz="1900" i="0" kern="1200" baseline="0"/>
            <a:t> approaches emphasising equity, participation, coordination, and technology suited to local realities</a:t>
          </a:r>
          <a:endParaRPr lang="en-US" sz="1900" kern="1200"/>
        </a:p>
      </dsp:txBody>
      <dsp:txXfrm>
        <a:off x="35811" y="3639757"/>
        <a:ext cx="10443978" cy="66196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8B0B0E-AEBB-431B-AE12-0FED11DFAD5D}">
      <dsp:nvSpPr>
        <dsp:cNvPr id="0" name=""/>
        <dsp:cNvSpPr/>
      </dsp:nvSpPr>
      <dsp:spPr>
        <a:xfrm>
          <a:off x="0" y="0"/>
          <a:ext cx="8427678" cy="794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Adopted in 2000</a:t>
          </a:r>
          <a:r>
            <a:rPr lang="en-US" sz="2000" b="0" i="0" kern="1200" baseline="0"/>
            <a:t> by 189 countries at the </a:t>
          </a:r>
          <a:r>
            <a:rPr lang="en-US" sz="2000" b="1" i="0" kern="1200" baseline="0"/>
            <a:t>UN Millennium Summit, New York</a:t>
          </a:r>
          <a:endParaRPr lang="en-US" sz="2000" kern="1200"/>
        </a:p>
      </dsp:txBody>
      <dsp:txXfrm>
        <a:off x="23273" y="23273"/>
        <a:ext cx="7477293" cy="748037"/>
      </dsp:txXfrm>
    </dsp:sp>
    <dsp:sp modelId="{42D3CCF1-3B74-4B6D-A41A-CCA792475915}">
      <dsp:nvSpPr>
        <dsp:cNvPr id="0" name=""/>
        <dsp:cNvSpPr/>
      </dsp:nvSpPr>
      <dsp:spPr>
        <a:xfrm>
          <a:off x="629339" y="904942"/>
          <a:ext cx="8427678" cy="794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Framed as part of the </a:t>
          </a:r>
          <a:r>
            <a:rPr lang="en-US" sz="2000" b="1" i="0" kern="1200" baseline="0"/>
            <a:t>UN Millennium Declaration</a:t>
          </a:r>
          <a:endParaRPr lang="en-US" sz="2000" kern="1200"/>
        </a:p>
      </dsp:txBody>
      <dsp:txXfrm>
        <a:off x="652612" y="928215"/>
        <a:ext cx="7235313" cy="748037"/>
      </dsp:txXfrm>
    </dsp:sp>
    <dsp:sp modelId="{856D6D25-7072-4C2B-B0B9-AAD258CCD99C}">
      <dsp:nvSpPr>
        <dsp:cNvPr id="0" name=""/>
        <dsp:cNvSpPr/>
      </dsp:nvSpPr>
      <dsp:spPr>
        <a:xfrm>
          <a:off x="1258679" y="1809885"/>
          <a:ext cx="8427678" cy="794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baseline="0"/>
            <a:t>Aimed at </a:t>
          </a:r>
          <a:r>
            <a:rPr lang="en-US" sz="2000" b="1" i="0" kern="1200" baseline="0"/>
            <a:t>poverty eradication and sustainable development</a:t>
          </a:r>
          <a:r>
            <a:rPr lang="en-US" sz="2000" b="0" i="0" kern="1200" baseline="0"/>
            <a:t>, with a target year of </a:t>
          </a:r>
          <a:r>
            <a:rPr lang="en-US" sz="2000" b="1" i="0" kern="1200" baseline="0"/>
            <a:t>2015</a:t>
          </a:r>
          <a:endParaRPr lang="en-US" sz="2000" kern="1200"/>
        </a:p>
      </dsp:txBody>
      <dsp:txXfrm>
        <a:off x="1281952" y="1833158"/>
        <a:ext cx="7235313" cy="748037"/>
      </dsp:txXfrm>
    </dsp:sp>
    <dsp:sp modelId="{61B74D9B-8B36-462C-940B-15DD0FC2DD8E}">
      <dsp:nvSpPr>
        <dsp:cNvPr id="0" name=""/>
        <dsp:cNvSpPr/>
      </dsp:nvSpPr>
      <dsp:spPr>
        <a:xfrm>
          <a:off x="1888018" y="2714827"/>
          <a:ext cx="8427678" cy="794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8 MDGs</a:t>
          </a:r>
          <a:r>
            <a:rPr lang="en-US" sz="2000" b="0" i="0" kern="1200" baseline="0"/>
            <a:t> established as a global framework for action and accountability</a:t>
          </a:r>
          <a:endParaRPr lang="en-US" sz="2000" kern="1200"/>
        </a:p>
      </dsp:txBody>
      <dsp:txXfrm>
        <a:off x="1911291" y="2738100"/>
        <a:ext cx="7235313" cy="748037"/>
      </dsp:txXfrm>
    </dsp:sp>
    <dsp:sp modelId="{0452550F-1D69-42C0-B516-A9B91C8B829A}">
      <dsp:nvSpPr>
        <dsp:cNvPr id="0" name=""/>
        <dsp:cNvSpPr/>
      </dsp:nvSpPr>
      <dsp:spPr>
        <a:xfrm>
          <a:off x="2517358" y="3619770"/>
          <a:ext cx="8427678" cy="794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MDGs placed health at the heart of development</a:t>
          </a:r>
          <a:r>
            <a:rPr lang="en-US" sz="2000" b="0" i="0" kern="1200" baseline="0"/>
            <a:t>, encouraging integrated efforts across education, environment, gender, and health</a:t>
          </a:r>
          <a:endParaRPr lang="en-US" sz="2000" kern="1200"/>
        </a:p>
      </dsp:txBody>
      <dsp:txXfrm>
        <a:off x="2540631" y="3643043"/>
        <a:ext cx="7235313" cy="748037"/>
      </dsp:txXfrm>
    </dsp:sp>
    <dsp:sp modelId="{BA9474F3-BBE2-4433-929E-179C5252C753}">
      <dsp:nvSpPr>
        <dsp:cNvPr id="0" name=""/>
        <dsp:cNvSpPr/>
      </dsp:nvSpPr>
      <dsp:spPr>
        <a:xfrm>
          <a:off x="7911199" y="580487"/>
          <a:ext cx="516479" cy="51647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027407" y="580487"/>
        <a:ext cx="284063" cy="388650"/>
      </dsp:txXfrm>
    </dsp:sp>
    <dsp:sp modelId="{2493D172-5A5A-41F2-AC9B-39AD29D901E7}">
      <dsp:nvSpPr>
        <dsp:cNvPr id="0" name=""/>
        <dsp:cNvSpPr/>
      </dsp:nvSpPr>
      <dsp:spPr>
        <a:xfrm>
          <a:off x="8540538" y="1485430"/>
          <a:ext cx="516479" cy="51647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656746" y="1485430"/>
        <a:ext cx="284063" cy="388650"/>
      </dsp:txXfrm>
    </dsp:sp>
    <dsp:sp modelId="{1ABC321C-D8B9-449E-9C34-0F6F82A3B41B}">
      <dsp:nvSpPr>
        <dsp:cNvPr id="0" name=""/>
        <dsp:cNvSpPr/>
      </dsp:nvSpPr>
      <dsp:spPr>
        <a:xfrm>
          <a:off x="9169878" y="2377129"/>
          <a:ext cx="516479" cy="51647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286086" y="2377129"/>
        <a:ext cx="284063" cy="388650"/>
      </dsp:txXfrm>
    </dsp:sp>
    <dsp:sp modelId="{B0880C32-0B06-457C-87C4-61761E705D4C}">
      <dsp:nvSpPr>
        <dsp:cNvPr id="0" name=""/>
        <dsp:cNvSpPr/>
      </dsp:nvSpPr>
      <dsp:spPr>
        <a:xfrm>
          <a:off x="9799217" y="3290900"/>
          <a:ext cx="516479" cy="51647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915425" y="3290900"/>
        <a:ext cx="284063" cy="388650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3CA1F-7A14-4781-BA0F-B9423D43F9B3}">
      <dsp:nvSpPr>
        <dsp:cNvPr id="0" name=""/>
        <dsp:cNvSpPr/>
      </dsp:nvSpPr>
      <dsp:spPr>
        <a:xfrm>
          <a:off x="0" y="16344"/>
          <a:ext cx="10515600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Health Focus in MDGs:</a:t>
          </a:r>
        </a:p>
      </dsp:txBody>
      <dsp:txXfrm>
        <a:off x="39980" y="56324"/>
        <a:ext cx="10435640" cy="739039"/>
      </dsp:txXfrm>
    </dsp:sp>
    <dsp:sp modelId="{7CC11859-D700-4B61-9689-0441FDF1F5CF}">
      <dsp:nvSpPr>
        <dsp:cNvPr id="0" name=""/>
        <dsp:cNvSpPr/>
      </dsp:nvSpPr>
      <dsp:spPr>
        <a:xfrm>
          <a:off x="0" y="835343"/>
          <a:ext cx="10515600" cy="1340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3 of 8 Goals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8 of 18 Targets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18 of 48 Indicators</a:t>
          </a:r>
        </a:p>
      </dsp:txBody>
      <dsp:txXfrm>
        <a:off x="0" y="835343"/>
        <a:ext cx="10515600" cy="1340325"/>
      </dsp:txXfrm>
    </dsp:sp>
    <dsp:sp modelId="{1AA65F27-6ABD-45DF-83DE-8C6BB579AA94}">
      <dsp:nvSpPr>
        <dsp:cNvPr id="0" name=""/>
        <dsp:cNvSpPr/>
      </dsp:nvSpPr>
      <dsp:spPr>
        <a:xfrm>
          <a:off x="0" y="2175669"/>
          <a:ext cx="10515600" cy="8189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Key Health-Related Goals:</a:t>
          </a:r>
        </a:p>
      </dsp:txBody>
      <dsp:txXfrm>
        <a:off x="39980" y="2215649"/>
        <a:ext cx="10435640" cy="739039"/>
      </dsp:txXfrm>
    </dsp:sp>
    <dsp:sp modelId="{5B2A4571-213C-4391-9462-9E7A57B5E4EE}">
      <dsp:nvSpPr>
        <dsp:cNvPr id="0" name=""/>
        <dsp:cNvSpPr/>
      </dsp:nvSpPr>
      <dsp:spPr>
        <a:xfrm>
          <a:off x="0" y="2994669"/>
          <a:ext cx="10515600" cy="13403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Reduce child mortality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Improve maternal health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Combat HIV/AIDS, malaria, and other diseases</a:t>
          </a:r>
        </a:p>
      </dsp:txBody>
      <dsp:txXfrm>
        <a:off x="0" y="2994669"/>
        <a:ext cx="10515600" cy="1340325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30913E-4E58-43E3-A48E-CAB80F8E9566}">
      <dsp:nvSpPr>
        <dsp:cNvPr id="0" name=""/>
        <dsp:cNvSpPr/>
      </dsp:nvSpPr>
      <dsp:spPr>
        <a:xfrm>
          <a:off x="0" y="155"/>
          <a:ext cx="11033760" cy="965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Many countries struggle to ensure universal access and utilization of health care services</a:t>
          </a:r>
        </a:p>
      </dsp:txBody>
      <dsp:txXfrm>
        <a:off x="47120" y="47275"/>
        <a:ext cx="10939520" cy="871010"/>
      </dsp:txXfrm>
    </dsp:sp>
    <dsp:sp modelId="{B44382F3-4374-4BBB-A20B-DD9CF43F6B32}">
      <dsp:nvSpPr>
        <dsp:cNvPr id="0" name=""/>
        <dsp:cNvSpPr/>
      </dsp:nvSpPr>
      <dsp:spPr>
        <a:xfrm>
          <a:off x="0" y="1037405"/>
          <a:ext cx="11033760" cy="965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Traditional reliance on large hospitals has major limitations:</a:t>
          </a:r>
        </a:p>
      </dsp:txBody>
      <dsp:txXfrm>
        <a:off x="47120" y="1084525"/>
        <a:ext cx="10939520" cy="871010"/>
      </dsp:txXfrm>
    </dsp:sp>
    <dsp:sp modelId="{795D1864-69B9-43D5-9DF0-FA9D6AF00170}">
      <dsp:nvSpPr>
        <dsp:cNvPr id="0" name=""/>
        <dsp:cNvSpPr/>
      </dsp:nvSpPr>
      <dsp:spPr>
        <a:xfrm>
          <a:off x="0" y="2002655"/>
          <a:ext cx="11033760" cy="9832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0322" tIns="31750" rIns="177800" bIns="3175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Serve only a small urban population within limited radius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Services are largely curative, not comprehensive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High maintenance costs with limited community impact</a:t>
          </a:r>
        </a:p>
      </dsp:txBody>
      <dsp:txXfrm>
        <a:off x="0" y="2002655"/>
        <a:ext cx="11033760" cy="983250"/>
      </dsp:txXfrm>
    </dsp:sp>
    <dsp:sp modelId="{7F15923B-64D9-48A3-8688-CF7FE24D72E5}">
      <dsp:nvSpPr>
        <dsp:cNvPr id="0" name=""/>
        <dsp:cNvSpPr/>
      </dsp:nvSpPr>
      <dsp:spPr>
        <a:xfrm>
          <a:off x="0" y="2985905"/>
          <a:ext cx="11033760" cy="965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Critique: These hospitals have become “ivory towers of disease,” not effective public health institutions</a:t>
          </a:r>
        </a:p>
      </dsp:txBody>
      <dsp:txXfrm>
        <a:off x="47120" y="3033025"/>
        <a:ext cx="10939520" cy="871010"/>
      </dsp:txXfrm>
    </dsp:sp>
    <dsp:sp modelId="{0D7B5866-EA4E-4B95-A33B-4D1119B520AA}">
      <dsp:nvSpPr>
        <dsp:cNvPr id="0" name=""/>
        <dsp:cNvSpPr/>
      </dsp:nvSpPr>
      <dsp:spPr>
        <a:xfrm>
          <a:off x="0" y="4023155"/>
          <a:ext cx="11033760" cy="9652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Solution: Explore alternative, cost-effective, community-based models tailored to rural needs</a:t>
          </a:r>
        </a:p>
      </dsp:txBody>
      <dsp:txXfrm>
        <a:off x="47120" y="4070275"/>
        <a:ext cx="10939520" cy="871010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2B0D4D-B249-4D84-B3CD-ADA75F9A82F1}">
      <dsp:nvSpPr>
        <dsp:cNvPr id="0" name=""/>
        <dsp:cNvSpPr/>
      </dsp:nvSpPr>
      <dsp:spPr>
        <a:xfrm>
          <a:off x="0" y="14218"/>
          <a:ext cx="6949440" cy="10810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Rising costs and inequitable access necessitate new models</a:t>
          </a:r>
        </a:p>
      </dsp:txBody>
      <dsp:txXfrm>
        <a:off x="52774" y="66992"/>
        <a:ext cx="6843892" cy="975532"/>
      </dsp:txXfrm>
    </dsp:sp>
    <dsp:sp modelId="{4C25CC78-DDCD-41A3-A4CF-8F4332929938}">
      <dsp:nvSpPr>
        <dsp:cNvPr id="0" name=""/>
        <dsp:cNvSpPr/>
      </dsp:nvSpPr>
      <dsp:spPr>
        <a:xfrm>
          <a:off x="0" y="1175938"/>
          <a:ext cx="6949440" cy="108108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Objectives of alternative models:</a:t>
          </a:r>
        </a:p>
      </dsp:txBody>
      <dsp:txXfrm>
        <a:off x="52774" y="1228712"/>
        <a:ext cx="6843892" cy="975532"/>
      </dsp:txXfrm>
    </dsp:sp>
    <dsp:sp modelId="{9DC76547-B6A1-444B-8833-5377708D4C18}">
      <dsp:nvSpPr>
        <dsp:cNvPr id="0" name=""/>
        <dsp:cNvSpPr/>
      </dsp:nvSpPr>
      <dsp:spPr>
        <a:xfrm>
          <a:off x="0" y="2257018"/>
          <a:ext cx="6949440" cy="1072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Be inexpensive yet effective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Provide essential care suited to rural populations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Address comprehensive needs, not just curative ones</a:t>
          </a:r>
        </a:p>
      </dsp:txBody>
      <dsp:txXfrm>
        <a:off x="0" y="2257018"/>
        <a:ext cx="6949440" cy="1072260"/>
      </dsp:txXfrm>
    </dsp:sp>
    <dsp:sp modelId="{F35FB896-20DC-4D55-9A27-6BB135D98CA8}">
      <dsp:nvSpPr>
        <dsp:cNvPr id="0" name=""/>
        <dsp:cNvSpPr/>
      </dsp:nvSpPr>
      <dsp:spPr>
        <a:xfrm>
          <a:off x="0" y="3329278"/>
          <a:ext cx="6949440" cy="10810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Models should be:</a:t>
          </a:r>
        </a:p>
      </dsp:txBody>
      <dsp:txXfrm>
        <a:off x="52774" y="3382052"/>
        <a:ext cx="6843892" cy="975532"/>
      </dsp:txXfrm>
    </dsp:sp>
    <dsp:sp modelId="{5990D458-D131-48C8-91C4-DF535B4AAAF4}">
      <dsp:nvSpPr>
        <dsp:cNvPr id="0" name=""/>
        <dsp:cNvSpPr/>
      </dsp:nvSpPr>
      <dsp:spPr>
        <a:xfrm>
          <a:off x="0" y="4410359"/>
          <a:ext cx="6949440" cy="13620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645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Planned based on community needs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Use available knowledge &amp; resources efficiently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/>
            <a:t>Ensure equitable distribution and accessibility of services</a:t>
          </a:r>
        </a:p>
      </dsp:txBody>
      <dsp:txXfrm>
        <a:off x="0" y="4410359"/>
        <a:ext cx="6949440" cy="136206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FB46AC-FE14-4B73-BB68-42C238E03833}">
      <dsp:nvSpPr>
        <dsp:cNvPr id="0" name=""/>
        <dsp:cNvSpPr/>
      </dsp:nvSpPr>
      <dsp:spPr>
        <a:xfrm>
          <a:off x="0" y="84325"/>
          <a:ext cx="10335350" cy="44901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Inputs</a:t>
          </a:r>
          <a:endParaRPr lang="en-US" sz="1900" kern="1200"/>
        </a:p>
      </dsp:txBody>
      <dsp:txXfrm>
        <a:off x="21919" y="106244"/>
        <a:ext cx="10291512" cy="405177"/>
      </dsp:txXfrm>
    </dsp:sp>
    <dsp:sp modelId="{41A75F79-1E59-473C-A784-C69320E56985}">
      <dsp:nvSpPr>
        <dsp:cNvPr id="0" name=""/>
        <dsp:cNvSpPr/>
      </dsp:nvSpPr>
      <dsp:spPr>
        <a:xfrm>
          <a:off x="0" y="533341"/>
          <a:ext cx="10335350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14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Health needs and demands of the community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 dirty="0"/>
            <a:t>Require setting </a:t>
          </a:r>
          <a:r>
            <a:rPr lang="en-US" sz="1500" b="1" i="0" kern="1200" baseline="0" dirty="0"/>
            <a:t>priorities</a:t>
          </a:r>
          <a:r>
            <a:rPr lang="en-US" sz="1500" b="0" i="0" kern="1200" baseline="0" dirty="0"/>
            <a:t> due to limited resources</a:t>
          </a:r>
          <a:endParaRPr lang="en-US" sz="1500" kern="1200" dirty="0"/>
        </a:p>
      </dsp:txBody>
      <dsp:txXfrm>
        <a:off x="0" y="533341"/>
        <a:ext cx="10335350" cy="595125"/>
      </dsp:txXfrm>
    </dsp:sp>
    <dsp:sp modelId="{2034EB9F-9677-4472-928D-1F117604DD56}">
      <dsp:nvSpPr>
        <dsp:cNvPr id="0" name=""/>
        <dsp:cNvSpPr/>
      </dsp:nvSpPr>
      <dsp:spPr>
        <a:xfrm>
          <a:off x="0" y="1128466"/>
          <a:ext cx="10335350" cy="44901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Health Care Services</a:t>
          </a:r>
          <a:endParaRPr lang="en-US" sz="1900" kern="1200"/>
        </a:p>
      </dsp:txBody>
      <dsp:txXfrm>
        <a:off x="21919" y="1150385"/>
        <a:ext cx="10291512" cy="405177"/>
      </dsp:txXfrm>
    </dsp:sp>
    <dsp:sp modelId="{22AE9DE5-F061-4CAA-9367-A7E556B7CCC2}">
      <dsp:nvSpPr>
        <dsp:cNvPr id="0" name=""/>
        <dsp:cNvSpPr/>
      </dsp:nvSpPr>
      <dsp:spPr>
        <a:xfrm>
          <a:off x="0" y="1577482"/>
          <a:ext cx="10335350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14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Should be </a:t>
          </a:r>
          <a:r>
            <a:rPr lang="en-US" sz="1500" b="1" i="0" kern="1200" baseline="0"/>
            <a:t>comprehensive</a:t>
          </a:r>
          <a:r>
            <a:rPr lang="en-US" sz="1500" b="0" i="0" kern="1200" baseline="0"/>
            <a:t> and </a:t>
          </a:r>
          <a:r>
            <a:rPr lang="en-US" sz="1500" b="1" i="0" kern="1200" baseline="0"/>
            <a:t>community-based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Designed using </a:t>
          </a:r>
          <a:r>
            <a:rPr lang="en-US" sz="1500" b="1" i="0" kern="1200" baseline="0"/>
            <a:t>available resources and local knowledge</a:t>
          </a:r>
          <a:endParaRPr lang="en-US" sz="1500" kern="1200"/>
        </a:p>
      </dsp:txBody>
      <dsp:txXfrm>
        <a:off x="0" y="1577482"/>
        <a:ext cx="10335350" cy="595125"/>
      </dsp:txXfrm>
    </dsp:sp>
    <dsp:sp modelId="{2B3E8B02-F3DF-44E0-9A21-E008B724F895}">
      <dsp:nvSpPr>
        <dsp:cNvPr id="0" name=""/>
        <dsp:cNvSpPr/>
      </dsp:nvSpPr>
      <dsp:spPr>
        <a:xfrm>
          <a:off x="0" y="2172607"/>
          <a:ext cx="10335350" cy="44901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Health Care System</a:t>
          </a:r>
          <a:endParaRPr lang="en-US" sz="1900" kern="1200"/>
        </a:p>
      </dsp:txBody>
      <dsp:txXfrm>
        <a:off x="21919" y="2194526"/>
        <a:ext cx="10291512" cy="405177"/>
      </dsp:txXfrm>
    </dsp:sp>
    <dsp:sp modelId="{A2E523E2-C3BD-41D7-A2D7-0422B2C4214A}">
      <dsp:nvSpPr>
        <dsp:cNvPr id="0" name=""/>
        <dsp:cNvSpPr/>
      </dsp:nvSpPr>
      <dsp:spPr>
        <a:xfrm>
          <a:off x="0" y="2621622"/>
          <a:ext cx="10335350" cy="5951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14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The </a:t>
          </a:r>
          <a:r>
            <a:rPr lang="en-US" sz="1500" b="1" i="0" kern="1200" baseline="0"/>
            <a:t>management/organizational</a:t>
          </a:r>
          <a:r>
            <a:rPr lang="en-US" sz="1500" b="0" i="0" kern="1200" baseline="0"/>
            <a:t> sector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Responsible for </a:t>
          </a:r>
          <a:r>
            <a:rPr lang="en-US" sz="1500" b="1" i="0" kern="1200" baseline="0"/>
            <a:t>delivering services effectively</a:t>
          </a:r>
          <a:endParaRPr lang="en-US" sz="1500" kern="1200"/>
        </a:p>
      </dsp:txBody>
      <dsp:txXfrm>
        <a:off x="0" y="2621622"/>
        <a:ext cx="10335350" cy="595125"/>
      </dsp:txXfrm>
    </dsp:sp>
    <dsp:sp modelId="{C01613F4-26AC-446C-8356-00576EC9E387}">
      <dsp:nvSpPr>
        <dsp:cNvPr id="0" name=""/>
        <dsp:cNvSpPr/>
      </dsp:nvSpPr>
      <dsp:spPr>
        <a:xfrm>
          <a:off x="0" y="3216747"/>
          <a:ext cx="10335350" cy="44901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/>
            <a:t>Outputs</a:t>
          </a:r>
          <a:endParaRPr lang="en-US" sz="1900" kern="1200"/>
        </a:p>
      </dsp:txBody>
      <dsp:txXfrm>
        <a:off x="21919" y="3238666"/>
        <a:ext cx="10291512" cy="405177"/>
      </dsp:txXfrm>
    </dsp:sp>
    <dsp:sp modelId="{561152FE-0AAD-46A9-872D-3FF89EB997A1}">
      <dsp:nvSpPr>
        <dsp:cNvPr id="0" name=""/>
        <dsp:cNvSpPr/>
      </dsp:nvSpPr>
      <dsp:spPr>
        <a:xfrm>
          <a:off x="0" y="3665763"/>
          <a:ext cx="10335350" cy="880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8147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0" i="0" kern="1200" baseline="0"/>
            <a:t>Improved health indicators: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1" i="0" kern="1200" baseline="0"/>
            <a:t>Lives saved</a:t>
          </a:r>
          <a:r>
            <a:rPr lang="en-US" sz="1500" b="0" i="0" kern="1200" baseline="0"/>
            <a:t>, </a:t>
          </a:r>
          <a:r>
            <a:rPr lang="en-US" sz="1500" b="1" i="0" kern="1200" baseline="0"/>
            <a:t>diseases prevented</a:t>
          </a:r>
          <a:r>
            <a:rPr lang="en-US" sz="1500" b="0" i="0" kern="1200" baseline="0"/>
            <a:t>, </a:t>
          </a:r>
          <a:r>
            <a:rPr lang="en-US" sz="1500" b="1" i="0" kern="1200" baseline="0"/>
            <a:t>cases treated</a:t>
          </a:r>
          <a:r>
            <a:rPr lang="en-US" sz="1500" b="0" i="0" kern="1200" baseline="0"/>
            <a:t>,</a:t>
          </a:r>
          <a:endParaRPr lang="en-US" sz="1500" kern="120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b="1" i="0" kern="1200" baseline="0"/>
            <a:t>Mortality reduced</a:t>
          </a:r>
          <a:r>
            <a:rPr lang="en-US" sz="1500" b="0" i="0" kern="1200" baseline="0"/>
            <a:t>, </a:t>
          </a:r>
          <a:r>
            <a:rPr lang="en-US" sz="1500" b="1" i="0" kern="1200" baseline="0"/>
            <a:t>life expectancy increased</a:t>
          </a:r>
          <a:endParaRPr lang="en-US" sz="1500" kern="1200"/>
        </a:p>
      </dsp:txBody>
      <dsp:txXfrm>
        <a:off x="0" y="3665763"/>
        <a:ext cx="10335350" cy="880785"/>
      </dsp:txXfrm>
    </dsp:sp>
    <dsp:sp modelId="{9314D7AF-6939-48C7-BAD6-83159DA8AA21}">
      <dsp:nvSpPr>
        <dsp:cNvPr id="0" name=""/>
        <dsp:cNvSpPr/>
      </dsp:nvSpPr>
      <dsp:spPr>
        <a:xfrm>
          <a:off x="0" y="4546548"/>
          <a:ext cx="10335350" cy="87457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These models are actively employed to improve health care planning and delivery in both developing and developed contexts.</a:t>
          </a:r>
          <a:endParaRPr lang="en-US" sz="1900" kern="1200"/>
        </a:p>
      </dsp:txBody>
      <dsp:txXfrm>
        <a:off x="42693" y="4589241"/>
        <a:ext cx="10249964" cy="789189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C03A2E-7823-4B6C-ACDA-C7684C1727C4}">
      <dsp:nvSpPr>
        <dsp:cNvPr id="0" name=""/>
        <dsp:cNvSpPr/>
      </dsp:nvSpPr>
      <dsp:spPr>
        <a:xfrm>
          <a:off x="0" y="18984"/>
          <a:ext cx="11094720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Community Diagnosis – Assessing Health Status</a:t>
          </a:r>
          <a:endParaRPr lang="en-US" sz="2100" kern="1200"/>
        </a:p>
      </dsp:txBody>
      <dsp:txXfrm>
        <a:off x="38981" y="57965"/>
        <a:ext cx="11016758" cy="720562"/>
      </dsp:txXfrm>
    </dsp:sp>
    <dsp:sp modelId="{3A82A3BD-431B-48F6-8CC6-5ED31C9624C9}">
      <dsp:nvSpPr>
        <dsp:cNvPr id="0" name=""/>
        <dsp:cNvSpPr/>
      </dsp:nvSpPr>
      <dsp:spPr>
        <a:xfrm>
          <a:off x="0" y="877989"/>
          <a:ext cx="11094720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Definition: Community diagnosis is the first step in planning health services — involves assessing the health status and health problems of a population.</a:t>
          </a:r>
        </a:p>
      </dsp:txBody>
      <dsp:txXfrm>
        <a:off x="38981" y="916970"/>
        <a:ext cx="11016758" cy="720562"/>
      </dsp:txXfrm>
    </dsp:sp>
    <dsp:sp modelId="{89A57D59-8131-498E-8239-9C0A8A8B22CB}">
      <dsp:nvSpPr>
        <dsp:cNvPr id="0" name=""/>
        <dsp:cNvSpPr/>
      </dsp:nvSpPr>
      <dsp:spPr>
        <a:xfrm>
          <a:off x="0" y="1736994"/>
          <a:ext cx="11094720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Purpose:</a:t>
          </a:r>
        </a:p>
      </dsp:txBody>
      <dsp:txXfrm>
        <a:off x="38981" y="1775975"/>
        <a:ext cx="11016758" cy="720562"/>
      </dsp:txXfrm>
    </dsp:sp>
    <dsp:sp modelId="{CDC49A4A-E695-4774-9D99-98CDE92D684E}">
      <dsp:nvSpPr>
        <dsp:cNvPr id="0" name=""/>
        <dsp:cNvSpPr/>
      </dsp:nvSpPr>
      <dsp:spPr>
        <a:xfrm>
          <a:off x="0" y="2535519"/>
          <a:ext cx="11094720" cy="5216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25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Identify priority health problems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Guide resource allocation and intervention planning</a:t>
          </a:r>
        </a:p>
      </dsp:txBody>
      <dsp:txXfrm>
        <a:off x="0" y="2535519"/>
        <a:ext cx="11094720" cy="521640"/>
      </dsp:txXfrm>
    </dsp:sp>
    <dsp:sp modelId="{D4C3B46F-1EEE-47E6-9F51-7964C9C1F690}">
      <dsp:nvSpPr>
        <dsp:cNvPr id="0" name=""/>
        <dsp:cNvSpPr/>
      </dsp:nvSpPr>
      <dsp:spPr>
        <a:xfrm>
          <a:off x="0" y="3057159"/>
          <a:ext cx="11094720" cy="7985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 Required for Analysis:</a:t>
          </a:r>
        </a:p>
      </dsp:txBody>
      <dsp:txXfrm>
        <a:off x="38981" y="3096140"/>
        <a:ext cx="11016758" cy="720562"/>
      </dsp:txXfrm>
    </dsp:sp>
    <dsp:sp modelId="{48A302C7-9F39-4EB9-8BF1-93F66F6492FA}">
      <dsp:nvSpPr>
        <dsp:cNvPr id="0" name=""/>
        <dsp:cNvSpPr/>
      </dsp:nvSpPr>
      <dsp:spPr>
        <a:xfrm>
          <a:off x="0" y="3855683"/>
          <a:ext cx="11094720" cy="1043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2257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Morbidity and mortality statistics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Demographic profile (age, sex, population growth, etc.)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Environmental conditions affecting health (water, sanitation, pollution)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/>
            <a:t>Socio-economic factors (income, education, occupation)</a:t>
          </a:r>
        </a:p>
      </dsp:txBody>
      <dsp:txXfrm>
        <a:off x="0" y="3855683"/>
        <a:ext cx="11094720" cy="1043280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ED453-7E24-4D79-B191-08C484271B8E}">
      <dsp:nvSpPr>
        <dsp:cNvPr id="0" name=""/>
        <dsp:cNvSpPr/>
      </dsp:nvSpPr>
      <dsp:spPr>
        <a:xfrm>
          <a:off x="50" y="122965"/>
          <a:ext cx="4829555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Additional Determinants:</a:t>
          </a:r>
        </a:p>
      </dsp:txBody>
      <dsp:txXfrm>
        <a:off x="50" y="122965"/>
        <a:ext cx="4829555" cy="691200"/>
      </dsp:txXfrm>
    </dsp:sp>
    <dsp:sp modelId="{1B44EF2A-0529-4C43-B076-4E6A5A705EDB}">
      <dsp:nvSpPr>
        <dsp:cNvPr id="0" name=""/>
        <dsp:cNvSpPr/>
      </dsp:nvSpPr>
      <dsp:spPr>
        <a:xfrm>
          <a:off x="50" y="814165"/>
          <a:ext cx="4829555" cy="31293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Cultural practices, attitudes, beliefs impacting health behavior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Availability of medical and health services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Availability of other support services (e.g., transportation, education)</a:t>
          </a:r>
        </a:p>
      </dsp:txBody>
      <dsp:txXfrm>
        <a:off x="50" y="814165"/>
        <a:ext cx="4829555" cy="3129300"/>
      </dsp:txXfrm>
    </dsp:sp>
    <dsp:sp modelId="{83E0A819-88DB-4393-ABD9-816C90849FD4}">
      <dsp:nvSpPr>
        <dsp:cNvPr id="0" name=""/>
        <dsp:cNvSpPr/>
      </dsp:nvSpPr>
      <dsp:spPr>
        <a:xfrm>
          <a:off x="5505743" y="122965"/>
          <a:ext cx="4829555" cy="6912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Outcome of Community Diagnosis:</a:t>
          </a:r>
        </a:p>
      </dsp:txBody>
      <dsp:txXfrm>
        <a:off x="5505743" y="122965"/>
        <a:ext cx="4829555" cy="691200"/>
      </dsp:txXfrm>
    </dsp:sp>
    <dsp:sp modelId="{DA14E193-4CAA-49A6-88D1-FD4C6CB91E2F}">
      <dsp:nvSpPr>
        <dsp:cNvPr id="0" name=""/>
        <dsp:cNvSpPr/>
      </dsp:nvSpPr>
      <dsp:spPr>
        <a:xfrm>
          <a:off x="5505743" y="814165"/>
          <a:ext cx="4829555" cy="31293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Holistic picture of the community’s health situation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Enables prioritization of problems based on: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Severity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Size of affected population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Feasibility of intervention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Availability of resources</a:t>
          </a:r>
        </a:p>
      </dsp:txBody>
      <dsp:txXfrm>
        <a:off x="5505743" y="814165"/>
        <a:ext cx="4829555" cy="3129300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AEDC05-7712-4F74-A922-D36A4ADD9A51}">
      <dsp:nvSpPr>
        <dsp:cNvPr id="0" name=""/>
        <dsp:cNvSpPr/>
      </dsp:nvSpPr>
      <dsp:spPr>
        <a:xfrm>
          <a:off x="0" y="84856"/>
          <a:ext cx="10515600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Infant Mortality Rate (IMR), 2018:</a:t>
          </a:r>
          <a:endParaRPr lang="en-US" sz="1800" kern="1200"/>
        </a:p>
      </dsp:txBody>
      <dsp:txXfrm>
        <a:off x="33412" y="118268"/>
        <a:ext cx="10448776" cy="617626"/>
      </dsp:txXfrm>
    </dsp:sp>
    <dsp:sp modelId="{6026765B-5026-4975-89B7-5F693F5ACD2F}">
      <dsp:nvSpPr>
        <dsp:cNvPr id="0" name=""/>
        <dsp:cNvSpPr/>
      </dsp:nvSpPr>
      <dsp:spPr>
        <a:xfrm>
          <a:off x="0" y="769306"/>
          <a:ext cx="10515600" cy="689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i="0" kern="1200" baseline="0"/>
            <a:t>India: 32 per 1000 live births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i="0" kern="1200" baseline="0"/>
            <a:t>World average: 29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i="0" kern="1200" baseline="0"/>
            <a:t>Developed countries: as low as 5</a:t>
          </a:r>
          <a:endParaRPr lang="en-US" sz="1400" kern="1200"/>
        </a:p>
      </dsp:txBody>
      <dsp:txXfrm>
        <a:off x="0" y="769306"/>
        <a:ext cx="10515600" cy="689310"/>
      </dsp:txXfrm>
    </dsp:sp>
    <dsp:sp modelId="{1C0286FB-CD75-4E66-8438-3BAC460066D1}">
      <dsp:nvSpPr>
        <dsp:cNvPr id="0" name=""/>
        <dsp:cNvSpPr/>
      </dsp:nvSpPr>
      <dsp:spPr>
        <a:xfrm>
          <a:off x="0" y="1458616"/>
          <a:ext cx="10515600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State-wise IMR (2018):</a:t>
          </a:r>
          <a:endParaRPr lang="en-US" sz="1800" kern="1200"/>
        </a:p>
      </dsp:txBody>
      <dsp:txXfrm>
        <a:off x="33412" y="1492028"/>
        <a:ext cx="10448776" cy="617626"/>
      </dsp:txXfrm>
    </dsp:sp>
    <dsp:sp modelId="{81CE39B5-9323-4612-B4FA-7FE7D55CD9A6}">
      <dsp:nvSpPr>
        <dsp:cNvPr id="0" name=""/>
        <dsp:cNvSpPr/>
      </dsp:nvSpPr>
      <dsp:spPr>
        <a:xfrm>
          <a:off x="0" y="2143066"/>
          <a:ext cx="10515600" cy="456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i="0" kern="1200" baseline="0"/>
            <a:t>Kerala: Lowest – 7 per 1000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i="0" kern="1200" baseline="0"/>
            <a:t>Madhya Pradesh: Highest – 48 per 1000</a:t>
          </a:r>
          <a:endParaRPr lang="en-US" sz="1400" kern="1200"/>
        </a:p>
      </dsp:txBody>
      <dsp:txXfrm>
        <a:off x="0" y="2143066"/>
        <a:ext cx="10515600" cy="456435"/>
      </dsp:txXfrm>
    </dsp:sp>
    <dsp:sp modelId="{E6B58621-FBC6-48A0-B30D-D5BA22A0EFFB}">
      <dsp:nvSpPr>
        <dsp:cNvPr id="0" name=""/>
        <dsp:cNvSpPr/>
      </dsp:nvSpPr>
      <dsp:spPr>
        <a:xfrm>
          <a:off x="0" y="2599501"/>
          <a:ext cx="10515600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Global Comparison:</a:t>
          </a:r>
          <a:endParaRPr lang="en-US" sz="1800" kern="1200"/>
        </a:p>
      </dsp:txBody>
      <dsp:txXfrm>
        <a:off x="33412" y="2632913"/>
        <a:ext cx="10448776" cy="617626"/>
      </dsp:txXfrm>
    </dsp:sp>
    <dsp:sp modelId="{1F07440E-C0F2-45CE-97F5-7EC52A2891E8}">
      <dsp:nvSpPr>
        <dsp:cNvPr id="0" name=""/>
        <dsp:cNvSpPr/>
      </dsp:nvSpPr>
      <dsp:spPr>
        <a:xfrm>
          <a:off x="0" y="3283951"/>
          <a:ext cx="105156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i="0" kern="1200" baseline="0"/>
            <a:t>India’s life expectancy (~68 years) lags 12–15 years behind developed nations (71–80 years)</a:t>
          </a:r>
          <a:endParaRPr lang="en-US" sz="1400" kern="1200"/>
        </a:p>
      </dsp:txBody>
      <dsp:txXfrm>
        <a:off x="0" y="3283951"/>
        <a:ext cx="10515600" cy="298080"/>
      </dsp:txXfrm>
    </dsp:sp>
    <dsp:sp modelId="{D67DCD3F-9C0C-4EF3-B26E-7F848F3076B7}">
      <dsp:nvSpPr>
        <dsp:cNvPr id="0" name=""/>
        <dsp:cNvSpPr/>
      </dsp:nvSpPr>
      <dsp:spPr>
        <a:xfrm>
          <a:off x="0" y="3582031"/>
          <a:ext cx="10515600" cy="6844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/>
            <a:t>Despite improvements, India's mortality indicators highlight disparities and unmet needs, particularly in rural areas and less developed states.</a:t>
          </a:r>
          <a:endParaRPr lang="en-US" sz="1800" kern="1200"/>
        </a:p>
      </dsp:txBody>
      <dsp:txXfrm>
        <a:off x="33412" y="3615443"/>
        <a:ext cx="10448776" cy="617626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BFD4F-A7C3-492E-8E86-086417EA09C4}">
      <dsp:nvSpPr>
        <dsp:cNvPr id="0" name=""/>
        <dsp:cNvSpPr/>
      </dsp:nvSpPr>
      <dsp:spPr>
        <a:xfrm>
          <a:off x="0" y="493919"/>
          <a:ext cx="6949440" cy="7253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1. Communicable disease problems; </a:t>
          </a:r>
        </a:p>
      </dsp:txBody>
      <dsp:txXfrm>
        <a:off x="35411" y="529330"/>
        <a:ext cx="6878618" cy="654577"/>
      </dsp:txXfrm>
    </dsp:sp>
    <dsp:sp modelId="{C962EBA7-D7A7-455D-9E7B-C42F45B41763}">
      <dsp:nvSpPr>
        <dsp:cNvPr id="0" name=""/>
        <dsp:cNvSpPr/>
      </dsp:nvSpPr>
      <dsp:spPr>
        <a:xfrm>
          <a:off x="0" y="1308599"/>
          <a:ext cx="6949440" cy="725399"/>
        </a:xfrm>
        <a:prstGeom prst="roundRect">
          <a:avLst/>
        </a:prstGeom>
        <a:solidFill>
          <a:schemeClr val="accent4">
            <a:hueOff val="1319987"/>
            <a:satOff val="-5840"/>
            <a:lumOff val="-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2. Non-communicable disease problems; </a:t>
          </a:r>
        </a:p>
      </dsp:txBody>
      <dsp:txXfrm>
        <a:off x="35411" y="1344010"/>
        <a:ext cx="6878618" cy="654577"/>
      </dsp:txXfrm>
    </dsp:sp>
    <dsp:sp modelId="{744CF8B0-43DD-4877-B1C5-E698E9276CD8}">
      <dsp:nvSpPr>
        <dsp:cNvPr id="0" name=""/>
        <dsp:cNvSpPr/>
      </dsp:nvSpPr>
      <dsp:spPr>
        <a:xfrm>
          <a:off x="0" y="2123279"/>
          <a:ext cx="6949440" cy="725399"/>
        </a:xfrm>
        <a:prstGeom prst="roundRect">
          <a:avLst/>
        </a:prstGeom>
        <a:solidFill>
          <a:schemeClr val="accent4">
            <a:hueOff val="2639975"/>
            <a:satOff val="-11681"/>
            <a:lumOff val="-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3. Nutritional problems; </a:t>
          </a:r>
        </a:p>
      </dsp:txBody>
      <dsp:txXfrm>
        <a:off x="35411" y="2158690"/>
        <a:ext cx="6878618" cy="654577"/>
      </dsp:txXfrm>
    </dsp:sp>
    <dsp:sp modelId="{B5B801FC-F1FB-4BF9-8489-EE6816F69521}">
      <dsp:nvSpPr>
        <dsp:cNvPr id="0" name=""/>
        <dsp:cNvSpPr/>
      </dsp:nvSpPr>
      <dsp:spPr>
        <a:xfrm>
          <a:off x="0" y="2937959"/>
          <a:ext cx="6949440" cy="725399"/>
        </a:xfrm>
        <a:prstGeom prst="roundRect">
          <a:avLst/>
        </a:prstGeom>
        <a:solidFill>
          <a:schemeClr val="accent4">
            <a:hueOff val="3959962"/>
            <a:satOff val="-17521"/>
            <a:lumOff val="-294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4. Environmental sanitation problems; </a:t>
          </a:r>
        </a:p>
      </dsp:txBody>
      <dsp:txXfrm>
        <a:off x="35411" y="2973370"/>
        <a:ext cx="6878618" cy="654577"/>
      </dsp:txXfrm>
    </dsp:sp>
    <dsp:sp modelId="{72790829-CC38-457C-9E47-2BDACEB978A1}">
      <dsp:nvSpPr>
        <dsp:cNvPr id="0" name=""/>
        <dsp:cNvSpPr/>
      </dsp:nvSpPr>
      <dsp:spPr>
        <a:xfrm>
          <a:off x="0" y="3752639"/>
          <a:ext cx="6949440" cy="725399"/>
        </a:xfrm>
        <a:prstGeom prst="roundRect">
          <a:avLst/>
        </a:prstGeom>
        <a:solidFill>
          <a:schemeClr val="accent4">
            <a:hueOff val="5279950"/>
            <a:satOff val="-23362"/>
            <a:lumOff val="-392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5. Medical care problems; </a:t>
          </a:r>
        </a:p>
      </dsp:txBody>
      <dsp:txXfrm>
        <a:off x="35411" y="3788050"/>
        <a:ext cx="6878618" cy="654577"/>
      </dsp:txXfrm>
    </dsp:sp>
    <dsp:sp modelId="{66734B53-888C-485F-82CE-099CDF0B05F7}">
      <dsp:nvSpPr>
        <dsp:cNvPr id="0" name=""/>
        <dsp:cNvSpPr/>
      </dsp:nvSpPr>
      <dsp:spPr>
        <a:xfrm>
          <a:off x="0" y="4567319"/>
          <a:ext cx="6949440" cy="725399"/>
        </a:xfrm>
        <a:prstGeom prst="roundRect">
          <a:avLst/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6. Population problems.</a:t>
          </a:r>
        </a:p>
      </dsp:txBody>
      <dsp:txXfrm>
        <a:off x="35411" y="4602730"/>
        <a:ext cx="6878618" cy="654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3A489-91AE-1E42-089F-0500DAD99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407F76-EDAB-4C00-5A72-C202AD156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87C3F-2662-87BF-B545-5CAF40BF9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6A50C-71F0-77C2-5CAD-735541AE3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C0A82-4122-14D2-6233-AFD2C44CA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197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E5D92-04E7-36A3-8532-ABB47363F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0C543-535A-560B-F9A7-59D25BFCA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CA880-9205-56A3-8CA8-D80E54274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18B40-1EE3-1063-185C-2356EFEB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29D94F-FA69-6939-4566-7450E9082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4546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118ED-AD59-99A4-F6D2-EEFC38597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E3A9E-E66A-A8EC-878F-95780C9AE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808E9-EAC4-11F9-297C-7772A727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F5509-35A8-CAEC-45EC-7D7E63F9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A9F51-3843-BB23-C2D3-42CA2500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64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434FE-6634-45E4-7D30-368C80D89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75546-A27B-0A62-5952-CD59D763F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738E7-ADF9-276E-933F-060B8CBC9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32F29-AC1D-5742-45ED-9448E29AE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C504-F914-BDEB-540C-AA9EBC73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6A2D9-7197-425B-615B-5076AB0E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615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78D22-1B79-16DF-7C41-596FA91F7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03DF94-B438-BA57-78EF-B86AD1D8B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BD079-9714-367B-9130-220CF6F1B3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16883F-9530-F3A2-5A07-0CD93F2DC2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40DF58-2A90-EBD2-02C4-F4BAFC1BF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B25B2-1373-501E-95BC-5338F4422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774E44-E10D-EBC4-E9BD-0949AB175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634A0-5637-E028-7D9B-0B773092B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01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08D31-F8BE-6E78-BBEB-B2CABEA41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4A6F15-3E1F-C304-3043-F83989479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15CFE5-7401-9A3C-0C94-A88A5F479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C74F6-BEDF-808A-F961-D645881AE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013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ECE81-328A-E255-51E3-FC230407C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AFDD4-412B-1F6A-AF7D-CBBEF3F48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E6816-707E-65C9-3FCC-7B7A123A9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69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BD2C9-CC45-83A9-8A5C-0DB2744BC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E596D-CFE9-BC61-4B8B-3523FAC3F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67693-3F05-0E7A-74EB-439C788EA1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9C598D-85E6-B2B4-2B1A-9187DF58A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6647D-F8EC-9489-5156-58F9094B2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4E8BB4-96B5-E218-CEFB-BCA6E5CFA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7086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827F1-E578-A8BE-FFC1-551AE91AB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ACE3D5-5926-B4BC-75AB-93C9D0EF8A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8AB338-D041-AD51-5CCA-6A649F4D7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A7D94-C5D2-4BE7-EDF8-7FB47B8B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45D550-F72E-EEE1-5DE4-EE64EB5E4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98EC1-4CA7-241F-EE86-02CBAC7AF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822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7B551-A8F0-29E5-5DEB-0916F323A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C28D73-CD8E-E811-A28B-A8F5B3ACB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69292-BF9C-38E1-0738-037720941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E9A79-5140-5E72-D868-98883B2D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E8663-9266-8777-B5D6-258EC57A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7766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48B97B-31C3-E3A0-285C-2361D83817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DD55C2-A595-533B-ECFA-FB927F68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A8C2A2-B09E-7819-4963-90E6BC633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65B05-8AB7-9332-5C24-F608FDEB1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99364-92DA-83DD-5F35-0BD43A65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429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A4FD2-456C-82CF-F905-2AACC81CB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C5E3A-9975-2256-B366-0FC4B7C7B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A4235-8579-20DD-F412-112C7C40E4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0B4D56-5301-49DE-91AB-9907F2D5AF98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60A46-9627-C3F9-90BB-2F7AB3D261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58489-510D-64FE-4FD9-96AC54809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FEB08E-2150-4BCD-A223-F64976F3E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527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Hands holding each other's wrists and interlinked to form a circle">
            <a:extLst>
              <a:ext uri="{FF2B5EF4-FFF2-40B4-BE49-F238E27FC236}">
                <a16:creationId xmlns:a16="http://schemas.microsoft.com/office/drawing/2014/main" id="{8F918D5E-1E0C-546B-5717-4E53E79376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370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D3B06-2168-9E5D-A020-88D89F48F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028" y="2155188"/>
            <a:ext cx="4160233" cy="2839273"/>
          </a:xfrm>
        </p:spPr>
        <p:txBody>
          <a:bodyPr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Health Care of the Community</a:t>
            </a: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5BF1C53-1FA9-77A0-261E-93646EBF0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028" y="5166367"/>
            <a:ext cx="4160233" cy="850998"/>
          </a:xfrm>
        </p:spPr>
        <p:txBody>
          <a:bodyPr>
            <a:normAutofit/>
          </a:bodyPr>
          <a:lstStyle/>
          <a:p>
            <a:pPr algn="l"/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200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7FD56-F08B-AD5D-96C7-F4284B7D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IN" dirty="0"/>
              <a:t>Concept of health care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FA08087A-FE92-A510-4CFE-B7C32399E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2275531"/>
              </p:ext>
            </p:extLst>
          </p:nvPr>
        </p:nvGraphicFramePr>
        <p:xfrm>
          <a:off x="333376" y="1266825"/>
          <a:ext cx="11224310" cy="5028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9310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961259D-605E-E200-FF9F-7C8C71D7C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64E5C8-37A6-BB0B-1763-DB87B75EF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035040" cy="1529932"/>
          </a:xfrm>
        </p:spPr>
        <p:txBody>
          <a:bodyPr anchor="b">
            <a:normAutofit/>
          </a:bodyPr>
          <a:lstStyle/>
          <a:p>
            <a:r>
              <a:rPr lang="en-US" sz="3700"/>
              <a:t>Medical Care vs Health Care &amp; Public Responsibility</a:t>
            </a:r>
            <a:endParaRPr lang="en-IN" sz="37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6FDD44-C675-2EC1-8C57-2E161E86CF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7" y="2212848"/>
            <a:ext cx="6035041" cy="40965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Medical care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is: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A subset of health care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Direct services by physicians (e.g., hospital or domiciliary care)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highlight>
                  <a:srgbClr val="FFFF00"/>
                </a:highlight>
                <a:latin typeface="+mj-lt"/>
              </a:rPr>
              <a:t>Health care ≠ Medical care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Health care includes broader determinants and multisectoral actions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Health care as a public right: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Recognized by most governments and included in constitutions</a:t>
            </a:r>
          </a:p>
          <a:p>
            <a:pPr marL="457200" lvl="1" indent="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In India, health care is primarily a governmental function, ensuring equal access for all citizens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+mj-lt"/>
            </a:endParaRPr>
          </a:p>
        </p:txBody>
      </p:sp>
      <p:pic>
        <p:nvPicPr>
          <p:cNvPr id="6" name="Picture 5" descr="People holding hands">
            <a:extLst>
              <a:ext uri="{FF2B5EF4-FFF2-40B4-BE49-F238E27FC236}">
                <a16:creationId xmlns:a16="http://schemas.microsoft.com/office/drawing/2014/main" id="{B49EB17B-BAF2-3591-5A49-5204276AE4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315" r="20514" b="-1"/>
          <a:stretch>
            <a:fillRect/>
          </a:stretch>
        </p:blipFill>
        <p:spPr>
          <a:xfrm>
            <a:off x="7345680" y="10"/>
            <a:ext cx="484632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89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5DFD9-EAA6-CEE2-3A94-AE75B5520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75412"/>
            <a:ext cx="7729728" cy="1188720"/>
          </a:xfrm>
        </p:spPr>
        <p:txBody>
          <a:bodyPr/>
          <a:lstStyle/>
          <a:p>
            <a:r>
              <a:rPr lang="en-IN" dirty="0"/>
              <a:t>Health system : Services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D595D16-64BB-4718-1681-510C943DE9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9463163"/>
              </p:ext>
            </p:extLst>
          </p:nvPr>
        </p:nvGraphicFramePr>
        <p:xfrm>
          <a:off x="711200" y="1940560"/>
          <a:ext cx="10749280" cy="4724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1600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BE5FFE-25CC-CE2C-1EBD-25787959C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sz="4100" b="1"/>
              <a:t>Key Themes in Modern Health Service Delivery</a:t>
            </a:r>
            <a:endParaRPr lang="en-US" sz="41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C2DC4D-C2CB-9955-0AE8-DF2312B8A7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5453595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2643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EFD8D0-C6A3-48E2-4EAA-EC5EE10C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WHO: Health for All by the Year 2000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88E03-FAD3-3FAD-6204-A33119874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/>
          </a:bodyPr>
          <a:lstStyle/>
          <a:p>
            <a:r>
              <a:rPr lang="en-US" sz="1800"/>
              <a:t>Launched by the WHO in 1978 through the Alma-Ata Declaration</a:t>
            </a:r>
          </a:p>
          <a:p>
            <a:r>
              <a:rPr lang="en-US" sz="1800"/>
              <a:t>Goal: Universal access to essential healthcare services by the year 2000</a:t>
            </a:r>
          </a:p>
          <a:p>
            <a:r>
              <a:rPr lang="en-US" sz="1800"/>
              <a:t>Emphasized primary healthcare, equity, and community participation</a:t>
            </a:r>
          </a:p>
          <a:p>
            <a:r>
              <a:rPr lang="en-US" sz="1800"/>
              <a:t>Despite falling short globally, it laid the foundation for future global health goals, including Universal Health Coverage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B213A5-55B4-157F-0488-0E7FAEDFE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95" y="1102440"/>
            <a:ext cx="4681506" cy="46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565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DFED09-82CE-6B89-8117-A4A34EE73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36BCB1-C262-2E00-F0DF-D2A368D02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HEALTH FOR ALL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264CCF70-2B55-F618-F2BD-469575F7F6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2000547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7044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7F1D5-7775-27D9-91E2-29CFCA435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168609-F27A-1614-28B1-8E31BE80A5F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8480" y="193040"/>
          <a:ext cx="11064240" cy="6421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74738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DB7F9-9782-F53C-45AB-911A5D2D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F392E8-F93A-10E6-571B-416567791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Global &amp; National Strategies for HFA</a:t>
            </a:r>
            <a:endParaRPr lang="en-US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18F42CD-2277-57D3-07A9-6CB2212555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96118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2402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537A7B-138A-BD7B-EAB6-9C0BC568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CB2B30-FB97-36D4-0083-D2508F341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35" y="100204"/>
            <a:ext cx="11081615" cy="976122"/>
          </a:xfrm>
        </p:spPr>
        <p:txBody>
          <a:bodyPr>
            <a:normAutofit/>
          </a:bodyPr>
          <a:lstStyle/>
          <a:p>
            <a:r>
              <a:rPr lang="en-US" sz="3200" dirty="0"/>
              <a:t>National Strategy for Health for All (HFA) by 2000</a:t>
            </a:r>
            <a:endParaRPr lang="en-IN" sz="32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86BB5F-9844-5CBD-5F52-BAEA41219E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4170418"/>
              </p:ext>
            </p:extLst>
          </p:nvPr>
        </p:nvGraphicFramePr>
        <p:xfrm>
          <a:off x="619125" y="1076326"/>
          <a:ext cx="10938561" cy="4945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6434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3E902-C3E7-A0A6-1DF6-6B1F9552A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E61D58-921C-1DBC-D9EF-DF83B50CA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325" y="1044592"/>
            <a:ext cx="2905613" cy="4768815"/>
          </a:xfrm>
        </p:spPr>
        <p:txBody>
          <a:bodyPr>
            <a:normAutofit/>
          </a:bodyPr>
          <a:lstStyle/>
          <a:p>
            <a:r>
              <a:rPr lang="en-US" sz="3200" dirty="0"/>
              <a:t>Key Goals of India’s National Health Policy (1983)</a:t>
            </a:r>
            <a:endParaRPr lang="en-IN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269185D-0DAE-3259-5C0D-1EF67190ED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4013492"/>
              </p:ext>
            </p:extLst>
          </p:nvPr>
        </p:nvGraphicFramePr>
        <p:xfrm>
          <a:off x="3211939" y="611043"/>
          <a:ext cx="8367411" cy="5645379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500052">
                  <a:extLst>
                    <a:ext uri="{9D8B030D-6E8A-4147-A177-3AD203B41FA5}">
                      <a16:colId xmlns:a16="http://schemas.microsoft.com/office/drawing/2014/main" val="1533937574"/>
                    </a:ext>
                  </a:extLst>
                </a:gridCol>
                <a:gridCol w="1857641">
                  <a:extLst>
                    <a:ext uri="{9D8B030D-6E8A-4147-A177-3AD203B41FA5}">
                      <a16:colId xmlns:a16="http://schemas.microsoft.com/office/drawing/2014/main" val="2239308761"/>
                    </a:ext>
                  </a:extLst>
                </a:gridCol>
                <a:gridCol w="2004859">
                  <a:extLst>
                    <a:ext uri="{9D8B030D-6E8A-4147-A177-3AD203B41FA5}">
                      <a16:colId xmlns:a16="http://schemas.microsoft.com/office/drawing/2014/main" val="3695164703"/>
                    </a:ext>
                  </a:extLst>
                </a:gridCol>
                <a:gridCol w="2004859">
                  <a:extLst>
                    <a:ext uri="{9D8B030D-6E8A-4147-A177-3AD203B41FA5}">
                      <a16:colId xmlns:a16="http://schemas.microsoft.com/office/drawing/2014/main" val="3711853503"/>
                    </a:ext>
                  </a:extLst>
                </a:gridCol>
              </a:tblGrid>
              <a:tr h="465599">
                <a:tc>
                  <a:txBody>
                    <a:bodyPr/>
                    <a:lstStyle/>
                    <a:p>
                      <a:r>
                        <a:rPr lang="en-IN" sz="1900" b="1" dirty="0"/>
                        <a:t>Indicator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 b="1"/>
                        <a:t>1978 Baseline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 b="1"/>
                        <a:t>Target by 2000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 b="1" dirty="0"/>
                        <a:t>Current</a:t>
                      </a:r>
                    </a:p>
                  </a:txBody>
                  <a:tcPr marL="97722" marR="97722" marT="48861" marB="48861" anchor="ctr"/>
                </a:tc>
                <a:extLst>
                  <a:ext uri="{0D108BD9-81ED-4DB2-BD59-A6C34878D82A}">
                    <a16:rowId xmlns:a16="http://schemas.microsoft.com/office/drawing/2014/main" val="1665432587"/>
                  </a:ext>
                </a:extLst>
              </a:tr>
              <a:tr h="783053">
                <a:tc>
                  <a:txBody>
                    <a:bodyPr/>
                    <a:lstStyle/>
                    <a:p>
                      <a:r>
                        <a:rPr lang="en-IN" sz="1900"/>
                        <a:t>Infant Mortality Rate (IMR)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125 / 1000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&lt; 60 / 1000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 / 1000 (SRS 2021)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64432092"/>
                  </a:ext>
                </a:extLst>
              </a:tr>
              <a:tr h="783053">
                <a:tc>
                  <a:txBody>
                    <a:bodyPr/>
                    <a:lstStyle/>
                    <a:p>
                      <a:r>
                        <a:rPr lang="en-IN" sz="1900"/>
                        <a:t>Life Expectancy at Birth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52 years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64 years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70.1 years (69.4 ♂, 71.0 ♀) – 2022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9231928"/>
                  </a:ext>
                </a:extLst>
              </a:tr>
              <a:tr h="783053">
                <a:tc>
                  <a:txBody>
                    <a:bodyPr/>
                    <a:lstStyle/>
                    <a:p>
                      <a:r>
                        <a:rPr lang="en-IN" sz="1900"/>
                        <a:t>Crude Death Rate (CDR)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14 / 1000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9 / 1000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9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6.0 / 1000 (SRS 2020)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1918935"/>
                  </a:ext>
                </a:extLst>
              </a:tr>
              <a:tr h="783053">
                <a:tc>
                  <a:txBody>
                    <a:bodyPr/>
                    <a:lstStyle/>
                    <a:p>
                      <a:r>
                        <a:rPr lang="en-IN" sz="1900"/>
                        <a:t>Crude Birth Rate (CBR)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33 / 1000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21 / 1000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19.5 / 1000 (SRS 2020)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28896916"/>
                  </a:ext>
                </a:extLst>
              </a:tr>
              <a:tr h="783053">
                <a:tc>
                  <a:txBody>
                    <a:bodyPr/>
                    <a:lstStyle/>
                    <a:p>
                      <a:r>
                        <a:rPr lang="en-IN" sz="1900"/>
                        <a:t>Net Reproduction Rate (NRR)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&gt; 1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1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~1.0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59276789"/>
                  </a:ext>
                </a:extLst>
              </a:tr>
              <a:tr h="1264515">
                <a:tc>
                  <a:txBody>
                    <a:bodyPr/>
                    <a:lstStyle/>
                    <a:p>
                      <a:r>
                        <a:rPr lang="en-IN" sz="1900"/>
                        <a:t>Rural Potable Water Coverage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Incomplete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r>
                        <a:rPr lang="en-IN" sz="1900" dirty="0"/>
                        <a:t>100% coverage</a:t>
                      </a:r>
                    </a:p>
                  </a:txBody>
                  <a:tcPr marL="97722" marR="97722" marT="48861" marB="48861" anchor="ctr"/>
                </a:tc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9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97% of rural households (Jal Jeevan Mission, 2024)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39720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6949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2C7BDF-D521-912F-8572-A2F65FCD0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3494314" cy="5786638"/>
          </a:xfrm>
        </p:spPr>
        <p:txBody>
          <a:bodyPr anchor="t">
            <a:normAutofit/>
          </a:bodyPr>
          <a:lstStyle/>
          <a:p>
            <a:r>
              <a:rPr lang="en-US" b="1" dirty="0"/>
              <a:t>Shift in Focus — Community &amp; Equity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FE9ABF-70E9-331F-70E5-AF7C21E9BB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880231"/>
              </p:ext>
            </p:extLst>
          </p:nvPr>
        </p:nvGraphicFramePr>
        <p:xfrm>
          <a:off x="4608246" y="548640"/>
          <a:ext cx="6949440" cy="57866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9992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911152-8425-F46A-356A-1D3CEFF58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altLang="en-US" sz="4000" b="1"/>
              <a:t>Emergence of Primary Health Care – Alma-Ata (1978)</a:t>
            </a:r>
            <a:endParaRPr lang="en-US" sz="400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6A975C8E-2046-D264-FD55-B96F32ACBE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999546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87037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9" name="Rectangle 2078">
            <a:extLst>
              <a:ext uri="{FF2B5EF4-FFF2-40B4-BE49-F238E27FC236}">
                <a16:creationId xmlns:a16="http://schemas.microsoft.com/office/drawing/2014/main" id="{9089EED9-F54D-4F20-A2C6-949DE4176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0" name="Rectangle 2079">
            <a:extLst>
              <a:ext uri="{FF2B5EF4-FFF2-40B4-BE49-F238E27FC236}">
                <a16:creationId xmlns:a16="http://schemas.microsoft.com/office/drawing/2014/main" id="{7E46F721-3785-414D-8697-16AF490E6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D254B-96C3-7C33-FDEF-9AE8D956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5300" y="1562669"/>
            <a:ext cx="3389515" cy="23806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Alma Ata declarartion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DCC8EC7-9D53-1298-DDB8-9B04F2A873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-1806" b="-2"/>
          <a:stretch>
            <a:fillRect/>
          </a:stretch>
        </p:blipFill>
        <p:spPr bwMode="auto">
          <a:xfrm>
            <a:off x="20" y="1"/>
            <a:ext cx="8699843" cy="6857999"/>
          </a:xfrm>
          <a:custGeom>
            <a:avLst/>
            <a:gdLst/>
            <a:ahLst/>
            <a:cxnLst/>
            <a:rect l="l" t="t" r="r" b="b"/>
            <a:pathLst>
              <a:path w="7665593" h="6857999">
                <a:moveTo>
                  <a:pt x="0" y="0"/>
                </a:moveTo>
                <a:lnTo>
                  <a:pt x="7363783" y="0"/>
                </a:lnTo>
                <a:lnTo>
                  <a:pt x="7372954" y="18152"/>
                </a:lnTo>
                <a:cubicBezTo>
                  <a:pt x="7378508" y="27417"/>
                  <a:pt x="7383821" y="35694"/>
                  <a:pt x="7386404" y="41707"/>
                </a:cubicBezTo>
                <a:lnTo>
                  <a:pt x="7389058" y="60832"/>
                </a:lnTo>
                <a:lnTo>
                  <a:pt x="7394074" y="60137"/>
                </a:lnTo>
                <a:lnTo>
                  <a:pt x="7394443" y="67241"/>
                </a:lnTo>
                <a:lnTo>
                  <a:pt x="7394565" y="83099"/>
                </a:lnTo>
                <a:cubicBezTo>
                  <a:pt x="7395324" y="92994"/>
                  <a:pt x="7394122" y="120511"/>
                  <a:pt x="7395957" y="130584"/>
                </a:cubicBezTo>
                <a:cubicBezTo>
                  <a:pt x="7401306" y="133490"/>
                  <a:pt x="7404223" y="137975"/>
                  <a:pt x="7405574" y="143540"/>
                </a:cubicBezTo>
                <a:lnTo>
                  <a:pt x="7405725" y="155795"/>
                </a:lnTo>
                <a:lnTo>
                  <a:pt x="7418615" y="226869"/>
                </a:lnTo>
                <a:lnTo>
                  <a:pt x="7419579" y="236641"/>
                </a:lnTo>
                <a:lnTo>
                  <a:pt x="7423900" y="241933"/>
                </a:lnTo>
                <a:cubicBezTo>
                  <a:pt x="7424763" y="245974"/>
                  <a:pt x="7424206" y="257579"/>
                  <a:pt x="7424760" y="260885"/>
                </a:cubicBezTo>
                <a:cubicBezTo>
                  <a:pt x="7425580" y="261177"/>
                  <a:pt x="7426400" y="261469"/>
                  <a:pt x="7427220" y="261761"/>
                </a:cubicBezTo>
                <a:cubicBezTo>
                  <a:pt x="7431152" y="272291"/>
                  <a:pt x="7444241" y="311893"/>
                  <a:pt x="7448344" y="324055"/>
                </a:cubicBezTo>
                <a:cubicBezTo>
                  <a:pt x="7444563" y="326484"/>
                  <a:pt x="7450535" y="331924"/>
                  <a:pt x="7451833" y="334727"/>
                </a:cubicBezTo>
                <a:cubicBezTo>
                  <a:pt x="7449286" y="335161"/>
                  <a:pt x="7448510" y="341947"/>
                  <a:pt x="7450776" y="343948"/>
                </a:cubicBezTo>
                <a:cubicBezTo>
                  <a:pt x="7463202" y="391652"/>
                  <a:pt x="7437523" y="367773"/>
                  <a:pt x="7453791" y="395003"/>
                </a:cubicBezTo>
                <a:cubicBezTo>
                  <a:pt x="7454869" y="399820"/>
                  <a:pt x="7453841" y="403723"/>
                  <a:pt x="7451939" y="407147"/>
                </a:cubicBezTo>
                <a:lnTo>
                  <a:pt x="7448030" y="412254"/>
                </a:lnTo>
                <a:lnTo>
                  <a:pt x="7455416" y="432021"/>
                </a:lnTo>
                <a:cubicBezTo>
                  <a:pt x="7457991" y="441758"/>
                  <a:pt x="7459699" y="452007"/>
                  <a:pt x="7460479" y="462523"/>
                </a:cubicBezTo>
                <a:cubicBezTo>
                  <a:pt x="7455275" y="464882"/>
                  <a:pt x="7462669" y="473136"/>
                  <a:pt x="7464133" y="477020"/>
                </a:cubicBezTo>
                <a:cubicBezTo>
                  <a:pt x="7460734" y="477060"/>
                  <a:pt x="7459104" y="485663"/>
                  <a:pt x="7461914" y="488716"/>
                </a:cubicBezTo>
                <a:cubicBezTo>
                  <a:pt x="7474065" y="552879"/>
                  <a:pt x="7442314" y="516775"/>
                  <a:pt x="7461353" y="555280"/>
                </a:cubicBezTo>
                <a:cubicBezTo>
                  <a:pt x="7462345" y="561721"/>
                  <a:pt x="7460642" y="566553"/>
                  <a:pt x="7457829" y="570585"/>
                </a:cubicBezTo>
                <a:lnTo>
                  <a:pt x="7450804" y="577839"/>
                </a:lnTo>
                <a:lnTo>
                  <a:pt x="7453309" y="583524"/>
                </a:lnTo>
                <a:cubicBezTo>
                  <a:pt x="7453505" y="604977"/>
                  <a:pt x="7446306" y="611303"/>
                  <a:pt x="7453558" y="623785"/>
                </a:cubicBezTo>
                <a:cubicBezTo>
                  <a:pt x="7438483" y="642230"/>
                  <a:pt x="7452055" y="636019"/>
                  <a:pt x="7454362" y="650049"/>
                </a:cubicBezTo>
                <a:cubicBezTo>
                  <a:pt x="7457368" y="661117"/>
                  <a:pt x="7463152" y="640798"/>
                  <a:pt x="7464006" y="651645"/>
                </a:cubicBezTo>
                <a:cubicBezTo>
                  <a:pt x="7460114" y="663380"/>
                  <a:pt x="7472201" y="662829"/>
                  <a:pt x="7467442" y="675032"/>
                </a:cubicBezTo>
                <a:cubicBezTo>
                  <a:pt x="7458335" y="672068"/>
                  <a:pt x="7469207" y="699114"/>
                  <a:pt x="7461251" y="699956"/>
                </a:cubicBezTo>
                <a:cubicBezTo>
                  <a:pt x="7472628" y="710321"/>
                  <a:pt x="7458614" y="715529"/>
                  <a:pt x="7462119" y="729331"/>
                </a:cubicBezTo>
                <a:cubicBezTo>
                  <a:pt x="7466423" y="735831"/>
                  <a:pt x="7467162" y="740521"/>
                  <a:pt x="7462533" y="746910"/>
                </a:cubicBezTo>
                <a:cubicBezTo>
                  <a:pt x="7483486" y="776851"/>
                  <a:pt x="7463470" y="765024"/>
                  <a:pt x="7471529" y="793043"/>
                </a:cubicBezTo>
                <a:cubicBezTo>
                  <a:pt x="7480002" y="817184"/>
                  <a:pt x="7485500" y="844550"/>
                  <a:pt x="7505730" y="867898"/>
                </a:cubicBezTo>
                <a:cubicBezTo>
                  <a:pt x="7511461" y="872184"/>
                  <a:pt x="7513630" y="882707"/>
                  <a:pt x="7510576" y="891400"/>
                </a:cubicBezTo>
                <a:cubicBezTo>
                  <a:pt x="7510049" y="892894"/>
                  <a:pt x="7509385" y="894278"/>
                  <a:pt x="7508604" y="895508"/>
                </a:cubicBezTo>
                <a:cubicBezTo>
                  <a:pt x="7511698" y="915692"/>
                  <a:pt x="7525520" y="989520"/>
                  <a:pt x="7529143" y="1012510"/>
                </a:cubicBezTo>
                <a:cubicBezTo>
                  <a:pt x="7521781" y="1014371"/>
                  <a:pt x="7535067" y="1025997"/>
                  <a:pt x="7530347" y="1033444"/>
                </a:cubicBezTo>
                <a:cubicBezTo>
                  <a:pt x="7526204" y="1038777"/>
                  <a:pt x="7529270" y="1043549"/>
                  <a:pt x="7529596" y="1049120"/>
                </a:cubicBezTo>
                <a:cubicBezTo>
                  <a:pt x="7526339" y="1056460"/>
                  <a:pt x="7532220" y="1080398"/>
                  <a:pt x="7536437" y="1086639"/>
                </a:cubicBezTo>
                <a:cubicBezTo>
                  <a:pt x="7551094" y="1101553"/>
                  <a:pt x="7540210" y="1135442"/>
                  <a:pt x="7551438" y="1147834"/>
                </a:cubicBezTo>
                <a:cubicBezTo>
                  <a:pt x="7553086" y="1152330"/>
                  <a:pt x="7553752" y="1156729"/>
                  <a:pt x="7553808" y="1161047"/>
                </a:cubicBezTo>
                <a:lnTo>
                  <a:pt x="7552572" y="1173130"/>
                </a:lnTo>
                <a:lnTo>
                  <a:pt x="7549434" y="1176566"/>
                </a:lnTo>
                <a:lnTo>
                  <a:pt x="7550211" y="1183950"/>
                </a:lnTo>
                <a:lnTo>
                  <a:pt x="7549733" y="1186066"/>
                </a:lnTo>
                <a:cubicBezTo>
                  <a:pt x="7548807" y="1190108"/>
                  <a:pt x="7548001" y="1194099"/>
                  <a:pt x="7547683" y="1198047"/>
                </a:cubicBezTo>
                <a:cubicBezTo>
                  <a:pt x="7563423" y="1192855"/>
                  <a:pt x="7547566" y="1230782"/>
                  <a:pt x="7560295" y="1219849"/>
                </a:cubicBezTo>
                <a:cubicBezTo>
                  <a:pt x="7561281" y="1240644"/>
                  <a:pt x="7573138" y="1224782"/>
                  <a:pt x="7561835" y="1249779"/>
                </a:cubicBezTo>
                <a:cubicBezTo>
                  <a:pt x="7574707" y="1282065"/>
                  <a:pt x="7569916" y="1332957"/>
                  <a:pt x="7589445" y="1358245"/>
                </a:cubicBezTo>
                <a:cubicBezTo>
                  <a:pt x="7581989" y="1355103"/>
                  <a:pt x="7576204" y="1368711"/>
                  <a:pt x="7579904" y="1378136"/>
                </a:cubicBezTo>
                <a:cubicBezTo>
                  <a:pt x="7550647" y="1367117"/>
                  <a:pt x="7606267" y="1415404"/>
                  <a:pt x="7586303" y="1423699"/>
                </a:cubicBezTo>
                <a:cubicBezTo>
                  <a:pt x="7604838" y="1424108"/>
                  <a:pt x="7636267" y="1466352"/>
                  <a:pt x="7621059" y="1486236"/>
                </a:cubicBezTo>
                <a:cubicBezTo>
                  <a:pt x="7624771" y="1516526"/>
                  <a:pt x="7640092" y="1537976"/>
                  <a:pt x="7633966" y="1569734"/>
                </a:cubicBezTo>
                <a:cubicBezTo>
                  <a:pt x="7636447" y="1570719"/>
                  <a:pt x="7638522" y="1572334"/>
                  <a:pt x="7640304" y="1574384"/>
                </a:cubicBezTo>
                <a:lnTo>
                  <a:pt x="7644628" y="1581242"/>
                </a:lnTo>
                <a:lnTo>
                  <a:pt x="7644313" y="1582567"/>
                </a:lnTo>
                <a:cubicBezTo>
                  <a:pt x="7644257" y="1587776"/>
                  <a:pt x="7645302" y="1590443"/>
                  <a:pt x="7646831" y="1591983"/>
                </a:cubicBezTo>
                <a:cubicBezTo>
                  <a:pt x="7647577" y="1592347"/>
                  <a:pt x="7648323" y="1592711"/>
                  <a:pt x="7649069" y="1593074"/>
                </a:cubicBezTo>
                <a:lnTo>
                  <a:pt x="7651326" y="1599230"/>
                </a:lnTo>
                <a:lnTo>
                  <a:pt x="7657195" y="1610539"/>
                </a:lnTo>
                <a:lnTo>
                  <a:pt x="7656957" y="1613422"/>
                </a:lnTo>
                <a:lnTo>
                  <a:pt x="7663730" y="1631673"/>
                </a:lnTo>
                <a:lnTo>
                  <a:pt x="7663189" y="1632289"/>
                </a:lnTo>
                <a:cubicBezTo>
                  <a:pt x="7662131" y="1634085"/>
                  <a:pt x="7661641" y="1636199"/>
                  <a:pt x="7662326" y="1639024"/>
                </a:cubicBezTo>
                <a:cubicBezTo>
                  <a:pt x="7651979" y="1640024"/>
                  <a:pt x="7659188" y="1642819"/>
                  <a:pt x="7662125" y="1651067"/>
                </a:cubicBezTo>
                <a:cubicBezTo>
                  <a:pt x="7646711" y="1654462"/>
                  <a:pt x="7660667" y="1674670"/>
                  <a:pt x="7653812" y="1683345"/>
                </a:cubicBezTo>
                <a:cubicBezTo>
                  <a:pt x="7656316" y="1689330"/>
                  <a:pt x="7658683" y="1695719"/>
                  <a:pt x="7660803" y="1702414"/>
                </a:cubicBezTo>
                <a:lnTo>
                  <a:pt x="7661867" y="1756201"/>
                </a:lnTo>
                <a:lnTo>
                  <a:pt x="7649453" y="1812530"/>
                </a:lnTo>
                <a:cubicBezTo>
                  <a:pt x="7649183" y="1833366"/>
                  <a:pt x="7644573" y="1851408"/>
                  <a:pt x="7647823" y="1869041"/>
                </a:cubicBezTo>
                <a:cubicBezTo>
                  <a:pt x="7644238" y="1876204"/>
                  <a:pt x="7642789" y="1882956"/>
                  <a:pt x="7648156" y="1889503"/>
                </a:cubicBezTo>
                <a:cubicBezTo>
                  <a:pt x="7646365" y="1908946"/>
                  <a:pt x="7638702" y="1913653"/>
                  <a:pt x="7644679" y="1925974"/>
                </a:cubicBezTo>
                <a:cubicBezTo>
                  <a:pt x="7632281" y="1936898"/>
                  <a:pt x="7637013" y="1937545"/>
                  <a:pt x="7640564" y="1942678"/>
                </a:cubicBezTo>
                <a:lnTo>
                  <a:pt x="7640816" y="1943410"/>
                </a:lnTo>
                <a:lnTo>
                  <a:pt x="7639044" y="1944904"/>
                </a:lnTo>
                <a:lnTo>
                  <a:pt x="7638223" y="1947993"/>
                </a:lnTo>
                <a:lnTo>
                  <a:pt x="7638752" y="1956430"/>
                </a:lnTo>
                <a:lnTo>
                  <a:pt x="7639407" y="1959603"/>
                </a:lnTo>
                <a:cubicBezTo>
                  <a:pt x="7639690" y="1961788"/>
                  <a:pt x="7639658" y="1963239"/>
                  <a:pt x="7639396" y="1964244"/>
                </a:cubicBezTo>
                <a:lnTo>
                  <a:pt x="7639249" y="1964361"/>
                </a:lnTo>
                <a:lnTo>
                  <a:pt x="7639521" y="1968708"/>
                </a:lnTo>
                <a:cubicBezTo>
                  <a:pt x="7640315" y="1976045"/>
                  <a:pt x="7641402" y="1983186"/>
                  <a:pt x="7642694" y="1989983"/>
                </a:cubicBezTo>
                <a:cubicBezTo>
                  <a:pt x="7634556" y="1995729"/>
                  <a:pt x="7644169" y="2020842"/>
                  <a:pt x="7628828" y="2018094"/>
                </a:cubicBezTo>
                <a:cubicBezTo>
                  <a:pt x="7630116" y="2027262"/>
                  <a:pt x="7636485" y="2032807"/>
                  <a:pt x="7626423" y="2029720"/>
                </a:cubicBezTo>
                <a:cubicBezTo>
                  <a:pt x="7626559" y="2032738"/>
                  <a:pt x="7625703" y="2034598"/>
                  <a:pt x="7624364" y="2035929"/>
                </a:cubicBezTo>
                <a:lnTo>
                  <a:pt x="7623733" y="2036314"/>
                </a:lnTo>
                <a:lnTo>
                  <a:pt x="7626847" y="2056711"/>
                </a:lnTo>
                <a:lnTo>
                  <a:pt x="7626090" y="2059419"/>
                </a:lnTo>
                <a:lnTo>
                  <a:pt x="7629618" y="2072712"/>
                </a:lnTo>
                <a:lnTo>
                  <a:pt x="7630641" y="2079581"/>
                </a:lnTo>
                <a:lnTo>
                  <a:pt x="7632577" y="2081522"/>
                </a:lnTo>
                <a:cubicBezTo>
                  <a:pt x="7633753" y="2083617"/>
                  <a:pt x="7634261" y="2086620"/>
                  <a:pt x="7633251" y="2091658"/>
                </a:cubicBezTo>
                <a:lnTo>
                  <a:pt x="7632707" y="2092825"/>
                </a:lnTo>
                <a:lnTo>
                  <a:pt x="7635575" y="2101184"/>
                </a:lnTo>
                <a:cubicBezTo>
                  <a:pt x="7636900" y="2103876"/>
                  <a:pt x="7638586" y="2106260"/>
                  <a:pt x="7640772" y="2108190"/>
                </a:cubicBezTo>
                <a:cubicBezTo>
                  <a:pt x="7629093" y="2136655"/>
                  <a:pt x="7639778" y="2163513"/>
                  <a:pt x="7637758" y="2194409"/>
                </a:cubicBezTo>
                <a:cubicBezTo>
                  <a:pt x="7619585" y="2207765"/>
                  <a:pt x="7641835" y="2261154"/>
                  <a:pt x="7659453" y="2268824"/>
                </a:cubicBezTo>
                <a:cubicBezTo>
                  <a:pt x="7644015" y="2268997"/>
                  <a:pt x="7665037" y="2307714"/>
                  <a:pt x="7665583" y="2317700"/>
                </a:cubicBezTo>
                <a:cubicBezTo>
                  <a:pt x="7665764" y="2321029"/>
                  <a:pt x="7663671" y="2321166"/>
                  <a:pt x="7657195" y="2315619"/>
                </a:cubicBezTo>
                <a:cubicBezTo>
                  <a:pt x="7658997" y="2326231"/>
                  <a:pt x="7650972" y="2337185"/>
                  <a:pt x="7644431" y="2331209"/>
                </a:cubicBezTo>
                <a:cubicBezTo>
                  <a:pt x="7658433" y="2363448"/>
                  <a:pt x="7644510" y="2411031"/>
                  <a:pt x="7650869" y="2447461"/>
                </a:cubicBezTo>
                <a:cubicBezTo>
                  <a:pt x="7635485" y="2467322"/>
                  <a:pt x="7649719" y="2456555"/>
                  <a:pt x="7646841" y="2477156"/>
                </a:cubicBezTo>
                <a:cubicBezTo>
                  <a:pt x="7661004" y="2471521"/>
                  <a:pt x="7638896" y="2502164"/>
                  <a:pt x="7654880" y="2503292"/>
                </a:cubicBezTo>
                <a:cubicBezTo>
                  <a:pt x="7653849" y="2507005"/>
                  <a:pt x="7652348" y="2510567"/>
                  <a:pt x="7650720" y="2514131"/>
                </a:cubicBezTo>
                <a:lnTo>
                  <a:pt x="7649876" y="2516003"/>
                </a:lnTo>
                <a:lnTo>
                  <a:pt x="7649263" y="2523483"/>
                </a:lnTo>
                <a:lnTo>
                  <a:pt x="7645633" y="2525592"/>
                </a:lnTo>
                <a:lnTo>
                  <a:pt x="7642233" y="2536851"/>
                </a:lnTo>
                <a:cubicBezTo>
                  <a:pt x="7641494" y="2541069"/>
                  <a:pt x="7641323" y="2545607"/>
                  <a:pt x="7642069" y="2550622"/>
                </a:cubicBezTo>
                <a:cubicBezTo>
                  <a:pt x="7648404" y="2562959"/>
                  <a:pt x="7640640" y="2582170"/>
                  <a:pt x="7641110" y="2599544"/>
                </a:cubicBezTo>
                <a:lnTo>
                  <a:pt x="7643071" y="2607523"/>
                </a:lnTo>
                <a:lnTo>
                  <a:pt x="7639801" y="2633566"/>
                </a:lnTo>
                <a:cubicBezTo>
                  <a:pt x="7639166" y="2640978"/>
                  <a:pt x="7638833" y="2648672"/>
                  <a:pt x="7639065" y="2656773"/>
                </a:cubicBezTo>
                <a:lnTo>
                  <a:pt x="7640624" y="2671810"/>
                </a:lnTo>
                <a:lnTo>
                  <a:pt x="7639332" y="2675751"/>
                </a:lnTo>
                <a:cubicBezTo>
                  <a:pt x="7639476" y="2682617"/>
                  <a:pt x="7644027" y="2691703"/>
                  <a:pt x="7638498" y="2690893"/>
                </a:cubicBezTo>
                <a:lnTo>
                  <a:pt x="7640415" y="2698606"/>
                </a:lnTo>
                <a:lnTo>
                  <a:pt x="7636002" y="2706218"/>
                </a:lnTo>
                <a:cubicBezTo>
                  <a:pt x="7634978" y="2707053"/>
                  <a:pt x="7633887" y="2707679"/>
                  <a:pt x="7632770" y="2708079"/>
                </a:cubicBezTo>
                <a:lnTo>
                  <a:pt x="7634220" y="2718854"/>
                </a:lnTo>
                <a:lnTo>
                  <a:pt x="7631061" y="2727688"/>
                </a:lnTo>
                <a:lnTo>
                  <a:pt x="7633127" y="2735389"/>
                </a:lnTo>
                <a:lnTo>
                  <a:pt x="7632661" y="2738584"/>
                </a:lnTo>
                <a:lnTo>
                  <a:pt x="7631098" y="2746529"/>
                </a:lnTo>
                <a:cubicBezTo>
                  <a:pt x="7630002" y="2750602"/>
                  <a:pt x="7628681" y="2755160"/>
                  <a:pt x="7627624" y="2760235"/>
                </a:cubicBezTo>
                <a:lnTo>
                  <a:pt x="7627140" y="2764511"/>
                </a:lnTo>
                <a:lnTo>
                  <a:pt x="7621827" y="2773820"/>
                </a:lnTo>
                <a:cubicBezTo>
                  <a:pt x="7617811" y="2780593"/>
                  <a:pt x="7615104" y="2785923"/>
                  <a:pt x="7617284" y="2791840"/>
                </a:cubicBezTo>
                <a:cubicBezTo>
                  <a:pt x="7612094" y="2801924"/>
                  <a:pt x="7597550" y="2808970"/>
                  <a:pt x="7601430" y="2823567"/>
                </a:cubicBezTo>
                <a:cubicBezTo>
                  <a:pt x="7594841" y="2819137"/>
                  <a:pt x="7600633" y="2839778"/>
                  <a:pt x="7593865" y="2842217"/>
                </a:cubicBezTo>
                <a:cubicBezTo>
                  <a:pt x="7588415" y="2843342"/>
                  <a:pt x="7588901" y="2849866"/>
                  <a:pt x="7586893" y="2854834"/>
                </a:cubicBezTo>
                <a:cubicBezTo>
                  <a:pt x="7581327" y="2858374"/>
                  <a:pt x="7576244" y="2883372"/>
                  <a:pt x="7577046" y="2892075"/>
                </a:cubicBezTo>
                <a:cubicBezTo>
                  <a:pt x="7582584" y="2916606"/>
                  <a:pt x="7560175" y="2936338"/>
                  <a:pt x="7564026" y="2955950"/>
                </a:cubicBezTo>
                <a:cubicBezTo>
                  <a:pt x="7563501" y="2961086"/>
                  <a:pt x="7562240" y="2965343"/>
                  <a:pt x="7560529" y="2969031"/>
                </a:cubicBezTo>
                <a:lnTo>
                  <a:pt x="7554631" y="2978222"/>
                </a:lnTo>
                <a:lnTo>
                  <a:pt x="7550747" y="2978564"/>
                </a:lnTo>
                <a:lnTo>
                  <a:pt x="7548359" y="2985429"/>
                </a:lnTo>
                <a:lnTo>
                  <a:pt x="7547120" y="2986826"/>
                </a:lnTo>
                <a:cubicBezTo>
                  <a:pt x="7544741" y="2989483"/>
                  <a:pt x="7542480" y="2992194"/>
                  <a:pt x="7540621" y="2995267"/>
                </a:cubicBezTo>
                <a:cubicBezTo>
                  <a:pt x="7555200" y="3003715"/>
                  <a:pt x="7527208" y="3022799"/>
                  <a:pt x="7541739" y="3023946"/>
                </a:cubicBezTo>
                <a:cubicBezTo>
                  <a:pt x="7534059" y="3042303"/>
                  <a:pt x="7549904" y="3038579"/>
                  <a:pt x="7530781" y="3050462"/>
                </a:cubicBezTo>
                <a:cubicBezTo>
                  <a:pt x="7527838" y="3088204"/>
                  <a:pt x="7503338" y="3127251"/>
                  <a:pt x="7508515" y="3164510"/>
                </a:cubicBezTo>
                <a:cubicBezTo>
                  <a:pt x="7503888" y="3155782"/>
                  <a:pt x="7493770" y="3162549"/>
                  <a:pt x="7492866" y="3173520"/>
                </a:cubicBezTo>
                <a:cubicBezTo>
                  <a:pt x="7474179" y="3140376"/>
                  <a:pt x="7498581" y="3226463"/>
                  <a:pt x="7479395" y="3217191"/>
                </a:cubicBezTo>
                <a:cubicBezTo>
                  <a:pt x="7493905" y="3232643"/>
                  <a:pt x="7501608" y="3293915"/>
                  <a:pt x="7481475" y="3298298"/>
                </a:cubicBezTo>
                <a:cubicBezTo>
                  <a:pt x="7472089" y="3326890"/>
                  <a:pt x="7475493" y="3357480"/>
                  <a:pt x="7457722" y="3379292"/>
                </a:cubicBezTo>
                <a:cubicBezTo>
                  <a:pt x="7459285" y="3382143"/>
                  <a:pt x="7460273" y="3385199"/>
                  <a:pt x="7460850" y="3388381"/>
                </a:cubicBezTo>
                <a:lnTo>
                  <a:pt x="7461482" y="3397694"/>
                </a:lnTo>
                <a:lnTo>
                  <a:pt x="7460695" y="3398556"/>
                </a:lnTo>
                <a:cubicBezTo>
                  <a:pt x="7458532" y="3402904"/>
                  <a:pt x="7458275" y="3406007"/>
                  <a:pt x="7458858" y="3408553"/>
                </a:cubicBezTo>
                <a:lnTo>
                  <a:pt x="7460185" y="3411299"/>
                </a:lnTo>
                <a:lnTo>
                  <a:pt x="7459468" y="3418333"/>
                </a:lnTo>
                <a:lnTo>
                  <a:pt x="7459515" y="3432662"/>
                </a:lnTo>
                <a:lnTo>
                  <a:pt x="7458154" y="3434902"/>
                </a:lnTo>
                <a:lnTo>
                  <a:pt x="7456091" y="3455825"/>
                </a:lnTo>
                <a:cubicBezTo>
                  <a:pt x="7455865" y="3455850"/>
                  <a:pt x="7455638" y="3455877"/>
                  <a:pt x="7455413" y="3455903"/>
                </a:cubicBezTo>
                <a:cubicBezTo>
                  <a:pt x="7453843" y="3456557"/>
                  <a:pt x="7452596" y="3457940"/>
                  <a:pt x="7451989" y="3460886"/>
                </a:cubicBezTo>
                <a:cubicBezTo>
                  <a:pt x="7443388" y="3453296"/>
                  <a:pt x="7447961" y="3461529"/>
                  <a:pt x="7446929" y="3470886"/>
                </a:cubicBezTo>
                <a:cubicBezTo>
                  <a:pt x="7433341" y="3461186"/>
                  <a:pt x="7436171" y="3489615"/>
                  <a:pt x="7427213" y="3491353"/>
                </a:cubicBezTo>
                <a:cubicBezTo>
                  <a:pt x="7426761" y="3498443"/>
                  <a:pt x="7426037" y="3505767"/>
                  <a:pt x="7424990" y="3513143"/>
                </a:cubicBezTo>
                <a:lnTo>
                  <a:pt x="7424186" y="3517424"/>
                </a:lnTo>
                <a:cubicBezTo>
                  <a:pt x="7424132" y="3517438"/>
                  <a:pt x="7424077" y="3517453"/>
                  <a:pt x="7424024" y="3517467"/>
                </a:cubicBezTo>
                <a:cubicBezTo>
                  <a:pt x="7423536" y="3518305"/>
                  <a:pt x="7423153" y="3519678"/>
                  <a:pt x="7422883" y="3521896"/>
                </a:cubicBezTo>
                <a:lnTo>
                  <a:pt x="7422723" y="3525229"/>
                </a:lnTo>
                <a:lnTo>
                  <a:pt x="7421163" y="3533534"/>
                </a:lnTo>
                <a:lnTo>
                  <a:pt x="7419650" y="3536108"/>
                </a:lnTo>
                <a:lnTo>
                  <a:pt x="7417640" y="3536718"/>
                </a:lnTo>
                <a:lnTo>
                  <a:pt x="7417697" y="3537534"/>
                </a:lnTo>
                <a:cubicBezTo>
                  <a:pt x="7419749" y="3544077"/>
                  <a:pt x="7423989" y="3546875"/>
                  <a:pt x="7409814" y="3551598"/>
                </a:cubicBezTo>
                <a:cubicBezTo>
                  <a:pt x="7412376" y="3566128"/>
                  <a:pt x="7404108" y="3567090"/>
                  <a:pt x="7397719" y="3584844"/>
                </a:cubicBezTo>
                <a:cubicBezTo>
                  <a:pt x="7401116" y="3593573"/>
                  <a:pt x="7398130" y="3599358"/>
                  <a:pt x="7393057" y="3604546"/>
                </a:cubicBezTo>
                <a:cubicBezTo>
                  <a:pt x="7391792" y="3622895"/>
                  <a:pt x="7383125" y="3638008"/>
                  <a:pt x="7377811" y="3657793"/>
                </a:cubicBezTo>
                <a:cubicBezTo>
                  <a:pt x="7379886" y="3680874"/>
                  <a:pt x="7366255" y="3689531"/>
                  <a:pt x="7360624" y="3710685"/>
                </a:cubicBezTo>
                <a:cubicBezTo>
                  <a:pt x="7367950" y="3731637"/>
                  <a:pt x="7347999" y="3723947"/>
                  <a:pt x="7341489" y="3734006"/>
                </a:cubicBezTo>
                <a:lnTo>
                  <a:pt x="7340478" y="3737028"/>
                </a:lnTo>
                <a:lnTo>
                  <a:pt x="7340489" y="3745476"/>
                </a:lnTo>
                <a:lnTo>
                  <a:pt x="7340950" y="3748687"/>
                </a:lnTo>
                <a:cubicBezTo>
                  <a:pt x="7341098" y="3750887"/>
                  <a:pt x="7340976" y="3752333"/>
                  <a:pt x="7340653" y="3753314"/>
                </a:cubicBezTo>
                <a:lnTo>
                  <a:pt x="7340500" y="3753419"/>
                </a:lnTo>
                <a:lnTo>
                  <a:pt x="7340506" y="3757774"/>
                </a:lnTo>
                <a:cubicBezTo>
                  <a:pt x="7340847" y="3765147"/>
                  <a:pt x="7341495" y="3772345"/>
                  <a:pt x="7342369" y="3779218"/>
                </a:cubicBezTo>
                <a:cubicBezTo>
                  <a:pt x="7333890" y="3784348"/>
                  <a:pt x="7341949" y="3810090"/>
                  <a:pt x="7326800" y="3806225"/>
                </a:cubicBezTo>
                <a:cubicBezTo>
                  <a:pt x="7327524" y="3815461"/>
                  <a:pt x="7333545" y="3821456"/>
                  <a:pt x="7323686" y="3817640"/>
                </a:cubicBezTo>
                <a:cubicBezTo>
                  <a:pt x="7323637" y="3820659"/>
                  <a:pt x="7322668" y="3822449"/>
                  <a:pt x="7321247" y="3823678"/>
                </a:cubicBezTo>
                <a:lnTo>
                  <a:pt x="7320595" y="3824018"/>
                </a:lnTo>
                <a:lnTo>
                  <a:pt x="7322453" y="3844579"/>
                </a:lnTo>
                <a:lnTo>
                  <a:pt x="7321532" y="3847225"/>
                </a:lnTo>
                <a:lnTo>
                  <a:pt x="7324238" y="3860736"/>
                </a:lnTo>
                <a:lnTo>
                  <a:pt x="7324840" y="3867658"/>
                </a:lnTo>
                <a:lnTo>
                  <a:pt x="7326655" y="3869733"/>
                </a:lnTo>
                <a:cubicBezTo>
                  <a:pt x="7327701" y="3871909"/>
                  <a:pt x="7328023" y="3874942"/>
                  <a:pt x="7326706" y="3879891"/>
                </a:cubicBezTo>
                <a:lnTo>
                  <a:pt x="7326093" y="3881013"/>
                </a:lnTo>
                <a:lnTo>
                  <a:pt x="7328442" y="3889558"/>
                </a:lnTo>
                <a:cubicBezTo>
                  <a:pt x="7329602" y="3892339"/>
                  <a:pt x="7331138" y="3894839"/>
                  <a:pt x="7333203" y="3896924"/>
                </a:cubicBezTo>
                <a:cubicBezTo>
                  <a:pt x="7319795" y="3924445"/>
                  <a:pt x="7328820" y="3952004"/>
                  <a:pt x="7324908" y="3982658"/>
                </a:cubicBezTo>
                <a:cubicBezTo>
                  <a:pt x="7325522" y="4017325"/>
                  <a:pt x="7327874" y="4041416"/>
                  <a:pt x="7327588" y="4064228"/>
                </a:cubicBezTo>
                <a:cubicBezTo>
                  <a:pt x="7328735" y="4074940"/>
                  <a:pt x="7329351" y="4153102"/>
                  <a:pt x="7323186" y="4146664"/>
                </a:cubicBezTo>
                <a:cubicBezTo>
                  <a:pt x="7335189" y="4179829"/>
                  <a:pt x="7318370" y="4199117"/>
                  <a:pt x="7322488" y="4235901"/>
                </a:cubicBezTo>
                <a:cubicBezTo>
                  <a:pt x="7305909" y="4254573"/>
                  <a:pt x="7320783" y="4244884"/>
                  <a:pt x="7316645" y="4265209"/>
                </a:cubicBezTo>
                <a:cubicBezTo>
                  <a:pt x="7331133" y="4260631"/>
                  <a:pt x="7307179" y="4289560"/>
                  <a:pt x="7323069" y="4291857"/>
                </a:cubicBezTo>
                <a:cubicBezTo>
                  <a:pt x="7321814" y="4295483"/>
                  <a:pt x="7320095" y="4298923"/>
                  <a:pt x="7318251" y="4302359"/>
                </a:cubicBezTo>
                <a:lnTo>
                  <a:pt x="7317295" y="4304161"/>
                </a:lnTo>
                <a:lnTo>
                  <a:pt x="7316223" y="4311573"/>
                </a:lnTo>
                <a:lnTo>
                  <a:pt x="7312469" y="4313411"/>
                </a:lnTo>
                <a:lnTo>
                  <a:pt x="7306447" y="4403491"/>
                </a:lnTo>
                <a:cubicBezTo>
                  <a:pt x="7308849" y="4411399"/>
                  <a:pt x="7308497" y="4436984"/>
                  <a:pt x="7303688" y="4442497"/>
                </a:cubicBezTo>
                <a:cubicBezTo>
                  <a:pt x="7302637" y="4447969"/>
                  <a:pt x="7304327" y="4453942"/>
                  <a:pt x="7299181" y="4457128"/>
                </a:cubicBezTo>
                <a:cubicBezTo>
                  <a:pt x="7296154" y="4469016"/>
                  <a:pt x="7289197" y="4496240"/>
                  <a:pt x="7285530" y="4513823"/>
                </a:cubicBezTo>
                <a:cubicBezTo>
                  <a:pt x="7288769" y="4518560"/>
                  <a:pt x="7287100" y="4524649"/>
                  <a:pt x="7284412" y="4532609"/>
                </a:cubicBezTo>
                <a:lnTo>
                  <a:pt x="7282601" y="4540125"/>
                </a:lnTo>
                <a:lnTo>
                  <a:pt x="7291785" y="4563650"/>
                </a:lnTo>
                <a:lnTo>
                  <a:pt x="7284191" y="4636427"/>
                </a:lnTo>
                <a:lnTo>
                  <a:pt x="7292797" y="4672055"/>
                </a:lnTo>
                <a:cubicBezTo>
                  <a:pt x="7294304" y="4686552"/>
                  <a:pt x="7294421" y="4700466"/>
                  <a:pt x="7295425" y="4713953"/>
                </a:cubicBezTo>
                <a:cubicBezTo>
                  <a:pt x="7296104" y="4744441"/>
                  <a:pt x="7280378" y="4723911"/>
                  <a:pt x="7292574" y="4762180"/>
                </a:cubicBezTo>
                <a:cubicBezTo>
                  <a:pt x="7286719" y="4766152"/>
                  <a:pt x="7286266" y="4770971"/>
                  <a:pt x="7288689" y="4779168"/>
                </a:cubicBezTo>
                <a:cubicBezTo>
                  <a:pt x="7288592" y="4793971"/>
                  <a:pt x="7274303" y="4792486"/>
                  <a:pt x="7282355" y="4807636"/>
                </a:cubicBezTo>
                <a:cubicBezTo>
                  <a:pt x="7278556" y="4806204"/>
                  <a:pt x="7277539" y="4813202"/>
                  <a:pt x="7276505" y="4819678"/>
                </a:cubicBezTo>
                <a:lnTo>
                  <a:pt x="7273752" y="4823797"/>
                </a:lnTo>
                <a:lnTo>
                  <a:pt x="7283683" y="4847794"/>
                </a:lnTo>
                <a:cubicBezTo>
                  <a:pt x="7296832" y="4890479"/>
                  <a:pt x="7302379" y="4941877"/>
                  <a:pt x="7311552" y="4978326"/>
                </a:cubicBezTo>
                <a:cubicBezTo>
                  <a:pt x="7284161" y="4998846"/>
                  <a:pt x="7309660" y="4989594"/>
                  <a:pt x="7304880" y="5015024"/>
                </a:cubicBezTo>
                <a:cubicBezTo>
                  <a:pt x="7330355" y="5012307"/>
                  <a:pt x="7291032" y="5044485"/>
                  <a:pt x="7319932" y="5050993"/>
                </a:cubicBezTo>
                <a:cubicBezTo>
                  <a:pt x="7318148" y="5055414"/>
                  <a:pt x="7315506" y="5059493"/>
                  <a:pt x="7312641" y="5063537"/>
                </a:cubicBezTo>
                <a:lnTo>
                  <a:pt x="7311153" y="5065661"/>
                </a:lnTo>
                <a:lnTo>
                  <a:pt x="7310197" y="5075032"/>
                </a:lnTo>
                <a:lnTo>
                  <a:pt x="7303683" y="5076576"/>
                </a:lnTo>
                <a:lnTo>
                  <a:pt x="7297768" y="5089898"/>
                </a:lnTo>
                <a:cubicBezTo>
                  <a:pt x="7296519" y="5095057"/>
                  <a:pt x="7296302" y="5100805"/>
                  <a:pt x="7297750" y="5107454"/>
                </a:cubicBezTo>
                <a:cubicBezTo>
                  <a:pt x="7309447" y="5125240"/>
                  <a:pt x="7295812" y="5147341"/>
                  <a:pt x="7297014" y="5169708"/>
                </a:cubicBezTo>
                <a:lnTo>
                  <a:pt x="7300719" y="5180532"/>
                </a:lnTo>
                <a:lnTo>
                  <a:pt x="7295705" y="5210620"/>
                </a:lnTo>
                <a:lnTo>
                  <a:pt x="7296901" y="5212749"/>
                </a:lnTo>
                <a:cubicBezTo>
                  <a:pt x="7296704" y="5218058"/>
                  <a:pt x="7294377" y="5228574"/>
                  <a:pt x="7294523" y="5242477"/>
                </a:cubicBezTo>
                <a:lnTo>
                  <a:pt x="7297776" y="5296160"/>
                </a:lnTo>
                <a:lnTo>
                  <a:pt x="7289955" y="5304499"/>
                </a:lnTo>
                <a:lnTo>
                  <a:pt x="7286210" y="5305374"/>
                </a:lnTo>
                <a:lnTo>
                  <a:pt x="7286995" y="5320092"/>
                </a:lnTo>
                <a:lnTo>
                  <a:pt x="7281550" y="5330613"/>
                </a:lnTo>
                <a:lnTo>
                  <a:pt x="7285354" y="5340890"/>
                </a:lnTo>
                <a:lnTo>
                  <a:pt x="7281914" y="5354491"/>
                </a:lnTo>
                <a:cubicBezTo>
                  <a:pt x="7280017" y="5359352"/>
                  <a:pt x="7277725" y="5364763"/>
                  <a:pt x="7275918" y="5370917"/>
                </a:cubicBezTo>
                <a:lnTo>
                  <a:pt x="7267655" y="5384350"/>
                </a:lnTo>
                <a:lnTo>
                  <a:pt x="7263791" y="5406610"/>
                </a:lnTo>
                <a:cubicBezTo>
                  <a:pt x="7260956" y="5423841"/>
                  <a:pt x="7257650" y="5440271"/>
                  <a:pt x="7251522" y="5456222"/>
                </a:cubicBezTo>
                <a:cubicBezTo>
                  <a:pt x="7253699" y="5469913"/>
                  <a:pt x="7252931" y="5482529"/>
                  <a:pt x="7242311" y="5493751"/>
                </a:cubicBezTo>
                <a:cubicBezTo>
                  <a:pt x="7236636" y="5529727"/>
                  <a:pt x="7245809" y="5539513"/>
                  <a:pt x="7231835" y="5561252"/>
                </a:cubicBezTo>
                <a:cubicBezTo>
                  <a:pt x="7236311" y="5568555"/>
                  <a:pt x="7238499" y="5573475"/>
                  <a:pt x="7239152" y="5577121"/>
                </a:cubicBezTo>
                <a:cubicBezTo>
                  <a:pt x="7241111" y="5588065"/>
                  <a:pt x="7229268" y="5587525"/>
                  <a:pt x="7224043" y="5605355"/>
                </a:cubicBezTo>
                <a:cubicBezTo>
                  <a:pt x="7216774" y="5624244"/>
                  <a:pt x="7213225" y="5590845"/>
                  <a:pt x="7209229" y="5609118"/>
                </a:cubicBezTo>
                <a:cubicBezTo>
                  <a:pt x="7212098" y="5628346"/>
                  <a:pt x="7194168" y="5628785"/>
                  <a:pt x="7198222" y="5648700"/>
                </a:cubicBezTo>
                <a:cubicBezTo>
                  <a:pt x="7212577" y="5642705"/>
                  <a:pt x="7189541" y="5689259"/>
                  <a:pt x="7201221" y="5689771"/>
                </a:cubicBezTo>
                <a:cubicBezTo>
                  <a:pt x="7181618" y="5708428"/>
                  <a:pt x="7201258" y="5715573"/>
                  <a:pt x="7192555" y="5739098"/>
                </a:cubicBezTo>
                <a:cubicBezTo>
                  <a:pt x="7184486" y="5750478"/>
                  <a:pt x="7182208" y="5758416"/>
                  <a:pt x="7187522" y="5768603"/>
                </a:cubicBezTo>
                <a:cubicBezTo>
                  <a:pt x="7148692" y="5821144"/>
                  <a:pt x="7181577" y="5799065"/>
                  <a:pt x="7162500" y="5846928"/>
                </a:cubicBezTo>
                <a:lnTo>
                  <a:pt x="7160827" y="5850799"/>
                </a:lnTo>
                <a:lnTo>
                  <a:pt x="7163312" y="5866636"/>
                </a:lnTo>
                <a:cubicBezTo>
                  <a:pt x="7163884" y="5867070"/>
                  <a:pt x="7164455" y="5867505"/>
                  <a:pt x="7165029" y="5867939"/>
                </a:cubicBezTo>
                <a:lnTo>
                  <a:pt x="7142501" y="5914339"/>
                </a:lnTo>
                <a:lnTo>
                  <a:pt x="7143151" y="5921221"/>
                </a:lnTo>
                <a:lnTo>
                  <a:pt x="7123808" y="5950546"/>
                </a:lnTo>
                <a:lnTo>
                  <a:pt x="7116299" y="5966186"/>
                </a:lnTo>
                <a:lnTo>
                  <a:pt x="7106117" y="5983669"/>
                </a:lnTo>
                <a:lnTo>
                  <a:pt x="7109622" y="5995569"/>
                </a:lnTo>
                <a:cubicBezTo>
                  <a:pt x="7114727" y="6023526"/>
                  <a:pt x="7092983" y="6067450"/>
                  <a:pt x="7116605" y="6077139"/>
                </a:cubicBezTo>
                <a:cubicBezTo>
                  <a:pt x="7102148" y="6089933"/>
                  <a:pt x="7125501" y="6101908"/>
                  <a:pt x="7127573" y="6115892"/>
                </a:cubicBezTo>
                <a:cubicBezTo>
                  <a:pt x="7118381" y="6127056"/>
                  <a:pt x="7126331" y="6132595"/>
                  <a:pt x="7128098" y="6142737"/>
                </a:cubicBezTo>
                <a:cubicBezTo>
                  <a:pt x="7122429" y="6147329"/>
                  <a:pt x="7122724" y="6155912"/>
                  <a:pt x="7129375" y="6158833"/>
                </a:cubicBezTo>
                <a:cubicBezTo>
                  <a:pt x="7144709" y="6154689"/>
                  <a:pt x="7137060" y="6184499"/>
                  <a:pt x="7147635" y="6186714"/>
                </a:cubicBezTo>
                <a:cubicBezTo>
                  <a:pt x="7149842" y="6204016"/>
                  <a:pt x="7136414" y="6279145"/>
                  <a:pt x="7153343" y="6291871"/>
                </a:cubicBezTo>
                <a:cubicBezTo>
                  <a:pt x="7161381" y="6326852"/>
                  <a:pt x="7134450" y="6377408"/>
                  <a:pt x="7134923" y="6392273"/>
                </a:cubicBezTo>
                <a:cubicBezTo>
                  <a:pt x="7103997" y="6407024"/>
                  <a:pt x="7185503" y="6478818"/>
                  <a:pt x="7187236" y="6541940"/>
                </a:cubicBezTo>
                <a:cubicBezTo>
                  <a:pt x="7184250" y="6550446"/>
                  <a:pt x="7184290" y="6554993"/>
                  <a:pt x="7191340" y="6557275"/>
                </a:cubicBezTo>
                <a:cubicBezTo>
                  <a:pt x="7195412" y="6573685"/>
                  <a:pt x="7202070" y="6606060"/>
                  <a:pt x="7211670" y="6640404"/>
                </a:cubicBezTo>
                <a:cubicBezTo>
                  <a:pt x="7219591" y="6666216"/>
                  <a:pt x="7212698" y="6793331"/>
                  <a:pt x="7221085" y="6827708"/>
                </a:cubicBezTo>
                <a:lnTo>
                  <a:pt x="7227698" y="6857999"/>
                </a:lnTo>
                <a:lnTo>
                  <a:pt x="0" y="685799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135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87FAF5-A6C0-1C6E-3CFD-7C482D2D6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US" sz="3200" b="1"/>
              <a:t>Levels of Health Care</a:t>
            </a:r>
            <a:endParaRPr lang="en-IN" sz="3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F16419-B65B-B94D-759F-735109084F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9394951"/>
              </p:ext>
            </p:extLst>
          </p:nvPr>
        </p:nvGraphicFramePr>
        <p:xfrm>
          <a:off x="4021483" y="1252728"/>
          <a:ext cx="7536203" cy="47688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7852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277C0-5D2B-B559-D867-64AC237F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Primary Care Level 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B1DE06-9DA3-CD25-CC44-0264709230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41465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EEB8F-276D-5F41-1B4C-A5D3596C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Secondary Care Level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CB59BA6-BD2A-C649-1A83-62042916FD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138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0A108-F3F4-A4BC-0D31-3D89594F8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Tertiary Care Level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9D420EAD-CE3C-49FD-3066-F092F750AF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3838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A2995-4111-89D2-22AA-7CAEC680D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Referral System: A Critical Function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52AB2E-C2BA-4386-F50C-976BCF1849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1564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118173-11EB-0AFA-A8F5-880C134CE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CHANGING CONCEPTS</a:t>
            </a:r>
            <a:endParaRPr lang="en-IN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A814E17-A97D-F36C-DD1C-2F6BC2F741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057366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7016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C29793-DE2A-F094-AA59-D0DA90042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Comprehensive health care</a:t>
            </a:r>
          </a:p>
        </p:txBody>
      </p:sp>
      <p:pic>
        <p:nvPicPr>
          <p:cNvPr id="3074" name="Picture 2" descr="ab-hwc">
            <a:extLst>
              <a:ext uri="{FF2B5EF4-FFF2-40B4-BE49-F238E27FC236}">
                <a16:creationId xmlns:a16="http://schemas.microsoft.com/office/drawing/2014/main" id="{F078A5AC-4E2F-B3E4-F09F-E9913C7B6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2318" y="1675227"/>
            <a:ext cx="4787363" cy="439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675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2468-6C3F-092E-CE73-040A0926C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Evolution &amp; Global Acceptance of Primary Health Care</a:t>
            </a:r>
            <a:endParaRPr lang="en-US" dirty="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BE38858F-9EBE-94B3-502E-99517C2F326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15578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466FCC-26A6-AD0C-513D-472AAABEC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1CB916-9270-815D-2058-2D8382E8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50" y="1252728"/>
            <a:ext cx="2905613" cy="4768815"/>
          </a:xfrm>
        </p:spPr>
        <p:txBody>
          <a:bodyPr>
            <a:normAutofit/>
          </a:bodyPr>
          <a:lstStyle/>
          <a:p>
            <a:r>
              <a:rPr lang="en-US" sz="3200" b="1"/>
              <a:t>Basic Health Services </a:t>
            </a:r>
            <a:endParaRPr lang="en-US" sz="32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2826D52-AF53-53C4-96FF-5A0244AEA0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96994379"/>
              </p:ext>
            </p:extLst>
          </p:nvPr>
        </p:nvGraphicFramePr>
        <p:xfrm>
          <a:off x="2971801" y="266700"/>
          <a:ext cx="8585886" cy="5754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7521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E3640-7210-3140-AFE3-278A0B609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Essential Elements of Primary Health Care</a:t>
            </a:r>
            <a:endParaRPr lang="en-IN" sz="4000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106C0190-121F-E8CE-5F95-BBBB1D6889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797987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297997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E4B02D1E-F714-9023-8FD9-5119DD86C2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52475" y="579605"/>
          <a:ext cx="9824036" cy="5546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108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8D18DF-772C-99B1-5B99-B85FEEF1E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Principles of Primary Health Care</a:t>
            </a:r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CB0FE69-5963-46E5-650C-F032828EF1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2175427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307593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1922D2-D397-9EA4-A66D-55B0884D1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7A1EEA-C186-395D-780E-4F0DE8EFD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9"/>
            <a:ext cx="11256622" cy="930537"/>
          </a:xfrm>
        </p:spPr>
        <p:txBody>
          <a:bodyPr anchor="t">
            <a:normAutofit/>
          </a:bodyPr>
          <a:lstStyle/>
          <a:p>
            <a:r>
              <a:rPr lang="en-US" b="1" dirty="0"/>
              <a:t>Equitable Distribution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62C996-741A-D961-9EB7-1690661E50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1557145"/>
              </p:ext>
            </p:extLst>
          </p:nvPr>
        </p:nvGraphicFramePr>
        <p:xfrm>
          <a:off x="612649" y="1479176"/>
          <a:ext cx="10945037" cy="4856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5799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FE456-5AA7-3B79-33D9-34DA83F4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Community Participation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B53C1A4-A66F-E9A2-9D48-0F2ED8BDE8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9309376"/>
              </p:ext>
            </p:extLst>
          </p:nvPr>
        </p:nvGraphicFramePr>
        <p:xfrm>
          <a:off x="838200" y="1352550"/>
          <a:ext cx="10515600" cy="48244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28685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0029AA-F2CD-F820-A149-8FEB448A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Inter‑sectoral Coordination</a:t>
            </a:r>
            <a:endParaRPr lang="en-US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812D2D-7FE9-2F12-135A-3BCE69CBD0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6091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744639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DC65F-15E1-7C2B-E008-AB0915E3B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Appropriate Technology</a:t>
            </a:r>
            <a:endParaRPr lang="en-US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1AF64B1-FC75-D80B-9B77-16B65B18480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48544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8" name="Group 4117">
            <a:extLst>
              <a:ext uri="{FF2B5EF4-FFF2-40B4-BE49-F238E27FC236}">
                <a16:creationId xmlns:a16="http://schemas.microsoft.com/office/drawing/2014/main" id="{38555AC8-A31F-E4F7-01BB-AEFF5E8C1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338644"/>
            <a:ext cx="12202175" cy="1519356"/>
            <a:chOff x="-1" y="-29768"/>
            <a:chExt cx="12202175" cy="1519356"/>
          </a:xfrm>
        </p:grpSpPr>
        <p:sp>
          <p:nvSpPr>
            <p:cNvPr id="4119" name="Rectangle 4118">
              <a:extLst>
                <a:ext uri="{FF2B5EF4-FFF2-40B4-BE49-F238E27FC236}">
                  <a16:creationId xmlns:a16="http://schemas.microsoft.com/office/drawing/2014/main" id="{A3C03E37-7ED0-19AE-52C3-13E69D05C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0" name="Rectangle 4119">
              <a:extLst>
                <a:ext uri="{FF2B5EF4-FFF2-40B4-BE49-F238E27FC236}">
                  <a16:creationId xmlns:a16="http://schemas.microsoft.com/office/drawing/2014/main" id="{E5518BEA-7506-877F-D89F-5B680FBB6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1" name="Rectangle 4110">
              <a:extLst>
                <a:ext uri="{FF2B5EF4-FFF2-40B4-BE49-F238E27FC236}">
                  <a16:creationId xmlns:a16="http://schemas.microsoft.com/office/drawing/2014/main" id="{E2E02916-7129-5FE5-2223-BD70F1BBB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33BD5BB-3FBA-2C4C-D687-CA013628D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95614"/>
            <a:ext cx="6784181" cy="9139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People centred approach</a:t>
            </a:r>
          </a:p>
        </p:txBody>
      </p:sp>
      <p:pic>
        <p:nvPicPr>
          <p:cNvPr id="4098" name="Picture 2" descr="Outcome Centric">
            <a:extLst>
              <a:ext uri="{FF2B5EF4-FFF2-40B4-BE49-F238E27FC236}">
                <a16:creationId xmlns:a16="http://schemas.microsoft.com/office/drawing/2014/main" id="{9B4D385C-96C8-A813-67B4-3AAB57B5A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56" r="18373" b="1"/>
          <a:stretch>
            <a:fillRect/>
          </a:stretch>
        </p:blipFill>
        <p:spPr bwMode="auto">
          <a:xfrm>
            <a:off x="1" y="10"/>
            <a:ext cx="6095999" cy="535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erson-centered care; empowers recipient of care; promotes respect; honors choice; promotes positive well-being; supports independence; improves quality of life;">
            <a:extLst>
              <a:ext uri="{FF2B5EF4-FFF2-40B4-BE49-F238E27FC236}">
                <a16:creationId xmlns:a16="http://schemas.microsoft.com/office/drawing/2014/main" id="{3D5AC470-6A15-D5D7-8B07-2FE1633815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30" r="2" b="7453"/>
          <a:stretch>
            <a:fillRect/>
          </a:stretch>
        </p:blipFill>
        <p:spPr bwMode="auto">
          <a:xfrm>
            <a:off x="6096000" y="10"/>
            <a:ext cx="6094403" cy="535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95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95B6C9-10B6-3794-8CAE-94FDC5916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IN"/>
              <a:t>Millennium Development Goals (MDGs)</a:t>
            </a:r>
            <a:endParaRPr lang="en-IN" dirty="0"/>
          </a:p>
        </p:txBody>
      </p:sp>
      <p:graphicFrame>
        <p:nvGraphicFramePr>
          <p:cNvPr id="13" name="Rectangle 1">
            <a:extLst>
              <a:ext uri="{FF2B5EF4-FFF2-40B4-BE49-F238E27FC236}">
                <a16:creationId xmlns:a16="http://schemas.microsoft.com/office/drawing/2014/main" id="{FAD6889B-7B8A-1829-8AB9-15F3E5966F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5662849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54724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EBF0C-D4A1-8143-DF01-E3B0703FD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Health-Related MDGs &amp; Impact on Policy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0E277D-41D5-B5D9-FCEA-429FD1ED7F4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05402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Hands holding each other's wrists and interlinked to form a circle">
            <a:extLst>
              <a:ext uri="{FF2B5EF4-FFF2-40B4-BE49-F238E27FC236}">
                <a16:creationId xmlns:a16="http://schemas.microsoft.com/office/drawing/2014/main" id="{63CAEB16-2363-5873-4E78-D208E7B1D9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b="1573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914BACE0-5C86-3DD7-5C11-1976A431F8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3425" y="557189"/>
            <a:ext cx="10620374" cy="5571899"/>
          </a:xfrm>
          <a:prstGeom prst="rect">
            <a:avLst/>
          </a:prstGeom>
          <a:solidFill>
            <a:srgbClr val="000000">
              <a:alpha val="70980"/>
            </a:srgbClr>
          </a:solidFill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Other interconnected goals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Eradicate extreme poverty &amp; hunger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Ensure environmental sustainability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Promote gender equality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Achieve universal primary education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Develop global partnership for development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Policy Impact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Guided national health strategies focused on the poor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Supported monitoring and evaluation of health systems</a:t>
            </a:r>
          </a:p>
          <a:p>
            <a:pPr lvl="1"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+mj-lt"/>
              </a:rPr>
              <a:t>Encouraged tackling cross-cutting issues in health and development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230130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24892-3DB1-5F7D-CC07-009973407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396" y="324612"/>
            <a:ext cx="9153468" cy="1188720"/>
          </a:xfrm>
        </p:spPr>
        <p:txBody>
          <a:bodyPr>
            <a:normAutofit fontScale="90000"/>
          </a:bodyPr>
          <a:lstStyle/>
          <a:p>
            <a:r>
              <a:rPr lang="en-US" dirty="0"/>
              <a:t>HEALTH CARE DELIVERY: Challenges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0290F6F-83C6-25DC-9F06-85781AE0AD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1463934"/>
              </p:ext>
            </p:extLst>
          </p:nvPr>
        </p:nvGraphicFramePr>
        <p:xfrm>
          <a:off x="568960" y="1727200"/>
          <a:ext cx="11033760" cy="4988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46279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428A00-D961-96FC-3618-443D49C30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 b="1"/>
              <a:t>Need for Alternative Models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60F4A4-7992-C513-BF67-B1370D25CA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095233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62309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5A7F14-E3A5-02DB-90F0-890B48119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662" y="151785"/>
            <a:ext cx="9998675" cy="753090"/>
          </a:xfrm>
        </p:spPr>
        <p:txBody>
          <a:bodyPr anchor="ctr">
            <a:normAutofit/>
          </a:bodyPr>
          <a:lstStyle/>
          <a:p>
            <a:pPr algn="ctr"/>
            <a:r>
              <a:rPr lang="en-US" sz="3700" b="1" dirty="0"/>
              <a:t>Health Care Delivery Model – Inputs to Outputs</a:t>
            </a:r>
            <a:endParaRPr lang="en-US" sz="3700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264B845-58C2-4D5E-0AA0-C3DDEF04DE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076751"/>
              </p:ext>
            </p:extLst>
          </p:nvPr>
        </p:nvGraphicFramePr>
        <p:xfrm>
          <a:off x="930876" y="981075"/>
          <a:ext cx="10335350" cy="55054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0693899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89E84-4322-3C29-2890-B7F1ADE16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73812"/>
            <a:ext cx="7729728" cy="1188720"/>
          </a:xfrm>
        </p:spPr>
        <p:txBody>
          <a:bodyPr>
            <a:normAutofit fontScale="90000"/>
          </a:bodyPr>
          <a:lstStyle/>
          <a:p>
            <a:r>
              <a:rPr lang="en-US" dirty="0"/>
              <a:t>Health Status and Health Problems</a:t>
            </a:r>
            <a:endParaRPr lang="en-IN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51065CF8-67E6-66E2-1B4A-2B699D9B03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08000" y="1666240"/>
          <a:ext cx="11094720" cy="49179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89571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5553F3-35E0-CC5E-18BE-B2C98CED9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sz="3700" b="1"/>
              <a:t>Factors in Community Diagnosis &amp; Priority Setting</a:t>
            </a:r>
            <a:endParaRPr lang="en-US" sz="3700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0F1E742-B0A6-1837-3887-4F4D68536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6305957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22791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98A30C-489C-D25E-36A7-133AEE915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Demographic Profile – India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066A6-8120-796B-E51F-ADCA87196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7540752" cy="4245102"/>
          </a:xfrm>
        </p:spPr>
        <p:txBody>
          <a:bodyPr>
            <a:normAutofit/>
          </a:bodyPr>
          <a:lstStyle/>
          <a:p>
            <a:r>
              <a:rPr lang="en-US" sz="2000" b="1" dirty="0"/>
              <a:t>Key Concerns</a:t>
            </a:r>
            <a:r>
              <a:rPr lang="en-US" sz="2000" dirty="0"/>
              <a:t>:</a:t>
            </a:r>
          </a:p>
          <a:p>
            <a:pPr lvl="1"/>
            <a:r>
              <a:rPr lang="en-US" sz="2000" b="1" dirty="0"/>
              <a:t>Population explosion</a:t>
            </a:r>
            <a:r>
              <a:rPr lang="en-US" sz="2000" dirty="0"/>
              <a:t> remains a significant public health and development challenge</a:t>
            </a:r>
          </a:p>
          <a:p>
            <a:r>
              <a:rPr lang="en-US" sz="2000" b="1" dirty="0"/>
              <a:t>Demographic Features</a:t>
            </a:r>
            <a:r>
              <a:rPr lang="en-US" sz="2000" dirty="0"/>
              <a:t>:</a:t>
            </a:r>
          </a:p>
          <a:p>
            <a:pPr lvl="1"/>
            <a:r>
              <a:rPr lang="en-US" sz="2000" b="1" dirty="0"/>
              <a:t>Large population base</a:t>
            </a:r>
          </a:p>
          <a:p>
            <a:pPr lvl="1"/>
            <a:r>
              <a:rPr lang="en-US" sz="2000" b="1" dirty="0"/>
              <a:t>High fertility</a:t>
            </a:r>
            <a:r>
              <a:rPr lang="en-US" sz="2000" dirty="0"/>
              <a:t>: Elevated </a:t>
            </a:r>
            <a:r>
              <a:rPr lang="en-US" sz="2000" b="1" dirty="0"/>
              <a:t>birth rates</a:t>
            </a:r>
            <a:r>
              <a:rPr lang="en-US" sz="2000" dirty="0"/>
              <a:t> and </a:t>
            </a:r>
            <a:r>
              <a:rPr lang="en-US" sz="2000" b="1" dirty="0"/>
              <a:t>large family sizes</a:t>
            </a:r>
          </a:p>
          <a:p>
            <a:pPr lvl="1"/>
            <a:r>
              <a:rPr lang="en-US" sz="2000" b="1" dirty="0"/>
              <a:t>Low or declining mortality</a:t>
            </a:r>
            <a:r>
              <a:rPr lang="en-US" sz="2000" dirty="0"/>
              <a:t>, contributing to population growth</a:t>
            </a:r>
          </a:p>
          <a:p>
            <a:pPr lvl="1"/>
            <a:r>
              <a:rPr lang="en-US" sz="2000" b="1" dirty="0"/>
              <a:t>Youth-dominated population</a:t>
            </a:r>
            <a:r>
              <a:rPr lang="en-US" sz="2000" dirty="0"/>
              <a:t>: ~28% below 15 years of age</a:t>
            </a:r>
          </a:p>
          <a:p>
            <a:pPr lvl="1"/>
            <a:r>
              <a:rPr lang="en-US" sz="2000" b="1" dirty="0"/>
              <a:t>High illiteracy</a:t>
            </a:r>
            <a:r>
              <a:rPr lang="en-US" sz="2000" dirty="0"/>
              <a:t>: ~34.62% are illiterate → slower decline in fertility</a:t>
            </a:r>
          </a:p>
          <a:p>
            <a:pPr lvl="1"/>
            <a:r>
              <a:rPr lang="en-US" sz="2000" b="1" dirty="0"/>
              <a:t>High dependency ratio</a:t>
            </a:r>
            <a:r>
              <a:rPr lang="en-US" sz="2000" dirty="0"/>
              <a:t> (2018): 50.5%</a:t>
            </a:r>
          </a:p>
          <a:p>
            <a:pPr lvl="2"/>
            <a:r>
              <a:rPr lang="en-US" dirty="0"/>
              <a:t>Every working person supports almost </a:t>
            </a:r>
            <a:r>
              <a:rPr lang="en-US" b="1" dirty="0"/>
              <a:t>one dependent</a:t>
            </a:r>
            <a:endParaRPr lang="en-US" dirty="0"/>
          </a:p>
          <a:p>
            <a:endParaRPr lang="en-IN" sz="2000" dirty="0"/>
          </a:p>
        </p:txBody>
      </p:sp>
      <p:pic>
        <p:nvPicPr>
          <p:cNvPr id="14" name="Graphic 13" descr="Explosion">
            <a:extLst>
              <a:ext uri="{FF2B5EF4-FFF2-40B4-BE49-F238E27FC236}">
                <a16:creationId xmlns:a16="http://schemas.microsoft.com/office/drawing/2014/main" id="{7EFC869F-0D18-4B51-66F2-8736E87D2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5715" y="1102440"/>
            <a:ext cx="3517185" cy="3517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993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4B8143-3907-5396-F19C-4EDBFE8DE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32BA4-9D37-A976-ADC3-CC2AFD013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11019513" cy="1527048"/>
          </a:xfrm>
        </p:spPr>
        <p:txBody>
          <a:bodyPr anchor="b">
            <a:normAutofit/>
          </a:bodyPr>
          <a:lstStyle/>
          <a:p>
            <a:r>
              <a:rPr lang="en-IN" dirty="0"/>
              <a:t>Mortality Trends in India – Improvements Over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E1852-35CD-D7F7-5F12-5BBDA40CA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11019514" cy="4096512"/>
          </a:xfrm>
        </p:spPr>
        <p:txBody>
          <a:bodyPr>
            <a:normAutofit/>
          </a:bodyPr>
          <a:lstStyle/>
          <a:p>
            <a:r>
              <a:rPr lang="en-IN" b="1" dirty="0"/>
              <a:t>Significant Progress in Past Decades</a:t>
            </a:r>
            <a:r>
              <a:rPr lang="en-IN" dirty="0"/>
              <a:t>:</a:t>
            </a:r>
            <a:endParaRPr lang="en-IN"/>
          </a:p>
          <a:p>
            <a:pPr lvl="1"/>
            <a:r>
              <a:rPr lang="en-IN" b="1"/>
              <a:t>Crude Death Rate (CDR)</a:t>
            </a:r>
            <a:r>
              <a:rPr lang="en-IN"/>
              <a:t> declined from </a:t>
            </a:r>
            <a:r>
              <a:rPr lang="en-IN" b="1"/>
              <a:t>21 (1965)</a:t>
            </a:r>
            <a:r>
              <a:rPr lang="en-IN"/>
              <a:t> → </a:t>
            </a:r>
            <a:r>
              <a:rPr lang="en-IN" b="1"/>
              <a:t>6.0 (2020)</a:t>
            </a:r>
            <a:endParaRPr lang="en-IN"/>
          </a:p>
          <a:p>
            <a:pPr lvl="1"/>
            <a:r>
              <a:rPr lang="en-IN" b="1"/>
              <a:t>Life Expectancy at Birth</a:t>
            </a:r>
            <a:r>
              <a:rPr lang="en-IN"/>
              <a:t> (2020):</a:t>
            </a:r>
          </a:p>
          <a:p>
            <a:pPr lvl="2"/>
            <a:r>
              <a:rPr lang="en-IN"/>
              <a:t>Males: </a:t>
            </a:r>
            <a:r>
              <a:rPr lang="en-IN" b="1"/>
              <a:t>67 years</a:t>
            </a:r>
            <a:endParaRPr lang="en-IN"/>
          </a:p>
          <a:p>
            <a:pPr lvl="2"/>
            <a:r>
              <a:rPr lang="en-IN"/>
              <a:t>Females: </a:t>
            </a:r>
            <a:r>
              <a:rPr lang="en-IN" b="1"/>
              <a:t>70 years</a:t>
            </a:r>
            <a:endParaRPr lang="en-IN"/>
          </a:p>
          <a:p>
            <a:pPr lvl="2"/>
            <a:r>
              <a:rPr lang="en-IN" b="1"/>
              <a:t>Decline in mortality from major infectious diseases</a:t>
            </a:r>
            <a:r>
              <a:rPr lang="en-IN"/>
              <a:t>: Cholera, Tuberculosis, Malaria</a:t>
            </a:r>
          </a:p>
          <a:p>
            <a:pPr lvl="2"/>
            <a:endParaRPr lang="en-IN"/>
          </a:p>
          <a:p>
            <a:pPr lvl="1"/>
            <a:endParaRPr lang="en-IN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84365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08C450-4A5E-6FFA-60E6-1E0868008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Persisting Mortality Challenges in India</a:t>
            </a:r>
            <a:endParaRPr lang="en-US" dirty="0"/>
          </a:p>
        </p:txBody>
      </p:sp>
      <p:graphicFrame>
        <p:nvGraphicFramePr>
          <p:cNvPr id="34" name="Rectangle 1">
            <a:extLst>
              <a:ext uri="{FF2B5EF4-FFF2-40B4-BE49-F238E27FC236}">
                <a16:creationId xmlns:a16="http://schemas.microsoft.com/office/drawing/2014/main" id="{7537EC57-A8FD-1CB7-AB77-148B0CD6E6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0460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777ACC-AE99-3659-0471-FD0B7A8C7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Health problems</a:t>
            </a:r>
            <a:endParaRPr lang="en-IN" sz="400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C4498D6-5C79-D837-F1F3-02A95FF9E7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5551545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07065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Food on a table">
            <a:extLst>
              <a:ext uri="{FF2B5EF4-FFF2-40B4-BE49-F238E27FC236}">
                <a16:creationId xmlns:a16="http://schemas.microsoft.com/office/drawing/2014/main" id="{3E1B8474-C994-5EED-FEEB-18BAE7E309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51" b="7119"/>
          <a:stretch>
            <a:fillRect/>
          </a:stretch>
        </p:blipFill>
        <p:spPr>
          <a:xfrm>
            <a:off x="20" y="-7619"/>
            <a:ext cx="12191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63219" y="-1252908"/>
            <a:ext cx="4065561" cy="12192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464116" y="322049"/>
            <a:ext cx="3067943" cy="2408606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0392" y="4172881"/>
            <a:ext cx="7154743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E10ED1-02BC-3A5F-7984-DBE86A2F6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9" y="1936866"/>
            <a:ext cx="4849044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Thanks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06736" y="-7619"/>
            <a:ext cx="995654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431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219</TotalTime>
  <Words>2686</Words>
  <Application>Microsoft Office PowerPoint</Application>
  <PresentationFormat>Widescreen</PresentationFormat>
  <Paragraphs>353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Times New Roman</vt:lpstr>
      <vt:lpstr>Office Theme</vt:lpstr>
      <vt:lpstr>Health Care of the Community</vt:lpstr>
      <vt:lpstr>Concept of health care</vt:lpstr>
      <vt:lpstr>Medical Care vs Health Care &amp; Public Responsibility</vt:lpstr>
      <vt:lpstr>Health system : Services</vt:lpstr>
      <vt:lpstr>Key Themes in Modern Health Service Delivery</vt:lpstr>
      <vt:lpstr>WHO: Health for All by the Year 2000</vt:lpstr>
      <vt:lpstr>HEALTH FOR ALL</vt:lpstr>
      <vt:lpstr>PowerPoint Presentation</vt:lpstr>
      <vt:lpstr>Global &amp; National Strategies for HFA</vt:lpstr>
      <vt:lpstr>National Strategy for Health for All (HFA) by 2000</vt:lpstr>
      <vt:lpstr>Key Goals of India’s National Health Policy (1983)</vt:lpstr>
      <vt:lpstr>Shift in Focus — Community &amp; Equity</vt:lpstr>
      <vt:lpstr>Emergence of Primary Health Care – Alma-Ata (1978)</vt:lpstr>
      <vt:lpstr>Alma Ata declarartion</vt:lpstr>
      <vt:lpstr>Levels of Health Care</vt:lpstr>
      <vt:lpstr>Primary Care Level </vt:lpstr>
      <vt:lpstr>Secondary Care Level</vt:lpstr>
      <vt:lpstr>Tertiary Care Level</vt:lpstr>
      <vt:lpstr>Referral System: A Critical Function</vt:lpstr>
      <vt:lpstr>CHANGING CONCEPTS</vt:lpstr>
      <vt:lpstr>Comprehensive health care</vt:lpstr>
      <vt:lpstr>Evolution &amp; Global Acceptance of Primary Health Care</vt:lpstr>
      <vt:lpstr>Basic Health Services </vt:lpstr>
      <vt:lpstr>Essential Elements of Primary Health Care</vt:lpstr>
      <vt:lpstr>PowerPoint Presentation</vt:lpstr>
      <vt:lpstr>Principles of Primary Health Care</vt:lpstr>
      <vt:lpstr>Equitable Distribution</vt:lpstr>
      <vt:lpstr>Community Participation</vt:lpstr>
      <vt:lpstr>Inter‑sectoral Coordination</vt:lpstr>
      <vt:lpstr>Appropriate Technology</vt:lpstr>
      <vt:lpstr>People centred approach</vt:lpstr>
      <vt:lpstr>Millennium Development Goals (MDGs)</vt:lpstr>
      <vt:lpstr>Health-Related MDGs &amp; Impact on Policy</vt:lpstr>
      <vt:lpstr>PowerPoint Presentation</vt:lpstr>
      <vt:lpstr>HEALTH CARE DELIVERY: Challenges</vt:lpstr>
      <vt:lpstr>Need for Alternative Models</vt:lpstr>
      <vt:lpstr>Health Care Delivery Model – Inputs to Outputs</vt:lpstr>
      <vt:lpstr>Health Status and Health Problems</vt:lpstr>
      <vt:lpstr>Factors in Community Diagnosis &amp; Priority Setting</vt:lpstr>
      <vt:lpstr>Demographic Profile – India</vt:lpstr>
      <vt:lpstr>Mortality Trends in India – Improvements Over Time</vt:lpstr>
      <vt:lpstr>Persisting Mortality Challenges in India</vt:lpstr>
      <vt:lpstr>Health problems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Manvi Singh</dc:creator>
  <cp:lastModifiedBy>mukul maheshwari</cp:lastModifiedBy>
  <cp:revision>1</cp:revision>
  <dcterms:created xsi:type="dcterms:W3CDTF">2025-07-02T08:38:16Z</dcterms:created>
  <dcterms:modified xsi:type="dcterms:W3CDTF">2025-07-02T17:33:05Z</dcterms:modified>
</cp:coreProperties>
</file>