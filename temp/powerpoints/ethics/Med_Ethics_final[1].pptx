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8"/>
  </p:notesMasterIdLst>
  <p:sldIdLst>
    <p:sldId id="256" r:id="rId2"/>
    <p:sldId id="299" r:id="rId3"/>
    <p:sldId id="257" r:id="rId4"/>
    <p:sldId id="282" r:id="rId5"/>
    <p:sldId id="258" r:id="rId6"/>
    <p:sldId id="259" r:id="rId7"/>
    <p:sldId id="262" r:id="rId8"/>
    <p:sldId id="260" r:id="rId9"/>
    <p:sldId id="261" r:id="rId10"/>
    <p:sldId id="272" r:id="rId11"/>
    <p:sldId id="263" r:id="rId12"/>
    <p:sldId id="264" r:id="rId13"/>
    <p:sldId id="283" r:id="rId14"/>
    <p:sldId id="284" r:id="rId15"/>
    <p:sldId id="265" r:id="rId16"/>
    <p:sldId id="285" r:id="rId17"/>
    <p:sldId id="286" r:id="rId18"/>
    <p:sldId id="287" r:id="rId19"/>
    <p:sldId id="303" r:id="rId20"/>
    <p:sldId id="266" r:id="rId21"/>
    <p:sldId id="267" r:id="rId22"/>
    <p:sldId id="288" r:id="rId23"/>
    <p:sldId id="289" r:id="rId24"/>
    <p:sldId id="290" r:id="rId25"/>
    <p:sldId id="291" r:id="rId26"/>
    <p:sldId id="268" r:id="rId27"/>
    <p:sldId id="269" r:id="rId28"/>
    <p:sldId id="270" r:id="rId29"/>
    <p:sldId id="271" r:id="rId30"/>
    <p:sldId id="273" r:id="rId31"/>
    <p:sldId id="274" r:id="rId32"/>
    <p:sldId id="275" r:id="rId33"/>
    <p:sldId id="276" r:id="rId34"/>
    <p:sldId id="277" r:id="rId35"/>
    <p:sldId id="278" r:id="rId36"/>
    <p:sldId id="279" r:id="rId37"/>
    <p:sldId id="280" r:id="rId38"/>
    <p:sldId id="281" r:id="rId39"/>
    <p:sldId id="294" r:id="rId40"/>
    <p:sldId id="295" r:id="rId41"/>
    <p:sldId id="296" r:id="rId42"/>
    <p:sldId id="297" r:id="rId43"/>
    <p:sldId id="298" r:id="rId44"/>
    <p:sldId id="300" r:id="rId45"/>
    <p:sldId id="302" r:id="rId46"/>
    <p:sldId id="292" r:id="rId47"/>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59A711-ADE6-4E76-9916-B690505E9A25}" v="1" dt="2024-10-25T18:21:48.1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103" d="100"/>
          <a:sy n="103" d="100"/>
        </p:scale>
        <p:origin x="40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0559A711-ADE6-4E76-9916-B690505E9A25}"/>
    <pc:docChg chg="addSld delSld modSld sldOrd">
      <pc:chgData name="mukul maheshwari" userId="12cb43e2ca5f0d2c" providerId="LiveId" clId="{0559A711-ADE6-4E76-9916-B690505E9A25}" dt="2024-10-25T18:24:14.891" v="6" actId="47"/>
      <pc:docMkLst>
        <pc:docMk/>
      </pc:docMkLst>
      <pc:sldChg chg="mod modShow">
        <pc:chgData name="mukul maheshwari" userId="12cb43e2ca5f0d2c" providerId="LiveId" clId="{0559A711-ADE6-4E76-9916-B690505E9A25}" dt="2024-10-25T18:18:43.111" v="1" actId="729"/>
        <pc:sldMkLst>
          <pc:docMk/>
          <pc:sldMk cId="0" sldId="256"/>
        </pc:sldMkLst>
      </pc:sldChg>
      <pc:sldChg chg="mod modShow">
        <pc:chgData name="mukul maheshwari" userId="12cb43e2ca5f0d2c" providerId="LiveId" clId="{0559A711-ADE6-4E76-9916-B690505E9A25}" dt="2024-10-25T18:18:43.111" v="1" actId="729"/>
        <pc:sldMkLst>
          <pc:docMk/>
          <pc:sldMk cId="0" sldId="257"/>
        </pc:sldMkLst>
      </pc:sldChg>
      <pc:sldChg chg="mod modShow">
        <pc:chgData name="mukul maheshwari" userId="12cb43e2ca5f0d2c" providerId="LiveId" clId="{0559A711-ADE6-4E76-9916-B690505E9A25}" dt="2024-10-25T18:18:43.111" v="1" actId="729"/>
        <pc:sldMkLst>
          <pc:docMk/>
          <pc:sldMk cId="0" sldId="258"/>
        </pc:sldMkLst>
      </pc:sldChg>
      <pc:sldChg chg="mod modShow">
        <pc:chgData name="mukul maheshwari" userId="12cb43e2ca5f0d2c" providerId="LiveId" clId="{0559A711-ADE6-4E76-9916-B690505E9A25}" dt="2024-10-25T18:18:43.111" v="1" actId="729"/>
        <pc:sldMkLst>
          <pc:docMk/>
          <pc:sldMk cId="0" sldId="259"/>
        </pc:sldMkLst>
      </pc:sldChg>
      <pc:sldChg chg="mod modShow">
        <pc:chgData name="mukul maheshwari" userId="12cb43e2ca5f0d2c" providerId="LiveId" clId="{0559A711-ADE6-4E76-9916-B690505E9A25}" dt="2024-10-25T18:18:43.111" v="1" actId="729"/>
        <pc:sldMkLst>
          <pc:docMk/>
          <pc:sldMk cId="0" sldId="260"/>
        </pc:sldMkLst>
      </pc:sldChg>
      <pc:sldChg chg="mod modShow">
        <pc:chgData name="mukul maheshwari" userId="12cb43e2ca5f0d2c" providerId="LiveId" clId="{0559A711-ADE6-4E76-9916-B690505E9A25}" dt="2024-10-25T18:18:43.111" v="1" actId="729"/>
        <pc:sldMkLst>
          <pc:docMk/>
          <pc:sldMk cId="0" sldId="261"/>
        </pc:sldMkLst>
      </pc:sldChg>
      <pc:sldChg chg="mod modShow">
        <pc:chgData name="mukul maheshwari" userId="12cb43e2ca5f0d2c" providerId="LiveId" clId="{0559A711-ADE6-4E76-9916-B690505E9A25}" dt="2024-10-25T18:18:43.111" v="1" actId="729"/>
        <pc:sldMkLst>
          <pc:docMk/>
          <pc:sldMk cId="0" sldId="262"/>
        </pc:sldMkLst>
      </pc:sldChg>
      <pc:sldChg chg="mod modShow">
        <pc:chgData name="mukul maheshwari" userId="12cb43e2ca5f0d2c" providerId="LiveId" clId="{0559A711-ADE6-4E76-9916-B690505E9A25}" dt="2024-10-25T18:18:43.111" v="1" actId="729"/>
        <pc:sldMkLst>
          <pc:docMk/>
          <pc:sldMk cId="0" sldId="263"/>
        </pc:sldMkLst>
      </pc:sldChg>
      <pc:sldChg chg="mod modShow">
        <pc:chgData name="mukul maheshwari" userId="12cb43e2ca5f0d2c" providerId="LiveId" clId="{0559A711-ADE6-4E76-9916-B690505E9A25}" dt="2024-10-25T18:18:43.111" v="1" actId="729"/>
        <pc:sldMkLst>
          <pc:docMk/>
          <pc:sldMk cId="0" sldId="264"/>
        </pc:sldMkLst>
      </pc:sldChg>
      <pc:sldChg chg="mod modShow">
        <pc:chgData name="mukul maheshwari" userId="12cb43e2ca5f0d2c" providerId="LiveId" clId="{0559A711-ADE6-4E76-9916-B690505E9A25}" dt="2024-10-25T18:18:43.111" v="1" actId="729"/>
        <pc:sldMkLst>
          <pc:docMk/>
          <pc:sldMk cId="0" sldId="265"/>
        </pc:sldMkLst>
      </pc:sldChg>
      <pc:sldChg chg="mod modShow">
        <pc:chgData name="mukul maheshwari" userId="12cb43e2ca5f0d2c" providerId="LiveId" clId="{0559A711-ADE6-4E76-9916-B690505E9A25}" dt="2024-10-25T18:18:43.111" v="1" actId="729"/>
        <pc:sldMkLst>
          <pc:docMk/>
          <pc:sldMk cId="0" sldId="266"/>
        </pc:sldMkLst>
      </pc:sldChg>
      <pc:sldChg chg="mod modShow">
        <pc:chgData name="mukul maheshwari" userId="12cb43e2ca5f0d2c" providerId="LiveId" clId="{0559A711-ADE6-4E76-9916-B690505E9A25}" dt="2024-10-25T18:18:43.111" v="1" actId="729"/>
        <pc:sldMkLst>
          <pc:docMk/>
          <pc:sldMk cId="0" sldId="267"/>
        </pc:sldMkLst>
      </pc:sldChg>
      <pc:sldChg chg="mod modShow">
        <pc:chgData name="mukul maheshwari" userId="12cb43e2ca5f0d2c" providerId="LiveId" clId="{0559A711-ADE6-4E76-9916-B690505E9A25}" dt="2024-10-25T18:18:43.111" v="1" actId="729"/>
        <pc:sldMkLst>
          <pc:docMk/>
          <pc:sldMk cId="0" sldId="268"/>
        </pc:sldMkLst>
      </pc:sldChg>
      <pc:sldChg chg="mod modShow">
        <pc:chgData name="mukul maheshwari" userId="12cb43e2ca5f0d2c" providerId="LiveId" clId="{0559A711-ADE6-4E76-9916-B690505E9A25}" dt="2024-10-25T18:18:43.111" v="1" actId="729"/>
        <pc:sldMkLst>
          <pc:docMk/>
          <pc:sldMk cId="0" sldId="269"/>
        </pc:sldMkLst>
      </pc:sldChg>
      <pc:sldChg chg="mod modShow">
        <pc:chgData name="mukul maheshwari" userId="12cb43e2ca5f0d2c" providerId="LiveId" clId="{0559A711-ADE6-4E76-9916-B690505E9A25}" dt="2024-10-25T18:18:43.111" v="1" actId="729"/>
        <pc:sldMkLst>
          <pc:docMk/>
          <pc:sldMk cId="0" sldId="270"/>
        </pc:sldMkLst>
      </pc:sldChg>
      <pc:sldChg chg="mod modShow">
        <pc:chgData name="mukul maheshwari" userId="12cb43e2ca5f0d2c" providerId="LiveId" clId="{0559A711-ADE6-4E76-9916-B690505E9A25}" dt="2024-10-25T18:18:43.111" v="1" actId="729"/>
        <pc:sldMkLst>
          <pc:docMk/>
          <pc:sldMk cId="0" sldId="271"/>
        </pc:sldMkLst>
      </pc:sldChg>
      <pc:sldChg chg="mod modShow">
        <pc:chgData name="mukul maheshwari" userId="12cb43e2ca5f0d2c" providerId="LiveId" clId="{0559A711-ADE6-4E76-9916-B690505E9A25}" dt="2024-10-25T18:18:43.111" v="1" actId="729"/>
        <pc:sldMkLst>
          <pc:docMk/>
          <pc:sldMk cId="0" sldId="272"/>
        </pc:sldMkLst>
      </pc:sldChg>
      <pc:sldChg chg="mod modShow">
        <pc:chgData name="mukul maheshwari" userId="12cb43e2ca5f0d2c" providerId="LiveId" clId="{0559A711-ADE6-4E76-9916-B690505E9A25}" dt="2024-10-25T18:18:43.111" v="1" actId="729"/>
        <pc:sldMkLst>
          <pc:docMk/>
          <pc:sldMk cId="0" sldId="273"/>
        </pc:sldMkLst>
      </pc:sldChg>
      <pc:sldChg chg="mod modShow">
        <pc:chgData name="mukul maheshwari" userId="12cb43e2ca5f0d2c" providerId="LiveId" clId="{0559A711-ADE6-4E76-9916-B690505E9A25}" dt="2024-10-25T18:18:43.111" v="1" actId="729"/>
        <pc:sldMkLst>
          <pc:docMk/>
          <pc:sldMk cId="0" sldId="274"/>
        </pc:sldMkLst>
      </pc:sldChg>
      <pc:sldChg chg="mod modShow">
        <pc:chgData name="mukul maheshwari" userId="12cb43e2ca5f0d2c" providerId="LiveId" clId="{0559A711-ADE6-4E76-9916-B690505E9A25}" dt="2024-10-25T18:18:43.111" v="1" actId="729"/>
        <pc:sldMkLst>
          <pc:docMk/>
          <pc:sldMk cId="0" sldId="275"/>
        </pc:sldMkLst>
      </pc:sldChg>
      <pc:sldChg chg="mod modShow">
        <pc:chgData name="mukul maheshwari" userId="12cb43e2ca5f0d2c" providerId="LiveId" clId="{0559A711-ADE6-4E76-9916-B690505E9A25}" dt="2024-10-25T18:18:43.111" v="1" actId="729"/>
        <pc:sldMkLst>
          <pc:docMk/>
          <pc:sldMk cId="0" sldId="276"/>
        </pc:sldMkLst>
      </pc:sldChg>
      <pc:sldChg chg="mod modShow">
        <pc:chgData name="mukul maheshwari" userId="12cb43e2ca5f0d2c" providerId="LiveId" clId="{0559A711-ADE6-4E76-9916-B690505E9A25}" dt="2024-10-25T18:18:43.111" v="1" actId="729"/>
        <pc:sldMkLst>
          <pc:docMk/>
          <pc:sldMk cId="0" sldId="277"/>
        </pc:sldMkLst>
      </pc:sldChg>
      <pc:sldChg chg="mod modShow">
        <pc:chgData name="mukul maheshwari" userId="12cb43e2ca5f0d2c" providerId="LiveId" clId="{0559A711-ADE6-4E76-9916-B690505E9A25}" dt="2024-10-25T18:18:43.111" v="1" actId="729"/>
        <pc:sldMkLst>
          <pc:docMk/>
          <pc:sldMk cId="0" sldId="278"/>
        </pc:sldMkLst>
      </pc:sldChg>
      <pc:sldChg chg="mod modShow">
        <pc:chgData name="mukul maheshwari" userId="12cb43e2ca5f0d2c" providerId="LiveId" clId="{0559A711-ADE6-4E76-9916-B690505E9A25}" dt="2024-10-25T18:18:43.111" v="1" actId="729"/>
        <pc:sldMkLst>
          <pc:docMk/>
          <pc:sldMk cId="0" sldId="279"/>
        </pc:sldMkLst>
      </pc:sldChg>
      <pc:sldChg chg="mod modShow">
        <pc:chgData name="mukul maheshwari" userId="12cb43e2ca5f0d2c" providerId="LiveId" clId="{0559A711-ADE6-4E76-9916-B690505E9A25}" dt="2024-10-25T18:18:43.111" v="1" actId="729"/>
        <pc:sldMkLst>
          <pc:docMk/>
          <pc:sldMk cId="0" sldId="280"/>
        </pc:sldMkLst>
      </pc:sldChg>
      <pc:sldChg chg="mod modShow">
        <pc:chgData name="mukul maheshwari" userId="12cb43e2ca5f0d2c" providerId="LiveId" clId="{0559A711-ADE6-4E76-9916-B690505E9A25}" dt="2024-10-25T18:18:43.111" v="1" actId="729"/>
        <pc:sldMkLst>
          <pc:docMk/>
          <pc:sldMk cId="0" sldId="281"/>
        </pc:sldMkLst>
      </pc:sldChg>
      <pc:sldChg chg="mod modShow">
        <pc:chgData name="mukul maheshwari" userId="12cb43e2ca5f0d2c" providerId="LiveId" clId="{0559A711-ADE6-4E76-9916-B690505E9A25}" dt="2024-10-25T18:18:43.111" v="1" actId="729"/>
        <pc:sldMkLst>
          <pc:docMk/>
          <pc:sldMk cId="0" sldId="282"/>
        </pc:sldMkLst>
      </pc:sldChg>
      <pc:sldChg chg="mod ord modShow">
        <pc:chgData name="mukul maheshwari" userId="12cb43e2ca5f0d2c" providerId="LiveId" clId="{0559A711-ADE6-4E76-9916-B690505E9A25}" dt="2024-10-25T18:18:58.600" v="3"/>
        <pc:sldMkLst>
          <pc:docMk/>
          <pc:sldMk cId="0" sldId="283"/>
        </pc:sldMkLst>
      </pc:sldChg>
      <pc:sldChg chg="mod ord modShow">
        <pc:chgData name="mukul maheshwari" userId="12cb43e2ca5f0d2c" providerId="LiveId" clId="{0559A711-ADE6-4E76-9916-B690505E9A25}" dt="2024-10-25T18:18:58.600" v="3"/>
        <pc:sldMkLst>
          <pc:docMk/>
          <pc:sldMk cId="0" sldId="284"/>
        </pc:sldMkLst>
      </pc:sldChg>
      <pc:sldChg chg="mod modShow">
        <pc:chgData name="mukul maheshwari" userId="12cb43e2ca5f0d2c" providerId="LiveId" clId="{0559A711-ADE6-4E76-9916-B690505E9A25}" dt="2024-10-25T18:18:43.111" v="1" actId="729"/>
        <pc:sldMkLst>
          <pc:docMk/>
          <pc:sldMk cId="0" sldId="285"/>
        </pc:sldMkLst>
      </pc:sldChg>
      <pc:sldChg chg="mod modShow">
        <pc:chgData name="mukul maheshwari" userId="12cb43e2ca5f0d2c" providerId="LiveId" clId="{0559A711-ADE6-4E76-9916-B690505E9A25}" dt="2024-10-25T18:18:43.111" v="1" actId="729"/>
        <pc:sldMkLst>
          <pc:docMk/>
          <pc:sldMk cId="0" sldId="286"/>
        </pc:sldMkLst>
      </pc:sldChg>
      <pc:sldChg chg="mod modShow">
        <pc:chgData name="mukul maheshwari" userId="12cb43e2ca5f0d2c" providerId="LiveId" clId="{0559A711-ADE6-4E76-9916-B690505E9A25}" dt="2024-10-25T18:18:43.111" v="1" actId="729"/>
        <pc:sldMkLst>
          <pc:docMk/>
          <pc:sldMk cId="0" sldId="287"/>
        </pc:sldMkLst>
      </pc:sldChg>
      <pc:sldChg chg="mod modShow">
        <pc:chgData name="mukul maheshwari" userId="12cb43e2ca5f0d2c" providerId="LiveId" clId="{0559A711-ADE6-4E76-9916-B690505E9A25}" dt="2024-10-25T18:18:43.111" v="1" actId="729"/>
        <pc:sldMkLst>
          <pc:docMk/>
          <pc:sldMk cId="0" sldId="288"/>
        </pc:sldMkLst>
      </pc:sldChg>
      <pc:sldChg chg="mod modShow">
        <pc:chgData name="mukul maheshwari" userId="12cb43e2ca5f0d2c" providerId="LiveId" clId="{0559A711-ADE6-4E76-9916-B690505E9A25}" dt="2024-10-25T18:18:43.111" v="1" actId="729"/>
        <pc:sldMkLst>
          <pc:docMk/>
          <pc:sldMk cId="0" sldId="289"/>
        </pc:sldMkLst>
      </pc:sldChg>
      <pc:sldChg chg="mod modShow">
        <pc:chgData name="mukul maheshwari" userId="12cb43e2ca5f0d2c" providerId="LiveId" clId="{0559A711-ADE6-4E76-9916-B690505E9A25}" dt="2024-10-25T18:18:43.111" v="1" actId="729"/>
        <pc:sldMkLst>
          <pc:docMk/>
          <pc:sldMk cId="0" sldId="290"/>
        </pc:sldMkLst>
      </pc:sldChg>
      <pc:sldChg chg="mod modShow">
        <pc:chgData name="mukul maheshwari" userId="12cb43e2ca5f0d2c" providerId="LiveId" clId="{0559A711-ADE6-4E76-9916-B690505E9A25}" dt="2024-10-25T18:18:43.111" v="1" actId="729"/>
        <pc:sldMkLst>
          <pc:docMk/>
          <pc:sldMk cId="0" sldId="291"/>
        </pc:sldMkLst>
      </pc:sldChg>
      <pc:sldChg chg="mod modShow">
        <pc:chgData name="mukul maheshwari" userId="12cb43e2ca5f0d2c" providerId="LiveId" clId="{0559A711-ADE6-4E76-9916-B690505E9A25}" dt="2024-10-25T18:18:43.111" v="1" actId="729"/>
        <pc:sldMkLst>
          <pc:docMk/>
          <pc:sldMk cId="0" sldId="292"/>
        </pc:sldMkLst>
      </pc:sldChg>
      <pc:sldChg chg="mod modShow">
        <pc:chgData name="mukul maheshwari" userId="12cb43e2ca5f0d2c" providerId="LiveId" clId="{0559A711-ADE6-4E76-9916-B690505E9A25}" dt="2024-10-25T18:18:43.111" v="1" actId="729"/>
        <pc:sldMkLst>
          <pc:docMk/>
          <pc:sldMk cId="0" sldId="294"/>
        </pc:sldMkLst>
      </pc:sldChg>
      <pc:sldChg chg="mod modShow">
        <pc:chgData name="mukul maheshwari" userId="12cb43e2ca5f0d2c" providerId="LiveId" clId="{0559A711-ADE6-4E76-9916-B690505E9A25}" dt="2024-10-25T18:18:43.111" v="1" actId="729"/>
        <pc:sldMkLst>
          <pc:docMk/>
          <pc:sldMk cId="0" sldId="295"/>
        </pc:sldMkLst>
      </pc:sldChg>
      <pc:sldChg chg="mod modShow">
        <pc:chgData name="mukul maheshwari" userId="12cb43e2ca5f0d2c" providerId="LiveId" clId="{0559A711-ADE6-4E76-9916-B690505E9A25}" dt="2024-10-25T18:18:43.111" v="1" actId="729"/>
        <pc:sldMkLst>
          <pc:docMk/>
          <pc:sldMk cId="0" sldId="296"/>
        </pc:sldMkLst>
      </pc:sldChg>
      <pc:sldChg chg="mod modShow">
        <pc:chgData name="mukul maheshwari" userId="12cb43e2ca5f0d2c" providerId="LiveId" clId="{0559A711-ADE6-4E76-9916-B690505E9A25}" dt="2024-10-25T18:18:43.111" v="1" actId="729"/>
        <pc:sldMkLst>
          <pc:docMk/>
          <pc:sldMk cId="0" sldId="297"/>
        </pc:sldMkLst>
      </pc:sldChg>
      <pc:sldChg chg="mod modShow">
        <pc:chgData name="mukul maheshwari" userId="12cb43e2ca5f0d2c" providerId="LiveId" clId="{0559A711-ADE6-4E76-9916-B690505E9A25}" dt="2024-10-25T18:18:43.111" v="1" actId="729"/>
        <pc:sldMkLst>
          <pc:docMk/>
          <pc:sldMk cId="0" sldId="298"/>
        </pc:sldMkLst>
      </pc:sldChg>
      <pc:sldChg chg="mod modShow">
        <pc:chgData name="mukul maheshwari" userId="12cb43e2ca5f0d2c" providerId="LiveId" clId="{0559A711-ADE6-4E76-9916-B690505E9A25}" dt="2024-10-25T18:18:43.111" v="1" actId="729"/>
        <pc:sldMkLst>
          <pc:docMk/>
          <pc:sldMk cId="0" sldId="299"/>
        </pc:sldMkLst>
      </pc:sldChg>
      <pc:sldChg chg="mod modShow">
        <pc:chgData name="mukul maheshwari" userId="12cb43e2ca5f0d2c" providerId="LiveId" clId="{0559A711-ADE6-4E76-9916-B690505E9A25}" dt="2024-10-25T18:18:43.111" v="1" actId="729"/>
        <pc:sldMkLst>
          <pc:docMk/>
          <pc:sldMk cId="0" sldId="300"/>
        </pc:sldMkLst>
      </pc:sldChg>
      <pc:sldChg chg="del mod modShow">
        <pc:chgData name="mukul maheshwari" userId="12cb43e2ca5f0d2c" providerId="LiveId" clId="{0559A711-ADE6-4E76-9916-B690505E9A25}" dt="2024-10-25T18:24:14.891" v="6" actId="47"/>
        <pc:sldMkLst>
          <pc:docMk/>
          <pc:sldMk cId="0" sldId="301"/>
        </pc:sldMkLst>
      </pc:sldChg>
      <pc:sldChg chg="mod modShow">
        <pc:chgData name="mukul maheshwari" userId="12cb43e2ca5f0d2c" providerId="LiveId" clId="{0559A711-ADE6-4E76-9916-B690505E9A25}" dt="2024-10-25T18:18:43.111" v="1" actId="729"/>
        <pc:sldMkLst>
          <pc:docMk/>
          <pc:sldMk cId="0" sldId="302"/>
        </pc:sldMkLst>
      </pc:sldChg>
      <pc:sldChg chg="addSp new">
        <pc:chgData name="mukul maheshwari" userId="12cb43e2ca5f0d2c" providerId="LiveId" clId="{0559A711-ADE6-4E76-9916-B690505E9A25}" dt="2024-10-25T18:21:48.195" v="5"/>
        <pc:sldMkLst>
          <pc:docMk/>
          <pc:sldMk cId="1927072396" sldId="303"/>
        </pc:sldMkLst>
        <pc:picChg chg="add">
          <ac:chgData name="mukul maheshwari" userId="12cb43e2ca5f0d2c" providerId="LiveId" clId="{0559A711-ADE6-4E76-9916-B690505E9A25}" dt="2024-10-25T18:21:48.195" v="5"/>
          <ac:picMkLst>
            <pc:docMk/>
            <pc:sldMk cId="1927072396" sldId="303"/>
            <ac:picMk id="1026" creationId="{8FDB534D-6AB3-6454-236C-B0A1F31489C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964882-D148-E317-3859-FCC91B3135C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IN"/>
          </a:p>
        </p:txBody>
      </p:sp>
      <p:sp>
        <p:nvSpPr>
          <p:cNvPr id="3" name="Date Placeholder 2">
            <a:extLst>
              <a:ext uri="{FF2B5EF4-FFF2-40B4-BE49-F238E27FC236}">
                <a16:creationId xmlns:a16="http://schemas.microsoft.com/office/drawing/2014/main" id="{563D1823-4BFF-732F-59BE-7CB194F5045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256FB11-0D11-4690-ABE2-7D10402E0EFA}" type="datetimeFigureOut">
              <a:rPr lang="en-IN"/>
              <a:pPr>
                <a:defRPr/>
              </a:pPr>
              <a:t>25-10-2024</a:t>
            </a:fld>
            <a:endParaRPr lang="en-IN"/>
          </a:p>
        </p:txBody>
      </p:sp>
      <p:sp>
        <p:nvSpPr>
          <p:cNvPr id="4" name="Slide Image Placeholder 3">
            <a:extLst>
              <a:ext uri="{FF2B5EF4-FFF2-40B4-BE49-F238E27FC236}">
                <a16:creationId xmlns:a16="http://schemas.microsoft.com/office/drawing/2014/main" id="{8C9806BE-1860-8171-EC6D-433500F59F14}"/>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58468D49-EF86-64F9-3E93-E17CA8D9B59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14C91522-DFB7-FBAA-8DB4-ADBF043EA2D0}"/>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IN"/>
          </a:p>
        </p:txBody>
      </p:sp>
      <p:sp>
        <p:nvSpPr>
          <p:cNvPr id="7" name="Slide Number Placeholder 6">
            <a:extLst>
              <a:ext uri="{FF2B5EF4-FFF2-40B4-BE49-F238E27FC236}">
                <a16:creationId xmlns:a16="http://schemas.microsoft.com/office/drawing/2014/main" id="{6D9A3857-C88D-0DFA-44DC-4AEE4ACC9FB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D96A2A1-82BF-4142-A600-DEDD97B055A0}"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FF536F94-A81F-6498-5280-5A66C3619E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EDE9D3CD-A560-FD4A-86B9-EEE63882FC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IN" altLang="en-US" dirty="0"/>
              <a:t>Obedience---common way of making ethical decisions </a:t>
            </a:r>
            <a:r>
              <a:rPr lang="en-IN" altLang="en-US" dirty="0" err="1"/>
              <a:t>esp</a:t>
            </a:r>
            <a:r>
              <a:rPr lang="en-IN" altLang="en-US" dirty="0"/>
              <a:t> in those who work in </a:t>
            </a:r>
            <a:r>
              <a:rPr lang="en-IN" altLang="en-US" dirty="0" err="1"/>
              <a:t>authoratative</a:t>
            </a:r>
            <a:r>
              <a:rPr lang="en-IN" altLang="en-US" dirty="0"/>
              <a:t> structures like </a:t>
            </a:r>
            <a:r>
              <a:rPr lang="en-IN" altLang="en-US" dirty="0" err="1"/>
              <a:t>militatry</a:t>
            </a:r>
            <a:r>
              <a:rPr lang="en-IN" altLang="en-US" dirty="0"/>
              <a:t>, police, some religious organisation etc. whether agree o not agree u follow it</a:t>
            </a:r>
          </a:p>
          <a:p>
            <a:pPr>
              <a:spcBef>
                <a:spcPct val="0"/>
              </a:spcBef>
            </a:pPr>
            <a:r>
              <a:rPr lang="en-IN" altLang="en-US" dirty="0"/>
              <a:t>Imitation– subordinates– one’s judgement– role model like a teachers and </a:t>
            </a:r>
            <a:r>
              <a:rPr lang="en-IN" altLang="en-US" dirty="0" err="1"/>
              <a:t>seniorvconsultants</a:t>
            </a:r>
            <a:endParaRPr lang="en-IN" altLang="en-US" dirty="0"/>
          </a:p>
          <a:p>
            <a:pPr>
              <a:spcBef>
                <a:spcPct val="0"/>
              </a:spcBef>
            </a:pPr>
            <a:r>
              <a:rPr lang="en-IN" altLang="en-US" dirty="0"/>
              <a:t>Feeling/desire– subjective approach moral </a:t>
            </a:r>
            <a:r>
              <a:rPr lang="en-IN" altLang="en-US" dirty="0" err="1"/>
              <a:t>deceision</a:t>
            </a:r>
            <a:r>
              <a:rPr lang="en-IN" altLang="en-US" dirty="0"/>
              <a:t> making and behaviour--– measure of </a:t>
            </a:r>
            <a:r>
              <a:rPr lang="en-IN" altLang="en-US" dirty="0" err="1"/>
              <a:t>moraity</a:t>
            </a:r>
            <a:endParaRPr lang="en-IN" altLang="en-US" dirty="0"/>
          </a:p>
          <a:p>
            <a:pPr>
              <a:spcBef>
                <a:spcPct val="0"/>
              </a:spcBef>
            </a:pPr>
            <a:r>
              <a:rPr lang="en-IN" altLang="en-US" dirty="0"/>
              <a:t>Intuition- an immediate perception of the right way to act in the situation--entirely subjective</a:t>
            </a:r>
          </a:p>
          <a:p>
            <a:pPr>
              <a:spcBef>
                <a:spcPct val="0"/>
              </a:spcBef>
            </a:pPr>
            <a:r>
              <a:rPr lang="en-IN" altLang="en-US" dirty="0"/>
              <a:t>Habit- very efficient method of </a:t>
            </a:r>
            <a:r>
              <a:rPr lang="en-IN" altLang="en-US" dirty="0" err="1"/>
              <a:t>decesion</a:t>
            </a:r>
            <a:r>
              <a:rPr lang="en-IN" altLang="en-US" dirty="0"/>
              <a:t> making no need to repeat a </a:t>
            </a:r>
            <a:r>
              <a:rPr lang="en-IN" altLang="en-US" dirty="0" err="1"/>
              <a:t>syst</a:t>
            </a:r>
            <a:r>
              <a:rPr lang="en-IN" altLang="en-US" dirty="0"/>
              <a:t> </a:t>
            </a:r>
            <a:r>
              <a:rPr lang="en-IN" altLang="en-US" dirty="0" err="1"/>
              <a:t>deceision</a:t>
            </a:r>
            <a:r>
              <a:rPr lang="en-IN" altLang="en-US" dirty="0"/>
              <a:t> making process</a:t>
            </a:r>
          </a:p>
          <a:p>
            <a:pPr>
              <a:spcBef>
                <a:spcPct val="0"/>
              </a:spcBef>
            </a:pPr>
            <a:endParaRPr lang="en-IN" altLang="en-US" dirty="0"/>
          </a:p>
          <a:p>
            <a:pPr>
              <a:spcBef>
                <a:spcPct val="0"/>
              </a:spcBef>
            </a:pPr>
            <a:endParaRPr lang="en-IN" altLang="en-US" dirty="0"/>
          </a:p>
        </p:txBody>
      </p:sp>
      <p:sp>
        <p:nvSpPr>
          <p:cNvPr id="51204" name="Slide Number Placeholder 3">
            <a:extLst>
              <a:ext uri="{FF2B5EF4-FFF2-40B4-BE49-F238E27FC236}">
                <a16:creationId xmlns:a16="http://schemas.microsoft.com/office/drawing/2014/main" id="{1C641869-880F-7CF3-88E8-D8B431BB2B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5598D77-0595-4CEF-A55E-47C3639E09DE}" type="slidenum">
              <a:rPr lang="en-IN" altLang="en-US" sz="1200"/>
              <a:pPr eaLnBrk="1" hangingPunct="1"/>
              <a:t>21</a:t>
            </a:fld>
            <a:endParaRPr lang="en-I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A4D300B8-8C16-270B-9A25-8BCAA63C31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8AC84A1D-3E5B-D0D0-A5B2-46508CB90F3D}"/>
              </a:ext>
            </a:extLst>
          </p:cNvPr>
          <p:cNvSpPr>
            <a:spLocks noGrp="1"/>
          </p:cNvSpPr>
          <p:nvPr>
            <p:ph type="body" idx="1"/>
          </p:nvPr>
        </p:nvSpPr>
        <p:spPr/>
        <p:txBody>
          <a:bodyPr>
            <a:normAutofit lnSpcReduction="10000"/>
          </a:bodyPr>
          <a:lstStyle/>
          <a:p>
            <a:pPr fontAlgn="auto">
              <a:spcBef>
                <a:spcPts val="0"/>
              </a:spcBef>
              <a:spcAft>
                <a:spcPts val="0"/>
              </a:spcAft>
              <a:defRPr/>
            </a:pPr>
            <a:r>
              <a:rPr lang="en-IN" dirty="0"/>
              <a:t>Respect and equal </a:t>
            </a:r>
            <a:r>
              <a:rPr lang="en-IN" dirty="0" err="1"/>
              <a:t>treament</a:t>
            </a:r>
            <a:r>
              <a:rPr lang="en-IN" dirty="0"/>
              <a:t>– </a:t>
            </a:r>
            <a:r>
              <a:rPr lang="en-IN" dirty="0" err="1"/>
              <a:t>unequality</a:t>
            </a:r>
            <a:r>
              <a:rPr lang="en-IN" dirty="0"/>
              <a:t> issues– slavery, non whites, women discrimination based of age </a:t>
            </a:r>
            <a:r>
              <a:rPr lang="en-IN" dirty="0" err="1"/>
              <a:t>disbilty</a:t>
            </a:r>
            <a:r>
              <a:rPr lang="en-IN" dirty="0"/>
              <a:t> sexual </a:t>
            </a:r>
            <a:r>
              <a:rPr lang="en-IN" dirty="0" err="1"/>
              <a:t>oriettation</a:t>
            </a:r>
            <a:endParaRPr lang="en-IN" dirty="0"/>
          </a:p>
          <a:p>
            <a:pPr fontAlgn="auto">
              <a:spcBef>
                <a:spcPts val="0"/>
              </a:spcBef>
              <a:spcAft>
                <a:spcPts val="0"/>
              </a:spcAft>
              <a:defRPr/>
            </a:pPr>
            <a:r>
              <a:rPr lang="en-IN" dirty="0"/>
              <a:t>2 apposed ideologies– </a:t>
            </a:r>
            <a:r>
              <a:rPr lang="en-IN" dirty="0" err="1"/>
              <a:t>chriatian</a:t>
            </a:r>
            <a:r>
              <a:rPr lang="en-IN" dirty="0"/>
              <a:t> faith– </a:t>
            </a:r>
            <a:r>
              <a:rPr lang="en-IN" dirty="0" err="1"/>
              <a:t>amercian</a:t>
            </a:r>
            <a:r>
              <a:rPr lang="en-IN" dirty="0"/>
              <a:t> </a:t>
            </a:r>
            <a:r>
              <a:rPr lang="en-IN" dirty="0" err="1"/>
              <a:t>revulation</a:t>
            </a:r>
            <a:r>
              <a:rPr lang="en-IN" dirty="0"/>
              <a:t> and anti </a:t>
            </a:r>
            <a:r>
              <a:rPr lang="en-IN" dirty="0" err="1"/>
              <a:t>chrisian</a:t>
            </a:r>
            <a:r>
              <a:rPr lang="en-IN" dirty="0"/>
              <a:t> faith– </a:t>
            </a:r>
            <a:r>
              <a:rPr lang="en-IN" dirty="0" err="1"/>
              <a:t>french</a:t>
            </a:r>
            <a:r>
              <a:rPr lang="en-IN" dirty="0"/>
              <a:t> revolution took place—</a:t>
            </a:r>
          </a:p>
          <a:p>
            <a:pPr fontAlgn="auto">
              <a:spcBef>
                <a:spcPts val="0"/>
              </a:spcBef>
              <a:spcAft>
                <a:spcPts val="0"/>
              </a:spcAft>
              <a:defRPr/>
            </a:pPr>
            <a:r>
              <a:rPr lang="en-IN" dirty="0"/>
              <a:t>Presently democratic concept after universal declaration of human rights 1948– patient’s rights– patients </a:t>
            </a:r>
            <a:r>
              <a:rPr lang="en-IN" dirty="0" err="1"/>
              <a:t>sfety</a:t>
            </a:r>
            <a:r>
              <a:rPr lang="en-IN" dirty="0"/>
              <a:t> issues are rising</a:t>
            </a:r>
          </a:p>
          <a:p>
            <a:pPr fontAlgn="auto">
              <a:spcBef>
                <a:spcPts val="0"/>
              </a:spcBef>
              <a:spcAft>
                <a:spcPts val="0"/>
              </a:spcAft>
              <a:defRPr/>
            </a:pPr>
            <a:endParaRPr lang="en-IN" dirty="0"/>
          </a:p>
          <a:p>
            <a:pPr fontAlgn="auto">
              <a:spcBef>
                <a:spcPts val="0"/>
              </a:spcBef>
              <a:spcAft>
                <a:spcPts val="0"/>
              </a:spcAft>
              <a:defRPr/>
            </a:pPr>
            <a:r>
              <a:rPr lang="en-IN" dirty="0"/>
              <a:t>Communication and consent– informed consent forms the central concept– good communication between the physician and patient barriers—language and culture difference</a:t>
            </a:r>
          </a:p>
          <a:p>
            <a:pPr fontAlgn="auto">
              <a:spcBef>
                <a:spcPts val="0"/>
              </a:spcBef>
              <a:spcAft>
                <a:spcPts val="0"/>
              </a:spcAft>
              <a:defRPr/>
            </a:pPr>
            <a:r>
              <a:rPr lang="en-IN" dirty="0"/>
              <a:t>2 types of consent– explicit(orally o in writing) and implicit(implied) like </a:t>
            </a:r>
            <a:r>
              <a:rPr lang="en-IN" dirty="0" err="1"/>
              <a:t>venepuncture</a:t>
            </a:r>
            <a:r>
              <a:rPr lang="en-IN" dirty="0"/>
              <a:t> giving hand</a:t>
            </a:r>
          </a:p>
          <a:p>
            <a:pPr fontAlgn="auto">
              <a:spcBef>
                <a:spcPts val="0"/>
              </a:spcBef>
              <a:spcAft>
                <a:spcPts val="0"/>
              </a:spcAft>
              <a:defRPr/>
            </a:pPr>
            <a:endParaRPr lang="en-IN" dirty="0"/>
          </a:p>
          <a:p>
            <a:pPr fontAlgn="auto">
              <a:spcBef>
                <a:spcPts val="0"/>
              </a:spcBef>
              <a:spcAft>
                <a:spcPts val="0"/>
              </a:spcAft>
              <a:defRPr/>
            </a:pPr>
            <a:r>
              <a:rPr lang="en-IN" dirty="0" err="1"/>
              <a:t>Incompetatnt</a:t>
            </a:r>
            <a:r>
              <a:rPr lang="en-IN" dirty="0"/>
              <a:t> </a:t>
            </a:r>
            <a:r>
              <a:rPr lang="en-IN" dirty="0" err="1"/>
              <a:t>indviduals</a:t>
            </a:r>
            <a:r>
              <a:rPr lang="en-IN" dirty="0"/>
              <a:t>—young patients, psychiatric patients and </a:t>
            </a:r>
            <a:r>
              <a:rPr lang="en-IN" dirty="0" err="1"/>
              <a:t>neuro</a:t>
            </a:r>
            <a:r>
              <a:rPr lang="en-IN" dirty="0"/>
              <a:t> conditions/ temp comatose o </a:t>
            </a:r>
            <a:r>
              <a:rPr lang="en-IN" dirty="0" err="1"/>
              <a:t>uncounsious</a:t>
            </a:r>
            <a:r>
              <a:rPr lang="en-IN" dirty="0"/>
              <a:t> conditions</a:t>
            </a:r>
          </a:p>
          <a:p>
            <a:pPr fontAlgn="auto">
              <a:spcBef>
                <a:spcPts val="0"/>
              </a:spcBef>
              <a:spcAft>
                <a:spcPts val="0"/>
              </a:spcAft>
              <a:defRPr/>
            </a:pPr>
            <a:r>
              <a:rPr lang="en-IN" dirty="0"/>
              <a:t>Advance directive concept</a:t>
            </a:r>
          </a:p>
          <a:p>
            <a:pPr fontAlgn="auto">
              <a:spcBef>
                <a:spcPts val="0"/>
              </a:spcBef>
              <a:spcAft>
                <a:spcPts val="0"/>
              </a:spcAft>
              <a:defRPr/>
            </a:pPr>
            <a:r>
              <a:rPr lang="en-IN" dirty="0"/>
              <a:t>Confidentiality– autonomy respect for other and trust forms the main core of confidentiality– breeches only in some justified issues but to be kept to minimum—</a:t>
            </a:r>
            <a:r>
              <a:rPr lang="en-IN" dirty="0" err="1"/>
              <a:t>dsinated</a:t>
            </a:r>
            <a:r>
              <a:rPr lang="en-IN" dirty="0"/>
              <a:t> diseases, those deemed not to fit to drive and child abuse</a:t>
            </a:r>
          </a:p>
          <a:p>
            <a:pPr fontAlgn="auto">
              <a:spcBef>
                <a:spcPts val="0"/>
              </a:spcBef>
              <a:spcAft>
                <a:spcPts val="0"/>
              </a:spcAft>
              <a:defRPr/>
            </a:pPr>
            <a:r>
              <a:rPr lang="en-IN" dirty="0"/>
              <a:t>Weight the choices when its in dilemma even in criminal cases consent becomes important</a:t>
            </a:r>
          </a:p>
          <a:p>
            <a:pPr fontAlgn="auto">
              <a:spcBef>
                <a:spcPts val="0"/>
              </a:spcBef>
              <a:spcAft>
                <a:spcPts val="0"/>
              </a:spcAft>
              <a:defRPr/>
            </a:pPr>
            <a:r>
              <a:rPr lang="en-IN" dirty="0" err="1"/>
              <a:t>Beginnning</a:t>
            </a:r>
            <a:r>
              <a:rPr lang="en-IN" dirty="0"/>
              <a:t> of life issues– contraception, assisted reproduction prenatal genetic screening and abortion main issues</a:t>
            </a:r>
          </a:p>
          <a:p>
            <a:pPr fontAlgn="auto">
              <a:spcBef>
                <a:spcPts val="0"/>
              </a:spcBef>
              <a:spcAft>
                <a:spcPts val="0"/>
              </a:spcAft>
              <a:defRPr/>
            </a:pPr>
            <a:r>
              <a:rPr lang="en-IN" dirty="0"/>
              <a:t>End of life issues– </a:t>
            </a:r>
            <a:r>
              <a:rPr lang="en-IN" dirty="0" err="1"/>
              <a:t>euthanaisa</a:t>
            </a:r>
            <a:r>
              <a:rPr lang="en-IN" dirty="0"/>
              <a:t> and assistance to suicide---debatable</a:t>
            </a:r>
          </a:p>
        </p:txBody>
      </p:sp>
      <p:sp>
        <p:nvSpPr>
          <p:cNvPr id="52228" name="Slide Number Placeholder 3">
            <a:extLst>
              <a:ext uri="{FF2B5EF4-FFF2-40B4-BE49-F238E27FC236}">
                <a16:creationId xmlns:a16="http://schemas.microsoft.com/office/drawing/2014/main" id="{BA4C7207-1460-43E4-F39C-4E3AA051A8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8434BAB-8199-4F8C-A78C-E895953FC480}" type="slidenum">
              <a:rPr lang="en-IN" altLang="en-US" sz="1200"/>
              <a:pPr eaLnBrk="1" hangingPunct="1"/>
              <a:t>26</a:t>
            </a:fld>
            <a:endParaRPr lang="en-I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F5C4B4C2-3FDF-66A8-72C9-093B44A3CE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E4FF5266-91FC-401E-D815-070E311595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IN" altLang="en-US"/>
              <a:t>Dual loyalty– have responsibility and are accountable answerabale to both authorities and patients and performs dual loyalty. Patient consent and confidentiality to be maintanined and appropriate authorirties to be informed. Conflict of interest– between pharma companies and patient’s treatment</a:t>
            </a:r>
          </a:p>
          <a:p>
            <a:pPr>
              <a:spcBef>
                <a:spcPct val="0"/>
              </a:spcBef>
            </a:pPr>
            <a:endParaRPr lang="en-IN" altLang="en-US"/>
          </a:p>
          <a:p>
            <a:pPr>
              <a:spcBef>
                <a:spcPct val="0"/>
              </a:spcBef>
            </a:pPr>
            <a:r>
              <a:rPr lang="en-IN" altLang="en-US"/>
              <a:t>Resource allocation at three levels</a:t>
            </a:r>
          </a:p>
          <a:p>
            <a:pPr>
              <a:spcBef>
                <a:spcPct val="0"/>
              </a:spcBef>
            </a:pPr>
            <a:r>
              <a:rPr lang="en-IN" altLang="en-US"/>
              <a:t>Macro level– government decides– overall budget to health</a:t>
            </a:r>
          </a:p>
          <a:p>
            <a:pPr>
              <a:spcBef>
                <a:spcPct val="0"/>
              </a:spcBef>
            </a:pPr>
            <a:r>
              <a:rPr lang="en-IN" altLang="en-US"/>
              <a:t>Meso level– hospital, clinics and health care agencies decide spend on staff, equipment etc</a:t>
            </a:r>
          </a:p>
          <a:p>
            <a:pPr>
              <a:spcBef>
                <a:spcPct val="0"/>
              </a:spcBef>
            </a:pPr>
            <a:r>
              <a:rPr lang="en-IN" altLang="en-US"/>
              <a:t>Micro level—individual level– investigations required, tests ordered, should be hospitalised o no.. Generic and ethical issues?</a:t>
            </a:r>
          </a:p>
          <a:p>
            <a:pPr>
              <a:spcBef>
                <a:spcPct val="0"/>
              </a:spcBef>
            </a:pPr>
            <a:endParaRPr lang="en-IN" altLang="en-US"/>
          </a:p>
          <a:p>
            <a:pPr>
              <a:spcBef>
                <a:spcPct val="0"/>
              </a:spcBef>
            </a:pPr>
            <a:r>
              <a:rPr lang="en-IN" altLang="en-US"/>
              <a:t>Public healh measures like vaccination, emergency responses to outbreaks of contiagious diseases</a:t>
            </a:r>
          </a:p>
          <a:p>
            <a:pPr>
              <a:spcBef>
                <a:spcPct val="0"/>
              </a:spcBef>
            </a:pPr>
            <a:r>
              <a:rPr lang="en-IN" altLang="en-US"/>
              <a:t>Interets of public conflict with those of individuals vaccination –AEFI dual loyality issues</a:t>
            </a:r>
          </a:p>
          <a:p>
            <a:pPr>
              <a:spcBef>
                <a:spcPct val="0"/>
              </a:spcBef>
            </a:pPr>
            <a:endParaRPr lang="en-IN" altLang="en-US"/>
          </a:p>
          <a:p>
            <a:pPr>
              <a:spcBef>
                <a:spcPct val="0"/>
              </a:spcBef>
            </a:pPr>
            <a:r>
              <a:rPr lang="en-IN" altLang="en-US"/>
              <a:t>Global health concerns like SARS, ebola, zika virus, swine flu etc</a:t>
            </a:r>
          </a:p>
          <a:p>
            <a:pPr>
              <a:spcBef>
                <a:spcPct val="0"/>
              </a:spcBef>
            </a:pPr>
            <a:r>
              <a:rPr lang="en-IN" altLang="en-US"/>
              <a:t>International mobility of health professionals including physicians</a:t>
            </a:r>
          </a:p>
        </p:txBody>
      </p:sp>
      <p:sp>
        <p:nvSpPr>
          <p:cNvPr id="53252" name="Slide Number Placeholder 3">
            <a:extLst>
              <a:ext uri="{FF2B5EF4-FFF2-40B4-BE49-F238E27FC236}">
                <a16:creationId xmlns:a16="http://schemas.microsoft.com/office/drawing/2014/main" id="{FFB01EBE-080B-A315-6644-4C6C9F57D4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5A5E194-8C20-4D6C-96D9-D34AB5E829F4}" type="slidenum">
              <a:rPr lang="en-IN" altLang="en-US" sz="1200"/>
              <a:pPr eaLnBrk="1" hangingPunct="1"/>
              <a:t>27</a:t>
            </a:fld>
            <a:endParaRPr lang="en-I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986AF6A7-6B65-D30A-B879-67799A3AF0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11F6A30C-FA1B-5524-1324-0CBA285D0F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IN" altLang="en-US"/>
              <a:t>Hierical fashion internally and externally</a:t>
            </a:r>
          </a:p>
          <a:p>
            <a:pPr>
              <a:spcBef>
                <a:spcPct val="0"/>
              </a:spcBef>
            </a:pPr>
            <a:r>
              <a:rPr lang="en-IN" altLang="en-US"/>
              <a:t>Internally amoung the branches and their hierachy medicine better than patho, better than community medicine etc</a:t>
            </a:r>
          </a:p>
          <a:p>
            <a:pPr>
              <a:spcBef>
                <a:spcPct val="0"/>
              </a:spcBef>
            </a:pPr>
            <a:r>
              <a:rPr lang="en-IN" altLang="en-US"/>
              <a:t>Externally btw other health care professionals doctors are better from nurses, and other health care staff</a:t>
            </a:r>
          </a:p>
          <a:p>
            <a:pPr>
              <a:spcBef>
                <a:spcPct val="0"/>
              </a:spcBef>
            </a:pPr>
            <a:endParaRPr lang="en-IN" altLang="en-US"/>
          </a:p>
          <a:p>
            <a:pPr>
              <a:spcBef>
                <a:spcPct val="0"/>
              </a:spcBef>
            </a:pPr>
            <a:r>
              <a:rPr lang="en-IN" altLang="en-US"/>
              <a:t>Coopertaive model&gt;&gt; authorattive model</a:t>
            </a:r>
          </a:p>
          <a:p>
            <a:pPr>
              <a:spcBef>
                <a:spcPct val="0"/>
              </a:spcBef>
            </a:pPr>
            <a:endParaRPr lang="en-IN" altLang="en-US"/>
          </a:p>
          <a:p>
            <a:pPr>
              <a:spcBef>
                <a:spcPct val="0"/>
              </a:spcBef>
            </a:pPr>
            <a:r>
              <a:rPr lang="en-IN" altLang="en-US"/>
              <a:t>Declartion of geneva--- my collques are my brothers and siisters but proffessional courtesy is decresing these days.</a:t>
            </a:r>
          </a:p>
        </p:txBody>
      </p:sp>
      <p:sp>
        <p:nvSpPr>
          <p:cNvPr id="54276" name="Slide Number Placeholder 3">
            <a:extLst>
              <a:ext uri="{FF2B5EF4-FFF2-40B4-BE49-F238E27FC236}">
                <a16:creationId xmlns:a16="http://schemas.microsoft.com/office/drawing/2014/main" id="{01EB7ADC-77A5-37ED-46A9-E56048FF65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57C7FA5-15F1-4971-9781-580006FA21A9}" type="slidenum">
              <a:rPr lang="en-IN" altLang="en-US" sz="1200"/>
              <a:pPr eaLnBrk="1" hangingPunct="1"/>
              <a:t>28</a:t>
            </a:fld>
            <a:endParaRPr lang="en-I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F21C2003-F81B-8CED-F303-797E766BE2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D70849E-10FD-9166-27BC-C9328152FBE5}"/>
              </a:ext>
            </a:extLst>
          </p:cNvPr>
          <p:cNvSpPr>
            <a:spLocks noGrp="1"/>
          </p:cNvSpPr>
          <p:nvPr>
            <p:ph type="body" idx="1"/>
          </p:nvPr>
        </p:nvSpPr>
        <p:spPr/>
        <p:txBody>
          <a:bodyPr/>
          <a:lstStyle/>
          <a:p>
            <a:pPr fontAlgn="auto">
              <a:spcBef>
                <a:spcPts val="0"/>
              </a:spcBef>
              <a:spcAft>
                <a:spcPts val="0"/>
              </a:spcAft>
              <a:defRPr/>
            </a:pPr>
            <a:r>
              <a:rPr lang="en-IN" dirty="0"/>
              <a:t>A copy of informed consent form to be given to the participants</a:t>
            </a:r>
          </a:p>
          <a:p>
            <a:pPr fontAlgn="auto">
              <a:spcBef>
                <a:spcPts val="0"/>
              </a:spcBef>
              <a:spcAft>
                <a:spcPts val="0"/>
              </a:spcAft>
              <a:defRPr/>
            </a:pPr>
            <a:endParaRPr lang="en-IN" dirty="0"/>
          </a:p>
          <a:p>
            <a:pPr fontAlgn="auto">
              <a:spcBef>
                <a:spcPts val="0"/>
              </a:spcBef>
              <a:spcAft>
                <a:spcPts val="0"/>
              </a:spcAft>
              <a:defRPr/>
            </a:pPr>
            <a:r>
              <a:rPr lang="en-IN" dirty="0"/>
              <a:t>Fresh/ re consent in case of</a:t>
            </a:r>
          </a:p>
          <a:p>
            <a:pPr marL="228600" indent="-228600" fontAlgn="auto">
              <a:spcBef>
                <a:spcPts val="0"/>
              </a:spcBef>
              <a:spcAft>
                <a:spcPts val="0"/>
              </a:spcAft>
              <a:buFontTx/>
              <a:buAutoNum type="arabicPeriod"/>
              <a:defRPr/>
            </a:pPr>
            <a:r>
              <a:rPr lang="en-IN" dirty="0"/>
              <a:t>Availability of new information which would </a:t>
            </a:r>
            <a:r>
              <a:rPr lang="en-IN" dirty="0" err="1"/>
              <a:t>necessiate</a:t>
            </a:r>
            <a:r>
              <a:rPr lang="en-IN" dirty="0"/>
              <a:t> the deviation of protocol</a:t>
            </a:r>
          </a:p>
          <a:p>
            <a:pPr marL="228600" indent="-228600" fontAlgn="auto">
              <a:spcBef>
                <a:spcPts val="0"/>
              </a:spcBef>
              <a:spcAft>
                <a:spcPts val="0"/>
              </a:spcAft>
              <a:buFontTx/>
              <a:buAutoNum type="arabicPeriod"/>
              <a:defRPr/>
            </a:pPr>
            <a:r>
              <a:rPr lang="en-IN" dirty="0"/>
              <a:t>Research participant regains </a:t>
            </a:r>
            <a:r>
              <a:rPr lang="en-IN" dirty="0" err="1"/>
              <a:t>counsiousness</a:t>
            </a:r>
            <a:r>
              <a:rPr lang="en-IN" dirty="0"/>
              <a:t> to better understand the study</a:t>
            </a:r>
          </a:p>
          <a:p>
            <a:pPr marL="228600" indent="-228600" fontAlgn="auto">
              <a:spcBef>
                <a:spcPts val="0"/>
              </a:spcBef>
              <a:spcAft>
                <a:spcPts val="0"/>
              </a:spcAft>
              <a:buFontTx/>
              <a:buAutoNum type="arabicPeriod"/>
              <a:defRPr/>
            </a:pPr>
            <a:r>
              <a:rPr lang="en-IN" dirty="0"/>
              <a:t>Long term follow up in necessary</a:t>
            </a:r>
          </a:p>
          <a:p>
            <a:pPr marL="228600" indent="-228600" fontAlgn="auto">
              <a:spcBef>
                <a:spcPts val="0"/>
              </a:spcBef>
              <a:spcAft>
                <a:spcPts val="0"/>
              </a:spcAft>
              <a:buFontTx/>
              <a:buAutoNum type="arabicPeriod"/>
              <a:defRPr/>
            </a:pPr>
            <a:r>
              <a:rPr lang="en-IN" dirty="0"/>
              <a:t>When there is change in modality of treatment o alternative treatments are available</a:t>
            </a:r>
          </a:p>
          <a:p>
            <a:pPr marL="228600" indent="-228600" fontAlgn="auto">
              <a:spcBef>
                <a:spcPts val="0"/>
              </a:spcBef>
              <a:spcAft>
                <a:spcPts val="0"/>
              </a:spcAft>
              <a:defRPr/>
            </a:pPr>
            <a:r>
              <a:rPr lang="en-IN" dirty="0"/>
              <a:t>waiver of consent in case of &lt; minimal risk research, researcher do not come in contact with the patients and in case of emergencies</a:t>
            </a:r>
          </a:p>
        </p:txBody>
      </p:sp>
      <p:sp>
        <p:nvSpPr>
          <p:cNvPr id="55300" name="Slide Number Placeholder 3">
            <a:extLst>
              <a:ext uri="{FF2B5EF4-FFF2-40B4-BE49-F238E27FC236}">
                <a16:creationId xmlns:a16="http://schemas.microsoft.com/office/drawing/2014/main" id="{3040E3CB-7C78-CC60-235F-8D9C80CA45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E8F3EA7-54EB-4313-AB35-B56CE6EA2083}" type="slidenum">
              <a:rPr lang="en-IN" altLang="en-US" sz="1200"/>
              <a:pPr eaLnBrk="1" hangingPunct="1"/>
              <a:t>42</a:t>
            </a:fld>
            <a:endParaRPr lang="en-I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sz="quarter"/>
          </p:nvPr>
        </p:nvSpPr>
        <p:spPr>
          <a:xfrm>
            <a:off x="3581400" y="685800"/>
            <a:ext cx="5561013" cy="3352800"/>
          </a:xfrm>
        </p:spPr>
        <p:txBody>
          <a:bodyPr/>
          <a:lstStyle>
            <a:lvl1pPr>
              <a:defRPr>
                <a:solidFill>
                  <a:schemeClr val="bg2"/>
                </a:solidFill>
                <a:effectLst>
                  <a:outerShdw blurRad="38100" dist="38100" dir="2700000" algn="tl">
                    <a:srgbClr val="000000"/>
                  </a:outerShdw>
                </a:effectLst>
              </a:defRPr>
            </a:lvl1pPr>
          </a:lstStyle>
          <a:p>
            <a:r>
              <a:rPr lang="en-US"/>
              <a:t>Click to edit Master title style</a:t>
            </a:r>
          </a:p>
        </p:txBody>
      </p:sp>
      <p:sp>
        <p:nvSpPr>
          <p:cNvPr id="4099" name="Rectangle 3"/>
          <p:cNvSpPr>
            <a:spLocks noGrp="1" noChangeArrowheads="1"/>
          </p:cNvSpPr>
          <p:nvPr>
            <p:ph type="subTitle" sz="quarter" idx="1"/>
          </p:nvPr>
        </p:nvSpPr>
        <p:spPr>
          <a:xfrm>
            <a:off x="5181600" y="4038600"/>
            <a:ext cx="3960813" cy="1752600"/>
          </a:xfrm>
          <a:ln w="9525">
            <a:headEnd/>
            <a:tailEnd/>
          </a:ln>
        </p:spPr>
        <p:txBody>
          <a:bodyPr lIns="92075" tIns="46038" rIns="92075" bIns="46038" anchor="ctr"/>
          <a:lstStyle>
            <a:lvl1pPr marL="0" indent="0" algn="ctr">
              <a:buFont typeface="Wingdings" pitchFamily="2" charset="2"/>
              <a:buNone/>
              <a:defRPr>
                <a:solidFill>
                  <a:schemeClr val="bg2"/>
                </a:solidFill>
              </a:defRPr>
            </a:lvl1pPr>
          </a:lstStyle>
          <a:p>
            <a:r>
              <a:rPr lang="en-US"/>
              <a:t>Click to edit Master subtitle style</a:t>
            </a:r>
          </a:p>
        </p:txBody>
      </p:sp>
      <p:sp>
        <p:nvSpPr>
          <p:cNvPr id="2" name="Rectangle 4">
            <a:extLst>
              <a:ext uri="{FF2B5EF4-FFF2-40B4-BE49-F238E27FC236}">
                <a16:creationId xmlns:a16="http://schemas.microsoft.com/office/drawing/2014/main" id="{7C68B8C4-45BE-13C7-A812-2044034D7B18}"/>
              </a:ext>
            </a:extLst>
          </p:cNvPr>
          <p:cNvSpPr>
            <a:spLocks noGrp="1" noChangeArrowheads="1"/>
          </p:cNvSpPr>
          <p:nvPr>
            <p:ph type="dt" sz="quarter" idx="10"/>
          </p:nvPr>
        </p:nvSpPr>
        <p:spPr>
          <a:xfrm>
            <a:off x="685800" y="6248400"/>
            <a:ext cx="1905000" cy="457200"/>
          </a:xfrm>
        </p:spPr>
        <p:txBody>
          <a:bodyPr/>
          <a:lstStyle>
            <a:lvl1pPr>
              <a:defRPr>
                <a:solidFill>
                  <a:srgbClr val="EAEAEA"/>
                </a:solidFill>
              </a:defRPr>
            </a:lvl1pPr>
          </a:lstStyle>
          <a:p>
            <a:pPr>
              <a:defRPr/>
            </a:pPr>
            <a:endParaRPr lang="en-US"/>
          </a:p>
        </p:txBody>
      </p:sp>
      <p:sp>
        <p:nvSpPr>
          <p:cNvPr id="3" name="Rectangle 5">
            <a:extLst>
              <a:ext uri="{FF2B5EF4-FFF2-40B4-BE49-F238E27FC236}">
                <a16:creationId xmlns:a16="http://schemas.microsoft.com/office/drawing/2014/main" id="{CE4FA8B0-DF0F-9501-C1CD-2D37732BB25C}"/>
              </a:ext>
            </a:extLst>
          </p:cNvPr>
          <p:cNvSpPr>
            <a:spLocks noGrp="1" noChangeArrowheads="1"/>
          </p:cNvSpPr>
          <p:nvPr>
            <p:ph type="ftr" sz="quarter" idx="11"/>
          </p:nvPr>
        </p:nvSpPr>
        <p:spPr>
          <a:xfrm>
            <a:off x="3124200" y="6248400"/>
            <a:ext cx="2895600" cy="457200"/>
          </a:xfrm>
        </p:spPr>
        <p:txBody>
          <a:bodyPr/>
          <a:lstStyle>
            <a:lvl1pPr>
              <a:defRPr>
                <a:solidFill>
                  <a:srgbClr val="EAEAEA"/>
                </a:solidFill>
              </a:defRPr>
            </a:lvl1pPr>
          </a:lstStyle>
          <a:p>
            <a:pPr>
              <a:defRPr/>
            </a:pPr>
            <a:endParaRPr lang="en-US"/>
          </a:p>
        </p:txBody>
      </p:sp>
      <p:sp>
        <p:nvSpPr>
          <p:cNvPr id="4" name="Rectangle 6">
            <a:extLst>
              <a:ext uri="{FF2B5EF4-FFF2-40B4-BE49-F238E27FC236}">
                <a16:creationId xmlns:a16="http://schemas.microsoft.com/office/drawing/2014/main" id="{432EA076-155A-BCC7-8435-4BF74C472E66}"/>
              </a:ext>
            </a:extLst>
          </p:cNvPr>
          <p:cNvSpPr>
            <a:spLocks noGrp="1" noChangeArrowheads="1"/>
          </p:cNvSpPr>
          <p:nvPr>
            <p:ph type="sldNum" sz="quarter" idx="12"/>
          </p:nvPr>
        </p:nvSpPr>
        <p:spPr>
          <a:xfrm>
            <a:off x="6553200" y="6248400"/>
            <a:ext cx="1905000" cy="457200"/>
          </a:xfrm>
        </p:spPr>
        <p:txBody>
          <a:bodyPr/>
          <a:lstStyle>
            <a:lvl1pPr>
              <a:defRPr>
                <a:solidFill>
                  <a:srgbClr val="EAEAEA"/>
                </a:solidFill>
              </a:defRPr>
            </a:lvl1pPr>
          </a:lstStyle>
          <a:p>
            <a:fld id="{D0DEF7B3-EBE3-49C9-BE86-7B14FD7656DD}" type="slidenum">
              <a:rPr lang="en-US" altLang="en-US"/>
              <a:pPr/>
              <a:t>‹#›</a:t>
            </a:fld>
            <a:endParaRPr lang="en-US" altLang="en-US"/>
          </a:p>
        </p:txBody>
      </p:sp>
    </p:spTree>
    <p:extLst>
      <p:ext uri="{BB962C8B-B14F-4D97-AF65-F5344CB8AC3E}">
        <p14:creationId xmlns:p14="http://schemas.microsoft.com/office/powerpoint/2010/main" val="160432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027">
            <a:extLst>
              <a:ext uri="{FF2B5EF4-FFF2-40B4-BE49-F238E27FC236}">
                <a16:creationId xmlns:a16="http://schemas.microsoft.com/office/drawing/2014/main" id="{63B5A047-F138-91BC-7512-D6648F1E4F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28">
            <a:extLst>
              <a:ext uri="{FF2B5EF4-FFF2-40B4-BE49-F238E27FC236}">
                <a16:creationId xmlns:a16="http://schemas.microsoft.com/office/drawing/2014/main" id="{D5980CEF-5DC4-1C58-92F8-5D0265DBD5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29">
            <a:extLst>
              <a:ext uri="{FF2B5EF4-FFF2-40B4-BE49-F238E27FC236}">
                <a16:creationId xmlns:a16="http://schemas.microsoft.com/office/drawing/2014/main" id="{84AD72F6-769B-4770-8DD4-1C39DDBD9C08}"/>
              </a:ext>
            </a:extLst>
          </p:cNvPr>
          <p:cNvSpPr>
            <a:spLocks noGrp="1" noChangeArrowheads="1"/>
          </p:cNvSpPr>
          <p:nvPr>
            <p:ph type="sldNum" sz="quarter" idx="12"/>
          </p:nvPr>
        </p:nvSpPr>
        <p:spPr>
          <a:ln/>
        </p:spPr>
        <p:txBody>
          <a:bodyPr/>
          <a:lstStyle>
            <a:lvl1pPr>
              <a:defRPr/>
            </a:lvl1pPr>
          </a:lstStyle>
          <a:p>
            <a:fld id="{BFBD8ED5-6C94-43CB-94A7-8F3780B8D74C}" type="slidenum">
              <a:rPr lang="en-US" altLang="en-US"/>
              <a:pPr/>
              <a:t>‹#›</a:t>
            </a:fld>
            <a:endParaRPr lang="en-US" altLang="en-US"/>
          </a:p>
        </p:txBody>
      </p:sp>
    </p:spTree>
    <p:extLst>
      <p:ext uri="{BB962C8B-B14F-4D97-AF65-F5344CB8AC3E}">
        <p14:creationId xmlns:p14="http://schemas.microsoft.com/office/powerpoint/2010/main" val="2238079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7">
            <a:extLst>
              <a:ext uri="{FF2B5EF4-FFF2-40B4-BE49-F238E27FC236}">
                <a16:creationId xmlns:a16="http://schemas.microsoft.com/office/drawing/2014/main" id="{8C95C9BE-172D-E608-CD96-F420A70CCF5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28">
            <a:extLst>
              <a:ext uri="{FF2B5EF4-FFF2-40B4-BE49-F238E27FC236}">
                <a16:creationId xmlns:a16="http://schemas.microsoft.com/office/drawing/2014/main" id="{804C7EAC-1684-ED19-7724-36269EB47B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29">
            <a:extLst>
              <a:ext uri="{FF2B5EF4-FFF2-40B4-BE49-F238E27FC236}">
                <a16:creationId xmlns:a16="http://schemas.microsoft.com/office/drawing/2014/main" id="{CE921B55-2F10-0BE4-F7A4-CE7E8E0C8E21}"/>
              </a:ext>
            </a:extLst>
          </p:cNvPr>
          <p:cNvSpPr>
            <a:spLocks noGrp="1" noChangeArrowheads="1"/>
          </p:cNvSpPr>
          <p:nvPr>
            <p:ph type="sldNum" sz="quarter" idx="12"/>
          </p:nvPr>
        </p:nvSpPr>
        <p:spPr>
          <a:ln/>
        </p:spPr>
        <p:txBody>
          <a:bodyPr/>
          <a:lstStyle>
            <a:lvl1pPr>
              <a:defRPr/>
            </a:lvl1pPr>
          </a:lstStyle>
          <a:p>
            <a:fld id="{73EC58F0-5B15-4A7D-AD1C-AAA47C9D519D}" type="slidenum">
              <a:rPr lang="en-US" altLang="en-US"/>
              <a:pPr/>
              <a:t>‹#›</a:t>
            </a:fld>
            <a:endParaRPr lang="en-US" altLang="en-US"/>
          </a:p>
        </p:txBody>
      </p:sp>
    </p:spTree>
    <p:extLst>
      <p:ext uri="{BB962C8B-B14F-4D97-AF65-F5344CB8AC3E}">
        <p14:creationId xmlns:p14="http://schemas.microsoft.com/office/powerpoint/2010/main" val="3054744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371600" y="1981200"/>
            <a:ext cx="3733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257800" y="1981200"/>
            <a:ext cx="37338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027">
            <a:extLst>
              <a:ext uri="{FF2B5EF4-FFF2-40B4-BE49-F238E27FC236}">
                <a16:creationId xmlns:a16="http://schemas.microsoft.com/office/drawing/2014/main" id="{3EF509D0-D19A-667C-3DD9-F66E070CBA5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28">
            <a:extLst>
              <a:ext uri="{FF2B5EF4-FFF2-40B4-BE49-F238E27FC236}">
                <a16:creationId xmlns:a16="http://schemas.microsoft.com/office/drawing/2014/main" id="{E4213920-0AB0-40F4-7161-A901B35F1CB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29">
            <a:extLst>
              <a:ext uri="{FF2B5EF4-FFF2-40B4-BE49-F238E27FC236}">
                <a16:creationId xmlns:a16="http://schemas.microsoft.com/office/drawing/2014/main" id="{B8A96CD4-3219-B05E-322F-5665A247FBF9}"/>
              </a:ext>
            </a:extLst>
          </p:cNvPr>
          <p:cNvSpPr>
            <a:spLocks noGrp="1" noChangeArrowheads="1"/>
          </p:cNvSpPr>
          <p:nvPr>
            <p:ph type="sldNum" sz="quarter" idx="12"/>
          </p:nvPr>
        </p:nvSpPr>
        <p:spPr>
          <a:ln/>
        </p:spPr>
        <p:txBody>
          <a:bodyPr/>
          <a:lstStyle>
            <a:lvl1pPr>
              <a:defRPr/>
            </a:lvl1pPr>
          </a:lstStyle>
          <a:p>
            <a:fld id="{0AE2C405-A06E-49AA-A40C-2EDF8EE1F1D1}" type="slidenum">
              <a:rPr lang="en-US" altLang="en-US"/>
              <a:pPr/>
              <a:t>‹#›</a:t>
            </a:fld>
            <a:endParaRPr lang="en-US" altLang="en-US"/>
          </a:p>
        </p:txBody>
      </p:sp>
    </p:spTree>
    <p:extLst>
      <p:ext uri="{BB962C8B-B14F-4D97-AF65-F5344CB8AC3E}">
        <p14:creationId xmlns:p14="http://schemas.microsoft.com/office/powerpoint/2010/main" val="3714909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027">
            <a:extLst>
              <a:ext uri="{FF2B5EF4-FFF2-40B4-BE49-F238E27FC236}">
                <a16:creationId xmlns:a16="http://schemas.microsoft.com/office/drawing/2014/main" id="{C37809CE-D18A-C653-B373-3D6D9D2A9FA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028">
            <a:extLst>
              <a:ext uri="{FF2B5EF4-FFF2-40B4-BE49-F238E27FC236}">
                <a16:creationId xmlns:a16="http://schemas.microsoft.com/office/drawing/2014/main" id="{9AD0DEA8-522B-C3DB-D89F-8D422B29296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029">
            <a:extLst>
              <a:ext uri="{FF2B5EF4-FFF2-40B4-BE49-F238E27FC236}">
                <a16:creationId xmlns:a16="http://schemas.microsoft.com/office/drawing/2014/main" id="{E527819A-A6B7-CBAE-35E1-403AD26F0E9F}"/>
              </a:ext>
            </a:extLst>
          </p:cNvPr>
          <p:cNvSpPr>
            <a:spLocks noGrp="1" noChangeArrowheads="1"/>
          </p:cNvSpPr>
          <p:nvPr>
            <p:ph type="sldNum" sz="quarter" idx="12"/>
          </p:nvPr>
        </p:nvSpPr>
        <p:spPr>
          <a:ln/>
        </p:spPr>
        <p:txBody>
          <a:bodyPr/>
          <a:lstStyle>
            <a:lvl1pPr>
              <a:defRPr/>
            </a:lvl1pPr>
          </a:lstStyle>
          <a:p>
            <a:fld id="{77104710-3194-49C4-9F75-22DCE61E3508}" type="slidenum">
              <a:rPr lang="en-US" altLang="en-US"/>
              <a:pPr/>
              <a:t>‹#›</a:t>
            </a:fld>
            <a:endParaRPr lang="en-US" altLang="en-US"/>
          </a:p>
        </p:txBody>
      </p:sp>
    </p:spTree>
    <p:extLst>
      <p:ext uri="{BB962C8B-B14F-4D97-AF65-F5344CB8AC3E}">
        <p14:creationId xmlns:p14="http://schemas.microsoft.com/office/powerpoint/2010/main" val="1305417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027">
            <a:extLst>
              <a:ext uri="{FF2B5EF4-FFF2-40B4-BE49-F238E27FC236}">
                <a16:creationId xmlns:a16="http://schemas.microsoft.com/office/drawing/2014/main" id="{EF0CB378-AD17-2C03-860A-237207706B5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028">
            <a:extLst>
              <a:ext uri="{FF2B5EF4-FFF2-40B4-BE49-F238E27FC236}">
                <a16:creationId xmlns:a16="http://schemas.microsoft.com/office/drawing/2014/main" id="{3B0471BF-4FF0-C972-9E5E-A1EE19B0F2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029">
            <a:extLst>
              <a:ext uri="{FF2B5EF4-FFF2-40B4-BE49-F238E27FC236}">
                <a16:creationId xmlns:a16="http://schemas.microsoft.com/office/drawing/2014/main" id="{F41A0350-E954-0FEA-AE16-69D8A6C234DD}"/>
              </a:ext>
            </a:extLst>
          </p:cNvPr>
          <p:cNvSpPr>
            <a:spLocks noGrp="1" noChangeArrowheads="1"/>
          </p:cNvSpPr>
          <p:nvPr>
            <p:ph type="sldNum" sz="quarter" idx="12"/>
          </p:nvPr>
        </p:nvSpPr>
        <p:spPr>
          <a:ln/>
        </p:spPr>
        <p:txBody>
          <a:bodyPr/>
          <a:lstStyle>
            <a:lvl1pPr>
              <a:defRPr/>
            </a:lvl1pPr>
          </a:lstStyle>
          <a:p>
            <a:fld id="{61B4D405-E02F-41EC-BA5F-CC88D2024AFA}" type="slidenum">
              <a:rPr lang="en-US" altLang="en-US"/>
              <a:pPr/>
              <a:t>‹#›</a:t>
            </a:fld>
            <a:endParaRPr lang="en-US" altLang="en-US"/>
          </a:p>
        </p:txBody>
      </p:sp>
    </p:spTree>
    <p:extLst>
      <p:ext uri="{BB962C8B-B14F-4D97-AF65-F5344CB8AC3E}">
        <p14:creationId xmlns:p14="http://schemas.microsoft.com/office/powerpoint/2010/main" val="2422616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17D3F840-8132-B275-6AC8-89D0E61221D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028">
            <a:extLst>
              <a:ext uri="{FF2B5EF4-FFF2-40B4-BE49-F238E27FC236}">
                <a16:creationId xmlns:a16="http://schemas.microsoft.com/office/drawing/2014/main" id="{145E0602-1B82-DFE0-F349-CAECFCC1E0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029">
            <a:extLst>
              <a:ext uri="{FF2B5EF4-FFF2-40B4-BE49-F238E27FC236}">
                <a16:creationId xmlns:a16="http://schemas.microsoft.com/office/drawing/2014/main" id="{936217F3-B7F5-2A6B-CF05-B040CF97359A}"/>
              </a:ext>
            </a:extLst>
          </p:cNvPr>
          <p:cNvSpPr>
            <a:spLocks noGrp="1" noChangeArrowheads="1"/>
          </p:cNvSpPr>
          <p:nvPr>
            <p:ph type="sldNum" sz="quarter" idx="12"/>
          </p:nvPr>
        </p:nvSpPr>
        <p:spPr>
          <a:ln/>
        </p:spPr>
        <p:txBody>
          <a:bodyPr/>
          <a:lstStyle>
            <a:lvl1pPr>
              <a:defRPr/>
            </a:lvl1pPr>
          </a:lstStyle>
          <a:p>
            <a:fld id="{E1D1D90A-30D8-461F-8694-EC10F417BB53}" type="slidenum">
              <a:rPr lang="en-US" altLang="en-US"/>
              <a:pPr/>
              <a:t>‹#›</a:t>
            </a:fld>
            <a:endParaRPr lang="en-US" altLang="en-US"/>
          </a:p>
        </p:txBody>
      </p:sp>
    </p:spTree>
    <p:extLst>
      <p:ext uri="{BB962C8B-B14F-4D97-AF65-F5344CB8AC3E}">
        <p14:creationId xmlns:p14="http://schemas.microsoft.com/office/powerpoint/2010/main" val="3084565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7">
            <a:extLst>
              <a:ext uri="{FF2B5EF4-FFF2-40B4-BE49-F238E27FC236}">
                <a16:creationId xmlns:a16="http://schemas.microsoft.com/office/drawing/2014/main" id="{51D0726A-9728-61E1-1284-76B6D86AA30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28">
            <a:extLst>
              <a:ext uri="{FF2B5EF4-FFF2-40B4-BE49-F238E27FC236}">
                <a16:creationId xmlns:a16="http://schemas.microsoft.com/office/drawing/2014/main" id="{70FB0669-ED90-CABF-1753-692ACF99AF1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29">
            <a:extLst>
              <a:ext uri="{FF2B5EF4-FFF2-40B4-BE49-F238E27FC236}">
                <a16:creationId xmlns:a16="http://schemas.microsoft.com/office/drawing/2014/main" id="{CF20450E-7027-F66A-1A5E-870C05675099}"/>
              </a:ext>
            </a:extLst>
          </p:cNvPr>
          <p:cNvSpPr>
            <a:spLocks noGrp="1" noChangeArrowheads="1"/>
          </p:cNvSpPr>
          <p:nvPr>
            <p:ph type="sldNum" sz="quarter" idx="12"/>
          </p:nvPr>
        </p:nvSpPr>
        <p:spPr>
          <a:ln/>
        </p:spPr>
        <p:txBody>
          <a:bodyPr/>
          <a:lstStyle>
            <a:lvl1pPr>
              <a:defRPr/>
            </a:lvl1pPr>
          </a:lstStyle>
          <a:p>
            <a:fld id="{811FB8BF-C8B1-4786-A71D-C5ED1FEE5318}" type="slidenum">
              <a:rPr lang="en-US" altLang="en-US"/>
              <a:pPr/>
              <a:t>‹#›</a:t>
            </a:fld>
            <a:endParaRPr lang="en-US" altLang="en-US"/>
          </a:p>
        </p:txBody>
      </p:sp>
    </p:spTree>
    <p:extLst>
      <p:ext uri="{BB962C8B-B14F-4D97-AF65-F5344CB8AC3E}">
        <p14:creationId xmlns:p14="http://schemas.microsoft.com/office/powerpoint/2010/main" val="2175405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7">
            <a:extLst>
              <a:ext uri="{FF2B5EF4-FFF2-40B4-BE49-F238E27FC236}">
                <a16:creationId xmlns:a16="http://schemas.microsoft.com/office/drawing/2014/main" id="{23570DFF-058F-1260-CDAC-935DC9423B1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28">
            <a:extLst>
              <a:ext uri="{FF2B5EF4-FFF2-40B4-BE49-F238E27FC236}">
                <a16:creationId xmlns:a16="http://schemas.microsoft.com/office/drawing/2014/main" id="{22D75CFE-6062-10CB-D6A0-D6DC063B02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29">
            <a:extLst>
              <a:ext uri="{FF2B5EF4-FFF2-40B4-BE49-F238E27FC236}">
                <a16:creationId xmlns:a16="http://schemas.microsoft.com/office/drawing/2014/main" id="{2DC57D10-49BC-3F76-4521-55159275E9B8}"/>
              </a:ext>
            </a:extLst>
          </p:cNvPr>
          <p:cNvSpPr>
            <a:spLocks noGrp="1" noChangeArrowheads="1"/>
          </p:cNvSpPr>
          <p:nvPr>
            <p:ph type="sldNum" sz="quarter" idx="12"/>
          </p:nvPr>
        </p:nvSpPr>
        <p:spPr>
          <a:ln/>
        </p:spPr>
        <p:txBody>
          <a:bodyPr/>
          <a:lstStyle>
            <a:lvl1pPr>
              <a:defRPr/>
            </a:lvl1pPr>
          </a:lstStyle>
          <a:p>
            <a:fld id="{04DCDDD8-8787-4EC0-BE68-85EDB69D38AC}" type="slidenum">
              <a:rPr lang="en-US" altLang="en-US"/>
              <a:pPr/>
              <a:t>‹#›</a:t>
            </a:fld>
            <a:endParaRPr lang="en-US" altLang="en-US"/>
          </a:p>
        </p:txBody>
      </p:sp>
    </p:spTree>
    <p:extLst>
      <p:ext uri="{BB962C8B-B14F-4D97-AF65-F5344CB8AC3E}">
        <p14:creationId xmlns:p14="http://schemas.microsoft.com/office/powerpoint/2010/main" val="719009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027">
            <a:extLst>
              <a:ext uri="{FF2B5EF4-FFF2-40B4-BE49-F238E27FC236}">
                <a16:creationId xmlns:a16="http://schemas.microsoft.com/office/drawing/2014/main" id="{CD3B5BF0-77DC-BFED-D7C6-9745673A56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28">
            <a:extLst>
              <a:ext uri="{FF2B5EF4-FFF2-40B4-BE49-F238E27FC236}">
                <a16:creationId xmlns:a16="http://schemas.microsoft.com/office/drawing/2014/main" id="{0DD488B4-2169-072D-E3B5-C1B008985D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29">
            <a:extLst>
              <a:ext uri="{FF2B5EF4-FFF2-40B4-BE49-F238E27FC236}">
                <a16:creationId xmlns:a16="http://schemas.microsoft.com/office/drawing/2014/main" id="{F7E7B6C4-1C5D-C20A-0307-04DD6C525D90}"/>
              </a:ext>
            </a:extLst>
          </p:cNvPr>
          <p:cNvSpPr>
            <a:spLocks noGrp="1" noChangeArrowheads="1"/>
          </p:cNvSpPr>
          <p:nvPr>
            <p:ph type="sldNum" sz="quarter" idx="12"/>
          </p:nvPr>
        </p:nvSpPr>
        <p:spPr>
          <a:ln/>
        </p:spPr>
        <p:txBody>
          <a:bodyPr/>
          <a:lstStyle>
            <a:lvl1pPr>
              <a:defRPr/>
            </a:lvl1pPr>
          </a:lstStyle>
          <a:p>
            <a:fld id="{5075178C-ACBD-471C-AF78-B7D91AE6CD1F}" type="slidenum">
              <a:rPr lang="en-US" altLang="en-US"/>
              <a:pPr/>
              <a:t>‹#›</a:t>
            </a:fld>
            <a:endParaRPr lang="en-US" altLang="en-US"/>
          </a:p>
        </p:txBody>
      </p:sp>
    </p:spTree>
    <p:extLst>
      <p:ext uri="{BB962C8B-B14F-4D97-AF65-F5344CB8AC3E}">
        <p14:creationId xmlns:p14="http://schemas.microsoft.com/office/powerpoint/2010/main" val="2808040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6600" y="533400"/>
            <a:ext cx="1905000" cy="55626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371600" y="533400"/>
            <a:ext cx="556260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027">
            <a:extLst>
              <a:ext uri="{FF2B5EF4-FFF2-40B4-BE49-F238E27FC236}">
                <a16:creationId xmlns:a16="http://schemas.microsoft.com/office/drawing/2014/main" id="{BFCC131D-20EB-C196-04D5-F6F687E2930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28">
            <a:extLst>
              <a:ext uri="{FF2B5EF4-FFF2-40B4-BE49-F238E27FC236}">
                <a16:creationId xmlns:a16="http://schemas.microsoft.com/office/drawing/2014/main" id="{F2600BC4-632A-19B3-C2CD-E037F12F53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29">
            <a:extLst>
              <a:ext uri="{FF2B5EF4-FFF2-40B4-BE49-F238E27FC236}">
                <a16:creationId xmlns:a16="http://schemas.microsoft.com/office/drawing/2014/main" id="{0076A6A6-3F65-8E5C-E255-150AB89597F7}"/>
              </a:ext>
            </a:extLst>
          </p:cNvPr>
          <p:cNvSpPr>
            <a:spLocks noGrp="1" noChangeArrowheads="1"/>
          </p:cNvSpPr>
          <p:nvPr>
            <p:ph type="sldNum" sz="quarter" idx="12"/>
          </p:nvPr>
        </p:nvSpPr>
        <p:spPr>
          <a:ln/>
        </p:spPr>
        <p:txBody>
          <a:bodyPr/>
          <a:lstStyle>
            <a:lvl1pPr>
              <a:defRPr/>
            </a:lvl1pPr>
          </a:lstStyle>
          <a:p>
            <a:fld id="{60A16BE1-0082-47AA-A356-5DD6859011B1}" type="slidenum">
              <a:rPr lang="en-US" altLang="en-US"/>
              <a:pPr/>
              <a:t>‹#›</a:t>
            </a:fld>
            <a:endParaRPr lang="en-US" altLang="en-US"/>
          </a:p>
        </p:txBody>
      </p:sp>
    </p:spTree>
    <p:extLst>
      <p:ext uri="{BB962C8B-B14F-4D97-AF65-F5344CB8AC3E}">
        <p14:creationId xmlns:p14="http://schemas.microsoft.com/office/powerpoint/2010/main" val="2691325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0CDCBFA2-4FD2-A474-3275-35358FF1658D}"/>
              </a:ext>
            </a:extLst>
          </p:cNvPr>
          <p:cNvSpPr>
            <a:spLocks noGrp="1" noChangeArrowheads="1"/>
          </p:cNvSpPr>
          <p:nvPr>
            <p:ph type="title"/>
          </p:nvPr>
        </p:nvSpPr>
        <p:spPr bwMode="auto">
          <a:xfrm>
            <a:off x="1371600" y="53340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3075" name="Rectangle 1027">
            <a:extLst>
              <a:ext uri="{FF2B5EF4-FFF2-40B4-BE49-F238E27FC236}">
                <a16:creationId xmlns:a16="http://schemas.microsoft.com/office/drawing/2014/main" id="{0D6F44E4-B28A-44F6-8976-8C4AE6D5823F}"/>
              </a:ext>
            </a:extLst>
          </p:cNvPr>
          <p:cNvSpPr>
            <a:spLocks noGrp="1" noChangeArrowheads="1"/>
          </p:cNvSpPr>
          <p:nvPr>
            <p:ph type="dt" sz="half" idx="2"/>
          </p:nvPr>
        </p:nvSpPr>
        <p:spPr bwMode="auto">
          <a:xfrm>
            <a:off x="1371600" y="6248400"/>
            <a:ext cx="16764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vl1pPr>
          </a:lstStyle>
          <a:p>
            <a:pPr>
              <a:defRPr/>
            </a:pPr>
            <a:endParaRPr lang="en-US"/>
          </a:p>
        </p:txBody>
      </p:sp>
      <p:sp>
        <p:nvSpPr>
          <p:cNvPr id="3076" name="Rectangle 1028">
            <a:extLst>
              <a:ext uri="{FF2B5EF4-FFF2-40B4-BE49-F238E27FC236}">
                <a16:creationId xmlns:a16="http://schemas.microsoft.com/office/drawing/2014/main" id="{52BBFB7C-ECFE-5662-7518-AE89F67404EF}"/>
              </a:ext>
            </a:extLst>
          </p:cNvPr>
          <p:cNvSpPr>
            <a:spLocks noGrp="1" noChangeArrowheads="1"/>
          </p:cNvSpPr>
          <p:nvPr>
            <p:ph type="ftr" sz="quarter" idx="3"/>
          </p:nvPr>
        </p:nvSpPr>
        <p:spPr bwMode="auto">
          <a:xfrm>
            <a:off x="3429000" y="6248400"/>
            <a:ext cx="3429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pPr>
              <a:defRPr/>
            </a:pPr>
            <a:endParaRPr lang="en-US"/>
          </a:p>
        </p:txBody>
      </p:sp>
      <p:sp>
        <p:nvSpPr>
          <p:cNvPr id="3077" name="Rectangle 1029">
            <a:extLst>
              <a:ext uri="{FF2B5EF4-FFF2-40B4-BE49-F238E27FC236}">
                <a16:creationId xmlns:a16="http://schemas.microsoft.com/office/drawing/2014/main" id="{37548955-51ED-C58D-7267-AB20264E7E0C}"/>
              </a:ext>
            </a:extLst>
          </p:cNvPr>
          <p:cNvSpPr>
            <a:spLocks noGrp="1" noChangeArrowheads="1"/>
          </p:cNvSpPr>
          <p:nvPr>
            <p:ph type="sldNum" sz="quarter" idx="4"/>
          </p:nvPr>
        </p:nvSpPr>
        <p:spPr bwMode="auto">
          <a:xfrm>
            <a:off x="72390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vl1pPr>
          </a:lstStyle>
          <a:p>
            <a:fld id="{C4E2388A-F70C-4D30-8210-09D91A6FC9DB}" type="slidenum">
              <a:rPr lang="en-US" altLang="en-US"/>
              <a:pPr/>
              <a:t>‹#›</a:t>
            </a:fld>
            <a:endParaRPr lang="en-US" altLang="en-US"/>
          </a:p>
        </p:txBody>
      </p:sp>
      <p:pic>
        <p:nvPicPr>
          <p:cNvPr id="1030" name="Picture 1030" descr="C:\WINNT\Profiles\rebeccal\Personal\pics\strtegic1.jpg">
            <a:extLst>
              <a:ext uri="{FF2B5EF4-FFF2-40B4-BE49-F238E27FC236}">
                <a16:creationId xmlns:a16="http://schemas.microsoft.com/office/drawing/2014/main" id="{9ED26E15-70DE-5C89-B920-EA9466B872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1031">
            <a:extLst>
              <a:ext uri="{FF2B5EF4-FFF2-40B4-BE49-F238E27FC236}">
                <a16:creationId xmlns:a16="http://schemas.microsoft.com/office/drawing/2014/main" id="{CF97DDD4-76C0-8F43-48D8-FE688B7CE7A2}"/>
              </a:ext>
            </a:extLst>
          </p:cNvPr>
          <p:cNvSpPr>
            <a:spLocks noGrp="1" noChangeArrowheads="1"/>
          </p:cNvSpPr>
          <p:nvPr>
            <p:ph type="body" idx="1"/>
          </p:nvPr>
        </p:nvSpPr>
        <p:spPr bwMode="auto">
          <a:xfrm>
            <a:off x="1371600" y="1981200"/>
            <a:ext cx="7620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w"/>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95000"/>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16.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EC111F2-C3D0-281C-CCAE-A51801190553}"/>
              </a:ext>
            </a:extLst>
          </p:cNvPr>
          <p:cNvSpPr>
            <a:spLocks noGrp="1" noChangeArrowheads="1"/>
          </p:cNvSpPr>
          <p:nvPr>
            <p:ph type="ctrTitle"/>
          </p:nvPr>
        </p:nvSpPr>
        <p:spPr/>
        <p:txBody>
          <a:bodyPr/>
          <a:lstStyle/>
          <a:p>
            <a:pPr eaLnBrk="1" hangingPunct="1">
              <a:defRPr/>
            </a:pPr>
            <a:r>
              <a:rPr lang="en-US" dirty="0"/>
              <a:t>Medical Ethics</a:t>
            </a:r>
          </a:p>
        </p:txBody>
      </p:sp>
      <p:sp>
        <p:nvSpPr>
          <p:cNvPr id="2" name="Subtitle 1">
            <a:extLst>
              <a:ext uri="{FF2B5EF4-FFF2-40B4-BE49-F238E27FC236}">
                <a16:creationId xmlns:a16="http://schemas.microsoft.com/office/drawing/2014/main" id="{1E3E7524-2336-3CC1-5CE0-92054F4CA8A6}"/>
              </a:ext>
            </a:extLst>
          </p:cNvPr>
          <p:cNvSpPr>
            <a:spLocks noGrp="1"/>
          </p:cNvSpPr>
          <p:nvPr>
            <p:ph type="subTitle" sz="quarter"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725E4D44-74FD-CEF4-999B-CD7151A9C18D}"/>
              </a:ext>
            </a:extLst>
          </p:cNvPr>
          <p:cNvSpPr>
            <a:spLocks noGrp="1"/>
          </p:cNvSpPr>
          <p:nvPr>
            <p:ph type="title"/>
          </p:nvPr>
        </p:nvSpPr>
        <p:spPr/>
        <p:txBody>
          <a:bodyPr/>
          <a:lstStyle/>
          <a:p>
            <a:r>
              <a:rPr lang="en-IN" altLang="en-US"/>
              <a:t>Contents</a:t>
            </a:r>
          </a:p>
        </p:txBody>
      </p:sp>
      <p:sp>
        <p:nvSpPr>
          <p:cNvPr id="4099" name="Content Placeholder 2">
            <a:extLst>
              <a:ext uri="{FF2B5EF4-FFF2-40B4-BE49-F238E27FC236}">
                <a16:creationId xmlns:a16="http://schemas.microsoft.com/office/drawing/2014/main" id="{80CEFB7A-8AF5-1600-8500-AB2A8CD8F7FD}"/>
              </a:ext>
            </a:extLst>
          </p:cNvPr>
          <p:cNvSpPr>
            <a:spLocks noGrp="1"/>
          </p:cNvSpPr>
          <p:nvPr>
            <p:ph idx="1"/>
          </p:nvPr>
        </p:nvSpPr>
        <p:spPr>
          <a:xfrm>
            <a:off x="1524000" y="1557338"/>
            <a:ext cx="7620000" cy="4114800"/>
          </a:xfrm>
        </p:spPr>
        <p:txBody>
          <a:bodyPr/>
          <a:lstStyle/>
          <a:p>
            <a:r>
              <a:rPr lang="en-IN" altLang="en-US"/>
              <a:t>Definition</a:t>
            </a:r>
          </a:p>
          <a:p>
            <a:r>
              <a:rPr lang="en-IN" altLang="en-US"/>
              <a:t>Why ethics is important ?</a:t>
            </a:r>
          </a:p>
          <a:p>
            <a:r>
              <a:rPr lang="en-IN" altLang="en-US"/>
              <a:t>Milestones of medical ethics</a:t>
            </a:r>
          </a:p>
          <a:p>
            <a:r>
              <a:rPr lang="en-IN" altLang="en-US"/>
              <a:t>Principles of medical ethics</a:t>
            </a:r>
          </a:p>
          <a:p>
            <a:r>
              <a:rPr lang="en-IN" altLang="en-US"/>
              <a:t>Physician-patient relationship</a:t>
            </a:r>
          </a:p>
          <a:p>
            <a:r>
              <a:rPr lang="en-IN" altLang="en-US"/>
              <a:t>Physician-society relationship</a:t>
            </a:r>
          </a:p>
          <a:p>
            <a:r>
              <a:rPr lang="en-IN" altLang="en-US"/>
              <a:t>Physician-colleagues relationship</a:t>
            </a:r>
          </a:p>
          <a:p>
            <a:r>
              <a:rPr lang="en-IN" altLang="en-US"/>
              <a:t>Ethical issues in medical research</a:t>
            </a:r>
          </a:p>
          <a:p>
            <a:r>
              <a:rPr lang="en-IN" altLang="en-US"/>
              <a:t>References</a:t>
            </a:r>
          </a:p>
          <a:p>
            <a:endParaRPr lang="en-IN" altLang="en-US"/>
          </a:p>
          <a:p>
            <a:endParaRPr lang="en-IN" altLang="en-US"/>
          </a:p>
          <a:p>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FEF875A-A5F6-513E-6258-2B5E1BE8720F}"/>
              </a:ext>
            </a:extLst>
          </p:cNvPr>
          <p:cNvSpPr>
            <a:spLocks noGrp="1"/>
          </p:cNvSpPr>
          <p:nvPr>
            <p:ph type="title"/>
          </p:nvPr>
        </p:nvSpPr>
        <p:spPr/>
        <p:txBody>
          <a:bodyPr/>
          <a:lstStyle/>
          <a:p>
            <a:pPr eaLnBrk="1" hangingPunct="1"/>
            <a:r>
              <a:rPr lang="en-IN" altLang="en-US"/>
              <a:t>Definition</a:t>
            </a:r>
          </a:p>
        </p:txBody>
      </p:sp>
      <p:sp>
        <p:nvSpPr>
          <p:cNvPr id="5123" name="Content Placeholder 2">
            <a:extLst>
              <a:ext uri="{FF2B5EF4-FFF2-40B4-BE49-F238E27FC236}">
                <a16:creationId xmlns:a16="http://schemas.microsoft.com/office/drawing/2014/main" id="{65454065-B1FD-2E89-F2B5-398C0D8B421B}"/>
              </a:ext>
            </a:extLst>
          </p:cNvPr>
          <p:cNvSpPr>
            <a:spLocks noGrp="1"/>
          </p:cNvSpPr>
          <p:nvPr>
            <p:ph idx="1"/>
          </p:nvPr>
        </p:nvSpPr>
        <p:spPr/>
        <p:txBody>
          <a:bodyPr/>
          <a:lstStyle/>
          <a:p>
            <a:pPr eaLnBrk="1" hangingPunct="1"/>
            <a:r>
              <a:rPr lang="en-IN" altLang="en-US" u="sng"/>
              <a:t>Ethics:</a:t>
            </a:r>
            <a:r>
              <a:rPr lang="en-IN" altLang="en-US"/>
              <a:t> Moral principles that govern a person’s behaviour or the conducting of an activity.</a:t>
            </a:r>
          </a:p>
          <a:p>
            <a:pPr eaLnBrk="1" hangingPunct="1"/>
            <a:r>
              <a:rPr lang="en-IN" altLang="en-US" u="sng"/>
              <a:t>Medical Ethics:</a:t>
            </a:r>
            <a:r>
              <a:rPr lang="en-IN" altLang="en-US"/>
              <a:t> System of moral principles that apply values and judgements to the practice of medicine </a:t>
            </a:r>
            <a:endParaRPr lang="en-IN" altLang="en-US" u="sng"/>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a:extLst>
              <a:ext uri="{FF2B5EF4-FFF2-40B4-BE49-F238E27FC236}">
                <a16:creationId xmlns:a16="http://schemas.microsoft.com/office/drawing/2014/main" id="{499A7D56-8BA3-7DB4-60E3-78F0BCA4AD24}"/>
              </a:ext>
            </a:extLst>
          </p:cNvPr>
          <p:cNvSpPr>
            <a:spLocks noGrp="1"/>
          </p:cNvSpPr>
          <p:nvPr>
            <p:ph type="title"/>
          </p:nvPr>
        </p:nvSpPr>
        <p:spPr/>
        <p:txBody>
          <a:bodyPr/>
          <a:lstStyle/>
          <a:p>
            <a:r>
              <a:rPr lang="en-IN" altLang="en-US" dirty="0"/>
              <a:t>Link between medical ethics, law, profession and human rights</a:t>
            </a:r>
          </a:p>
        </p:txBody>
      </p:sp>
      <p:sp>
        <p:nvSpPr>
          <p:cNvPr id="5" name="Oval 4">
            <a:extLst>
              <a:ext uri="{FF2B5EF4-FFF2-40B4-BE49-F238E27FC236}">
                <a16:creationId xmlns:a16="http://schemas.microsoft.com/office/drawing/2014/main" id="{3873D122-9CBB-1234-4576-0C0F1AE46DAD}"/>
              </a:ext>
            </a:extLst>
          </p:cNvPr>
          <p:cNvSpPr/>
          <p:nvPr/>
        </p:nvSpPr>
        <p:spPr bwMode="auto">
          <a:xfrm>
            <a:off x="3851275" y="2781300"/>
            <a:ext cx="1800225" cy="1655763"/>
          </a:xfrm>
          <a:prstGeom prst="ellipse">
            <a:avLst/>
          </a:prstGeom>
          <a:noFill/>
          <a:ln w="57150" cap="sq" cmpd="sng" algn="ctr">
            <a:solidFill>
              <a:schemeClr val="tx2">
                <a:lumMod val="75000"/>
              </a:schemeClr>
            </a:solidFill>
            <a:prstDash val="solid"/>
            <a:round/>
            <a:headEnd type="none" w="sm" len="sm"/>
            <a:tailEnd type="none" w="sm" len="sm"/>
          </a:ln>
          <a:effectLst/>
        </p:spPr>
        <p:txBody>
          <a:bodyPr wrap="none"/>
          <a:lstStyle/>
          <a:p>
            <a:pPr>
              <a:defRPr/>
            </a:pPr>
            <a:endParaRPr lang="en-IN"/>
          </a:p>
        </p:txBody>
      </p:sp>
      <p:sp>
        <p:nvSpPr>
          <p:cNvPr id="6" name="Oval 5">
            <a:extLst>
              <a:ext uri="{FF2B5EF4-FFF2-40B4-BE49-F238E27FC236}">
                <a16:creationId xmlns:a16="http://schemas.microsoft.com/office/drawing/2014/main" id="{FCFA831D-9A03-BB48-2DA2-50CC23671A35}"/>
              </a:ext>
            </a:extLst>
          </p:cNvPr>
          <p:cNvSpPr>
            <a:spLocks noChangeArrowheads="1"/>
          </p:cNvSpPr>
          <p:nvPr/>
        </p:nvSpPr>
        <p:spPr bwMode="auto">
          <a:xfrm>
            <a:off x="3635375" y="4437063"/>
            <a:ext cx="2449513" cy="1728787"/>
          </a:xfrm>
          <a:prstGeom prst="ellipse">
            <a:avLst/>
          </a:prstGeom>
          <a:noFill/>
          <a:ln w="5715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7" name="Oval 6">
            <a:extLst>
              <a:ext uri="{FF2B5EF4-FFF2-40B4-BE49-F238E27FC236}">
                <a16:creationId xmlns:a16="http://schemas.microsoft.com/office/drawing/2014/main" id="{D8CC8F5B-33BF-E752-1DCE-1C0185220000}"/>
              </a:ext>
            </a:extLst>
          </p:cNvPr>
          <p:cNvSpPr/>
          <p:nvPr/>
        </p:nvSpPr>
        <p:spPr bwMode="auto">
          <a:xfrm>
            <a:off x="1403350" y="2852738"/>
            <a:ext cx="2447925" cy="1655762"/>
          </a:xfrm>
          <a:prstGeom prst="ellipse">
            <a:avLst/>
          </a:prstGeom>
          <a:noFill/>
          <a:ln w="57150" cap="sq" cmpd="sng" algn="ctr">
            <a:solidFill>
              <a:schemeClr val="accent5">
                <a:lumMod val="50000"/>
              </a:schemeClr>
            </a:solidFill>
            <a:prstDash val="solid"/>
            <a:round/>
            <a:headEnd type="none" w="sm" len="sm"/>
            <a:tailEnd type="none" w="sm" len="sm"/>
          </a:ln>
          <a:effectLst/>
        </p:spPr>
        <p:txBody>
          <a:bodyPr wrap="none"/>
          <a:lstStyle/>
          <a:p>
            <a:pPr>
              <a:defRPr/>
            </a:pPr>
            <a:endParaRPr lang="en-IN"/>
          </a:p>
        </p:txBody>
      </p:sp>
      <p:sp>
        <p:nvSpPr>
          <p:cNvPr id="8" name="Oval 7">
            <a:extLst>
              <a:ext uri="{FF2B5EF4-FFF2-40B4-BE49-F238E27FC236}">
                <a16:creationId xmlns:a16="http://schemas.microsoft.com/office/drawing/2014/main" id="{59CDB991-9653-4B46-0E62-03878284D748}"/>
              </a:ext>
            </a:extLst>
          </p:cNvPr>
          <p:cNvSpPr/>
          <p:nvPr/>
        </p:nvSpPr>
        <p:spPr bwMode="auto">
          <a:xfrm>
            <a:off x="5651500" y="2781300"/>
            <a:ext cx="2376488" cy="1655763"/>
          </a:xfrm>
          <a:prstGeom prst="ellipse">
            <a:avLst/>
          </a:prstGeom>
          <a:noFill/>
          <a:ln w="57150" cap="sq" cmpd="sng" algn="ctr">
            <a:solidFill>
              <a:schemeClr val="tx1">
                <a:lumMod val="75000"/>
                <a:lumOff val="25000"/>
              </a:schemeClr>
            </a:solidFill>
            <a:prstDash val="solid"/>
            <a:round/>
            <a:headEnd type="none" w="sm" len="sm"/>
            <a:tailEnd type="none" w="sm" len="sm"/>
          </a:ln>
          <a:effectLst/>
        </p:spPr>
        <p:txBody>
          <a:bodyPr wrap="none"/>
          <a:lstStyle/>
          <a:p>
            <a:pPr>
              <a:defRPr/>
            </a:pPr>
            <a:endParaRPr lang="en-IN"/>
          </a:p>
        </p:txBody>
      </p:sp>
      <p:sp>
        <p:nvSpPr>
          <p:cNvPr id="9" name="TextBox 8">
            <a:extLst>
              <a:ext uri="{FF2B5EF4-FFF2-40B4-BE49-F238E27FC236}">
                <a16:creationId xmlns:a16="http://schemas.microsoft.com/office/drawing/2014/main" id="{95830571-8746-9980-56D7-EDBB3A9390C0}"/>
              </a:ext>
            </a:extLst>
          </p:cNvPr>
          <p:cNvSpPr txBox="1">
            <a:spLocks noChangeArrowheads="1"/>
          </p:cNvSpPr>
          <p:nvPr/>
        </p:nvSpPr>
        <p:spPr bwMode="auto">
          <a:xfrm>
            <a:off x="4140200" y="3213100"/>
            <a:ext cx="16557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IN" altLang="en-US"/>
              <a:t>Medical Ethics</a:t>
            </a:r>
          </a:p>
        </p:txBody>
      </p:sp>
      <p:sp>
        <p:nvSpPr>
          <p:cNvPr id="10" name="TextBox 9">
            <a:extLst>
              <a:ext uri="{FF2B5EF4-FFF2-40B4-BE49-F238E27FC236}">
                <a16:creationId xmlns:a16="http://schemas.microsoft.com/office/drawing/2014/main" id="{2BC0C750-0A79-4B73-820C-F4B4D535E720}"/>
              </a:ext>
            </a:extLst>
          </p:cNvPr>
          <p:cNvSpPr txBox="1">
            <a:spLocks noChangeArrowheads="1"/>
          </p:cNvSpPr>
          <p:nvPr/>
        </p:nvSpPr>
        <p:spPr bwMode="auto">
          <a:xfrm>
            <a:off x="6156325" y="3357563"/>
            <a:ext cx="1800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IN" altLang="en-US" sz="3200"/>
              <a:t>Law</a:t>
            </a:r>
          </a:p>
        </p:txBody>
      </p:sp>
      <p:sp>
        <p:nvSpPr>
          <p:cNvPr id="11" name="TextBox 10">
            <a:extLst>
              <a:ext uri="{FF2B5EF4-FFF2-40B4-BE49-F238E27FC236}">
                <a16:creationId xmlns:a16="http://schemas.microsoft.com/office/drawing/2014/main" id="{BB2FA72F-2F30-9C25-F808-F58E3E70955F}"/>
              </a:ext>
            </a:extLst>
          </p:cNvPr>
          <p:cNvSpPr txBox="1">
            <a:spLocks noChangeArrowheads="1"/>
          </p:cNvSpPr>
          <p:nvPr/>
        </p:nvSpPr>
        <p:spPr bwMode="auto">
          <a:xfrm>
            <a:off x="4211638" y="4941888"/>
            <a:ext cx="1584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IN" altLang="en-US"/>
              <a:t>Human Rights</a:t>
            </a:r>
          </a:p>
        </p:txBody>
      </p:sp>
      <p:sp>
        <p:nvSpPr>
          <p:cNvPr id="12" name="TextBox 11">
            <a:extLst>
              <a:ext uri="{FF2B5EF4-FFF2-40B4-BE49-F238E27FC236}">
                <a16:creationId xmlns:a16="http://schemas.microsoft.com/office/drawing/2014/main" id="{05DC6CD7-7808-DD55-810F-D6AF46ABC363}"/>
              </a:ext>
            </a:extLst>
          </p:cNvPr>
          <p:cNvSpPr txBox="1">
            <a:spLocks noChangeArrowheads="1"/>
          </p:cNvSpPr>
          <p:nvPr/>
        </p:nvSpPr>
        <p:spPr bwMode="auto">
          <a:xfrm>
            <a:off x="1908175" y="3284538"/>
            <a:ext cx="16557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IN" altLang="en-US"/>
              <a:t>Medical Profession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A7DB64D-84EF-D15A-DBB2-B9C173CC5814}"/>
              </a:ext>
            </a:extLst>
          </p:cNvPr>
          <p:cNvSpPr>
            <a:spLocks noGrp="1"/>
          </p:cNvSpPr>
          <p:nvPr>
            <p:ph type="title"/>
          </p:nvPr>
        </p:nvSpPr>
        <p:spPr>
          <a:xfrm>
            <a:off x="1403350" y="260350"/>
            <a:ext cx="7543800" cy="1143000"/>
          </a:xfrm>
        </p:spPr>
        <p:txBody>
          <a:bodyPr/>
          <a:lstStyle/>
          <a:p>
            <a:pPr eaLnBrk="1" hangingPunct="1"/>
            <a:r>
              <a:rPr lang="en-IN" altLang="en-US"/>
              <a:t>Why ethics is important ?</a:t>
            </a:r>
          </a:p>
        </p:txBody>
      </p:sp>
      <p:sp>
        <p:nvSpPr>
          <p:cNvPr id="3" name="Content Placeholder 2">
            <a:extLst>
              <a:ext uri="{FF2B5EF4-FFF2-40B4-BE49-F238E27FC236}">
                <a16:creationId xmlns:a16="http://schemas.microsoft.com/office/drawing/2014/main" id="{557532BD-DFCC-D328-19E9-93DAED4789F3}"/>
              </a:ext>
            </a:extLst>
          </p:cNvPr>
          <p:cNvSpPr>
            <a:spLocks noGrp="1"/>
          </p:cNvSpPr>
          <p:nvPr>
            <p:ph idx="1"/>
          </p:nvPr>
        </p:nvSpPr>
        <p:spPr>
          <a:xfrm>
            <a:off x="1371600" y="1377950"/>
            <a:ext cx="7772400" cy="5480050"/>
          </a:xfrm>
        </p:spPr>
        <p:txBody>
          <a:bodyPr/>
          <a:lstStyle/>
          <a:p>
            <a:pPr eaLnBrk="1" hangingPunct="1">
              <a:defRPr/>
            </a:pPr>
            <a:r>
              <a:rPr lang="en-IN" dirty="0"/>
              <a:t>Conflicts of interest</a:t>
            </a:r>
          </a:p>
          <a:p>
            <a:pPr marL="514350" indent="-514350" eaLnBrk="1" hangingPunct="1">
              <a:buFont typeface="+mj-lt"/>
              <a:buAutoNum type="arabicPeriod"/>
              <a:defRPr/>
            </a:pPr>
            <a:r>
              <a:rPr lang="en-IN" dirty="0"/>
              <a:t>    Govt Vs Medical Institutions</a:t>
            </a:r>
          </a:p>
          <a:p>
            <a:pPr marL="514350" indent="-514350" eaLnBrk="1" hangingPunct="1">
              <a:buFont typeface="+mj-lt"/>
              <a:buAutoNum type="arabicPeriod"/>
              <a:defRPr/>
            </a:pPr>
            <a:r>
              <a:rPr lang="en-IN" dirty="0"/>
              <a:t>    Medical Institutions Vs Medical persons</a:t>
            </a:r>
          </a:p>
          <a:p>
            <a:pPr marL="514350" indent="-514350" eaLnBrk="1" hangingPunct="1">
              <a:buFont typeface="+mj-lt"/>
              <a:buAutoNum type="arabicPeriod"/>
              <a:defRPr/>
            </a:pPr>
            <a:r>
              <a:rPr lang="en-IN" dirty="0"/>
              <a:t>    Physicians Vs Patients</a:t>
            </a:r>
          </a:p>
          <a:p>
            <a:pPr eaLnBrk="1" hangingPunct="1">
              <a:buFont typeface="Wingdings" panose="05000000000000000000" pitchFamily="2" charset="2"/>
              <a:buNone/>
              <a:defRPr/>
            </a:pPr>
            <a:r>
              <a:rPr lang="en-IN" dirty="0"/>
              <a:t>  are getting serious and complex</a:t>
            </a:r>
          </a:p>
          <a:p>
            <a:pPr eaLnBrk="1" hangingPunct="1">
              <a:defRPr/>
            </a:pPr>
            <a:r>
              <a:rPr lang="en-IN" dirty="0"/>
              <a:t>High technology- brought us hopes of cure but also created heavy economic burden</a:t>
            </a:r>
          </a:p>
          <a:p>
            <a:pPr eaLnBrk="1" hangingPunct="1">
              <a:defRPr/>
            </a:pPr>
            <a:r>
              <a:rPr lang="en-IN" dirty="0"/>
              <a:t>Brain death, organ transplantation and concerns over quality of life—Ethical dilemma.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4CCBC90-B332-AFE2-2621-EF185122A39E}"/>
              </a:ext>
            </a:extLst>
          </p:cNvPr>
          <p:cNvSpPr>
            <a:spLocks noGrp="1"/>
          </p:cNvSpPr>
          <p:nvPr>
            <p:ph type="title"/>
          </p:nvPr>
        </p:nvSpPr>
        <p:spPr/>
        <p:txBody>
          <a:bodyPr/>
          <a:lstStyle/>
          <a:p>
            <a:pPr eaLnBrk="1" hangingPunct="1"/>
            <a:r>
              <a:rPr lang="en-IN" altLang="en-US"/>
              <a:t>Ethics Vs Morality</a:t>
            </a:r>
          </a:p>
        </p:txBody>
      </p:sp>
      <p:sp>
        <p:nvSpPr>
          <p:cNvPr id="8195" name="Text Placeholder 3">
            <a:extLst>
              <a:ext uri="{FF2B5EF4-FFF2-40B4-BE49-F238E27FC236}">
                <a16:creationId xmlns:a16="http://schemas.microsoft.com/office/drawing/2014/main" id="{BF9FF4DD-80B6-F607-7A8B-3B6985C2ED71}"/>
              </a:ext>
            </a:extLst>
          </p:cNvPr>
          <p:cNvSpPr>
            <a:spLocks noGrp="1"/>
          </p:cNvSpPr>
          <p:nvPr>
            <p:ph type="body" idx="1"/>
          </p:nvPr>
        </p:nvSpPr>
        <p:spPr>
          <a:xfrm>
            <a:off x="1547813" y="1052513"/>
            <a:ext cx="3021012" cy="639762"/>
          </a:xfrm>
        </p:spPr>
        <p:txBody>
          <a:bodyPr/>
          <a:lstStyle/>
          <a:p>
            <a:pPr eaLnBrk="1" hangingPunct="1"/>
            <a:r>
              <a:rPr lang="en-IN" altLang="en-US"/>
              <a:t>Ethics	</a:t>
            </a:r>
          </a:p>
        </p:txBody>
      </p:sp>
      <p:sp>
        <p:nvSpPr>
          <p:cNvPr id="8196" name="Content Placeholder 2">
            <a:extLst>
              <a:ext uri="{FF2B5EF4-FFF2-40B4-BE49-F238E27FC236}">
                <a16:creationId xmlns:a16="http://schemas.microsoft.com/office/drawing/2014/main" id="{B5FFC8A8-A1E6-77C4-27D7-B9E0424881D3}"/>
              </a:ext>
            </a:extLst>
          </p:cNvPr>
          <p:cNvSpPr>
            <a:spLocks noGrp="1"/>
          </p:cNvSpPr>
          <p:nvPr>
            <p:ph sz="half" idx="2"/>
          </p:nvPr>
        </p:nvSpPr>
        <p:spPr>
          <a:xfrm>
            <a:off x="1331913" y="1628775"/>
            <a:ext cx="3816350" cy="5013325"/>
          </a:xfrm>
        </p:spPr>
        <p:txBody>
          <a:bodyPr/>
          <a:lstStyle/>
          <a:p>
            <a:pPr eaLnBrk="1" hangingPunct="1">
              <a:lnSpc>
                <a:spcPct val="150000"/>
              </a:lnSpc>
            </a:pPr>
            <a:r>
              <a:rPr lang="en-IN" altLang="en-US"/>
              <a:t>Rules of conduct recognised in respect to a particular class of human actions/ a particular group.</a:t>
            </a:r>
          </a:p>
          <a:p>
            <a:pPr eaLnBrk="1" hangingPunct="1">
              <a:lnSpc>
                <a:spcPct val="150000"/>
              </a:lnSpc>
            </a:pPr>
            <a:r>
              <a:rPr lang="en-IN" altLang="en-US"/>
              <a:t>Social system—External</a:t>
            </a:r>
          </a:p>
          <a:p>
            <a:pPr eaLnBrk="1" hangingPunct="1">
              <a:lnSpc>
                <a:spcPct val="150000"/>
              </a:lnSpc>
            </a:pPr>
            <a:r>
              <a:rPr lang="en-IN" altLang="en-US"/>
              <a:t>We do it because the society says it is the right thing to do.</a:t>
            </a:r>
          </a:p>
        </p:txBody>
      </p:sp>
      <p:sp>
        <p:nvSpPr>
          <p:cNvPr id="8197" name="Text Placeholder 4">
            <a:extLst>
              <a:ext uri="{FF2B5EF4-FFF2-40B4-BE49-F238E27FC236}">
                <a16:creationId xmlns:a16="http://schemas.microsoft.com/office/drawing/2014/main" id="{BBE28320-7D2B-DA0D-6C93-8CE262CCED15}"/>
              </a:ext>
            </a:extLst>
          </p:cNvPr>
          <p:cNvSpPr>
            <a:spLocks noGrp="1"/>
          </p:cNvSpPr>
          <p:nvPr>
            <p:ph type="body" sz="quarter" idx="3"/>
          </p:nvPr>
        </p:nvSpPr>
        <p:spPr>
          <a:xfrm>
            <a:off x="5364163" y="1052513"/>
            <a:ext cx="3322637" cy="639762"/>
          </a:xfrm>
        </p:spPr>
        <p:txBody>
          <a:bodyPr/>
          <a:lstStyle/>
          <a:p>
            <a:pPr algn="ctr" eaLnBrk="1" hangingPunct="1"/>
            <a:r>
              <a:rPr lang="en-IN" altLang="en-US"/>
              <a:t>Morality</a:t>
            </a:r>
          </a:p>
        </p:txBody>
      </p:sp>
      <p:sp>
        <p:nvSpPr>
          <p:cNvPr id="8198" name="Content Placeholder 5">
            <a:extLst>
              <a:ext uri="{FF2B5EF4-FFF2-40B4-BE49-F238E27FC236}">
                <a16:creationId xmlns:a16="http://schemas.microsoft.com/office/drawing/2014/main" id="{EB44B6AE-3D34-ED83-1909-43197874420A}"/>
              </a:ext>
            </a:extLst>
          </p:cNvPr>
          <p:cNvSpPr>
            <a:spLocks noGrp="1"/>
          </p:cNvSpPr>
          <p:nvPr>
            <p:ph sz="quarter" idx="4"/>
          </p:nvPr>
        </p:nvSpPr>
        <p:spPr>
          <a:xfrm>
            <a:off x="5003800" y="1700213"/>
            <a:ext cx="4140200" cy="4941887"/>
          </a:xfrm>
        </p:spPr>
        <p:txBody>
          <a:bodyPr/>
          <a:lstStyle/>
          <a:p>
            <a:pPr eaLnBrk="1" hangingPunct="1">
              <a:lnSpc>
                <a:spcPct val="150000"/>
              </a:lnSpc>
            </a:pPr>
            <a:r>
              <a:rPr lang="en-IN" altLang="en-US"/>
              <a:t>Principles/ habits with respect to right/ wrong conduct</a:t>
            </a:r>
          </a:p>
          <a:p>
            <a:pPr eaLnBrk="1" hangingPunct="1">
              <a:lnSpc>
                <a:spcPct val="150000"/>
              </a:lnSpc>
            </a:pPr>
            <a:endParaRPr lang="en-IN" altLang="en-US"/>
          </a:p>
          <a:p>
            <a:pPr eaLnBrk="1" hangingPunct="1">
              <a:lnSpc>
                <a:spcPct val="150000"/>
              </a:lnSpc>
            </a:pPr>
            <a:endParaRPr lang="en-IN" altLang="en-US"/>
          </a:p>
          <a:p>
            <a:pPr eaLnBrk="1" hangingPunct="1">
              <a:lnSpc>
                <a:spcPct val="150000"/>
              </a:lnSpc>
            </a:pPr>
            <a:r>
              <a:rPr lang="en-IN" altLang="en-US"/>
              <a:t>Individual—Internal</a:t>
            </a:r>
          </a:p>
          <a:p>
            <a:pPr eaLnBrk="1" hangingPunct="1">
              <a:lnSpc>
                <a:spcPct val="150000"/>
              </a:lnSpc>
            </a:pPr>
            <a:r>
              <a:rPr lang="en-IN" altLang="en-US"/>
              <a:t>We do it because we believe in something right/ wrong</a:t>
            </a:r>
          </a:p>
          <a:p>
            <a:pPr eaLnBrk="1" hangingPunct="1">
              <a:buFont typeface="Wingdings" panose="05000000000000000000" pitchFamily="2" charset="2"/>
              <a:buNone/>
            </a:pPr>
            <a:endParaRPr lang="en-IN" altLang="en-US"/>
          </a:p>
          <a:p>
            <a:pPr eaLnBrk="1" hangingPunct="1">
              <a:buFont typeface="Wingdings" panose="05000000000000000000" pitchFamily="2" charset="2"/>
              <a:buNone/>
            </a:pPr>
            <a:endParaRPr lang="en-I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255DBE2-3CA2-2C73-24B5-8156E369EF88}"/>
              </a:ext>
            </a:extLst>
          </p:cNvPr>
          <p:cNvSpPr>
            <a:spLocks noGrp="1"/>
          </p:cNvSpPr>
          <p:nvPr>
            <p:ph type="title"/>
          </p:nvPr>
        </p:nvSpPr>
        <p:spPr/>
        <p:txBody>
          <a:bodyPr/>
          <a:lstStyle/>
          <a:p>
            <a:pPr eaLnBrk="1" hangingPunct="1"/>
            <a:r>
              <a:rPr lang="en-IN" altLang="en-US"/>
              <a:t>Ethics Vs Morality</a:t>
            </a:r>
          </a:p>
        </p:txBody>
      </p:sp>
      <p:sp>
        <p:nvSpPr>
          <p:cNvPr id="9219" name="Text Placeholder 3">
            <a:extLst>
              <a:ext uri="{FF2B5EF4-FFF2-40B4-BE49-F238E27FC236}">
                <a16:creationId xmlns:a16="http://schemas.microsoft.com/office/drawing/2014/main" id="{24325F5D-48D8-B70B-1FCB-4F34354215BF}"/>
              </a:ext>
            </a:extLst>
          </p:cNvPr>
          <p:cNvSpPr>
            <a:spLocks noGrp="1"/>
          </p:cNvSpPr>
          <p:nvPr>
            <p:ph type="body" idx="1"/>
          </p:nvPr>
        </p:nvSpPr>
        <p:spPr>
          <a:xfrm>
            <a:off x="1547813" y="1052513"/>
            <a:ext cx="3021012" cy="639762"/>
          </a:xfrm>
        </p:spPr>
        <p:txBody>
          <a:bodyPr/>
          <a:lstStyle/>
          <a:p>
            <a:pPr eaLnBrk="1" hangingPunct="1"/>
            <a:r>
              <a:rPr lang="en-IN" altLang="en-US"/>
              <a:t>Ethics	</a:t>
            </a:r>
          </a:p>
        </p:txBody>
      </p:sp>
      <p:sp>
        <p:nvSpPr>
          <p:cNvPr id="9220" name="Content Placeholder 2">
            <a:extLst>
              <a:ext uri="{FF2B5EF4-FFF2-40B4-BE49-F238E27FC236}">
                <a16:creationId xmlns:a16="http://schemas.microsoft.com/office/drawing/2014/main" id="{8EFF2EF3-E602-E15E-A68F-5704BF1BA038}"/>
              </a:ext>
            </a:extLst>
          </p:cNvPr>
          <p:cNvSpPr>
            <a:spLocks noGrp="1"/>
          </p:cNvSpPr>
          <p:nvPr>
            <p:ph sz="half" idx="2"/>
          </p:nvPr>
        </p:nvSpPr>
        <p:spPr>
          <a:xfrm>
            <a:off x="1331913" y="1628775"/>
            <a:ext cx="3816350" cy="5013325"/>
          </a:xfrm>
        </p:spPr>
        <p:txBody>
          <a:bodyPr/>
          <a:lstStyle/>
          <a:p>
            <a:pPr eaLnBrk="1" hangingPunct="1">
              <a:lnSpc>
                <a:spcPct val="150000"/>
              </a:lnSpc>
            </a:pPr>
            <a:r>
              <a:rPr lang="en-IN" altLang="en-US"/>
              <a:t>Face peer pressure/ societal disapproval/ firing from job	</a:t>
            </a:r>
          </a:p>
          <a:p>
            <a:pPr eaLnBrk="1" hangingPunct="1">
              <a:lnSpc>
                <a:spcPct val="150000"/>
              </a:lnSpc>
            </a:pPr>
            <a:r>
              <a:rPr lang="en-IN" altLang="en-US"/>
              <a:t>Governed by professional and legal guidelines.</a:t>
            </a:r>
          </a:p>
        </p:txBody>
      </p:sp>
      <p:sp>
        <p:nvSpPr>
          <p:cNvPr id="9221" name="Text Placeholder 4">
            <a:extLst>
              <a:ext uri="{FF2B5EF4-FFF2-40B4-BE49-F238E27FC236}">
                <a16:creationId xmlns:a16="http://schemas.microsoft.com/office/drawing/2014/main" id="{0DDD2905-B8FC-C273-C2B5-A1F592F3C6FA}"/>
              </a:ext>
            </a:extLst>
          </p:cNvPr>
          <p:cNvSpPr>
            <a:spLocks noGrp="1"/>
          </p:cNvSpPr>
          <p:nvPr>
            <p:ph type="body" sz="quarter" idx="3"/>
          </p:nvPr>
        </p:nvSpPr>
        <p:spPr>
          <a:xfrm>
            <a:off x="5364163" y="1052513"/>
            <a:ext cx="3322637" cy="639762"/>
          </a:xfrm>
        </p:spPr>
        <p:txBody>
          <a:bodyPr/>
          <a:lstStyle/>
          <a:p>
            <a:pPr algn="ctr" eaLnBrk="1" hangingPunct="1"/>
            <a:r>
              <a:rPr lang="en-IN" altLang="en-US"/>
              <a:t>Morality</a:t>
            </a:r>
          </a:p>
        </p:txBody>
      </p:sp>
      <p:sp>
        <p:nvSpPr>
          <p:cNvPr id="9222" name="Content Placeholder 5">
            <a:extLst>
              <a:ext uri="{FF2B5EF4-FFF2-40B4-BE49-F238E27FC236}">
                <a16:creationId xmlns:a16="http://schemas.microsoft.com/office/drawing/2014/main" id="{3A213C73-782C-1FAD-EADE-5FBED351CD7D}"/>
              </a:ext>
            </a:extLst>
          </p:cNvPr>
          <p:cNvSpPr>
            <a:spLocks noGrp="1"/>
          </p:cNvSpPr>
          <p:nvPr>
            <p:ph sz="quarter" idx="4"/>
          </p:nvPr>
        </p:nvSpPr>
        <p:spPr>
          <a:xfrm>
            <a:off x="5003800" y="1700213"/>
            <a:ext cx="4140200" cy="4941887"/>
          </a:xfrm>
        </p:spPr>
        <p:txBody>
          <a:bodyPr/>
          <a:lstStyle/>
          <a:p>
            <a:pPr eaLnBrk="1" hangingPunct="1">
              <a:lnSpc>
                <a:spcPct val="150000"/>
              </a:lnSpc>
            </a:pPr>
            <a:r>
              <a:rPr lang="en-IN" altLang="en-US"/>
              <a:t>Feel uncomfortable, remorse, depressed etc.</a:t>
            </a:r>
          </a:p>
          <a:p>
            <a:pPr eaLnBrk="1" hangingPunct="1">
              <a:lnSpc>
                <a:spcPct val="150000"/>
              </a:lnSpc>
            </a:pPr>
            <a:r>
              <a:rPr lang="en-IN" altLang="en-US"/>
              <a:t>Morality transcends cultural norms.</a:t>
            </a:r>
          </a:p>
          <a:p>
            <a:pPr eaLnBrk="1" hangingPunct="1">
              <a:buFont typeface="Wingdings" panose="05000000000000000000" pitchFamily="2" charset="2"/>
              <a:buNone/>
            </a:pPr>
            <a:endParaRPr lang="en-IN" altLang="en-US"/>
          </a:p>
          <a:p>
            <a:pPr eaLnBrk="1" hangingPunct="1">
              <a:buFont typeface="Wingdings" panose="05000000000000000000" pitchFamily="2" charset="2"/>
              <a:buNone/>
            </a:pPr>
            <a:endParaRPr lang="en-I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D87933F-FEFC-7AF9-3F14-F798FC67D7B5}"/>
              </a:ext>
            </a:extLst>
          </p:cNvPr>
          <p:cNvSpPr>
            <a:spLocks noGrp="1"/>
          </p:cNvSpPr>
          <p:nvPr>
            <p:ph type="title"/>
          </p:nvPr>
        </p:nvSpPr>
        <p:spPr/>
        <p:txBody>
          <a:bodyPr/>
          <a:lstStyle/>
          <a:p>
            <a:pPr eaLnBrk="1" hangingPunct="1"/>
            <a:r>
              <a:rPr lang="en-IN" altLang="en-US"/>
              <a:t>Ethics Vs Laws</a:t>
            </a:r>
          </a:p>
        </p:txBody>
      </p:sp>
      <p:sp>
        <p:nvSpPr>
          <p:cNvPr id="10243" name="Content Placeholder 2">
            <a:extLst>
              <a:ext uri="{FF2B5EF4-FFF2-40B4-BE49-F238E27FC236}">
                <a16:creationId xmlns:a16="http://schemas.microsoft.com/office/drawing/2014/main" id="{354CECE5-4B5E-2953-B9D4-C540C22AAB2C}"/>
              </a:ext>
            </a:extLst>
          </p:cNvPr>
          <p:cNvSpPr>
            <a:spLocks noGrp="1"/>
          </p:cNvSpPr>
          <p:nvPr>
            <p:ph sz="half" idx="1"/>
          </p:nvPr>
        </p:nvSpPr>
        <p:spPr>
          <a:xfrm>
            <a:off x="1371600" y="1981200"/>
            <a:ext cx="3733800" cy="4687888"/>
          </a:xfrm>
        </p:spPr>
        <p:txBody>
          <a:bodyPr/>
          <a:lstStyle/>
          <a:p>
            <a:pPr eaLnBrk="1" hangingPunct="1">
              <a:buFont typeface="Arial" panose="020B0604020202020204" pitchFamily="34" charset="0"/>
              <a:buChar char="•"/>
            </a:pPr>
            <a:r>
              <a:rPr lang="en-US" altLang="en-US"/>
              <a:t>Ethics are rules of conduct. </a:t>
            </a:r>
          </a:p>
          <a:p>
            <a:pPr eaLnBrk="1" hangingPunct="1">
              <a:buFont typeface="Arial" panose="020B0604020202020204" pitchFamily="34" charset="0"/>
              <a:buChar char="•"/>
            </a:pPr>
            <a:endParaRPr lang="en-US" altLang="en-US"/>
          </a:p>
          <a:p>
            <a:pPr eaLnBrk="1" hangingPunct="1">
              <a:buFont typeface="Arial" panose="020B0604020202020204" pitchFamily="34" charset="0"/>
              <a:buChar char="•"/>
            </a:pPr>
            <a:endParaRPr lang="en-US" altLang="en-US"/>
          </a:p>
          <a:p>
            <a:pPr eaLnBrk="1" hangingPunct="1">
              <a:buFont typeface="Arial" panose="020B0604020202020204" pitchFamily="34" charset="0"/>
              <a:buChar char="•"/>
            </a:pPr>
            <a:endParaRPr lang="en-US" altLang="en-US"/>
          </a:p>
          <a:p>
            <a:pPr eaLnBrk="1" hangingPunct="1">
              <a:buFont typeface="Arial" panose="020B0604020202020204" pitchFamily="34" charset="0"/>
              <a:buChar char="•"/>
            </a:pPr>
            <a:r>
              <a:rPr lang="en-US" altLang="en-US"/>
              <a:t>Ethics comes from people’s awareness of what is right and wrong. </a:t>
            </a:r>
          </a:p>
        </p:txBody>
      </p:sp>
      <p:sp>
        <p:nvSpPr>
          <p:cNvPr id="10244" name="Content Placeholder 3">
            <a:extLst>
              <a:ext uri="{FF2B5EF4-FFF2-40B4-BE49-F238E27FC236}">
                <a16:creationId xmlns:a16="http://schemas.microsoft.com/office/drawing/2014/main" id="{4AFFFA72-7E9B-1795-471F-8DCA0B5C45C6}"/>
              </a:ext>
            </a:extLst>
          </p:cNvPr>
          <p:cNvSpPr>
            <a:spLocks noGrp="1"/>
          </p:cNvSpPr>
          <p:nvPr>
            <p:ph sz="half" idx="2"/>
          </p:nvPr>
        </p:nvSpPr>
        <p:spPr/>
        <p:txBody>
          <a:bodyPr/>
          <a:lstStyle/>
          <a:p>
            <a:pPr eaLnBrk="1" hangingPunct="1"/>
            <a:r>
              <a:rPr lang="en-US" altLang="en-US"/>
              <a:t>Laws are rules developed by governments in order to provide balance in society and protection to its citizens.</a:t>
            </a:r>
          </a:p>
          <a:p>
            <a:pPr eaLnBrk="1" hangingPunct="1"/>
            <a:r>
              <a:rPr lang="en-US" altLang="en-US"/>
              <a:t>Laws are enforced by governments to its people.</a:t>
            </a:r>
            <a:endParaRPr lang="en-IN" altLang="en-US"/>
          </a:p>
          <a:p>
            <a:pPr eaLnBrk="1" hangingPunct="1"/>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75C1896-77AE-1B29-6B7A-69F523AF5909}"/>
              </a:ext>
            </a:extLst>
          </p:cNvPr>
          <p:cNvSpPr>
            <a:spLocks noGrp="1"/>
          </p:cNvSpPr>
          <p:nvPr>
            <p:ph type="title"/>
          </p:nvPr>
        </p:nvSpPr>
        <p:spPr/>
        <p:txBody>
          <a:bodyPr/>
          <a:lstStyle/>
          <a:p>
            <a:pPr eaLnBrk="1" hangingPunct="1"/>
            <a:r>
              <a:rPr lang="en-IN" altLang="en-US"/>
              <a:t>Ethics Vs Laws</a:t>
            </a:r>
          </a:p>
        </p:txBody>
      </p:sp>
      <p:sp>
        <p:nvSpPr>
          <p:cNvPr id="11267" name="Content Placeholder 2">
            <a:extLst>
              <a:ext uri="{FF2B5EF4-FFF2-40B4-BE49-F238E27FC236}">
                <a16:creationId xmlns:a16="http://schemas.microsoft.com/office/drawing/2014/main" id="{2A66593E-6AEB-4AC4-E018-3BC191C2BD6C}"/>
              </a:ext>
            </a:extLst>
          </p:cNvPr>
          <p:cNvSpPr>
            <a:spLocks noGrp="1"/>
          </p:cNvSpPr>
          <p:nvPr>
            <p:ph sz="half" idx="1"/>
          </p:nvPr>
        </p:nvSpPr>
        <p:spPr/>
        <p:txBody>
          <a:bodyPr/>
          <a:lstStyle/>
          <a:p>
            <a:pPr eaLnBrk="1" hangingPunct="1"/>
            <a:r>
              <a:rPr lang="en-US" altLang="en-US"/>
              <a:t>Ethics are moral codes which every person must conform to. </a:t>
            </a:r>
          </a:p>
          <a:p>
            <a:pPr eaLnBrk="1" hangingPunct="1"/>
            <a:r>
              <a:rPr lang="en-US" altLang="en-US"/>
              <a:t>Ethics does not carry any punishment to anyone who violates it. </a:t>
            </a:r>
          </a:p>
          <a:p>
            <a:pPr eaLnBrk="1" hangingPunct="1"/>
            <a:r>
              <a:rPr lang="en-US" altLang="en-US"/>
              <a:t>Ethics comes from within a person’s moral values. </a:t>
            </a:r>
          </a:p>
          <a:p>
            <a:pPr eaLnBrk="1" hangingPunct="1"/>
            <a:endParaRPr lang="en-IN" altLang="en-US"/>
          </a:p>
        </p:txBody>
      </p:sp>
      <p:sp>
        <p:nvSpPr>
          <p:cNvPr id="11268" name="Content Placeholder 3">
            <a:extLst>
              <a:ext uri="{FF2B5EF4-FFF2-40B4-BE49-F238E27FC236}">
                <a16:creationId xmlns:a16="http://schemas.microsoft.com/office/drawing/2014/main" id="{818D1A94-2157-5AEB-38C9-651723B0C1F8}"/>
              </a:ext>
            </a:extLst>
          </p:cNvPr>
          <p:cNvSpPr>
            <a:spLocks noGrp="1"/>
          </p:cNvSpPr>
          <p:nvPr>
            <p:ph sz="half" idx="2"/>
          </p:nvPr>
        </p:nvSpPr>
        <p:spPr/>
        <p:txBody>
          <a:bodyPr/>
          <a:lstStyle/>
          <a:p>
            <a:pPr eaLnBrk="1" hangingPunct="1"/>
            <a:r>
              <a:rPr lang="en-US" altLang="en-US"/>
              <a:t>Laws are codifications of ethics meant to regulate society.</a:t>
            </a:r>
          </a:p>
          <a:p>
            <a:pPr eaLnBrk="1" hangingPunct="1"/>
            <a:r>
              <a:rPr lang="en-US" altLang="en-US"/>
              <a:t>The law will punish anyone who happens to violate it.</a:t>
            </a:r>
          </a:p>
          <a:p>
            <a:pPr eaLnBrk="1" hangingPunct="1"/>
            <a:r>
              <a:rPr lang="en-US" altLang="en-US"/>
              <a:t>Laws are made with ethics as a guiding principle.</a:t>
            </a:r>
          </a:p>
          <a:p>
            <a:pPr eaLnBrk="1" hangingPunct="1"/>
            <a:endParaRPr lang="en-I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472F7B-1310-5701-6232-FEFBC33FBAC2}"/>
              </a:ext>
            </a:extLst>
          </p:cNvPr>
          <p:cNvSpPr>
            <a:spLocks noGrp="1"/>
          </p:cNvSpPr>
          <p:nvPr>
            <p:ph type="title"/>
          </p:nvPr>
        </p:nvSpPr>
        <p:spPr/>
        <p:txBody>
          <a:bodyPr/>
          <a:lstStyle/>
          <a:p>
            <a:pPr eaLnBrk="1" hangingPunct="1">
              <a:defRPr/>
            </a:pPr>
            <a:endParaRPr lang="en-IN" dirty="0"/>
          </a:p>
        </p:txBody>
      </p:sp>
      <p:sp>
        <p:nvSpPr>
          <p:cNvPr id="6" name="Text Placeholder 5">
            <a:extLst>
              <a:ext uri="{FF2B5EF4-FFF2-40B4-BE49-F238E27FC236}">
                <a16:creationId xmlns:a16="http://schemas.microsoft.com/office/drawing/2014/main" id="{C19DA0D7-DCC5-086F-A255-08994CE47A81}"/>
              </a:ext>
            </a:extLst>
          </p:cNvPr>
          <p:cNvSpPr>
            <a:spLocks noGrp="1"/>
          </p:cNvSpPr>
          <p:nvPr>
            <p:ph type="body" idx="1"/>
          </p:nvPr>
        </p:nvSpPr>
        <p:spPr>
          <a:xfrm>
            <a:off x="1476375" y="1628775"/>
            <a:ext cx="7234238" cy="1500188"/>
          </a:xfrm>
        </p:spPr>
        <p:txBody>
          <a:bodyPr/>
          <a:lstStyle/>
          <a:p>
            <a:pPr eaLnBrk="1" hangingPunct="1">
              <a:defRPr/>
            </a:pPr>
            <a:r>
              <a:rPr lang="en-IN" sz="3200" dirty="0">
                <a:solidFill>
                  <a:schemeClr val="accent6">
                    <a:lumMod val="75000"/>
                  </a:schemeClr>
                </a:solidFill>
              </a:rPr>
              <a:t>First step in the evolution of ethics is a sense of solidarity with other human beings—Albert Sweiter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a:extLst>
              <a:ext uri="{FF2B5EF4-FFF2-40B4-BE49-F238E27FC236}">
                <a16:creationId xmlns:a16="http://schemas.microsoft.com/office/drawing/2014/main" id="{5A53CB0C-7419-3F5C-69DF-37E5CCCE21A6}"/>
              </a:ext>
            </a:extLst>
          </p:cNvPr>
          <p:cNvSpPr>
            <a:spLocks noGrp="1"/>
          </p:cNvSpPr>
          <p:nvPr>
            <p:ph type="title"/>
          </p:nvPr>
        </p:nvSpPr>
        <p:spPr/>
        <p:txBody>
          <a:bodyPr/>
          <a:lstStyle/>
          <a:p>
            <a:pPr eaLnBrk="1" hangingPunct="1"/>
            <a:r>
              <a:rPr lang="en-IN" altLang="en-US"/>
              <a:t>Milestones in evolution of ethics</a:t>
            </a:r>
          </a:p>
        </p:txBody>
      </p:sp>
      <p:sp>
        <p:nvSpPr>
          <p:cNvPr id="6" name="Content Placeholder 5">
            <a:extLst>
              <a:ext uri="{FF2B5EF4-FFF2-40B4-BE49-F238E27FC236}">
                <a16:creationId xmlns:a16="http://schemas.microsoft.com/office/drawing/2014/main" id="{E3FF8301-4E88-944C-2591-09F2F13C36EC}"/>
              </a:ext>
            </a:extLst>
          </p:cNvPr>
          <p:cNvSpPr>
            <a:spLocks noGrp="1"/>
          </p:cNvSpPr>
          <p:nvPr>
            <p:ph idx="1"/>
          </p:nvPr>
        </p:nvSpPr>
        <p:spPr>
          <a:xfrm>
            <a:off x="1371600" y="1484313"/>
            <a:ext cx="7620000" cy="5184775"/>
          </a:xfrm>
        </p:spPr>
        <p:txBody>
          <a:bodyPr/>
          <a:lstStyle/>
          <a:p>
            <a:pPr eaLnBrk="1" hangingPunct="1">
              <a:defRPr/>
            </a:pPr>
            <a:r>
              <a:rPr lang="en-IN" sz="3000" dirty="0">
                <a:solidFill>
                  <a:schemeClr val="accent6">
                    <a:lumMod val="75000"/>
                  </a:schemeClr>
                </a:solidFill>
              </a:rPr>
              <a:t>1947</a:t>
            </a:r>
            <a:r>
              <a:rPr lang="en-IN" sz="3000" dirty="0"/>
              <a:t>— </a:t>
            </a:r>
            <a:r>
              <a:rPr lang="en-IN" sz="3000" dirty="0">
                <a:hlinkClick r:id="rId2" action="ppaction://hlinksldjump"/>
              </a:rPr>
              <a:t>Nuremberg Code</a:t>
            </a:r>
            <a:r>
              <a:rPr lang="en-IN" sz="3000" dirty="0"/>
              <a:t>, Formation of World Medical Association</a:t>
            </a:r>
          </a:p>
          <a:p>
            <a:pPr eaLnBrk="1" hangingPunct="1">
              <a:defRPr/>
            </a:pPr>
            <a:r>
              <a:rPr lang="en-IN" sz="3000" dirty="0">
                <a:solidFill>
                  <a:schemeClr val="accent6">
                    <a:lumMod val="75000"/>
                  </a:schemeClr>
                </a:solidFill>
              </a:rPr>
              <a:t>1948</a:t>
            </a:r>
            <a:r>
              <a:rPr lang="en-IN" sz="3000" dirty="0"/>
              <a:t>—Universal declaration of Human Rights, Declaration of Geneva (revised till 2006)</a:t>
            </a:r>
          </a:p>
          <a:p>
            <a:pPr eaLnBrk="1" hangingPunct="1">
              <a:defRPr/>
            </a:pPr>
            <a:r>
              <a:rPr lang="en-IN" sz="3000" dirty="0">
                <a:solidFill>
                  <a:schemeClr val="accent6">
                    <a:lumMod val="75000"/>
                  </a:schemeClr>
                </a:solidFill>
              </a:rPr>
              <a:t>1949</a:t>
            </a:r>
            <a:r>
              <a:rPr lang="en-IN" sz="3000" dirty="0"/>
              <a:t>—International Code of Medical Ethics(1968, 1983 and 2006)</a:t>
            </a:r>
          </a:p>
          <a:p>
            <a:pPr eaLnBrk="1" hangingPunct="1">
              <a:defRPr/>
            </a:pPr>
            <a:r>
              <a:rPr lang="en-IN" sz="3000" dirty="0">
                <a:solidFill>
                  <a:schemeClr val="accent6">
                    <a:lumMod val="75000"/>
                  </a:schemeClr>
                </a:solidFill>
              </a:rPr>
              <a:t>1964</a:t>
            </a:r>
            <a:r>
              <a:rPr lang="en-IN" sz="3000" dirty="0"/>
              <a:t>—Declaration of Helsinki(2004 revised)</a:t>
            </a:r>
          </a:p>
          <a:p>
            <a:pPr eaLnBrk="1" hangingPunct="1">
              <a:defRPr/>
            </a:pPr>
            <a:r>
              <a:rPr lang="en-IN" sz="3000" dirty="0">
                <a:solidFill>
                  <a:schemeClr val="accent6">
                    <a:lumMod val="75000"/>
                  </a:schemeClr>
                </a:solidFill>
              </a:rPr>
              <a:t>1974</a:t>
            </a:r>
            <a:r>
              <a:rPr lang="en-IN" sz="3000" dirty="0"/>
              <a:t>—National research Act and IRB System</a:t>
            </a:r>
          </a:p>
          <a:p>
            <a:pPr eaLnBrk="1" hangingPunct="1">
              <a:defRPr/>
            </a:pPr>
            <a:r>
              <a:rPr lang="en-IN" sz="3000" dirty="0">
                <a:solidFill>
                  <a:schemeClr val="accent6">
                    <a:lumMod val="75000"/>
                  </a:schemeClr>
                </a:solidFill>
              </a:rPr>
              <a:t>1979</a:t>
            </a:r>
            <a:r>
              <a:rPr lang="en-IN" sz="3000" dirty="0"/>
              <a:t>— </a:t>
            </a:r>
            <a:r>
              <a:rPr lang="en-IN" sz="3000" dirty="0">
                <a:hlinkClick r:id="rId3" action="ppaction://hlinksldjump"/>
              </a:rPr>
              <a:t>The Belmont Report</a:t>
            </a:r>
            <a:endParaRPr lang="en-IN"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50DE5FF-1573-4C68-DB15-9D0DC0A75704}"/>
              </a:ext>
            </a:extLst>
          </p:cNvPr>
          <p:cNvSpPr>
            <a:spLocks noGrp="1"/>
          </p:cNvSpPr>
          <p:nvPr>
            <p:ph type="title"/>
          </p:nvPr>
        </p:nvSpPr>
        <p:spPr/>
        <p:txBody>
          <a:bodyPr/>
          <a:lstStyle/>
          <a:p>
            <a:pPr eaLnBrk="1" hangingPunct="1"/>
            <a:endParaRPr lang="en-IN" altLang="en-US"/>
          </a:p>
        </p:txBody>
      </p:sp>
      <p:sp>
        <p:nvSpPr>
          <p:cNvPr id="3" name="Content Placeholder 2">
            <a:extLst>
              <a:ext uri="{FF2B5EF4-FFF2-40B4-BE49-F238E27FC236}">
                <a16:creationId xmlns:a16="http://schemas.microsoft.com/office/drawing/2014/main" id="{652CB7B6-83EB-3407-9DED-8C0312D025B6}"/>
              </a:ext>
            </a:extLst>
          </p:cNvPr>
          <p:cNvSpPr>
            <a:spLocks noGrp="1"/>
          </p:cNvSpPr>
          <p:nvPr>
            <p:ph idx="1"/>
          </p:nvPr>
        </p:nvSpPr>
        <p:spPr>
          <a:xfrm>
            <a:off x="1371600" y="1052513"/>
            <a:ext cx="7620000" cy="5545137"/>
          </a:xfrm>
        </p:spPr>
        <p:txBody>
          <a:bodyPr/>
          <a:lstStyle/>
          <a:p>
            <a:pPr eaLnBrk="1" hangingPunct="1">
              <a:defRPr/>
            </a:pPr>
            <a:r>
              <a:rPr lang="en-IN" sz="3000" dirty="0">
                <a:solidFill>
                  <a:schemeClr val="accent6">
                    <a:lumMod val="75000"/>
                  </a:schemeClr>
                </a:solidFill>
              </a:rPr>
              <a:t>1982</a:t>
            </a:r>
            <a:r>
              <a:rPr lang="en-IN" sz="3000" dirty="0"/>
              <a:t>—International Guidelines for Biomedical Research involving human subjects</a:t>
            </a:r>
          </a:p>
          <a:p>
            <a:pPr eaLnBrk="1" hangingPunct="1">
              <a:defRPr/>
            </a:pPr>
            <a:r>
              <a:rPr lang="en-IN" sz="3000" dirty="0">
                <a:solidFill>
                  <a:schemeClr val="accent6">
                    <a:lumMod val="75000"/>
                  </a:schemeClr>
                </a:solidFill>
              </a:rPr>
              <a:t>1991</a:t>
            </a:r>
            <a:r>
              <a:rPr lang="en-IN" sz="3000" dirty="0"/>
              <a:t>—International guidelines fro ethical review in Epidemiological studies</a:t>
            </a:r>
          </a:p>
          <a:p>
            <a:pPr eaLnBrk="1" hangingPunct="1">
              <a:defRPr/>
            </a:pPr>
            <a:r>
              <a:rPr lang="en-IN" sz="3000" dirty="0">
                <a:solidFill>
                  <a:schemeClr val="accent6">
                    <a:lumMod val="75000"/>
                  </a:schemeClr>
                </a:solidFill>
              </a:rPr>
              <a:t>1997</a:t>
            </a:r>
            <a:r>
              <a:rPr lang="en-IN" sz="3000" dirty="0"/>
              <a:t>—Universal declaration on Human Genome and Human Rights</a:t>
            </a:r>
          </a:p>
          <a:p>
            <a:pPr eaLnBrk="1" hangingPunct="1">
              <a:defRPr/>
            </a:pPr>
            <a:r>
              <a:rPr lang="en-IN" sz="3000" dirty="0">
                <a:solidFill>
                  <a:schemeClr val="accent6">
                    <a:lumMod val="75000"/>
                  </a:schemeClr>
                </a:solidFill>
              </a:rPr>
              <a:t>2003</a:t>
            </a:r>
            <a:r>
              <a:rPr lang="en-IN" sz="3000" dirty="0"/>
              <a:t>—International Declaration of Human gene data</a:t>
            </a:r>
          </a:p>
          <a:p>
            <a:pPr eaLnBrk="1" hangingPunct="1">
              <a:defRPr/>
            </a:pPr>
            <a:r>
              <a:rPr lang="en-IN" sz="3000" dirty="0">
                <a:solidFill>
                  <a:schemeClr val="accent6">
                    <a:lumMod val="75000"/>
                  </a:schemeClr>
                </a:solidFill>
              </a:rPr>
              <a:t>2005</a:t>
            </a:r>
            <a:r>
              <a:rPr lang="en-IN" sz="3000" dirty="0"/>
              <a:t>—Universal Declaration on Bioethics and Human Rights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4380D29-B8D7-70F1-B73A-13C906FB28EC}"/>
              </a:ext>
            </a:extLst>
          </p:cNvPr>
          <p:cNvSpPr>
            <a:spLocks noGrp="1"/>
          </p:cNvSpPr>
          <p:nvPr>
            <p:ph type="title"/>
          </p:nvPr>
        </p:nvSpPr>
        <p:spPr/>
        <p:txBody>
          <a:bodyPr/>
          <a:lstStyle/>
          <a:p>
            <a:r>
              <a:rPr lang="en-IN" altLang="en-US"/>
              <a:t>Nuremberg Code(voluntariness of consent)</a:t>
            </a:r>
          </a:p>
        </p:txBody>
      </p:sp>
      <p:sp>
        <p:nvSpPr>
          <p:cNvPr id="14339" name="Content Placeholder 2">
            <a:extLst>
              <a:ext uri="{FF2B5EF4-FFF2-40B4-BE49-F238E27FC236}">
                <a16:creationId xmlns:a16="http://schemas.microsoft.com/office/drawing/2014/main" id="{19D84845-2F7F-0A7B-96DB-537C13C65A27}"/>
              </a:ext>
            </a:extLst>
          </p:cNvPr>
          <p:cNvSpPr>
            <a:spLocks noGrp="1"/>
          </p:cNvSpPr>
          <p:nvPr>
            <p:ph idx="1"/>
          </p:nvPr>
        </p:nvSpPr>
        <p:spPr/>
        <p:txBody>
          <a:bodyPr/>
          <a:lstStyle/>
          <a:p>
            <a:r>
              <a:rPr lang="en-IN" altLang="en-US" sz="2800"/>
              <a:t>Informed consent is essential</a:t>
            </a:r>
          </a:p>
          <a:p>
            <a:r>
              <a:rPr lang="en-IN" altLang="en-US" sz="2800"/>
              <a:t>Research should be based on prior animal work</a:t>
            </a:r>
          </a:p>
          <a:p>
            <a:r>
              <a:rPr lang="en-IN" altLang="en-US" sz="2800"/>
              <a:t>The risks should be justified by anticipated benefits</a:t>
            </a:r>
          </a:p>
          <a:p>
            <a:r>
              <a:rPr lang="en-IN" altLang="en-US" sz="2800"/>
              <a:t>Only qualified scientists must conduct research</a:t>
            </a:r>
          </a:p>
          <a:p>
            <a:r>
              <a:rPr lang="en-IN" altLang="en-US" sz="2800"/>
              <a:t>Physical and mental suffering must be avoided</a:t>
            </a:r>
          </a:p>
          <a:p>
            <a:r>
              <a:rPr lang="en-IN" altLang="en-US" sz="2800"/>
              <a:t>Research in which death/ disability injury is expected should not be conducted</a:t>
            </a:r>
          </a:p>
          <a:p>
            <a:endParaRPr lang="en-I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D977D63-A0FD-0755-369F-6DE0286E1DA7}"/>
              </a:ext>
            </a:extLst>
          </p:cNvPr>
          <p:cNvSpPr>
            <a:spLocks noGrp="1"/>
          </p:cNvSpPr>
          <p:nvPr>
            <p:ph type="title"/>
          </p:nvPr>
        </p:nvSpPr>
        <p:spPr/>
        <p:txBody>
          <a:bodyPr/>
          <a:lstStyle/>
          <a:p>
            <a:r>
              <a:rPr lang="en-IN" altLang="en-US"/>
              <a:t>Belmont report</a:t>
            </a:r>
          </a:p>
        </p:txBody>
      </p:sp>
      <p:sp>
        <p:nvSpPr>
          <p:cNvPr id="15363" name="Content Placeholder 2">
            <a:extLst>
              <a:ext uri="{FF2B5EF4-FFF2-40B4-BE49-F238E27FC236}">
                <a16:creationId xmlns:a16="http://schemas.microsoft.com/office/drawing/2014/main" id="{807A5A1B-8448-D92C-150C-81CADDE59B58}"/>
              </a:ext>
            </a:extLst>
          </p:cNvPr>
          <p:cNvSpPr>
            <a:spLocks noGrp="1"/>
          </p:cNvSpPr>
          <p:nvPr>
            <p:ph idx="1"/>
          </p:nvPr>
        </p:nvSpPr>
        <p:spPr>
          <a:xfrm>
            <a:off x="1524000" y="1700213"/>
            <a:ext cx="7620000" cy="4114800"/>
          </a:xfrm>
        </p:spPr>
        <p:txBody>
          <a:bodyPr/>
          <a:lstStyle/>
          <a:p>
            <a:r>
              <a:rPr lang="en-IN" altLang="en-US" sz="2400"/>
              <a:t>The public health service syphilis study 1932-1971</a:t>
            </a:r>
          </a:p>
          <a:p>
            <a:r>
              <a:rPr lang="en-IN" altLang="en-US" sz="2400"/>
              <a:t>Cases and controls were selected</a:t>
            </a:r>
          </a:p>
          <a:p>
            <a:r>
              <a:rPr lang="en-IN" altLang="en-US" sz="2400"/>
              <a:t>Were deliberately misinformed about the procedures</a:t>
            </a:r>
          </a:p>
          <a:p>
            <a:r>
              <a:rPr lang="en-IN" altLang="en-US" sz="2400"/>
              <a:t>Spinal taps were described necessary and special free treatment</a:t>
            </a:r>
          </a:p>
          <a:p>
            <a:r>
              <a:rPr lang="en-IN" altLang="en-US" sz="2400"/>
              <a:t>1940’s penicillin was found to be safe and effective for syphilis but these people were denied for that</a:t>
            </a:r>
          </a:p>
          <a:p>
            <a:r>
              <a:rPr lang="en-IN" altLang="en-US" sz="2400"/>
              <a:t>Resulting in deaths and disabilities</a:t>
            </a:r>
          </a:p>
          <a:p>
            <a:r>
              <a:rPr lang="en-IN" altLang="en-US" sz="2400"/>
              <a:t>National commission was set up and Belmont report was published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0A0261E-5477-81D6-97D7-248F664DC7A6}"/>
              </a:ext>
            </a:extLst>
          </p:cNvPr>
          <p:cNvSpPr>
            <a:spLocks noGrp="1"/>
          </p:cNvSpPr>
          <p:nvPr>
            <p:ph type="title"/>
          </p:nvPr>
        </p:nvSpPr>
        <p:spPr/>
        <p:txBody>
          <a:bodyPr/>
          <a:lstStyle/>
          <a:p>
            <a:pPr eaLnBrk="1" hangingPunct="1"/>
            <a:r>
              <a:rPr lang="en-IN" altLang="en-US"/>
              <a:t>Principles of Medical Ethics </a:t>
            </a:r>
          </a:p>
        </p:txBody>
      </p:sp>
      <p:sp>
        <p:nvSpPr>
          <p:cNvPr id="17411" name="Content Placeholder 2">
            <a:extLst>
              <a:ext uri="{FF2B5EF4-FFF2-40B4-BE49-F238E27FC236}">
                <a16:creationId xmlns:a16="http://schemas.microsoft.com/office/drawing/2014/main" id="{F8838649-BADF-A16D-75B5-D7317B657ED1}"/>
              </a:ext>
            </a:extLst>
          </p:cNvPr>
          <p:cNvSpPr>
            <a:spLocks noGrp="1"/>
          </p:cNvSpPr>
          <p:nvPr>
            <p:ph idx="1"/>
          </p:nvPr>
        </p:nvSpPr>
        <p:spPr/>
        <p:txBody>
          <a:bodyPr/>
          <a:lstStyle/>
          <a:p>
            <a:pPr eaLnBrk="1" hangingPunct="1"/>
            <a:r>
              <a:rPr lang="en-IN" altLang="en-US">
                <a:hlinkClick r:id="rId2" action="ppaction://hlinksldjump"/>
              </a:rPr>
              <a:t>Autonomy</a:t>
            </a:r>
            <a:endParaRPr lang="en-IN" altLang="en-US"/>
          </a:p>
          <a:p>
            <a:pPr eaLnBrk="1" hangingPunct="1"/>
            <a:r>
              <a:rPr lang="en-IN" altLang="en-US">
                <a:hlinkClick r:id="rId3" action="ppaction://hlinksldjump"/>
              </a:rPr>
              <a:t>Beneficence</a:t>
            </a:r>
            <a:endParaRPr lang="en-IN" altLang="en-US"/>
          </a:p>
          <a:p>
            <a:pPr eaLnBrk="1" hangingPunct="1"/>
            <a:r>
              <a:rPr lang="en-IN" altLang="en-US">
                <a:hlinkClick r:id="rId4" action="ppaction://hlinksldjump"/>
              </a:rPr>
              <a:t>Justice</a:t>
            </a:r>
            <a:endParaRPr lang="en-IN" altLang="en-US"/>
          </a:p>
          <a:p>
            <a:pPr eaLnBrk="1" hangingPunct="1"/>
            <a:r>
              <a:rPr lang="en-IN" altLang="en-US"/>
              <a:t>Non malfeasance (Do no harm)</a:t>
            </a:r>
          </a:p>
          <a:p>
            <a:pPr eaLnBrk="1" hangingPunct="1"/>
            <a:endParaRPr lang="en-IN" altLang="en-US"/>
          </a:p>
          <a:p>
            <a:pPr eaLnBrk="1" hangingPunct="1"/>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D51EC9A-6BE9-0902-9217-C75C71C72C16}"/>
              </a:ext>
            </a:extLst>
          </p:cNvPr>
          <p:cNvSpPr>
            <a:spLocks noGrp="1"/>
          </p:cNvSpPr>
          <p:nvPr>
            <p:ph type="title"/>
          </p:nvPr>
        </p:nvSpPr>
        <p:spPr/>
        <p:txBody>
          <a:bodyPr/>
          <a:lstStyle/>
          <a:p>
            <a:r>
              <a:rPr lang="en-IN" altLang="en-US"/>
              <a:t>Autonomy(Informed consent and Privacy)</a:t>
            </a:r>
          </a:p>
        </p:txBody>
      </p:sp>
      <p:sp>
        <p:nvSpPr>
          <p:cNvPr id="18435" name="Content Placeholder 2">
            <a:extLst>
              <a:ext uri="{FF2B5EF4-FFF2-40B4-BE49-F238E27FC236}">
                <a16:creationId xmlns:a16="http://schemas.microsoft.com/office/drawing/2014/main" id="{926523C0-3C5F-7F8B-D712-4846E368402D}"/>
              </a:ext>
            </a:extLst>
          </p:cNvPr>
          <p:cNvSpPr>
            <a:spLocks noGrp="1"/>
          </p:cNvSpPr>
          <p:nvPr>
            <p:ph idx="1"/>
          </p:nvPr>
        </p:nvSpPr>
        <p:spPr/>
        <p:txBody>
          <a:bodyPr/>
          <a:lstStyle/>
          <a:p>
            <a:r>
              <a:rPr lang="en-IN" altLang="en-US"/>
              <a:t>Freedom to influence course of life or treatment</a:t>
            </a:r>
          </a:p>
          <a:p>
            <a:r>
              <a:rPr lang="en-IN" altLang="en-US"/>
              <a:t>Elements of autonomy include</a:t>
            </a:r>
          </a:p>
          <a:p>
            <a:r>
              <a:rPr lang="en-IN" altLang="en-US"/>
              <a:t>Mental capacity, the ability to understand and process information</a:t>
            </a:r>
          </a:p>
          <a:p>
            <a:r>
              <a:rPr lang="en-IN" altLang="en-US"/>
              <a:t>Voluntariness, freedom from the control/influence of others</a:t>
            </a:r>
          </a:p>
          <a:p>
            <a:endParaRPr lang="en-IN" altLang="en-US"/>
          </a:p>
          <a:p>
            <a:endParaRPr lang="en-I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370154B-4CAA-3B26-B2B8-4C78B24C72E1}"/>
              </a:ext>
            </a:extLst>
          </p:cNvPr>
          <p:cNvSpPr>
            <a:spLocks noGrp="1"/>
          </p:cNvSpPr>
          <p:nvPr>
            <p:ph type="title"/>
          </p:nvPr>
        </p:nvSpPr>
        <p:spPr/>
        <p:txBody>
          <a:bodyPr/>
          <a:lstStyle/>
          <a:p>
            <a:r>
              <a:rPr lang="en-IN" altLang="en-US"/>
              <a:t>Beneficence</a:t>
            </a:r>
          </a:p>
        </p:txBody>
      </p:sp>
      <p:sp>
        <p:nvSpPr>
          <p:cNvPr id="19459" name="Content Placeholder 2">
            <a:extLst>
              <a:ext uri="{FF2B5EF4-FFF2-40B4-BE49-F238E27FC236}">
                <a16:creationId xmlns:a16="http://schemas.microsoft.com/office/drawing/2014/main" id="{D0E82DA5-EEB2-79FC-8C5F-4BF7D947103D}"/>
              </a:ext>
            </a:extLst>
          </p:cNvPr>
          <p:cNvSpPr>
            <a:spLocks noGrp="1"/>
          </p:cNvSpPr>
          <p:nvPr>
            <p:ph idx="1"/>
          </p:nvPr>
        </p:nvSpPr>
        <p:spPr/>
        <p:txBody>
          <a:bodyPr/>
          <a:lstStyle/>
          <a:p>
            <a:r>
              <a:rPr lang="en-IN" altLang="en-US"/>
              <a:t>Minimise harms and maximise benefits</a:t>
            </a:r>
          </a:p>
          <a:p>
            <a:r>
              <a:rPr lang="en-IN" altLang="en-US"/>
              <a:t>Requirement to use the best possible research design to maximise benefits and minimize harms</a:t>
            </a:r>
          </a:p>
          <a:p>
            <a:r>
              <a:rPr lang="en-IN" altLang="en-US"/>
              <a:t>Prohibition of research that is without a favourable risk-benefit ratio</a:t>
            </a:r>
          </a:p>
          <a:p>
            <a:endParaRPr lang="en-IN" altLang="en-US"/>
          </a:p>
          <a:p>
            <a:endParaRPr lang="en-I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C112B0AA-7B26-0D72-38E3-03FEEED4739A}"/>
              </a:ext>
            </a:extLst>
          </p:cNvPr>
          <p:cNvSpPr>
            <a:spLocks noGrp="1"/>
          </p:cNvSpPr>
          <p:nvPr>
            <p:ph type="title"/>
          </p:nvPr>
        </p:nvSpPr>
        <p:spPr/>
        <p:txBody>
          <a:bodyPr/>
          <a:lstStyle/>
          <a:p>
            <a:r>
              <a:rPr lang="en-IN" altLang="en-US"/>
              <a:t>Justice</a:t>
            </a:r>
          </a:p>
        </p:txBody>
      </p:sp>
      <p:sp>
        <p:nvSpPr>
          <p:cNvPr id="20483" name="Content Placeholder 2">
            <a:extLst>
              <a:ext uri="{FF2B5EF4-FFF2-40B4-BE49-F238E27FC236}">
                <a16:creationId xmlns:a16="http://schemas.microsoft.com/office/drawing/2014/main" id="{A4E6C312-E435-5061-B2AE-A67516F6FD0E}"/>
              </a:ext>
            </a:extLst>
          </p:cNvPr>
          <p:cNvSpPr>
            <a:spLocks noGrp="1"/>
          </p:cNvSpPr>
          <p:nvPr>
            <p:ph idx="1"/>
          </p:nvPr>
        </p:nvSpPr>
        <p:spPr/>
        <p:txBody>
          <a:bodyPr/>
          <a:lstStyle/>
          <a:p>
            <a:r>
              <a:rPr lang="en-IN" altLang="en-US"/>
              <a:t>Requires us to treat people fairly and to design research so that burdens and benefits are shared equitably</a:t>
            </a:r>
          </a:p>
          <a:p>
            <a:r>
              <a:rPr lang="en-IN" altLang="en-US"/>
              <a:t>Requirement to avoid exploitation of vulnerable population</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8FDCC-B080-78D5-0A90-B942DC0ABE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F48C21-9C5A-7D91-762C-B960106FAE46}"/>
              </a:ext>
            </a:extLst>
          </p:cNvPr>
          <p:cNvSpPr>
            <a:spLocks noGrp="1"/>
          </p:cNvSpPr>
          <p:nvPr>
            <p:ph idx="1"/>
          </p:nvPr>
        </p:nvSpPr>
        <p:spPr/>
        <p:txBody>
          <a:bodyPr/>
          <a:lstStyle/>
          <a:p>
            <a:endParaRPr lang="en-US"/>
          </a:p>
        </p:txBody>
      </p:sp>
      <p:pic>
        <p:nvPicPr>
          <p:cNvPr id="1026" name="Picture 2" descr="Equality, Equity and Justice explained better : r/coolguides">
            <a:extLst>
              <a:ext uri="{FF2B5EF4-FFF2-40B4-BE49-F238E27FC236}">
                <a16:creationId xmlns:a16="http://schemas.microsoft.com/office/drawing/2014/main" id="{8FDB534D-6AB3-6454-236C-B0A1F3148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072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3A90F0C-7114-294F-E502-7A9475CCDA18}"/>
              </a:ext>
            </a:extLst>
          </p:cNvPr>
          <p:cNvSpPr>
            <a:spLocks noGrp="1"/>
          </p:cNvSpPr>
          <p:nvPr>
            <p:ph type="title"/>
          </p:nvPr>
        </p:nvSpPr>
        <p:spPr/>
        <p:txBody>
          <a:bodyPr/>
          <a:lstStyle/>
          <a:p>
            <a:pPr eaLnBrk="1" hangingPunct="1"/>
            <a:r>
              <a:rPr lang="en-IN" altLang="en-US"/>
              <a:t>World Medical Association and its role </a:t>
            </a:r>
          </a:p>
        </p:txBody>
      </p:sp>
      <p:sp>
        <p:nvSpPr>
          <p:cNvPr id="21507" name="Content Placeholder 2">
            <a:extLst>
              <a:ext uri="{FF2B5EF4-FFF2-40B4-BE49-F238E27FC236}">
                <a16:creationId xmlns:a16="http://schemas.microsoft.com/office/drawing/2014/main" id="{E2362D4C-68BC-C9E5-232C-98A6C648D311}"/>
              </a:ext>
            </a:extLst>
          </p:cNvPr>
          <p:cNvSpPr>
            <a:spLocks noGrp="1"/>
          </p:cNvSpPr>
          <p:nvPr>
            <p:ph idx="1"/>
          </p:nvPr>
        </p:nvSpPr>
        <p:spPr>
          <a:xfrm>
            <a:off x="1524000" y="1773238"/>
            <a:ext cx="7620000" cy="5084762"/>
          </a:xfrm>
        </p:spPr>
        <p:txBody>
          <a:bodyPr/>
          <a:lstStyle/>
          <a:p>
            <a:pPr eaLnBrk="1" hangingPunct="1"/>
            <a:r>
              <a:rPr lang="en-IN" altLang="en-US" sz="3000"/>
              <a:t>1947—year in which it was found.</a:t>
            </a:r>
          </a:p>
          <a:p>
            <a:pPr eaLnBrk="1" hangingPunct="1"/>
            <a:r>
              <a:rPr lang="en-IN" altLang="en-US" sz="3000"/>
              <a:t>International organisation</a:t>
            </a:r>
          </a:p>
          <a:p>
            <a:pPr eaLnBrk="1" hangingPunct="1"/>
            <a:r>
              <a:rPr lang="en-IN" altLang="en-US" sz="3000"/>
              <a:t>Consultation of draft statements—Careful consideration of comments of WMA ethics Committee—Specially appointed groups for re drafting and further consultation—Annual Assembly</a:t>
            </a:r>
          </a:p>
          <a:p>
            <a:pPr eaLnBrk="1" hangingPunct="1"/>
            <a:r>
              <a:rPr lang="en-IN" altLang="en-US" sz="3000"/>
              <a:t>&gt;75% vote in favour of any new/revised Policy</a:t>
            </a:r>
          </a:p>
          <a:p>
            <a:pPr eaLnBrk="1" hangingPunct="1"/>
            <a:r>
              <a:rPr lang="en-IN" altLang="en-US" sz="3000"/>
              <a:t>Process—Can be lengthy</a:t>
            </a:r>
            <a:r>
              <a:rPr lang="en-IN" altLang="en-US"/>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9125B79-F208-4411-E158-2DE9331A7658}"/>
              </a:ext>
            </a:extLst>
          </p:cNvPr>
          <p:cNvSpPr>
            <a:spLocks noGrp="1"/>
          </p:cNvSpPr>
          <p:nvPr>
            <p:ph type="title"/>
          </p:nvPr>
        </p:nvSpPr>
        <p:spPr/>
        <p:txBody>
          <a:bodyPr/>
          <a:lstStyle/>
          <a:p>
            <a:pPr eaLnBrk="1" hangingPunct="1"/>
            <a:r>
              <a:rPr lang="en-IN" altLang="en-US"/>
              <a:t>Approach to ethical issues at individual level</a:t>
            </a:r>
          </a:p>
        </p:txBody>
      </p:sp>
      <p:sp>
        <p:nvSpPr>
          <p:cNvPr id="22531" name="Text Placeholder 5">
            <a:extLst>
              <a:ext uri="{FF2B5EF4-FFF2-40B4-BE49-F238E27FC236}">
                <a16:creationId xmlns:a16="http://schemas.microsoft.com/office/drawing/2014/main" id="{AA8A73E0-0AE4-BA55-572D-276513EEDCD2}"/>
              </a:ext>
            </a:extLst>
          </p:cNvPr>
          <p:cNvSpPr>
            <a:spLocks noGrp="1"/>
          </p:cNvSpPr>
          <p:nvPr>
            <p:ph type="body" idx="1"/>
          </p:nvPr>
        </p:nvSpPr>
        <p:spPr>
          <a:xfrm>
            <a:off x="1258888" y="1535113"/>
            <a:ext cx="3238500" cy="639762"/>
          </a:xfrm>
        </p:spPr>
        <p:txBody>
          <a:bodyPr/>
          <a:lstStyle/>
          <a:p>
            <a:pPr eaLnBrk="1" hangingPunct="1"/>
            <a:r>
              <a:rPr lang="en-IN" altLang="en-US" sz="3200"/>
              <a:t>Non-Rational</a:t>
            </a:r>
          </a:p>
        </p:txBody>
      </p:sp>
      <p:sp>
        <p:nvSpPr>
          <p:cNvPr id="22532" name="Content Placeholder 6">
            <a:extLst>
              <a:ext uri="{FF2B5EF4-FFF2-40B4-BE49-F238E27FC236}">
                <a16:creationId xmlns:a16="http://schemas.microsoft.com/office/drawing/2014/main" id="{803AB847-A135-A39A-E53B-0D3BA399BD59}"/>
              </a:ext>
            </a:extLst>
          </p:cNvPr>
          <p:cNvSpPr>
            <a:spLocks noGrp="1"/>
          </p:cNvSpPr>
          <p:nvPr>
            <p:ph sz="half" idx="2"/>
          </p:nvPr>
        </p:nvSpPr>
        <p:spPr>
          <a:xfrm>
            <a:off x="1258888" y="2174875"/>
            <a:ext cx="3238500" cy="3951288"/>
          </a:xfrm>
        </p:spPr>
        <p:txBody>
          <a:bodyPr/>
          <a:lstStyle/>
          <a:p>
            <a:pPr eaLnBrk="1" hangingPunct="1"/>
            <a:r>
              <a:rPr lang="en-IN" altLang="en-US" sz="3600"/>
              <a:t>Obedience</a:t>
            </a:r>
          </a:p>
          <a:p>
            <a:pPr eaLnBrk="1" hangingPunct="1"/>
            <a:r>
              <a:rPr lang="en-IN" altLang="en-US" sz="3600"/>
              <a:t>Imitation</a:t>
            </a:r>
          </a:p>
          <a:p>
            <a:pPr eaLnBrk="1" hangingPunct="1"/>
            <a:r>
              <a:rPr lang="en-IN" altLang="en-US" sz="3600"/>
              <a:t>Feeling/ desire</a:t>
            </a:r>
          </a:p>
          <a:p>
            <a:pPr eaLnBrk="1" hangingPunct="1"/>
            <a:r>
              <a:rPr lang="en-IN" altLang="en-US" sz="3600"/>
              <a:t>Intuition</a:t>
            </a:r>
          </a:p>
          <a:p>
            <a:pPr eaLnBrk="1" hangingPunct="1"/>
            <a:r>
              <a:rPr lang="en-IN" altLang="en-US" sz="3600"/>
              <a:t>Habit</a:t>
            </a:r>
          </a:p>
        </p:txBody>
      </p:sp>
      <p:sp>
        <p:nvSpPr>
          <p:cNvPr id="22533" name="Text Placeholder 7">
            <a:extLst>
              <a:ext uri="{FF2B5EF4-FFF2-40B4-BE49-F238E27FC236}">
                <a16:creationId xmlns:a16="http://schemas.microsoft.com/office/drawing/2014/main" id="{EE772959-781A-A821-EE36-371737A7A4F8}"/>
              </a:ext>
            </a:extLst>
          </p:cNvPr>
          <p:cNvSpPr>
            <a:spLocks noGrp="1"/>
          </p:cNvSpPr>
          <p:nvPr>
            <p:ph type="body" sz="quarter" idx="3"/>
          </p:nvPr>
        </p:nvSpPr>
        <p:spPr>
          <a:xfrm>
            <a:off x="5003800" y="1557338"/>
            <a:ext cx="3683000" cy="639762"/>
          </a:xfrm>
        </p:spPr>
        <p:txBody>
          <a:bodyPr/>
          <a:lstStyle/>
          <a:p>
            <a:pPr eaLnBrk="1" hangingPunct="1"/>
            <a:r>
              <a:rPr lang="en-IN" altLang="en-US" sz="3200"/>
              <a:t>Rational</a:t>
            </a:r>
          </a:p>
        </p:txBody>
      </p:sp>
      <p:sp>
        <p:nvSpPr>
          <p:cNvPr id="22534" name="Content Placeholder 8">
            <a:extLst>
              <a:ext uri="{FF2B5EF4-FFF2-40B4-BE49-F238E27FC236}">
                <a16:creationId xmlns:a16="http://schemas.microsoft.com/office/drawing/2014/main" id="{73510771-7891-89E7-AAA2-C200B2D491C5}"/>
              </a:ext>
            </a:extLst>
          </p:cNvPr>
          <p:cNvSpPr>
            <a:spLocks noGrp="1"/>
          </p:cNvSpPr>
          <p:nvPr>
            <p:ph sz="quarter" idx="4"/>
          </p:nvPr>
        </p:nvSpPr>
        <p:spPr>
          <a:xfrm>
            <a:off x="5003800" y="2174875"/>
            <a:ext cx="3683000" cy="3951288"/>
          </a:xfrm>
        </p:spPr>
        <p:txBody>
          <a:bodyPr/>
          <a:lstStyle/>
          <a:p>
            <a:pPr eaLnBrk="1" hangingPunct="1"/>
            <a:r>
              <a:rPr lang="en-IN" altLang="en-US" sz="3200"/>
              <a:t>Deontology</a:t>
            </a:r>
          </a:p>
          <a:p>
            <a:pPr eaLnBrk="1" hangingPunct="1"/>
            <a:r>
              <a:rPr lang="en-IN" altLang="en-US" sz="3200"/>
              <a:t>Consequentialism</a:t>
            </a:r>
          </a:p>
          <a:p>
            <a:pPr eaLnBrk="1" hangingPunct="1"/>
            <a:r>
              <a:rPr lang="en-IN" altLang="en-US" sz="3200"/>
              <a:t>Principlism</a:t>
            </a:r>
          </a:p>
          <a:p>
            <a:pPr eaLnBrk="1" hangingPunct="1"/>
            <a:r>
              <a:rPr lang="en-IN" altLang="en-US" sz="3200"/>
              <a:t>Virtue ethics</a:t>
            </a:r>
          </a:p>
          <a:p>
            <a:pPr eaLnBrk="1" hangingPunct="1"/>
            <a:endParaRPr lang="en-I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6">
            <a:extLst>
              <a:ext uri="{FF2B5EF4-FFF2-40B4-BE49-F238E27FC236}">
                <a16:creationId xmlns:a16="http://schemas.microsoft.com/office/drawing/2014/main" id="{209FAC46-5FD8-D371-1B84-6187FEEE3C78}"/>
              </a:ext>
            </a:extLst>
          </p:cNvPr>
          <p:cNvSpPr>
            <a:spLocks noGrp="1"/>
          </p:cNvSpPr>
          <p:nvPr>
            <p:ph type="title"/>
          </p:nvPr>
        </p:nvSpPr>
        <p:spPr/>
        <p:txBody>
          <a:bodyPr/>
          <a:lstStyle/>
          <a:p>
            <a:r>
              <a:rPr lang="en-IN" altLang="en-US"/>
              <a:t>Deonatology</a:t>
            </a:r>
          </a:p>
        </p:txBody>
      </p:sp>
      <p:sp>
        <p:nvSpPr>
          <p:cNvPr id="23555" name="Content Placeholder 7">
            <a:extLst>
              <a:ext uri="{FF2B5EF4-FFF2-40B4-BE49-F238E27FC236}">
                <a16:creationId xmlns:a16="http://schemas.microsoft.com/office/drawing/2014/main" id="{398B8E9C-A3A2-FA18-84BB-A70722CB881B}"/>
              </a:ext>
            </a:extLst>
          </p:cNvPr>
          <p:cNvSpPr>
            <a:spLocks noGrp="1"/>
          </p:cNvSpPr>
          <p:nvPr>
            <p:ph idx="1"/>
          </p:nvPr>
        </p:nvSpPr>
        <p:spPr/>
        <p:txBody>
          <a:bodyPr/>
          <a:lstStyle/>
          <a:p>
            <a:r>
              <a:rPr lang="en-IN" altLang="en-US"/>
              <a:t>A search for well founded  rules that serve as the basis for making moral decisions</a:t>
            </a:r>
          </a:p>
          <a:p>
            <a:r>
              <a:rPr lang="en-IN" altLang="en-US"/>
              <a:t>Foundation can be religious/ non religious</a:t>
            </a:r>
          </a:p>
          <a:p>
            <a:r>
              <a:rPr lang="en-IN" altLang="en-US"/>
              <a:t>Once rules established—Have to be applied in specific situations</a:t>
            </a:r>
          </a:p>
          <a:p>
            <a:r>
              <a:rPr lang="en-IN" altLang="en-US"/>
              <a:t>Often there is a room for disagreement about what the rules are required</a:t>
            </a:r>
          </a:p>
          <a:p>
            <a:endParaRPr lang="en-I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B114C88-CA16-7744-FB36-61A79D1EAA70}"/>
              </a:ext>
            </a:extLst>
          </p:cNvPr>
          <p:cNvSpPr>
            <a:spLocks noGrp="1"/>
          </p:cNvSpPr>
          <p:nvPr>
            <p:ph type="title"/>
          </p:nvPr>
        </p:nvSpPr>
        <p:spPr/>
        <p:txBody>
          <a:bodyPr/>
          <a:lstStyle/>
          <a:p>
            <a:r>
              <a:rPr lang="en-IN" altLang="en-US"/>
              <a:t>Consequentialism</a:t>
            </a:r>
          </a:p>
        </p:txBody>
      </p:sp>
      <p:sp>
        <p:nvSpPr>
          <p:cNvPr id="24579" name="Content Placeholder 2">
            <a:extLst>
              <a:ext uri="{FF2B5EF4-FFF2-40B4-BE49-F238E27FC236}">
                <a16:creationId xmlns:a16="http://schemas.microsoft.com/office/drawing/2014/main" id="{CE754EDD-30D3-18E2-90AE-89C0AFC95A50}"/>
              </a:ext>
            </a:extLst>
          </p:cNvPr>
          <p:cNvSpPr>
            <a:spLocks noGrp="1"/>
          </p:cNvSpPr>
          <p:nvPr>
            <p:ph idx="1"/>
          </p:nvPr>
        </p:nvSpPr>
        <p:spPr>
          <a:xfrm>
            <a:off x="1524000" y="1557338"/>
            <a:ext cx="7620000" cy="4114800"/>
          </a:xfrm>
        </p:spPr>
        <p:txBody>
          <a:bodyPr/>
          <a:lstStyle/>
          <a:p>
            <a:r>
              <a:rPr lang="en-IN" altLang="en-US"/>
              <a:t>Ethical decision making on an analysis of the likely consequences/ outcomes of diff choices and actions</a:t>
            </a:r>
          </a:p>
          <a:p>
            <a:r>
              <a:rPr lang="en-IN" altLang="en-US"/>
              <a:t>Right actions– produces best outcomes</a:t>
            </a:r>
          </a:p>
          <a:p>
            <a:r>
              <a:rPr lang="en-IN" altLang="en-US"/>
              <a:t>Do not have much principles</a:t>
            </a:r>
          </a:p>
          <a:p>
            <a:r>
              <a:rPr lang="en-IN" altLang="en-US"/>
              <a:t>Too difficult to identify, prioritise and apply</a:t>
            </a:r>
          </a:p>
          <a:p>
            <a:r>
              <a:rPr lang="en-IN" altLang="en-US"/>
              <a:t>Greatest good for the greatest number</a:t>
            </a:r>
          </a:p>
          <a:p>
            <a:r>
              <a:rPr lang="en-IN" altLang="en-US"/>
              <a:t>End justifies the means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F10D686-A133-F234-38F1-F1A6699FD9D1}"/>
              </a:ext>
            </a:extLst>
          </p:cNvPr>
          <p:cNvSpPr>
            <a:spLocks noGrp="1"/>
          </p:cNvSpPr>
          <p:nvPr>
            <p:ph type="title"/>
          </p:nvPr>
        </p:nvSpPr>
        <p:spPr/>
        <p:txBody>
          <a:bodyPr/>
          <a:lstStyle/>
          <a:p>
            <a:r>
              <a:rPr lang="en-IN" altLang="en-US"/>
              <a:t>Principlism</a:t>
            </a:r>
          </a:p>
        </p:txBody>
      </p:sp>
      <p:sp>
        <p:nvSpPr>
          <p:cNvPr id="25603" name="Content Placeholder 2">
            <a:extLst>
              <a:ext uri="{FF2B5EF4-FFF2-40B4-BE49-F238E27FC236}">
                <a16:creationId xmlns:a16="http://schemas.microsoft.com/office/drawing/2014/main" id="{1B2EB8CD-9F6D-5448-19B5-60E966B7495A}"/>
              </a:ext>
            </a:extLst>
          </p:cNvPr>
          <p:cNvSpPr>
            <a:spLocks noGrp="1"/>
          </p:cNvSpPr>
          <p:nvPr>
            <p:ph idx="1"/>
          </p:nvPr>
        </p:nvSpPr>
        <p:spPr/>
        <p:txBody>
          <a:bodyPr/>
          <a:lstStyle/>
          <a:p>
            <a:r>
              <a:rPr lang="en-IN" altLang="en-US"/>
              <a:t>Uses ethical principles– basis for moral decision</a:t>
            </a:r>
          </a:p>
          <a:p>
            <a:r>
              <a:rPr lang="en-IN" altLang="en-US"/>
              <a:t>Applies to particular cases– what to do– right thing</a:t>
            </a:r>
          </a:p>
          <a:p>
            <a:r>
              <a:rPr lang="en-IN" altLang="en-US"/>
              <a:t>Present ethics is based of four basic principles</a:t>
            </a:r>
          </a:p>
          <a:p>
            <a:endParaRPr lang="en-I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BA9A292-8306-6EE2-6DDC-A394C3F70BF9}"/>
              </a:ext>
            </a:extLst>
          </p:cNvPr>
          <p:cNvSpPr>
            <a:spLocks noGrp="1"/>
          </p:cNvSpPr>
          <p:nvPr>
            <p:ph type="title"/>
          </p:nvPr>
        </p:nvSpPr>
        <p:spPr/>
        <p:txBody>
          <a:bodyPr/>
          <a:lstStyle/>
          <a:p>
            <a:r>
              <a:rPr lang="en-IN" altLang="en-US"/>
              <a:t>Virtue ethics</a:t>
            </a:r>
          </a:p>
        </p:txBody>
      </p:sp>
      <p:sp>
        <p:nvSpPr>
          <p:cNvPr id="26627" name="Content Placeholder 2">
            <a:extLst>
              <a:ext uri="{FF2B5EF4-FFF2-40B4-BE49-F238E27FC236}">
                <a16:creationId xmlns:a16="http://schemas.microsoft.com/office/drawing/2014/main" id="{E5B4DC93-7160-D513-68B0-AFE3E5B9BAFE}"/>
              </a:ext>
            </a:extLst>
          </p:cNvPr>
          <p:cNvSpPr>
            <a:spLocks noGrp="1"/>
          </p:cNvSpPr>
          <p:nvPr>
            <p:ph idx="1"/>
          </p:nvPr>
        </p:nvSpPr>
        <p:spPr/>
        <p:txBody>
          <a:bodyPr/>
          <a:lstStyle/>
          <a:p>
            <a:r>
              <a:rPr lang="en-IN" altLang="en-US"/>
              <a:t>Virtue is type of moral excellence</a:t>
            </a:r>
          </a:p>
          <a:p>
            <a:r>
              <a:rPr lang="en-IN" altLang="en-US"/>
              <a:t>Focuses less on decision making and more on character of decision making as reflected by their behaviours</a:t>
            </a:r>
          </a:p>
          <a:p>
            <a:r>
              <a:rPr lang="en-IN" altLang="en-US"/>
              <a:t>Honesty, compassion, prudence and dedication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6">
            <a:extLst>
              <a:ext uri="{FF2B5EF4-FFF2-40B4-BE49-F238E27FC236}">
                <a16:creationId xmlns:a16="http://schemas.microsoft.com/office/drawing/2014/main" id="{17470833-B667-38F6-5563-F767183898E8}"/>
              </a:ext>
            </a:extLst>
          </p:cNvPr>
          <p:cNvSpPr>
            <a:spLocks noGrp="1"/>
          </p:cNvSpPr>
          <p:nvPr>
            <p:ph type="title"/>
          </p:nvPr>
        </p:nvSpPr>
        <p:spPr/>
        <p:txBody>
          <a:bodyPr/>
          <a:lstStyle/>
          <a:p>
            <a:pPr eaLnBrk="1" hangingPunct="1"/>
            <a:r>
              <a:rPr lang="en-IN" altLang="en-US"/>
              <a:t>Physician-patient relationship</a:t>
            </a:r>
          </a:p>
        </p:txBody>
      </p:sp>
      <p:sp>
        <p:nvSpPr>
          <p:cNvPr id="27651" name="Content Placeholder 7">
            <a:extLst>
              <a:ext uri="{FF2B5EF4-FFF2-40B4-BE49-F238E27FC236}">
                <a16:creationId xmlns:a16="http://schemas.microsoft.com/office/drawing/2014/main" id="{E39682FE-134C-27D1-95D0-5B2A64C004F2}"/>
              </a:ext>
            </a:extLst>
          </p:cNvPr>
          <p:cNvSpPr>
            <a:spLocks noGrp="1"/>
          </p:cNvSpPr>
          <p:nvPr>
            <p:ph idx="1"/>
          </p:nvPr>
        </p:nvSpPr>
        <p:spPr/>
        <p:txBody>
          <a:bodyPr/>
          <a:lstStyle/>
          <a:p>
            <a:pPr eaLnBrk="1" hangingPunct="1"/>
            <a:r>
              <a:rPr lang="en-IN" altLang="en-US"/>
              <a:t>Respect and equal treatment</a:t>
            </a:r>
          </a:p>
          <a:p>
            <a:pPr eaLnBrk="1" hangingPunct="1"/>
            <a:r>
              <a:rPr lang="en-IN" altLang="en-US"/>
              <a:t>Communication and consent</a:t>
            </a:r>
          </a:p>
          <a:p>
            <a:pPr eaLnBrk="1" hangingPunct="1"/>
            <a:r>
              <a:rPr lang="en-IN" altLang="en-US"/>
              <a:t>Decision making for incompetent patients</a:t>
            </a:r>
          </a:p>
          <a:p>
            <a:pPr eaLnBrk="1" hangingPunct="1"/>
            <a:r>
              <a:rPr lang="en-IN" altLang="en-US"/>
              <a:t>Confidentiality</a:t>
            </a:r>
          </a:p>
          <a:p>
            <a:pPr eaLnBrk="1" hangingPunct="1"/>
            <a:r>
              <a:rPr lang="en-IN" altLang="en-US"/>
              <a:t>Beginning of life issues</a:t>
            </a:r>
          </a:p>
          <a:p>
            <a:pPr eaLnBrk="1" hangingPunct="1"/>
            <a:r>
              <a:rPr lang="en-IN" altLang="en-US"/>
              <a:t>End of life issues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1A7CF2BE-7939-4852-A944-F8D62B94733B}"/>
              </a:ext>
            </a:extLst>
          </p:cNvPr>
          <p:cNvSpPr>
            <a:spLocks noGrp="1"/>
          </p:cNvSpPr>
          <p:nvPr>
            <p:ph type="title"/>
          </p:nvPr>
        </p:nvSpPr>
        <p:spPr/>
        <p:txBody>
          <a:bodyPr/>
          <a:lstStyle/>
          <a:p>
            <a:pPr eaLnBrk="1" hangingPunct="1"/>
            <a:r>
              <a:rPr lang="en-IN" altLang="en-US"/>
              <a:t>Physician and the Society</a:t>
            </a:r>
          </a:p>
        </p:txBody>
      </p:sp>
      <p:sp>
        <p:nvSpPr>
          <p:cNvPr id="29699" name="Content Placeholder 2">
            <a:extLst>
              <a:ext uri="{FF2B5EF4-FFF2-40B4-BE49-F238E27FC236}">
                <a16:creationId xmlns:a16="http://schemas.microsoft.com/office/drawing/2014/main" id="{23F66E2A-5343-B8C0-9B87-75C4D6218EE0}"/>
              </a:ext>
            </a:extLst>
          </p:cNvPr>
          <p:cNvSpPr>
            <a:spLocks noGrp="1"/>
          </p:cNvSpPr>
          <p:nvPr>
            <p:ph idx="1"/>
          </p:nvPr>
        </p:nvSpPr>
        <p:spPr/>
        <p:txBody>
          <a:bodyPr/>
          <a:lstStyle/>
          <a:p>
            <a:pPr eaLnBrk="1" hangingPunct="1"/>
            <a:r>
              <a:rPr lang="en-IN" altLang="en-US"/>
              <a:t>Dual loyalty</a:t>
            </a:r>
          </a:p>
          <a:p>
            <a:pPr eaLnBrk="1" hangingPunct="1"/>
            <a:r>
              <a:rPr lang="en-IN" altLang="en-US"/>
              <a:t>Resource allocation</a:t>
            </a:r>
          </a:p>
          <a:p>
            <a:pPr eaLnBrk="1" hangingPunct="1"/>
            <a:r>
              <a:rPr lang="en-IN" altLang="en-US"/>
              <a:t>Public health</a:t>
            </a:r>
          </a:p>
          <a:p>
            <a:pPr eaLnBrk="1" hangingPunct="1"/>
            <a:r>
              <a:rPr lang="en-IN" altLang="en-US"/>
              <a:t>Global health</a:t>
            </a:r>
          </a:p>
          <a:p>
            <a:pPr eaLnBrk="1" hangingPunct="1"/>
            <a:endParaRPr lang="en-IN" altLang="en-US"/>
          </a:p>
          <a:p>
            <a:pPr eaLnBrk="1" hangingPunct="1"/>
            <a:endParaRPr lang="en-I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989EC6B-E8E4-4296-AA3D-665DEAEF003D}"/>
              </a:ext>
            </a:extLst>
          </p:cNvPr>
          <p:cNvSpPr>
            <a:spLocks noGrp="1"/>
          </p:cNvSpPr>
          <p:nvPr>
            <p:ph type="title"/>
          </p:nvPr>
        </p:nvSpPr>
        <p:spPr/>
        <p:txBody>
          <a:bodyPr/>
          <a:lstStyle/>
          <a:p>
            <a:pPr eaLnBrk="1" hangingPunct="1"/>
            <a:r>
              <a:rPr lang="en-IN" altLang="en-US"/>
              <a:t>Physicians and colleagues</a:t>
            </a:r>
          </a:p>
        </p:txBody>
      </p:sp>
      <p:sp>
        <p:nvSpPr>
          <p:cNvPr id="30723" name="Content Placeholder 2">
            <a:extLst>
              <a:ext uri="{FF2B5EF4-FFF2-40B4-BE49-F238E27FC236}">
                <a16:creationId xmlns:a16="http://schemas.microsoft.com/office/drawing/2014/main" id="{5AE2B559-2857-D3DE-27EB-A11E7417791B}"/>
              </a:ext>
            </a:extLst>
          </p:cNvPr>
          <p:cNvSpPr>
            <a:spLocks noGrp="1"/>
          </p:cNvSpPr>
          <p:nvPr>
            <p:ph idx="1"/>
          </p:nvPr>
        </p:nvSpPr>
        <p:spPr/>
        <p:txBody>
          <a:bodyPr/>
          <a:lstStyle/>
          <a:p>
            <a:pPr eaLnBrk="1" hangingPunct="1"/>
            <a:r>
              <a:rPr lang="en-IN" altLang="en-US"/>
              <a:t>Relationship with physician colleagues, teachers and students</a:t>
            </a:r>
          </a:p>
          <a:p>
            <a:pPr eaLnBrk="1" hangingPunct="1"/>
            <a:r>
              <a:rPr lang="en-IN" altLang="en-US"/>
              <a:t>Reporting unsafe/ unethical practices</a:t>
            </a:r>
          </a:p>
          <a:p>
            <a:pPr eaLnBrk="1" hangingPunct="1"/>
            <a:r>
              <a:rPr lang="en-IN" altLang="en-US"/>
              <a:t>Relationship with other health professionals</a:t>
            </a:r>
          </a:p>
          <a:p>
            <a:pPr eaLnBrk="1" hangingPunct="1"/>
            <a:r>
              <a:rPr lang="en-IN" altLang="en-US"/>
              <a:t>Cooperation</a:t>
            </a:r>
          </a:p>
          <a:p>
            <a:pPr eaLnBrk="1" hangingPunct="1"/>
            <a:r>
              <a:rPr lang="en-IN" altLang="en-US"/>
              <a:t>Conflict resolution</a:t>
            </a:r>
          </a:p>
          <a:p>
            <a:pPr eaLnBrk="1" hangingPunct="1"/>
            <a:endParaRPr lang="en-I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E72C033-5C00-CADC-14AA-01C30B850989}"/>
              </a:ext>
            </a:extLst>
          </p:cNvPr>
          <p:cNvSpPr>
            <a:spLocks noGrp="1"/>
          </p:cNvSpPr>
          <p:nvPr>
            <p:ph type="title"/>
          </p:nvPr>
        </p:nvSpPr>
        <p:spPr>
          <a:xfrm>
            <a:off x="1258888" y="1989138"/>
            <a:ext cx="8208962" cy="1362075"/>
          </a:xfrm>
        </p:spPr>
        <p:txBody>
          <a:bodyPr/>
          <a:lstStyle/>
          <a:p>
            <a:pPr eaLnBrk="1" hangingPunct="1">
              <a:defRPr/>
            </a:pPr>
            <a:r>
              <a:rPr lang="en-IN" dirty="0"/>
              <a:t>Ethics in medical research</a:t>
            </a:r>
          </a:p>
        </p:txBody>
      </p:sp>
      <p:sp>
        <p:nvSpPr>
          <p:cNvPr id="31747" name="Text Placeholder 8">
            <a:extLst>
              <a:ext uri="{FF2B5EF4-FFF2-40B4-BE49-F238E27FC236}">
                <a16:creationId xmlns:a16="http://schemas.microsoft.com/office/drawing/2014/main" id="{FD696C42-EABB-0719-BA35-607D2D544D68}"/>
              </a:ext>
            </a:extLst>
          </p:cNvPr>
          <p:cNvSpPr>
            <a:spLocks noGrp="1"/>
          </p:cNvSpPr>
          <p:nvPr>
            <p:ph type="body" idx="1"/>
          </p:nvPr>
        </p:nvSpPr>
        <p:spPr/>
        <p:txBody>
          <a:bodyPr/>
          <a:lstStyle/>
          <a:p>
            <a:pPr eaLnBrk="1" hangingPunct="1"/>
            <a:endParaRPr lang="en-I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
            <a:extLst>
              <a:ext uri="{FF2B5EF4-FFF2-40B4-BE49-F238E27FC236}">
                <a16:creationId xmlns:a16="http://schemas.microsoft.com/office/drawing/2014/main" id="{5635F0BA-0CD4-3092-8377-DF67087C13BC}"/>
              </a:ext>
            </a:extLst>
          </p:cNvPr>
          <p:cNvSpPr>
            <a:spLocks noGrp="1"/>
          </p:cNvSpPr>
          <p:nvPr>
            <p:ph type="title"/>
          </p:nvPr>
        </p:nvSpPr>
        <p:spPr/>
        <p:txBody>
          <a:bodyPr/>
          <a:lstStyle/>
          <a:p>
            <a:pPr eaLnBrk="1" hangingPunct="1"/>
            <a:r>
              <a:rPr lang="en-IN" altLang="en-US"/>
              <a:t>Introduction</a:t>
            </a:r>
          </a:p>
        </p:txBody>
      </p:sp>
      <p:sp>
        <p:nvSpPr>
          <p:cNvPr id="32771" name="Content Placeholder 4">
            <a:extLst>
              <a:ext uri="{FF2B5EF4-FFF2-40B4-BE49-F238E27FC236}">
                <a16:creationId xmlns:a16="http://schemas.microsoft.com/office/drawing/2014/main" id="{7DA25B73-6E04-E836-2CC0-F31C0ABC3141}"/>
              </a:ext>
            </a:extLst>
          </p:cNvPr>
          <p:cNvSpPr>
            <a:spLocks noGrp="1"/>
          </p:cNvSpPr>
          <p:nvPr>
            <p:ph idx="1"/>
          </p:nvPr>
        </p:nvSpPr>
        <p:spPr/>
        <p:txBody>
          <a:bodyPr/>
          <a:lstStyle/>
          <a:p>
            <a:pPr eaLnBrk="1" hangingPunct="1"/>
            <a:r>
              <a:rPr lang="en-IN" altLang="en-US"/>
              <a:t>Goal of clinical research—Generation of useful knowledge about human health and illness</a:t>
            </a:r>
          </a:p>
          <a:p>
            <a:pPr eaLnBrk="1" hangingPunct="1"/>
            <a:r>
              <a:rPr lang="en-IN" altLang="en-US"/>
              <a:t>Kantian ethics—We should treat people as ends, never as means/ subjects and never simply as objects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25C7A547-2A98-1D0C-DE9E-3D1CAAE7A618}"/>
              </a:ext>
            </a:extLst>
          </p:cNvPr>
          <p:cNvSpPr>
            <a:spLocks noGrp="1"/>
          </p:cNvSpPr>
          <p:nvPr>
            <p:ph type="title"/>
          </p:nvPr>
        </p:nvSpPr>
        <p:spPr/>
        <p:txBody>
          <a:bodyPr/>
          <a:lstStyle/>
          <a:p>
            <a:pPr eaLnBrk="1" hangingPunct="1"/>
            <a:r>
              <a:rPr lang="en-IN" altLang="en-US"/>
              <a:t>General guidelines as per ICMR</a:t>
            </a:r>
          </a:p>
        </p:txBody>
      </p:sp>
      <p:sp>
        <p:nvSpPr>
          <p:cNvPr id="3" name="Content Placeholder 2">
            <a:extLst>
              <a:ext uri="{FF2B5EF4-FFF2-40B4-BE49-F238E27FC236}">
                <a16:creationId xmlns:a16="http://schemas.microsoft.com/office/drawing/2014/main" id="{EAED4F79-1E31-1E08-2509-9789E96F2093}"/>
              </a:ext>
            </a:extLst>
          </p:cNvPr>
          <p:cNvSpPr>
            <a:spLocks noGrp="1"/>
          </p:cNvSpPr>
          <p:nvPr>
            <p:ph idx="1"/>
          </p:nvPr>
        </p:nvSpPr>
        <p:spPr/>
        <p:txBody>
          <a:bodyPr/>
          <a:lstStyle/>
          <a:p>
            <a:pPr eaLnBrk="1" hangingPunct="1">
              <a:defRPr/>
            </a:pPr>
            <a:r>
              <a:rPr lang="en-IN" sz="2600" dirty="0"/>
              <a:t>The </a:t>
            </a:r>
            <a:r>
              <a:rPr lang="en-IN" sz="2600" u="sng" dirty="0">
                <a:solidFill>
                  <a:schemeClr val="accent6">
                    <a:lumMod val="75000"/>
                  </a:schemeClr>
                </a:solidFill>
              </a:rPr>
              <a:t>purpose</a:t>
            </a:r>
            <a:r>
              <a:rPr lang="en-IN" sz="2600" dirty="0"/>
              <a:t> of such research is that it should be directed towards the increase of knowledge about the human condition and such research should be betterment of all</a:t>
            </a:r>
          </a:p>
          <a:p>
            <a:pPr eaLnBrk="1" hangingPunct="1">
              <a:defRPr/>
            </a:pPr>
            <a:r>
              <a:rPr lang="en-IN" sz="2600" dirty="0"/>
              <a:t>Conducted under the </a:t>
            </a:r>
            <a:r>
              <a:rPr lang="en-IN" sz="2600" u="sng" dirty="0">
                <a:solidFill>
                  <a:schemeClr val="accent6">
                    <a:lumMod val="75000"/>
                  </a:schemeClr>
                </a:solidFill>
              </a:rPr>
              <a:t>conditions</a:t>
            </a:r>
            <a:r>
              <a:rPr lang="en-IN" sz="2600" dirty="0"/>
              <a:t> that no person/s become mere means for betterment of others conducive to and consistent with their dignity and well being under professional fair treatment and transparency</a:t>
            </a:r>
          </a:p>
          <a:p>
            <a:pPr eaLnBrk="1" hangingPunct="1">
              <a:defRPr/>
            </a:pPr>
            <a:r>
              <a:rPr lang="en-IN" sz="2600" dirty="0"/>
              <a:t>Subjected to regime of </a:t>
            </a:r>
            <a:r>
              <a:rPr lang="en-IN" sz="2600" u="sng" dirty="0">
                <a:solidFill>
                  <a:schemeClr val="accent6">
                    <a:lumMod val="75000"/>
                  </a:schemeClr>
                </a:solidFill>
              </a:rPr>
              <a:t>evaluation</a:t>
            </a:r>
            <a:r>
              <a:rPr lang="en-IN" sz="2600" dirty="0"/>
              <a:t> at all stages of the proposal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EB38E7E9-0A50-8458-9D23-D94934FB6070}"/>
              </a:ext>
            </a:extLst>
          </p:cNvPr>
          <p:cNvSpPr>
            <a:spLocks noGrp="1"/>
          </p:cNvSpPr>
          <p:nvPr>
            <p:ph type="title"/>
          </p:nvPr>
        </p:nvSpPr>
        <p:spPr/>
        <p:txBody>
          <a:bodyPr/>
          <a:lstStyle/>
          <a:p>
            <a:pPr eaLnBrk="1" hangingPunct="1"/>
            <a:r>
              <a:rPr lang="en-IN" altLang="en-US"/>
              <a:t>General principles</a:t>
            </a:r>
          </a:p>
        </p:txBody>
      </p:sp>
      <p:sp>
        <p:nvSpPr>
          <p:cNvPr id="34819" name="Content Placeholder 2">
            <a:extLst>
              <a:ext uri="{FF2B5EF4-FFF2-40B4-BE49-F238E27FC236}">
                <a16:creationId xmlns:a16="http://schemas.microsoft.com/office/drawing/2014/main" id="{6BF17724-CA92-F54A-D310-5AAB5DBC6237}"/>
              </a:ext>
            </a:extLst>
          </p:cNvPr>
          <p:cNvSpPr>
            <a:spLocks noGrp="1"/>
          </p:cNvSpPr>
          <p:nvPr>
            <p:ph idx="1"/>
          </p:nvPr>
        </p:nvSpPr>
        <p:spPr/>
        <p:txBody>
          <a:bodyPr/>
          <a:lstStyle/>
          <a:p>
            <a:pPr eaLnBrk="1" hangingPunct="1"/>
            <a:r>
              <a:rPr lang="en-IN" altLang="en-US"/>
              <a:t>Essentiality</a:t>
            </a:r>
          </a:p>
          <a:p>
            <a:pPr eaLnBrk="1" hangingPunct="1"/>
            <a:r>
              <a:rPr lang="en-IN" altLang="en-US"/>
              <a:t>Voluntariness, informed consent and community agreement</a:t>
            </a:r>
          </a:p>
          <a:p>
            <a:pPr eaLnBrk="1" hangingPunct="1"/>
            <a:r>
              <a:rPr lang="en-IN" altLang="en-US"/>
              <a:t>Non-exploitation</a:t>
            </a:r>
          </a:p>
          <a:p>
            <a:pPr eaLnBrk="1" hangingPunct="1"/>
            <a:r>
              <a:rPr lang="en-IN" altLang="en-US"/>
              <a:t>Privacy and confidentiality</a:t>
            </a:r>
          </a:p>
          <a:p>
            <a:pPr eaLnBrk="1" hangingPunct="1"/>
            <a:r>
              <a:rPr lang="en-IN" altLang="en-US"/>
              <a:t>Precaution and risk minimization</a:t>
            </a:r>
          </a:p>
          <a:p>
            <a:pPr eaLnBrk="1" hangingPunct="1"/>
            <a:r>
              <a:rPr lang="en-IN" altLang="en-US"/>
              <a:t>Professional competence</a:t>
            </a:r>
          </a:p>
          <a:p>
            <a:pPr eaLnBrk="1" hangingPunct="1"/>
            <a:endParaRPr lang="en-IN" altLang="en-US"/>
          </a:p>
          <a:p>
            <a:pPr eaLnBrk="1" hangingPunct="1"/>
            <a:endParaRPr lang="en-IN" altLang="en-US"/>
          </a:p>
          <a:p>
            <a:pPr eaLnBrk="1" hangingPunct="1"/>
            <a:endParaRPr lang="en-I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13F4ABA-F397-0348-A711-FA5B9E72D8AE}"/>
              </a:ext>
            </a:extLst>
          </p:cNvPr>
          <p:cNvSpPr>
            <a:spLocks noGrp="1"/>
          </p:cNvSpPr>
          <p:nvPr>
            <p:ph type="title"/>
          </p:nvPr>
        </p:nvSpPr>
        <p:spPr/>
        <p:txBody>
          <a:bodyPr/>
          <a:lstStyle/>
          <a:p>
            <a:pPr eaLnBrk="1" hangingPunct="1"/>
            <a:r>
              <a:rPr lang="en-IN" altLang="en-US"/>
              <a:t>Contd..</a:t>
            </a:r>
          </a:p>
        </p:txBody>
      </p:sp>
      <p:sp>
        <p:nvSpPr>
          <p:cNvPr id="35843" name="Content Placeholder 2">
            <a:extLst>
              <a:ext uri="{FF2B5EF4-FFF2-40B4-BE49-F238E27FC236}">
                <a16:creationId xmlns:a16="http://schemas.microsoft.com/office/drawing/2014/main" id="{F0BC6F79-166F-7028-0259-01B6FB3B1607}"/>
              </a:ext>
            </a:extLst>
          </p:cNvPr>
          <p:cNvSpPr>
            <a:spLocks noGrp="1"/>
          </p:cNvSpPr>
          <p:nvPr>
            <p:ph idx="1"/>
          </p:nvPr>
        </p:nvSpPr>
        <p:spPr/>
        <p:txBody>
          <a:bodyPr/>
          <a:lstStyle/>
          <a:p>
            <a:pPr eaLnBrk="1" hangingPunct="1"/>
            <a:r>
              <a:rPr lang="en-IN" altLang="en-US"/>
              <a:t>Accountability and transparency</a:t>
            </a:r>
          </a:p>
          <a:p>
            <a:pPr eaLnBrk="1" hangingPunct="1"/>
            <a:r>
              <a:rPr lang="en-IN" altLang="en-US"/>
              <a:t>Maximisation of public interest and of distributive justice</a:t>
            </a:r>
          </a:p>
          <a:p>
            <a:pPr eaLnBrk="1" hangingPunct="1"/>
            <a:r>
              <a:rPr lang="en-IN" altLang="en-US"/>
              <a:t>Institutional arrangements</a:t>
            </a:r>
          </a:p>
          <a:p>
            <a:pPr eaLnBrk="1" hangingPunct="1"/>
            <a:r>
              <a:rPr lang="en-IN" altLang="en-US"/>
              <a:t>Public domain</a:t>
            </a:r>
          </a:p>
          <a:p>
            <a:pPr eaLnBrk="1" hangingPunct="1"/>
            <a:r>
              <a:rPr lang="en-IN" altLang="en-US"/>
              <a:t>Totality of responsibility</a:t>
            </a:r>
          </a:p>
          <a:p>
            <a:pPr eaLnBrk="1" hangingPunct="1"/>
            <a:r>
              <a:rPr lang="en-IN" altLang="en-US"/>
              <a:t>Compliance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D3228F51-F0A4-0C19-4164-794C02EF214C}"/>
              </a:ext>
            </a:extLst>
          </p:cNvPr>
          <p:cNvSpPr>
            <a:spLocks noGrp="1"/>
          </p:cNvSpPr>
          <p:nvPr>
            <p:ph type="title"/>
          </p:nvPr>
        </p:nvSpPr>
        <p:spPr/>
        <p:txBody>
          <a:bodyPr/>
          <a:lstStyle/>
          <a:p>
            <a:pPr eaLnBrk="1" hangingPunct="1"/>
            <a:r>
              <a:rPr lang="en-IN" altLang="en-US"/>
              <a:t>Institutional ethics committee-Basic responsibilities</a:t>
            </a:r>
          </a:p>
        </p:txBody>
      </p:sp>
      <p:sp>
        <p:nvSpPr>
          <p:cNvPr id="36867" name="Content Placeholder 2">
            <a:extLst>
              <a:ext uri="{FF2B5EF4-FFF2-40B4-BE49-F238E27FC236}">
                <a16:creationId xmlns:a16="http://schemas.microsoft.com/office/drawing/2014/main" id="{09512FCC-ECF2-416C-532E-05F5489BA238}"/>
              </a:ext>
            </a:extLst>
          </p:cNvPr>
          <p:cNvSpPr>
            <a:spLocks noGrp="1"/>
          </p:cNvSpPr>
          <p:nvPr>
            <p:ph idx="1"/>
          </p:nvPr>
        </p:nvSpPr>
        <p:spPr/>
        <p:txBody>
          <a:bodyPr/>
          <a:lstStyle/>
          <a:p>
            <a:pPr eaLnBrk="1" hangingPunct="1"/>
            <a:r>
              <a:rPr lang="en-IN" altLang="en-US" sz="2800"/>
              <a:t>To protect the dignity, rights and well being of the potential research participants</a:t>
            </a:r>
          </a:p>
          <a:p>
            <a:pPr eaLnBrk="1" hangingPunct="1"/>
            <a:r>
              <a:rPr lang="en-IN" altLang="en-US" sz="2800"/>
              <a:t>To ensure that universal ethical values and international scientific standards are expressed in terms of local community values and customs</a:t>
            </a:r>
          </a:p>
          <a:p>
            <a:pPr eaLnBrk="1" hangingPunct="1"/>
            <a:r>
              <a:rPr lang="en-IN" altLang="en-US" sz="2800"/>
              <a:t>To assist in the development and the education of a research community responsive to local health care requirements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0477F02-EA6C-69D6-4EC2-9637EEA34198}"/>
              </a:ext>
            </a:extLst>
          </p:cNvPr>
          <p:cNvSpPr>
            <a:spLocks noGrp="1"/>
          </p:cNvSpPr>
          <p:nvPr>
            <p:ph type="title"/>
          </p:nvPr>
        </p:nvSpPr>
        <p:spPr/>
        <p:txBody>
          <a:bodyPr/>
          <a:lstStyle/>
          <a:p>
            <a:pPr eaLnBrk="1" hangingPunct="1"/>
            <a:r>
              <a:rPr lang="en-IN" altLang="en-US"/>
              <a:t>Composition</a:t>
            </a:r>
          </a:p>
        </p:txBody>
      </p:sp>
      <p:sp>
        <p:nvSpPr>
          <p:cNvPr id="37891" name="Content Placeholder 2">
            <a:extLst>
              <a:ext uri="{FF2B5EF4-FFF2-40B4-BE49-F238E27FC236}">
                <a16:creationId xmlns:a16="http://schemas.microsoft.com/office/drawing/2014/main" id="{14081B79-B037-7B5C-55F5-685CF3F30EC1}"/>
              </a:ext>
            </a:extLst>
          </p:cNvPr>
          <p:cNvSpPr>
            <a:spLocks noGrp="1"/>
          </p:cNvSpPr>
          <p:nvPr>
            <p:ph idx="1"/>
          </p:nvPr>
        </p:nvSpPr>
        <p:spPr>
          <a:xfrm>
            <a:off x="1524000" y="1557338"/>
            <a:ext cx="7620000" cy="4679950"/>
          </a:xfrm>
        </p:spPr>
        <p:txBody>
          <a:bodyPr/>
          <a:lstStyle/>
          <a:p>
            <a:pPr eaLnBrk="1" hangingPunct="1"/>
            <a:r>
              <a:rPr lang="en-IN" altLang="en-US" sz="3000"/>
              <a:t>Independence and competence are two hallmarks of an IEC</a:t>
            </a:r>
          </a:p>
          <a:p>
            <a:pPr eaLnBrk="1" hangingPunct="1"/>
            <a:r>
              <a:rPr lang="en-IN" altLang="en-US" sz="3000"/>
              <a:t>8-12 members (fairly small)</a:t>
            </a:r>
          </a:p>
          <a:p>
            <a:pPr eaLnBrk="1" hangingPunct="1"/>
            <a:r>
              <a:rPr lang="en-IN" altLang="en-US" sz="3000"/>
              <a:t>Minimum of 5 persons form a quorum</a:t>
            </a:r>
          </a:p>
          <a:p>
            <a:pPr eaLnBrk="1" hangingPunct="1"/>
            <a:r>
              <a:rPr lang="en-IN" altLang="en-US" sz="3000"/>
              <a:t>Chairman—Outside the institution—To maintain the independence</a:t>
            </a:r>
          </a:p>
          <a:p>
            <a:pPr eaLnBrk="1" hangingPunct="1"/>
            <a:r>
              <a:rPr lang="en-IN" altLang="en-US" sz="3000"/>
              <a:t>Member secretary—Should be of same institution</a:t>
            </a:r>
          </a:p>
          <a:p>
            <a:pPr eaLnBrk="1" hangingPunct="1"/>
            <a:r>
              <a:rPr lang="en-IN" altLang="en-US" sz="3000"/>
              <a:t>Others members mixture of Medical/ Non-medical, Scientific and Non scientific persons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18D2853-8A2B-885C-7BD0-4B07E6F94222}"/>
              </a:ext>
            </a:extLst>
          </p:cNvPr>
          <p:cNvSpPr>
            <a:spLocks noGrp="1"/>
          </p:cNvSpPr>
          <p:nvPr>
            <p:ph type="title"/>
          </p:nvPr>
        </p:nvSpPr>
        <p:spPr/>
        <p:txBody>
          <a:bodyPr/>
          <a:lstStyle/>
          <a:p>
            <a:pPr eaLnBrk="1" hangingPunct="1"/>
            <a:r>
              <a:rPr lang="en-IN" altLang="en-US"/>
              <a:t>Contd…</a:t>
            </a:r>
          </a:p>
        </p:txBody>
      </p:sp>
      <p:sp>
        <p:nvSpPr>
          <p:cNvPr id="3" name="Content Placeholder 2">
            <a:extLst>
              <a:ext uri="{FF2B5EF4-FFF2-40B4-BE49-F238E27FC236}">
                <a16:creationId xmlns:a16="http://schemas.microsoft.com/office/drawing/2014/main" id="{AC66F0EC-D50E-34F0-95E4-1207CC4D6AFB}"/>
              </a:ext>
            </a:extLst>
          </p:cNvPr>
          <p:cNvSpPr>
            <a:spLocks noGrp="1"/>
          </p:cNvSpPr>
          <p:nvPr>
            <p:ph idx="1"/>
          </p:nvPr>
        </p:nvSpPr>
        <p:spPr>
          <a:xfrm>
            <a:off x="1331913" y="1700213"/>
            <a:ext cx="7620000" cy="4897437"/>
          </a:xfrm>
        </p:spPr>
        <p:txBody>
          <a:bodyPr/>
          <a:lstStyle/>
          <a:p>
            <a:pPr eaLnBrk="1" hangingPunct="1">
              <a:defRPr/>
            </a:pPr>
            <a:r>
              <a:rPr lang="en-IN" dirty="0"/>
              <a:t>Chairperson</a:t>
            </a:r>
          </a:p>
          <a:p>
            <a:pPr eaLnBrk="1" hangingPunct="1">
              <a:defRPr/>
            </a:pPr>
            <a:r>
              <a:rPr lang="en-IN" u="sng" dirty="0">
                <a:solidFill>
                  <a:schemeClr val="accent6">
                    <a:lumMod val="75000"/>
                  </a:schemeClr>
                </a:solidFill>
              </a:rPr>
              <a:t>One-two persons from basic medical area</a:t>
            </a:r>
          </a:p>
          <a:p>
            <a:pPr eaLnBrk="1" hangingPunct="1">
              <a:defRPr/>
            </a:pPr>
            <a:r>
              <a:rPr lang="en-IN" u="sng" dirty="0">
                <a:solidFill>
                  <a:schemeClr val="accent6">
                    <a:lumMod val="75000"/>
                  </a:schemeClr>
                </a:solidFill>
              </a:rPr>
              <a:t>One-two clinicians from various institutes</a:t>
            </a:r>
          </a:p>
          <a:p>
            <a:pPr eaLnBrk="1" hangingPunct="1">
              <a:defRPr/>
            </a:pPr>
            <a:r>
              <a:rPr lang="en-IN" u="sng" dirty="0">
                <a:solidFill>
                  <a:schemeClr val="accent6">
                    <a:lumMod val="75000"/>
                  </a:schemeClr>
                </a:solidFill>
              </a:rPr>
              <a:t>One legal expert/ retired judge</a:t>
            </a:r>
          </a:p>
          <a:p>
            <a:pPr eaLnBrk="1" hangingPunct="1">
              <a:defRPr/>
            </a:pPr>
            <a:r>
              <a:rPr lang="en-IN" u="sng" dirty="0">
                <a:solidFill>
                  <a:schemeClr val="accent6">
                    <a:lumMod val="75000"/>
                  </a:schemeClr>
                </a:solidFill>
              </a:rPr>
              <a:t>One social scientist/ representative of NGO</a:t>
            </a:r>
          </a:p>
          <a:p>
            <a:pPr eaLnBrk="1" hangingPunct="1">
              <a:defRPr/>
            </a:pPr>
            <a:r>
              <a:rPr lang="en-IN" u="sng" dirty="0">
                <a:solidFill>
                  <a:schemeClr val="accent6">
                    <a:lumMod val="75000"/>
                  </a:schemeClr>
                </a:solidFill>
              </a:rPr>
              <a:t>One philosopher/ ethicist/ Theologian</a:t>
            </a:r>
          </a:p>
          <a:p>
            <a:pPr eaLnBrk="1" hangingPunct="1">
              <a:defRPr/>
            </a:pPr>
            <a:r>
              <a:rPr lang="en-IN" u="sng" dirty="0">
                <a:solidFill>
                  <a:schemeClr val="accent6">
                    <a:lumMod val="75000"/>
                  </a:schemeClr>
                </a:solidFill>
              </a:rPr>
              <a:t>One lay person from the community</a:t>
            </a:r>
          </a:p>
          <a:p>
            <a:pPr eaLnBrk="1" hangingPunct="1">
              <a:defRPr/>
            </a:pPr>
            <a:r>
              <a:rPr lang="en-IN" dirty="0"/>
              <a:t>Member secretary</a:t>
            </a:r>
          </a:p>
          <a:p>
            <a:pPr eaLnBrk="1" hangingPunct="1">
              <a:defRPr/>
            </a:pPr>
            <a:endParaRPr lang="en-IN" dirty="0"/>
          </a:p>
          <a:p>
            <a:pPr eaLnBrk="1" hangingPunct="1">
              <a:defRPr/>
            </a:pP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C179CB10-1B37-4E7F-4076-E319F84BB3D0}"/>
              </a:ext>
            </a:extLst>
          </p:cNvPr>
          <p:cNvSpPr>
            <a:spLocks noGrp="1"/>
          </p:cNvSpPr>
          <p:nvPr>
            <p:ph type="title"/>
          </p:nvPr>
        </p:nvSpPr>
        <p:spPr/>
        <p:txBody>
          <a:bodyPr/>
          <a:lstStyle/>
          <a:p>
            <a:pPr eaLnBrk="1" hangingPunct="1"/>
            <a:r>
              <a:rPr lang="en-IN" altLang="en-US"/>
              <a:t>Concept of Minimum Risk</a:t>
            </a:r>
          </a:p>
        </p:txBody>
      </p:sp>
      <p:sp>
        <p:nvSpPr>
          <p:cNvPr id="39939" name="Content Placeholder 2">
            <a:extLst>
              <a:ext uri="{FF2B5EF4-FFF2-40B4-BE49-F238E27FC236}">
                <a16:creationId xmlns:a16="http://schemas.microsoft.com/office/drawing/2014/main" id="{D7D6522C-F217-DFA5-04E0-FB145142D768}"/>
              </a:ext>
            </a:extLst>
          </p:cNvPr>
          <p:cNvSpPr>
            <a:spLocks noGrp="1"/>
          </p:cNvSpPr>
          <p:nvPr>
            <p:ph idx="1"/>
          </p:nvPr>
        </p:nvSpPr>
        <p:spPr/>
        <p:txBody>
          <a:bodyPr/>
          <a:lstStyle/>
          <a:p>
            <a:pPr eaLnBrk="1" hangingPunct="1"/>
            <a:r>
              <a:rPr lang="en-IN" altLang="en-US"/>
              <a:t>Defined as one which may be anticipated as harm/ discomfort not greater than encountered in routine daily life activities of general population/ during the performance of routine physical/ psychological examination/ tests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A554E221-8F34-885E-3469-7C256AB17738}"/>
              </a:ext>
            </a:extLst>
          </p:cNvPr>
          <p:cNvSpPr>
            <a:spLocks noGrp="1"/>
          </p:cNvSpPr>
          <p:nvPr>
            <p:ph type="title"/>
          </p:nvPr>
        </p:nvSpPr>
        <p:spPr/>
        <p:txBody>
          <a:bodyPr/>
          <a:lstStyle/>
          <a:p>
            <a:pPr eaLnBrk="1" hangingPunct="1"/>
            <a:r>
              <a:rPr lang="en-IN" altLang="en-US"/>
              <a:t>Review procedures—Scrutiny into 3 categories</a:t>
            </a:r>
          </a:p>
        </p:txBody>
      </p:sp>
      <p:sp>
        <p:nvSpPr>
          <p:cNvPr id="40963" name="Content Placeholder 2">
            <a:extLst>
              <a:ext uri="{FF2B5EF4-FFF2-40B4-BE49-F238E27FC236}">
                <a16:creationId xmlns:a16="http://schemas.microsoft.com/office/drawing/2014/main" id="{B287D99C-C144-54ED-B11C-7747B3B4BAEE}"/>
              </a:ext>
            </a:extLst>
          </p:cNvPr>
          <p:cNvSpPr>
            <a:spLocks noGrp="1"/>
          </p:cNvSpPr>
          <p:nvPr>
            <p:ph idx="1"/>
          </p:nvPr>
        </p:nvSpPr>
        <p:spPr/>
        <p:txBody>
          <a:bodyPr/>
          <a:lstStyle/>
          <a:p>
            <a:pPr marL="514350" indent="-514350" eaLnBrk="1" hangingPunct="1">
              <a:buFont typeface="Times New Roman" panose="02020603050405020304" pitchFamily="18" charset="0"/>
              <a:buAutoNum type="arabicPeriod"/>
            </a:pPr>
            <a:r>
              <a:rPr lang="en-IN" altLang="en-US" sz="2600"/>
              <a:t>Exemption from review: which present &lt; than minimal risk ex: research for educational purposes</a:t>
            </a:r>
          </a:p>
          <a:p>
            <a:pPr marL="514350" indent="-514350" eaLnBrk="1" hangingPunct="1">
              <a:buFont typeface="Times New Roman" panose="02020603050405020304" pitchFamily="18" charset="0"/>
              <a:buAutoNum type="arabicPeriod"/>
            </a:pPr>
            <a:r>
              <a:rPr lang="en-IN" altLang="en-US" sz="2600"/>
              <a:t>Expedited review: no more than minimum risk to research participants. Member secretary and chairperson of IEC/ designated member of Committee/ sub committee of IEC—May do this</a:t>
            </a:r>
          </a:p>
          <a:p>
            <a:pPr marL="514350" indent="-514350" eaLnBrk="1" hangingPunct="1">
              <a:buFont typeface="Times New Roman" panose="02020603050405020304" pitchFamily="18" charset="0"/>
              <a:buAutoNum type="arabicPeriod"/>
            </a:pPr>
            <a:r>
              <a:rPr lang="en-IN" altLang="en-US" sz="2600"/>
              <a:t>Full review: &gt; Minimum risk that involve vulnerable population and special groups by all members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99FEB-4C4C-1D8E-DA24-99CE7C8F3550}"/>
              </a:ext>
            </a:extLst>
          </p:cNvPr>
          <p:cNvSpPr>
            <a:spLocks noGrp="1"/>
          </p:cNvSpPr>
          <p:nvPr>
            <p:ph type="title"/>
          </p:nvPr>
        </p:nvSpPr>
        <p:spPr>
          <a:xfrm>
            <a:off x="1600200" y="0"/>
            <a:ext cx="7543800" cy="1143000"/>
          </a:xfrm>
        </p:spPr>
        <p:txBody>
          <a:bodyPr/>
          <a:lstStyle/>
          <a:p>
            <a:pPr>
              <a:defRPr/>
            </a:pPr>
            <a:r>
              <a:rPr lang="en-US" sz="3200" b="1" dirty="0">
                <a:solidFill>
                  <a:schemeClr val="bg1">
                    <a:lumMod val="50000"/>
                  </a:schemeClr>
                </a:solidFill>
              </a:rPr>
              <a:t>INFORMED CONSENT PROCESS</a:t>
            </a:r>
          </a:p>
        </p:txBody>
      </p:sp>
      <p:sp>
        <p:nvSpPr>
          <p:cNvPr id="41987" name="Content Placeholder 2">
            <a:extLst>
              <a:ext uri="{FF2B5EF4-FFF2-40B4-BE49-F238E27FC236}">
                <a16:creationId xmlns:a16="http://schemas.microsoft.com/office/drawing/2014/main" id="{7C2905C7-4216-87AE-D8F6-304A3C5807E8}"/>
              </a:ext>
            </a:extLst>
          </p:cNvPr>
          <p:cNvSpPr>
            <a:spLocks noGrp="1"/>
          </p:cNvSpPr>
          <p:nvPr>
            <p:ph idx="1"/>
          </p:nvPr>
        </p:nvSpPr>
        <p:spPr>
          <a:xfrm>
            <a:off x="1676400" y="1219200"/>
            <a:ext cx="7010400" cy="5257800"/>
          </a:xfrm>
        </p:spPr>
        <p:txBody>
          <a:bodyPr/>
          <a:lstStyle/>
          <a:p>
            <a:r>
              <a:rPr lang="en-US" altLang="en-US" sz="2800"/>
              <a:t>Adequate information about the research is given in a simple and easily understandable unambiguous language in a document known as the </a:t>
            </a:r>
            <a:r>
              <a:rPr lang="en-US" altLang="en-US" sz="2800" b="1"/>
              <a:t>Informed Consent Form with Participant/ Patient Information Sheet</a:t>
            </a:r>
            <a:r>
              <a:rPr lang="en-US" altLang="en-US" b="1"/>
              <a:t>.</a:t>
            </a:r>
            <a:endParaRPr lang="en-US" altLang="en-US"/>
          </a:p>
        </p:txBody>
      </p:sp>
      <p:sp>
        <p:nvSpPr>
          <p:cNvPr id="41988" name="Slide Number Placeholder 3">
            <a:extLst>
              <a:ext uri="{FF2B5EF4-FFF2-40B4-BE49-F238E27FC236}">
                <a16:creationId xmlns:a16="http://schemas.microsoft.com/office/drawing/2014/main" id="{D2DC9ED3-7545-8DD8-F233-BBB480881F9B}"/>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F18448B-D573-4FC6-A926-19EDDA766C41}" type="slidenum">
              <a:rPr lang="en-US" altLang="en-US" sz="1400"/>
              <a:pPr eaLnBrk="1" hangingPunct="1"/>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9F856F3-3D05-F3D6-8A9C-DD236BB2A876}"/>
              </a:ext>
            </a:extLst>
          </p:cNvPr>
          <p:cNvSpPr>
            <a:spLocks noGrp="1"/>
          </p:cNvSpPr>
          <p:nvPr>
            <p:ph type="title"/>
          </p:nvPr>
        </p:nvSpPr>
        <p:spPr/>
        <p:txBody>
          <a:bodyPr/>
          <a:lstStyle/>
          <a:p>
            <a:r>
              <a:rPr lang="en-US" altLang="en-US" b="1"/>
              <a:t>PATIENT INFORMATION SHEET</a:t>
            </a:r>
          </a:p>
        </p:txBody>
      </p:sp>
      <p:sp>
        <p:nvSpPr>
          <p:cNvPr id="3" name="Content Placeholder 2">
            <a:extLst>
              <a:ext uri="{FF2B5EF4-FFF2-40B4-BE49-F238E27FC236}">
                <a16:creationId xmlns:a16="http://schemas.microsoft.com/office/drawing/2014/main" id="{E67C48D0-073E-CDF2-85D6-203BA79C16EF}"/>
              </a:ext>
            </a:extLst>
          </p:cNvPr>
          <p:cNvSpPr>
            <a:spLocks noGrp="1"/>
          </p:cNvSpPr>
          <p:nvPr>
            <p:ph idx="1"/>
          </p:nvPr>
        </p:nvSpPr>
        <p:spPr/>
        <p:txBody>
          <a:bodyPr>
            <a:normAutofit fontScale="85000" lnSpcReduction="20000"/>
          </a:bodyPr>
          <a:lstStyle/>
          <a:p>
            <a:pPr>
              <a:defRPr/>
            </a:pPr>
            <a:r>
              <a:rPr lang="en-US" dirty="0"/>
              <a:t>Nature and purpose of study stating it as research</a:t>
            </a:r>
          </a:p>
          <a:p>
            <a:pPr>
              <a:defRPr/>
            </a:pPr>
            <a:r>
              <a:rPr lang="en-US" dirty="0"/>
              <a:t>Duration of participation with number of participants</a:t>
            </a:r>
          </a:p>
          <a:p>
            <a:pPr>
              <a:defRPr/>
            </a:pPr>
            <a:r>
              <a:rPr lang="en-US" dirty="0"/>
              <a:t>Procedures to be followed</a:t>
            </a:r>
          </a:p>
          <a:p>
            <a:pPr>
              <a:defRPr/>
            </a:pPr>
            <a:r>
              <a:rPr lang="en-US" dirty="0"/>
              <a:t>Investigations, if any, to be performed</a:t>
            </a:r>
          </a:p>
          <a:p>
            <a:pPr>
              <a:defRPr/>
            </a:pPr>
            <a:r>
              <a:rPr lang="en-US" dirty="0"/>
              <a:t>Foreseeable risks and discomforts adequately described and whether project involves more than minimal risk</a:t>
            </a:r>
          </a:p>
          <a:p>
            <a:pPr>
              <a:defRPr/>
            </a:pPr>
            <a:r>
              <a:rPr lang="en-US" dirty="0"/>
              <a:t>Benefits to participant, community or medical profession as may be applicable</a:t>
            </a:r>
          </a:p>
          <a:p>
            <a:pPr>
              <a:defRPr/>
            </a:pPr>
            <a:endParaRPr lang="en-US" dirty="0"/>
          </a:p>
        </p:txBody>
      </p:sp>
      <p:sp>
        <p:nvSpPr>
          <p:cNvPr id="43012" name="Slide Number Placeholder 3">
            <a:extLst>
              <a:ext uri="{FF2B5EF4-FFF2-40B4-BE49-F238E27FC236}">
                <a16:creationId xmlns:a16="http://schemas.microsoft.com/office/drawing/2014/main" id="{B1FA9D21-8B0F-E64B-C011-1CCDBBD4ED4F}"/>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F9EA8D5-F302-4076-903F-A0194E5EB05F}" type="slidenum">
              <a:rPr lang="en-US" altLang="en-US" sz="1400"/>
              <a:pPr eaLnBrk="1" hangingPunct="1"/>
              <a:t>40</a:t>
            </a:fld>
            <a:endParaRPr lang="en-US" altLang="en-US" sz="1400"/>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50A2D-4584-5E3D-65C5-B9A85BA35C2B}"/>
              </a:ext>
            </a:extLst>
          </p:cNvPr>
          <p:cNvSpPr>
            <a:spLocks noGrp="1"/>
          </p:cNvSpPr>
          <p:nvPr>
            <p:ph idx="4294967295"/>
          </p:nvPr>
        </p:nvSpPr>
        <p:spPr>
          <a:xfrm>
            <a:off x="1187450" y="260350"/>
            <a:ext cx="7632700" cy="6597650"/>
          </a:xfrm>
        </p:spPr>
        <p:txBody>
          <a:bodyPr>
            <a:normAutofit fontScale="92500" lnSpcReduction="10000"/>
          </a:bodyPr>
          <a:lstStyle/>
          <a:p>
            <a:pPr>
              <a:defRPr/>
            </a:pPr>
            <a:endParaRPr lang="en-US" dirty="0"/>
          </a:p>
          <a:p>
            <a:pPr>
              <a:defRPr/>
            </a:pPr>
            <a:r>
              <a:rPr lang="en-US" dirty="0"/>
              <a:t>Policy on compensation</a:t>
            </a:r>
          </a:p>
          <a:p>
            <a:pPr>
              <a:defRPr/>
            </a:pPr>
            <a:r>
              <a:rPr lang="en-US" dirty="0"/>
              <a:t>Availability of medical treatment for such injuries or risk management</a:t>
            </a:r>
          </a:p>
          <a:p>
            <a:pPr>
              <a:defRPr/>
            </a:pPr>
            <a:r>
              <a:rPr lang="en-US" dirty="0"/>
              <a:t>Alternative treatments if available</a:t>
            </a:r>
          </a:p>
          <a:p>
            <a:pPr>
              <a:defRPr/>
            </a:pPr>
            <a:r>
              <a:rPr lang="en-US" dirty="0"/>
              <a:t>Steps taken for ensuring confidentiality</a:t>
            </a:r>
          </a:p>
          <a:p>
            <a:pPr>
              <a:defRPr/>
            </a:pPr>
            <a:r>
              <a:rPr lang="en-US" dirty="0"/>
              <a:t>No loss of benefits on withdrawal</a:t>
            </a:r>
          </a:p>
          <a:p>
            <a:pPr>
              <a:defRPr/>
            </a:pPr>
            <a:r>
              <a:rPr lang="en-US" dirty="0"/>
              <a:t>Benefit sharing in the event of commercialization</a:t>
            </a:r>
          </a:p>
          <a:p>
            <a:pPr>
              <a:defRPr/>
            </a:pPr>
            <a:r>
              <a:rPr lang="en-US" dirty="0"/>
              <a:t>Contact details of PI or local PI/Co-PI in multicentre studies for asking more information related to the research or in case of injury</a:t>
            </a:r>
          </a:p>
          <a:p>
            <a:pPr>
              <a:defRPr/>
            </a:pPr>
            <a:endParaRPr lang="en-US" dirty="0"/>
          </a:p>
          <a:p>
            <a:pPr>
              <a:defRPr/>
            </a:pPr>
            <a:endParaRPr lang="en-US" dirty="0"/>
          </a:p>
          <a:p>
            <a:pPr>
              <a:defRPr/>
            </a:pPr>
            <a:endParaRPr lang="en-US" dirty="0"/>
          </a:p>
        </p:txBody>
      </p:sp>
      <p:sp>
        <p:nvSpPr>
          <p:cNvPr id="44035" name="Slide Number Placeholder 3">
            <a:extLst>
              <a:ext uri="{FF2B5EF4-FFF2-40B4-BE49-F238E27FC236}">
                <a16:creationId xmlns:a16="http://schemas.microsoft.com/office/drawing/2014/main" id="{CB556F64-A4CC-A163-B81B-9AD4468E6137}"/>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29D456F-8F3B-4CE9-8CE9-463E7967220E}" type="slidenum">
              <a:rPr lang="en-US" altLang="en-US" sz="1400"/>
              <a:pPr eaLnBrk="1" hangingPunct="1"/>
              <a:t>41</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178BD-63B3-C228-D44A-76AF457EB524}"/>
              </a:ext>
            </a:extLst>
          </p:cNvPr>
          <p:cNvSpPr>
            <a:spLocks noGrp="1"/>
          </p:cNvSpPr>
          <p:nvPr>
            <p:ph idx="4294967295"/>
          </p:nvPr>
        </p:nvSpPr>
        <p:spPr>
          <a:xfrm>
            <a:off x="1331913" y="260350"/>
            <a:ext cx="6948487" cy="6221413"/>
          </a:xfrm>
        </p:spPr>
        <p:txBody>
          <a:bodyPr>
            <a:normAutofit lnSpcReduction="10000"/>
          </a:bodyPr>
          <a:lstStyle/>
          <a:p>
            <a:pPr>
              <a:defRPr/>
            </a:pPr>
            <a:r>
              <a:rPr lang="en-US" dirty="0"/>
              <a:t>Contact details of Chairman of the IEC for appeal against violation of rights</a:t>
            </a:r>
          </a:p>
          <a:p>
            <a:pPr>
              <a:defRPr/>
            </a:pPr>
            <a:r>
              <a:rPr lang="en-US" dirty="0"/>
              <a:t>Voluntary participation</a:t>
            </a:r>
          </a:p>
          <a:p>
            <a:pPr>
              <a:defRPr/>
            </a:pPr>
            <a:r>
              <a:rPr lang="en-US" dirty="0"/>
              <a:t>If test for genetics and HIV is to be done, counseling for consent for testing must be given as per national guidelines</a:t>
            </a:r>
          </a:p>
          <a:p>
            <a:pPr>
              <a:defRPr/>
            </a:pPr>
            <a:r>
              <a:rPr lang="en-US" dirty="0"/>
              <a:t>Storage period of biological sample and related data with choice offered to participant regarding future use of sample, refusal for storage and receipt of its results</a:t>
            </a:r>
          </a:p>
          <a:p>
            <a:pPr>
              <a:defRPr/>
            </a:pPr>
            <a:endParaRPr lang="en-US" dirty="0"/>
          </a:p>
          <a:p>
            <a:pPr>
              <a:defRPr/>
            </a:pPr>
            <a:endParaRPr lang="en-US" dirty="0"/>
          </a:p>
        </p:txBody>
      </p:sp>
      <p:sp>
        <p:nvSpPr>
          <p:cNvPr id="45059" name="Slide Number Placeholder 3">
            <a:extLst>
              <a:ext uri="{FF2B5EF4-FFF2-40B4-BE49-F238E27FC236}">
                <a16:creationId xmlns:a16="http://schemas.microsoft.com/office/drawing/2014/main" id="{B63A9241-FFE0-24E4-32FA-C7BFA768CD37}"/>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8C02BCC-5895-44EE-917D-427C7388446B}" type="slidenum">
              <a:rPr lang="en-US" altLang="en-US" sz="1400"/>
              <a:pPr eaLnBrk="1" hangingPunct="1"/>
              <a:t>42</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4">
            <a:extLst>
              <a:ext uri="{FF2B5EF4-FFF2-40B4-BE49-F238E27FC236}">
                <a16:creationId xmlns:a16="http://schemas.microsoft.com/office/drawing/2014/main" id="{3F8CEEF8-64C9-2E68-10DD-6736E93D5CBF}"/>
              </a:ext>
            </a:extLst>
          </p:cNvPr>
          <p:cNvSpPr>
            <a:spLocks noGrp="1"/>
          </p:cNvSpPr>
          <p:nvPr>
            <p:ph type="title"/>
          </p:nvPr>
        </p:nvSpPr>
        <p:spPr/>
        <p:txBody>
          <a:bodyPr/>
          <a:lstStyle/>
          <a:p>
            <a:r>
              <a:rPr lang="en-IN" altLang="en-US"/>
              <a:t>Some important issues</a:t>
            </a:r>
          </a:p>
        </p:txBody>
      </p:sp>
      <p:sp>
        <p:nvSpPr>
          <p:cNvPr id="46083" name="Slide Number Placeholder 3">
            <a:extLst>
              <a:ext uri="{FF2B5EF4-FFF2-40B4-BE49-F238E27FC236}">
                <a16:creationId xmlns:a16="http://schemas.microsoft.com/office/drawing/2014/main" id="{5FDDAC5A-6247-2EFA-08F2-3234C65C2C54}"/>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7F3D69D-8A19-413E-8AE3-2C504E0EF304}" type="slidenum">
              <a:rPr lang="en-US" altLang="en-US" sz="1400"/>
              <a:pPr eaLnBrk="1" hangingPunct="1"/>
              <a:t>43</a:t>
            </a:fld>
            <a:endParaRPr lang="en-US" altLang="en-US" sz="1400"/>
          </a:p>
        </p:txBody>
      </p:sp>
      <p:sp>
        <p:nvSpPr>
          <p:cNvPr id="3" name="Content Placeholder 2">
            <a:extLst>
              <a:ext uri="{FF2B5EF4-FFF2-40B4-BE49-F238E27FC236}">
                <a16:creationId xmlns:a16="http://schemas.microsoft.com/office/drawing/2014/main" id="{255BFD8C-3D7D-DA29-ACD4-9D83ECE70DC7}"/>
              </a:ext>
            </a:extLst>
          </p:cNvPr>
          <p:cNvSpPr>
            <a:spLocks noGrp="1"/>
          </p:cNvSpPr>
          <p:nvPr>
            <p:ph idx="4294967295"/>
          </p:nvPr>
        </p:nvSpPr>
        <p:spPr>
          <a:xfrm>
            <a:off x="1524000" y="1628800"/>
            <a:ext cx="7620000" cy="4467200"/>
          </a:xfrm>
          <a:ln w="12700" cap="sq">
            <a:miter lim="800000"/>
            <a:headEnd type="none" w="sm" len="sm"/>
            <a:tailEnd type="none" w="sm" len="sm"/>
          </a:ln>
        </p:spPr>
        <p:txBody>
          <a:bodyPr>
            <a:normAutofit fontScale="92500" lnSpcReduction="10000"/>
          </a:bodyPr>
          <a:lstStyle/>
          <a:p>
            <a:pPr>
              <a:defRPr/>
            </a:pPr>
            <a:r>
              <a:rPr lang="en-US" dirty="0"/>
              <a:t>Conflict on interest</a:t>
            </a:r>
          </a:p>
          <a:p>
            <a:pPr>
              <a:defRPr/>
            </a:pPr>
            <a:r>
              <a:rPr lang="en-US" dirty="0"/>
              <a:t>Selection of special groups as research participants—Pregnant women, children and vulnerable groups</a:t>
            </a:r>
          </a:p>
          <a:p>
            <a:pPr>
              <a:defRPr/>
            </a:pPr>
            <a:r>
              <a:rPr lang="en-US" dirty="0"/>
              <a:t>Compensation for accidental injury</a:t>
            </a:r>
          </a:p>
          <a:p>
            <a:pPr>
              <a:defRPr/>
            </a:pPr>
            <a:r>
              <a:rPr lang="en-US" dirty="0"/>
              <a:t>Post trial access</a:t>
            </a:r>
          </a:p>
          <a:p>
            <a:pPr>
              <a:defRPr/>
            </a:pPr>
            <a:r>
              <a:rPr lang="en-US" dirty="0"/>
              <a:t>Researcher’s relations with the media and publication practices</a:t>
            </a:r>
          </a:p>
          <a:p>
            <a:pPr>
              <a:buFont typeface="Wingdings" panose="05000000000000000000" pitchFamily="2" charset="2"/>
              <a:buNone/>
              <a:defRPr/>
            </a:pP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47440AF6-2774-5977-BBCC-66500A35F30C}"/>
              </a:ext>
            </a:extLst>
          </p:cNvPr>
          <p:cNvSpPr>
            <a:spLocks noGrp="1"/>
          </p:cNvSpPr>
          <p:nvPr>
            <p:ph type="title"/>
          </p:nvPr>
        </p:nvSpPr>
        <p:spPr/>
        <p:txBody>
          <a:bodyPr/>
          <a:lstStyle/>
          <a:p>
            <a:r>
              <a:rPr lang="en-IN" altLang="en-US"/>
              <a:t>References</a:t>
            </a:r>
          </a:p>
        </p:txBody>
      </p:sp>
      <p:sp>
        <p:nvSpPr>
          <p:cNvPr id="47107" name="Content Placeholder 2">
            <a:extLst>
              <a:ext uri="{FF2B5EF4-FFF2-40B4-BE49-F238E27FC236}">
                <a16:creationId xmlns:a16="http://schemas.microsoft.com/office/drawing/2014/main" id="{E7690A58-DCE2-6E41-0176-7653B08E7AB7}"/>
              </a:ext>
            </a:extLst>
          </p:cNvPr>
          <p:cNvSpPr>
            <a:spLocks noGrp="1"/>
          </p:cNvSpPr>
          <p:nvPr>
            <p:ph idx="1"/>
          </p:nvPr>
        </p:nvSpPr>
        <p:spPr>
          <a:xfrm>
            <a:off x="1524000" y="1628775"/>
            <a:ext cx="7620000" cy="4114800"/>
          </a:xfrm>
        </p:spPr>
        <p:txBody>
          <a:bodyPr/>
          <a:lstStyle/>
          <a:p>
            <a:r>
              <a:rPr lang="en-IN" altLang="en-US" sz="2400"/>
              <a:t>Sravabutanam SS, Hridaya A. Medical ethics in india. 1988;2:145–9. </a:t>
            </a:r>
          </a:p>
          <a:p>
            <a:r>
              <a:rPr lang="en-IN" altLang="en-US" sz="2400"/>
              <a:t>Medical Ethics Manual. 2015. </a:t>
            </a:r>
          </a:p>
          <a:p>
            <a:r>
              <a:rPr lang="en-IN" altLang="en-US" sz="2400"/>
              <a:t>GUIDE TO PROFESSIONAL CONDUCT AND ETHICS. 2009; </a:t>
            </a:r>
          </a:p>
          <a:p>
            <a:r>
              <a:rPr lang="en-IN" altLang="en-US" sz="2400"/>
              <a:t>World Medical Association International Code of Medical Ethics. 1983. </a:t>
            </a:r>
          </a:p>
          <a:p>
            <a:r>
              <a:rPr lang="en-IN" altLang="en-US" sz="2400"/>
              <a:t>Jain A P, Manish Jain. FUNDAMENTAL ISSUES IN MEDICAL ETHICS. 2006. </a:t>
            </a:r>
          </a:p>
          <a:p>
            <a:r>
              <a:rPr lang="en-IN" altLang="en-US" sz="2400"/>
              <a:t>J V Dixit. PRINCIPLES AND PRACTICE OF MEDICAL RESEARCH. 2015. </a:t>
            </a:r>
          </a:p>
          <a:p>
            <a:endParaRPr lang="en-IN"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B6BBAAB-25F8-2502-DEFB-B2A098522436}"/>
              </a:ext>
            </a:extLst>
          </p:cNvPr>
          <p:cNvSpPr>
            <a:spLocks noGrp="1"/>
          </p:cNvSpPr>
          <p:nvPr>
            <p:ph type="title"/>
          </p:nvPr>
        </p:nvSpPr>
        <p:spPr/>
        <p:txBody>
          <a:bodyPr/>
          <a:lstStyle/>
          <a:p>
            <a:endParaRPr lang="en-IN" altLang="en-US"/>
          </a:p>
        </p:txBody>
      </p:sp>
      <p:sp>
        <p:nvSpPr>
          <p:cNvPr id="48131" name="Content Placeholder 2">
            <a:extLst>
              <a:ext uri="{FF2B5EF4-FFF2-40B4-BE49-F238E27FC236}">
                <a16:creationId xmlns:a16="http://schemas.microsoft.com/office/drawing/2014/main" id="{67C96266-7658-B6DB-9CE1-F412F691CD60}"/>
              </a:ext>
            </a:extLst>
          </p:cNvPr>
          <p:cNvSpPr>
            <a:spLocks noGrp="1"/>
          </p:cNvSpPr>
          <p:nvPr>
            <p:ph idx="1"/>
          </p:nvPr>
        </p:nvSpPr>
        <p:spPr>
          <a:xfrm>
            <a:off x="1371600" y="0"/>
            <a:ext cx="7620000" cy="6096000"/>
          </a:xfrm>
        </p:spPr>
        <p:txBody>
          <a:bodyPr/>
          <a:lstStyle/>
          <a:p>
            <a:r>
              <a:rPr lang="en-IN" altLang="en-US" sz="2800"/>
              <a:t>Ethical Principles for Medical Research Involving Human Subjects WMA Declaration of Helsinki Working Group. 2013. </a:t>
            </a:r>
          </a:p>
          <a:p>
            <a:r>
              <a:rPr lang="en-IN" altLang="en-US" sz="2800"/>
              <a:t>ETHICAL GUIDELINES FOR ON HUMAN PARTICIPANTS INDIAN COUNCIL OF MEDICAL RESEARCH. 2006; </a:t>
            </a:r>
          </a:p>
          <a:p>
            <a:r>
              <a:rPr lang="en-IN" altLang="en-US" sz="2800"/>
              <a:t>Guidelines for preparing Standard Operating Procedures ( SOP ) for Institutional Ethics Committee for Human Research. </a:t>
            </a:r>
          </a:p>
          <a:p>
            <a:r>
              <a:rPr lang="en-IN" altLang="en-US" sz="2800"/>
              <a:t>The Nuremberg code. 1949. </a:t>
            </a:r>
          </a:p>
          <a:p>
            <a:r>
              <a:rPr lang="en-IN" altLang="en-US" sz="2800"/>
              <a:t>The Belmont Report. </a:t>
            </a:r>
          </a:p>
          <a:p>
            <a:r>
              <a:rPr lang="en-IN" altLang="en-US" sz="2800"/>
              <a:t>Universal Declaration of Human Rights. </a:t>
            </a:r>
          </a:p>
          <a:p>
            <a:r>
              <a:rPr lang="en-IN" altLang="en-US" sz="2800"/>
              <a:t>Declaration of Geneva. 2006; </a:t>
            </a:r>
          </a:p>
          <a:p>
            <a:endParaRPr lang="en-IN" altLang="en-US" sz="2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CF8577A4-206E-A868-DD26-C6BB1CAB2539}"/>
              </a:ext>
            </a:extLst>
          </p:cNvPr>
          <p:cNvSpPr>
            <a:spLocks noGrp="1"/>
          </p:cNvSpPr>
          <p:nvPr>
            <p:ph type="title"/>
          </p:nvPr>
        </p:nvSpPr>
        <p:spPr/>
        <p:txBody>
          <a:bodyPr/>
          <a:lstStyle/>
          <a:p>
            <a:endParaRPr lang="en-IN" altLang="en-US"/>
          </a:p>
        </p:txBody>
      </p:sp>
      <p:pic>
        <p:nvPicPr>
          <p:cNvPr id="49155" name="Content Placeholder 3" descr="thankyou.png">
            <a:extLst>
              <a:ext uri="{FF2B5EF4-FFF2-40B4-BE49-F238E27FC236}">
                <a16:creationId xmlns:a16="http://schemas.microsoft.com/office/drawing/2014/main" id="{422470E3-A56C-91BD-E998-B482253AE77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331913" y="549275"/>
            <a:ext cx="7272337" cy="5759450"/>
          </a:xfrm>
        </p:spPr>
      </p:pic>
    </p:spTree>
  </p:cSld>
  <p:clrMapOvr>
    <a:masterClrMapping/>
  </p:clrMapOvr>
</p:sld>
</file>

<file path=ppt/theme/theme1.xml><?xml version="1.0" encoding="utf-8"?>
<a:theme xmlns:a="http://schemas.openxmlformats.org/drawingml/2006/main" name="Strategic">
  <a:themeElements>
    <a:clrScheme name="Strategic 2">
      <a:dk1>
        <a:srgbClr val="000000"/>
      </a:dk1>
      <a:lt1>
        <a:srgbClr val="E9E2B6"/>
      </a:lt1>
      <a:dk2>
        <a:srgbClr val="996600"/>
      </a:dk2>
      <a:lt2>
        <a:srgbClr val="786950"/>
      </a:lt2>
      <a:accent1>
        <a:srgbClr val="727DE0"/>
      </a:accent1>
      <a:accent2>
        <a:srgbClr val="D54F41"/>
      </a:accent2>
      <a:accent3>
        <a:srgbClr val="F2EED7"/>
      </a:accent3>
      <a:accent4>
        <a:srgbClr val="000000"/>
      </a:accent4>
      <a:accent5>
        <a:srgbClr val="BCBFED"/>
      </a:accent5>
      <a:accent6>
        <a:srgbClr val="C1473A"/>
      </a:accent6>
      <a:hlink>
        <a:srgbClr val="003300"/>
      </a:hlink>
      <a:folHlink>
        <a:srgbClr val="339933"/>
      </a:folHlink>
    </a:clrScheme>
    <a:fontScheme name="Strategic">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rategic 1">
        <a:dk1>
          <a:srgbClr val="000000"/>
        </a:dk1>
        <a:lt1>
          <a:srgbClr val="EAEAEA"/>
        </a:lt1>
        <a:dk2>
          <a:srgbClr val="819E81"/>
        </a:dk2>
        <a:lt2>
          <a:srgbClr val="FFCC66"/>
        </a:lt2>
        <a:accent1>
          <a:srgbClr val="727DE0"/>
        </a:accent1>
        <a:accent2>
          <a:srgbClr val="D54F41"/>
        </a:accent2>
        <a:accent3>
          <a:srgbClr val="C1CCC1"/>
        </a:accent3>
        <a:accent4>
          <a:srgbClr val="C8C8C8"/>
        </a:accent4>
        <a:accent5>
          <a:srgbClr val="BCBFED"/>
        </a:accent5>
        <a:accent6>
          <a:srgbClr val="C1473A"/>
        </a:accent6>
        <a:hlink>
          <a:srgbClr val="003300"/>
        </a:hlink>
        <a:folHlink>
          <a:srgbClr val="663300"/>
        </a:folHlink>
      </a:clrScheme>
      <a:clrMap bg1="dk2" tx1="lt1" bg2="dk1" tx2="lt2" accent1="accent1" accent2="accent2" accent3="accent3" accent4="accent4" accent5="accent5" accent6="accent6" hlink="hlink" folHlink="folHlink"/>
    </a:extraClrScheme>
    <a:extraClrScheme>
      <a:clrScheme name="Strategic 2">
        <a:dk1>
          <a:srgbClr val="000000"/>
        </a:dk1>
        <a:lt1>
          <a:srgbClr val="E9E2B6"/>
        </a:lt1>
        <a:dk2>
          <a:srgbClr val="996600"/>
        </a:dk2>
        <a:lt2>
          <a:srgbClr val="786950"/>
        </a:lt2>
        <a:accent1>
          <a:srgbClr val="727DE0"/>
        </a:accent1>
        <a:accent2>
          <a:srgbClr val="D54F41"/>
        </a:accent2>
        <a:accent3>
          <a:srgbClr val="F2EED7"/>
        </a:accent3>
        <a:accent4>
          <a:srgbClr val="000000"/>
        </a:accent4>
        <a:accent5>
          <a:srgbClr val="BCBFED"/>
        </a:accent5>
        <a:accent6>
          <a:srgbClr val="C1473A"/>
        </a:accent6>
        <a:hlink>
          <a:srgbClr val="003300"/>
        </a:hlink>
        <a:folHlink>
          <a:srgbClr val="339933"/>
        </a:folHlink>
      </a:clrScheme>
      <a:clrMap bg1="lt1" tx1="dk1" bg2="lt2" tx2="dk2" accent1="accent1" accent2="accent2" accent3="accent3" accent4="accent4" accent5="accent5" accent6="accent6" hlink="hlink" folHlink="folHlink"/>
    </a:extraClrScheme>
    <a:extraClrScheme>
      <a:clrScheme name="Strategic 3">
        <a:dk1>
          <a:srgbClr val="000000"/>
        </a:dk1>
        <a:lt1>
          <a:srgbClr val="FFFFFF"/>
        </a:lt1>
        <a:dk2>
          <a:srgbClr val="000000"/>
        </a:dk2>
        <a:lt2>
          <a:srgbClr val="5F5F5F"/>
        </a:lt2>
        <a:accent1>
          <a:srgbClr val="CBCBCB"/>
        </a:accent1>
        <a:accent2>
          <a:srgbClr val="808080"/>
        </a:accent2>
        <a:accent3>
          <a:srgbClr val="FFFFFF"/>
        </a:accent3>
        <a:accent4>
          <a:srgbClr val="000000"/>
        </a:accent4>
        <a:accent5>
          <a:srgbClr val="E2E2E2"/>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trategic 4">
        <a:dk1>
          <a:srgbClr val="000000"/>
        </a:dk1>
        <a:lt1>
          <a:srgbClr val="EAEAEA"/>
        </a:lt1>
        <a:dk2>
          <a:srgbClr val="BC6262"/>
        </a:dk2>
        <a:lt2>
          <a:srgbClr val="FFCC66"/>
        </a:lt2>
        <a:accent1>
          <a:srgbClr val="727DE0"/>
        </a:accent1>
        <a:accent2>
          <a:srgbClr val="D54F41"/>
        </a:accent2>
        <a:accent3>
          <a:srgbClr val="DAB7B7"/>
        </a:accent3>
        <a:accent4>
          <a:srgbClr val="C8C8C8"/>
        </a:accent4>
        <a:accent5>
          <a:srgbClr val="BCBFED"/>
        </a:accent5>
        <a:accent6>
          <a:srgbClr val="C1473A"/>
        </a:accent6>
        <a:hlink>
          <a:srgbClr val="000066"/>
        </a:hlink>
        <a:folHlink>
          <a:srgbClr val="FFFF99"/>
        </a:folHlink>
      </a:clrScheme>
      <a:clrMap bg1="dk2" tx1="lt1" bg2="dk1" tx2="lt2" accent1="accent1" accent2="accent2" accent3="accent3" accent4="accent4" accent5="accent5" accent6="accent6" hlink="hlink" folHlink="folHlink"/>
    </a:extraClrScheme>
    <a:extraClrScheme>
      <a:clrScheme name="Strategic 5">
        <a:dk1>
          <a:srgbClr val="000000"/>
        </a:dk1>
        <a:lt1>
          <a:srgbClr val="EAEAEA"/>
        </a:lt1>
        <a:dk2>
          <a:srgbClr val="5C74A4"/>
        </a:dk2>
        <a:lt2>
          <a:srgbClr val="FFCC99"/>
        </a:lt2>
        <a:accent1>
          <a:srgbClr val="727DE0"/>
        </a:accent1>
        <a:accent2>
          <a:srgbClr val="D54F41"/>
        </a:accent2>
        <a:accent3>
          <a:srgbClr val="B5BCCF"/>
        </a:accent3>
        <a:accent4>
          <a:srgbClr val="C8C8C8"/>
        </a:accent4>
        <a:accent5>
          <a:srgbClr val="BCBFED"/>
        </a:accent5>
        <a:accent6>
          <a:srgbClr val="C1473A"/>
        </a:accent6>
        <a:hlink>
          <a:srgbClr val="FFFFCC"/>
        </a:hlink>
        <a:folHlink>
          <a:srgbClr val="CC9900"/>
        </a:folHlink>
      </a:clrScheme>
      <a:clrMap bg1="dk2" tx1="lt1" bg2="dk1" tx2="lt2" accent1="accent1" accent2="accent2" accent3="accent3" accent4="accent4" accent5="accent5" accent6="accent6" hlink="hlink" folHlink="folHlink"/>
    </a:extraClrScheme>
    <a:extraClrScheme>
      <a:clrScheme name="Strategic 6">
        <a:dk1>
          <a:srgbClr val="000000"/>
        </a:dk1>
        <a:lt1>
          <a:srgbClr val="EAEAEA"/>
        </a:lt1>
        <a:dk2>
          <a:srgbClr val="996600"/>
        </a:dk2>
        <a:lt2>
          <a:srgbClr val="FFCC99"/>
        </a:lt2>
        <a:accent1>
          <a:srgbClr val="727DE0"/>
        </a:accent1>
        <a:accent2>
          <a:srgbClr val="D54F41"/>
        </a:accent2>
        <a:accent3>
          <a:srgbClr val="CAB8AA"/>
        </a:accent3>
        <a:accent4>
          <a:srgbClr val="C8C8C8"/>
        </a:accent4>
        <a:accent5>
          <a:srgbClr val="BCBFED"/>
        </a:accent5>
        <a:accent6>
          <a:srgbClr val="C1473A"/>
        </a:accent6>
        <a:hlink>
          <a:srgbClr val="99CCFF"/>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Designs\Strategic.pot</Template>
  <TotalTime>830</TotalTime>
  <Words>2421</Words>
  <Application>Microsoft Office PowerPoint</Application>
  <PresentationFormat>On-screen Show (4:3)</PresentationFormat>
  <Paragraphs>309</Paragraphs>
  <Slides>46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Times New Roman</vt:lpstr>
      <vt:lpstr>Wingdings</vt:lpstr>
      <vt:lpstr>Strategic</vt:lpstr>
      <vt:lpstr>Medical Ethics</vt:lpstr>
      <vt:lpstr>Contents</vt:lpstr>
      <vt:lpstr>Definition</vt:lpstr>
      <vt:lpstr>Link between medical ethics, law, profession and human rights</vt:lpstr>
      <vt:lpstr>Why ethics is important ?</vt:lpstr>
      <vt:lpstr>Ethics Vs Morality</vt:lpstr>
      <vt:lpstr>Ethics Vs Morality</vt:lpstr>
      <vt:lpstr>Ethics Vs Laws</vt:lpstr>
      <vt:lpstr>Ethics Vs Laws</vt:lpstr>
      <vt:lpstr>PowerPoint Presentation</vt:lpstr>
      <vt:lpstr>Milestones in evolution of ethics</vt:lpstr>
      <vt:lpstr>PowerPoint Presentation</vt:lpstr>
      <vt:lpstr>Nuremberg Code(voluntariness of consent)</vt:lpstr>
      <vt:lpstr>Belmont report</vt:lpstr>
      <vt:lpstr>Principles of Medical Ethics </vt:lpstr>
      <vt:lpstr>Autonomy(Informed consent and Privacy)</vt:lpstr>
      <vt:lpstr>Beneficence</vt:lpstr>
      <vt:lpstr>Justice</vt:lpstr>
      <vt:lpstr>PowerPoint Presentation</vt:lpstr>
      <vt:lpstr>World Medical Association and its role </vt:lpstr>
      <vt:lpstr>Approach to ethical issues at individual level</vt:lpstr>
      <vt:lpstr>Deonatology</vt:lpstr>
      <vt:lpstr>Consequentialism</vt:lpstr>
      <vt:lpstr>Principlism</vt:lpstr>
      <vt:lpstr>Virtue ethics</vt:lpstr>
      <vt:lpstr>Physician-patient relationship</vt:lpstr>
      <vt:lpstr>Physician and the Society</vt:lpstr>
      <vt:lpstr>Physicians and colleagues</vt:lpstr>
      <vt:lpstr>Ethics in medical research</vt:lpstr>
      <vt:lpstr>Introduction</vt:lpstr>
      <vt:lpstr>General guidelines as per ICMR</vt:lpstr>
      <vt:lpstr>General principles</vt:lpstr>
      <vt:lpstr>Contd..</vt:lpstr>
      <vt:lpstr>Institutional ethics committee-Basic responsibilities</vt:lpstr>
      <vt:lpstr>Composition</vt:lpstr>
      <vt:lpstr>Contd…</vt:lpstr>
      <vt:lpstr>Concept of Minimum Risk</vt:lpstr>
      <vt:lpstr>Review procedures—Scrutiny into 3 categories</vt:lpstr>
      <vt:lpstr>INFORMED CONSENT PROCESS</vt:lpstr>
      <vt:lpstr>PATIENT INFORMATION SHEET</vt:lpstr>
      <vt:lpstr>PowerPoint Presentation</vt:lpstr>
      <vt:lpstr>PowerPoint Presentation</vt:lpstr>
      <vt:lpstr>Some important issues</vt:lpstr>
      <vt:lpstr>References</vt:lpstr>
      <vt:lpstr>PowerPoint Presentation</vt:lpstr>
      <vt:lpstr>PowerPoint Presentation</vt:lpstr>
    </vt:vector>
  </TitlesOfParts>
  <Company>MHRI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Ethics Board Review</dc:title>
  <dc:creator>Robert Crausman</dc:creator>
  <cp:lastModifiedBy>mukul maheshwari</cp:lastModifiedBy>
  <cp:revision>29</cp:revision>
  <dcterms:created xsi:type="dcterms:W3CDTF">2000-05-23T12:36:31Z</dcterms:created>
  <dcterms:modified xsi:type="dcterms:W3CDTF">2024-10-25T18:24:23Z</dcterms:modified>
</cp:coreProperties>
</file>