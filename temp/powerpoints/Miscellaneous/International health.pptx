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5" r:id="rId3"/>
    <p:sldId id="276" r:id="rId4"/>
    <p:sldId id="257" r:id="rId5"/>
    <p:sldId id="278" r:id="rId6"/>
    <p:sldId id="258" r:id="rId7"/>
    <p:sldId id="279" r:id="rId8"/>
    <p:sldId id="277" r:id="rId9"/>
    <p:sldId id="259" r:id="rId10"/>
    <p:sldId id="280" r:id="rId11"/>
    <p:sldId id="260" r:id="rId12"/>
    <p:sldId id="281" r:id="rId13"/>
    <p:sldId id="282" r:id="rId14"/>
    <p:sldId id="261" r:id="rId15"/>
    <p:sldId id="262" r:id="rId16"/>
    <p:sldId id="284" r:id="rId17"/>
    <p:sldId id="263" r:id="rId18"/>
    <p:sldId id="283" r:id="rId19"/>
    <p:sldId id="264" r:id="rId20"/>
    <p:sldId id="265" r:id="rId21"/>
    <p:sldId id="266" r:id="rId22"/>
    <p:sldId id="267" r:id="rId23"/>
    <p:sldId id="269" r:id="rId24"/>
    <p:sldId id="270" r:id="rId25"/>
    <p:sldId id="268" r:id="rId26"/>
    <p:sldId id="272" r:id="rId27"/>
    <p:sldId id="273" r:id="rId28"/>
    <p:sldId id="271" r:id="rId29"/>
    <p:sldId id="27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AD5187-3D4F-49F6-BC80-FD58E640E5CA}" v="111" dt="2025-06-03T07:28:25.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8" autoAdjust="0"/>
    <p:restoredTop sz="94660"/>
  </p:normalViewPr>
  <p:slideViewPr>
    <p:cSldViewPr snapToGrid="0">
      <p:cViewPr varScale="1">
        <p:scale>
          <a:sx n="100" d="100"/>
          <a:sy n="100" d="100"/>
        </p:scale>
        <p:origin x="72"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8903A32E-CEEA-43A4-8CA1-0F37653B330C}"/>
    <pc:docChg chg="modSld">
      <pc:chgData name="mukul maheshwari" userId="12cb43e2ca5f0d2c" providerId="LiveId" clId="{8903A32E-CEEA-43A4-8CA1-0F37653B330C}" dt="2023-10-09T19:34:15.472" v="0" actId="20577"/>
      <pc:docMkLst>
        <pc:docMk/>
      </pc:docMkLst>
      <pc:sldChg chg="modSp mod">
        <pc:chgData name="mukul maheshwari" userId="12cb43e2ca5f0d2c" providerId="LiveId" clId="{8903A32E-CEEA-43A4-8CA1-0F37653B330C}" dt="2023-10-09T19:34:15.472" v="0" actId="20577"/>
        <pc:sldMkLst>
          <pc:docMk/>
          <pc:sldMk cId="1080759048" sldId="274"/>
        </pc:sldMkLst>
      </pc:sldChg>
    </pc:docChg>
  </pc:docChgLst>
  <pc:docChgLst>
    <pc:chgData name="mukul maheshwari" userId="12cb43e2ca5f0d2c" providerId="LiveId" clId="{3CAD5187-3D4F-49F6-BC80-FD58E640E5CA}"/>
    <pc:docChg chg="undo custSel addSld delSld modSld sldOrd">
      <pc:chgData name="mukul maheshwari" userId="12cb43e2ca5f0d2c" providerId="LiveId" clId="{3CAD5187-3D4F-49F6-BC80-FD58E640E5CA}" dt="2025-06-03T07:30:29.755" v="239" actId="27636"/>
      <pc:docMkLst>
        <pc:docMk/>
      </pc:docMkLst>
      <pc:sldChg chg="addSp delSp modSp mod setBg">
        <pc:chgData name="mukul maheshwari" userId="12cb43e2ca5f0d2c" providerId="LiveId" clId="{3CAD5187-3D4F-49F6-BC80-FD58E640E5CA}" dt="2025-06-03T07:03:13.758" v="126" actId="26606"/>
        <pc:sldMkLst>
          <pc:docMk/>
          <pc:sldMk cId="1665084003" sldId="257"/>
        </pc:sldMkLst>
        <pc:spChg chg="mod">
          <ac:chgData name="mukul maheshwari" userId="12cb43e2ca5f0d2c" providerId="LiveId" clId="{3CAD5187-3D4F-49F6-BC80-FD58E640E5CA}" dt="2025-06-03T07:03:13.758" v="126" actId="26606"/>
          <ac:spMkLst>
            <pc:docMk/>
            <pc:sldMk cId="1665084003" sldId="257"/>
            <ac:spMk id="2" creationId="{C05062FC-1B18-1789-77D4-D1154A3D09A6}"/>
          </ac:spMkLst>
        </pc:spChg>
        <pc:spChg chg="mod">
          <ac:chgData name="mukul maheshwari" userId="12cb43e2ca5f0d2c" providerId="LiveId" clId="{3CAD5187-3D4F-49F6-BC80-FD58E640E5CA}" dt="2025-06-03T07:03:13.758" v="126" actId="26606"/>
          <ac:spMkLst>
            <pc:docMk/>
            <pc:sldMk cId="1665084003" sldId="257"/>
            <ac:spMk id="3" creationId="{C31E4FA2-CC6E-C53C-41AB-14CA7525CDA3}"/>
          </ac:spMkLst>
        </pc:spChg>
        <pc:spChg chg="add del">
          <ac:chgData name="mukul maheshwari" userId="12cb43e2ca5f0d2c" providerId="LiveId" clId="{3CAD5187-3D4F-49F6-BC80-FD58E640E5CA}" dt="2025-06-03T07:03:03.757" v="123" actId="26606"/>
          <ac:spMkLst>
            <pc:docMk/>
            <pc:sldMk cId="1665084003" sldId="257"/>
            <ac:spMk id="1031" creationId="{C868C70C-E5C4-CD47-888C-FCB3373B6D38}"/>
          </ac:spMkLst>
        </pc:spChg>
        <pc:spChg chg="add del">
          <ac:chgData name="mukul maheshwari" userId="12cb43e2ca5f0d2c" providerId="LiveId" clId="{3CAD5187-3D4F-49F6-BC80-FD58E640E5CA}" dt="2025-06-03T07:03:03.757" v="123" actId="26606"/>
          <ac:spMkLst>
            <pc:docMk/>
            <pc:sldMk cId="1665084003" sldId="257"/>
            <ac:spMk id="1033" creationId="{D8C68F39-5E8A-844C-A8FD-394F253C1E5F}"/>
          </ac:spMkLst>
        </pc:spChg>
        <pc:spChg chg="add del">
          <ac:chgData name="mukul maheshwari" userId="12cb43e2ca5f0d2c" providerId="LiveId" clId="{3CAD5187-3D4F-49F6-BC80-FD58E640E5CA}" dt="2025-06-03T07:03:03.757" v="123" actId="26606"/>
          <ac:spMkLst>
            <pc:docMk/>
            <pc:sldMk cId="1665084003" sldId="257"/>
            <ac:spMk id="1035" creationId="{BC583CEB-AC2B-2640-94F6-5958E6BC5BAB}"/>
          </ac:spMkLst>
        </pc:spChg>
        <pc:spChg chg="add del">
          <ac:chgData name="mukul maheshwari" userId="12cb43e2ca5f0d2c" providerId="LiveId" clId="{3CAD5187-3D4F-49F6-BC80-FD58E640E5CA}" dt="2025-06-03T07:03:13.738" v="125" actId="26606"/>
          <ac:spMkLst>
            <pc:docMk/>
            <pc:sldMk cId="1665084003" sldId="257"/>
            <ac:spMk id="1037" creationId="{BC583CEB-AC2B-2640-94F6-5958E6BC5BAB}"/>
          </ac:spMkLst>
        </pc:spChg>
        <pc:spChg chg="add del">
          <ac:chgData name="mukul maheshwari" userId="12cb43e2ca5f0d2c" providerId="LiveId" clId="{3CAD5187-3D4F-49F6-BC80-FD58E640E5CA}" dt="2025-06-03T07:03:13.738" v="125" actId="26606"/>
          <ac:spMkLst>
            <pc:docMk/>
            <pc:sldMk cId="1665084003" sldId="257"/>
            <ac:spMk id="1038" creationId="{C868C70C-E5C4-CD47-888C-FCB3373B6D38}"/>
          </ac:spMkLst>
        </pc:spChg>
        <pc:spChg chg="add del">
          <ac:chgData name="mukul maheshwari" userId="12cb43e2ca5f0d2c" providerId="LiveId" clId="{3CAD5187-3D4F-49F6-BC80-FD58E640E5CA}" dt="2025-06-03T07:03:13.738" v="125" actId="26606"/>
          <ac:spMkLst>
            <pc:docMk/>
            <pc:sldMk cId="1665084003" sldId="257"/>
            <ac:spMk id="1039" creationId="{F7C9FD24-3092-E04F-925D-C1183BF54C06}"/>
          </ac:spMkLst>
        </pc:spChg>
        <pc:spChg chg="add del">
          <ac:chgData name="mukul maheshwari" userId="12cb43e2ca5f0d2c" providerId="LiveId" clId="{3CAD5187-3D4F-49F6-BC80-FD58E640E5CA}" dt="2025-06-03T07:03:13.738" v="125" actId="26606"/>
          <ac:spMkLst>
            <pc:docMk/>
            <pc:sldMk cId="1665084003" sldId="257"/>
            <ac:spMk id="1040" creationId="{D8C68F39-5E8A-844C-A8FD-394F253C1E5F}"/>
          </ac:spMkLst>
        </pc:spChg>
        <pc:spChg chg="add">
          <ac:chgData name="mukul maheshwari" userId="12cb43e2ca5f0d2c" providerId="LiveId" clId="{3CAD5187-3D4F-49F6-BC80-FD58E640E5CA}" dt="2025-06-03T07:03:13.758" v="126" actId="26606"/>
          <ac:spMkLst>
            <pc:docMk/>
            <pc:sldMk cId="1665084003" sldId="257"/>
            <ac:spMk id="1042" creationId="{C868C70C-E5C4-CD47-888C-FCB3373B6D38}"/>
          </ac:spMkLst>
        </pc:spChg>
        <pc:spChg chg="add">
          <ac:chgData name="mukul maheshwari" userId="12cb43e2ca5f0d2c" providerId="LiveId" clId="{3CAD5187-3D4F-49F6-BC80-FD58E640E5CA}" dt="2025-06-03T07:03:13.758" v="126" actId="26606"/>
          <ac:spMkLst>
            <pc:docMk/>
            <pc:sldMk cId="1665084003" sldId="257"/>
            <ac:spMk id="1043" creationId="{D8C68F39-5E8A-844C-A8FD-394F253C1E5F}"/>
          </ac:spMkLst>
        </pc:spChg>
        <pc:spChg chg="add">
          <ac:chgData name="mukul maheshwari" userId="12cb43e2ca5f0d2c" providerId="LiveId" clId="{3CAD5187-3D4F-49F6-BC80-FD58E640E5CA}" dt="2025-06-03T07:03:13.758" v="126" actId="26606"/>
          <ac:spMkLst>
            <pc:docMk/>
            <pc:sldMk cId="1665084003" sldId="257"/>
            <ac:spMk id="1044" creationId="{BC583CEB-AC2B-2640-94F6-5958E6BC5BAB}"/>
          </ac:spMkLst>
        </pc:spChg>
        <pc:picChg chg="add mod ord">
          <ac:chgData name="mukul maheshwari" userId="12cb43e2ca5f0d2c" providerId="LiveId" clId="{3CAD5187-3D4F-49F6-BC80-FD58E640E5CA}" dt="2025-06-03T07:03:13.758" v="126" actId="26606"/>
          <ac:picMkLst>
            <pc:docMk/>
            <pc:sldMk cId="1665084003" sldId="257"/>
            <ac:picMk id="1026" creationId="{BE047F38-2D47-5B77-F693-CEA8DDD5E7CA}"/>
          </ac:picMkLst>
        </pc:picChg>
      </pc:sldChg>
      <pc:sldChg chg="addSp modSp mod setBg">
        <pc:chgData name="mukul maheshwari" userId="12cb43e2ca5f0d2c" providerId="LiveId" clId="{3CAD5187-3D4F-49F6-BC80-FD58E640E5CA}" dt="2025-06-03T07:05:30.541" v="139" actId="26606"/>
        <pc:sldMkLst>
          <pc:docMk/>
          <pc:sldMk cId="3814118794" sldId="258"/>
        </pc:sldMkLst>
        <pc:spChg chg="mod">
          <ac:chgData name="mukul maheshwari" userId="12cb43e2ca5f0d2c" providerId="LiveId" clId="{3CAD5187-3D4F-49F6-BC80-FD58E640E5CA}" dt="2025-06-03T07:05:30.541" v="139" actId="26606"/>
          <ac:spMkLst>
            <pc:docMk/>
            <pc:sldMk cId="3814118794" sldId="258"/>
            <ac:spMk id="2" creationId="{E3AB0BF9-18D2-A8A8-D0A5-A820AD0089F5}"/>
          </ac:spMkLst>
        </pc:spChg>
        <pc:spChg chg="mod">
          <ac:chgData name="mukul maheshwari" userId="12cb43e2ca5f0d2c" providerId="LiveId" clId="{3CAD5187-3D4F-49F6-BC80-FD58E640E5CA}" dt="2025-06-03T07:05:30.541" v="139" actId="26606"/>
          <ac:spMkLst>
            <pc:docMk/>
            <pc:sldMk cId="3814118794" sldId="258"/>
            <ac:spMk id="3" creationId="{0B35FF4E-98B6-AAF5-FAE0-74DA7B242751}"/>
          </ac:spMkLst>
        </pc:spChg>
        <pc:spChg chg="add">
          <ac:chgData name="mukul maheshwari" userId="12cb43e2ca5f0d2c" providerId="LiveId" clId="{3CAD5187-3D4F-49F6-BC80-FD58E640E5CA}" dt="2025-06-03T07:05:30.541" v="139" actId="26606"/>
          <ac:spMkLst>
            <pc:docMk/>
            <pc:sldMk cId="3814118794" sldId="258"/>
            <ac:spMk id="10" creationId="{C868C70C-E5C4-CD47-888C-FCB3373B6D38}"/>
          </ac:spMkLst>
        </pc:spChg>
        <pc:spChg chg="add">
          <ac:chgData name="mukul maheshwari" userId="12cb43e2ca5f0d2c" providerId="LiveId" clId="{3CAD5187-3D4F-49F6-BC80-FD58E640E5CA}" dt="2025-06-03T07:05:30.541" v="139" actId="26606"/>
          <ac:spMkLst>
            <pc:docMk/>
            <pc:sldMk cId="3814118794" sldId="258"/>
            <ac:spMk id="12" creationId="{D8C68F39-5E8A-844C-A8FD-394F253C1E5F}"/>
          </ac:spMkLst>
        </pc:spChg>
        <pc:spChg chg="add">
          <ac:chgData name="mukul maheshwari" userId="12cb43e2ca5f0d2c" providerId="LiveId" clId="{3CAD5187-3D4F-49F6-BC80-FD58E640E5CA}" dt="2025-06-03T07:05:30.541" v="139" actId="26606"/>
          <ac:spMkLst>
            <pc:docMk/>
            <pc:sldMk cId="3814118794" sldId="258"/>
            <ac:spMk id="14" creationId="{BC583CEB-AC2B-2640-94F6-5958E6BC5BAB}"/>
          </ac:spMkLst>
        </pc:spChg>
        <pc:picChg chg="add mod">
          <ac:chgData name="mukul maheshwari" userId="12cb43e2ca5f0d2c" providerId="LiveId" clId="{3CAD5187-3D4F-49F6-BC80-FD58E640E5CA}" dt="2025-06-03T07:05:30.541" v="139" actId="26606"/>
          <ac:picMkLst>
            <pc:docMk/>
            <pc:sldMk cId="3814118794" sldId="258"/>
            <ac:picMk id="5" creationId="{DB906993-F5D3-4AD0-6D69-98C354E4638B}"/>
          </ac:picMkLst>
        </pc:picChg>
      </pc:sldChg>
      <pc:sldChg chg="addSp delSp modSp mod setBg">
        <pc:chgData name="mukul maheshwari" userId="12cb43e2ca5f0d2c" providerId="LiveId" clId="{3CAD5187-3D4F-49F6-BC80-FD58E640E5CA}" dt="2025-06-03T07:16:42.689" v="157" actId="27636"/>
        <pc:sldMkLst>
          <pc:docMk/>
          <pc:sldMk cId="957925029" sldId="259"/>
        </pc:sldMkLst>
        <pc:spChg chg="mod">
          <ac:chgData name="mukul maheshwari" userId="12cb43e2ca5f0d2c" providerId="LiveId" clId="{3CAD5187-3D4F-49F6-BC80-FD58E640E5CA}" dt="2025-06-03T07:16:06.420" v="146" actId="26606"/>
          <ac:spMkLst>
            <pc:docMk/>
            <pc:sldMk cId="957925029" sldId="259"/>
            <ac:spMk id="2" creationId="{ED9E5FF9-61B0-9B9B-0596-95307CA0145D}"/>
          </ac:spMkLst>
        </pc:spChg>
        <pc:spChg chg="mod ord">
          <ac:chgData name="mukul maheshwari" userId="12cb43e2ca5f0d2c" providerId="LiveId" clId="{3CAD5187-3D4F-49F6-BC80-FD58E640E5CA}" dt="2025-06-03T07:16:42.689" v="157" actId="27636"/>
          <ac:spMkLst>
            <pc:docMk/>
            <pc:sldMk cId="957925029" sldId="259"/>
            <ac:spMk id="3" creationId="{01E6E930-51EF-BA85-929B-86385393F407}"/>
          </ac:spMkLst>
        </pc:spChg>
        <pc:spChg chg="add del">
          <ac:chgData name="mukul maheshwari" userId="12cb43e2ca5f0d2c" providerId="LiveId" clId="{3CAD5187-3D4F-49F6-BC80-FD58E640E5CA}" dt="2025-06-03T07:16:06.401" v="145" actId="26606"/>
          <ac:spMkLst>
            <pc:docMk/>
            <pc:sldMk cId="957925029" sldId="259"/>
            <ac:spMk id="10" creationId="{C868C70C-E5C4-CD47-888C-FCB3373B6D38}"/>
          </ac:spMkLst>
        </pc:spChg>
        <pc:spChg chg="add del">
          <ac:chgData name="mukul maheshwari" userId="12cb43e2ca5f0d2c" providerId="LiveId" clId="{3CAD5187-3D4F-49F6-BC80-FD58E640E5CA}" dt="2025-06-03T07:16:06.401" v="145" actId="26606"/>
          <ac:spMkLst>
            <pc:docMk/>
            <pc:sldMk cId="957925029" sldId="259"/>
            <ac:spMk id="12" creationId="{D8C68F39-5E8A-844C-A8FD-394F253C1E5F}"/>
          </ac:spMkLst>
        </pc:spChg>
        <pc:spChg chg="add del">
          <ac:chgData name="mukul maheshwari" userId="12cb43e2ca5f0d2c" providerId="LiveId" clId="{3CAD5187-3D4F-49F6-BC80-FD58E640E5CA}" dt="2025-06-03T07:16:06.401" v="145" actId="26606"/>
          <ac:spMkLst>
            <pc:docMk/>
            <pc:sldMk cId="957925029" sldId="259"/>
            <ac:spMk id="14" creationId="{BC583CEB-AC2B-2640-94F6-5958E6BC5BAB}"/>
          </ac:spMkLst>
        </pc:spChg>
        <pc:spChg chg="add">
          <ac:chgData name="mukul maheshwari" userId="12cb43e2ca5f0d2c" providerId="LiveId" clId="{3CAD5187-3D4F-49F6-BC80-FD58E640E5CA}" dt="2025-06-03T07:16:06.420" v="146" actId="26606"/>
          <ac:spMkLst>
            <pc:docMk/>
            <pc:sldMk cId="957925029" sldId="259"/>
            <ac:spMk id="16" creationId="{C868C70C-E5C4-CD47-888C-FCB3373B6D38}"/>
          </ac:spMkLst>
        </pc:spChg>
        <pc:spChg chg="add">
          <ac:chgData name="mukul maheshwari" userId="12cb43e2ca5f0d2c" providerId="LiveId" clId="{3CAD5187-3D4F-49F6-BC80-FD58E640E5CA}" dt="2025-06-03T07:16:06.420" v="146" actId="26606"/>
          <ac:spMkLst>
            <pc:docMk/>
            <pc:sldMk cId="957925029" sldId="259"/>
            <ac:spMk id="17" creationId="{D8C68F39-5E8A-844C-A8FD-394F253C1E5F}"/>
          </ac:spMkLst>
        </pc:spChg>
        <pc:spChg chg="add">
          <ac:chgData name="mukul maheshwari" userId="12cb43e2ca5f0d2c" providerId="LiveId" clId="{3CAD5187-3D4F-49F6-BC80-FD58E640E5CA}" dt="2025-06-03T07:16:06.420" v="146" actId="26606"/>
          <ac:spMkLst>
            <pc:docMk/>
            <pc:sldMk cId="957925029" sldId="259"/>
            <ac:spMk id="18" creationId="{BC583CEB-AC2B-2640-94F6-5958E6BC5BAB}"/>
          </ac:spMkLst>
        </pc:spChg>
        <pc:picChg chg="add mod">
          <ac:chgData name="mukul maheshwari" userId="12cb43e2ca5f0d2c" providerId="LiveId" clId="{3CAD5187-3D4F-49F6-BC80-FD58E640E5CA}" dt="2025-06-03T07:16:06.420" v="146" actId="26606"/>
          <ac:picMkLst>
            <pc:docMk/>
            <pc:sldMk cId="957925029" sldId="259"/>
            <ac:picMk id="5" creationId="{F109B8E4-D618-D4A8-E876-188AA4A7FE38}"/>
          </ac:picMkLst>
        </pc:picChg>
      </pc:sldChg>
      <pc:sldChg chg="addSp delSp modSp mod setBg">
        <pc:chgData name="mukul maheshwari" userId="12cb43e2ca5f0d2c" providerId="LiveId" clId="{3CAD5187-3D4F-49F6-BC80-FD58E640E5CA}" dt="2025-06-03T07:21:49.842" v="177" actId="403"/>
        <pc:sldMkLst>
          <pc:docMk/>
          <pc:sldMk cId="15633685" sldId="260"/>
        </pc:sldMkLst>
        <pc:spChg chg="mod">
          <ac:chgData name="mukul maheshwari" userId="12cb43e2ca5f0d2c" providerId="LiveId" clId="{3CAD5187-3D4F-49F6-BC80-FD58E640E5CA}" dt="2025-06-03T07:21:32.835" v="168" actId="26606"/>
          <ac:spMkLst>
            <pc:docMk/>
            <pc:sldMk cId="15633685" sldId="260"/>
            <ac:spMk id="2" creationId="{4ACF10C9-5DFA-112A-2CFD-48D2A7E348FD}"/>
          </ac:spMkLst>
        </pc:spChg>
        <pc:spChg chg="mod">
          <ac:chgData name="mukul maheshwari" userId="12cb43e2ca5f0d2c" providerId="LiveId" clId="{3CAD5187-3D4F-49F6-BC80-FD58E640E5CA}" dt="2025-06-03T07:21:49.842" v="177" actId="403"/>
          <ac:spMkLst>
            <pc:docMk/>
            <pc:sldMk cId="15633685" sldId="260"/>
            <ac:spMk id="3" creationId="{C1ABA4F0-CA26-28BF-E81D-64AE3C5C898A}"/>
          </ac:spMkLst>
        </pc:spChg>
        <pc:spChg chg="add del">
          <ac:chgData name="mukul maheshwari" userId="12cb43e2ca5f0d2c" providerId="LiveId" clId="{3CAD5187-3D4F-49F6-BC80-FD58E640E5CA}" dt="2025-06-03T07:21:32.826" v="167" actId="26606"/>
          <ac:spMkLst>
            <pc:docMk/>
            <pc:sldMk cId="15633685" sldId="260"/>
            <ac:spMk id="2055" creationId="{C868C70C-E5C4-CD47-888C-FCB3373B6D38}"/>
          </ac:spMkLst>
        </pc:spChg>
        <pc:spChg chg="add del">
          <ac:chgData name="mukul maheshwari" userId="12cb43e2ca5f0d2c" providerId="LiveId" clId="{3CAD5187-3D4F-49F6-BC80-FD58E640E5CA}" dt="2025-06-03T07:21:32.826" v="167" actId="26606"/>
          <ac:spMkLst>
            <pc:docMk/>
            <pc:sldMk cId="15633685" sldId="260"/>
            <ac:spMk id="2057" creationId="{D8C68F39-5E8A-844C-A8FD-394F253C1E5F}"/>
          </ac:spMkLst>
        </pc:spChg>
        <pc:spChg chg="add del">
          <ac:chgData name="mukul maheshwari" userId="12cb43e2ca5f0d2c" providerId="LiveId" clId="{3CAD5187-3D4F-49F6-BC80-FD58E640E5CA}" dt="2025-06-03T07:21:32.826" v="167" actId="26606"/>
          <ac:spMkLst>
            <pc:docMk/>
            <pc:sldMk cId="15633685" sldId="260"/>
            <ac:spMk id="2059" creationId="{BC583CEB-AC2B-2640-94F6-5958E6BC5BAB}"/>
          </ac:spMkLst>
        </pc:spChg>
        <pc:spChg chg="add">
          <ac:chgData name="mukul maheshwari" userId="12cb43e2ca5f0d2c" providerId="LiveId" clId="{3CAD5187-3D4F-49F6-BC80-FD58E640E5CA}" dt="2025-06-03T07:21:32.835" v="168" actId="26606"/>
          <ac:spMkLst>
            <pc:docMk/>
            <pc:sldMk cId="15633685" sldId="260"/>
            <ac:spMk id="2061" creationId="{C868C70C-E5C4-CD47-888C-FCB3373B6D38}"/>
          </ac:spMkLst>
        </pc:spChg>
        <pc:spChg chg="add">
          <ac:chgData name="mukul maheshwari" userId="12cb43e2ca5f0d2c" providerId="LiveId" clId="{3CAD5187-3D4F-49F6-BC80-FD58E640E5CA}" dt="2025-06-03T07:21:32.835" v="168" actId="26606"/>
          <ac:spMkLst>
            <pc:docMk/>
            <pc:sldMk cId="15633685" sldId="260"/>
            <ac:spMk id="2062" creationId="{D8C68F39-5E8A-844C-A8FD-394F253C1E5F}"/>
          </ac:spMkLst>
        </pc:spChg>
        <pc:spChg chg="add">
          <ac:chgData name="mukul maheshwari" userId="12cb43e2ca5f0d2c" providerId="LiveId" clId="{3CAD5187-3D4F-49F6-BC80-FD58E640E5CA}" dt="2025-06-03T07:21:32.835" v="168" actId="26606"/>
          <ac:spMkLst>
            <pc:docMk/>
            <pc:sldMk cId="15633685" sldId="260"/>
            <ac:spMk id="2063" creationId="{BC583CEB-AC2B-2640-94F6-5958E6BC5BAB}"/>
          </ac:spMkLst>
        </pc:spChg>
        <pc:picChg chg="add mod">
          <ac:chgData name="mukul maheshwari" userId="12cb43e2ca5f0d2c" providerId="LiveId" clId="{3CAD5187-3D4F-49F6-BC80-FD58E640E5CA}" dt="2025-06-03T07:21:32.835" v="168" actId="26606"/>
          <ac:picMkLst>
            <pc:docMk/>
            <pc:sldMk cId="15633685" sldId="260"/>
            <ac:picMk id="2050" creationId="{70A0B98C-7978-577D-860C-FCC61F79DB1D}"/>
          </ac:picMkLst>
        </pc:picChg>
      </pc:sldChg>
      <pc:sldChg chg="addSp delSp modSp mod setBg">
        <pc:chgData name="mukul maheshwari" userId="12cb43e2ca5f0d2c" providerId="LiveId" clId="{3CAD5187-3D4F-49F6-BC80-FD58E640E5CA}" dt="2025-06-03T07:24:00.657" v="216" actId="26606"/>
        <pc:sldMkLst>
          <pc:docMk/>
          <pc:sldMk cId="3285330138" sldId="261"/>
        </pc:sldMkLst>
        <pc:spChg chg="mod">
          <ac:chgData name="mukul maheshwari" userId="12cb43e2ca5f0d2c" providerId="LiveId" clId="{3CAD5187-3D4F-49F6-BC80-FD58E640E5CA}" dt="2025-06-03T07:22:49.674" v="195" actId="26606"/>
          <ac:spMkLst>
            <pc:docMk/>
            <pc:sldMk cId="3285330138" sldId="261"/>
            <ac:spMk id="2" creationId="{5914C2A6-4A43-2AAD-2E55-59E3B8AB4548}"/>
          </ac:spMkLst>
        </pc:spChg>
        <pc:spChg chg="mod">
          <ac:chgData name="mukul maheshwari" userId="12cb43e2ca5f0d2c" providerId="LiveId" clId="{3CAD5187-3D4F-49F6-BC80-FD58E640E5CA}" dt="2025-06-03T07:24:00.657" v="216" actId="26606"/>
          <ac:spMkLst>
            <pc:docMk/>
            <pc:sldMk cId="3285330138" sldId="261"/>
            <ac:spMk id="3" creationId="{C4047AC4-EAA1-8B94-09E7-AD209E797ACD}"/>
          </ac:spMkLst>
        </pc:spChg>
        <pc:spChg chg="add del">
          <ac:chgData name="mukul maheshwari" userId="12cb43e2ca5f0d2c" providerId="LiveId" clId="{3CAD5187-3D4F-49F6-BC80-FD58E640E5CA}" dt="2025-06-03T07:23:48.635" v="212" actId="26606"/>
          <ac:spMkLst>
            <pc:docMk/>
            <pc:sldMk cId="3285330138" sldId="261"/>
            <ac:spMk id="4103" creationId="{C868C70C-E5C4-CD47-888C-FCB3373B6D38}"/>
          </ac:spMkLst>
        </pc:spChg>
        <pc:spChg chg="add del">
          <ac:chgData name="mukul maheshwari" userId="12cb43e2ca5f0d2c" providerId="LiveId" clId="{3CAD5187-3D4F-49F6-BC80-FD58E640E5CA}" dt="2025-06-03T07:23:48.635" v="212" actId="26606"/>
          <ac:spMkLst>
            <pc:docMk/>
            <pc:sldMk cId="3285330138" sldId="261"/>
            <ac:spMk id="4105" creationId="{D8C68F39-5E8A-844C-A8FD-394F253C1E5F}"/>
          </ac:spMkLst>
        </pc:spChg>
        <pc:spChg chg="add del">
          <ac:chgData name="mukul maheshwari" userId="12cb43e2ca5f0d2c" providerId="LiveId" clId="{3CAD5187-3D4F-49F6-BC80-FD58E640E5CA}" dt="2025-06-03T07:23:48.635" v="212" actId="26606"/>
          <ac:spMkLst>
            <pc:docMk/>
            <pc:sldMk cId="3285330138" sldId="261"/>
            <ac:spMk id="4107" creationId="{BC583CEB-AC2B-2640-94F6-5958E6BC5BAB}"/>
          </ac:spMkLst>
        </pc:spChg>
        <pc:spChg chg="add del">
          <ac:chgData name="mukul maheshwari" userId="12cb43e2ca5f0d2c" providerId="LiveId" clId="{3CAD5187-3D4F-49F6-BC80-FD58E640E5CA}" dt="2025-06-03T07:24:00.657" v="216" actId="26606"/>
          <ac:spMkLst>
            <pc:docMk/>
            <pc:sldMk cId="3285330138" sldId="261"/>
            <ac:spMk id="4112" creationId="{C868C70C-E5C4-CD47-888C-FCB3373B6D38}"/>
          </ac:spMkLst>
        </pc:spChg>
        <pc:spChg chg="add del">
          <ac:chgData name="mukul maheshwari" userId="12cb43e2ca5f0d2c" providerId="LiveId" clId="{3CAD5187-3D4F-49F6-BC80-FD58E640E5CA}" dt="2025-06-03T07:24:00.657" v="216" actId="26606"/>
          <ac:spMkLst>
            <pc:docMk/>
            <pc:sldMk cId="3285330138" sldId="261"/>
            <ac:spMk id="4114" creationId="{D8C68F39-5E8A-844C-A8FD-394F253C1E5F}"/>
          </ac:spMkLst>
        </pc:spChg>
        <pc:spChg chg="add del">
          <ac:chgData name="mukul maheshwari" userId="12cb43e2ca5f0d2c" providerId="LiveId" clId="{3CAD5187-3D4F-49F6-BC80-FD58E640E5CA}" dt="2025-06-03T07:24:00.657" v="216" actId="26606"/>
          <ac:spMkLst>
            <pc:docMk/>
            <pc:sldMk cId="3285330138" sldId="261"/>
            <ac:spMk id="4116" creationId="{BC583CEB-AC2B-2640-94F6-5958E6BC5BAB}"/>
          </ac:spMkLst>
        </pc:spChg>
        <pc:spChg chg="add">
          <ac:chgData name="mukul maheshwari" userId="12cb43e2ca5f0d2c" providerId="LiveId" clId="{3CAD5187-3D4F-49F6-BC80-FD58E640E5CA}" dt="2025-06-03T07:24:00.657" v="216" actId="26606"/>
          <ac:spMkLst>
            <pc:docMk/>
            <pc:sldMk cId="3285330138" sldId="261"/>
            <ac:spMk id="4121" creationId="{C868C70C-E5C4-CD47-888C-FCB3373B6D38}"/>
          </ac:spMkLst>
        </pc:spChg>
        <pc:spChg chg="add">
          <ac:chgData name="mukul maheshwari" userId="12cb43e2ca5f0d2c" providerId="LiveId" clId="{3CAD5187-3D4F-49F6-BC80-FD58E640E5CA}" dt="2025-06-03T07:24:00.657" v="216" actId="26606"/>
          <ac:spMkLst>
            <pc:docMk/>
            <pc:sldMk cId="3285330138" sldId="261"/>
            <ac:spMk id="4123" creationId="{D8C68F39-5E8A-844C-A8FD-394F253C1E5F}"/>
          </ac:spMkLst>
        </pc:spChg>
        <pc:spChg chg="add">
          <ac:chgData name="mukul maheshwari" userId="12cb43e2ca5f0d2c" providerId="LiveId" clId="{3CAD5187-3D4F-49F6-BC80-FD58E640E5CA}" dt="2025-06-03T07:24:00.657" v="216" actId="26606"/>
          <ac:spMkLst>
            <pc:docMk/>
            <pc:sldMk cId="3285330138" sldId="261"/>
            <ac:spMk id="4125" creationId="{BC583CEB-AC2B-2640-94F6-5958E6BC5BAB}"/>
          </ac:spMkLst>
        </pc:spChg>
        <pc:picChg chg="add mod">
          <ac:chgData name="mukul maheshwari" userId="12cb43e2ca5f0d2c" providerId="LiveId" clId="{3CAD5187-3D4F-49F6-BC80-FD58E640E5CA}" dt="2025-06-03T07:24:00.657" v="216" actId="26606"/>
          <ac:picMkLst>
            <pc:docMk/>
            <pc:sldMk cId="3285330138" sldId="261"/>
            <ac:picMk id="5" creationId="{7C330814-6296-2D6C-DD2E-25528C767153}"/>
          </ac:picMkLst>
        </pc:picChg>
        <pc:picChg chg="add del mod">
          <ac:chgData name="mukul maheshwari" userId="12cb43e2ca5f0d2c" providerId="LiveId" clId="{3CAD5187-3D4F-49F6-BC80-FD58E640E5CA}" dt="2025-06-03T07:23:52.059" v="215" actId="478"/>
          <ac:picMkLst>
            <pc:docMk/>
            <pc:sldMk cId="3285330138" sldId="261"/>
            <ac:picMk id="4098" creationId="{88A6364F-D651-ABE3-1ABB-605E63A92896}"/>
          </ac:picMkLst>
        </pc:picChg>
      </pc:sldChg>
      <pc:sldChg chg="modSp mod">
        <pc:chgData name="mukul maheshwari" userId="12cb43e2ca5f0d2c" providerId="LiveId" clId="{3CAD5187-3D4F-49F6-BC80-FD58E640E5CA}" dt="2025-06-03T07:28:34.728" v="237" actId="27636"/>
        <pc:sldMkLst>
          <pc:docMk/>
          <pc:sldMk cId="1908266279" sldId="262"/>
        </pc:sldMkLst>
        <pc:spChg chg="mod">
          <ac:chgData name="mukul maheshwari" userId="12cb43e2ca5f0d2c" providerId="LiveId" clId="{3CAD5187-3D4F-49F6-BC80-FD58E640E5CA}" dt="2025-06-03T07:28:34.728" v="237" actId="27636"/>
          <ac:spMkLst>
            <pc:docMk/>
            <pc:sldMk cId="1908266279" sldId="262"/>
            <ac:spMk id="3" creationId="{95317188-BC61-11AA-6DFD-66B347665B99}"/>
          </ac:spMkLst>
        </pc:spChg>
      </pc:sldChg>
      <pc:sldChg chg="addSp modSp mod setBg">
        <pc:chgData name="mukul maheshwari" userId="12cb43e2ca5f0d2c" providerId="LiveId" clId="{3CAD5187-3D4F-49F6-BC80-FD58E640E5CA}" dt="2025-06-03T07:24:25.883" v="220" actId="26606"/>
        <pc:sldMkLst>
          <pc:docMk/>
          <pc:sldMk cId="2694523883" sldId="263"/>
        </pc:sldMkLst>
        <pc:spChg chg="mod">
          <ac:chgData name="mukul maheshwari" userId="12cb43e2ca5f0d2c" providerId="LiveId" clId="{3CAD5187-3D4F-49F6-BC80-FD58E640E5CA}" dt="2025-06-03T07:24:25.883" v="220" actId="26606"/>
          <ac:spMkLst>
            <pc:docMk/>
            <pc:sldMk cId="2694523883" sldId="263"/>
            <ac:spMk id="2" creationId="{F418944E-25E0-1102-81D0-496DF2369F00}"/>
          </ac:spMkLst>
        </pc:spChg>
        <pc:spChg chg="mod">
          <ac:chgData name="mukul maheshwari" userId="12cb43e2ca5f0d2c" providerId="LiveId" clId="{3CAD5187-3D4F-49F6-BC80-FD58E640E5CA}" dt="2025-06-03T07:24:25.883" v="220" actId="26606"/>
          <ac:spMkLst>
            <pc:docMk/>
            <pc:sldMk cId="2694523883" sldId="263"/>
            <ac:spMk id="3" creationId="{1F48F165-1AB6-E855-C2DF-D22F80243B61}"/>
          </ac:spMkLst>
        </pc:spChg>
        <pc:spChg chg="add">
          <ac:chgData name="mukul maheshwari" userId="12cb43e2ca5f0d2c" providerId="LiveId" clId="{3CAD5187-3D4F-49F6-BC80-FD58E640E5CA}" dt="2025-06-03T07:24:25.883" v="220" actId="26606"/>
          <ac:spMkLst>
            <pc:docMk/>
            <pc:sldMk cId="2694523883" sldId="263"/>
            <ac:spMk id="9" creationId="{C868C70C-E5C4-CD47-888C-FCB3373B6D38}"/>
          </ac:spMkLst>
        </pc:spChg>
        <pc:spChg chg="add">
          <ac:chgData name="mukul maheshwari" userId="12cb43e2ca5f0d2c" providerId="LiveId" clId="{3CAD5187-3D4F-49F6-BC80-FD58E640E5CA}" dt="2025-06-03T07:24:25.883" v="220" actId="26606"/>
          <ac:spMkLst>
            <pc:docMk/>
            <pc:sldMk cId="2694523883" sldId="263"/>
            <ac:spMk id="11" creationId="{D8C68F39-5E8A-844C-A8FD-394F253C1E5F}"/>
          </ac:spMkLst>
        </pc:spChg>
        <pc:spChg chg="add">
          <ac:chgData name="mukul maheshwari" userId="12cb43e2ca5f0d2c" providerId="LiveId" clId="{3CAD5187-3D4F-49F6-BC80-FD58E640E5CA}" dt="2025-06-03T07:24:25.883" v="220" actId="26606"/>
          <ac:spMkLst>
            <pc:docMk/>
            <pc:sldMk cId="2694523883" sldId="263"/>
            <ac:spMk id="13" creationId="{BC583CEB-AC2B-2640-94F6-5958E6BC5BAB}"/>
          </ac:spMkLst>
        </pc:spChg>
        <pc:picChg chg="add">
          <ac:chgData name="mukul maheshwari" userId="12cb43e2ca5f0d2c" providerId="LiveId" clId="{3CAD5187-3D4F-49F6-BC80-FD58E640E5CA}" dt="2025-06-03T07:24:25.883" v="220" actId="26606"/>
          <ac:picMkLst>
            <pc:docMk/>
            <pc:sldMk cId="2694523883" sldId="263"/>
            <ac:picMk id="5" creationId="{142C04D5-8B39-B16E-5173-898F5BDD72A1}"/>
          </ac:picMkLst>
        </pc:picChg>
      </pc:sldChg>
      <pc:sldChg chg="addSp delSp modSp new mod">
        <pc:chgData name="mukul maheshwari" userId="12cb43e2ca5f0d2c" providerId="LiveId" clId="{3CAD5187-3D4F-49F6-BC80-FD58E640E5CA}" dt="2025-06-03T07:01:07.405" v="111" actId="20577"/>
        <pc:sldMkLst>
          <pc:docMk/>
          <pc:sldMk cId="127987838" sldId="275"/>
        </pc:sldMkLst>
        <pc:spChg chg="mod">
          <ac:chgData name="mukul maheshwari" userId="12cb43e2ca5f0d2c" providerId="LiveId" clId="{3CAD5187-3D4F-49F6-BC80-FD58E640E5CA}" dt="2025-06-03T06:34:39.550" v="9" actId="20577"/>
          <ac:spMkLst>
            <pc:docMk/>
            <pc:sldMk cId="127987838" sldId="275"/>
            <ac:spMk id="2" creationId="{C6B3BA26-B111-B857-B823-C64D78B42429}"/>
          </ac:spMkLst>
        </pc:spChg>
        <pc:spChg chg="del">
          <ac:chgData name="mukul maheshwari" userId="12cb43e2ca5f0d2c" providerId="LiveId" clId="{3CAD5187-3D4F-49F6-BC80-FD58E640E5CA}" dt="2025-06-03T06:35:11.518" v="10" actId="1032"/>
          <ac:spMkLst>
            <pc:docMk/>
            <pc:sldMk cId="127987838" sldId="275"/>
            <ac:spMk id="3" creationId="{3E181AAA-5D7B-DC40-E2B9-62BFDA05C5B8}"/>
          </ac:spMkLst>
        </pc:spChg>
        <pc:graphicFrameChg chg="add mod modGraphic">
          <ac:chgData name="mukul maheshwari" userId="12cb43e2ca5f0d2c" providerId="LiveId" clId="{3CAD5187-3D4F-49F6-BC80-FD58E640E5CA}" dt="2025-06-03T07:01:07.405" v="111" actId="20577"/>
          <ac:graphicFrameMkLst>
            <pc:docMk/>
            <pc:sldMk cId="127987838" sldId="275"/>
            <ac:graphicFrameMk id="4" creationId="{08490293-B488-C337-E3D0-83CF6E6E2DEA}"/>
          </ac:graphicFrameMkLst>
        </pc:graphicFrameChg>
      </pc:sldChg>
      <pc:sldChg chg="modSp add mod">
        <pc:chgData name="mukul maheshwari" userId="12cb43e2ca5f0d2c" providerId="LiveId" clId="{3CAD5187-3D4F-49F6-BC80-FD58E640E5CA}" dt="2025-06-03T06:48:55.971" v="23" actId="20577"/>
        <pc:sldMkLst>
          <pc:docMk/>
          <pc:sldMk cId="0" sldId="276"/>
        </pc:sldMkLst>
        <pc:spChg chg="mod">
          <ac:chgData name="mukul maheshwari" userId="12cb43e2ca5f0d2c" providerId="LiveId" clId="{3CAD5187-3D4F-49F6-BC80-FD58E640E5CA}" dt="2025-06-03T06:48:55.971" v="23" actId="20577"/>
          <ac:spMkLst>
            <pc:docMk/>
            <pc:sldMk cId="0" sldId="276"/>
            <ac:spMk id="2" creationId="{00000000-0000-0000-0000-000000000000}"/>
          </ac:spMkLst>
        </pc:spChg>
        <pc:spChg chg="mod">
          <ac:chgData name="mukul maheshwari" userId="12cb43e2ca5f0d2c" providerId="LiveId" clId="{3CAD5187-3D4F-49F6-BC80-FD58E640E5CA}" dt="2025-06-03T06:48:49.528" v="21"/>
          <ac:spMkLst>
            <pc:docMk/>
            <pc:sldMk cId="0" sldId="276"/>
            <ac:spMk id="3" creationId="{00000000-0000-0000-0000-000000000000}"/>
          </ac:spMkLst>
        </pc:spChg>
      </pc:sldChg>
      <pc:sldChg chg="add del">
        <pc:chgData name="mukul maheshwari" userId="12cb43e2ca5f0d2c" providerId="LiveId" clId="{3CAD5187-3D4F-49F6-BC80-FD58E640E5CA}" dt="2025-06-03T06:48:52.207" v="22" actId="47"/>
        <pc:sldMkLst>
          <pc:docMk/>
          <pc:sldMk cId="0" sldId="277"/>
        </pc:sldMkLst>
      </pc:sldChg>
      <pc:sldChg chg="modSp add mod ord">
        <pc:chgData name="mukul maheshwari" userId="12cb43e2ca5f0d2c" providerId="LiveId" clId="{3CAD5187-3D4F-49F6-BC80-FD58E640E5CA}" dt="2025-06-03T07:05:56.209" v="140" actId="403"/>
        <pc:sldMkLst>
          <pc:docMk/>
          <pc:sldMk cId="2565417892" sldId="277"/>
        </pc:sldMkLst>
        <pc:graphicFrameChg chg="mod modGraphic">
          <ac:chgData name="mukul maheshwari" userId="12cb43e2ca5f0d2c" providerId="LiveId" clId="{3CAD5187-3D4F-49F6-BC80-FD58E640E5CA}" dt="2025-06-03T07:05:56.209" v="140" actId="403"/>
          <ac:graphicFrameMkLst>
            <pc:docMk/>
            <pc:sldMk cId="2565417892" sldId="277"/>
            <ac:graphicFrameMk id="4" creationId="{F3E0D927-8D3F-DC21-7D17-DC6022CCA870}"/>
          </ac:graphicFrameMkLst>
        </pc:graphicFrameChg>
      </pc:sldChg>
      <pc:sldChg chg="addSp modSp add mod setBg">
        <pc:chgData name="mukul maheshwari" userId="12cb43e2ca5f0d2c" providerId="LiveId" clId="{3CAD5187-3D4F-49F6-BC80-FD58E640E5CA}" dt="2025-06-03T07:03:44.716" v="127" actId="26606"/>
        <pc:sldMkLst>
          <pc:docMk/>
          <pc:sldMk cId="373235288" sldId="278"/>
        </pc:sldMkLst>
        <pc:spChg chg="mod">
          <ac:chgData name="mukul maheshwari" userId="12cb43e2ca5f0d2c" providerId="LiveId" clId="{3CAD5187-3D4F-49F6-BC80-FD58E640E5CA}" dt="2025-06-03T07:03:44.716" v="127" actId="26606"/>
          <ac:spMkLst>
            <pc:docMk/>
            <pc:sldMk cId="373235288" sldId="278"/>
            <ac:spMk id="2" creationId="{DE9B67F0-ABEE-305C-E4AF-B96292212D4B}"/>
          </ac:spMkLst>
        </pc:spChg>
        <pc:spChg chg="mod">
          <ac:chgData name="mukul maheshwari" userId="12cb43e2ca5f0d2c" providerId="LiveId" clId="{3CAD5187-3D4F-49F6-BC80-FD58E640E5CA}" dt="2025-06-03T07:03:44.716" v="127" actId="26606"/>
          <ac:spMkLst>
            <pc:docMk/>
            <pc:sldMk cId="373235288" sldId="278"/>
            <ac:spMk id="3" creationId="{9B2F4C59-178C-D4D4-7D9F-0DC910CCB9F7}"/>
          </ac:spMkLst>
        </pc:spChg>
        <pc:spChg chg="add">
          <ac:chgData name="mukul maheshwari" userId="12cb43e2ca5f0d2c" providerId="LiveId" clId="{3CAD5187-3D4F-49F6-BC80-FD58E640E5CA}" dt="2025-06-03T07:03:44.716" v="127" actId="26606"/>
          <ac:spMkLst>
            <pc:docMk/>
            <pc:sldMk cId="373235288" sldId="278"/>
            <ac:spMk id="1031" creationId="{C868C70C-E5C4-CD47-888C-FCB3373B6D38}"/>
          </ac:spMkLst>
        </pc:spChg>
        <pc:spChg chg="add">
          <ac:chgData name="mukul maheshwari" userId="12cb43e2ca5f0d2c" providerId="LiveId" clId="{3CAD5187-3D4F-49F6-BC80-FD58E640E5CA}" dt="2025-06-03T07:03:44.716" v="127" actId="26606"/>
          <ac:spMkLst>
            <pc:docMk/>
            <pc:sldMk cId="373235288" sldId="278"/>
            <ac:spMk id="1033" creationId="{D8C68F39-5E8A-844C-A8FD-394F253C1E5F}"/>
          </ac:spMkLst>
        </pc:spChg>
        <pc:spChg chg="add">
          <ac:chgData name="mukul maheshwari" userId="12cb43e2ca5f0d2c" providerId="LiveId" clId="{3CAD5187-3D4F-49F6-BC80-FD58E640E5CA}" dt="2025-06-03T07:03:44.716" v="127" actId="26606"/>
          <ac:spMkLst>
            <pc:docMk/>
            <pc:sldMk cId="373235288" sldId="278"/>
            <ac:spMk id="1035" creationId="{BC583CEB-AC2B-2640-94F6-5958E6BC5BAB}"/>
          </ac:spMkLst>
        </pc:spChg>
        <pc:picChg chg="mod">
          <ac:chgData name="mukul maheshwari" userId="12cb43e2ca5f0d2c" providerId="LiveId" clId="{3CAD5187-3D4F-49F6-BC80-FD58E640E5CA}" dt="2025-06-03T07:03:44.716" v="127" actId="26606"/>
          <ac:picMkLst>
            <pc:docMk/>
            <pc:sldMk cId="373235288" sldId="278"/>
            <ac:picMk id="1026" creationId="{555F3FA3-B3B9-CA61-7502-E0B48B5AE975}"/>
          </ac:picMkLst>
        </pc:picChg>
      </pc:sldChg>
      <pc:sldChg chg="addSp modSp add mod setBg">
        <pc:chgData name="mukul maheshwari" userId="12cb43e2ca5f0d2c" providerId="LiveId" clId="{3CAD5187-3D4F-49F6-BC80-FD58E640E5CA}" dt="2025-06-03T07:05:23.741" v="138" actId="26606"/>
        <pc:sldMkLst>
          <pc:docMk/>
          <pc:sldMk cId="1620788102" sldId="279"/>
        </pc:sldMkLst>
        <pc:spChg chg="mod">
          <ac:chgData name="mukul maheshwari" userId="12cb43e2ca5f0d2c" providerId="LiveId" clId="{3CAD5187-3D4F-49F6-BC80-FD58E640E5CA}" dt="2025-06-03T07:05:23.741" v="138" actId="26606"/>
          <ac:spMkLst>
            <pc:docMk/>
            <pc:sldMk cId="1620788102" sldId="279"/>
            <ac:spMk id="2" creationId="{281400F0-5E06-1FC8-7079-02A02EB67EFB}"/>
          </ac:spMkLst>
        </pc:spChg>
        <pc:spChg chg="mod">
          <ac:chgData name="mukul maheshwari" userId="12cb43e2ca5f0d2c" providerId="LiveId" clId="{3CAD5187-3D4F-49F6-BC80-FD58E640E5CA}" dt="2025-06-03T07:05:23.741" v="138" actId="26606"/>
          <ac:spMkLst>
            <pc:docMk/>
            <pc:sldMk cId="1620788102" sldId="279"/>
            <ac:spMk id="3" creationId="{D041A8A6-2404-67DC-ABB6-AC78B3550120}"/>
          </ac:spMkLst>
        </pc:spChg>
        <pc:spChg chg="add">
          <ac:chgData name="mukul maheshwari" userId="12cb43e2ca5f0d2c" providerId="LiveId" clId="{3CAD5187-3D4F-49F6-BC80-FD58E640E5CA}" dt="2025-06-03T07:05:23.741" v="138" actId="26606"/>
          <ac:spMkLst>
            <pc:docMk/>
            <pc:sldMk cId="1620788102" sldId="279"/>
            <ac:spMk id="10" creationId="{C868C70C-E5C4-CD47-888C-FCB3373B6D38}"/>
          </ac:spMkLst>
        </pc:spChg>
        <pc:spChg chg="add">
          <ac:chgData name="mukul maheshwari" userId="12cb43e2ca5f0d2c" providerId="LiveId" clId="{3CAD5187-3D4F-49F6-BC80-FD58E640E5CA}" dt="2025-06-03T07:05:23.741" v="138" actId="26606"/>
          <ac:spMkLst>
            <pc:docMk/>
            <pc:sldMk cId="1620788102" sldId="279"/>
            <ac:spMk id="12" creationId="{D8C68F39-5E8A-844C-A8FD-394F253C1E5F}"/>
          </ac:spMkLst>
        </pc:spChg>
        <pc:spChg chg="add">
          <ac:chgData name="mukul maheshwari" userId="12cb43e2ca5f0d2c" providerId="LiveId" clId="{3CAD5187-3D4F-49F6-BC80-FD58E640E5CA}" dt="2025-06-03T07:05:23.741" v="138" actId="26606"/>
          <ac:spMkLst>
            <pc:docMk/>
            <pc:sldMk cId="1620788102" sldId="279"/>
            <ac:spMk id="14" creationId="{BC583CEB-AC2B-2640-94F6-5958E6BC5BAB}"/>
          </ac:spMkLst>
        </pc:spChg>
        <pc:picChg chg="add mod">
          <ac:chgData name="mukul maheshwari" userId="12cb43e2ca5f0d2c" providerId="LiveId" clId="{3CAD5187-3D4F-49F6-BC80-FD58E640E5CA}" dt="2025-06-03T07:05:23.741" v="138" actId="26606"/>
          <ac:picMkLst>
            <pc:docMk/>
            <pc:sldMk cId="1620788102" sldId="279"/>
            <ac:picMk id="5" creationId="{50DCDC5B-8F80-F7DC-9BDA-3F7B5627B375}"/>
          </ac:picMkLst>
        </pc:picChg>
      </pc:sldChg>
      <pc:sldChg chg="delSp modSp add mod setBg delDesignElem">
        <pc:chgData name="mukul maheshwari" userId="12cb43e2ca5f0d2c" providerId="LiveId" clId="{3CAD5187-3D4F-49F6-BC80-FD58E640E5CA}" dt="2025-06-03T07:16:48.361" v="160" actId="403"/>
        <pc:sldMkLst>
          <pc:docMk/>
          <pc:sldMk cId="2849612894" sldId="280"/>
        </pc:sldMkLst>
        <pc:spChg chg="mod">
          <ac:chgData name="mukul maheshwari" userId="12cb43e2ca5f0d2c" providerId="LiveId" clId="{3CAD5187-3D4F-49F6-BC80-FD58E640E5CA}" dt="2025-06-03T07:16:48.361" v="160" actId="403"/>
          <ac:spMkLst>
            <pc:docMk/>
            <pc:sldMk cId="2849612894" sldId="280"/>
            <ac:spMk id="3" creationId="{D6ECA03E-C35F-95C4-FDCA-A7A328474AC1}"/>
          </ac:spMkLst>
        </pc:spChg>
        <pc:spChg chg="del">
          <ac:chgData name="mukul maheshwari" userId="12cb43e2ca5f0d2c" providerId="LiveId" clId="{3CAD5187-3D4F-49F6-BC80-FD58E640E5CA}" dt="2025-06-03T07:16:12.010" v="148"/>
          <ac:spMkLst>
            <pc:docMk/>
            <pc:sldMk cId="2849612894" sldId="280"/>
            <ac:spMk id="16" creationId="{16AD027E-C673-D02B-90BB-2C34D33565A4}"/>
          </ac:spMkLst>
        </pc:spChg>
        <pc:spChg chg="del">
          <ac:chgData name="mukul maheshwari" userId="12cb43e2ca5f0d2c" providerId="LiveId" clId="{3CAD5187-3D4F-49F6-BC80-FD58E640E5CA}" dt="2025-06-03T07:16:12.010" v="148"/>
          <ac:spMkLst>
            <pc:docMk/>
            <pc:sldMk cId="2849612894" sldId="280"/>
            <ac:spMk id="17" creationId="{4F4D2510-EBC2-5772-B684-3F1FBC88A994}"/>
          </ac:spMkLst>
        </pc:spChg>
        <pc:spChg chg="del">
          <ac:chgData name="mukul maheshwari" userId="12cb43e2ca5f0d2c" providerId="LiveId" clId="{3CAD5187-3D4F-49F6-BC80-FD58E640E5CA}" dt="2025-06-03T07:16:12.010" v="148"/>
          <ac:spMkLst>
            <pc:docMk/>
            <pc:sldMk cId="2849612894" sldId="280"/>
            <ac:spMk id="18" creationId="{6A396240-2CC9-B875-9C02-C337C5CC1C15}"/>
          </ac:spMkLst>
        </pc:spChg>
      </pc:sldChg>
      <pc:sldChg chg="delSp modSp add mod setBg delDesignElem">
        <pc:chgData name="mukul maheshwari" userId="12cb43e2ca5f0d2c" providerId="LiveId" clId="{3CAD5187-3D4F-49F6-BC80-FD58E640E5CA}" dt="2025-06-03T07:22:08.793" v="193" actId="27636"/>
        <pc:sldMkLst>
          <pc:docMk/>
          <pc:sldMk cId="456322838" sldId="281"/>
        </pc:sldMkLst>
        <pc:spChg chg="mod">
          <ac:chgData name="mukul maheshwari" userId="12cb43e2ca5f0d2c" providerId="LiveId" clId="{3CAD5187-3D4F-49F6-BC80-FD58E640E5CA}" dt="2025-06-03T07:22:08.793" v="193" actId="27636"/>
          <ac:spMkLst>
            <pc:docMk/>
            <pc:sldMk cId="456322838" sldId="281"/>
            <ac:spMk id="3" creationId="{4DAEC766-AE8B-6B6E-1384-99A93DC12CB8}"/>
          </ac:spMkLst>
        </pc:spChg>
        <pc:spChg chg="del">
          <ac:chgData name="mukul maheshwari" userId="12cb43e2ca5f0d2c" providerId="LiveId" clId="{3CAD5187-3D4F-49F6-BC80-FD58E640E5CA}" dt="2025-06-03T07:21:39.926" v="170"/>
          <ac:spMkLst>
            <pc:docMk/>
            <pc:sldMk cId="456322838" sldId="281"/>
            <ac:spMk id="2061" creationId="{28CC2420-508D-18A5-A326-24CD082FED7F}"/>
          </ac:spMkLst>
        </pc:spChg>
        <pc:spChg chg="del">
          <ac:chgData name="mukul maheshwari" userId="12cb43e2ca5f0d2c" providerId="LiveId" clId="{3CAD5187-3D4F-49F6-BC80-FD58E640E5CA}" dt="2025-06-03T07:21:39.926" v="170"/>
          <ac:spMkLst>
            <pc:docMk/>
            <pc:sldMk cId="456322838" sldId="281"/>
            <ac:spMk id="2062" creationId="{F77E2179-20D6-F71E-1545-C1AEB7CB56A3}"/>
          </ac:spMkLst>
        </pc:spChg>
        <pc:spChg chg="del">
          <ac:chgData name="mukul maheshwari" userId="12cb43e2ca5f0d2c" providerId="LiveId" clId="{3CAD5187-3D4F-49F6-BC80-FD58E640E5CA}" dt="2025-06-03T07:21:39.926" v="170"/>
          <ac:spMkLst>
            <pc:docMk/>
            <pc:sldMk cId="456322838" sldId="281"/>
            <ac:spMk id="2063" creationId="{DCF04626-F509-301C-03BD-AD67A4B3F291}"/>
          </ac:spMkLst>
        </pc:spChg>
      </pc:sldChg>
      <pc:sldChg chg="delSp modSp add mod ord setBg delDesignElem">
        <pc:chgData name="mukul maheshwari" userId="12cb43e2ca5f0d2c" providerId="LiveId" clId="{3CAD5187-3D4F-49F6-BC80-FD58E640E5CA}" dt="2025-06-03T07:23:07.349" v="203"/>
        <pc:sldMkLst>
          <pc:docMk/>
          <pc:sldMk cId="1522035752" sldId="282"/>
        </pc:sldMkLst>
        <pc:spChg chg="mod">
          <ac:chgData name="mukul maheshwari" userId="12cb43e2ca5f0d2c" providerId="LiveId" clId="{3CAD5187-3D4F-49F6-BC80-FD58E640E5CA}" dt="2025-06-03T07:23:03.183" v="201" actId="403"/>
          <ac:spMkLst>
            <pc:docMk/>
            <pc:sldMk cId="1522035752" sldId="282"/>
            <ac:spMk id="3" creationId="{BA86C8FD-3240-746D-7982-2F861E0E32A5}"/>
          </ac:spMkLst>
        </pc:spChg>
        <pc:spChg chg="del">
          <ac:chgData name="mukul maheshwari" userId="12cb43e2ca5f0d2c" providerId="LiveId" clId="{3CAD5187-3D4F-49F6-BC80-FD58E640E5CA}" dt="2025-06-03T07:22:52.198" v="197"/>
          <ac:spMkLst>
            <pc:docMk/>
            <pc:sldMk cId="1522035752" sldId="282"/>
            <ac:spMk id="4103" creationId="{0EF77775-4914-EEAB-ADE9-1598B16B562C}"/>
          </ac:spMkLst>
        </pc:spChg>
        <pc:spChg chg="del">
          <ac:chgData name="mukul maheshwari" userId="12cb43e2ca5f0d2c" providerId="LiveId" clId="{3CAD5187-3D4F-49F6-BC80-FD58E640E5CA}" dt="2025-06-03T07:22:52.198" v="197"/>
          <ac:spMkLst>
            <pc:docMk/>
            <pc:sldMk cId="1522035752" sldId="282"/>
            <ac:spMk id="4105" creationId="{5C3AC090-20AB-6E61-25D0-D21AB5878F2C}"/>
          </ac:spMkLst>
        </pc:spChg>
        <pc:spChg chg="del">
          <ac:chgData name="mukul maheshwari" userId="12cb43e2ca5f0d2c" providerId="LiveId" clId="{3CAD5187-3D4F-49F6-BC80-FD58E640E5CA}" dt="2025-06-03T07:22:52.198" v="197"/>
          <ac:spMkLst>
            <pc:docMk/>
            <pc:sldMk cId="1522035752" sldId="282"/>
            <ac:spMk id="4107" creationId="{5E504513-AFD0-AEF2-4016-2ADCD0051BEE}"/>
          </ac:spMkLst>
        </pc:spChg>
      </pc:sldChg>
      <pc:sldChg chg="addSp delSp modSp add mod setBg">
        <pc:chgData name="mukul maheshwari" userId="12cb43e2ca5f0d2c" providerId="LiveId" clId="{3CAD5187-3D4F-49F6-BC80-FD58E640E5CA}" dt="2025-06-03T07:27:04.467" v="234" actId="962"/>
        <pc:sldMkLst>
          <pc:docMk/>
          <pc:sldMk cId="772305646" sldId="283"/>
        </pc:sldMkLst>
        <pc:spChg chg="mod">
          <ac:chgData name="mukul maheshwari" userId="12cb43e2ca5f0d2c" providerId="LiveId" clId="{3CAD5187-3D4F-49F6-BC80-FD58E640E5CA}" dt="2025-06-03T07:26:46.604" v="232" actId="26606"/>
          <ac:spMkLst>
            <pc:docMk/>
            <pc:sldMk cId="772305646" sldId="283"/>
            <ac:spMk id="2" creationId="{DDF02C12-D483-F307-C54A-6B3D89B488C1}"/>
          </ac:spMkLst>
        </pc:spChg>
        <pc:spChg chg="mod">
          <ac:chgData name="mukul maheshwari" userId="12cb43e2ca5f0d2c" providerId="LiveId" clId="{3CAD5187-3D4F-49F6-BC80-FD58E640E5CA}" dt="2025-06-03T07:26:46.604" v="232" actId="26606"/>
          <ac:spMkLst>
            <pc:docMk/>
            <pc:sldMk cId="772305646" sldId="283"/>
            <ac:spMk id="3" creationId="{23456620-7827-817D-E7B7-96900292B218}"/>
          </ac:spMkLst>
        </pc:spChg>
        <pc:spChg chg="add">
          <ac:chgData name="mukul maheshwari" userId="12cb43e2ca5f0d2c" providerId="LiveId" clId="{3CAD5187-3D4F-49F6-BC80-FD58E640E5CA}" dt="2025-06-03T07:26:46.604" v="232" actId="26606"/>
          <ac:spMkLst>
            <pc:docMk/>
            <pc:sldMk cId="772305646" sldId="283"/>
            <ac:spMk id="10" creationId="{C868C70C-E5C4-CD47-888C-FCB3373B6D38}"/>
          </ac:spMkLst>
        </pc:spChg>
        <pc:spChg chg="add">
          <ac:chgData name="mukul maheshwari" userId="12cb43e2ca5f0d2c" providerId="LiveId" clId="{3CAD5187-3D4F-49F6-BC80-FD58E640E5CA}" dt="2025-06-03T07:26:46.604" v="232" actId="26606"/>
          <ac:spMkLst>
            <pc:docMk/>
            <pc:sldMk cId="772305646" sldId="283"/>
            <ac:spMk id="12" creationId="{D8C68F39-5E8A-844C-A8FD-394F253C1E5F}"/>
          </ac:spMkLst>
        </pc:spChg>
        <pc:spChg chg="add">
          <ac:chgData name="mukul maheshwari" userId="12cb43e2ca5f0d2c" providerId="LiveId" clId="{3CAD5187-3D4F-49F6-BC80-FD58E640E5CA}" dt="2025-06-03T07:26:46.604" v="232" actId="26606"/>
          <ac:spMkLst>
            <pc:docMk/>
            <pc:sldMk cId="772305646" sldId="283"/>
            <ac:spMk id="14" creationId="{BC583CEB-AC2B-2640-94F6-5958E6BC5BAB}"/>
          </ac:spMkLst>
        </pc:spChg>
        <pc:picChg chg="add mod">
          <ac:chgData name="mukul maheshwari" userId="12cb43e2ca5f0d2c" providerId="LiveId" clId="{3CAD5187-3D4F-49F6-BC80-FD58E640E5CA}" dt="2025-06-03T07:27:04.467" v="234" actId="962"/>
          <ac:picMkLst>
            <pc:docMk/>
            <pc:sldMk cId="772305646" sldId="283"/>
            <ac:picMk id="5" creationId="{9E545229-7437-ED2C-880D-CA38EE26C769}"/>
          </ac:picMkLst>
        </pc:picChg>
        <pc:picChg chg="add del mod">
          <ac:chgData name="mukul maheshwari" userId="12cb43e2ca5f0d2c" providerId="LiveId" clId="{3CAD5187-3D4F-49F6-BC80-FD58E640E5CA}" dt="2025-06-03T07:26:32.598" v="228" actId="478"/>
          <ac:picMkLst>
            <pc:docMk/>
            <pc:sldMk cId="772305646" sldId="283"/>
            <ac:picMk id="6146" creationId="{D7CA06CB-4A1C-7F43-50AB-E3C8BB466DCB}"/>
          </ac:picMkLst>
        </pc:picChg>
      </pc:sldChg>
      <pc:sldChg chg="modSp add mod">
        <pc:chgData name="mukul maheshwari" userId="12cb43e2ca5f0d2c" providerId="LiveId" clId="{3CAD5187-3D4F-49F6-BC80-FD58E640E5CA}" dt="2025-06-03T07:30:29.755" v="239" actId="27636"/>
        <pc:sldMkLst>
          <pc:docMk/>
          <pc:sldMk cId="170244320" sldId="284"/>
        </pc:sldMkLst>
        <pc:spChg chg="mod">
          <ac:chgData name="mukul maheshwari" userId="12cb43e2ca5f0d2c" providerId="LiveId" clId="{3CAD5187-3D4F-49F6-BC80-FD58E640E5CA}" dt="2025-06-03T07:30:29.755" v="239" actId="27636"/>
          <ac:spMkLst>
            <pc:docMk/>
            <pc:sldMk cId="170244320" sldId="284"/>
            <ac:spMk id="3" creationId="{0C08B1AB-29B9-5DC9-89AB-DC4934FA9A6F}"/>
          </ac:spMkLst>
        </pc:spChg>
      </pc:sldChg>
      <pc:sldChg chg="add del">
        <pc:chgData name="mukul maheshwari" userId="12cb43e2ca5f0d2c" providerId="LiveId" clId="{3CAD5187-3D4F-49F6-BC80-FD58E640E5CA}" dt="2025-06-03T07:25:05.279" v="224"/>
        <pc:sldMkLst>
          <pc:docMk/>
          <pc:sldMk cId="4065887265" sldId="284"/>
        </pc:sldMkLst>
      </pc:sldChg>
      <pc:sldChg chg="add del">
        <pc:chgData name="mukul maheshwari" userId="12cb43e2ca5f0d2c" providerId="LiveId" clId="{3CAD5187-3D4F-49F6-BC80-FD58E640E5CA}" dt="2025-06-03T07:25:01.118" v="222"/>
        <pc:sldMkLst>
          <pc:docMk/>
          <pc:sldMk cId="4242822508" sldId="28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104815-CA4C-4351-A038-5ECDCF5E5776}" type="doc">
      <dgm:prSet loTypeId="urn:microsoft.com/office/officeart/2005/8/layout/process4" loCatId="process" qsTypeId="urn:microsoft.com/office/officeart/2005/8/quickstyle/simple2" qsCatId="simple" csTypeId="urn:microsoft.com/office/officeart/2005/8/colors/colorful2" csCatId="colorful" phldr="1"/>
      <dgm:spPr/>
      <dgm:t>
        <a:bodyPr/>
        <a:lstStyle/>
        <a:p>
          <a:endParaRPr lang="en-US"/>
        </a:p>
      </dgm:t>
    </dgm:pt>
    <dgm:pt modelId="{D5713BDC-24D9-4ABE-A053-CD27653EFC4E}">
      <dgm:prSet phldrT="[Text]" custT="1"/>
      <dgm:spPr/>
      <dgm:t>
        <a:bodyPr/>
        <a:lstStyle/>
        <a:p>
          <a:r>
            <a:rPr lang="en-US" sz="1200">
              <a:solidFill>
                <a:sysClr val="windowText" lastClr="000000"/>
              </a:solidFill>
            </a:rPr>
            <a:t>1851</a:t>
          </a:r>
          <a:endParaRPr lang="en-US" sz="1200" dirty="0">
            <a:solidFill>
              <a:sysClr val="windowText" lastClr="000000"/>
            </a:solidFill>
          </a:endParaRPr>
        </a:p>
      </dgm:t>
    </dgm:pt>
    <dgm:pt modelId="{06BC41E4-6426-442F-941E-4C39987767CE}" type="parTrans" cxnId="{419060CC-0372-43BA-BCF8-3A1E4DF296F0}">
      <dgm:prSet/>
      <dgm:spPr/>
      <dgm:t>
        <a:bodyPr/>
        <a:lstStyle/>
        <a:p>
          <a:endParaRPr lang="en-US" sz="4400">
            <a:solidFill>
              <a:sysClr val="windowText" lastClr="000000"/>
            </a:solidFill>
          </a:endParaRPr>
        </a:p>
      </dgm:t>
    </dgm:pt>
    <dgm:pt modelId="{11CEFDFE-6360-4AD5-B9F8-589C3FAB0001}" type="sibTrans" cxnId="{419060CC-0372-43BA-BCF8-3A1E4DF296F0}">
      <dgm:prSet/>
      <dgm:spPr/>
      <dgm:t>
        <a:bodyPr/>
        <a:lstStyle/>
        <a:p>
          <a:endParaRPr lang="en-US" sz="4400">
            <a:solidFill>
              <a:sysClr val="windowText" lastClr="000000"/>
            </a:solidFill>
          </a:endParaRPr>
        </a:p>
      </dgm:t>
    </dgm:pt>
    <dgm:pt modelId="{8E21E516-351C-4D43-812E-ED4116443D9F}">
      <dgm:prSet phldrT="[Text]" custT="1"/>
      <dgm:spPr/>
      <dgm:t>
        <a:bodyPr/>
        <a:lstStyle/>
        <a:p>
          <a:r>
            <a:rPr lang="en-US" sz="1200">
              <a:solidFill>
                <a:sysClr val="windowText" lastClr="000000"/>
              </a:solidFill>
            </a:rPr>
            <a:t>1881</a:t>
          </a:r>
          <a:endParaRPr lang="en-US" sz="1200" dirty="0">
            <a:solidFill>
              <a:sysClr val="windowText" lastClr="000000"/>
            </a:solidFill>
          </a:endParaRPr>
        </a:p>
      </dgm:t>
    </dgm:pt>
    <dgm:pt modelId="{EE05FBE9-15CB-4BEA-BA8B-93D7D6387F59}" type="parTrans" cxnId="{65DE8495-593F-4226-BE87-B65EEDB0BF09}">
      <dgm:prSet/>
      <dgm:spPr/>
      <dgm:t>
        <a:bodyPr/>
        <a:lstStyle/>
        <a:p>
          <a:endParaRPr lang="en-US" sz="4400">
            <a:solidFill>
              <a:sysClr val="windowText" lastClr="000000"/>
            </a:solidFill>
          </a:endParaRPr>
        </a:p>
      </dgm:t>
    </dgm:pt>
    <dgm:pt modelId="{0FD142A2-6B28-4EAD-A927-7F33016D453E}" type="sibTrans" cxnId="{65DE8495-593F-4226-BE87-B65EEDB0BF09}">
      <dgm:prSet/>
      <dgm:spPr/>
      <dgm:t>
        <a:bodyPr/>
        <a:lstStyle/>
        <a:p>
          <a:endParaRPr lang="en-US" sz="4400">
            <a:solidFill>
              <a:sysClr val="windowText" lastClr="000000"/>
            </a:solidFill>
          </a:endParaRPr>
        </a:p>
      </dgm:t>
    </dgm:pt>
    <dgm:pt modelId="{FC3B4376-4023-4363-939D-876F4D8F9FB2}">
      <dgm:prSet phldrT="[Text]" custT="1"/>
      <dgm:spPr/>
      <dgm:t>
        <a:bodyPr/>
        <a:lstStyle/>
        <a:p>
          <a:r>
            <a:rPr lang="en-US" sz="1200">
              <a:solidFill>
                <a:sysClr val="windowText" lastClr="000000"/>
              </a:solidFill>
            </a:rPr>
            <a:t>1890</a:t>
          </a:r>
          <a:endParaRPr lang="en-US" sz="1200" dirty="0">
            <a:solidFill>
              <a:sysClr val="windowText" lastClr="000000"/>
            </a:solidFill>
          </a:endParaRPr>
        </a:p>
      </dgm:t>
    </dgm:pt>
    <dgm:pt modelId="{23D230A7-5A9E-4AAB-A8FC-ADC5EF3D4CCC}" type="parTrans" cxnId="{0217A10C-EA51-47A5-8362-3331D41CBBEE}">
      <dgm:prSet/>
      <dgm:spPr/>
      <dgm:t>
        <a:bodyPr/>
        <a:lstStyle/>
        <a:p>
          <a:endParaRPr lang="en-US" sz="4400">
            <a:solidFill>
              <a:sysClr val="windowText" lastClr="000000"/>
            </a:solidFill>
          </a:endParaRPr>
        </a:p>
      </dgm:t>
    </dgm:pt>
    <dgm:pt modelId="{680C52C2-35B1-4992-ADB7-B7AEFFB8FA69}" type="sibTrans" cxnId="{0217A10C-EA51-47A5-8362-3331D41CBBEE}">
      <dgm:prSet/>
      <dgm:spPr/>
      <dgm:t>
        <a:bodyPr/>
        <a:lstStyle/>
        <a:p>
          <a:endParaRPr lang="en-US" sz="4400">
            <a:solidFill>
              <a:sysClr val="windowText" lastClr="000000"/>
            </a:solidFill>
          </a:endParaRPr>
        </a:p>
      </dgm:t>
    </dgm:pt>
    <dgm:pt modelId="{48288D7E-56DF-4480-96CA-195C7E0C4FDE}">
      <dgm:prSet phldrT="[Text]" custT="1"/>
      <dgm:spPr/>
      <dgm:t>
        <a:bodyPr/>
        <a:lstStyle/>
        <a:p>
          <a:r>
            <a:rPr lang="en-US" sz="1200">
              <a:solidFill>
                <a:sysClr val="windowText" lastClr="000000"/>
              </a:solidFill>
            </a:rPr>
            <a:t>1902</a:t>
          </a:r>
          <a:endParaRPr lang="en-US" sz="1200" dirty="0">
            <a:solidFill>
              <a:sysClr val="windowText" lastClr="000000"/>
            </a:solidFill>
          </a:endParaRPr>
        </a:p>
      </dgm:t>
    </dgm:pt>
    <dgm:pt modelId="{23137073-A516-4B79-84C8-F1175A18AEB0}" type="parTrans" cxnId="{BF42C54C-E6A3-4034-B861-7BCD779A0FD7}">
      <dgm:prSet/>
      <dgm:spPr/>
      <dgm:t>
        <a:bodyPr/>
        <a:lstStyle/>
        <a:p>
          <a:endParaRPr lang="en-US" sz="4400">
            <a:solidFill>
              <a:sysClr val="windowText" lastClr="000000"/>
            </a:solidFill>
          </a:endParaRPr>
        </a:p>
      </dgm:t>
    </dgm:pt>
    <dgm:pt modelId="{9D31936C-771B-488A-AD97-52BB67BC97F0}" type="sibTrans" cxnId="{BF42C54C-E6A3-4034-B861-7BCD779A0FD7}">
      <dgm:prSet/>
      <dgm:spPr/>
      <dgm:t>
        <a:bodyPr/>
        <a:lstStyle/>
        <a:p>
          <a:endParaRPr lang="en-US" sz="4400">
            <a:solidFill>
              <a:sysClr val="windowText" lastClr="000000"/>
            </a:solidFill>
          </a:endParaRPr>
        </a:p>
      </dgm:t>
    </dgm:pt>
    <dgm:pt modelId="{3043B630-14C7-45AD-B36E-4E240074B32D}">
      <dgm:prSet custT="1"/>
      <dgm:spPr/>
      <dgm:t>
        <a:bodyPr/>
        <a:lstStyle/>
        <a:p>
          <a:r>
            <a:rPr lang="en-US" sz="1200">
              <a:solidFill>
                <a:sysClr val="windowText" lastClr="000000"/>
              </a:solidFill>
            </a:rPr>
            <a:t>1859</a:t>
          </a:r>
          <a:endParaRPr lang="en-US" sz="1200" dirty="0">
            <a:solidFill>
              <a:sysClr val="windowText" lastClr="000000"/>
            </a:solidFill>
          </a:endParaRPr>
        </a:p>
      </dgm:t>
    </dgm:pt>
    <dgm:pt modelId="{0C19B37B-D6DF-4431-A386-268E24D2E763}" type="parTrans" cxnId="{C760E372-A87C-4829-A38F-33437D6AD215}">
      <dgm:prSet/>
      <dgm:spPr/>
      <dgm:t>
        <a:bodyPr/>
        <a:lstStyle/>
        <a:p>
          <a:endParaRPr lang="en-US" sz="4400">
            <a:solidFill>
              <a:sysClr val="windowText" lastClr="000000"/>
            </a:solidFill>
          </a:endParaRPr>
        </a:p>
      </dgm:t>
    </dgm:pt>
    <dgm:pt modelId="{E20EEC7A-A62E-4BB9-B20C-EAA5A09874B6}" type="sibTrans" cxnId="{C760E372-A87C-4829-A38F-33437D6AD215}">
      <dgm:prSet/>
      <dgm:spPr/>
      <dgm:t>
        <a:bodyPr/>
        <a:lstStyle/>
        <a:p>
          <a:endParaRPr lang="en-US" sz="4400">
            <a:solidFill>
              <a:sysClr val="windowText" lastClr="000000"/>
            </a:solidFill>
          </a:endParaRPr>
        </a:p>
      </dgm:t>
    </dgm:pt>
    <dgm:pt modelId="{33DB6DB5-F031-4C5A-8CF6-10620EB56E83}">
      <dgm:prSet custT="1"/>
      <dgm:spPr/>
      <dgm:t>
        <a:bodyPr/>
        <a:lstStyle/>
        <a:p>
          <a:r>
            <a:rPr lang="en-US" sz="1200">
              <a:solidFill>
                <a:sysClr val="windowText" lastClr="000000"/>
              </a:solidFill>
            </a:rPr>
            <a:t>1866</a:t>
          </a:r>
          <a:endParaRPr lang="en-US" sz="1200" dirty="0">
            <a:solidFill>
              <a:sysClr val="windowText" lastClr="000000"/>
            </a:solidFill>
          </a:endParaRPr>
        </a:p>
      </dgm:t>
    </dgm:pt>
    <dgm:pt modelId="{B3582D38-D24A-4900-A5E1-3A9DE0966485}" type="parTrans" cxnId="{51BC7D8E-D509-4013-810C-1711AB4D66E3}">
      <dgm:prSet/>
      <dgm:spPr/>
      <dgm:t>
        <a:bodyPr/>
        <a:lstStyle/>
        <a:p>
          <a:endParaRPr lang="en-US" sz="4400">
            <a:solidFill>
              <a:sysClr val="windowText" lastClr="000000"/>
            </a:solidFill>
          </a:endParaRPr>
        </a:p>
      </dgm:t>
    </dgm:pt>
    <dgm:pt modelId="{DB519B6C-426F-4BDE-8227-7F5A7C75FC96}" type="sibTrans" cxnId="{51BC7D8E-D509-4013-810C-1711AB4D66E3}">
      <dgm:prSet/>
      <dgm:spPr/>
      <dgm:t>
        <a:bodyPr/>
        <a:lstStyle/>
        <a:p>
          <a:endParaRPr lang="en-US" sz="4400">
            <a:solidFill>
              <a:sysClr val="windowText" lastClr="000000"/>
            </a:solidFill>
          </a:endParaRPr>
        </a:p>
      </dgm:t>
    </dgm:pt>
    <dgm:pt modelId="{5E02687D-5966-42CF-991B-235EE221D941}">
      <dgm:prSet custT="1"/>
      <dgm:spPr/>
      <dgm:t>
        <a:bodyPr/>
        <a:lstStyle/>
        <a:p>
          <a:r>
            <a:rPr lang="en-US" sz="1200">
              <a:solidFill>
                <a:sysClr val="windowText" lastClr="000000"/>
              </a:solidFill>
            </a:rPr>
            <a:t>1874</a:t>
          </a:r>
          <a:endParaRPr lang="en-US" sz="1200" dirty="0">
            <a:solidFill>
              <a:sysClr val="windowText" lastClr="000000"/>
            </a:solidFill>
          </a:endParaRPr>
        </a:p>
      </dgm:t>
    </dgm:pt>
    <dgm:pt modelId="{EBE46B0C-DFE1-411C-A9C7-D87430092E49}" type="parTrans" cxnId="{51C4022B-159A-47D7-898F-017EBE53A3FA}">
      <dgm:prSet/>
      <dgm:spPr/>
      <dgm:t>
        <a:bodyPr/>
        <a:lstStyle/>
        <a:p>
          <a:endParaRPr lang="en-US" sz="4400">
            <a:solidFill>
              <a:sysClr val="windowText" lastClr="000000"/>
            </a:solidFill>
          </a:endParaRPr>
        </a:p>
      </dgm:t>
    </dgm:pt>
    <dgm:pt modelId="{A73AD857-35E7-4B3C-8536-65E2DDC61B0C}" type="sibTrans" cxnId="{51C4022B-159A-47D7-898F-017EBE53A3FA}">
      <dgm:prSet/>
      <dgm:spPr/>
      <dgm:t>
        <a:bodyPr/>
        <a:lstStyle/>
        <a:p>
          <a:endParaRPr lang="en-US" sz="4400">
            <a:solidFill>
              <a:sysClr val="windowText" lastClr="000000"/>
            </a:solidFill>
          </a:endParaRPr>
        </a:p>
      </dgm:t>
    </dgm:pt>
    <dgm:pt modelId="{0B4A435D-A24D-4FEA-B6C4-6B005640B9FB}">
      <dgm:prSet custT="1"/>
      <dgm:spPr/>
      <dgm:t>
        <a:bodyPr/>
        <a:lstStyle/>
        <a:p>
          <a:r>
            <a:rPr lang="en-US" sz="1600">
              <a:solidFill>
                <a:sysClr val="windowText" lastClr="000000"/>
              </a:solidFill>
            </a:rPr>
            <a:t>Proposal for international port health notification</a:t>
          </a:r>
          <a:endParaRPr lang="en-US" sz="1600" dirty="0">
            <a:solidFill>
              <a:sysClr val="windowText" lastClr="000000"/>
            </a:solidFill>
          </a:endParaRPr>
        </a:p>
      </dgm:t>
    </dgm:pt>
    <dgm:pt modelId="{EA851936-E508-418A-B7DE-B65B39473B64}" type="parTrans" cxnId="{E432EECE-C64E-42DF-BFF7-CD26732EA49D}">
      <dgm:prSet/>
      <dgm:spPr/>
      <dgm:t>
        <a:bodyPr/>
        <a:lstStyle/>
        <a:p>
          <a:endParaRPr lang="en-US" sz="4400">
            <a:solidFill>
              <a:sysClr val="windowText" lastClr="000000"/>
            </a:solidFill>
          </a:endParaRPr>
        </a:p>
      </dgm:t>
    </dgm:pt>
    <dgm:pt modelId="{11701E6C-2030-48DE-A3AA-0CE73146EFD7}" type="sibTrans" cxnId="{E432EECE-C64E-42DF-BFF7-CD26732EA49D}">
      <dgm:prSet/>
      <dgm:spPr/>
      <dgm:t>
        <a:bodyPr/>
        <a:lstStyle/>
        <a:p>
          <a:endParaRPr lang="en-US" sz="4400">
            <a:solidFill>
              <a:sysClr val="windowText" lastClr="000000"/>
            </a:solidFill>
          </a:endParaRPr>
        </a:p>
      </dgm:t>
    </dgm:pt>
    <dgm:pt modelId="{6C193296-EECC-435F-9FA5-BC8561A97BE8}">
      <dgm:prSet custT="1"/>
      <dgm:spPr/>
      <dgm:t>
        <a:bodyPr/>
        <a:lstStyle/>
        <a:p>
          <a:r>
            <a:rPr lang="en-US" sz="1200">
              <a:solidFill>
                <a:sysClr val="windowText" lastClr="000000"/>
              </a:solidFill>
            </a:rPr>
            <a:t>1891</a:t>
          </a:r>
          <a:endParaRPr lang="en-US" sz="1200" dirty="0">
            <a:solidFill>
              <a:sysClr val="windowText" lastClr="000000"/>
            </a:solidFill>
          </a:endParaRPr>
        </a:p>
      </dgm:t>
    </dgm:pt>
    <dgm:pt modelId="{B406E98B-7A85-4AD8-A43A-4457F2043252}" type="parTrans" cxnId="{AFA96561-1B74-4F06-85F0-56E52FB565B7}">
      <dgm:prSet/>
      <dgm:spPr/>
      <dgm:t>
        <a:bodyPr/>
        <a:lstStyle/>
        <a:p>
          <a:endParaRPr lang="en-US" sz="4400">
            <a:solidFill>
              <a:sysClr val="windowText" lastClr="000000"/>
            </a:solidFill>
          </a:endParaRPr>
        </a:p>
      </dgm:t>
    </dgm:pt>
    <dgm:pt modelId="{C58F959C-8480-4DEE-9D6E-D2D72EF972DA}" type="sibTrans" cxnId="{AFA96561-1B74-4F06-85F0-56E52FB565B7}">
      <dgm:prSet/>
      <dgm:spPr/>
      <dgm:t>
        <a:bodyPr/>
        <a:lstStyle/>
        <a:p>
          <a:endParaRPr lang="en-US" sz="4400">
            <a:solidFill>
              <a:sysClr val="windowText" lastClr="000000"/>
            </a:solidFill>
          </a:endParaRPr>
        </a:p>
      </dgm:t>
    </dgm:pt>
    <dgm:pt modelId="{38459486-C9AC-4F1F-8B85-27BC01C43910}">
      <dgm:prSet custT="1"/>
      <dgm:spPr/>
      <dgm:t>
        <a:bodyPr/>
        <a:lstStyle/>
        <a:p>
          <a:r>
            <a:rPr lang="en-US" sz="1600">
              <a:solidFill>
                <a:sysClr val="windowText" lastClr="000000"/>
              </a:solidFill>
            </a:rPr>
            <a:t>Called for sanitary agreements and conventions</a:t>
          </a:r>
          <a:endParaRPr lang="en-US" sz="1600" dirty="0">
            <a:solidFill>
              <a:sysClr val="windowText" lastClr="000000"/>
            </a:solidFill>
          </a:endParaRPr>
        </a:p>
      </dgm:t>
    </dgm:pt>
    <dgm:pt modelId="{29252BD7-1FEF-4345-96A3-CCA00004129E}" type="parTrans" cxnId="{CD0D425C-E7E3-480F-8472-39466CDC13BA}">
      <dgm:prSet/>
      <dgm:spPr/>
      <dgm:t>
        <a:bodyPr/>
        <a:lstStyle/>
        <a:p>
          <a:endParaRPr lang="en-US" sz="4400">
            <a:solidFill>
              <a:sysClr val="windowText" lastClr="000000"/>
            </a:solidFill>
          </a:endParaRPr>
        </a:p>
      </dgm:t>
    </dgm:pt>
    <dgm:pt modelId="{7E1A1125-61DE-49DC-A96B-6D88FF3745E0}" type="sibTrans" cxnId="{CD0D425C-E7E3-480F-8472-39466CDC13BA}">
      <dgm:prSet/>
      <dgm:spPr/>
      <dgm:t>
        <a:bodyPr/>
        <a:lstStyle/>
        <a:p>
          <a:endParaRPr lang="en-US" sz="4400">
            <a:solidFill>
              <a:sysClr val="windowText" lastClr="000000"/>
            </a:solidFill>
          </a:endParaRPr>
        </a:p>
      </dgm:t>
    </dgm:pt>
    <dgm:pt modelId="{4E0D48F8-2A19-4D72-BEFD-F91725387121}">
      <dgm:prSet custT="1"/>
      <dgm:spPr/>
      <dgm:t>
        <a:bodyPr/>
        <a:lstStyle/>
        <a:p>
          <a:r>
            <a:rPr lang="en-US" sz="1600">
              <a:solidFill>
                <a:sysClr val="windowText" lastClr="000000"/>
              </a:solidFill>
            </a:rPr>
            <a:t>Formation of PASB by 11 countries</a:t>
          </a:r>
          <a:endParaRPr lang="en-US" sz="1600" dirty="0">
            <a:solidFill>
              <a:sysClr val="windowText" lastClr="000000"/>
            </a:solidFill>
          </a:endParaRPr>
        </a:p>
      </dgm:t>
    </dgm:pt>
    <dgm:pt modelId="{5A6DDA12-165A-4B58-BA2C-6C076A688A49}" type="parTrans" cxnId="{C9D0CDC3-F010-4E27-967E-9C8D92937525}">
      <dgm:prSet/>
      <dgm:spPr/>
      <dgm:t>
        <a:bodyPr/>
        <a:lstStyle/>
        <a:p>
          <a:endParaRPr lang="en-US" sz="4400">
            <a:solidFill>
              <a:sysClr val="windowText" lastClr="000000"/>
            </a:solidFill>
          </a:endParaRPr>
        </a:p>
      </dgm:t>
    </dgm:pt>
    <dgm:pt modelId="{54A7B94A-6F4A-4A0C-959C-B1660C9887CD}" type="sibTrans" cxnId="{C9D0CDC3-F010-4E27-967E-9C8D92937525}">
      <dgm:prSet/>
      <dgm:spPr/>
      <dgm:t>
        <a:bodyPr/>
        <a:lstStyle/>
        <a:p>
          <a:endParaRPr lang="en-US" sz="4400">
            <a:solidFill>
              <a:sysClr val="windowText" lastClr="000000"/>
            </a:solidFill>
          </a:endParaRPr>
        </a:p>
      </dgm:t>
    </dgm:pt>
    <dgm:pt modelId="{4F87563D-D19D-4DAA-9A38-0DE473207D1E}">
      <dgm:prSet phldrT="[Text]" custT="1"/>
      <dgm:spPr/>
      <dgm:t>
        <a:bodyPr/>
        <a:lstStyle/>
        <a:p>
          <a:r>
            <a:rPr lang="en-US" sz="1600" dirty="0">
              <a:solidFill>
                <a:sysClr val="windowText" lastClr="000000"/>
              </a:solidFill>
            </a:rPr>
            <a:t>First International Sanitary Congress (Paris)</a:t>
          </a:r>
        </a:p>
      </dgm:t>
    </dgm:pt>
    <dgm:pt modelId="{FB57CE56-53A7-42DF-9201-59E60D55F8AF}" type="parTrans" cxnId="{6FA358CA-002D-49BC-A150-3142A4F68A85}">
      <dgm:prSet/>
      <dgm:spPr/>
      <dgm:t>
        <a:bodyPr/>
        <a:lstStyle/>
        <a:p>
          <a:endParaRPr lang="en-US" sz="4400">
            <a:solidFill>
              <a:sysClr val="windowText" lastClr="000000"/>
            </a:solidFill>
          </a:endParaRPr>
        </a:p>
      </dgm:t>
    </dgm:pt>
    <dgm:pt modelId="{0E3C4D77-666B-48DC-8206-74F01D7F8DCA}" type="sibTrans" cxnId="{6FA358CA-002D-49BC-A150-3142A4F68A85}">
      <dgm:prSet/>
      <dgm:spPr/>
      <dgm:t>
        <a:bodyPr/>
        <a:lstStyle/>
        <a:p>
          <a:endParaRPr lang="en-US" sz="4400">
            <a:solidFill>
              <a:sysClr val="windowText" lastClr="000000"/>
            </a:solidFill>
          </a:endParaRPr>
        </a:p>
      </dgm:t>
    </dgm:pt>
    <dgm:pt modelId="{B52A96C2-2FB0-4EE7-84D4-92DD289522EC}">
      <dgm:prSet custT="1"/>
      <dgm:spPr/>
      <dgm:t>
        <a:bodyPr/>
        <a:lstStyle/>
        <a:p>
          <a:r>
            <a:rPr lang="en-US" sz="1600">
              <a:solidFill>
                <a:sysClr val="windowText" lastClr="000000"/>
              </a:solidFill>
            </a:rPr>
            <a:t>Second International Sanitary Congress (Paris)</a:t>
          </a:r>
          <a:endParaRPr lang="en-US" sz="1600" dirty="0">
            <a:solidFill>
              <a:sysClr val="windowText" lastClr="000000"/>
            </a:solidFill>
          </a:endParaRPr>
        </a:p>
      </dgm:t>
    </dgm:pt>
    <dgm:pt modelId="{7CCBEA4F-EF22-44D6-BCFA-A64F3447FB3D}" type="parTrans" cxnId="{56F1C6C3-6193-4D40-8020-38167970A0E6}">
      <dgm:prSet/>
      <dgm:spPr/>
      <dgm:t>
        <a:bodyPr/>
        <a:lstStyle/>
        <a:p>
          <a:endParaRPr lang="en-US" sz="4400">
            <a:solidFill>
              <a:sysClr val="windowText" lastClr="000000"/>
            </a:solidFill>
          </a:endParaRPr>
        </a:p>
      </dgm:t>
    </dgm:pt>
    <dgm:pt modelId="{28D392E0-4088-4B29-99ED-495BDFE88827}" type="sibTrans" cxnId="{56F1C6C3-6193-4D40-8020-38167970A0E6}">
      <dgm:prSet/>
      <dgm:spPr/>
      <dgm:t>
        <a:bodyPr/>
        <a:lstStyle/>
        <a:p>
          <a:endParaRPr lang="en-US" sz="4400">
            <a:solidFill>
              <a:sysClr val="windowText" lastClr="000000"/>
            </a:solidFill>
          </a:endParaRPr>
        </a:p>
      </dgm:t>
    </dgm:pt>
    <dgm:pt modelId="{C27FBC7D-2E9E-4DE1-897C-2789AE4A0770}">
      <dgm:prSet custT="1"/>
      <dgm:spPr/>
      <dgm:t>
        <a:bodyPr/>
        <a:lstStyle/>
        <a:p>
          <a:r>
            <a:rPr lang="en-US" sz="1600">
              <a:solidFill>
                <a:sysClr val="windowText" lastClr="000000"/>
              </a:solidFill>
            </a:rPr>
            <a:t>Third International Sanitary Congress (Constantinople)</a:t>
          </a:r>
          <a:endParaRPr lang="en-US" sz="1600" dirty="0">
            <a:solidFill>
              <a:sysClr val="windowText" lastClr="000000"/>
            </a:solidFill>
          </a:endParaRPr>
        </a:p>
      </dgm:t>
    </dgm:pt>
    <dgm:pt modelId="{911A11E3-6B28-4DB9-810D-2D973EAE6A79}" type="parTrans" cxnId="{4394FA5A-3D5B-49A0-B228-D5626A9C964B}">
      <dgm:prSet/>
      <dgm:spPr/>
      <dgm:t>
        <a:bodyPr/>
        <a:lstStyle/>
        <a:p>
          <a:endParaRPr lang="en-US" sz="4400">
            <a:solidFill>
              <a:sysClr val="windowText" lastClr="000000"/>
            </a:solidFill>
          </a:endParaRPr>
        </a:p>
      </dgm:t>
    </dgm:pt>
    <dgm:pt modelId="{E9582D63-1CDE-4083-9641-486F852E81BF}" type="sibTrans" cxnId="{4394FA5A-3D5B-49A0-B228-D5626A9C964B}">
      <dgm:prSet/>
      <dgm:spPr/>
      <dgm:t>
        <a:bodyPr/>
        <a:lstStyle/>
        <a:p>
          <a:endParaRPr lang="en-US" sz="4400">
            <a:solidFill>
              <a:sysClr val="windowText" lastClr="000000"/>
            </a:solidFill>
          </a:endParaRPr>
        </a:p>
      </dgm:t>
    </dgm:pt>
    <dgm:pt modelId="{FF48467A-BFD2-4C3B-8C1F-2631D1BA7B68}">
      <dgm:prSet custT="1"/>
      <dgm:spPr/>
      <dgm:t>
        <a:bodyPr/>
        <a:lstStyle/>
        <a:p>
          <a:r>
            <a:rPr lang="en-US" sz="1600">
              <a:solidFill>
                <a:sysClr val="windowText" lastClr="000000"/>
              </a:solidFill>
            </a:rPr>
            <a:t>Fourth International Sanitary Congress (Vienna)</a:t>
          </a:r>
          <a:endParaRPr lang="en-US" sz="1600" dirty="0">
            <a:solidFill>
              <a:sysClr val="windowText" lastClr="000000"/>
            </a:solidFill>
          </a:endParaRPr>
        </a:p>
      </dgm:t>
    </dgm:pt>
    <dgm:pt modelId="{A9967301-5ED8-4895-B0FB-879E35DD31CE}" type="parTrans" cxnId="{27545AFE-B5DA-48EB-A64A-2E2D47D4BFC2}">
      <dgm:prSet/>
      <dgm:spPr/>
      <dgm:t>
        <a:bodyPr/>
        <a:lstStyle/>
        <a:p>
          <a:endParaRPr lang="en-US" sz="4400">
            <a:solidFill>
              <a:sysClr val="windowText" lastClr="000000"/>
            </a:solidFill>
          </a:endParaRPr>
        </a:p>
      </dgm:t>
    </dgm:pt>
    <dgm:pt modelId="{B42DD5C2-9578-40C8-A948-35CEFDEB719F}" type="sibTrans" cxnId="{27545AFE-B5DA-48EB-A64A-2E2D47D4BFC2}">
      <dgm:prSet/>
      <dgm:spPr/>
      <dgm:t>
        <a:bodyPr/>
        <a:lstStyle/>
        <a:p>
          <a:endParaRPr lang="en-US" sz="4400">
            <a:solidFill>
              <a:sysClr val="windowText" lastClr="000000"/>
            </a:solidFill>
          </a:endParaRPr>
        </a:p>
      </dgm:t>
    </dgm:pt>
    <dgm:pt modelId="{852CC641-3A48-4BB2-AF17-0B199FB9E51F}">
      <dgm:prSet phldrT="[Text]" custT="1"/>
      <dgm:spPr/>
      <dgm:t>
        <a:bodyPr/>
        <a:lstStyle/>
        <a:p>
          <a:r>
            <a:rPr lang="en-US" sz="1600" dirty="0">
              <a:solidFill>
                <a:sysClr val="windowText" lastClr="000000"/>
              </a:solidFill>
            </a:rPr>
            <a:t>5th International Sanitary Congress (Washington DC)</a:t>
          </a:r>
        </a:p>
      </dgm:t>
    </dgm:pt>
    <dgm:pt modelId="{0941EACA-67A6-4973-BF29-68538FEF77EC}" type="parTrans" cxnId="{1CFAF237-BFA0-4F71-B209-9E18B5CE8669}">
      <dgm:prSet/>
      <dgm:spPr/>
      <dgm:t>
        <a:bodyPr/>
        <a:lstStyle/>
        <a:p>
          <a:endParaRPr lang="en-US" sz="4400">
            <a:solidFill>
              <a:sysClr val="windowText" lastClr="000000"/>
            </a:solidFill>
          </a:endParaRPr>
        </a:p>
      </dgm:t>
    </dgm:pt>
    <dgm:pt modelId="{47B4DACD-3423-4F5A-A90E-AACA33C8808C}" type="sibTrans" cxnId="{1CFAF237-BFA0-4F71-B209-9E18B5CE8669}">
      <dgm:prSet/>
      <dgm:spPr/>
      <dgm:t>
        <a:bodyPr/>
        <a:lstStyle/>
        <a:p>
          <a:endParaRPr lang="en-US" sz="4400">
            <a:solidFill>
              <a:sysClr val="windowText" lastClr="000000"/>
            </a:solidFill>
          </a:endParaRPr>
        </a:p>
      </dgm:t>
    </dgm:pt>
    <dgm:pt modelId="{BB810AA5-3764-4207-B9E8-E97DA6E3C478}">
      <dgm:prSet phldrT="[Text]" custT="1"/>
      <dgm:spPr/>
      <dgm:t>
        <a:bodyPr/>
        <a:lstStyle/>
        <a:p>
          <a:r>
            <a:rPr lang="en-US" sz="1600">
              <a:solidFill>
                <a:sysClr val="windowText" lastClr="000000"/>
              </a:solidFill>
            </a:rPr>
            <a:t>1st Conference of American States (Washington DC)</a:t>
          </a:r>
          <a:endParaRPr lang="en-US" sz="1600" dirty="0">
            <a:solidFill>
              <a:sysClr val="windowText" lastClr="000000"/>
            </a:solidFill>
          </a:endParaRPr>
        </a:p>
      </dgm:t>
    </dgm:pt>
    <dgm:pt modelId="{0977A90B-AB85-4C8B-9420-0CDF21BB77AE}" type="parTrans" cxnId="{8B5D1839-4781-4C5B-B0DB-6D6850E1277E}">
      <dgm:prSet/>
      <dgm:spPr/>
      <dgm:t>
        <a:bodyPr/>
        <a:lstStyle/>
        <a:p>
          <a:endParaRPr lang="en-US" sz="4400">
            <a:solidFill>
              <a:sysClr val="windowText" lastClr="000000"/>
            </a:solidFill>
          </a:endParaRPr>
        </a:p>
      </dgm:t>
    </dgm:pt>
    <dgm:pt modelId="{9059C29D-897C-4BCA-9F23-676358C5005B}" type="sibTrans" cxnId="{8B5D1839-4781-4C5B-B0DB-6D6850E1277E}">
      <dgm:prSet/>
      <dgm:spPr/>
      <dgm:t>
        <a:bodyPr/>
        <a:lstStyle/>
        <a:p>
          <a:endParaRPr lang="en-US" sz="4400">
            <a:solidFill>
              <a:sysClr val="windowText" lastClr="000000"/>
            </a:solidFill>
          </a:endParaRPr>
        </a:p>
      </dgm:t>
    </dgm:pt>
    <dgm:pt modelId="{B3E1487F-9991-4430-8F7E-E33FF9E5243B}">
      <dgm:prSet custT="1"/>
      <dgm:spPr/>
      <dgm:t>
        <a:bodyPr/>
        <a:lstStyle/>
        <a:p>
          <a:r>
            <a:rPr lang="en-US" sz="1600">
              <a:solidFill>
                <a:sysClr val="windowText" lastClr="000000"/>
              </a:solidFill>
            </a:rPr>
            <a:t>2nd Conference (Mexico City)</a:t>
          </a:r>
          <a:endParaRPr lang="en-US" sz="1600" dirty="0">
            <a:solidFill>
              <a:sysClr val="windowText" lastClr="000000"/>
            </a:solidFill>
          </a:endParaRPr>
        </a:p>
      </dgm:t>
    </dgm:pt>
    <dgm:pt modelId="{158177A4-2892-4DB1-AE6A-5589FDA3076F}" type="parTrans" cxnId="{B6BCB3A5-AEFC-4A4E-BB5B-4873544260B7}">
      <dgm:prSet/>
      <dgm:spPr/>
      <dgm:t>
        <a:bodyPr/>
        <a:lstStyle/>
        <a:p>
          <a:endParaRPr lang="en-US" sz="4400">
            <a:solidFill>
              <a:sysClr val="windowText" lastClr="000000"/>
            </a:solidFill>
          </a:endParaRPr>
        </a:p>
      </dgm:t>
    </dgm:pt>
    <dgm:pt modelId="{41153D9D-8FF2-474E-922B-73E031436F57}" type="sibTrans" cxnId="{B6BCB3A5-AEFC-4A4E-BB5B-4873544260B7}">
      <dgm:prSet/>
      <dgm:spPr/>
      <dgm:t>
        <a:bodyPr/>
        <a:lstStyle/>
        <a:p>
          <a:endParaRPr lang="en-US" sz="4400">
            <a:solidFill>
              <a:sysClr val="windowText" lastClr="000000"/>
            </a:solidFill>
          </a:endParaRPr>
        </a:p>
      </dgm:t>
    </dgm:pt>
    <dgm:pt modelId="{4EC9324E-974A-4A29-8C7D-04459B783FA5}">
      <dgm:prSet phldrT="[Text]" custT="1"/>
      <dgm:spPr/>
      <dgm:t>
        <a:bodyPr/>
        <a:lstStyle/>
        <a:p>
          <a:r>
            <a:rPr lang="en-US" sz="1600">
              <a:solidFill>
                <a:sysClr val="windowText" lastClr="000000"/>
              </a:solidFill>
            </a:rPr>
            <a:t>1st Pan-American Sanitary Convention (Washington DC)</a:t>
          </a:r>
          <a:endParaRPr lang="en-US" sz="1600" dirty="0">
            <a:solidFill>
              <a:sysClr val="windowText" lastClr="000000"/>
            </a:solidFill>
          </a:endParaRPr>
        </a:p>
      </dgm:t>
    </dgm:pt>
    <dgm:pt modelId="{A9F56247-8071-453D-9893-E67257C02628}" type="parTrans" cxnId="{AB742108-EA7F-4663-BB61-4E7CB67B36DD}">
      <dgm:prSet/>
      <dgm:spPr/>
      <dgm:t>
        <a:bodyPr/>
        <a:lstStyle/>
        <a:p>
          <a:endParaRPr lang="en-US" sz="4400">
            <a:solidFill>
              <a:sysClr val="windowText" lastClr="000000"/>
            </a:solidFill>
          </a:endParaRPr>
        </a:p>
      </dgm:t>
    </dgm:pt>
    <dgm:pt modelId="{2A611BFC-DFA9-4097-8D2A-1AF2ED52496C}" type="sibTrans" cxnId="{AB742108-EA7F-4663-BB61-4E7CB67B36DD}">
      <dgm:prSet/>
      <dgm:spPr/>
      <dgm:t>
        <a:bodyPr/>
        <a:lstStyle/>
        <a:p>
          <a:endParaRPr lang="en-US" sz="4400">
            <a:solidFill>
              <a:sysClr val="windowText" lastClr="000000"/>
            </a:solidFill>
          </a:endParaRPr>
        </a:p>
      </dgm:t>
    </dgm:pt>
    <dgm:pt modelId="{D8CC58EA-02DE-43AF-B5A6-F3290C2A6F6F}" type="pres">
      <dgm:prSet presAssocID="{D2104815-CA4C-4351-A038-5ECDCF5E5776}" presName="Name0" presStyleCnt="0">
        <dgm:presLayoutVars>
          <dgm:dir/>
          <dgm:animLvl val="lvl"/>
          <dgm:resizeHandles val="exact"/>
        </dgm:presLayoutVars>
      </dgm:prSet>
      <dgm:spPr/>
    </dgm:pt>
    <dgm:pt modelId="{462FEC3F-3670-4C78-B45E-DBE049699856}" type="pres">
      <dgm:prSet presAssocID="{48288D7E-56DF-4480-96CA-195C7E0C4FDE}" presName="boxAndChildren" presStyleCnt="0"/>
      <dgm:spPr/>
    </dgm:pt>
    <dgm:pt modelId="{0078FD91-8E0F-4B82-A2EC-052549BA18B1}" type="pres">
      <dgm:prSet presAssocID="{48288D7E-56DF-4480-96CA-195C7E0C4FDE}" presName="parentTextBox" presStyleLbl="node1" presStyleIdx="0" presStyleCnt="8"/>
      <dgm:spPr/>
    </dgm:pt>
    <dgm:pt modelId="{180F4F2E-2374-4457-A968-62E18749A1A8}" type="pres">
      <dgm:prSet presAssocID="{48288D7E-56DF-4480-96CA-195C7E0C4FDE}" presName="entireBox" presStyleLbl="node1" presStyleIdx="0" presStyleCnt="8"/>
      <dgm:spPr/>
    </dgm:pt>
    <dgm:pt modelId="{31F9BAB8-2FB6-46D4-AC01-F7AFD9CAD918}" type="pres">
      <dgm:prSet presAssocID="{48288D7E-56DF-4480-96CA-195C7E0C4FDE}" presName="descendantBox" presStyleCnt="0"/>
      <dgm:spPr/>
    </dgm:pt>
    <dgm:pt modelId="{FAC78734-78DB-4E95-AF87-E4FBFD77EB14}" type="pres">
      <dgm:prSet presAssocID="{4EC9324E-974A-4A29-8C7D-04459B783FA5}" presName="childTextBox" presStyleLbl="fgAccFollowNode1" presStyleIdx="0" presStyleCnt="11">
        <dgm:presLayoutVars>
          <dgm:bulletEnabled val="1"/>
        </dgm:presLayoutVars>
      </dgm:prSet>
      <dgm:spPr/>
    </dgm:pt>
    <dgm:pt modelId="{082509BA-CC40-4299-8082-699FC4250CC5}" type="pres">
      <dgm:prSet presAssocID="{4E0D48F8-2A19-4D72-BEFD-F91725387121}" presName="childTextBox" presStyleLbl="fgAccFollowNode1" presStyleIdx="1" presStyleCnt="11">
        <dgm:presLayoutVars>
          <dgm:bulletEnabled val="1"/>
        </dgm:presLayoutVars>
      </dgm:prSet>
      <dgm:spPr/>
    </dgm:pt>
    <dgm:pt modelId="{0CFE4BAA-4079-48D1-8F47-7D0BDC1BE89F}" type="pres">
      <dgm:prSet presAssocID="{C58F959C-8480-4DEE-9D6E-D2D72EF972DA}" presName="sp" presStyleCnt="0"/>
      <dgm:spPr/>
    </dgm:pt>
    <dgm:pt modelId="{484AE00C-ADF9-45B7-992B-9697C2C25BA8}" type="pres">
      <dgm:prSet presAssocID="{6C193296-EECC-435F-9FA5-BC8561A97BE8}" presName="arrowAndChildren" presStyleCnt="0"/>
      <dgm:spPr/>
    </dgm:pt>
    <dgm:pt modelId="{43381930-D261-488E-AEC7-7CC65EA7DB24}" type="pres">
      <dgm:prSet presAssocID="{6C193296-EECC-435F-9FA5-BC8561A97BE8}" presName="parentTextArrow" presStyleLbl="node1" presStyleIdx="0" presStyleCnt="8"/>
      <dgm:spPr/>
    </dgm:pt>
    <dgm:pt modelId="{AF23FCC4-051C-4A65-8D4F-0D8B0247C48F}" type="pres">
      <dgm:prSet presAssocID="{6C193296-EECC-435F-9FA5-BC8561A97BE8}" presName="arrow" presStyleLbl="node1" presStyleIdx="1" presStyleCnt="8"/>
      <dgm:spPr/>
    </dgm:pt>
    <dgm:pt modelId="{4011AA80-79F1-45FF-B006-38A5DCA2EEEE}" type="pres">
      <dgm:prSet presAssocID="{6C193296-EECC-435F-9FA5-BC8561A97BE8}" presName="descendantArrow" presStyleCnt="0"/>
      <dgm:spPr/>
    </dgm:pt>
    <dgm:pt modelId="{411800CD-1C26-49BC-9E85-B58EBAD6E12E}" type="pres">
      <dgm:prSet presAssocID="{B3E1487F-9991-4430-8F7E-E33FF9E5243B}" presName="childTextArrow" presStyleLbl="fgAccFollowNode1" presStyleIdx="2" presStyleCnt="11">
        <dgm:presLayoutVars>
          <dgm:bulletEnabled val="1"/>
        </dgm:presLayoutVars>
      </dgm:prSet>
      <dgm:spPr/>
    </dgm:pt>
    <dgm:pt modelId="{B2820758-7CF2-4812-8D07-7801023FFAB6}" type="pres">
      <dgm:prSet presAssocID="{38459486-C9AC-4F1F-8B85-27BC01C43910}" presName="childTextArrow" presStyleLbl="fgAccFollowNode1" presStyleIdx="3" presStyleCnt="11">
        <dgm:presLayoutVars>
          <dgm:bulletEnabled val="1"/>
        </dgm:presLayoutVars>
      </dgm:prSet>
      <dgm:spPr/>
    </dgm:pt>
    <dgm:pt modelId="{6611242D-79C5-4815-BD32-196CA2922BF0}" type="pres">
      <dgm:prSet presAssocID="{680C52C2-35B1-4992-ADB7-B7AEFFB8FA69}" presName="sp" presStyleCnt="0"/>
      <dgm:spPr/>
    </dgm:pt>
    <dgm:pt modelId="{FA623513-72E6-4C54-B55B-6732ECCCCFE5}" type="pres">
      <dgm:prSet presAssocID="{FC3B4376-4023-4363-939D-876F4D8F9FB2}" presName="arrowAndChildren" presStyleCnt="0"/>
      <dgm:spPr/>
    </dgm:pt>
    <dgm:pt modelId="{09DD61D0-88B9-4867-8425-3E167B7B3CDA}" type="pres">
      <dgm:prSet presAssocID="{FC3B4376-4023-4363-939D-876F4D8F9FB2}" presName="parentTextArrow" presStyleLbl="node1" presStyleIdx="1" presStyleCnt="8"/>
      <dgm:spPr/>
    </dgm:pt>
    <dgm:pt modelId="{3C4D0AC6-D0F4-4B10-A452-3A120E473EA6}" type="pres">
      <dgm:prSet presAssocID="{FC3B4376-4023-4363-939D-876F4D8F9FB2}" presName="arrow" presStyleLbl="node1" presStyleIdx="2" presStyleCnt="8"/>
      <dgm:spPr/>
    </dgm:pt>
    <dgm:pt modelId="{5405896A-530D-4735-8FB2-251D003BF6F4}" type="pres">
      <dgm:prSet presAssocID="{FC3B4376-4023-4363-939D-876F4D8F9FB2}" presName="descendantArrow" presStyleCnt="0"/>
      <dgm:spPr/>
    </dgm:pt>
    <dgm:pt modelId="{F1DF037F-1A3A-44B9-AF86-3A6ABC0FFDAD}" type="pres">
      <dgm:prSet presAssocID="{BB810AA5-3764-4207-B9E8-E97DA6E3C478}" presName="childTextArrow" presStyleLbl="fgAccFollowNode1" presStyleIdx="4" presStyleCnt="11">
        <dgm:presLayoutVars>
          <dgm:bulletEnabled val="1"/>
        </dgm:presLayoutVars>
      </dgm:prSet>
      <dgm:spPr/>
    </dgm:pt>
    <dgm:pt modelId="{20BECA8D-03B8-46C6-9CD3-790C11E315B1}" type="pres">
      <dgm:prSet presAssocID="{0FD142A2-6B28-4EAD-A927-7F33016D453E}" presName="sp" presStyleCnt="0"/>
      <dgm:spPr/>
    </dgm:pt>
    <dgm:pt modelId="{526B9FCD-0465-471E-B057-CE8028FE20F0}" type="pres">
      <dgm:prSet presAssocID="{8E21E516-351C-4D43-812E-ED4116443D9F}" presName="arrowAndChildren" presStyleCnt="0"/>
      <dgm:spPr/>
    </dgm:pt>
    <dgm:pt modelId="{5D8747C3-6835-41B5-A7FE-E525E53BD687}" type="pres">
      <dgm:prSet presAssocID="{8E21E516-351C-4D43-812E-ED4116443D9F}" presName="parentTextArrow" presStyleLbl="node1" presStyleIdx="2" presStyleCnt="8"/>
      <dgm:spPr/>
    </dgm:pt>
    <dgm:pt modelId="{ACAF47EF-AF62-4FCA-8CE3-A4B67AD21D9A}" type="pres">
      <dgm:prSet presAssocID="{8E21E516-351C-4D43-812E-ED4116443D9F}" presName="arrow" presStyleLbl="node1" presStyleIdx="3" presStyleCnt="8"/>
      <dgm:spPr/>
    </dgm:pt>
    <dgm:pt modelId="{9513E2B1-AFB7-4D70-9431-84F67380F992}" type="pres">
      <dgm:prSet presAssocID="{8E21E516-351C-4D43-812E-ED4116443D9F}" presName="descendantArrow" presStyleCnt="0"/>
      <dgm:spPr/>
    </dgm:pt>
    <dgm:pt modelId="{6D1C4FF3-5862-45DD-B04A-0191BDDDEC77}" type="pres">
      <dgm:prSet presAssocID="{852CC641-3A48-4BB2-AF17-0B199FB9E51F}" presName="childTextArrow" presStyleLbl="fgAccFollowNode1" presStyleIdx="5" presStyleCnt="11">
        <dgm:presLayoutVars>
          <dgm:bulletEnabled val="1"/>
        </dgm:presLayoutVars>
      </dgm:prSet>
      <dgm:spPr/>
    </dgm:pt>
    <dgm:pt modelId="{682AD4D8-4341-4090-B8AA-A5B398424BDA}" type="pres">
      <dgm:prSet presAssocID="{0B4A435D-A24D-4FEA-B6C4-6B005640B9FB}" presName="childTextArrow" presStyleLbl="fgAccFollowNode1" presStyleIdx="6" presStyleCnt="11">
        <dgm:presLayoutVars>
          <dgm:bulletEnabled val="1"/>
        </dgm:presLayoutVars>
      </dgm:prSet>
      <dgm:spPr/>
    </dgm:pt>
    <dgm:pt modelId="{78FE141C-C073-4D33-A452-129C473B7B55}" type="pres">
      <dgm:prSet presAssocID="{A73AD857-35E7-4B3C-8536-65E2DDC61B0C}" presName="sp" presStyleCnt="0"/>
      <dgm:spPr/>
    </dgm:pt>
    <dgm:pt modelId="{80F4C1C9-CAE5-4406-80AA-3B8AC6FB9CE6}" type="pres">
      <dgm:prSet presAssocID="{5E02687D-5966-42CF-991B-235EE221D941}" presName="arrowAndChildren" presStyleCnt="0"/>
      <dgm:spPr/>
    </dgm:pt>
    <dgm:pt modelId="{52389984-6C14-4C9F-B40D-0D0EFB254C8B}" type="pres">
      <dgm:prSet presAssocID="{5E02687D-5966-42CF-991B-235EE221D941}" presName="parentTextArrow" presStyleLbl="node1" presStyleIdx="3" presStyleCnt="8"/>
      <dgm:spPr/>
    </dgm:pt>
    <dgm:pt modelId="{CC83A428-2ED2-4F33-B32A-E57809C4DAFD}" type="pres">
      <dgm:prSet presAssocID="{5E02687D-5966-42CF-991B-235EE221D941}" presName="arrow" presStyleLbl="node1" presStyleIdx="4" presStyleCnt="8"/>
      <dgm:spPr/>
    </dgm:pt>
    <dgm:pt modelId="{78212AC3-76CA-4A52-BA8B-354BBD8D34E3}" type="pres">
      <dgm:prSet presAssocID="{5E02687D-5966-42CF-991B-235EE221D941}" presName="descendantArrow" presStyleCnt="0"/>
      <dgm:spPr/>
    </dgm:pt>
    <dgm:pt modelId="{24B84DE2-62C0-4FD1-9942-CD3C98EECA40}" type="pres">
      <dgm:prSet presAssocID="{FF48467A-BFD2-4C3B-8C1F-2631D1BA7B68}" presName="childTextArrow" presStyleLbl="fgAccFollowNode1" presStyleIdx="7" presStyleCnt="11">
        <dgm:presLayoutVars>
          <dgm:bulletEnabled val="1"/>
        </dgm:presLayoutVars>
      </dgm:prSet>
      <dgm:spPr/>
    </dgm:pt>
    <dgm:pt modelId="{30F8842A-63DD-43D9-931B-ED4C4F3900CF}" type="pres">
      <dgm:prSet presAssocID="{DB519B6C-426F-4BDE-8227-7F5A7C75FC96}" presName="sp" presStyleCnt="0"/>
      <dgm:spPr/>
    </dgm:pt>
    <dgm:pt modelId="{45583482-FFB8-48BE-A37B-93905601AED9}" type="pres">
      <dgm:prSet presAssocID="{33DB6DB5-F031-4C5A-8CF6-10620EB56E83}" presName="arrowAndChildren" presStyleCnt="0"/>
      <dgm:spPr/>
    </dgm:pt>
    <dgm:pt modelId="{8ED0CE20-5871-468E-9445-B58D83F48D99}" type="pres">
      <dgm:prSet presAssocID="{33DB6DB5-F031-4C5A-8CF6-10620EB56E83}" presName="parentTextArrow" presStyleLbl="node1" presStyleIdx="4" presStyleCnt="8"/>
      <dgm:spPr/>
    </dgm:pt>
    <dgm:pt modelId="{403845FF-A950-409B-8AC9-7CC69EED36D6}" type="pres">
      <dgm:prSet presAssocID="{33DB6DB5-F031-4C5A-8CF6-10620EB56E83}" presName="arrow" presStyleLbl="node1" presStyleIdx="5" presStyleCnt="8"/>
      <dgm:spPr/>
    </dgm:pt>
    <dgm:pt modelId="{509054CE-253D-4E3A-B6DD-329B589A5C12}" type="pres">
      <dgm:prSet presAssocID="{33DB6DB5-F031-4C5A-8CF6-10620EB56E83}" presName="descendantArrow" presStyleCnt="0"/>
      <dgm:spPr/>
    </dgm:pt>
    <dgm:pt modelId="{3458FA05-7822-4229-A8C5-69C7907FC806}" type="pres">
      <dgm:prSet presAssocID="{C27FBC7D-2E9E-4DE1-897C-2789AE4A0770}" presName="childTextArrow" presStyleLbl="fgAccFollowNode1" presStyleIdx="8" presStyleCnt="11">
        <dgm:presLayoutVars>
          <dgm:bulletEnabled val="1"/>
        </dgm:presLayoutVars>
      </dgm:prSet>
      <dgm:spPr/>
    </dgm:pt>
    <dgm:pt modelId="{051F549D-6FA2-474E-A534-697B0FF7466E}" type="pres">
      <dgm:prSet presAssocID="{E20EEC7A-A62E-4BB9-B20C-EAA5A09874B6}" presName="sp" presStyleCnt="0"/>
      <dgm:spPr/>
    </dgm:pt>
    <dgm:pt modelId="{25A5AD04-E738-47B1-951A-C03AC2C5F497}" type="pres">
      <dgm:prSet presAssocID="{3043B630-14C7-45AD-B36E-4E240074B32D}" presName="arrowAndChildren" presStyleCnt="0"/>
      <dgm:spPr/>
    </dgm:pt>
    <dgm:pt modelId="{6AB8E449-80D5-4D0C-B5FD-4BB2A57764C8}" type="pres">
      <dgm:prSet presAssocID="{3043B630-14C7-45AD-B36E-4E240074B32D}" presName="parentTextArrow" presStyleLbl="node1" presStyleIdx="5" presStyleCnt="8"/>
      <dgm:spPr/>
    </dgm:pt>
    <dgm:pt modelId="{16F9B1D6-AA6D-4291-AE04-9DA536BEB12D}" type="pres">
      <dgm:prSet presAssocID="{3043B630-14C7-45AD-B36E-4E240074B32D}" presName="arrow" presStyleLbl="node1" presStyleIdx="6" presStyleCnt="8"/>
      <dgm:spPr/>
    </dgm:pt>
    <dgm:pt modelId="{37A51F79-13ED-43C6-AAC0-A79EBAC7D2D5}" type="pres">
      <dgm:prSet presAssocID="{3043B630-14C7-45AD-B36E-4E240074B32D}" presName="descendantArrow" presStyleCnt="0"/>
      <dgm:spPr/>
    </dgm:pt>
    <dgm:pt modelId="{CEF9DE9B-48E6-4FEA-BE12-7B1DFC286C9D}" type="pres">
      <dgm:prSet presAssocID="{B52A96C2-2FB0-4EE7-84D4-92DD289522EC}" presName="childTextArrow" presStyleLbl="fgAccFollowNode1" presStyleIdx="9" presStyleCnt="11">
        <dgm:presLayoutVars>
          <dgm:bulletEnabled val="1"/>
        </dgm:presLayoutVars>
      </dgm:prSet>
      <dgm:spPr/>
    </dgm:pt>
    <dgm:pt modelId="{0501C9E2-5E33-417B-A4BE-7A2E1B055C32}" type="pres">
      <dgm:prSet presAssocID="{11CEFDFE-6360-4AD5-B9F8-589C3FAB0001}" presName="sp" presStyleCnt="0"/>
      <dgm:spPr/>
    </dgm:pt>
    <dgm:pt modelId="{01B34D5E-1E06-4230-B0A9-10BE72D27273}" type="pres">
      <dgm:prSet presAssocID="{D5713BDC-24D9-4ABE-A053-CD27653EFC4E}" presName="arrowAndChildren" presStyleCnt="0"/>
      <dgm:spPr/>
    </dgm:pt>
    <dgm:pt modelId="{78A8200C-FE2A-454A-8F7D-AD1B64832659}" type="pres">
      <dgm:prSet presAssocID="{D5713BDC-24D9-4ABE-A053-CD27653EFC4E}" presName="parentTextArrow" presStyleLbl="node1" presStyleIdx="6" presStyleCnt="8"/>
      <dgm:spPr/>
    </dgm:pt>
    <dgm:pt modelId="{A132AF48-5505-4447-BF19-6052ED1A28A0}" type="pres">
      <dgm:prSet presAssocID="{D5713BDC-24D9-4ABE-A053-CD27653EFC4E}" presName="arrow" presStyleLbl="node1" presStyleIdx="7" presStyleCnt="8"/>
      <dgm:spPr/>
    </dgm:pt>
    <dgm:pt modelId="{0CB20DE7-DC6C-4184-98D2-F48A0613997C}" type="pres">
      <dgm:prSet presAssocID="{D5713BDC-24D9-4ABE-A053-CD27653EFC4E}" presName="descendantArrow" presStyleCnt="0"/>
      <dgm:spPr/>
    </dgm:pt>
    <dgm:pt modelId="{E29BAD4E-586C-41C8-B02C-FA741AFB6FB7}" type="pres">
      <dgm:prSet presAssocID="{4F87563D-D19D-4DAA-9A38-0DE473207D1E}" presName="childTextArrow" presStyleLbl="fgAccFollowNode1" presStyleIdx="10" presStyleCnt="11">
        <dgm:presLayoutVars>
          <dgm:bulletEnabled val="1"/>
        </dgm:presLayoutVars>
      </dgm:prSet>
      <dgm:spPr/>
    </dgm:pt>
  </dgm:ptLst>
  <dgm:cxnLst>
    <dgm:cxn modelId="{AB742108-EA7F-4663-BB61-4E7CB67B36DD}" srcId="{48288D7E-56DF-4480-96CA-195C7E0C4FDE}" destId="{4EC9324E-974A-4A29-8C7D-04459B783FA5}" srcOrd="0" destOrd="0" parTransId="{A9F56247-8071-453D-9893-E67257C02628}" sibTransId="{2A611BFC-DFA9-4097-8D2A-1AF2ED52496C}"/>
    <dgm:cxn modelId="{3B0D5908-4B93-4748-98CC-A3E802CFE04A}" type="presOf" srcId="{33DB6DB5-F031-4C5A-8CF6-10620EB56E83}" destId="{8ED0CE20-5871-468E-9445-B58D83F48D99}" srcOrd="0" destOrd="0" presId="urn:microsoft.com/office/officeart/2005/8/layout/process4"/>
    <dgm:cxn modelId="{F6C9190B-7618-402D-AF6D-8B1DD2898011}" type="presOf" srcId="{48288D7E-56DF-4480-96CA-195C7E0C4FDE}" destId="{180F4F2E-2374-4457-A968-62E18749A1A8}" srcOrd="1" destOrd="0" presId="urn:microsoft.com/office/officeart/2005/8/layout/process4"/>
    <dgm:cxn modelId="{0217A10C-EA51-47A5-8362-3331D41CBBEE}" srcId="{D2104815-CA4C-4351-A038-5ECDCF5E5776}" destId="{FC3B4376-4023-4363-939D-876F4D8F9FB2}" srcOrd="5" destOrd="0" parTransId="{23D230A7-5A9E-4AAB-A8FC-ADC5EF3D4CCC}" sibTransId="{680C52C2-35B1-4992-ADB7-B7AEFFB8FA69}"/>
    <dgm:cxn modelId="{7D3BBE1F-FE97-4990-8242-DBE858B03D85}" type="presOf" srcId="{D2104815-CA4C-4351-A038-5ECDCF5E5776}" destId="{D8CC58EA-02DE-43AF-B5A6-F3290C2A6F6F}" srcOrd="0" destOrd="0" presId="urn:microsoft.com/office/officeart/2005/8/layout/process4"/>
    <dgm:cxn modelId="{C893E923-E947-4874-8B06-68DB092127C4}" type="presOf" srcId="{FF48467A-BFD2-4C3B-8C1F-2631D1BA7B68}" destId="{24B84DE2-62C0-4FD1-9942-CD3C98EECA40}" srcOrd="0" destOrd="0" presId="urn:microsoft.com/office/officeart/2005/8/layout/process4"/>
    <dgm:cxn modelId="{C2E37325-5270-4E7B-9DD7-B0FF0ED51945}" type="presOf" srcId="{38459486-C9AC-4F1F-8B85-27BC01C43910}" destId="{B2820758-7CF2-4812-8D07-7801023FFAB6}" srcOrd="0" destOrd="0" presId="urn:microsoft.com/office/officeart/2005/8/layout/process4"/>
    <dgm:cxn modelId="{51C4022B-159A-47D7-898F-017EBE53A3FA}" srcId="{D2104815-CA4C-4351-A038-5ECDCF5E5776}" destId="{5E02687D-5966-42CF-991B-235EE221D941}" srcOrd="3" destOrd="0" parTransId="{EBE46B0C-DFE1-411C-A9C7-D87430092E49}" sibTransId="{A73AD857-35E7-4B3C-8536-65E2DDC61B0C}"/>
    <dgm:cxn modelId="{306EB22E-AA53-43A2-9B93-CFC02019C8BD}" type="presOf" srcId="{8E21E516-351C-4D43-812E-ED4116443D9F}" destId="{ACAF47EF-AF62-4FCA-8CE3-A4B67AD21D9A}" srcOrd="1" destOrd="0" presId="urn:microsoft.com/office/officeart/2005/8/layout/process4"/>
    <dgm:cxn modelId="{927DB432-4EDB-451A-BC6D-B8BE29B29ADA}" type="presOf" srcId="{4E0D48F8-2A19-4D72-BEFD-F91725387121}" destId="{082509BA-CC40-4299-8082-699FC4250CC5}" srcOrd="0" destOrd="0" presId="urn:microsoft.com/office/officeart/2005/8/layout/process4"/>
    <dgm:cxn modelId="{1CFAF237-BFA0-4F71-B209-9E18B5CE8669}" srcId="{8E21E516-351C-4D43-812E-ED4116443D9F}" destId="{852CC641-3A48-4BB2-AF17-0B199FB9E51F}" srcOrd="0" destOrd="0" parTransId="{0941EACA-67A6-4973-BF29-68538FEF77EC}" sibTransId="{47B4DACD-3423-4F5A-A90E-AACA33C8808C}"/>
    <dgm:cxn modelId="{8B5D1839-4781-4C5B-B0DB-6D6850E1277E}" srcId="{FC3B4376-4023-4363-939D-876F4D8F9FB2}" destId="{BB810AA5-3764-4207-B9E8-E97DA6E3C478}" srcOrd="0" destOrd="0" parTransId="{0977A90B-AB85-4C8B-9420-0CDF21BB77AE}" sibTransId="{9059C29D-897C-4BCA-9F23-676358C5005B}"/>
    <dgm:cxn modelId="{CD0D425C-E7E3-480F-8472-39466CDC13BA}" srcId="{6C193296-EECC-435F-9FA5-BC8561A97BE8}" destId="{38459486-C9AC-4F1F-8B85-27BC01C43910}" srcOrd="1" destOrd="0" parTransId="{29252BD7-1FEF-4345-96A3-CCA00004129E}" sibTransId="{7E1A1125-61DE-49DC-A96B-6D88FF3745E0}"/>
    <dgm:cxn modelId="{D73BA95C-47D1-4106-A360-E33B421A6BBD}" type="presOf" srcId="{3043B630-14C7-45AD-B36E-4E240074B32D}" destId="{6AB8E449-80D5-4D0C-B5FD-4BB2A57764C8}" srcOrd="0" destOrd="0" presId="urn:microsoft.com/office/officeart/2005/8/layout/process4"/>
    <dgm:cxn modelId="{7D2CB25E-7399-40F0-B7FC-F0ECDD2596F5}" type="presOf" srcId="{FC3B4376-4023-4363-939D-876F4D8F9FB2}" destId="{3C4D0AC6-D0F4-4B10-A452-3A120E473EA6}" srcOrd="1" destOrd="0" presId="urn:microsoft.com/office/officeart/2005/8/layout/process4"/>
    <dgm:cxn modelId="{AFA96561-1B74-4F06-85F0-56E52FB565B7}" srcId="{D2104815-CA4C-4351-A038-5ECDCF5E5776}" destId="{6C193296-EECC-435F-9FA5-BC8561A97BE8}" srcOrd="6" destOrd="0" parTransId="{B406E98B-7A85-4AD8-A43A-4457F2043252}" sibTransId="{C58F959C-8480-4DEE-9D6E-D2D72EF972DA}"/>
    <dgm:cxn modelId="{174CB745-9DCE-41BF-BBBF-1A955D229072}" type="presOf" srcId="{6C193296-EECC-435F-9FA5-BC8561A97BE8}" destId="{43381930-D261-488E-AEC7-7CC65EA7DB24}" srcOrd="0" destOrd="0" presId="urn:microsoft.com/office/officeart/2005/8/layout/process4"/>
    <dgm:cxn modelId="{860CDC45-6124-4BEC-839A-83725435B628}" type="presOf" srcId="{852CC641-3A48-4BB2-AF17-0B199FB9E51F}" destId="{6D1C4FF3-5862-45DD-B04A-0191BDDDEC77}" srcOrd="0" destOrd="0" presId="urn:microsoft.com/office/officeart/2005/8/layout/process4"/>
    <dgm:cxn modelId="{A6090448-290B-4579-AD49-6369DC827C5B}" type="presOf" srcId="{D5713BDC-24D9-4ABE-A053-CD27653EFC4E}" destId="{78A8200C-FE2A-454A-8F7D-AD1B64832659}" srcOrd="0" destOrd="0" presId="urn:microsoft.com/office/officeart/2005/8/layout/process4"/>
    <dgm:cxn modelId="{BF42C54C-E6A3-4034-B861-7BCD779A0FD7}" srcId="{D2104815-CA4C-4351-A038-5ECDCF5E5776}" destId="{48288D7E-56DF-4480-96CA-195C7E0C4FDE}" srcOrd="7" destOrd="0" parTransId="{23137073-A516-4B79-84C8-F1175A18AEB0}" sibTransId="{9D31936C-771B-488A-AD97-52BB67BC97F0}"/>
    <dgm:cxn modelId="{E289036D-D97E-4C18-86FF-2B3C51DA86D8}" type="presOf" srcId="{B3E1487F-9991-4430-8F7E-E33FF9E5243B}" destId="{411800CD-1C26-49BC-9E85-B58EBAD6E12E}" srcOrd="0" destOrd="0" presId="urn:microsoft.com/office/officeart/2005/8/layout/process4"/>
    <dgm:cxn modelId="{479CF86E-8B47-48F9-B97D-7406EE9A9324}" type="presOf" srcId="{48288D7E-56DF-4480-96CA-195C7E0C4FDE}" destId="{0078FD91-8E0F-4B82-A2EC-052549BA18B1}" srcOrd="0" destOrd="0" presId="urn:microsoft.com/office/officeart/2005/8/layout/process4"/>
    <dgm:cxn modelId="{C760E372-A87C-4829-A38F-33437D6AD215}" srcId="{D2104815-CA4C-4351-A038-5ECDCF5E5776}" destId="{3043B630-14C7-45AD-B36E-4E240074B32D}" srcOrd="1" destOrd="0" parTransId="{0C19B37B-D6DF-4431-A386-268E24D2E763}" sibTransId="{E20EEC7A-A62E-4BB9-B20C-EAA5A09874B6}"/>
    <dgm:cxn modelId="{FCBE7055-F354-482D-B0E1-BA3E82046A79}" type="presOf" srcId="{6C193296-EECC-435F-9FA5-BC8561A97BE8}" destId="{AF23FCC4-051C-4A65-8D4F-0D8B0247C48F}" srcOrd="1" destOrd="0" presId="urn:microsoft.com/office/officeart/2005/8/layout/process4"/>
    <dgm:cxn modelId="{0CCBF455-62D8-429B-8715-FA14892BA3C7}" type="presOf" srcId="{5E02687D-5966-42CF-991B-235EE221D941}" destId="{52389984-6C14-4C9F-B40D-0D0EFB254C8B}" srcOrd="0" destOrd="0" presId="urn:microsoft.com/office/officeart/2005/8/layout/process4"/>
    <dgm:cxn modelId="{C6FCBF58-BA29-40CE-B2A6-436858B63A40}" type="presOf" srcId="{B52A96C2-2FB0-4EE7-84D4-92DD289522EC}" destId="{CEF9DE9B-48E6-4FEA-BE12-7B1DFC286C9D}" srcOrd="0" destOrd="0" presId="urn:microsoft.com/office/officeart/2005/8/layout/process4"/>
    <dgm:cxn modelId="{4394FA5A-3D5B-49A0-B228-D5626A9C964B}" srcId="{33DB6DB5-F031-4C5A-8CF6-10620EB56E83}" destId="{C27FBC7D-2E9E-4DE1-897C-2789AE4A0770}" srcOrd="0" destOrd="0" parTransId="{911A11E3-6B28-4DB9-810D-2D973EAE6A79}" sibTransId="{E9582D63-1CDE-4083-9641-486F852E81BF}"/>
    <dgm:cxn modelId="{527FC681-347E-4F6E-9560-7EBEDD890B7E}" type="presOf" srcId="{4F87563D-D19D-4DAA-9A38-0DE473207D1E}" destId="{E29BAD4E-586C-41C8-B02C-FA741AFB6FB7}" srcOrd="0" destOrd="0" presId="urn:microsoft.com/office/officeart/2005/8/layout/process4"/>
    <dgm:cxn modelId="{51BC7D8E-D509-4013-810C-1711AB4D66E3}" srcId="{D2104815-CA4C-4351-A038-5ECDCF5E5776}" destId="{33DB6DB5-F031-4C5A-8CF6-10620EB56E83}" srcOrd="2" destOrd="0" parTransId="{B3582D38-D24A-4900-A5E1-3A9DE0966485}" sibTransId="{DB519B6C-426F-4BDE-8227-7F5A7C75FC96}"/>
    <dgm:cxn modelId="{65DE8495-593F-4226-BE87-B65EEDB0BF09}" srcId="{D2104815-CA4C-4351-A038-5ECDCF5E5776}" destId="{8E21E516-351C-4D43-812E-ED4116443D9F}" srcOrd="4" destOrd="0" parTransId="{EE05FBE9-15CB-4BEA-BA8B-93D7D6387F59}" sibTransId="{0FD142A2-6B28-4EAD-A927-7F33016D453E}"/>
    <dgm:cxn modelId="{B73B0997-6C32-4E15-8718-976BD3F47E04}" type="presOf" srcId="{0B4A435D-A24D-4FEA-B6C4-6B005640B9FB}" destId="{682AD4D8-4341-4090-B8AA-A5B398424BDA}" srcOrd="0" destOrd="0" presId="urn:microsoft.com/office/officeart/2005/8/layout/process4"/>
    <dgm:cxn modelId="{88D80E9B-5D66-4668-8279-2D72A9AE0275}" type="presOf" srcId="{33DB6DB5-F031-4C5A-8CF6-10620EB56E83}" destId="{403845FF-A950-409B-8AC9-7CC69EED36D6}" srcOrd="1" destOrd="0" presId="urn:microsoft.com/office/officeart/2005/8/layout/process4"/>
    <dgm:cxn modelId="{B6BCB3A5-AEFC-4A4E-BB5B-4873544260B7}" srcId="{6C193296-EECC-435F-9FA5-BC8561A97BE8}" destId="{B3E1487F-9991-4430-8F7E-E33FF9E5243B}" srcOrd="0" destOrd="0" parTransId="{158177A4-2892-4DB1-AE6A-5589FDA3076F}" sibTransId="{41153D9D-8FF2-474E-922B-73E031436F57}"/>
    <dgm:cxn modelId="{26472CB5-B491-4373-8CFC-8629206DABB1}" type="presOf" srcId="{D5713BDC-24D9-4ABE-A053-CD27653EFC4E}" destId="{A132AF48-5505-4447-BF19-6052ED1A28A0}" srcOrd="1" destOrd="0" presId="urn:microsoft.com/office/officeart/2005/8/layout/process4"/>
    <dgm:cxn modelId="{9718E7BE-D2DA-4B2A-9CF8-83A06D2226DE}" type="presOf" srcId="{C27FBC7D-2E9E-4DE1-897C-2789AE4A0770}" destId="{3458FA05-7822-4229-A8C5-69C7907FC806}" srcOrd="0" destOrd="0" presId="urn:microsoft.com/office/officeart/2005/8/layout/process4"/>
    <dgm:cxn modelId="{56F1C6C3-6193-4D40-8020-38167970A0E6}" srcId="{3043B630-14C7-45AD-B36E-4E240074B32D}" destId="{B52A96C2-2FB0-4EE7-84D4-92DD289522EC}" srcOrd="0" destOrd="0" parTransId="{7CCBEA4F-EF22-44D6-BCFA-A64F3447FB3D}" sibTransId="{28D392E0-4088-4B29-99ED-495BDFE88827}"/>
    <dgm:cxn modelId="{C9D0CDC3-F010-4E27-967E-9C8D92937525}" srcId="{48288D7E-56DF-4480-96CA-195C7E0C4FDE}" destId="{4E0D48F8-2A19-4D72-BEFD-F91725387121}" srcOrd="1" destOrd="0" parTransId="{5A6DDA12-165A-4B58-BA2C-6C076A688A49}" sibTransId="{54A7B94A-6F4A-4A0C-959C-B1660C9887CD}"/>
    <dgm:cxn modelId="{F332F0C5-9B25-4D9C-ABFA-E7570C9A7161}" type="presOf" srcId="{8E21E516-351C-4D43-812E-ED4116443D9F}" destId="{5D8747C3-6835-41B5-A7FE-E525E53BD687}" srcOrd="0" destOrd="0" presId="urn:microsoft.com/office/officeart/2005/8/layout/process4"/>
    <dgm:cxn modelId="{23F42BC6-AE66-40F5-96EE-D6858CCDA66C}" type="presOf" srcId="{FC3B4376-4023-4363-939D-876F4D8F9FB2}" destId="{09DD61D0-88B9-4867-8425-3E167B7B3CDA}" srcOrd="0" destOrd="0" presId="urn:microsoft.com/office/officeart/2005/8/layout/process4"/>
    <dgm:cxn modelId="{6FA358CA-002D-49BC-A150-3142A4F68A85}" srcId="{D5713BDC-24D9-4ABE-A053-CD27653EFC4E}" destId="{4F87563D-D19D-4DAA-9A38-0DE473207D1E}" srcOrd="0" destOrd="0" parTransId="{FB57CE56-53A7-42DF-9201-59E60D55F8AF}" sibTransId="{0E3C4D77-666B-48DC-8206-74F01D7F8DCA}"/>
    <dgm:cxn modelId="{419060CC-0372-43BA-BCF8-3A1E4DF296F0}" srcId="{D2104815-CA4C-4351-A038-5ECDCF5E5776}" destId="{D5713BDC-24D9-4ABE-A053-CD27653EFC4E}" srcOrd="0" destOrd="0" parTransId="{06BC41E4-6426-442F-941E-4C39987767CE}" sibTransId="{11CEFDFE-6360-4AD5-B9F8-589C3FAB0001}"/>
    <dgm:cxn modelId="{E432EECE-C64E-42DF-BFF7-CD26732EA49D}" srcId="{8E21E516-351C-4D43-812E-ED4116443D9F}" destId="{0B4A435D-A24D-4FEA-B6C4-6B005640B9FB}" srcOrd="1" destOrd="0" parTransId="{EA851936-E508-418A-B7DE-B65B39473B64}" sibTransId="{11701E6C-2030-48DE-A3AA-0CE73146EFD7}"/>
    <dgm:cxn modelId="{562296D0-CB9C-4580-A0F6-6A35C238C41C}" type="presOf" srcId="{5E02687D-5966-42CF-991B-235EE221D941}" destId="{CC83A428-2ED2-4F33-B32A-E57809C4DAFD}" srcOrd="1" destOrd="0" presId="urn:microsoft.com/office/officeart/2005/8/layout/process4"/>
    <dgm:cxn modelId="{AE9972D1-C2B5-4F6A-9B3F-DF84384729F9}" type="presOf" srcId="{4EC9324E-974A-4A29-8C7D-04459B783FA5}" destId="{FAC78734-78DB-4E95-AF87-E4FBFD77EB14}" srcOrd="0" destOrd="0" presId="urn:microsoft.com/office/officeart/2005/8/layout/process4"/>
    <dgm:cxn modelId="{7A277DF3-F244-47D4-B754-8A3EC77C8D4F}" type="presOf" srcId="{BB810AA5-3764-4207-B9E8-E97DA6E3C478}" destId="{F1DF037F-1A3A-44B9-AF86-3A6ABC0FFDAD}" srcOrd="0" destOrd="0" presId="urn:microsoft.com/office/officeart/2005/8/layout/process4"/>
    <dgm:cxn modelId="{6ECC3BF4-516E-4BA6-9798-B34DEA008F54}" type="presOf" srcId="{3043B630-14C7-45AD-B36E-4E240074B32D}" destId="{16F9B1D6-AA6D-4291-AE04-9DA536BEB12D}" srcOrd="1" destOrd="0" presId="urn:microsoft.com/office/officeart/2005/8/layout/process4"/>
    <dgm:cxn modelId="{27545AFE-B5DA-48EB-A64A-2E2D47D4BFC2}" srcId="{5E02687D-5966-42CF-991B-235EE221D941}" destId="{FF48467A-BFD2-4C3B-8C1F-2631D1BA7B68}" srcOrd="0" destOrd="0" parTransId="{A9967301-5ED8-4895-B0FB-879E35DD31CE}" sibTransId="{B42DD5C2-9578-40C8-A948-35CEFDEB719F}"/>
    <dgm:cxn modelId="{20ECD8E3-8284-4A60-854B-61E98924044C}" type="presParOf" srcId="{D8CC58EA-02DE-43AF-B5A6-F3290C2A6F6F}" destId="{462FEC3F-3670-4C78-B45E-DBE049699856}" srcOrd="0" destOrd="0" presId="urn:microsoft.com/office/officeart/2005/8/layout/process4"/>
    <dgm:cxn modelId="{39B3BD38-82B1-41C7-B266-A1F2C7792A4B}" type="presParOf" srcId="{462FEC3F-3670-4C78-B45E-DBE049699856}" destId="{0078FD91-8E0F-4B82-A2EC-052549BA18B1}" srcOrd="0" destOrd="0" presId="urn:microsoft.com/office/officeart/2005/8/layout/process4"/>
    <dgm:cxn modelId="{09FFC704-6E05-47F8-BCB6-54DE1A5FCC6B}" type="presParOf" srcId="{462FEC3F-3670-4C78-B45E-DBE049699856}" destId="{180F4F2E-2374-4457-A968-62E18749A1A8}" srcOrd="1" destOrd="0" presId="urn:microsoft.com/office/officeart/2005/8/layout/process4"/>
    <dgm:cxn modelId="{028AD04B-339E-4EF3-A6A8-874C65444511}" type="presParOf" srcId="{462FEC3F-3670-4C78-B45E-DBE049699856}" destId="{31F9BAB8-2FB6-46D4-AC01-F7AFD9CAD918}" srcOrd="2" destOrd="0" presId="urn:microsoft.com/office/officeart/2005/8/layout/process4"/>
    <dgm:cxn modelId="{21CDEC2A-0A59-433A-A0F7-4B49B4FBB32A}" type="presParOf" srcId="{31F9BAB8-2FB6-46D4-AC01-F7AFD9CAD918}" destId="{FAC78734-78DB-4E95-AF87-E4FBFD77EB14}" srcOrd="0" destOrd="0" presId="urn:microsoft.com/office/officeart/2005/8/layout/process4"/>
    <dgm:cxn modelId="{B8F46890-5F62-4E2E-89E7-F9B21822D0AB}" type="presParOf" srcId="{31F9BAB8-2FB6-46D4-AC01-F7AFD9CAD918}" destId="{082509BA-CC40-4299-8082-699FC4250CC5}" srcOrd="1" destOrd="0" presId="urn:microsoft.com/office/officeart/2005/8/layout/process4"/>
    <dgm:cxn modelId="{A71E69CF-61F5-4ACA-A28B-47162883A29A}" type="presParOf" srcId="{D8CC58EA-02DE-43AF-B5A6-F3290C2A6F6F}" destId="{0CFE4BAA-4079-48D1-8F47-7D0BDC1BE89F}" srcOrd="1" destOrd="0" presId="urn:microsoft.com/office/officeart/2005/8/layout/process4"/>
    <dgm:cxn modelId="{740756C1-944D-426C-805B-2E9B97A65A48}" type="presParOf" srcId="{D8CC58EA-02DE-43AF-B5A6-F3290C2A6F6F}" destId="{484AE00C-ADF9-45B7-992B-9697C2C25BA8}" srcOrd="2" destOrd="0" presId="urn:microsoft.com/office/officeart/2005/8/layout/process4"/>
    <dgm:cxn modelId="{8011A250-98FC-488A-8087-0ED94524744A}" type="presParOf" srcId="{484AE00C-ADF9-45B7-992B-9697C2C25BA8}" destId="{43381930-D261-488E-AEC7-7CC65EA7DB24}" srcOrd="0" destOrd="0" presId="urn:microsoft.com/office/officeart/2005/8/layout/process4"/>
    <dgm:cxn modelId="{B07F2BB9-3EEE-4CA6-A86D-C94854084BA9}" type="presParOf" srcId="{484AE00C-ADF9-45B7-992B-9697C2C25BA8}" destId="{AF23FCC4-051C-4A65-8D4F-0D8B0247C48F}" srcOrd="1" destOrd="0" presId="urn:microsoft.com/office/officeart/2005/8/layout/process4"/>
    <dgm:cxn modelId="{32649A40-56AA-41F9-A13F-29B452218902}" type="presParOf" srcId="{484AE00C-ADF9-45B7-992B-9697C2C25BA8}" destId="{4011AA80-79F1-45FF-B006-38A5DCA2EEEE}" srcOrd="2" destOrd="0" presId="urn:microsoft.com/office/officeart/2005/8/layout/process4"/>
    <dgm:cxn modelId="{C8BC6270-A3EA-4DD5-923F-C854D793DECB}" type="presParOf" srcId="{4011AA80-79F1-45FF-B006-38A5DCA2EEEE}" destId="{411800CD-1C26-49BC-9E85-B58EBAD6E12E}" srcOrd="0" destOrd="0" presId="urn:microsoft.com/office/officeart/2005/8/layout/process4"/>
    <dgm:cxn modelId="{5A4433C1-1E32-41A7-AA09-7CAAC2054899}" type="presParOf" srcId="{4011AA80-79F1-45FF-B006-38A5DCA2EEEE}" destId="{B2820758-7CF2-4812-8D07-7801023FFAB6}" srcOrd="1" destOrd="0" presId="urn:microsoft.com/office/officeart/2005/8/layout/process4"/>
    <dgm:cxn modelId="{CFCE474A-4EB2-4F2A-AFA2-53C32754CCA3}" type="presParOf" srcId="{D8CC58EA-02DE-43AF-B5A6-F3290C2A6F6F}" destId="{6611242D-79C5-4815-BD32-196CA2922BF0}" srcOrd="3" destOrd="0" presId="urn:microsoft.com/office/officeart/2005/8/layout/process4"/>
    <dgm:cxn modelId="{B78E9476-CBA4-4CAE-906B-91D577E6202E}" type="presParOf" srcId="{D8CC58EA-02DE-43AF-B5A6-F3290C2A6F6F}" destId="{FA623513-72E6-4C54-B55B-6732ECCCCFE5}" srcOrd="4" destOrd="0" presId="urn:microsoft.com/office/officeart/2005/8/layout/process4"/>
    <dgm:cxn modelId="{E41DA116-CC51-40E8-B8D9-94FEC803DCF8}" type="presParOf" srcId="{FA623513-72E6-4C54-B55B-6732ECCCCFE5}" destId="{09DD61D0-88B9-4867-8425-3E167B7B3CDA}" srcOrd="0" destOrd="0" presId="urn:microsoft.com/office/officeart/2005/8/layout/process4"/>
    <dgm:cxn modelId="{DBDF1C3B-D4F7-461C-9E6B-408332D27DAC}" type="presParOf" srcId="{FA623513-72E6-4C54-B55B-6732ECCCCFE5}" destId="{3C4D0AC6-D0F4-4B10-A452-3A120E473EA6}" srcOrd="1" destOrd="0" presId="urn:microsoft.com/office/officeart/2005/8/layout/process4"/>
    <dgm:cxn modelId="{A5A0684F-0C25-4D7B-91A3-84B1194B2AEA}" type="presParOf" srcId="{FA623513-72E6-4C54-B55B-6732ECCCCFE5}" destId="{5405896A-530D-4735-8FB2-251D003BF6F4}" srcOrd="2" destOrd="0" presId="urn:microsoft.com/office/officeart/2005/8/layout/process4"/>
    <dgm:cxn modelId="{008DF0A0-2406-45FC-8D43-479C71DA1E2E}" type="presParOf" srcId="{5405896A-530D-4735-8FB2-251D003BF6F4}" destId="{F1DF037F-1A3A-44B9-AF86-3A6ABC0FFDAD}" srcOrd="0" destOrd="0" presId="urn:microsoft.com/office/officeart/2005/8/layout/process4"/>
    <dgm:cxn modelId="{C1742630-4948-4B72-964D-3770045B300A}" type="presParOf" srcId="{D8CC58EA-02DE-43AF-B5A6-F3290C2A6F6F}" destId="{20BECA8D-03B8-46C6-9CD3-790C11E315B1}" srcOrd="5" destOrd="0" presId="urn:microsoft.com/office/officeart/2005/8/layout/process4"/>
    <dgm:cxn modelId="{21703336-E75D-4431-9D8F-151AF3BECCF9}" type="presParOf" srcId="{D8CC58EA-02DE-43AF-B5A6-F3290C2A6F6F}" destId="{526B9FCD-0465-471E-B057-CE8028FE20F0}" srcOrd="6" destOrd="0" presId="urn:microsoft.com/office/officeart/2005/8/layout/process4"/>
    <dgm:cxn modelId="{670EE3C3-FFCC-4500-B10B-08F3C86615FD}" type="presParOf" srcId="{526B9FCD-0465-471E-B057-CE8028FE20F0}" destId="{5D8747C3-6835-41B5-A7FE-E525E53BD687}" srcOrd="0" destOrd="0" presId="urn:microsoft.com/office/officeart/2005/8/layout/process4"/>
    <dgm:cxn modelId="{59238C2A-7EB1-4BB7-85F4-0BD871F8ED47}" type="presParOf" srcId="{526B9FCD-0465-471E-B057-CE8028FE20F0}" destId="{ACAF47EF-AF62-4FCA-8CE3-A4B67AD21D9A}" srcOrd="1" destOrd="0" presId="urn:microsoft.com/office/officeart/2005/8/layout/process4"/>
    <dgm:cxn modelId="{D2ADAA8E-D66B-4B79-9CB0-A321FFD500D6}" type="presParOf" srcId="{526B9FCD-0465-471E-B057-CE8028FE20F0}" destId="{9513E2B1-AFB7-4D70-9431-84F67380F992}" srcOrd="2" destOrd="0" presId="urn:microsoft.com/office/officeart/2005/8/layout/process4"/>
    <dgm:cxn modelId="{7D5DDDF2-87FD-4CDF-83F2-84A869B43B48}" type="presParOf" srcId="{9513E2B1-AFB7-4D70-9431-84F67380F992}" destId="{6D1C4FF3-5862-45DD-B04A-0191BDDDEC77}" srcOrd="0" destOrd="0" presId="urn:microsoft.com/office/officeart/2005/8/layout/process4"/>
    <dgm:cxn modelId="{A80ED2EC-B807-409B-9745-85080314FAE1}" type="presParOf" srcId="{9513E2B1-AFB7-4D70-9431-84F67380F992}" destId="{682AD4D8-4341-4090-B8AA-A5B398424BDA}" srcOrd="1" destOrd="0" presId="urn:microsoft.com/office/officeart/2005/8/layout/process4"/>
    <dgm:cxn modelId="{0806059B-4C51-4830-A4F1-65BE9295BE15}" type="presParOf" srcId="{D8CC58EA-02DE-43AF-B5A6-F3290C2A6F6F}" destId="{78FE141C-C073-4D33-A452-129C473B7B55}" srcOrd="7" destOrd="0" presId="urn:microsoft.com/office/officeart/2005/8/layout/process4"/>
    <dgm:cxn modelId="{7ECFEA77-BE33-4C1C-85DC-5C75C9FA47CD}" type="presParOf" srcId="{D8CC58EA-02DE-43AF-B5A6-F3290C2A6F6F}" destId="{80F4C1C9-CAE5-4406-80AA-3B8AC6FB9CE6}" srcOrd="8" destOrd="0" presId="urn:microsoft.com/office/officeart/2005/8/layout/process4"/>
    <dgm:cxn modelId="{E8576EA6-CF2E-4262-A7C3-2D8006519F21}" type="presParOf" srcId="{80F4C1C9-CAE5-4406-80AA-3B8AC6FB9CE6}" destId="{52389984-6C14-4C9F-B40D-0D0EFB254C8B}" srcOrd="0" destOrd="0" presId="urn:microsoft.com/office/officeart/2005/8/layout/process4"/>
    <dgm:cxn modelId="{90A0E752-E4D5-4ADF-8957-8D7CA1AE1F21}" type="presParOf" srcId="{80F4C1C9-CAE5-4406-80AA-3B8AC6FB9CE6}" destId="{CC83A428-2ED2-4F33-B32A-E57809C4DAFD}" srcOrd="1" destOrd="0" presId="urn:microsoft.com/office/officeart/2005/8/layout/process4"/>
    <dgm:cxn modelId="{F5AE228F-CA34-4674-81E3-B142F8E1CE65}" type="presParOf" srcId="{80F4C1C9-CAE5-4406-80AA-3B8AC6FB9CE6}" destId="{78212AC3-76CA-4A52-BA8B-354BBD8D34E3}" srcOrd="2" destOrd="0" presId="urn:microsoft.com/office/officeart/2005/8/layout/process4"/>
    <dgm:cxn modelId="{83B54516-B9D2-48CF-858C-4DA1721F7FDC}" type="presParOf" srcId="{78212AC3-76CA-4A52-BA8B-354BBD8D34E3}" destId="{24B84DE2-62C0-4FD1-9942-CD3C98EECA40}" srcOrd="0" destOrd="0" presId="urn:microsoft.com/office/officeart/2005/8/layout/process4"/>
    <dgm:cxn modelId="{2AB8753A-8A37-421D-BCC3-4824E569D05D}" type="presParOf" srcId="{D8CC58EA-02DE-43AF-B5A6-F3290C2A6F6F}" destId="{30F8842A-63DD-43D9-931B-ED4C4F3900CF}" srcOrd="9" destOrd="0" presId="urn:microsoft.com/office/officeart/2005/8/layout/process4"/>
    <dgm:cxn modelId="{86662D30-9D7E-4797-A688-2D63DC09BDA5}" type="presParOf" srcId="{D8CC58EA-02DE-43AF-B5A6-F3290C2A6F6F}" destId="{45583482-FFB8-48BE-A37B-93905601AED9}" srcOrd="10" destOrd="0" presId="urn:microsoft.com/office/officeart/2005/8/layout/process4"/>
    <dgm:cxn modelId="{F3D901CA-0B67-4E8B-A1B5-2AE626B331F7}" type="presParOf" srcId="{45583482-FFB8-48BE-A37B-93905601AED9}" destId="{8ED0CE20-5871-468E-9445-B58D83F48D99}" srcOrd="0" destOrd="0" presId="urn:microsoft.com/office/officeart/2005/8/layout/process4"/>
    <dgm:cxn modelId="{705866E5-54BA-4D37-B563-C08EC05C2BCE}" type="presParOf" srcId="{45583482-FFB8-48BE-A37B-93905601AED9}" destId="{403845FF-A950-409B-8AC9-7CC69EED36D6}" srcOrd="1" destOrd="0" presId="urn:microsoft.com/office/officeart/2005/8/layout/process4"/>
    <dgm:cxn modelId="{3EF1A28A-5380-4859-93A7-BF397D86AB86}" type="presParOf" srcId="{45583482-FFB8-48BE-A37B-93905601AED9}" destId="{509054CE-253D-4E3A-B6DD-329B589A5C12}" srcOrd="2" destOrd="0" presId="urn:microsoft.com/office/officeart/2005/8/layout/process4"/>
    <dgm:cxn modelId="{52DA1C5A-81D4-4C7B-B101-FE982F7923CC}" type="presParOf" srcId="{509054CE-253D-4E3A-B6DD-329B589A5C12}" destId="{3458FA05-7822-4229-A8C5-69C7907FC806}" srcOrd="0" destOrd="0" presId="urn:microsoft.com/office/officeart/2005/8/layout/process4"/>
    <dgm:cxn modelId="{FDDA7E80-FEE6-4617-8BF7-0A797FB145FF}" type="presParOf" srcId="{D8CC58EA-02DE-43AF-B5A6-F3290C2A6F6F}" destId="{051F549D-6FA2-474E-A534-697B0FF7466E}" srcOrd="11" destOrd="0" presId="urn:microsoft.com/office/officeart/2005/8/layout/process4"/>
    <dgm:cxn modelId="{93265F3D-AC91-4880-A5DE-B8E894E9426B}" type="presParOf" srcId="{D8CC58EA-02DE-43AF-B5A6-F3290C2A6F6F}" destId="{25A5AD04-E738-47B1-951A-C03AC2C5F497}" srcOrd="12" destOrd="0" presId="urn:microsoft.com/office/officeart/2005/8/layout/process4"/>
    <dgm:cxn modelId="{B016B66E-3792-4597-9986-BA68196062D1}" type="presParOf" srcId="{25A5AD04-E738-47B1-951A-C03AC2C5F497}" destId="{6AB8E449-80D5-4D0C-B5FD-4BB2A57764C8}" srcOrd="0" destOrd="0" presId="urn:microsoft.com/office/officeart/2005/8/layout/process4"/>
    <dgm:cxn modelId="{EF012AF0-2085-4BB0-95A7-FB9B02595266}" type="presParOf" srcId="{25A5AD04-E738-47B1-951A-C03AC2C5F497}" destId="{16F9B1D6-AA6D-4291-AE04-9DA536BEB12D}" srcOrd="1" destOrd="0" presId="urn:microsoft.com/office/officeart/2005/8/layout/process4"/>
    <dgm:cxn modelId="{A7D23B86-6790-4F1A-BFF0-7325BFC15726}" type="presParOf" srcId="{25A5AD04-E738-47B1-951A-C03AC2C5F497}" destId="{37A51F79-13ED-43C6-AAC0-A79EBAC7D2D5}" srcOrd="2" destOrd="0" presId="urn:microsoft.com/office/officeart/2005/8/layout/process4"/>
    <dgm:cxn modelId="{36875359-A43A-4805-83B8-FD23E7F6C72C}" type="presParOf" srcId="{37A51F79-13ED-43C6-AAC0-A79EBAC7D2D5}" destId="{CEF9DE9B-48E6-4FEA-BE12-7B1DFC286C9D}" srcOrd="0" destOrd="0" presId="urn:microsoft.com/office/officeart/2005/8/layout/process4"/>
    <dgm:cxn modelId="{AEEEF269-C8DF-44A8-B69A-2D46D627ED90}" type="presParOf" srcId="{D8CC58EA-02DE-43AF-B5A6-F3290C2A6F6F}" destId="{0501C9E2-5E33-417B-A4BE-7A2E1B055C32}" srcOrd="13" destOrd="0" presId="urn:microsoft.com/office/officeart/2005/8/layout/process4"/>
    <dgm:cxn modelId="{B2CC6625-F2FC-4730-9BDE-D3B9DFC98F87}" type="presParOf" srcId="{D8CC58EA-02DE-43AF-B5A6-F3290C2A6F6F}" destId="{01B34D5E-1E06-4230-B0A9-10BE72D27273}" srcOrd="14" destOrd="0" presId="urn:microsoft.com/office/officeart/2005/8/layout/process4"/>
    <dgm:cxn modelId="{C2FABD87-19C9-40AF-832C-ABD714F3C0E3}" type="presParOf" srcId="{01B34D5E-1E06-4230-B0A9-10BE72D27273}" destId="{78A8200C-FE2A-454A-8F7D-AD1B64832659}" srcOrd="0" destOrd="0" presId="urn:microsoft.com/office/officeart/2005/8/layout/process4"/>
    <dgm:cxn modelId="{DEBB22D2-FC12-4B55-8208-0F7411CFC8BA}" type="presParOf" srcId="{01B34D5E-1E06-4230-B0A9-10BE72D27273}" destId="{A132AF48-5505-4447-BF19-6052ED1A28A0}" srcOrd="1" destOrd="0" presId="urn:microsoft.com/office/officeart/2005/8/layout/process4"/>
    <dgm:cxn modelId="{19519BF6-389D-40B1-9261-40EE0EE4EAC6}" type="presParOf" srcId="{01B34D5E-1E06-4230-B0A9-10BE72D27273}" destId="{0CB20DE7-DC6C-4184-98D2-F48A0613997C}" srcOrd="2" destOrd="0" presId="urn:microsoft.com/office/officeart/2005/8/layout/process4"/>
    <dgm:cxn modelId="{4634C86E-DDE6-48B6-B9D8-0B3AFF0EC64E}" type="presParOf" srcId="{0CB20DE7-DC6C-4184-98D2-F48A0613997C}" destId="{E29BAD4E-586C-41C8-B02C-FA741AFB6FB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104815-CA4C-4351-A038-5ECDCF5E5776}" type="doc">
      <dgm:prSet loTypeId="urn:microsoft.com/office/officeart/2005/8/layout/process4" loCatId="process" qsTypeId="urn:microsoft.com/office/officeart/2005/8/quickstyle/simple2" qsCatId="simple" csTypeId="urn:microsoft.com/office/officeart/2005/8/colors/colorful2" csCatId="colorful" phldr="1"/>
      <dgm:spPr/>
      <dgm:t>
        <a:bodyPr/>
        <a:lstStyle/>
        <a:p>
          <a:endParaRPr lang="en-US"/>
        </a:p>
      </dgm:t>
    </dgm:pt>
    <dgm:pt modelId="{48288D7E-56DF-4480-96CA-195C7E0C4FDE}">
      <dgm:prSet phldrT="[Text]" custT="1"/>
      <dgm:spPr/>
      <dgm:t>
        <a:bodyPr/>
        <a:lstStyle/>
        <a:p>
          <a:r>
            <a:rPr lang="en-US" sz="1400">
              <a:solidFill>
                <a:sysClr val="windowText" lastClr="000000"/>
              </a:solidFill>
            </a:rPr>
            <a:t>1902</a:t>
          </a:r>
          <a:endParaRPr lang="en-US" sz="1400" dirty="0">
            <a:solidFill>
              <a:sysClr val="windowText" lastClr="000000"/>
            </a:solidFill>
          </a:endParaRPr>
        </a:p>
      </dgm:t>
    </dgm:pt>
    <dgm:pt modelId="{23137073-A516-4B79-84C8-F1175A18AEB0}" type="parTrans" cxnId="{BF42C54C-E6A3-4034-B861-7BCD779A0FD7}">
      <dgm:prSet/>
      <dgm:spPr/>
      <dgm:t>
        <a:bodyPr/>
        <a:lstStyle/>
        <a:p>
          <a:endParaRPr lang="en-US" sz="4800">
            <a:solidFill>
              <a:sysClr val="windowText" lastClr="000000"/>
            </a:solidFill>
          </a:endParaRPr>
        </a:p>
      </dgm:t>
    </dgm:pt>
    <dgm:pt modelId="{9D31936C-771B-488A-AD97-52BB67BC97F0}" type="sibTrans" cxnId="{BF42C54C-E6A3-4034-B861-7BCD779A0FD7}">
      <dgm:prSet/>
      <dgm:spPr/>
      <dgm:t>
        <a:bodyPr/>
        <a:lstStyle/>
        <a:p>
          <a:endParaRPr lang="en-US" sz="4800">
            <a:solidFill>
              <a:sysClr val="windowText" lastClr="000000"/>
            </a:solidFill>
          </a:endParaRPr>
        </a:p>
      </dgm:t>
    </dgm:pt>
    <dgm:pt modelId="{ED9275EA-ACC6-40D6-8CAA-9889F80EB19A}">
      <dgm:prSet phldrT="[Text]" custT="1"/>
      <dgm:spPr/>
      <dgm:t>
        <a:bodyPr/>
        <a:lstStyle/>
        <a:p>
          <a:r>
            <a:rPr lang="en-US" sz="1400" dirty="0">
              <a:solidFill>
                <a:sysClr val="windowText" lastClr="000000"/>
              </a:solidFill>
            </a:rPr>
            <a:t>1905</a:t>
          </a:r>
        </a:p>
      </dgm:t>
    </dgm:pt>
    <dgm:pt modelId="{A33A5635-E68B-4FA4-9B1B-4E34C102FB15}" type="parTrans" cxnId="{D8E5055E-1C07-44A2-A225-254F7BB19C7C}">
      <dgm:prSet/>
      <dgm:spPr/>
      <dgm:t>
        <a:bodyPr/>
        <a:lstStyle/>
        <a:p>
          <a:endParaRPr lang="en-US" sz="4800">
            <a:solidFill>
              <a:sysClr val="windowText" lastClr="000000"/>
            </a:solidFill>
          </a:endParaRPr>
        </a:p>
      </dgm:t>
    </dgm:pt>
    <dgm:pt modelId="{A75AD4BF-C507-4ACB-AE4C-BFB04A900BE3}" type="sibTrans" cxnId="{D8E5055E-1C07-44A2-A225-254F7BB19C7C}">
      <dgm:prSet/>
      <dgm:spPr/>
      <dgm:t>
        <a:bodyPr/>
        <a:lstStyle/>
        <a:p>
          <a:endParaRPr lang="en-US" sz="4800">
            <a:solidFill>
              <a:sysClr val="windowText" lastClr="000000"/>
            </a:solidFill>
          </a:endParaRPr>
        </a:p>
      </dgm:t>
    </dgm:pt>
    <dgm:pt modelId="{4E0D48F8-2A19-4D72-BEFD-F91725387121}">
      <dgm:prSet custT="1"/>
      <dgm:spPr/>
      <dgm:t>
        <a:bodyPr/>
        <a:lstStyle/>
        <a:p>
          <a:r>
            <a:rPr lang="en-US" sz="1800">
              <a:solidFill>
                <a:sysClr val="windowText" lastClr="000000"/>
              </a:solidFill>
            </a:rPr>
            <a:t>Formation of PASB by 11 countries</a:t>
          </a:r>
          <a:endParaRPr lang="en-US" sz="1800" dirty="0">
            <a:solidFill>
              <a:sysClr val="windowText" lastClr="000000"/>
            </a:solidFill>
          </a:endParaRPr>
        </a:p>
      </dgm:t>
    </dgm:pt>
    <dgm:pt modelId="{5A6DDA12-165A-4B58-BA2C-6C076A688A49}" type="parTrans" cxnId="{C9D0CDC3-F010-4E27-967E-9C8D92937525}">
      <dgm:prSet/>
      <dgm:spPr/>
      <dgm:t>
        <a:bodyPr/>
        <a:lstStyle/>
        <a:p>
          <a:endParaRPr lang="en-US" sz="4800">
            <a:solidFill>
              <a:sysClr val="windowText" lastClr="000000"/>
            </a:solidFill>
          </a:endParaRPr>
        </a:p>
      </dgm:t>
    </dgm:pt>
    <dgm:pt modelId="{54A7B94A-6F4A-4A0C-959C-B1660C9887CD}" type="sibTrans" cxnId="{C9D0CDC3-F010-4E27-967E-9C8D92937525}">
      <dgm:prSet/>
      <dgm:spPr/>
      <dgm:t>
        <a:bodyPr/>
        <a:lstStyle/>
        <a:p>
          <a:endParaRPr lang="en-US" sz="4800">
            <a:solidFill>
              <a:sysClr val="windowText" lastClr="000000"/>
            </a:solidFill>
          </a:endParaRPr>
        </a:p>
      </dgm:t>
    </dgm:pt>
    <dgm:pt modelId="{F17052C3-0068-4DCB-8C4B-B182FF6620F2}">
      <dgm:prSet custT="1"/>
      <dgm:spPr/>
      <dgm:t>
        <a:bodyPr/>
        <a:lstStyle/>
        <a:p>
          <a:r>
            <a:rPr lang="es-ES" sz="1800" dirty="0" err="1">
              <a:solidFill>
                <a:sysClr val="windowText" lastClr="000000"/>
              </a:solidFill>
            </a:rPr>
            <a:t>Successes</a:t>
          </a:r>
          <a:r>
            <a:rPr lang="es-ES" sz="1800" dirty="0">
              <a:solidFill>
                <a:sysClr val="windowText" lastClr="000000"/>
              </a:solidFill>
            </a:rPr>
            <a:t> in Cuba, </a:t>
          </a:r>
          <a:r>
            <a:rPr lang="es-ES" sz="1800" dirty="0" err="1">
              <a:solidFill>
                <a:sysClr val="windowText" lastClr="000000"/>
              </a:solidFill>
            </a:rPr>
            <a:t>Panama</a:t>
          </a:r>
          <a:r>
            <a:rPr lang="es-ES" sz="1800" dirty="0">
              <a:solidFill>
                <a:sysClr val="windowText" lastClr="000000"/>
              </a:solidFill>
            </a:rPr>
            <a:t> Canal, </a:t>
          </a:r>
          <a:r>
            <a:rPr lang="es-ES" sz="1800" dirty="0" err="1">
              <a:solidFill>
                <a:sysClr val="windowText" lastClr="000000"/>
              </a:solidFill>
            </a:rPr>
            <a:t>Mexico</a:t>
          </a:r>
          <a:endParaRPr lang="es-ES" sz="1800" dirty="0">
            <a:solidFill>
              <a:sysClr val="windowText" lastClr="000000"/>
            </a:solidFill>
          </a:endParaRPr>
        </a:p>
      </dgm:t>
    </dgm:pt>
    <dgm:pt modelId="{E9903C49-E011-413D-BF98-E385A9AC5CFE}" type="parTrans" cxnId="{FAFF5DB3-779E-4D96-974D-78A685C7F5A9}">
      <dgm:prSet/>
      <dgm:spPr/>
      <dgm:t>
        <a:bodyPr/>
        <a:lstStyle/>
        <a:p>
          <a:endParaRPr lang="en-US" sz="4800">
            <a:solidFill>
              <a:sysClr val="windowText" lastClr="000000"/>
            </a:solidFill>
          </a:endParaRPr>
        </a:p>
      </dgm:t>
    </dgm:pt>
    <dgm:pt modelId="{DD802DD4-08E8-42CA-B0F4-9E70DCE27BF8}" type="sibTrans" cxnId="{FAFF5DB3-779E-4D96-974D-78A685C7F5A9}">
      <dgm:prSet/>
      <dgm:spPr/>
      <dgm:t>
        <a:bodyPr/>
        <a:lstStyle/>
        <a:p>
          <a:endParaRPr lang="en-US" sz="4800">
            <a:solidFill>
              <a:sysClr val="windowText" lastClr="000000"/>
            </a:solidFill>
          </a:endParaRPr>
        </a:p>
      </dgm:t>
    </dgm:pt>
    <dgm:pt modelId="{9DB117EC-8627-4F4C-9B14-E17444A1092A}">
      <dgm:prSet custT="1"/>
      <dgm:spPr/>
      <dgm:t>
        <a:bodyPr/>
        <a:lstStyle/>
        <a:p>
          <a:r>
            <a:rPr lang="en-US" sz="1400">
              <a:solidFill>
                <a:sysClr val="windowText" lastClr="000000"/>
              </a:solidFill>
            </a:rPr>
            <a:t>1907</a:t>
          </a:r>
          <a:endParaRPr lang="en-US" sz="1400" dirty="0">
            <a:solidFill>
              <a:sysClr val="windowText" lastClr="000000"/>
            </a:solidFill>
          </a:endParaRPr>
        </a:p>
      </dgm:t>
    </dgm:pt>
    <dgm:pt modelId="{67967114-B99C-4685-A30D-54B6EB391409}" type="parTrans" cxnId="{61981351-81E3-41B3-9DD1-5AAB408F821D}">
      <dgm:prSet/>
      <dgm:spPr/>
      <dgm:t>
        <a:bodyPr/>
        <a:lstStyle/>
        <a:p>
          <a:endParaRPr lang="en-US" sz="4800">
            <a:solidFill>
              <a:sysClr val="windowText" lastClr="000000"/>
            </a:solidFill>
          </a:endParaRPr>
        </a:p>
      </dgm:t>
    </dgm:pt>
    <dgm:pt modelId="{2285B5FC-F0A7-41E2-8CC3-D8ABA24D4E21}" type="sibTrans" cxnId="{61981351-81E3-41B3-9DD1-5AAB408F821D}">
      <dgm:prSet/>
      <dgm:spPr/>
      <dgm:t>
        <a:bodyPr/>
        <a:lstStyle/>
        <a:p>
          <a:endParaRPr lang="en-US" sz="4800">
            <a:solidFill>
              <a:sysClr val="windowText" lastClr="000000"/>
            </a:solidFill>
          </a:endParaRPr>
        </a:p>
      </dgm:t>
    </dgm:pt>
    <dgm:pt modelId="{216F2138-9E76-4397-8195-6FE5D9EAFEBA}">
      <dgm:prSet custT="1"/>
      <dgm:spPr/>
      <dgm:t>
        <a:bodyPr/>
        <a:lstStyle/>
        <a:p>
          <a:r>
            <a:rPr lang="en-US" sz="1800" dirty="0">
              <a:solidFill>
                <a:sysClr val="windowText" lastClr="000000"/>
              </a:solidFill>
            </a:rPr>
            <a:t>Urged health data committees</a:t>
          </a:r>
        </a:p>
      </dgm:t>
    </dgm:pt>
    <dgm:pt modelId="{34D27D5D-4173-4D1A-A40C-BFA2D98B4719}" type="parTrans" cxnId="{5CFC1250-98E9-447D-9ACA-DC1E6E115ABE}">
      <dgm:prSet/>
      <dgm:spPr/>
      <dgm:t>
        <a:bodyPr/>
        <a:lstStyle/>
        <a:p>
          <a:endParaRPr lang="en-US" sz="4800">
            <a:solidFill>
              <a:sysClr val="windowText" lastClr="000000"/>
            </a:solidFill>
          </a:endParaRPr>
        </a:p>
      </dgm:t>
    </dgm:pt>
    <dgm:pt modelId="{2B4B34CD-25AE-4C7E-8F05-F1CD3F0B0086}" type="sibTrans" cxnId="{5CFC1250-98E9-447D-9ACA-DC1E6E115ABE}">
      <dgm:prSet/>
      <dgm:spPr/>
      <dgm:t>
        <a:bodyPr/>
        <a:lstStyle/>
        <a:p>
          <a:endParaRPr lang="en-US" sz="4800">
            <a:solidFill>
              <a:sysClr val="windowText" lastClr="000000"/>
            </a:solidFill>
          </a:endParaRPr>
        </a:p>
      </dgm:t>
    </dgm:pt>
    <dgm:pt modelId="{B0339C6C-3786-40A3-966B-6659DB38F022}">
      <dgm:prSet custT="1"/>
      <dgm:spPr/>
      <dgm:t>
        <a:bodyPr/>
        <a:lstStyle/>
        <a:p>
          <a:r>
            <a:rPr lang="en-US" sz="1400">
              <a:solidFill>
                <a:sysClr val="windowText" lastClr="000000"/>
              </a:solidFill>
            </a:rPr>
            <a:t>1909</a:t>
          </a:r>
          <a:endParaRPr lang="en-US" sz="1400" dirty="0">
            <a:solidFill>
              <a:sysClr val="windowText" lastClr="000000"/>
            </a:solidFill>
          </a:endParaRPr>
        </a:p>
      </dgm:t>
    </dgm:pt>
    <dgm:pt modelId="{4BC1D867-FDBD-471E-AC81-F49FCA1917D9}" type="parTrans" cxnId="{DA47EBBE-6C95-40CC-A21F-9226A20883E7}">
      <dgm:prSet/>
      <dgm:spPr/>
      <dgm:t>
        <a:bodyPr/>
        <a:lstStyle/>
        <a:p>
          <a:endParaRPr lang="en-US" sz="4800">
            <a:solidFill>
              <a:sysClr val="windowText" lastClr="000000"/>
            </a:solidFill>
          </a:endParaRPr>
        </a:p>
      </dgm:t>
    </dgm:pt>
    <dgm:pt modelId="{7FACD959-4579-46BA-94D7-419C8242EC78}" type="sibTrans" cxnId="{DA47EBBE-6C95-40CC-A21F-9226A20883E7}">
      <dgm:prSet/>
      <dgm:spPr/>
      <dgm:t>
        <a:bodyPr/>
        <a:lstStyle/>
        <a:p>
          <a:endParaRPr lang="en-US" sz="4800">
            <a:solidFill>
              <a:sysClr val="windowText" lastClr="000000"/>
            </a:solidFill>
          </a:endParaRPr>
        </a:p>
      </dgm:t>
    </dgm:pt>
    <dgm:pt modelId="{D00BA121-A16F-490E-94F3-BE9198E3CB5A}">
      <dgm:prSet custT="1"/>
      <dgm:spPr/>
      <dgm:t>
        <a:bodyPr/>
        <a:lstStyle/>
        <a:p>
          <a:r>
            <a:rPr lang="en-US" sz="1800" dirty="0">
              <a:solidFill>
                <a:sysClr val="windowText" lastClr="000000"/>
              </a:solidFill>
            </a:rPr>
            <a:t>Focus on health promotion</a:t>
          </a:r>
        </a:p>
      </dgm:t>
    </dgm:pt>
    <dgm:pt modelId="{2A879360-D6EA-448B-B9A6-46FDDEB1AE52}" type="parTrans" cxnId="{CDC69ACB-DBD4-47ED-88BE-FB75395FE386}">
      <dgm:prSet/>
      <dgm:spPr/>
      <dgm:t>
        <a:bodyPr/>
        <a:lstStyle/>
        <a:p>
          <a:endParaRPr lang="en-US" sz="4800">
            <a:solidFill>
              <a:sysClr val="windowText" lastClr="000000"/>
            </a:solidFill>
          </a:endParaRPr>
        </a:p>
      </dgm:t>
    </dgm:pt>
    <dgm:pt modelId="{A7A9526C-F368-4413-B0CA-9CB245A50ED0}" type="sibTrans" cxnId="{CDC69ACB-DBD4-47ED-88BE-FB75395FE386}">
      <dgm:prSet/>
      <dgm:spPr/>
      <dgm:t>
        <a:bodyPr/>
        <a:lstStyle/>
        <a:p>
          <a:endParaRPr lang="en-US" sz="4800">
            <a:solidFill>
              <a:sysClr val="windowText" lastClr="000000"/>
            </a:solidFill>
          </a:endParaRPr>
        </a:p>
      </dgm:t>
    </dgm:pt>
    <dgm:pt modelId="{A3A3F5AE-FF1F-433B-9B4B-7723F657503D}">
      <dgm:prSet custT="1"/>
      <dgm:spPr/>
      <dgm:t>
        <a:bodyPr/>
        <a:lstStyle/>
        <a:p>
          <a:r>
            <a:rPr lang="en-US" sz="1400">
              <a:solidFill>
                <a:sysClr val="windowText" lastClr="000000"/>
              </a:solidFill>
            </a:rPr>
            <a:t>1911</a:t>
          </a:r>
          <a:endParaRPr lang="en-US" sz="1400" dirty="0">
            <a:solidFill>
              <a:sysClr val="windowText" lastClr="000000"/>
            </a:solidFill>
          </a:endParaRPr>
        </a:p>
      </dgm:t>
    </dgm:pt>
    <dgm:pt modelId="{90C95FA6-7C6A-4E1D-9184-4CF025848066}" type="parTrans" cxnId="{E2B60CA3-F077-41FB-A9CC-0C8C4FC3C5E5}">
      <dgm:prSet/>
      <dgm:spPr/>
      <dgm:t>
        <a:bodyPr/>
        <a:lstStyle/>
        <a:p>
          <a:endParaRPr lang="en-US" sz="4800">
            <a:solidFill>
              <a:sysClr val="windowText" lastClr="000000"/>
            </a:solidFill>
          </a:endParaRPr>
        </a:p>
      </dgm:t>
    </dgm:pt>
    <dgm:pt modelId="{68CD87CC-6BAF-4732-B46B-7FC698FF1730}" type="sibTrans" cxnId="{E2B60CA3-F077-41FB-A9CC-0C8C4FC3C5E5}">
      <dgm:prSet/>
      <dgm:spPr/>
      <dgm:t>
        <a:bodyPr/>
        <a:lstStyle/>
        <a:p>
          <a:endParaRPr lang="en-US" sz="4800">
            <a:solidFill>
              <a:sysClr val="windowText" lastClr="000000"/>
            </a:solidFill>
          </a:endParaRPr>
        </a:p>
      </dgm:t>
    </dgm:pt>
    <dgm:pt modelId="{D0119AC8-1912-4B72-AF97-D186736DF711}">
      <dgm:prSet custT="1"/>
      <dgm:spPr/>
      <dgm:t>
        <a:bodyPr/>
        <a:lstStyle/>
        <a:p>
          <a:r>
            <a:rPr lang="en-US" sz="1800" dirty="0">
              <a:solidFill>
                <a:sysClr val="windowText" lastClr="000000"/>
              </a:solidFill>
            </a:rPr>
            <a:t>Recommended official health authorities as delegates</a:t>
          </a:r>
        </a:p>
      </dgm:t>
    </dgm:pt>
    <dgm:pt modelId="{06FDF307-108B-4B30-AC9E-3716FBFA23D1}" type="parTrans" cxnId="{92163205-FE6B-443B-882D-40D3B2A5C4CE}">
      <dgm:prSet/>
      <dgm:spPr/>
      <dgm:t>
        <a:bodyPr/>
        <a:lstStyle/>
        <a:p>
          <a:endParaRPr lang="en-US" sz="4800">
            <a:solidFill>
              <a:sysClr val="windowText" lastClr="000000"/>
            </a:solidFill>
          </a:endParaRPr>
        </a:p>
      </dgm:t>
    </dgm:pt>
    <dgm:pt modelId="{5008AAB3-D82F-4C8A-BC7F-A5A4B80876AC}" type="sibTrans" cxnId="{92163205-FE6B-443B-882D-40D3B2A5C4CE}">
      <dgm:prSet/>
      <dgm:spPr/>
      <dgm:t>
        <a:bodyPr/>
        <a:lstStyle/>
        <a:p>
          <a:endParaRPr lang="en-US" sz="4800">
            <a:solidFill>
              <a:sysClr val="windowText" lastClr="000000"/>
            </a:solidFill>
          </a:endParaRPr>
        </a:p>
      </dgm:t>
    </dgm:pt>
    <dgm:pt modelId="{4EC9324E-974A-4A29-8C7D-04459B783FA5}">
      <dgm:prSet phldrT="[Text]" custT="1"/>
      <dgm:spPr/>
      <dgm:t>
        <a:bodyPr/>
        <a:lstStyle/>
        <a:p>
          <a:r>
            <a:rPr lang="en-US" sz="1800">
              <a:solidFill>
                <a:sysClr val="windowText" lastClr="000000"/>
              </a:solidFill>
            </a:rPr>
            <a:t>1st Pan-American Sanitary Convention (Washington DC)</a:t>
          </a:r>
          <a:endParaRPr lang="en-US" sz="1800" dirty="0">
            <a:solidFill>
              <a:sysClr val="windowText" lastClr="000000"/>
            </a:solidFill>
          </a:endParaRPr>
        </a:p>
      </dgm:t>
    </dgm:pt>
    <dgm:pt modelId="{A9F56247-8071-453D-9893-E67257C02628}" type="parTrans" cxnId="{AB742108-EA7F-4663-BB61-4E7CB67B36DD}">
      <dgm:prSet/>
      <dgm:spPr/>
      <dgm:t>
        <a:bodyPr/>
        <a:lstStyle/>
        <a:p>
          <a:endParaRPr lang="en-US" sz="4800">
            <a:solidFill>
              <a:sysClr val="windowText" lastClr="000000"/>
            </a:solidFill>
          </a:endParaRPr>
        </a:p>
      </dgm:t>
    </dgm:pt>
    <dgm:pt modelId="{2A611BFC-DFA9-4097-8D2A-1AF2ED52496C}" type="sibTrans" cxnId="{AB742108-EA7F-4663-BB61-4E7CB67B36DD}">
      <dgm:prSet/>
      <dgm:spPr/>
      <dgm:t>
        <a:bodyPr/>
        <a:lstStyle/>
        <a:p>
          <a:endParaRPr lang="en-US" sz="4800">
            <a:solidFill>
              <a:sysClr val="windowText" lastClr="000000"/>
            </a:solidFill>
          </a:endParaRPr>
        </a:p>
      </dgm:t>
    </dgm:pt>
    <dgm:pt modelId="{6AA1EB74-55BD-466F-9E5F-1CA2EBACDFDC}">
      <dgm:prSet phldrT="[Text]" custT="1"/>
      <dgm:spPr/>
      <dgm:t>
        <a:bodyPr/>
        <a:lstStyle/>
        <a:p>
          <a:r>
            <a:rPr lang="en-US" sz="1800" dirty="0">
              <a:solidFill>
                <a:sysClr val="windowText" lastClr="000000"/>
              </a:solidFill>
            </a:rPr>
            <a:t> 2nd Convention (Washington DC)</a:t>
          </a:r>
        </a:p>
      </dgm:t>
    </dgm:pt>
    <dgm:pt modelId="{5411F8E9-D797-464C-A295-7423DF734E5E}" type="parTrans" cxnId="{59C6A3DF-7DC8-42BB-88E4-A5C358661990}">
      <dgm:prSet/>
      <dgm:spPr/>
      <dgm:t>
        <a:bodyPr/>
        <a:lstStyle/>
        <a:p>
          <a:endParaRPr lang="en-US" sz="4800">
            <a:solidFill>
              <a:sysClr val="windowText" lastClr="000000"/>
            </a:solidFill>
          </a:endParaRPr>
        </a:p>
      </dgm:t>
    </dgm:pt>
    <dgm:pt modelId="{C5AADB68-F6DB-4049-809A-B4479D0257E5}" type="sibTrans" cxnId="{59C6A3DF-7DC8-42BB-88E4-A5C358661990}">
      <dgm:prSet/>
      <dgm:spPr/>
      <dgm:t>
        <a:bodyPr/>
        <a:lstStyle/>
        <a:p>
          <a:endParaRPr lang="en-US" sz="4800">
            <a:solidFill>
              <a:sysClr val="windowText" lastClr="000000"/>
            </a:solidFill>
          </a:endParaRPr>
        </a:p>
      </dgm:t>
    </dgm:pt>
    <dgm:pt modelId="{C2FD654B-6622-4E35-B44F-1846AB5EDD8E}">
      <dgm:prSet custT="1"/>
      <dgm:spPr/>
      <dgm:t>
        <a:bodyPr/>
        <a:lstStyle/>
        <a:p>
          <a:r>
            <a:rPr lang="en-US" sz="1800" dirty="0">
              <a:solidFill>
                <a:sysClr val="windowText" lastClr="000000"/>
              </a:solidFill>
            </a:rPr>
            <a:t>3rd Convention (Mexico City)</a:t>
          </a:r>
        </a:p>
      </dgm:t>
    </dgm:pt>
    <dgm:pt modelId="{AA7F9A6E-082E-4084-AC11-721FA184C7F1}" type="parTrans" cxnId="{9DBA2E01-1D11-4F74-A74C-BB7E3F560FBF}">
      <dgm:prSet/>
      <dgm:spPr/>
      <dgm:t>
        <a:bodyPr/>
        <a:lstStyle/>
        <a:p>
          <a:endParaRPr lang="en-US" sz="4800">
            <a:solidFill>
              <a:sysClr val="windowText" lastClr="000000"/>
            </a:solidFill>
          </a:endParaRPr>
        </a:p>
      </dgm:t>
    </dgm:pt>
    <dgm:pt modelId="{79DFE6F6-BBC7-4E9A-A267-40165DD07D42}" type="sibTrans" cxnId="{9DBA2E01-1D11-4F74-A74C-BB7E3F560FBF}">
      <dgm:prSet/>
      <dgm:spPr/>
      <dgm:t>
        <a:bodyPr/>
        <a:lstStyle/>
        <a:p>
          <a:endParaRPr lang="en-US" sz="4800">
            <a:solidFill>
              <a:sysClr val="windowText" lastClr="000000"/>
            </a:solidFill>
          </a:endParaRPr>
        </a:p>
      </dgm:t>
    </dgm:pt>
    <dgm:pt modelId="{997ACA60-50C4-47E1-8836-3051CAA222BE}">
      <dgm:prSet custT="1"/>
      <dgm:spPr/>
      <dgm:t>
        <a:bodyPr/>
        <a:lstStyle/>
        <a:p>
          <a:r>
            <a:rPr lang="en-US" sz="1800" dirty="0">
              <a:solidFill>
                <a:sysClr val="windowText" lastClr="000000"/>
              </a:solidFill>
            </a:rPr>
            <a:t>4th Convention (San Jose, Costa Rica)</a:t>
          </a:r>
        </a:p>
      </dgm:t>
    </dgm:pt>
    <dgm:pt modelId="{383DD8B0-5430-4BD5-A73C-72BB249ED983}" type="parTrans" cxnId="{3651EFE1-6E43-4BB9-A51E-8641AED45357}">
      <dgm:prSet/>
      <dgm:spPr/>
      <dgm:t>
        <a:bodyPr/>
        <a:lstStyle/>
        <a:p>
          <a:endParaRPr lang="en-US" sz="4800">
            <a:solidFill>
              <a:sysClr val="windowText" lastClr="000000"/>
            </a:solidFill>
          </a:endParaRPr>
        </a:p>
      </dgm:t>
    </dgm:pt>
    <dgm:pt modelId="{2BA574DD-28A1-4444-8DBC-7DA3F0792085}" type="sibTrans" cxnId="{3651EFE1-6E43-4BB9-A51E-8641AED45357}">
      <dgm:prSet/>
      <dgm:spPr/>
      <dgm:t>
        <a:bodyPr/>
        <a:lstStyle/>
        <a:p>
          <a:endParaRPr lang="en-US" sz="4800">
            <a:solidFill>
              <a:sysClr val="windowText" lastClr="000000"/>
            </a:solidFill>
          </a:endParaRPr>
        </a:p>
      </dgm:t>
    </dgm:pt>
    <dgm:pt modelId="{60C21B37-3948-49ED-864D-1E0D26A716C9}">
      <dgm:prSet custT="1"/>
      <dgm:spPr/>
      <dgm:t>
        <a:bodyPr/>
        <a:lstStyle/>
        <a:p>
          <a:r>
            <a:rPr lang="en-US" sz="1800" dirty="0">
              <a:solidFill>
                <a:sysClr val="windowText" lastClr="000000"/>
              </a:solidFill>
            </a:rPr>
            <a:t>5th Conference (Santiago, Chile)</a:t>
          </a:r>
        </a:p>
      </dgm:t>
    </dgm:pt>
    <dgm:pt modelId="{7754CD25-EBD2-486A-B093-288FF7464DB7}" type="parTrans" cxnId="{D01E073B-1782-4A08-A4B0-312629D6F1DB}">
      <dgm:prSet/>
      <dgm:spPr/>
      <dgm:t>
        <a:bodyPr/>
        <a:lstStyle/>
        <a:p>
          <a:endParaRPr lang="en-US" sz="4800">
            <a:solidFill>
              <a:sysClr val="windowText" lastClr="000000"/>
            </a:solidFill>
          </a:endParaRPr>
        </a:p>
      </dgm:t>
    </dgm:pt>
    <dgm:pt modelId="{580702C2-B779-4EFC-9BB8-2C1FE4106025}" type="sibTrans" cxnId="{D01E073B-1782-4A08-A4B0-312629D6F1DB}">
      <dgm:prSet/>
      <dgm:spPr/>
      <dgm:t>
        <a:bodyPr/>
        <a:lstStyle/>
        <a:p>
          <a:endParaRPr lang="en-US" sz="4800">
            <a:solidFill>
              <a:sysClr val="windowText" lastClr="000000"/>
            </a:solidFill>
          </a:endParaRPr>
        </a:p>
      </dgm:t>
    </dgm:pt>
    <dgm:pt modelId="{D8CC58EA-02DE-43AF-B5A6-F3290C2A6F6F}" type="pres">
      <dgm:prSet presAssocID="{D2104815-CA4C-4351-A038-5ECDCF5E5776}" presName="Name0" presStyleCnt="0">
        <dgm:presLayoutVars>
          <dgm:dir/>
          <dgm:animLvl val="lvl"/>
          <dgm:resizeHandles val="exact"/>
        </dgm:presLayoutVars>
      </dgm:prSet>
      <dgm:spPr/>
    </dgm:pt>
    <dgm:pt modelId="{378E8788-A30A-4B42-AC1C-3AE3EE3B81CD}" type="pres">
      <dgm:prSet presAssocID="{A3A3F5AE-FF1F-433B-9B4B-7723F657503D}" presName="boxAndChildren" presStyleCnt="0"/>
      <dgm:spPr/>
    </dgm:pt>
    <dgm:pt modelId="{014A0FC3-9329-4BDC-9408-97539AB1E731}" type="pres">
      <dgm:prSet presAssocID="{A3A3F5AE-FF1F-433B-9B4B-7723F657503D}" presName="parentTextBox" presStyleLbl="node1" presStyleIdx="0" presStyleCnt="5"/>
      <dgm:spPr/>
    </dgm:pt>
    <dgm:pt modelId="{6B6379DF-66BE-4CE9-8EC4-5EC05CDC9CBF}" type="pres">
      <dgm:prSet presAssocID="{A3A3F5AE-FF1F-433B-9B4B-7723F657503D}" presName="entireBox" presStyleLbl="node1" presStyleIdx="0" presStyleCnt="5"/>
      <dgm:spPr/>
    </dgm:pt>
    <dgm:pt modelId="{F197B7C7-B1C4-42CD-9E63-0A5B6722BCF6}" type="pres">
      <dgm:prSet presAssocID="{A3A3F5AE-FF1F-433B-9B4B-7723F657503D}" presName="descendantBox" presStyleCnt="0"/>
      <dgm:spPr/>
    </dgm:pt>
    <dgm:pt modelId="{B669A7F1-A889-45E1-91B5-191B408CFBBA}" type="pres">
      <dgm:prSet presAssocID="{60C21B37-3948-49ED-864D-1E0D26A716C9}" presName="childTextBox" presStyleLbl="fgAccFollowNode1" presStyleIdx="0" presStyleCnt="10">
        <dgm:presLayoutVars>
          <dgm:bulletEnabled val="1"/>
        </dgm:presLayoutVars>
      </dgm:prSet>
      <dgm:spPr/>
    </dgm:pt>
    <dgm:pt modelId="{762E6416-BD08-4B89-A370-EABA84EB01A6}" type="pres">
      <dgm:prSet presAssocID="{D0119AC8-1912-4B72-AF97-D186736DF711}" presName="childTextBox" presStyleLbl="fgAccFollowNode1" presStyleIdx="1" presStyleCnt="10">
        <dgm:presLayoutVars>
          <dgm:bulletEnabled val="1"/>
        </dgm:presLayoutVars>
      </dgm:prSet>
      <dgm:spPr/>
    </dgm:pt>
    <dgm:pt modelId="{22C9DD00-110C-4F85-B6A5-B0A11D07A033}" type="pres">
      <dgm:prSet presAssocID="{7FACD959-4579-46BA-94D7-419C8242EC78}" presName="sp" presStyleCnt="0"/>
      <dgm:spPr/>
    </dgm:pt>
    <dgm:pt modelId="{A0C6C767-0452-4071-8447-66DE42B2072A}" type="pres">
      <dgm:prSet presAssocID="{B0339C6C-3786-40A3-966B-6659DB38F022}" presName="arrowAndChildren" presStyleCnt="0"/>
      <dgm:spPr/>
    </dgm:pt>
    <dgm:pt modelId="{2B35BC34-B38C-40F7-BD66-322EF1F82F2E}" type="pres">
      <dgm:prSet presAssocID="{B0339C6C-3786-40A3-966B-6659DB38F022}" presName="parentTextArrow" presStyleLbl="node1" presStyleIdx="0" presStyleCnt="5"/>
      <dgm:spPr/>
    </dgm:pt>
    <dgm:pt modelId="{255B50C6-9B4A-4079-8E51-901DE6A253A8}" type="pres">
      <dgm:prSet presAssocID="{B0339C6C-3786-40A3-966B-6659DB38F022}" presName="arrow" presStyleLbl="node1" presStyleIdx="1" presStyleCnt="5"/>
      <dgm:spPr/>
    </dgm:pt>
    <dgm:pt modelId="{C1BAD582-56A7-4509-8CDA-D047AB3EF2D0}" type="pres">
      <dgm:prSet presAssocID="{B0339C6C-3786-40A3-966B-6659DB38F022}" presName="descendantArrow" presStyleCnt="0"/>
      <dgm:spPr/>
    </dgm:pt>
    <dgm:pt modelId="{9876B57F-E03B-4D3A-A01C-C0039D424627}" type="pres">
      <dgm:prSet presAssocID="{997ACA60-50C4-47E1-8836-3051CAA222BE}" presName="childTextArrow" presStyleLbl="fgAccFollowNode1" presStyleIdx="2" presStyleCnt="10">
        <dgm:presLayoutVars>
          <dgm:bulletEnabled val="1"/>
        </dgm:presLayoutVars>
      </dgm:prSet>
      <dgm:spPr/>
    </dgm:pt>
    <dgm:pt modelId="{939882C0-C907-4D82-B2BB-B31F9D2FDEF8}" type="pres">
      <dgm:prSet presAssocID="{D00BA121-A16F-490E-94F3-BE9198E3CB5A}" presName="childTextArrow" presStyleLbl="fgAccFollowNode1" presStyleIdx="3" presStyleCnt="10">
        <dgm:presLayoutVars>
          <dgm:bulletEnabled val="1"/>
        </dgm:presLayoutVars>
      </dgm:prSet>
      <dgm:spPr/>
    </dgm:pt>
    <dgm:pt modelId="{13188988-C705-426B-AC07-863763823A42}" type="pres">
      <dgm:prSet presAssocID="{2285B5FC-F0A7-41E2-8CC3-D8ABA24D4E21}" presName="sp" presStyleCnt="0"/>
      <dgm:spPr/>
    </dgm:pt>
    <dgm:pt modelId="{4F4BAB8D-6B91-49F4-B60C-4A5D4098B789}" type="pres">
      <dgm:prSet presAssocID="{9DB117EC-8627-4F4C-9B14-E17444A1092A}" presName="arrowAndChildren" presStyleCnt="0"/>
      <dgm:spPr/>
    </dgm:pt>
    <dgm:pt modelId="{E8AE136D-1392-4E4E-821A-4EF681C9181F}" type="pres">
      <dgm:prSet presAssocID="{9DB117EC-8627-4F4C-9B14-E17444A1092A}" presName="parentTextArrow" presStyleLbl="node1" presStyleIdx="1" presStyleCnt="5"/>
      <dgm:spPr/>
    </dgm:pt>
    <dgm:pt modelId="{D8DDEFA6-CE20-46B7-8B86-98449FD22D4C}" type="pres">
      <dgm:prSet presAssocID="{9DB117EC-8627-4F4C-9B14-E17444A1092A}" presName="arrow" presStyleLbl="node1" presStyleIdx="2" presStyleCnt="5"/>
      <dgm:spPr/>
    </dgm:pt>
    <dgm:pt modelId="{EA1922AF-341E-447C-A6E3-1F86EB94E0A2}" type="pres">
      <dgm:prSet presAssocID="{9DB117EC-8627-4F4C-9B14-E17444A1092A}" presName="descendantArrow" presStyleCnt="0"/>
      <dgm:spPr/>
    </dgm:pt>
    <dgm:pt modelId="{F89C1ABC-5569-42B9-B35A-A506BF40925B}" type="pres">
      <dgm:prSet presAssocID="{C2FD654B-6622-4E35-B44F-1846AB5EDD8E}" presName="childTextArrow" presStyleLbl="fgAccFollowNode1" presStyleIdx="4" presStyleCnt="10">
        <dgm:presLayoutVars>
          <dgm:bulletEnabled val="1"/>
        </dgm:presLayoutVars>
      </dgm:prSet>
      <dgm:spPr/>
    </dgm:pt>
    <dgm:pt modelId="{2A7B5843-5108-4B50-BF35-AE613FFCE1C2}" type="pres">
      <dgm:prSet presAssocID="{216F2138-9E76-4397-8195-6FE5D9EAFEBA}" presName="childTextArrow" presStyleLbl="fgAccFollowNode1" presStyleIdx="5" presStyleCnt="10">
        <dgm:presLayoutVars>
          <dgm:bulletEnabled val="1"/>
        </dgm:presLayoutVars>
      </dgm:prSet>
      <dgm:spPr/>
    </dgm:pt>
    <dgm:pt modelId="{0827E711-6237-49A0-B718-7FA360F2F12B}" type="pres">
      <dgm:prSet presAssocID="{A75AD4BF-C507-4ACB-AE4C-BFB04A900BE3}" presName="sp" presStyleCnt="0"/>
      <dgm:spPr/>
    </dgm:pt>
    <dgm:pt modelId="{1E37BB6B-7830-4FB1-8205-16C1C25A564A}" type="pres">
      <dgm:prSet presAssocID="{ED9275EA-ACC6-40D6-8CAA-9889F80EB19A}" presName="arrowAndChildren" presStyleCnt="0"/>
      <dgm:spPr/>
    </dgm:pt>
    <dgm:pt modelId="{1E2FA002-C7D9-4F4F-A598-3BD09EF0C52E}" type="pres">
      <dgm:prSet presAssocID="{ED9275EA-ACC6-40D6-8CAA-9889F80EB19A}" presName="parentTextArrow" presStyleLbl="node1" presStyleIdx="2" presStyleCnt="5"/>
      <dgm:spPr/>
    </dgm:pt>
    <dgm:pt modelId="{27997238-0372-4639-99F9-70EAD66487EF}" type="pres">
      <dgm:prSet presAssocID="{ED9275EA-ACC6-40D6-8CAA-9889F80EB19A}" presName="arrow" presStyleLbl="node1" presStyleIdx="3" presStyleCnt="5"/>
      <dgm:spPr/>
    </dgm:pt>
    <dgm:pt modelId="{A9DF9E4D-EC12-40B3-86F2-CCE3820F1A65}" type="pres">
      <dgm:prSet presAssocID="{ED9275EA-ACC6-40D6-8CAA-9889F80EB19A}" presName="descendantArrow" presStyleCnt="0"/>
      <dgm:spPr/>
    </dgm:pt>
    <dgm:pt modelId="{1F5C7F5D-F793-4E64-8F8B-899F805F6A77}" type="pres">
      <dgm:prSet presAssocID="{6AA1EB74-55BD-466F-9E5F-1CA2EBACDFDC}" presName="childTextArrow" presStyleLbl="fgAccFollowNode1" presStyleIdx="6" presStyleCnt="10">
        <dgm:presLayoutVars>
          <dgm:bulletEnabled val="1"/>
        </dgm:presLayoutVars>
      </dgm:prSet>
      <dgm:spPr/>
    </dgm:pt>
    <dgm:pt modelId="{39B71084-F9E2-4483-B47E-D28184646893}" type="pres">
      <dgm:prSet presAssocID="{F17052C3-0068-4DCB-8C4B-B182FF6620F2}" presName="childTextArrow" presStyleLbl="fgAccFollowNode1" presStyleIdx="7" presStyleCnt="10">
        <dgm:presLayoutVars>
          <dgm:bulletEnabled val="1"/>
        </dgm:presLayoutVars>
      </dgm:prSet>
      <dgm:spPr/>
    </dgm:pt>
    <dgm:pt modelId="{C12737D5-34C3-432F-A72C-60A285494D36}" type="pres">
      <dgm:prSet presAssocID="{9D31936C-771B-488A-AD97-52BB67BC97F0}" presName="sp" presStyleCnt="0"/>
      <dgm:spPr/>
    </dgm:pt>
    <dgm:pt modelId="{B992EC5B-87F5-4449-8A5A-415525C1C207}" type="pres">
      <dgm:prSet presAssocID="{48288D7E-56DF-4480-96CA-195C7E0C4FDE}" presName="arrowAndChildren" presStyleCnt="0"/>
      <dgm:spPr/>
    </dgm:pt>
    <dgm:pt modelId="{FF4CA016-B995-4B88-AB57-E018DFD3432C}" type="pres">
      <dgm:prSet presAssocID="{48288D7E-56DF-4480-96CA-195C7E0C4FDE}" presName="parentTextArrow" presStyleLbl="node1" presStyleIdx="3" presStyleCnt="5"/>
      <dgm:spPr/>
    </dgm:pt>
    <dgm:pt modelId="{3C00653D-E6C7-4BDB-BD9D-281E03116B3A}" type="pres">
      <dgm:prSet presAssocID="{48288D7E-56DF-4480-96CA-195C7E0C4FDE}" presName="arrow" presStyleLbl="node1" presStyleIdx="4" presStyleCnt="5"/>
      <dgm:spPr/>
    </dgm:pt>
    <dgm:pt modelId="{79453546-59B9-4358-9824-63AB94D70EB8}" type="pres">
      <dgm:prSet presAssocID="{48288D7E-56DF-4480-96CA-195C7E0C4FDE}" presName="descendantArrow" presStyleCnt="0"/>
      <dgm:spPr/>
    </dgm:pt>
    <dgm:pt modelId="{37FC0FDB-59CA-4FC7-BE46-46E0AFAB8C66}" type="pres">
      <dgm:prSet presAssocID="{4EC9324E-974A-4A29-8C7D-04459B783FA5}" presName="childTextArrow" presStyleLbl="fgAccFollowNode1" presStyleIdx="8" presStyleCnt="10">
        <dgm:presLayoutVars>
          <dgm:bulletEnabled val="1"/>
        </dgm:presLayoutVars>
      </dgm:prSet>
      <dgm:spPr/>
    </dgm:pt>
    <dgm:pt modelId="{2217DFDA-67DD-45AE-8E74-462BDEC4B437}" type="pres">
      <dgm:prSet presAssocID="{4E0D48F8-2A19-4D72-BEFD-F91725387121}" presName="childTextArrow" presStyleLbl="fgAccFollowNode1" presStyleIdx="9" presStyleCnt="10">
        <dgm:presLayoutVars>
          <dgm:bulletEnabled val="1"/>
        </dgm:presLayoutVars>
      </dgm:prSet>
      <dgm:spPr/>
    </dgm:pt>
  </dgm:ptLst>
  <dgm:cxnLst>
    <dgm:cxn modelId="{9DBA2E01-1D11-4F74-A74C-BB7E3F560FBF}" srcId="{9DB117EC-8627-4F4C-9B14-E17444A1092A}" destId="{C2FD654B-6622-4E35-B44F-1846AB5EDD8E}" srcOrd="0" destOrd="0" parTransId="{AA7F9A6E-082E-4084-AC11-721FA184C7F1}" sibTransId="{79DFE6F6-BBC7-4E9A-A267-40165DD07D42}"/>
    <dgm:cxn modelId="{92163205-FE6B-443B-882D-40D3B2A5C4CE}" srcId="{A3A3F5AE-FF1F-433B-9B4B-7723F657503D}" destId="{D0119AC8-1912-4B72-AF97-D186736DF711}" srcOrd="1" destOrd="0" parTransId="{06FDF307-108B-4B30-AC9E-3716FBFA23D1}" sibTransId="{5008AAB3-D82F-4C8A-BC7F-A5A4B80876AC}"/>
    <dgm:cxn modelId="{14F3C107-E872-4644-B6AC-79F3550D442E}" type="presOf" srcId="{D0119AC8-1912-4B72-AF97-D186736DF711}" destId="{762E6416-BD08-4B89-A370-EABA84EB01A6}" srcOrd="0" destOrd="0" presId="urn:microsoft.com/office/officeart/2005/8/layout/process4"/>
    <dgm:cxn modelId="{AB742108-EA7F-4663-BB61-4E7CB67B36DD}" srcId="{48288D7E-56DF-4480-96CA-195C7E0C4FDE}" destId="{4EC9324E-974A-4A29-8C7D-04459B783FA5}" srcOrd="0" destOrd="0" parTransId="{A9F56247-8071-453D-9893-E67257C02628}" sibTransId="{2A611BFC-DFA9-4097-8D2A-1AF2ED52496C}"/>
    <dgm:cxn modelId="{6EAEED0B-742B-4877-B95D-F92C7614ADEF}" type="presOf" srcId="{9DB117EC-8627-4F4C-9B14-E17444A1092A}" destId="{D8DDEFA6-CE20-46B7-8B86-98449FD22D4C}" srcOrd="1" destOrd="0" presId="urn:microsoft.com/office/officeart/2005/8/layout/process4"/>
    <dgm:cxn modelId="{7EB10E18-D152-45F3-B766-E29E37D3B135}" type="presOf" srcId="{B0339C6C-3786-40A3-966B-6659DB38F022}" destId="{2B35BC34-B38C-40F7-BD66-322EF1F82F2E}" srcOrd="0" destOrd="0" presId="urn:microsoft.com/office/officeart/2005/8/layout/process4"/>
    <dgm:cxn modelId="{99FC961C-298A-4454-8E48-A1A49E883019}" type="presOf" srcId="{60C21B37-3948-49ED-864D-1E0D26A716C9}" destId="{B669A7F1-A889-45E1-91B5-191B408CFBBA}" srcOrd="0" destOrd="0" presId="urn:microsoft.com/office/officeart/2005/8/layout/process4"/>
    <dgm:cxn modelId="{7D3BBE1F-FE97-4990-8242-DBE858B03D85}" type="presOf" srcId="{D2104815-CA4C-4351-A038-5ECDCF5E5776}" destId="{D8CC58EA-02DE-43AF-B5A6-F3290C2A6F6F}" srcOrd="0" destOrd="0" presId="urn:microsoft.com/office/officeart/2005/8/layout/process4"/>
    <dgm:cxn modelId="{05989320-4E08-47DB-8CB6-732B11D80C1A}" type="presOf" srcId="{B0339C6C-3786-40A3-966B-6659DB38F022}" destId="{255B50C6-9B4A-4079-8E51-901DE6A253A8}" srcOrd="1" destOrd="0" presId="urn:microsoft.com/office/officeart/2005/8/layout/process4"/>
    <dgm:cxn modelId="{05B76B30-2D86-4166-A6FD-9B08635BD9C2}" type="presOf" srcId="{C2FD654B-6622-4E35-B44F-1846AB5EDD8E}" destId="{F89C1ABC-5569-42B9-B35A-A506BF40925B}" srcOrd="0" destOrd="0" presId="urn:microsoft.com/office/officeart/2005/8/layout/process4"/>
    <dgm:cxn modelId="{D01E073B-1782-4A08-A4B0-312629D6F1DB}" srcId="{A3A3F5AE-FF1F-433B-9B4B-7723F657503D}" destId="{60C21B37-3948-49ED-864D-1E0D26A716C9}" srcOrd="0" destOrd="0" parTransId="{7754CD25-EBD2-486A-B093-288FF7464DB7}" sibTransId="{580702C2-B779-4EFC-9BB8-2C1FE4106025}"/>
    <dgm:cxn modelId="{D8E5055E-1C07-44A2-A225-254F7BB19C7C}" srcId="{D2104815-CA4C-4351-A038-5ECDCF5E5776}" destId="{ED9275EA-ACC6-40D6-8CAA-9889F80EB19A}" srcOrd="1" destOrd="0" parTransId="{A33A5635-E68B-4FA4-9B1B-4E34C102FB15}" sibTransId="{A75AD4BF-C507-4ACB-AE4C-BFB04A900BE3}"/>
    <dgm:cxn modelId="{916B7A43-8228-44C7-8642-2B058A1B5A75}" type="presOf" srcId="{F17052C3-0068-4DCB-8C4B-B182FF6620F2}" destId="{39B71084-F9E2-4483-B47E-D28184646893}" srcOrd="0" destOrd="0" presId="urn:microsoft.com/office/officeart/2005/8/layout/process4"/>
    <dgm:cxn modelId="{FAB1274C-C6E9-4145-AFD6-886B7F80C43B}" type="presOf" srcId="{48288D7E-56DF-4480-96CA-195C7E0C4FDE}" destId="{3C00653D-E6C7-4BDB-BD9D-281E03116B3A}" srcOrd="1" destOrd="0" presId="urn:microsoft.com/office/officeart/2005/8/layout/process4"/>
    <dgm:cxn modelId="{BF42C54C-E6A3-4034-B861-7BCD779A0FD7}" srcId="{D2104815-CA4C-4351-A038-5ECDCF5E5776}" destId="{48288D7E-56DF-4480-96CA-195C7E0C4FDE}" srcOrd="0" destOrd="0" parTransId="{23137073-A516-4B79-84C8-F1175A18AEB0}" sibTransId="{9D31936C-771B-488A-AD97-52BB67BC97F0}"/>
    <dgm:cxn modelId="{5CFC1250-98E9-447D-9ACA-DC1E6E115ABE}" srcId="{9DB117EC-8627-4F4C-9B14-E17444A1092A}" destId="{216F2138-9E76-4397-8195-6FE5D9EAFEBA}" srcOrd="1" destOrd="0" parTransId="{34D27D5D-4173-4D1A-A40C-BFA2D98B4719}" sibTransId="{2B4B34CD-25AE-4C7E-8F05-F1CD3F0B0086}"/>
    <dgm:cxn modelId="{61981351-81E3-41B3-9DD1-5AAB408F821D}" srcId="{D2104815-CA4C-4351-A038-5ECDCF5E5776}" destId="{9DB117EC-8627-4F4C-9B14-E17444A1092A}" srcOrd="2" destOrd="0" parTransId="{67967114-B99C-4685-A30D-54B6EB391409}" sibTransId="{2285B5FC-F0A7-41E2-8CC3-D8ABA24D4E21}"/>
    <dgm:cxn modelId="{84DAA77F-2BC9-457B-9EB2-E88D4A6B7C7A}" type="presOf" srcId="{4EC9324E-974A-4A29-8C7D-04459B783FA5}" destId="{37FC0FDB-59CA-4FC7-BE46-46E0AFAB8C66}" srcOrd="0" destOrd="0" presId="urn:microsoft.com/office/officeart/2005/8/layout/process4"/>
    <dgm:cxn modelId="{CDB5E598-EBEA-48B0-B7BC-7766C081A1BF}" type="presOf" srcId="{ED9275EA-ACC6-40D6-8CAA-9889F80EB19A}" destId="{27997238-0372-4639-99F9-70EAD66487EF}" srcOrd="1" destOrd="0" presId="urn:microsoft.com/office/officeart/2005/8/layout/process4"/>
    <dgm:cxn modelId="{29C5A99D-35AB-46E0-9D42-EBC67B3DA553}" type="presOf" srcId="{ED9275EA-ACC6-40D6-8CAA-9889F80EB19A}" destId="{1E2FA002-C7D9-4F4F-A598-3BD09EF0C52E}" srcOrd="0" destOrd="0" presId="urn:microsoft.com/office/officeart/2005/8/layout/process4"/>
    <dgm:cxn modelId="{E2B60CA3-F077-41FB-A9CC-0C8C4FC3C5E5}" srcId="{D2104815-CA4C-4351-A038-5ECDCF5E5776}" destId="{A3A3F5AE-FF1F-433B-9B4B-7723F657503D}" srcOrd="4" destOrd="0" parTransId="{90C95FA6-7C6A-4E1D-9184-4CF025848066}" sibTransId="{68CD87CC-6BAF-4732-B46B-7FC698FF1730}"/>
    <dgm:cxn modelId="{5879FAAC-FF0A-42EB-9D6B-7F835F579F67}" type="presOf" srcId="{A3A3F5AE-FF1F-433B-9B4B-7723F657503D}" destId="{014A0FC3-9329-4BDC-9408-97539AB1E731}" srcOrd="0" destOrd="0" presId="urn:microsoft.com/office/officeart/2005/8/layout/process4"/>
    <dgm:cxn modelId="{FAFF5DB3-779E-4D96-974D-78A685C7F5A9}" srcId="{ED9275EA-ACC6-40D6-8CAA-9889F80EB19A}" destId="{F17052C3-0068-4DCB-8C4B-B182FF6620F2}" srcOrd="1" destOrd="0" parTransId="{E9903C49-E011-413D-BF98-E385A9AC5CFE}" sibTransId="{DD802DD4-08E8-42CA-B0F4-9E70DCE27BF8}"/>
    <dgm:cxn modelId="{411FA2B8-25C0-491A-A387-48EDA6609439}" type="presOf" srcId="{A3A3F5AE-FF1F-433B-9B4B-7723F657503D}" destId="{6B6379DF-66BE-4CE9-8EC4-5EC05CDC9CBF}" srcOrd="1" destOrd="0" presId="urn:microsoft.com/office/officeart/2005/8/layout/process4"/>
    <dgm:cxn modelId="{85E54ABA-B296-4111-A942-026758C0C38E}" type="presOf" srcId="{997ACA60-50C4-47E1-8836-3051CAA222BE}" destId="{9876B57F-E03B-4D3A-A01C-C0039D424627}" srcOrd="0" destOrd="0" presId="urn:microsoft.com/office/officeart/2005/8/layout/process4"/>
    <dgm:cxn modelId="{DA47EBBE-6C95-40CC-A21F-9226A20883E7}" srcId="{D2104815-CA4C-4351-A038-5ECDCF5E5776}" destId="{B0339C6C-3786-40A3-966B-6659DB38F022}" srcOrd="3" destOrd="0" parTransId="{4BC1D867-FDBD-471E-AC81-F49FCA1917D9}" sibTransId="{7FACD959-4579-46BA-94D7-419C8242EC78}"/>
    <dgm:cxn modelId="{C9D0CDC3-F010-4E27-967E-9C8D92937525}" srcId="{48288D7E-56DF-4480-96CA-195C7E0C4FDE}" destId="{4E0D48F8-2A19-4D72-BEFD-F91725387121}" srcOrd="1" destOrd="0" parTransId="{5A6DDA12-165A-4B58-BA2C-6C076A688A49}" sibTransId="{54A7B94A-6F4A-4A0C-959C-B1660C9887CD}"/>
    <dgm:cxn modelId="{CDC69ACB-DBD4-47ED-88BE-FB75395FE386}" srcId="{B0339C6C-3786-40A3-966B-6659DB38F022}" destId="{D00BA121-A16F-490E-94F3-BE9198E3CB5A}" srcOrd="1" destOrd="0" parTransId="{2A879360-D6EA-448B-B9A6-46FDDEB1AE52}" sibTransId="{A7A9526C-F368-4413-B0CA-9CB245A50ED0}"/>
    <dgm:cxn modelId="{CCD610CF-6E8E-4912-A12A-D39F22AF690B}" type="presOf" srcId="{D00BA121-A16F-490E-94F3-BE9198E3CB5A}" destId="{939882C0-C907-4D82-B2BB-B31F9D2FDEF8}" srcOrd="0" destOrd="0" presId="urn:microsoft.com/office/officeart/2005/8/layout/process4"/>
    <dgm:cxn modelId="{6A3027D2-CEB7-4926-96D0-93FF69A38202}" type="presOf" srcId="{6AA1EB74-55BD-466F-9E5F-1CA2EBACDFDC}" destId="{1F5C7F5D-F793-4E64-8F8B-899F805F6A77}" srcOrd="0" destOrd="0" presId="urn:microsoft.com/office/officeart/2005/8/layout/process4"/>
    <dgm:cxn modelId="{59C6A3DF-7DC8-42BB-88E4-A5C358661990}" srcId="{ED9275EA-ACC6-40D6-8CAA-9889F80EB19A}" destId="{6AA1EB74-55BD-466F-9E5F-1CA2EBACDFDC}" srcOrd="0" destOrd="0" parTransId="{5411F8E9-D797-464C-A295-7423DF734E5E}" sibTransId="{C5AADB68-F6DB-4049-809A-B4479D0257E5}"/>
    <dgm:cxn modelId="{3651EFE1-6E43-4BB9-A51E-8641AED45357}" srcId="{B0339C6C-3786-40A3-966B-6659DB38F022}" destId="{997ACA60-50C4-47E1-8836-3051CAA222BE}" srcOrd="0" destOrd="0" parTransId="{383DD8B0-5430-4BD5-A73C-72BB249ED983}" sibTransId="{2BA574DD-28A1-4444-8DBC-7DA3F0792085}"/>
    <dgm:cxn modelId="{DCE3E3E5-D831-4A74-B5F5-BDBFC8CD3974}" type="presOf" srcId="{4E0D48F8-2A19-4D72-BEFD-F91725387121}" destId="{2217DFDA-67DD-45AE-8E74-462BDEC4B437}" srcOrd="0" destOrd="0" presId="urn:microsoft.com/office/officeart/2005/8/layout/process4"/>
    <dgm:cxn modelId="{5B6042E8-B321-4C75-9E7D-BC0FAC312086}" type="presOf" srcId="{48288D7E-56DF-4480-96CA-195C7E0C4FDE}" destId="{FF4CA016-B995-4B88-AB57-E018DFD3432C}" srcOrd="0" destOrd="0" presId="urn:microsoft.com/office/officeart/2005/8/layout/process4"/>
    <dgm:cxn modelId="{09CFC5F7-338E-4A74-B2B8-78FDF7CA0B8B}" type="presOf" srcId="{216F2138-9E76-4397-8195-6FE5D9EAFEBA}" destId="{2A7B5843-5108-4B50-BF35-AE613FFCE1C2}" srcOrd="0" destOrd="0" presId="urn:microsoft.com/office/officeart/2005/8/layout/process4"/>
    <dgm:cxn modelId="{697887F8-4B88-46D9-B37B-FCB17F8B4B5E}" type="presOf" srcId="{9DB117EC-8627-4F4C-9B14-E17444A1092A}" destId="{E8AE136D-1392-4E4E-821A-4EF681C9181F}" srcOrd="0" destOrd="0" presId="urn:microsoft.com/office/officeart/2005/8/layout/process4"/>
    <dgm:cxn modelId="{254C3389-8AEF-482C-A09B-72AFB49D0099}" type="presParOf" srcId="{D8CC58EA-02DE-43AF-B5A6-F3290C2A6F6F}" destId="{378E8788-A30A-4B42-AC1C-3AE3EE3B81CD}" srcOrd="0" destOrd="0" presId="urn:microsoft.com/office/officeart/2005/8/layout/process4"/>
    <dgm:cxn modelId="{B66D68AE-F076-4B06-AB42-3B930210D88E}" type="presParOf" srcId="{378E8788-A30A-4B42-AC1C-3AE3EE3B81CD}" destId="{014A0FC3-9329-4BDC-9408-97539AB1E731}" srcOrd="0" destOrd="0" presId="urn:microsoft.com/office/officeart/2005/8/layout/process4"/>
    <dgm:cxn modelId="{A537751B-8AC6-4A85-B1EE-529064CBACCC}" type="presParOf" srcId="{378E8788-A30A-4B42-AC1C-3AE3EE3B81CD}" destId="{6B6379DF-66BE-4CE9-8EC4-5EC05CDC9CBF}" srcOrd="1" destOrd="0" presId="urn:microsoft.com/office/officeart/2005/8/layout/process4"/>
    <dgm:cxn modelId="{7659EEB7-B68D-46F4-802F-77C2819EB539}" type="presParOf" srcId="{378E8788-A30A-4B42-AC1C-3AE3EE3B81CD}" destId="{F197B7C7-B1C4-42CD-9E63-0A5B6722BCF6}" srcOrd="2" destOrd="0" presId="urn:microsoft.com/office/officeart/2005/8/layout/process4"/>
    <dgm:cxn modelId="{03652650-31EA-4396-AE47-E5C6DE3B5CD0}" type="presParOf" srcId="{F197B7C7-B1C4-42CD-9E63-0A5B6722BCF6}" destId="{B669A7F1-A889-45E1-91B5-191B408CFBBA}" srcOrd="0" destOrd="0" presId="urn:microsoft.com/office/officeart/2005/8/layout/process4"/>
    <dgm:cxn modelId="{568EF654-F3A9-47B2-A73E-A89804C36B45}" type="presParOf" srcId="{F197B7C7-B1C4-42CD-9E63-0A5B6722BCF6}" destId="{762E6416-BD08-4B89-A370-EABA84EB01A6}" srcOrd="1" destOrd="0" presId="urn:microsoft.com/office/officeart/2005/8/layout/process4"/>
    <dgm:cxn modelId="{C815E2D1-C365-4580-AE64-37EB4BDDB606}" type="presParOf" srcId="{D8CC58EA-02DE-43AF-B5A6-F3290C2A6F6F}" destId="{22C9DD00-110C-4F85-B6A5-B0A11D07A033}" srcOrd="1" destOrd="0" presId="urn:microsoft.com/office/officeart/2005/8/layout/process4"/>
    <dgm:cxn modelId="{1F76D9D0-C437-4A76-AC87-56CA9D2984F6}" type="presParOf" srcId="{D8CC58EA-02DE-43AF-B5A6-F3290C2A6F6F}" destId="{A0C6C767-0452-4071-8447-66DE42B2072A}" srcOrd="2" destOrd="0" presId="urn:microsoft.com/office/officeart/2005/8/layout/process4"/>
    <dgm:cxn modelId="{9D8C1FB7-1690-41F2-AC33-7BA3768CCDE5}" type="presParOf" srcId="{A0C6C767-0452-4071-8447-66DE42B2072A}" destId="{2B35BC34-B38C-40F7-BD66-322EF1F82F2E}" srcOrd="0" destOrd="0" presId="urn:microsoft.com/office/officeart/2005/8/layout/process4"/>
    <dgm:cxn modelId="{A1D07733-8E84-467C-9525-3F03AEDDD4B7}" type="presParOf" srcId="{A0C6C767-0452-4071-8447-66DE42B2072A}" destId="{255B50C6-9B4A-4079-8E51-901DE6A253A8}" srcOrd="1" destOrd="0" presId="urn:microsoft.com/office/officeart/2005/8/layout/process4"/>
    <dgm:cxn modelId="{CD9A9EC0-545C-472D-9038-16D1B05A0AFA}" type="presParOf" srcId="{A0C6C767-0452-4071-8447-66DE42B2072A}" destId="{C1BAD582-56A7-4509-8CDA-D047AB3EF2D0}" srcOrd="2" destOrd="0" presId="urn:microsoft.com/office/officeart/2005/8/layout/process4"/>
    <dgm:cxn modelId="{242ADEA8-61F4-484D-9AC3-E86557B9ECE7}" type="presParOf" srcId="{C1BAD582-56A7-4509-8CDA-D047AB3EF2D0}" destId="{9876B57F-E03B-4D3A-A01C-C0039D424627}" srcOrd="0" destOrd="0" presId="urn:microsoft.com/office/officeart/2005/8/layout/process4"/>
    <dgm:cxn modelId="{421B7D62-D01D-4A99-AE18-B840B0CA8502}" type="presParOf" srcId="{C1BAD582-56A7-4509-8CDA-D047AB3EF2D0}" destId="{939882C0-C907-4D82-B2BB-B31F9D2FDEF8}" srcOrd="1" destOrd="0" presId="urn:microsoft.com/office/officeart/2005/8/layout/process4"/>
    <dgm:cxn modelId="{1F97B85E-9C00-42D4-AC76-CEB5EA6ADD70}" type="presParOf" srcId="{D8CC58EA-02DE-43AF-B5A6-F3290C2A6F6F}" destId="{13188988-C705-426B-AC07-863763823A42}" srcOrd="3" destOrd="0" presId="urn:microsoft.com/office/officeart/2005/8/layout/process4"/>
    <dgm:cxn modelId="{CCE52FD4-8AAD-4BAB-B3C3-12E54565DE06}" type="presParOf" srcId="{D8CC58EA-02DE-43AF-B5A6-F3290C2A6F6F}" destId="{4F4BAB8D-6B91-49F4-B60C-4A5D4098B789}" srcOrd="4" destOrd="0" presId="urn:microsoft.com/office/officeart/2005/8/layout/process4"/>
    <dgm:cxn modelId="{5C055A03-C109-47C2-BF41-8BACE887CEEC}" type="presParOf" srcId="{4F4BAB8D-6B91-49F4-B60C-4A5D4098B789}" destId="{E8AE136D-1392-4E4E-821A-4EF681C9181F}" srcOrd="0" destOrd="0" presId="urn:microsoft.com/office/officeart/2005/8/layout/process4"/>
    <dgm:cxn modelId="{6CC1F418-8CC8-42E0-97CC-BF73D8EA351D}" type="presParOf" srcId="{4F4BAB8D-6B91-49F4-B60C-4A5D4098B789}" destId="{D8DDEFA6-CE20-46B7-8B86-98449FD22D4C}" srcOrd="1" destOrd="0" presId="urn:microsoft.com/office/officeart/2005/8/layout/process4"/>
    <dgm:cxn modelId="{415ED5F1-D383-4BD9-B0E3-96CD7E48C12B}" type="presParOf" srcId="{4F4BAB8D-6B91-49F4-B60C-4A5D4098B789}" destId="{EA1922AF-341E-447C-A6E3-1F86EB94E0A2}" srcOrd="2" destOrd="0" presId="urn:microsoft.com/office/officeart/2005/8/layout/process4"/>
    <dgm:cxn modelId="{78DC6AA7-52C8-474B-BBE5-5BEA1BE42CAB}" type="presParOf" srcId="{EA1922AF-341E-447C-A6E3-1F86EB94E0A2}" destId="{F89C1ABC-5569-42B9-B35A-A506BF40925B}" srcOrd="0" destOrd="0" presId="urn:microsoft.com/office/officeart/2005/8/layout/process4"/>
    <dgm:cxn modelId="{C35537D4-0CCB-48BA-A8FA-D2FCBEB9CE96}" type="presParOf" srcId="{EA1922AF-341E-447C-A6E3-1F86EB94E0A2}" destId="{2A7B5843-5108-4B50-BF35-AE613FFCE1C2}" srcOrd="1" destOrd="0" presId="urn:microsoft.com/office/officeart/2005/8/layout/process4"/>
    <dgm:cxn modelId="{C513DC04-5618-4C58-B37B-F4713AD2CCD7}" type="presParOf" srcId="{D8CC58EA-02DE-43AF-B5A6-F3290C2A6F6F}" destId="{0827E711-6237-49A0-B718-7FA360F2F12B}" srcOrd="5" destOrd="0" presId="urn:microsoft.com/office/officeart/2005/8/layout/process4"/>
    <dgm:cxn modelId="{F9DB2CBE-97B9-4186-A2F6-23C0E4404872}" type="presParOf" srcId="{D8CC58EA-02DE-43AF-B5A6-F3290C2A6F6F}" destId="{1E37BB6B-7830-4FB1-8205-16C1C25A564A}" srcOrd="6" destOrd="0" presId="urn:microsoft.com/office/officeart/2005/8/layout/process4"/>
    <dgm:cxn modelId="{4870B1BE-F82C-47CC-B3FE-7C7C14BCB298}" type="presParOf" srcId="{1E37BB6B-7830-4FB1-8205-16C1C25A564A}" destId="{1E2FA002-C7D9-4F4F-A598-3BD09EF0C52E}" srcOrd="0" destOrd="0" presId="urn:microsoft.com/office/officeart/2005/8/layout/process4"/>
    <dgm:cxn modelId="{1E04F317-22E9-4619-AB26-B976CFE6B78D}" type="presParOf" srcId="{1E37BB6B-7830-4FB1-8205-16C1C25A564A}" destId="{27997238-0372-4639-99F9-70EAD66487EF}" srcOrd="1" destOrd="0" presId="urn:microsoft.com/office/officeart/2005/8/layout/process4"/>
    <dgm:cxn modelId="{B00E8EA7-E4A9-4038-A053-322955BE2BDA}" type="presParOf" srcId="{1E37BB6B-7830-4FB1-8205-16C1C25A564A}" destId="{A9DF9E4D-EC12-40B3-86F2-CCE3820F1A65}" srcOrd="2" destOrd="0" presId="urn:microsoft.com/office/officeart/2005/8/layout/process4"/>
    <dgm:cxn modelId="{0317F2F7-D145-4E6D-9130-440431EC0B9F}" type="presParOf" srcId="{A9DF9E4D-EC12-40B3-86F2-CCE3820F1A65}" destId="{1F5C7F5D-F793-4E64-8F8B-899F805F6A77}" srcOrd="0" destOrd="0" presId="urn:microsoft.com/office/officeart/2005/8/layout/process4"/>
    <dgm:cxn modelId="{817444C9-AE79-49DD-96B5-69307CB14AE1}" type="presParOf" srcId="{A9DF9E4D-EC12-40B3-86F2-CCE3820F1A65}" destId="{39B71084-F9E2-4483-B47E-D28184646893}" srcOrd="1" destOrd="0" presId="urn:microsoft.com/office/officeart/2005/8/layout/process4"/>
    <dgm:cxn modelId="{A53538DB-8DC4-40A6-84A7-5209731B7C90}" type="presParOf" srcId="{D8CC58EA-02DE-43AF-B5A6-F3290C2A6F6F}" destId="{C12737D5-34C3-432F-A72C-60A285494D36}" srcOrd="7" destOrd="0" presId="urn:microsoft.com/office/officeart/2005/8/layout/process4"/>
    <dgm:cxn modelId="{5D30AB0B-6609-4F8D-8C6D-AF0648509CF9}" type="presParOf" srcId="{D8CC58EA-02DE-43AF-B5A6-F3290C2A6F6F}" destId="{B992EC5B-87F5-4449-8A5A-415525C1C207}" srcOrd="8" destOrd="0" presId="urn:microsoft.com/office/officeart/2005/8/layout/process4"/>
    <dgm:cxn modelId="{3CC3EA97-9EB8-43AC-AD34-186E8DCB76B6}" type="presParOf" srcId="{B992EC5B-87F5-4449-8A5A-415525C1C207}" destId="{FF4CA016-B995-4B88-AB57-E018DFD3432C}" srcOrd="0" destOrd="0" presId="urn:microsoft.com/office/officeart/2005/8/layout/process4"/>
    <dgm:cxn modelId="{CA62AB9A-D9BC-4E8D-BA8A-B3AFED8E12F6}" type="presParOf" srcId="{B992EC5B-87F5-4449-8A5A-415525C1C207}" destId="{3C00653D-E6C7-4BDB-BD9D-281E03116B3A}" srcOrd="1" destOrd="0" presId="urn:microsoft.com/office/officeart/2005/8/layout/process4"/>
    <dgm:cxn modelId="{DB7844D0-BA8A-434F-8437-CD52D5681ECF}" type="presParOf" srcId="{B992EC5B-87F5-4449-8A5A-415525C1C207}" destId="{79453546-59B9-4358-9824-63AB94D70EB8}" srcOrd="2" destOrd="0" presId="urn:microsoft.com/office/officeart/2005/8/layout/process4"/>
    <dgm:cxn modelId="{E3A3195D-0812-4DD0-98A4-AAB77EC51BC7}" type="presParOf" srcId="{79453546-59B9-4358-9824-63AB94D70EB8}" destId="{37FC0FDB-59CA-4FC7-BE46-46E0AFAB8C66}" srcOrd="0" destOrd="0" presId="urn:microsoft.com/office/officeart/2005/8/layout/process4"/>
    <dgm:cxn modelId="{E3AACA15-B77C-4DE1-B100-A2EF3CA43112}" type="presParOf" srcId="{79453546-59B9-4358-9824-63AB94D70EB8}" destId="{2217DFDA-67DD-45AE-8E74-462BDEC4B437}" srcOrd="1"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0F4F2E-2374-4457-A968-62E18749A1A8}">
      <dsp:nvSpPr>
        <dsp:cNvPr id="0" name=""/>
        <dsp:cNvSpPr/>
      </dsp:nvSpPr>
      <dsp:spPr>
        <a:xfrm>
          <a:off x="0" y="5114843"/>
          <a:ext cx="10837334" cy="47957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solidFill>
                <a:sysClr val="windowText" lastClr="000000"/>
              </a:solidFill>
            </a:rPr>
            <a:t>1902</a:t>
          </a:r>
          <a:endParaRPr lang="en-US" sz="1200" kern="1200" dirty="0">
            <a:solidFill>
              <a:sysClr val="windowText" lastClr="000000"/>
            </a:solidFill>
          </a:endParaRPr>
        </a:p>
      </dsp:txBody>
      <dsp:txXfrm>
        <a:off x="0" y="5114843"/>
        <a:ext cx="10837334" cy="258973"/>
      </dsp:txXfrm>
    </dsp:sp>
    <dsp:sp modelId="{FAC78734-78DB-4E95-AF87-E4FBFD77EB14}">
      <dsp:nvSpPr>
        <dsp:cNvPr id="0" name=""/>
        <dsp:cNvSpPr/>
      </dsp:nvSpPr>
      <dsp:spPr>
        <a:xfrm>
          <a:off x="0" y="5364224"/>
          <a:ext cx="5418667" cy="22060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a:solidFill>
                <a:sysClr val="windowText" lastClr="000000"/>
              </a:solidFill>
            </a:rPr>
            <a:t>1st Pan-American Sanitary Convention (Washington DC)</a:t>
          </a:r>
          <a:endParaRPr lang="en-US" sz="1600" kern="1200" dirty="0">
            <a:solidFill>
              <a:sysClr val="windowText" lastClr="000000"/>
            </a:solidFill>
          </a:endParaRPr>
        </a:p>
      </dsp:txBody>
      <dsp:txXfrm>
        <a:off x="0" y="5364224"/>
        <a:ext cx="5418667" cy="220606"/>
      </dsp:txXfrm>
    </dsp:sp>
    <dsp:sp modelId="{082509BA-CC40-4299-8082-699FC4250CC5}">
      <dsp:nvSpPr>
        <dsp:cNvPr id="0" name=""/>
        <dsp:cNvSpPr/>
      </dsp:nvSpPr>
      <dsp:spPr>
        <a:xfrm>
          <a:off x="5418667" y="5364224"/>
          <a:ext cx="5418667" cy="220606"/>
        </a:xfrm>
        <a:prstGeom prst="rect">
          <a:avLst/>
        </a:prstGeom>
        <a:solidFill>
          <a:schemeClr val="accent2">
            <a:tint val="40000"/>
            <a:alpha val="90000"/>
            <a:hueOff val="-202753"/>
            <a:satOff val="-335"/>
            <a:lumOff val="-19"/>
            <a:alphaOff val="0"/>
          </a:schemeClr>
        </a:solidFill>
        <a:ln w="12700" cap="flat" cmpd="sng" algn="ctr">
          <a:solidFill>
            <a:schemeClr val="accent2">
              <a:tint val="40000"/>
              <a:alpha val="90000"/>
              <a:hueOff val="-202753"/>
              <a:satOff val="-335"/>
              <a:lumOff val="-1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a:solidFill>
                <a:sysClr val="windowText" lastClr="000000"/>
              </a:solidFill>
            </a:rPr>
            <a:t>Formation of PASB by 11 countries</a:t>
          </a:r>
          <a:endParaRPr lang="en-US" sz="1600" kern="1200" dirty="0">
            <a:solidFill>
              <a:sysClr val="windowText" lastClr="000000"/>
            </a:solidFill>
          </a:endParaRPr>
        </a:p>
      </dsp:txBody>
      <dsp:txXfrm>
        <a:off x="5418667" y="5364224"/>
        <a:ext cx="5418667" cy="220606"/>
      </dsp:txXfrm>
    </dsp:sp>
    <dsp:sp modelId="{AF23FCC4-051C-4A65-8D4F-0D8B0247C48F}">
      <dsp:nvSpPr>
        <dsp:cNvPr id="0" name=""/>
        <dsp:cNvSpPr/>
      </dsp:nvSpPr>
      <dsp:spPr>
        <a:xfrm rot="10800000">
          <a:off x="0" y="4384442"/>
          <a:ext cx="10837334" cy="737593"/>
        </a:xfrm>
        <a:prstGeom prst="upArrowCallout">
          <a:avLst/>
        </a:prstGeom>
        <a:solidFill>
          <a:schemeClr val="accent2">
            <a:hueOff val="-214641"/>
            <a:satOff val="-924"/>
            <a:lumOff val="5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solidFill>
                <a:sysClr val="windowText" lastClr="000000"/>
              </a:solidFill>
            </a:rPr>
            <a:t>1891</a:t>
          </a:r>
          <a:endParaRPr lang="en-US" sz="1200" kern="1200" dirty="0">
            <a:solidFill>
              <a:sysClr val="windowText" lastClr="000000"/>
            </a:solidFill>
          </a:endParaRPr>
        </a:p>
      </dsp:txBody>
      <dsp:txXfrm rot="-10800000">
        <a:off x="0" y="4384442"/>
        <a:ext cx="10837334" cy="258895"/>
      </dsp:txXfrm>
    </dsp:sp>
    <dsp:sp modelId="{411800CD-1C26-49BC-9E85-B58EBAD6E12E}">
      <dsp:nvSpPr>
        <dsp:cNvPr id="0" name=""/>
        <dsp:cNvSpPr/>
      </dsp:nvSpPr>
      <dsp:spPr>
        <a:xfrm>
          <a:off x="0" y="4643338"/>
          <a:ext cx="5418667" cy="220540"/>
        </a:xfrm>
        <a:prstGeom prst="rect">
          <a:avLst/>
        </a:prstGeom>
        <a:solidFill>
          <a:schemeClr val="accent2">
            <a:tint val="40000"/>
            <a:alpha val="90000"/>
            <a:hueOff val="-405507"/>
            <a:satOff val="-670"/>
            <a:lumOff val="-37"/>
            <a:alphaOff val="0"/>
          </a:schemeClr>
        </a:solidFill>
        <a:ln w="12700" cap="flat" cmpd="sng" algn="ctr">
          <a:solidFill>
            <a:schemeClr val="accent2">
              <a:tint val="40000"/>
              <a:alpha val="90000"/>
              <a:hueOff val="-405507"/>
              <a:satOff val="-670"/>
              <a:lumOff val="-3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a:solidFill>
                <a:sysClr val="windowText" lastClr="000000"/>
              </a:solidFill>
            </a:rPr>
            <a:t>2nd Conference (Mexico City)</a:t>
          </a:r>
          <a:endParaRPr lang="en-US" sz="1600" kern="1200" dirty="0">
            <a:solidFill>
              <a:sysClr val="windowText" lastClr="000000"/>
            </a:solidFill>
          </a:endParaRPr>
        </a:p>
      </dsp:txBody>
      <dsp:txXfrm>
        <a:off x="0" y="4643338"/>
        <a:ext cx="5418667" cy="220540"/>
      </dsp:txXfrm>
    </dsp:sp>
    <dsp:sp modelId="{B2820758-7CF2-4812-8D07-7801023FFAB6}">
      <dsp:nvSpPr>
        <dsp:cNvPr id="0" name=""/>
        <dsp:cNvSpPr/>
      </dsp:nvSpPr>
      <dsp:spPr>
        <a:xfrm>
          <a:off x="5418667" y="4643338"/>
          <a:ext cx="5418667" cy="220540"/>
        </a:xfrm>
        <a:prstGeom prst="rect">
          <a:avLst/>
        </a:prstGeom>
        <a:solidFill>
          <a:schemeClr val="accent2">
            <a:tint val="40000"/>
            <a:alpha val="90000"/>
            <a:hueOff val="-608260"/>
            <a:satOff val="-1005"/>
            <a:lumOff val="-56"/>
            <a:alphaOff val="0"/>
          </a:schemeClr>
        </a:solidFill>
        <a:ln w="12700" cap="flat" cmpd="sng" algn="ctr">
          <a:solidFill>
            <a:schemeClr val="accent2">
              <a:tint val="40000"/>
              <a:alpha val="90000"/>
              <a:hueOff val="-608260"/>
              <a:satOff val="-1005"/>
              <a:lumOff val="-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a:solidFill>
                <a:sysClr val="windowText" lastClr="000000"/>
              </a:solidFill>
            </a:rPr>
            <a:t>Called for sanitary agreements and conventions</a:t>
          </a:r>
          <a:endParaRPr lang="en-US" sz="1600" kern="1200" dirty="0">
            <a:solidFill>
              <a:sysClr val="windowText" lastClr="000000"/>
            </a:solidFill>
          </a:endParaRPr>
        </a:p>
      </dsp:txBody>
      <dsp:txXfrm>
        <a:off x="5418667" y="4643338"/>
        <a:ext cx="5418667" cy="220540"/>
      </dsp:txXfrm>
    </dsp:sp>
    <dsp:sp modelId="{3C4D0AC6-D0F4-4B10-A452-3A120E473EA6}">
      <dsp:nvSpPr>
        <dsp:cNvPr id="0" name=""/>
        <dsp:cNvSpPr/>
      </dsp:nvSpPr>
      <dsp:spPr>
        <a:xfrm rot="10800000">
          <a:off x="0" y="3654042"/>
          <a:ext cx="10837334" cy="737593"/>
        </a:xfrm>
        <a:prstGeom prst="upArrowCallout">
          <a:avLst/>
        </a:prstGeom>
        <a:solidFill>
          <a:schemeClr val="accent2">
            <a:hueOff val="-429281"/>
            <a:satOff val="-1848"/>
            <a:lumOff val="112"/>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solidFill>
                <a:sysClr val="windowText" lastClr="000000"/>
              </a:solidFill>
            </a:rPr>
            <a:t>1890</a:t>
          </a:r>
          <a:endParaRPr lang="en-US" sz="1200" kern="1200" dirty="0">
            <a:solidFill>
              <a:sysClr val="windowText" lastClr="000000"/>
            </a:solidFill>
          </a:endParaRPr>
        </a:p>
      </dsp:txBody>
      <dsp:txXfrm rot="-10800000">
        <a:off x="0" y="3654042"/>
        <a:ext cx="10837334" cy="258895"/>
      </dsp:txXfrm>
    </dsp:sp>
    <dsp:sp modelId="{F1DF037F-1A3A-44B9-AF86-3A6ABC0FFDAD}">
      <dsp:nvSpPr>
        <dsp:cNvPr id="0" name=""/>
        <dsp:cNvSpPr/>
      </dsp:nvSpPr>
      <dsp:spPr>
        <a:xfrm>
          <a:off x="0" y="3912938"/>
          <a:ext cx="10837334" cy="220540"/>
        </a:xfrm>
        <a:prstGeom prst="rect">
          <a:avLst/>
        </a:prstGeom>
        <a:solidFill>
          <a:schemeClr val="accent2">
            <a:tint val="40000"/>
            <a:alpha val="90000"/>
            <a:hueOff val="-811014"/>
            <a:satOff val="-1340"/>
            <a:lumOff val="-74"/>
            <a:alphaOff val="0"/>
          </a:schemeClr>
        </a:solidFill>
        <a:ln w="12700" cap="flat" cmpd="sng" algn="ctr">
          <a:solidFill>
            <a:schemeClr val="accent2">
              <a:tint val="40000"/>
              <a:alpha val="90000"/>
              <a:hueOff val="-811014"/>
              <a:satOff val="-1340"/>
              <a:lumOff val="-7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a:solidFill>
                <a:sysClr val="windowText" lastClr="000000"/>
              </a:solidFill>
            </a:rPr>
            <a:t>1st Conference of American States (Washington DC)</a:t>
          </a:r>
          <a:endParaRPr lang="en-US" sz="1600" kern="1200" dirty="0">
            <a:solidFill>
              <a:sysClr val="windowText" lastClr="000000"/>
            </a:solidFill>
          </a:endParaRPr>
        </a:p>
      </dsp:txBody>
      <dsp:txXfrm>
        <a:off x="0" y="3912938"/>
        <a:ext cx="10837334" cy="220540"/>
      </dsp:txXfrm>
    </dsp:sp>
    <dsp:sp modelId="{ACAF47EF-AF62-4FCA-8CE3-A4B67AD21D9A}">
      <dsp:nvSpPr>
        <dsp:cNvPr id="0" name=""/>
        <dsp:cNvSpPr/>
      </dsp:nvSpPr>
      <dsp:spPr>
        <a:xfrm rot="10800000">
          <a:off x="0" y="2923642"/>
          <a:ext cx="10837334" cy="737593"/>
        </a:xfrm>
        <a:prstGeom prst="upArrowCallout">
          <a:avLst/>
        </a:prstGeom>
        <a:solidFill>
          <a:schemeClr val="accent2">
            <a:hueOff val="-643922"/>
            <a:satOff val="-2772"/>
            <a:lumOff val="16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solidFill>
                <a:sysClr val="windowText" lastClr="000000"/>
              </a:solidFill>
            </a:rPr>
            <a:t>1881</a:t>
          </a:r>
          <a:endParaRPr lang="en-US" sz="1200" kern="1200" dirty="0">
            <a:solidFill>
              <a:sysClr val="windowText" lastClr="000000"/>
            </a:solidFill>
          </a:endParaRPr>
        </a:p>
      </dsp:txBody>
      <dsp:txXfrm rot="-10800000">
        <a:off x="0" y="2923642"/>
        <a:ext cx="10837334" cy="258895"/>
      </dsp:txXfrm>
    </dsp:sp>
    <dsp:sp modelId="{6D1C4FF3-5862-45DD-B04A-0191BDDDEC77}">
      <dsp:nvSpPr>
        <dsp:cNvPr id="0" name=""/>
        <dsp:cNvSpPr/>
      </dsp:nvSpPr>
      <dsp:spPr>
        <a:xfrm>
          <a:off x="0" y="3182538"/>
          <a:ext cx="5418667" cy="220540"/>
        </a:xfrm>
        <a:prstGeom prst="rect">
          <a:avLst/>
        </a:prstGeom>
        <a:solidFill>
          <a:schemeClr val="accent2">
            <a:tint val="40000"/>
            <a:alpha val="90000"/>
            <a:hueOff val="-1013767"/>
            <a:satOff val="-1675"/>
            <a:lumOff val="-93"/>
            <a:alphaOff val="0"/>
          </a:schemeClr>
        </a:solidFill>
        <a:ln w="12700" cap="flat" cmpd="sng" algn="ctr">
          <a:solidFill>
            <a:schemeClr val="accent2">
              <a:tint val="40000"/>
              <a:alpha val="90000"/>
              <a:hueOff val="-1013767"/>
              <a:satOff val="-1675"/>
              <a:lumOff val="-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rPr>
            <a:t>5th International Sanitary Congress (Washington DC)</a:t>
          </a:r>
        </a:p>
      </dsp:txBody>
      <dsp:txXfrm>
        <a:off x="0" y="3182538"/>
        <a:ext cx="5418667" cy="220540"/>
      </dsp:txXfrm>
    </dsp:sp>
    <dsp:sp modelId="{682AD4D8-4341-4090-B8AA-A5B398424BDA}">
      <dsp:nvSpPr>
        <dsp:cNvPr id="0" name=""/>
        <dsp:cNvSpPr/>
      </dsp:nvSpPr>
      <dsp:spPr>
        <a:xfrm>
          <a:off x="5418667" y="3182538"/>
          <a:ext cx="5418667" cy="220540"/>
        </a:xfrm>
        <a:prstGeom prst="rect">
          <a:avLst/>
        </a:prstGeom>
        <a:solidFill>
          <a:schemeClr val="accent2">
            <a:tint val="40000"/>
            <a:alpha val="90000"/>
            <a:hueOff val="-1216520"/>
            <a:satOff val="-2010"/>
            <a:lumOff val="-112"/>
            <a:alphaOff val="0"/>
          </a:schemeClr>
        </a:solidFill>
        <a:ln w="12700" cap="flat" cmpd="sng" algn="ctr">
          <a:solidFill>
            <a:schemeClr val="accent2">
              <a:tint val="40000"/>
              <a:alpha val="90000"/>
              <a:hueOff val="-1216520"/>
              <a:satOff val="-2010"/>
              <a:lumOff val="-1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a:solidFill>
                <a:sysClr val="windowText" lastClr="000000"/>
              </a:solidFill>
            </a:rPr>
            <a:t>Proposal for international port health notification</a:t>
          </a:r>
          <a:endParaRPr lang="en-US" sz="1600" kern="1200" dirty="0">
            <a:solidFill>
              <a:sysClr val="windowText" lastClr="000000"/>
            </a:solidFill>
          </a:endParaRPr>
        </a:p>
      </dsp:txBody>
      <dsp:txXfrm>
        <a:off x="5418667" y="3182538"/>
        <a:ext cx="5418667" cy="220540"/>
      </dsp:txXfrm>
    </dsp:sp>
    <dsp:sp modelId="{CC83A428-2ED2-4F33-B32A-E57809C4DAFD}">
      <dsp:nvSpPr>
        <dsp:cNvPr id="0" name=""/>
        <dsp:cNvSpPr/>
      </dsp:nvSpPr>
      <dsp:spPr>
        <a:xfrm rot="10800000">
          <a:off x="0" y="2193242"/>
          <a:ext cx="10837334" cy="737593"/>
        </a:xfrm>
        <a:prstGeom prst="upArrowCallout">
          <a:avLst/>
        </a:prstGeom>
        <a:solidFill>
          <a:schemeClr val="accent2">
            <a:hueOff val="-858563"/>
            <a:satOff val="-3695"/>
            <a:lumOff val="223"/>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solidFill>
                <a:sysClr val="windowText" lastClr="000000"/>
              </a:solidFill>
            </a:rPr>
            <a:t>1874</a:t>
          </a:r>
          <a:endParaRPr lang="en-US" sz="1200" kern="1200" dirty="0">
            <a:solidFill>
              <a:sysClr val="windowText" lastClr="000000"/>
            </a:solidFill>
          </a:endParaRPr>
        </a:p>
      </dsp:txBody>
      <dsp:txXfrm rot="-10800000">
        <a:off x="0" y="2193242"/>
        <a:ext cx="10837334" cy="258895"/>
      </dsp:txXfrm>
    </dsp:sp>
    <dsp:sp modelId="{24B84DE2-62C0-4FD1-9942-CD3C98EECA40}">
      <dsp:nvSpPr>
        <dsp:cNvPr id="0" name=""/>
        <dsp:cNvSpPr/>
      </dsp:nvSpPr>
      <dsp:spPr>
        <a:xfrm>
          <a:off x="0" y="2452137"/>
          <a:ext cx="10837334" cy="220540"/>
        </a:xfrm>
        <a:prstGeom prst="rect">
          <a:avLst/>
        </a:prstGeom>
        <a:solidFill>
          <a:schemeClr val="accent2">
            <a:tint val="40000"/>
            <a:alpha val="90000"/>
            <a:hueOff val="-1419274"/>
            <a:satOff val="-2345"/>
            <a:lumOff val="-130"/>
            <a:alphaOff val="0"/>
          </a:schemeClr>
        </a:solidFill>
        <a:ln w="12700" cap="flat" cmpd="sng" algn="ctr">
          <a:solidFill>
            <a:schemeClr val="accent2">
              <a:tint val="40000"/>
              <a:alpha val="90000"/>
              <a:hueOff val="-1419274"/>
              <a:satOff val="-2345"/>
              <a:lumOff val="-13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a:solidFill>
                <a:sysClr val="windowText" lastClr="000000"/>
              </a:solidFill>
            </a:rPr>
            <a:t>Fourth International Sanitary Congress (Vienna)</a:t>
          </a:r>
          <a:endParaRPr lang="en-US" sz="1600" kern="1200" dirty="0">
            <a:solidFill>
              <a:sysClr val="windowText" lastClr="000000"/>
            </a:solidFill>
          </a:endParaRPr>
        </a:p>
      </dsp:txBody>
      <dsp:txXfrm>
        <a:off x="0" y="2452137"/>
        <a:ext cx="10837334" cy="220540"/>
      </dsp:txXfrm>
    </dsp:sp>
    <dsp:sp modelId="{403845FF-A950-409B-8AC9-7CC69EED36D6}">
      <dsp:nvSpPr>
        <dsp:cNvPr id="0" name=""/>
        <dsp:cNvSpPr/>
      </dsp:nvSpPr>
      <dsp:spPr>
        <a:xfrm rot="10800000">
          <a:off x="0" y="1462842"/>
          <a:ext cx="10837334" cy="737593"/>
        </a:xfrm>
        <a:prstGeom prst="upArrowCallout">
          <a:avLst/>
        </a:prstGeom>
        <a:solidFill>
          <a:schemeClr val="accent2">
            <a:hueOff val="-1073204"/>
            <a:satOff val="-4619"/>
            <a:lumOff val="27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solidFill>
                <a:sysClr val="windowText" lastClr="000000"/>
              </a:solidFill>
            </a:rPr>
            <a:t>1866</a:t>
          </a:r>
          <a:endParaRPr lang="en-US" sz="1200" kern="1200" dirty="0">
            <a:solidFill>
              <a:sysClr val="windowText" lastClr="000000"/>
            </a:solidFill>
          </a:endParaRPr>
        </a:p>
      </dsp:txBody>
      <dsp:txXfrm rot="-10800000">
        <a:off x="0" y="1462842"/>
        <a:ext cx="10837334" cy="258895"/>
      </dsp:txXfrm>
    </dsp:sp>
    <dsp:sp modelId="{3458FA05-7822-4229-A8C5-69C7907FC806}">
      <dsp:nvSpPr>
        <dsp:cNvPr id="0" name=""/>
        <dsp:cNvSpPr/>
      </dsp:nvSpPr>
      <dsp:spPr>
        <a:xfrm>
          <a:off x="0" y="1721737"/>
          <a:ext cx="10837334" cy="220540"/>
        </a:xfrm>
        <a:prstGeom prst="rect">
          <a:avLst/>
        </a:prstGeom>
        <a:solidFill>
          <a:schemeClr val="accent2">
            <a:tint val="40000"/>
            <a:alpha val="90000"/>
            <a:hueOff val="-1622027"/>
            <a:satOff val="-2680"/>
            <a:lumOff val="-149"/>
            <a:alphaOff val="0"/>
          </a:schemeClr>
        </a:solidFill>
        <a:ln w="12700" cap="flat" cmpd="sng" algn="ctr">
          <a:solidFill>
            <a:schemeClr val="accent2">
              <a:tint val="40000"/>
              <a:alpha val="90000"/>
              <a:hueOff val="-1622027"/>
              <a:satOff val="-2680"/>
              <a:lumOff val="-14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a:solidFill>
                <a:sysClr val="windowText" lastClr="000000"/>
              </a:solidFill>
            </a:rPr>
            <a:t>Third International Sanitary Congress (Constantinople)</a:t>
          </a:r>
          <a:endParaRPr lang="en-US" sz="1600" kern="1200" dirty="0">
            <a:solidFill>
              <a:sysClr val="windowText" lastClr="000000"/>
            </a:solidFill>
          </a:endParaRPr>
        </a:p>
      </dsp:txBody>
      <dsp:txXfrm>
        <a:off x="0" y="1721737"/>
        <a:ext cx="10837334" cy="220540"/>
      </dsp:txXfrm>
    </dsp:sp>
    <dsp:sp modelId="{16F9B1D6-AA6D-4291-AE04-9DA536BEB12D}">
      <dsp:nvSpPr>
        <dsp:cNvPr id="0" name=""/>
        <dsp:cNvSpPr/>
      </dsp:nvSpPr>
      <dsp:spPr>
        <a:xfrm rot="10800000">
          <a:off x="0" y="732442"/>
          <a:ext cx="10837334" cy="737593"/>
        </a:xfrm>
        <a:prstGeom prst="upArrowCallout">
          <a:avLst/>
        </a:prstGeom>
        <a:solidFill>
          <a:schemeClr val="accent2">
            <a:hueOff val="-1287844"/>
            <a:satOff val="-5543"/>
            <a:lumOff val="33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solidFill>
                <a:sysClr val="windowText" lastClr="000000"/>
              </a:solidFill>
            </a:rPr>
            <a:t>1859</a:t>
          </a:r>
          <a:endParaRPr lang="en-US" sz="1200" kern="1200" dirty="0">
            <a:solidFill>
              <a:sysClr val="windowText" lastClr="000000"/>
            </a:solidFill>
          </a:endParaRPr>
        </a:p>
      </dsp:txBody>
      <dsp:txXfrm rot="-10800000">
        <a:off x="0" y="732442"/>
        <a:ext cx="10837334" cy="258895"/>
      </dsp:txXfrm>
    </dsp:sp>
    <dsp:sp modelId="{CEF9DE9B-48E6-4FEA-BE12-7B1DFC286C9D}">
      <dsp:nvSpPr>
        <dsp:cNvPr id="0" name=""/>
        <dsp:cNvSpPr/>
      </dsp:nvSpPr>
      <dsp:spPr>
        <a:xfrm>
          <a:off x="0" y="991337"/>
          <a:ext cx="10837334" cy="220540"/>
        </a:xfrm>
        <a:prstGeom prst="rect">
          <a:avLst/>
        </a:prstGeom>
        <a:solidFill>
          <a:schemeClr val="accent2">
            <a:tint val="40000"/>
            <a:alpha val="90000"/>
            <a:hueOff val="-1824780"/>
            <a:satOff val="-3015"/>
            <a:lumOff val="-167"/>
            <a:alphaOff val="0"/>
          </a:schemeClr>
        </a:solidFill>
        <a:ln w="12700" cap="flat" cmpd="sng" algn="ctr">
          <a:solidFill>
            <a:schemeClr val="accent2">
              <a:tint val="40000"/>
              <a:alpha val="90000"/>
              <a:hueOff val="-1824780"/>
              <a:satOff val="-3015"/>
              <a:lumOff val="-16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a:solidFill>
                <a:sysClr val="windowText" lastClr="000000"/>
              </a:solidFill>
            </a:rPr>
            <a:t>Second International Sanitary Congress (Paris)</a:t>
          </a:r>
          <a:endParaRPr lang="en-US" sz="1600" kern="1200" dirty="0">
            <a:solidFill>
              <a:sysClr val="windowText" lastClr="000000"/>
            </a:solidFill>
          </a:endParaRPr>
        </a:p>
      </dsp:txBody>
      <dsp:txXfrm>
        <a:off x="0" y="991337"/>
        <a:ext cx="10837334" cy="220540"/>
      </dsp:txXfrm>
    </dsp:sp>
    <dsp:sp modelId="{A132AF48-5505-4447-BF19-6052ED1A28A0}">
      <dsp:nvSpPr>
        <dsp:cNvPr id="0" name=""/>
        <dsp:cNvSpPr/>
      </dsp:nvSpPr>
      <dsp:spPr>
        <a:xfrm rot="10800000">
          <a:off x="0" y="2041"/>
          <a:ext cx="10837334" cy="737593"/>
        </a:xfrm>
        <a:prstGeom prst="upArrowCallout">
          <a:avLst/>
        </a:prstGeom>
        <a:solidFill>
          <a:schemeClr val="accent2">
            <a:hueOff val="-1502485"/>
            <a:satOff val="-6467"/>
            <a:lumOff val="39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solidFill>
                <a:sysClr val="windowText" lastClr="000000"/>
              </a:solidFill>
            </a:rPr>
            <a:t>1851</a:t>
          </a:r>
          <a:endParaRPr lang="en-US" sz="1200" kern="1200" dirty="0">
            <a:solidFill>
              <a:sysClr val="windowText" lastClr="000000"/>
            </a:solidFill>
          </a:endParaRPr>
        </a:p>
      </dsp:txBody>
      <dsp:txXfrm rot="-10800000">
        <a:off x="0" y="2041"/>
        <a:ext cx="10837334" cy="258895"/>
      </dsp:txXfrm>
    </dsp:sp>
    <dsp:sp modelId="{E29BAD4E-586C-41C8-B02C-FA741AFB6FB7}">
      <dsp:nvSpPr>
        <dsp:cNvPr id="0" name=""/>
        <dsp:cNvSpPr/>
      </dsp:nvSpPr>
      <dsp:spPr>
        <a:xfrm>
          <a:off x="0" y="260937"/>
          <a:ext cx="10837334" cy="220540"/>
        </a:xfrm>
        <a:prstGeom prst="rect">
          <a:avLst/>
        </a:prstGeom>
        <a:solidFill>
          <a:schemeClr val="accent2">
            <a:tint val="40000"/>
            <a:alpha val="90000"/>
            <a:hueOff val="-2027534"/>
            <a:satOff val="-3350"/>
            <a:lumOff val="-186"/>
            <a:alphaOff val="0"/>
          </a:schemeClr>
        </a:solidFill>
        <a:ln w="12700" cap="flat" cmpd="sng" algn="ctr">
          <a:solidFill>
            <a:schemeClr val="accent2">
              <a:tint val="40000"/>
              <a:alpha val="90000"/>
              <a:hueOff val="-2027534"/>
              <a:satOff val="-3350"/>
              <a:lumOff val="-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Text" lastClr="000000"/>
              </a:solidFill>
            </a:rPr>
            <a:t>First International Sanitary Congress (Paris)</a:t>
          </a:r>
        </a:p>
      </dsp:txBody>
      <dsp:txXfrm>
        <a:off x="0" y="260937"/>
        <a:ext cx="10837334" cy="2205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6379DF-66BE-4CE9-8EC4-5EC05CDC9CBF}">
      <dsp:nvSpPr>
        <dsp:cNvPr id="0" name=""/>
        <dsp:cNvSpPr/>
      </dsp:nvSpPr>
      <dsp:spPr>
        <a:xfrm>
          <a:off x="0" y="4805420"/>
          <a:ext cx="10837334" cy="78836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Text" lastClr="000000"/>
              </a:solidFill>
            </a:rPr>
            <a:t>1911</a:t>
          </a:r>
          <a:endParaRPr lang="en-US" sz="1400" kern="1200" dirty="0">
            <a:solidFill>
              <a:sysClr val="windowText" lastClr="000000"/>
            </a:solidFill>
          </a:endParaRPr>
        </a:p>
      </dsp:txBody>
      <dsp:txXfrm>
        <a:off x="0" y="4805420"/>
        <a:ext cx="10837334" cy="425719"/>
      </dsp:txXfrm>
    </dsp:sp>
    <dsp:sp modelId="{B669A7F1-A889-45E1-91B5-191B408CFBBA}">
      <dsp:nvSpPr>
        <dsp:cNvPr id="0" name=""/>
        <dsp:cNvSpPr/>
      </dsp:nvSpPr>
      <dsp:spPr>
        <a:xfrm>
          <a:off x="0" y="5215372"/>
          <a:ext cx="5418667" cy="36264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Text" lastClr="000000"/>
              </a:solidFill>
            </a:rPr>
            <a:t>5th Conference (Santiago, Chile)</a:t>
          </a:r>
        </a:p>
      </dsp:txBody>
      <dsp:txXfrm>
        <a:off x="0" y="5215372"/>
        <a:ext cx="5418667" cy="362649"/>
      </dsp:txXfrm>
    </dsp:sp>
    <dsp:sp modelId="{762E6416-BD08-4B89-A370-EABA84EB01A6}">
      <dsp:nvSpPr>
        <dsp:cNvPr id="0" name=""/>
        <dsp:cNvSpPr/>
      </dsp:nvSpPr>
      <dsp:spPr>
        <a:xfrm>
          <a:off x="5418667" y="5215372"/>
          <a:ext cx="5418667" cy="362649"/>
        </a:xfrm>
        <a:prstGeom prst="rect">
          <a:avLst/>
        </a:prstGeom>
        <a:solidFill>
          <a:schemeClr val="accent2">
            <a:tint val="40000"/>
            <a:alpha val="90000"/>
            <a:hueOff val="-225282"/>
            <a:satOff val="-372"/>
            <a:lumOff val="-21"/>
            <a:alphaOff val="0"/>
          </a:schemeClr>
        </a:solidFill>
        <a:ln w="12700" cap="flat" cmpd="sng" algn="ctr">
          <a:solidFill>
            <a:schemeClr val="accent2">
              <a:tint val="40000"/>
              <a:alpha val="90000"/>
              <a:hueOff val="-225282"/>
              <a:satOff val="-372"/>
              <a:lumOff val="-2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Text" lastClr="000000"/>
              </a:solidFill>
            </a:rPr>
            <a:t>Recommended official health authorities as delegates</a:t>
          </a:r>
        </a:p>
      </dsp:txBody>
      <dsp:txXfrm>
        <a:off x="5418667" y="5215372"/>
        <a:ext cx="5418667" cy="362649"/>
      </dsp:txXfrm>
    </dsp:sp>
    <dsp:sp modelId="{255B50C6-9B4A-4079-8E51-901DE6A253A8}">
      <dsp:nvSpPr>
        <dsp:cNvPr id="0" name=""/>
        <dsp:cNvSpPr/>
      </dsp:nvSpPr>
      <dsp:spPr>
        <a:xfrm rot="10800000">
          <a:off x="0" y="3604734"/>
          <a:ext cx="10837334" cy="1212511"/>
        </a:xfrm>
        <a:prstGeom prst="upArrowCallout">
          <a:avLst/>
        </a:prstGeom>
        <a:solidFill>
          <a:schemeClr val="accent2">
            <a:hueOff val="-375621"/>
            <a:satOff val="-1617"/>
            <a:lumOff val="9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Text" lastClr="000000"/>
              </a:solidFill>
            </a:rPr>
            <a:t>1909</a:t>
          </a:r>
          <a:endParaRPr lang="en-US" sz="1400" kern="1200" dirty="0">
            <a:solidFill>
              <a:sysClr val="windowText" lastClr="000000"/>
            </a:solidFill>
          </a:endParaRPr>
        </a:p>
      </dsp:txBody>
      <dsp:txXfrm rot="-10800000">
        <a:off x="0" y="3604734"/>
        <a:ext cx="10837334" cy="425591"/>
      </dsp:txXfrm>
    </dsp:sp>
    <dsp:sp modelId="{9876B57F-E03B-4D3A-A01C-C0039D424627}">
      <dsp:nvSpPr>
        <dsp:cNvPr id="0" name=""/>
        <dsp:cNvSpPr/>
      </dsp:nvSpPr>
      <dsp:spPr>
        <a:xfrm>
          <a:off x="0" y="4030325"/>
          <a:ext cx="5418667" cy="362541"/>
        </a:xfrm>
        <a:prstGeom prst="rect">
          <a:avLst/>
        </a:prstGeom>
        <a:solidFill>
          <a:schemeClr val="accent2">
            <a:tint val="40000"/>
            <a:alpha val="90000"/>
            <a:hueOff val="-450563"/>
            <a:satOff val="-744"/>
            <a:lumOff val="-41"/>
            <a:alphaOff val="0"/>
          </a:schemeClr>
        </a:solidFill>
        <a:ln w="12700" cap="flat" cmpd="sng" algn="ctr">
          <a:solidFill>
            <a:schemeClr val="accent2">
              <a:tint val="40000"/>
              <a:alpha val="90000"/>
              <a:hueOff val="-450563"/>
              <a:satOff val="-744"/>
              <a:lumOff val="-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Text" lastClr="000000"/>
              </a:solidFill>
            </a:rPr>
            <a:t>4th Convention (San Jose, Costa Rica)</a:t>
          </a:r>
        </a:p>
      </dsp:txBody>
      <dsp:txXfrm>
        <a:off x="0" y="4030325"/>
        <a:ext cx="5418667" cy="362541"/>
      </dsp:txXfrm>
    </dsp:sp>
    <dsp:sp modelId="{939882C0-C907-4D82-B2BB-B31F9D2FDEF8}">
      <dsp:nvSpPr>
        <dsp:cNvPr id="0" name=""/>
        <dsp:cNvSpPr/>
      </dsp:nvSpPr>
      <dsp:spPr>
        <a:xfrm>
          <a:off x="5418667" y="4030325"/>
          <a:ext cx="5418667" cy="362541"/>
        </a:xfrm>
        <a:prstGeom prst="rect">
          <a:avLst/>
        </a:prstGeom>
        <a:solidFill>
          <a:schemeClr val="accent2">
            <a:tint val="40000"/>
            <a:alpha val="90000"/>
            <a:hueOff val="-675845"/>
            <a:satOff val="-1117"/>
            <a:lumOff val="-62"/>
            <a:alphaOff val="0"/>
          </a:schemeClr>
        </a:solidFill>
        <a:ln w="12700" cap="flat" cmpd="sng" algn="ctr">
          <a:solidFill>
            <a:schemeClr val="accent2">
              <a:tint val="40000"/>
              <a:alpha val="90000"/>
              <a:hueOff val="-675845"/>
              <a:satOff val="-1117"/>
              <a:lumOff val="-6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Text" lastClr="000000"/>
              </a:solidFill>
            </a:rPr>
            <a:t>Focus on health promotion</a:t>
          </a:r>
        </a:p>
      </dsp:txBody>
      <dsp:txXfrm>
        <a:off x="5418667" y="4030325"/>
        <a:ext cx="5418667" cy="362541"/>
      </dsp:txXfrm>
    </dsp:sp>
    <dsp:sp modelId="{D8DDEFA6-CE20-46B7-8B86-98449FD22D4C}">
      <dsp:nvSpPr>
        <dsp:cNvPr id="0" name=""/>
        <dsp:cNvSpPr/>
      </dsp:nvSpPr>
      <dsp:spPr>
        <a:xfrm rot="10800000">
          <a:off x="0" y="2404047"/>
          <a:ext cx="10837334" cy="1212511"/>
        </a:xfrm>
        <a:prstGeom prst="upArrowCallout">
          <a:avLst/>
        </a:prstGeom>
        <a:solidFill>
          <a:schemeClr val="accent2">
            <a:hueOff val="-751242"/>
            <a:satOff val="-3233"/>
            <a:lumOff val="19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Text" lastClr="000000"/>
              </a:solidFill>
            </a:rPr>
            <a:t>1907</a:t>
          </a:r>
          <a:endParaRPr lang="en-US" sz="1400" kern="1200" dirty="0">
            <a:solidFill>
              <a:sysClr val="windowText" lastClr="000000"/>
            </a:solidFill>
          </a:endParaRPr>
        </a:p>
      </dsp:txBody>
      <dsp:txXfrm rot="-10800000">
        <a:off x="0" y="2404047"/>
        <a:ext cx="10837334" cy="425591"/>
      </dsp:txXfrm>
    </dsp:sp>
    <dsp:sp modelId="{F89C1ABC-5569-42B9-B35A-A506BF40925B}">
      <dsp:nvSpPr>
        <dsp:cNvPr id="0" name=""/>
        <dsp:cNvSpPr/>
      </dsp:nvSpPr>
      <dsp:spPr>
        <a:xfrm>
          <a:off x="0" y="2829639"/>
          <a:ext cx="5418667" cy="362541"/>
        </a:xfrm>
        <a:prstGeom prst="rect">
          <a:avLst/>
        </a:prstGeom>
        <a:solidFill>
          <a:schemeClr val="accent2">
            <a:tint val="40000"/>
            <a:alpha val="90000"/>
            <a:hueOff val="-901126"/>
            <a:satOff val="-1489"/>
            <a:lumOff val="-83"/>
            <a:alphaOff val="0"/>
          </a:schemeClr>
        </a:solidFill>
        <a:ln w="12700" cap="flat" cmpd="sng" algn="ctr">
          <a:solidFill>
            <a:schemeClr val="accent2">
              <a:tint val="40000"/>
              <a:alpha val="90000"/>
              <a:hueOff val="-901126"/>
              <a:satOff val="-1489"/>
              <a:lumOff val="-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Text" lastClr="000000"/>
              </a:solidFill>
            </a:rPr>
            <a:t>3rd Convention (Mexico City)</a:t>
          </a:r>
        </a:p>
      </dsp:txBody>
      <dsp:txXfrm>
        <a:off x="0" y="2829639"/>
        <a:ext cx="5418667" cy="362541"/>
      </dsp:txXfrm>
    </dsp:sp>
    <dsp:sp modelId="{2A7B5843-5108-4B50-BF35-AE613FFCE1C2}">
      <dsp:nvSpPr>
        <dsp:cNvPr id="0" name=""/>
        <dsp:cNvSpPr/>
      </dsp:nvSpPr>
      <dsp:spPr>
        <a:xfrm>
          <a:off x="5418667" y="2829639"/>
          <a:ext cx="5418667" cy="362541"/>
        </a:xfrm>
        <a:prstGeom prst="rect">
          <a:avLst/>
        </a:prstGeom>
        <a:solidFill>
          <a:schemeClr val="accent2">
            <a:tint val="40000"/>
            <a:alpha val="90000"/>
            <a:hueOff val="-1126408"/>
            <a:satOff val="-1861"/>
            <a:lumOff val="-103"/>
            <a:alphaOff val="0"/>
          </a:schemeClr>
        </a:solidFill>
        <a:ln w="12700" cap="flat" cmpd="sng" algn="ctr">
          <a:solidFill>
            <a:schemeClr val="accent2">
              <a:tint val="40000"/>
              <a:alpha val="90000"/>
              <a:hueOff val="-1126408"/>
              <a:satOff val="-1861"/>
              <a:lumOff val="-1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Text" lastClr="000000"/>
              </a:solidFill>
            </a:rPr>
            <a:t>Urged health data committees</a:t>
          </a:r>
        </a:p>
      </dsp:txBody>
      <dsp:txXfrm>
        <a:off x="5418667" y="2829639"/>
        <a:ext cx="5418667" cy="362541"/>
      </dsp:txXfrm>
    </dsp:sp>
    <dsp:sp modelId="{27997238-0372-4639-99F9-70EAD66487EF}">
      <dsp:nvSpPr>
        <dsp:cNvPr id="0" name=""/>
        <dsp:cNvSpPr/>
      </dsp:nvSpPr>
      <dsp:spPr>
        <a:xfrm rot="10800000">
          <a:off x="0" y="1203361"/>
          <a:ext cx="10837334" cy="1212511"/>
        </a:xfrm>
        <a:prstGeom prst="upArrowCallout">
          <a:avLst/>
        </a:prstGeom>
        <a:solidFill>
          <a:schemeClr val="accent2">
            <a:hueOff val="-1126864"/>
            <a:satOff val="-4850"/>
            <a:lumOff val="293"/>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ysClr val="windowText" lastClr="000000"/>
              </a:solidFill>
            </a:rPr>
            <a:t>1905</a:t>
          </a:r>
        </a:p>
      </dsp:txBody>
      <dsp:txXfrm rot="-10800000">
        <a:off x="0" y="1203361"/>
        <a:ext cx="10837334" cy="425591"/>
      </dsp:txXfrm>
    </dsp:sp>
    <dsp:sp modelId="{1F5C7F5D-F793-4E64-8F8B-899F805F6A77}">
      <dsp:nvSpPr>
        <dsp:cNvPr id="0" name=""/>
        <dsp:cNvSpPr/>
      </dsp:nvSpPr>
      <dsp:spPr>
        <a:xfrm>
          <a:off x="0" y="1628953"/>
          <a:ext cx="5418667" cy="362541"/>
        </a:xfrm>
        <a:prstGeom prst="rect">
          <a:avLst/>
        </a:prstGeom>
        <a:solidFill>
          <a:schemeClr val="accent2">
            <a:tint val="40000"/>
            <a:alpha val="90000"/>
            <a:hueOff val="-1351689"/>
            <a:satOff val="-2233"/>
            <a:lumOff val="-124"/>
            <a:alphaOff val="0"/>
          </a:schemeClr>
        </a:solidFill>
        <a:ln w="12700" cap="flat" cmpd="sng" algn="ctr">
          <a:solidFill>
            <a:schemeClr val="accent2">
              <a:tint val="40000"/>
              <a:alpha val="90000"/>
              <a:hueOff val="-1351689"/>
              <a:satOff val="-2233"/>
              <a:lumOff val="-12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Text" lastClr="000000"/>
              </a:solidFill>
            </a:rPr>
            <a:t> 2nd Convention (Washington DC)</a:t>
          </a:r>
        </a:p>
      </dsp:txBody>
      <dsp:txXfrm>
        <a:off x="0" y="1628953"/>
        <a:ext cx="5418667" cy="362541"/>
      </dsp:txXfrm>
    </dsp:sp>
    <dsp:sp modelId="{39B71084-F9E2-4483-B47E-D28184646893}">
      <dsp:nvSpPr>
        <dsp:cNvPr id="0" name=""/>
        <dsp:cNvSpPr/>
      </dsp:nvSpPr>
      <dsp:spPr>
        <a:xfrm>
          <a:off x="5418667" y="1628953"/>
          <a:ext cx="5418667" cy="362541"/>
        </a:xfrm>
        <a:prstGeom prst="rect">
          <a:avLst/>
        </a:prstGeom>
        <a:solidFill>
          <a:schemeClr val="accent2">
            <a:tint val="40000"/>
            <a:alpha val="90000"/>
            <a:hueOff val="-1576971"/>
            <a:satOff val="-2606"/>
            <a:lumOff val="-145"/>
            <a:alphaOff val="0"/>
          </a:schemeClr>
        </a:solidFill>
        <a:ln w="12700" cap="flat" cmpd="sng" algn="ctr">
          <a:solidFill>
            <a:schemeClr val="accent2">
              <a:tint val="40000"/>
              <a:alpha val="90000"/>
              <a:hueOff val="-1576971"/>
              <a:satOff val="-2606"/>
              <a:lumOff val="-1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s-ES" sz="1800" kern="1200" dirty="0" err="1">
              <a:solidFill>
                <a:sysClr val="windowText" lastClr="000000"/>
              </a:solidFill>
            </a:rPr>
            <a:t>Successes</a:t>
          </a:r>
          <a:r>
            <a:rPr lang="es-ES" sz="1800" kern="1200" dirty="0">
              <a:solidFill>
                <a:sysClr val="windowText" lastClr="000000"/>
              </a:solidFill>
            </a:rPr>
            <a:t> in Cuba, </a:t>
          </a:r>
          <a:r>
            <a:rPr lang="es-ES" sz="1800" kern="1200" dirty="0" err="1">
              <a:solidFill>
                <a:sysClr val="windowText" lastClr="000000"/>
              </a:solidFill>
            </a:rPr>
            <a:t>Panama</a:t>
          </a:r>
          <a:r>
            <a:rPr lang="es-ES" sz="1800" kern="1200" dirty="0">
              <a:solidFill>
                <a:sysClr val="windowText" lastClr="000000"/>
              </a:solidFill>
            </a:rPr>
            <a:t> Canal, </a:t>
          </a:r>
          <a:r>
            <a:rPr lang="es-ES" sz="1800" kern="1200" dirty="0" err="1">
              <a:solidFill>
                <a:sysClr val="windowText" lastClr="000000"/>
              </a:solidFill>
            </a:rPr>
            <a:t>Mexico</a:t>
          </a:r>
          <a:endParaRPr lang="es-ES" sz="1800" kern="1200" dirty="0">
            <a:solidFill>
              <a:sysClr val="windowText" lastClr="000000"/>
            </a:solidFill>
          </a:endParaRPr>
        </a:p>
      </dsp:txBody>
      <dsp:txXfrm>
        <a:off x="5418667" y="1628953"/>
        <a:ext cx="5418667" cy="362541"/>
      </dsp:txXfrm>
    </dsp:sp>
    <dsp:sp modelId="{3C00653D-E6C7-4BDB-BD9D-281E03116B3A}">
      <dsp:nvSpPr>
        <dsp:cNvPr id="0" name=""/>
        <dsp:cNvSpPr/>
      </dsp:nvSpPr>
      <dsp:spPr>
        <a:xfrm rot="10800000">
          <a:off x="0" y="2675"/>
          <a:ext cx="10837334" cy="1212511"/>
        </a:xfrm>
        <a:prstGeom prst="upArrowCallout">
          <a:avLst/>
        </a:prstGeom>
        <a:solidFill>
          <a:schemeClr val="accent2">
            <a:hueOff val="-1502485"/>
            <a:satOff val="-6467"/>
            <a:lumOff val="39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Text" lastClr="000000"/>
              </a:solidFill>
            </a:rPr>
            <a:t>1902</a:t>
          </a:r>
          <a:endParaRPr lang="en-US" sz="1400" kern="1200" dirty="0">
            <a:solidFill>
              <a:sysClr val="windowText" lastClr="000000"/>
            </a:solidFill>
          </a:endParaRPr>
        </a:p>
      </dsp:txBody>
      <dsp:txXfrm rot="-10800000">
        <a:off x="0" y="2675"/>
        <a:ext cx="10837334" cy="425591"/>
      </dsp:txXfrm>
    </dsp:sp>
    <dsp:sp modelId="{37FC0FDB-59CA-4FC7-BE46-46E0AFAB8C66}">
      <dsp:nvSpPr>
        <dsp:cNvPr id="0" name=""/>
        <dsp:cNvSpPr/>
      </dsp:nvSpPr>
      <dsp:spPr>
        <a:xfrm>
          <a:off x="0" y="428266"/>
          <a:ext cx="5418667" cy="362541"/>
        </a:xfrm>
        <a:prstGeom prst="rect">
          <a:avLst/>
        </a:prstGeom>
        <a:solidFill>
          <a:schemeClr val="accent2">
            <a:tint val="40000"/>
            <a:alpha val="90000"/>
            <a:hueOff val="-1802252"/>
            <a:satOff val="-2978"/>
            <a:lumOff val="-165"/>
            <a:alphaOff val="0"/>
          </a:schemeClr>
        </a:solidFill>
        <a:ln w="12700" cap="flat" cmpd="sng" algn="ctr">
          <a:solidFill>
            <a:schemeClr val="accent2">
              <a:tint val="40000"/>
              <a:alpha val="90000"/>
              <a:hueOff val="-1802252"/>
              <a:satOff val="-2978"/>
              <a:lumOff val="-1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solidFill>
                <a:sysClr val="windowText" lastClr="000000"/>
              </a:solidFill>
            </a:rPr>
            <a:t>1st Pan-American Sanitary Convention (Washington DC)</a:t>
          </a:r>
          <a:endParaRPr lang="en-US" sz="1800" kern="1200" dirty="0">
            <a:solidFill>
              <a:sysClr val="windowText" lastClr="000000"/>
            </a:solidFill>
          </a:endParaRPr>
        </a:p>
      </dsp:txBody>
      <dsp:txXfrm>
        <a:off x="0" y="428266"/>
        <a:ext cx="5418667" cy="362541"/>
      </dsp:txXfrm>
    </dsp:sp>
    <dsp:sp modelId="{2217DFDA-67DD-45AE-8E74-462BDEC4B437}">
      <dsp:nvSpPr>
        <dsp:cNvPr id="0" name=""/>
        <dsp:cNvSpPr/>
      </dsp:nvSpPr>
      <dsp:spPr>
        <a:xfrm>
          <a:off x="5418667" y="428266"/>
          <a:ext cx="5418667" cy="362541"/>
        </a:xfrm>
        <a:prstGeom prst="rect">
          <a:avLst/>
        </a:prstGeom>
        <a:solidFill>
          <a:schemeClr val="accent2">
            <a:tint val="40000"/>
            <a:alpha val="90000"/>
            <a:hueOff val="-2027534"/>
            <a:satOff val="-3350"/>
            <a:lumOff val="-186"/>
            <a:alphaOff val="0"/>
          </a:schemeClr>
        </a:solidFill>
        <a:ln w="12700" cap="flat" cmpd="sng" algn="ctr">
          <a:solidFill>
            <a:schemeClr val="accent2">
              <a:tint val="40000"/>
              <a:alpha val="90000"/>
              <a:hueOff val="-2027534"/>
              <a:satOff val="-3350"/>
              <a:lumOff val="-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solidFill>
                <a:sysClr val="windowText" lastClr="000000"/>
              </a:solidFill>
            </a:rPr>
            <a:t>Formation of PASB by 11 countries</a:t>
          </a:r>
          <a:endParaRPr lang="en-US" sz="1800" kern="1200" dirty="0">
            <a:solidFill>
              <a:sysClr val="windowText" lastClr="000000"/>
            </a:solidFill>
          </a:endParaRPr>
        </a:p>
      </dsp:txBody>
      <dsp:txXfrm>
        <a:off x="5418667" y="428266"/>
        <a:ext cx="5418667" cy="362541"/>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6/3/2025</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a:t>
            </a:fld>
            <a:endParaRPr lang="en-US"/>
          </a:p>
        </p:txBody>
      </p:sp>
    </p:spTree>
    <p:extLst>
      <p:ext uri="{BB962C8B-B14F-4D97-AF65-F5344CB8AC3E}">
        <p14:creationId xmlns:p14="http://schemas.microsoft.com/office/powerpoint/2010/main" val="3006536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3445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3654183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2009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4993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3477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3218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407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975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4419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t>6/3/2025</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017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6/3/2025</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a:t>
            </a:fld>
            <a:endParaRPr lang="en-US"/>
          </a:p>
        </p:txBody>
      </p:sp>
    </p:spTree>
    <p:extLst>
      <p:ext uri="{BB962C8B-B14F-4D97-AF65-F5344CB8AC3E}">
        <p14:creationId xmlns:p14="http://schemas.microsoft.com/office/powerpoint/2010/main" val="210985465"/>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AB0C42-E612-8BB1-6AD2-FC18782F15D7}"/>
              </a:ext>
            </a:extLst>
          </p:cNvPr>
          <p:cNvSpPr>
            <a:spLocks noGrp="1"/>
          </p:cNvSpPr>
          <p:nvPr>
            <p:ph type="ctrTitle"/>
          </p:nvPr>
        </p:nvSpPr>
        <p:spPr>
          <a:xfrm>
            <a:off x="8018633" y="1247140"/>
            <a:ext cx="3608208" cy="3450844"/>
          </a:xfrm>
        </p:spPr>
        <p:txBody>
          <a:bodyPr>
            <a:normAutofit/>
          </a:bodyPr>
          <a:lstStyle/>
          <a:p>
            <a:r>
              <a:rPr lang="en-US" sz="4100" dirty="0"/>
              <a:t>International health</a:t>
            </a:r>
          </a:p>
        </p:txBody>
      </p:sp>
      <p:sp>
        <p:nvSpPr>
          <p:cNvPr id="3" name="Subtitle 2">
            <a:extLst>
              <a:ext uri="{FF2B5EF4-FFF2-40B4-BE49-F238E27FC236}">
                <a16:creationId xmlns:a16="http://schemas.microsoft.com/office/drawing/2014/main" id="{397F90BE-74F9-19BC-FCDE-D8B871AA8204}"/>
              </a:ext>
            </a:extLst>
          </p:cNvPr>
          <p:cNvSpPr>
            <a:spLocks noGrp="1"/>
          </p:cNvSpPr>
          <p:nvPr>
            <p:ph type="subTitle" idx="1"/>
          </p:nvPr>
        </p:nvSpPr>
        <p:spPr>
          <a:xfrm>
            <a:off x="8018633" y="4818126"/>
            <a:ext cx="3608208" cy="1268984"/>
          </a:xfrm>
        </p:spPr>
        <p:txBody>
          <a:bodyPr>
            <a:normAutofit/>
          </a:bodyPr>
          <a:lstStyle/>
          <a:p>
            <a:endParaRPr lang="en-US"/>
          </a:p>
        </p:txBody>
      </p:sp>
      <p:pic>
        <p:nvPicPr>
          <p:cNvPr id="4" name="Picture 3" descr="A person holding a globe">
            <a:extLst>
              <a:ext uri="{FF2B5EF4-FFF2-40B4-BE49-F238E27FC236}">
                <a16:creationId xmlns:a16="http://schemas.microsoft.com/office/drawing/2014/main" id="{C55B7155-9ECB-0152-CFC1-0FDB1B3BA031}"/>
              </a:ext>
            </a:extLst>
          </p:cNvPr>
          <p:cNvPicPr>
            <a:picLocks noChangeAspect="1"/>
          </p:cNvPicPr>
          <p:nvPr/>
        </p:nvPicPr>
        <p:blipFill rotWithShape="1">
          <a:blip r:embed="rId2"/>
          <a:srcRect l="17819" r="17488"/>
          <a:stretch/>
        </p:blipFill>
        <p:spPr>
          <a:xfrm>
            <a:off x="-1" y="10"/>
            <a:ext cx="7456513" cy="6857990"/>
          </a:xfrm>
          <a:custGeom>
            <a:avLst/>
            <a:gdLst/>
            <a:ahLst/>
            <a:cxnLst/>
            <a:rect l="l" t="t" r="r" b="b"/>
            <a:pathLst>
              <a:path w="7456513" h="6858000">
                <a:moveTo>
                  <a:pt x="0" y="0"/>
                </a:moveTo>
                <a:lnTo>
                  <a:pt x="6059386" y="0"/>
                </a:lnTo>
                <a:lnTo>
                  <a:pt x="6059386" y="1375489"/>
                </a:lnTo>
                <a:lnTo>
                  <a:pt x="7456513" y="1375489"/>
                </a:lnTo>
                <a:lnTo>
                  <a:pt x="7456513" y="6858000"/>
                </a:lnTo>
                <a:lnTo>
                  <a:pt x="0" y="6858000"/>
                </a:lnTo>
                <a:close/>
              </a:path>
            </a:pathLst>
          </a:custGeom>
        </p:spPr>
      </p:pic>
      <p:sp>
        <p:nvSpPr>
          <p:cNvPr id="11" name="Rectangle 10">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85818"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3" name="Rectangle 12">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85818"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141599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3BA26-B111-B857-B823-C64D78B42429}"/>
              </a:ext>
            </a:extLst>
          </p:cNvPr>
          <p:cNvSpPr>
            <a:spLocks noGrp="1"/>
          </p:cNvSpPr>
          <p:nvPr>
            <p:ph type="title"/>
          </p:nvPr>
        </p:nvSpPr>
        <p:spPr/>
        <p:txBody>
          <a:bodyPr/>
          <a:lstStyle/>
          <a:p>
            <a:r>
              <a:rPr lang="en-US" dirty="0"/>
              <a:t>Timeline</a:t>
            </a:r>
          </a:p>
        </p:txBody>
      </p:sp>
      <p:graphicFrame>
        <p:nvGraphicFramePr>
          <p:cNvPr id="4" name="Content Placeholder 3">
            <a:extLst>
              <a:ext uri="{FF2B5EF4-FFF2-40B4-BE49-F238E27FC236}">
                <a16:creationId xmlns:a16="http://schemas.microsoft.com/office/drawing/2014/main" id="{08490293-B488-C337-E3D0-83CF6E6E2DEA}"/>
              </a:ext>
            </a:extLst>
          </p:cNvPr>
          <p:cNvGraphicFramePr>
            <a:graphicFrameLocks noGrp="1"/>
          </p:cNvGraphicFramePr>
          <p:nvPr>
            <p:ph idx="1"/>
            <p:extLst>
              <p:ext uri="{D42A27DB-BD31-4B8C-83A1-F6EECF244321}">
                <p14:modId xmlns:p14="http://schemas.microsoft.com/office/powerpoint/2010/main" val="1656944352"/>
              </p:ext>
            </p:extLst>
          </p:nvPr>
        </p:nvGraphicFramePr>
        <p:xfrm>
          <a:off x="1286933" y="1100667"/>
          <a:ext cx="10837334" cy="55964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987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Yellow Fever Epidemic</a:t>
            </a:r>
          </a:p>
        </p:txBody>
      </p:sp>
      <p:sp>
        <p:nvSpPr>
          <p:cNvPr id="3" name="Content Placeholder 2"/>
          <p:cNvSpPr>
            <a:spLocks noGrp="1"/>
          </p:cNvSpPr>
          <p:nvPr>
            <p:ph idx="1"/>
          </p:nvPr>
        </p:nvSpPr>
        <p:spPr/>
        <p:txBody>
          <a:bodyPr/>
          <a:lstStyle/>
          <a:p>
            <a:r>
              <a:rPr dirty="0"/>
              <a:t>1870s – Epidemic in Brazil, Paraguay, Uruguay, Argentina</a:t>
            </a:r>
          </a:p>
          <a:p>
            <a:r>
              <a:rPr dirty="0"/>
              <a:t>⮕ Over 15,000 deaths in Buenos Aires</a:t>
            </a:r>
          </a:p>
          <a:p>
            <a:r>
              <a:rPr dirty="0"/>
              <a:t>1878 – Spread to US via maritime contact</a:t>
            </a:r>
          </a:p>
          <a:p>
            <a:r>
              <a:rPr dirty="0"/>
              <a:t>⮕ Outbreaks along the Mississippi River</a:t>
            </a:r>
            <a:endParaRPr lang="en-US" dirty="0"/>
          </a:p>
          <a:p>
            <a:r>
              <a:rPr lang="en-US" dirty="0"/>
              <a:t>1881 – Carlos Finlay (Cuba)</a:t>
            </a:r>
          </a:p>
          <a:p>
            <a:r>
              <a:rPr lang="en-US" dirty="0"/>
              <a:t>⮕ Hypothesized Aedes aegypti mosquito as yellow fever vector</a:t>
            </a: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5062FC-1B18-1789-77D4-D1154A3D09A6}"/>
              </a:ext>
            </a:extLst>
          </p:cNvPr>
          <p:cNvSpPr>
            <a:spLocks noGrp="1"/>
          </p:cNvSpPr>
          <p:nvPr>
            <p:ph type="title"/>
          </p:nvPr>
        </p:nvSpPr>
        <p:spPr>
          <a:xfrm>
            <a:off x="1587710" y="455362"/>
            <a:ext cx="4067909" cy="1550419"/>
          </a:xfrm>
        </p:spPr>
        <p:txBody>
          <a:bodyPr>
            <a:normAutofit/>
          </a:bodyPr>
          <a:lstStyle/>
          <a:p>
            <a:pPr>
              <a:lnSpc>
                <a:spcPct val="90000"/>
              </a:lnSpc>
            </a:pPr>
            <a:r>
              <a:rPr lang="en-US" sz="3400"/>
              <a:t>First International sanitary conference</a:t>
            </a:r>
          </a:p>
        </p:txBody>
      </p:sp>
      <p:sp>
        <p:nvSpPr>
          <p:cNvPr id="3" name="Content Placeholder 2">
            <a:extLst>
              <a:ext uri="{FF2B5EF4-FFF2-40B4-BE49-F238E27FC236}">
                <a16:creationId xmlns:a16="http://schemas.microsoft.com/office/drawing/2014/main" id="{C31E4FA2-CC6E-C53C-41AB-14CA7525CDA3}"/>
              </a:ext>
            </a:extLst>
          </p:cNvPr>
          <p:cNvSpPr>
            <a:spLocks noGrp="1"/>
          </p:cNvSpPr>
          <p:nvPr>
            <p:ph idx="1"/>
          </p:nvPr>
        </p:nvSpPr>
        <p:spPr>
          <a:xfrm>
            <a:off x="1587710" y="2160016"/>
            <a:ext cx="4067909" cy="3926152"/>
          </a:xfrm>
        </p:spPr>
        <p:txBody>
          <a:bodyPr>
            <a:normAutofit/>
          </a:bodyPr>
          <a:lstStyle/>
          <a:p>
            <a:pPr>
              <a:lnSpc>
                <a:spcPct val="100000"/>
              </a:lnSpc>
            </a:pPr>
            <a:r>
              <a:rPr lang="en-US" sz="1700"/>
              <a:t>1851 – Paris</a:t>
            </a:r>
          </a:p>
          <a:p>
            <a:pPr>
              <a:lnSpc>
                <a:spcPct val="100000"/>
              </a:lnSpc>
            </a:pPr>
            <a:r>
              <a:rPr lang="en-US" sz="1700"/>
              <a:t>European countries – Austria, France, Great Britain, Greece, Portugal, Russia, Spain, Italy (sovereign states – Sardinia, two </a:t>
            </a:r>
            <a:r>
              <a:rPr lang="en-US" sz="1700" err="1"/>
              <a:t>sicilies</a:t>
            </a:r>
            <a:r>
              <a:rPr lang="en-US" sz="1700"/>
              <a:t>, Papal states, Tuscany) and Turkey</a:t>
            </a:r>
          </a:p>
          <a:p>
            <a:pPr>
              <a:lnSpc>
                <a:spcPct val="100000"/>
              </a:lnSpc>
            </a:pPr>
            <a:r>
              <a:rPr lang="en-US" sz="1700"/>
              <a:t>To introduce some order and uniformity into quarantine measures which varied from country to country. </a:t>
            </a:r>
          </a:p>
          <a:p>
            <a:pPr>
              <a:lnSpc>
                <a:spcPct val="100000"/>
              </a:lnSpc>
            </a:pPr>
            <a:r>
              <a:rPr lang="en-US" sz="1700"/>
              <a:t>The conference lasted six months with no lasting results. </a:t>
            </a:r>
          </a:p>
        </p:txBody>
      </p:sp>
      <p:pic>
        <p:nvPicPr>
          <p:cNvPr id="1026" name="Picture 2">
            <a:extLst>
              <a:ext uri="{FF2B5EF4-FFF2-40B4-BE49-F238E27FC236}">
                <a16:creationId xmlns:a16="http://schemas.microsoft.com/office/drawing/2014/main" id="{BE047F38-2D47-5B77-F693-CEA8DDD5E7C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24325" y="1985270"/>
            <a:ext cx="5199575" cy="2729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084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1E6AAA-A36B-7EB3-111A-2EFDD611A873}"/>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9B67F0-ABEE-305C-E4AF-B96292212D4B}"/>
              </a:ext>
            </a:extLst>
          </p:cNvPr>
          <p:cNvSpPr>
            <a:spLocks noGrp="1"/>
          </p:cNvSpPr>
          <p:nvPr>
            <p:ph type="title"/>
          </p:nvPr>
        </p:nvSpPr>
        <p:spPr>
          <a:xfrm>
            <a:off x="1587710" y="455362"/>
            <a:ext cx="9486690" cy="1550419"/>
          </a:xfrm>
        </p:spPr>
        <p:txBody>
          <a:bodyPr>
            <a:normAutofit/>
          </a:bodyPr>
          <a:lstStyle/>
          <a:p>
            <a:r>
              <a:rPr lang="en-US" dirty="0"/>
              <a:t>First International sanitary conference</a:t>
            </a:r>
          </a:p>
        </p:txBody>
      </p:sp>
      <p:sp>
        <p:nvSpPr>
          <p:cNvPr id="3" name="Content Placeholder 2">
            <a:extLst>
              <a:ext uri="{FF2B5EF4-FFF2-40B4-BE49-F238E27FC236}">
                <a16:creationId xmlns:a16="http://schemas.microsoft.com/office/drawing/2014/main" id="{9B2F4C59-178C-D4D4-7D9F-0DC910CCB9F7}"/>
              </a:ext>
            </a:extLst>
          </p:cNvPr>
          <p:cNvSpPr>
            <a:spLocks noGrp="1"/>
          </p:cNvSpPr>
          <p:nvPr>
            <p:ph idx="1"/>
          </p:nvPr>
        </p:nvSpPr>
        <p:spPr>
          <a:xfrm>
            <a:off x="1587499" y="2160588"/>
            <a:ext cx="5783939" cy="3925887"/>
          </a:xfrm>
        </p:spPr>
        <p:txBody>
          <a:bodyPr>
            <a:normAutofit/>
          </a:bodyPr>
          <a:lstStyle/>
          <a:p>
            <a:pPr>
              <a:lnSpc>
                <a:spcPct val="100000"/>
              </a:lnSpc>
            </a:pPr>
            <a:r>
              <a:rPr lang="en-US" sz="1900"/>
              <a:t>Despite the many difficulties involved, an international sanitary code was prepared, comprising 137 articles dealing with cholera, plague and yellow fever.</a:t>
            </a:r>
          </a:p>
          <a:p>
            <a:pPr>
              <a:lnSpc>
                <a:spcPct val="100000"/>
              </a:lnSpc>
            </a:pPr>
            <a:r>
              <a:rPr lang="en-US" sz="1900"/>
              <a:t>The sanitary code never came into force as it was ratified by only three countries - France, Portugal and Sardinia of which Portugal and Sardinia withdrew in 1865. </a:t>
            </a:r>
          </a:p>
          <a:p>
            <a:pPr>
              <a:lnSpc>
                <a:spcPct val="100000"/>
              </a:lnSpc>
            </a:pPr>
            <a:r>
              <a:rPr lang="en-US" sz="1900"/>
              <a:t>The 1851 conference was followed in rapid succession by further conferences - no less than 10 conferences took place between 1851 and 1902, but they were equally unable to reach an agreement on quarantine measures</a:t>
            </a:r>
          </a:p>
        </p:txBody>
      </p:sp>
      <p:pic>
        <p:nvPicPr>
          <p:cNvPr id="1026" name="Picture 2">
            <a:extLst>
              <a:ext uri="{FF2B5EF4-FFF2-40B4-BE49-F238E27FC236}">
                <a16:creationId xmlns:a16="http://schemas.microsoft.com/office/drawing/2014/main" id="{555F3FA3-B3B9-CA61-7502-E0B48B5AE97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14961" y="3098443"/>
            <a:ext cx="3611880" cy="1896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235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AB0BF9-18D2-A8A8-D0A5-A820AD0089F5}"/>
              </a:ext>
            </a:extLst>
          </p:cNvPr>
          <p:cNvSpPr>
            <a:spLocks noGrp="1"/>
          </p:cNvSpPr>
          <p:nvPr>
            <p:ph type="title"/>
          </p:nvPr>
        </p:nvSpPr>
        <p:spPr>
          <a:xfrm>
            <a:off x="565151" y="455362"/>
            <a:ext cx="6881728" cy="1550419"/>
          </a:xfrm>
        </p:spPr>
        <p:txBody>
          <a:bodyPr>
            <a:normAutofit/>
          </a:bodyPr>
          <a:lstStyle/>
          <a:p>
            <a:r>
              <a:rPr lang="en-US" dirty="0"/>
              <a:t>Pan American Sanitary Bureau (1902)</a:t>
            </a:r>
          </a:p>
        </p:txBody>
      </p:sp>
      <p:sp>
        <p:nvSpPr>
          <p:cNvPr id="3" name="Content Placeholder 2">
            <a:extLst>
              <a:ext uri="{FF2B5EF4-FFF2-40B4-BE49-F238E27FC236}">
                <a16:creationId xmlns:a16="http://schemas.microsoft.com/office/drawing/2014/main" id="{0B35FF4E-98B6-AAF5-FAE0-74DA7B242751}"/>
              </a:ext>
            </a:extLst>
          </p:cNvPr>
          <p:cNvSpPr>
            <a:spLocks noGrp="1"/>
          </p:cNvSpPr>
          <p:nvPr>
            <p:ph idx="1"/>
          </p:nvPr>
        </p:nvSpPr>
        <p:spPr>
          <a:xfrm>
            <a:off x="565151" y="2160016"/>
            <a:ext cx="6881728" cy="3926152"/>
          </a:xfrm>
        </p:spPr>
        <p:txBody>
          <a:bodyPr>
            <a:normAutofit/>
          </a:bodyPr>
          <a:lstStyle/>
          <a:p>
            <a:r>
              <a:rPr lang="en-US" dirty="0"/>
              <a:t>Intended to coordinate quarantine procedures in the American States. </a:t>
            </a:r>
          </a:p>
          <a:p>
            <a:r>
              <a:rPr lang="en-US" dirty="0"/>
              <a:t>In 1924 an important document was signed by the American Republic namely “The Pan American Sanitary Code” which is still in force between the States. </a:t>
            </a:r>
          </a:p>
          <a:p>
            <a:r>
              <a:rPr lang="en-US" dirty="0"/>
              <a:t>In 1947, the Bureau was reorganized and the organization was called the Pan American Sanitary Organization (PASO). </a:t>
            </a:r>
          </a:p>
        </p:txBody>
      </p:sp>
      <p:pic>
        <p:nvPicPr>
          <p:cNvPr id="5" name="Picture 4" descr="A close-up of a card&#10;&#10;AI-generated content may be incorrect.">
            <a:extLst>
              <a:ext uri="{FF2B5EF4-FFF2-40B4-BE49-F238E27FC236}">
                <a16:creationId xmlns:a16="http://schemas.microsoft.com/office/drawing/2014/main" id="{DB906993-F5D3-4AD0-6D69-98C354E4638B}"/>
              </a:ext>
            </a:extLst>
          </p:cNvPr>
          <p:cNvPicPr>
            <a:picLocks noChangeAspect="1"/>
          </p:cNvPicPr>
          <p:nvPr/>
        </p:nvPicPr>
        <p:blipFill>
          <a:blip r:embed="rId2">
            <a:extLst>
              <a:ext uri="{28A0092B-C50C-407E-A947-70E740481C1C}">
                <a14:useLocalDpi xmlns:a14="http://schemas.microsoft.com/office/drawing/2010/main" val="0"/>
              </a:ext>
            </a:extLst>
          </a:blip>
          <a:srcRect r="4167"/>
          <a:stretch>
            <a:fillRect/>
          </a:stretch>
        </p:blipFill>
        <p:spPr>
          <a:xfrm>
            <a:off x="8018632" y="10"/>
            <a:ext cx="4173368" cy="6857990"/>
          </a:xfrm>
          <a:prstGeom prst="rect">
            <a:avLst/>
          </a:prstGeom>
        </p:spPr>
      </p:pic>
      <p:sp>
        <p:nvSpPr>
          <p:cNvPr id="12" name="Rectangle 11">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4118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0FD72E-9337-C2FB-9685-31397EC6890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1400F0-5E06-1FC8-7079-02A02EB67EFB}"/>
              </a:ext>
            </a:extLst>
          </p:cNvPr>
          <p:cNvSpPr>
            <a:spLocks noGrp="1"/>
          </p:cNvSpPr>
          <p:nvPr>
            <p:ph type="title"/>
          </p:nvPr>
        </p:nvSpPr>
        <p:spPr>
          <a:xfrm>
            <a:off x="565151" y="455362"/>
            <a:ext cx="6881728" cy="1550419"/>
          </a:xfrm>
        </p:spPr>
        <p:txBody>
          <a:bodyPr>
            <a:normAutofit/>
          </a:bodyPr>
          <a:lstStyle/>
          <a:p>
            <a:r>
              <a:rPr lang="en-US" dirty="0"/>
              <a:t>Pan American Sanitary Bureau (1902)</a:t>
            </a:r>
          </a:p>
        </p:txBody>
      </p:sp>
      <p:sp>
        <p:nvSpPr>
          <p:cNvPr id="3" name="Content Placeholder 2">
            <a:extLst>
              <a:ext uri="{FF2B5EF4-FFF2-40B4-BE49-F238E27FC236}">
                <a16:creationId xmlns:a16="http://schemas.microsoft.com/office/drawing/2014/main" id="{D041A8A6-2404-67DC-ABB6-AC78B3550120}"/>
              </a:ext>
            </a:extLst>
          </p:cNvPr>
          <p:cNvSpPr>
            <a:spLocks noGrp="1"/>
          </p:cNvSpPr>
          <p:nvPr>
            <p:ph idx="1"/>
          </p:nvPr>
        </p:nvSpPr>
        <p:spPr>
          <a:xfrm>
            <a:off x="565151" y="2160016"/>
            <a:ext cx="6881728" cy="3926152"/>
          </a:xfrm>
        </p:spPr>
        <p:txBody>
          <a:bodyPr>
            <a:normAutofit/>
          </a:bodyPr>
          <a:lstStyle/>
          <a:p>
            <a:r>
              <a:rPr lang="en-US" dirty="0"/>
              <a:t>In 1949, an agreement was reached whereby the PASO would serve as the WHO Regional Office for the Americas. </a:t>
            </a:r>
          </a:p>
          <a:p>
            <a:r>
              <a:rPr lang="en-US" dirty="0"/>
              <a:t>In 1958, the name was changed to Pan American Health Organization (PAHO) Over the years, PAHO has grown from a small information </a:t>
            </a:r>
            <a:r>
              <a:rPr lang="en-US" dirty="0" err="1"/>
              <a:t>centre</a:t>
            </a:r>
            <a:r>
              <a:rPr lang="en-US" dirty="0"/>
              <a:t> to a major health agency with its headquarters in Washington, D.C.</a:t>
            </a:r>
          </a:p>
          <a:p>
            <a:r>
              <a:rPr lang="en-US" dirty="0"/>
              <a:t>The Pan American Sanitary Bureau was the World’s first international health agency.</a:t>
            </a:r>
          </a:p>
        </p:txBody>
      </p:sp>
      <p:pic>
        <p:nvPicPr>
          <p:cNvPr id="5" name="Picture 4" descr="A close-up of a card&#10;&#10;AI-generated content may be incorrect.">
            <a:extLst>
              <a:ext uri="{FF2B5EF4-FFF2-40B4-BE49-F238E27FC236}">
                <a16:creationId xmlns:a16="http://schemas.microsoft.com/office/drawing/2014/main" id="{50DCDC5B-8F80-F7DC-9BDA-3F7B5627B375}"/>
              </a:ext>
            </a:extLst>
          </p:cNvPr>
          <p:cNvPicPr>
            <a:picLocks noChangeAspect="1"/>
          </p:cNvPicPr>
          <p:nvPr/>
        </p:nvPicPr>
        <p:blipFill>
          <a:blip r:embed="rId2">
            <a:extLst>
              <a:ext uri="{28A0092B-C50C-407E-A947-70E740481C1C}">
                <a14:useLocalDpi xmlns:a14="http://schemas.microsoft.com/office/drawing/2010/main" val="0"/>
              </a:ext>
            </a:extLst>
          </a:blip>
          <a:srcRect r="4167"/>
          <a:stretch>
            <a:fillRect/>
          </a:stretch>
        </p:blipFill>
        <p:spPr>
          <a:xfrm>
            <a:off x="8018632" y="10"/>
            <a:ext cx="4173368" cy="6857990"/>
          </a:xfrm>
          <a:prstGeom prst="rect">
            <a:avLst/>
          </a:prstGeom>
        </p:spPr>
      </p:pic>
      <p:sp>
        <p:nvSpPr>
          <p:cNvPr id="12" name="Rectangle 11">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8632"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0788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A992B-DB8C-BF34-4190-7647CAFDC7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57555-08E9-43F4-885F-30FE785BA625}"/>
              </a:ext>
            </a:extLst>
          </p:cNvPr>
          <p:cNvSpPr>
            <a:spLocks noGrp="1"/>
          </p:cNvSpPr>
          <p:nvPr>
            <p:ph type="title"/>
          </p:nvPr>
        </p:nvSpPr>
        <p:spPr/>
        <p:txBody>
          <a:bodyPr/>
          <a:lstStyle/>
          <a:p>
            <a:r>
              <a:rPr lang="en-US" dirty="0"/>
              <a:t>Timeline</a:t>
            </a:r>
          </a:p>
        </p:txBody>
      </p:sp>
      <p:graphicFrame>
        <p:nvGraphicFramePr>
          <p:cNvPr id="4" name="Content Placeholder 3">
            <a:extLst>
              <a:ext uri="{FF2B5EF4-FFF2-40B4-BE49-F238E27FC236}">
                <a16:creationId xmlns:a16="http://schemas.microsoft.com/office/drawing/2014/main" id="{F3E0D927-8D3F-DC21-7D17-DC6022CCA870}"/>
              </a:ext>
            </a:extLst>
          </p:cNvPr>
          <p:cNvGraphicFramePr>
            <a:graphicFrameLocks noGrp="1"/>
          </p:cNvGraphicFramePr>
          <p:nvPr>
            <p:ph idx="1"/>
            <p:extLst>
              <p:ext uri="{D42A27DB-BD31-4B8C-83A1-F6EECF244321}">
                <p14:modId xmlns:p14="http://schemas.microsoft.com/office/powerpoint/2010/main" val="1948590491"/>
              </p:ext>
            </p:extLst>
          </p:nvPr>
        </p:nvGraphicFramePr>
        <p:xfrm>
          <a:off x="1286933" y="1100667"/>
          <a:ext cx="10837334" cy="55964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5417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E5FF9-61B0-9B9B-0596-95307CA0145D}"/>
              </a:ext>
            </a:extLst>
          </p:cNvPr>
          <p:cNvSpPr>
            <a:spLocks noGrp="1"/>
          </p:cNvSpPr>
          <p:nvPr>
            <p:ph type="title"/>
          </p:nvPr>
        </p:nvSpPr>
        <p:spPr>
          <a:xfrm>
            <a:off x="1587710" y="455362"/>
            <a:ext cx="4067909" cy="1550419"/>
          </a:xfrm>
        </p:spPr>
        <p:txBody>
          <a:bodyPr>
            <a:normAutofit/>
          </a:bodyPr>
          <a:lstStyle/>
          <a:p>
            <a:pPr>
              <a:lnSpc>
                <a:spcPct val="90000"/>
              </a:lnSpc>
            </a:pPr>
            <a:r>
              <a:rPr lang="fr-FR" sz="3400"/>
              <a:t>Office International D’</a:t>
            </a:r>
            <a:r>
              <a:rPr lang="fr-FR" sz="3400" err="1"/>
              <a:t>Hygiene</a:t>
            </a:r>
            <a:r>
              <a:rPr lang="fr-FR" sz="3400"/>
              <a:t> Publique</a:t>
            </a:r>
            <a:endParaRPr lang="en-US" sz="3400"/>
          </a:p>
        </p:txBody>
      </p:sp>
      <p:sp>
        <p:nvSpPr>
          <p:cNvPr id="3" name="Content Placeholder 2">
            <a:extLst>
              <a:ext uri="{FF2B5EF4-FFF2-40B4-BE49-F238E27FC236}">
                <a16:creationId xmlns:a16="http://schemas.microsoft.com/office/drawing/2014/main" id="{01E6E930-51EF-BA85-929B-86385393F407}"/>
              </a:ext>
            </a:extLst>
          </p:cNvPr>
          <p:cNvSpPr>
            <a:spLocks noGrp="1"/>
          </p:cNvSpPr>
          <p:nvPr>
            <p:ph idx="1"/>
          </p:nvPr>
        </p:nvSpPr>
        <p:spPr>
          <a:xfrm>
            <a:off x="1587710" y="2160016"/>
            <a:ext cx="4067909" cy="3926152"/>
          </a:xfrm>
        </p:spPr>
        <p:txBody>
          <a:bodyPr>
            <a:normAutofit lnSpcReduction="10000"/>
          </a:bodyPr>
          <a:lstStyle/>
          <a:p>
            <a:pPr>
              <a:lnSpc>
                <a:spcPct val="100000"/>
              </a:lnSpc>
            </a:pPr>
            <a:r>
              <a:rPr lang="en-US" sz="1800" dirty="0"/>
              <a:t>In 1907, the “Office International </a:t>
            </a:r>
            <a:r>
              <a:rPr lang="en-US" sz="1800" dirty="0" err="1"/>
              <a:t>d’Hygiene</a:t>
            </a:r>
            <a:r>
              <a:rPr lang="en-US" sz="1800" dirty="0"/>
              <a:t> </a:t>
            </a:r>
            <a:r>
              <a:rPr lang="en-US" sz="1800" dirty="0" err="1"/>
              <a:t>Publique</a:t>
            </a:r>
            <a:r>
              <a:rPr lang="en-US" sz="1800" dirty="0"/>
              <a:t>" (OIHP), generally known as the “Paris Office” was created to disseminate information on communicable diseases and to supervise international quarantine measures. At its inception, the</a:t>
            </a:r>
          </a:p>
          <a:p>
            <a:pPr>
              <a:lnSpc>
                <a:spcPct val="100000"/>
              </a:lnSpc>
            </a:pPr>
            <a:r>
              <a:rPr lang="en-US" sz="1800" dirty="0"/>
              <a:t>OIHP was predominantly European, but later on a considerable degree of cooperation grew up between OIHP and PASB. Sixty other countries, including British India, joined the OIHP. giving the Office an international character. </a:t>
            </a:r>
          </a:p>
        </p:txBody>
      </p:sp>
      <p:pic>
        <p:nvPicPr>
          <p:cNvPr id="5" name="Picture 4" descr="A black and white drawing of a person's head&#10;&#10;AI-generated content may be incorrect.">
            <a:extLst>
              <a:ext uri="{FF2B5EF4-FFF2-40B4-BE49-F238E27FC236}">
                <a16:creationId xmlns:a16="http://schemas.microsoft.com/office/drawing/2014/main" id="{F109B8E4-D618-D4A8-E876-188AA4A7F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4325" y="730725"/>
            <a:ext cx="5199575" cy="5238866"/>
          </a:xfrm>
          <a:prstGeom prst="rect">
            <a:avLst/>
          </a:prstGeom>
        </p:spPr>
      </p:pic>
    </p:spTree>
    <p:extLst>
      <p:ext uri="{BB962C8B-B14F-4D97-AF65-F5344CB8AC3E}">
        <p14:creationId xmlns:p14="http://schemas.microsoft.com/office/powerpoint/2010/main" val="957925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5B2CB-FB43-893C-52C5-56B12CC45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E44C0-A7DF-1ED5-D546-1403E6D71A30}"/>
              </a:ext>
            </a:extLst>
          </p:cNvPr>
          <p:cNvSpPr>
            <a:spLocks noGrp="1"/>
          </p:cNvSpPr>
          <p:nvPr>
            <p:ph type="title"/>
          </p:nvPr>
        </p:nvSpPr>
        <p:spPr>
          <a:xfrm>
            <a:off x="1587710" y="455362"/>
            <a:ext cx="4067909" cy="1550419"/>
          </a:xfrm>
        </p:spPr>
        <p:txBody>
          <a:bodyPr>
            <a:normAutofit/>
          </a:bodyPr>
          <a:lstStyle/>
          <a:p>
            <a:pPr>
              <a:lnSpc>
                <a:spcPct val="90000"/>
              </a:lnSpc>
            </a:pPr>
            <a:r>
              <a:rPr lang="fr-FR" sz="3400"/>
              <a:t>Office International D’</a:t>
            </a:r>
            <a:r>
              <a:rPr lang="fr-FR" sz="3400" err="1"/>
              <a:t>Hygiene</a:t>
            </a:r>
            <a:r>
              <a:rPr lang="fr-FR" sz="3400"/>
              <a:t> Publique</a:t>
            </a:r>
            <a:endParaRPr lang="en-US" sz="3400"/>
          </a:p>
        </p:txBody>
      </p:sp>
      <p:sp>
        <p:nvSpPr>
          <p:cNvPr id="3" name="Content Placeholder 2">
            <a:extLst>
              <a:ext uri="{FF2B5EF4-FFF2-40B4-BE49-F238E27FC236}">
                <a16:creationId xmlns:a16="http://schemas.microsoft.com/office/drawing/2014/main" id="{D6ECA03E-C35F-95C4-FDCA-A7A328474AC1}"/>
              </a:ext>
            </a:extLst>
          </p:cNvPr>
          <p:cNvSpPr>
            <a:spLocks noGrp="1"/>
          </p:cNvSpPr>
          <p:nvPr>
            <p:ph idx="1"/>
          </p:nvPr>
        </p:nvSpPr>
        <p:spPr>
          <a:xfrm>
            <a:off x="1587710" y="2160016"/>
            <a:ext cx="4067909" cy="3926152"/>
          </a:xfrm>
        </p:spPr>
        <p:txBody>
          <a:bodyPr>
            <a:normAutofit/>
          </a:bodyPr>
          <a:lstStyle/>
          <a:p>
            <a:pPr>
              <a:lnSpc>
                <a:spcPct val="100000"/>
              </a:lnSpc>
            </a:pPr>
            <a:r>
              <a:rPr lang="en-US" sz="1800" dirty="0"/>
              <a:t>The OIHP had no field staff to undertake investigation of epidemics it did remarkable work in disseminating knowledge of communicable diseases and their control, and also information on a variety of health problems of world-wide interest. </a:t>
            </a:r>
          </a:p>
          <a:p>
            <a:pPr>
              <a:lnSpc>
                <a:spcPct val="100000"/>
              </a:lnSpc>
            </a:pPr>
            <a:r>
              <a:rPr lang="en-US" sz="1800" dirty="0"/>
              <a:t>The OIHP continued to exist until 1950, by which time its responsibilities had been taken over by the WHO.</a:t>
            </a:r>
          </a:p>
        </p:txBody>
      </p:sp>
      <p:pic>
        <p:nvPicPr>
          <p:cNvPr id="5" name="Picture 4" descr="A black and white drawing of a person's head&#10;&#10;AI-generated content may be incorrect.">
            <a:extLst>
              <a:ext uri="{FF2B5EF4-FFF2-40B4-BE49-F238E27FC236}">
                <a16:creationId xmlns:a16="http://schemas.microsoft.com/office/drawing/2014/main" id="{684B406E-1236-6030-E74F-8E031E08D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4325" y="730725"/>
            <a:ext cx="5199575" cy="5238866"/>
          </a:xfrm>
          <a:prstGeom prst="rect">
            <a:avLst/>
          </a:prstGeom>
        </p:spPr>
      </p:pic>
    </p:spTree>
    <p:extLst>
      <p:ext uri="{BB962C8B-B14F-4D97-AF65-F5344CB8AC3E}">
        <p14:creationId xmlns:p14="http://schemas.microsoft.com/office/powerpoint/2010/main" val="2849612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1" name="Rectangle 2060">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CF10C9-5DFA-112A-2CFD-48D2A7E348FD}"/>
              </a:ext>
            </a:extLst>
          </p:cNvPr>
          <p:cNvSpPr>
            <a:spLocks noGrp="1"/>
          </p:cNvSpPr>
          <p:nvPr>
            <p:ph type="title"/>
          </p:nvPr>
        </p:nvSpPr>
        <p:spPr>
          <a:xfrm>
            <a:off x="1587710" y="455362"/>
            <a:ext cx="9486690" cy="1550419"/>
          </a:xfrm>
        </p:spPr>
        <p:txBody>
          <a:bodyPr>
            <a:normAutofit/>
          </a:bodyPr>
          <a:lstStyle/>
          <a:p>
            <a:r>
              <a:rPr lang="en-US"/>
              <a:t>The Health Organization of the League of Nations (1923)</a:t>
            </a:r>
            <a:endParaRPr lang="en-US" dirty="0"/>
          </a:p>
        </p:txBody>
      </p:sp>
      <p:sp>
        <p:nvSpPr>
          <p:cNvPr id="3" name="Content Placeholder 2">
            <a:extLst>
              <a:ext uri="{FF2B5EF4-FFF2-40B4-BE49-F238E27FC236}">
                <a16:creationId xmlns:a16="http://schemas.microsoft.com/office/drawing/2014/main" id="{C1ABA4F0-CA26-28BF-E81D-64AE3C5C898A}"/>
              </a:ext>
            </a:extLst>
          </p:cNvPr>
          <p:cNvSpPr>
            <a:spLocks noGrp="1"/>
          </p:cNvSpPr>
          <p:nvPr>
            <p:ph idx="1"/>
          </p:nvPr>
        </p:nvSpPr>
        <p:spPr>
          <a:xfrm>
            <a:off x="1587499" y="2160588"/>
            <a:ext cx="5783939" cy="3925887"/>
          </a:xfrm>
        </p:spPr>
        <p:txBody>
          <a:bodyPr>
            <a:normAutofit/>
          </a:bodyPr>
          <a:lstStyle/>
          <a:p>
            <a:pPr>
              <a:lnSpc>
                <a:spcPct val="100000"/>
              </a:lnSpc>
            </a:pPr>
            <a:r>
              <a:rPr lang="en-US" sz="1800" dirty="0"/>
              <a:t>The League of Nations was a failure on political side, its health organization which was established in 1923 did creditable work. </a:t>
            </a:r>
          </a:p>
          <a:p>
            <a:pPr>
              <a:lnSpc>
                <a:spcPct val="100000"/>
              </a:lnSpc>
            </a:pPr>
            <a:r>
              <a:rPr lang="en-US" sz="1800" dirty="0"/>
              <a:t>Quarantine regulations and epidemiological information or even larger problems of epidemic diseases, the Health Organization of the League branched out into such matters as nutrition, housing and rural hygiene, the training of public health workers and the standardization of certain biological preparations. </a:t>
            </a:r>
          </a:p>
          <a:p>
            <a:pPr>
              <a:lnSpc>
                <a:spcPct val="100000"/>
              </a:lnSpc>
            </a:pPr>
            <a:r>
              <a:rPr lang="en-US" sz="1800" dirty="0"/>
              <a:t>The League </a:t>
            </a:r>
            <a:r>
              <a:rPr lang="en-US" sz="1800" dirty="0" err="1"/>
              <a:t>analysed</a:t>
            </a:r>
            <a:r>
              <a:rPr lang="en-US" sz="1800" dirty="0"/>
              <a:t> epidemiological information received, and started the series of periodical epidemiological reports now issued by the WHO. </a:t>
            </a:r>
          </a:p>
        </p:txBody>
      </p:sp>
      <p:pic>
        <p:nvPicPr>
          <p:cNvPr id="2050" name="Picture 2">
            <a:extLst>
              <a:ext uri="{FF2B5EF4-FFF2-40B4-BE49-F238E27FC236}">
                <a16:creationId xmlns:a16="http://schemas.microsoft.com/office/drawing/2014/main" id="{70A0B98C-7978-577D-860C-FCC61F79DB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740" t="23037" r="15037" b="4469"/>
          <a:stretch>
            <a:fillRect/>
          </a:stretch>
        </p:blipFill>
        <p:spPr bwMode="auto">
          <a:xfrm>
            <a:off x="8014961" y="2563847"/>
            <a:ext cx="3611880" cy="2965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3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8689A-6812-5351-93F9-6F24CDDFA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2A2BF-5F68-C396-2A18-7E779BCD657C}"/>
              </a:ext>
            </a:extLst>
          </p:cNvPr>
          <p:cNvSpPr>
            <a:spLocks noGrp="1"/>
          </p:cNvSpPr>
          <p:nvPr>
            <p:ph type="title"/>
          </p:nvPr>
        </p:nvSpPr>
        <p:spPr>
          <a:xfrm>
            <a:off x="1587710" y="455362"/>
            <a:ext cx="9486690" cy="1550419"/>
          </a:xfrm>
        </p:spPr>
        <p:txBody>
          <a:bodyPr>
            <a:normAutofit/>
          </a:bodyPr>
          <a:lstStyle/>
          <a:p>
            <a:r>
              <a:rPr lang="en-US"/>
              <a:t>The Health Organization of the League of Nations (1923)</a:t>
            </a:r>
            <a:endParaRPr lang="en-US" dirty="0"/>
          </a:p>
        </p:txBody>
      </p:sp>
      <p:sp>
        <p:nvSpPr>
          <p:cNvPr id="3" name="Content Placeholder 2">
            <a:extLst>
              <a:ext uri="{FF2B5EF4-FFF2-40B4-BE49-F238E27FC236}">
                <a16:creationId xmlns:a16="http://schemas.microsoft.com/office/drawing/2014/main" id="{4DAEC766-AE8B-6B6E-1384-99A93DC12CB8}"/>
              </a:ext>
            </a:extLst>
          </p:cNvPr>
          <p:cNvSpPr>
            <a:spLocks noGrp="1"/>
          </p:cNvSpPr>
          <p:nvPr>
            <p:ph idx="1"/>
          </p:nvPr>
        </p:nvSpPr>
        <p:spPr>
          <a:xfrm>
            <a:off x="1587499" y="2160588"/>
            <a:ext cx="5783939" cy="3925887"/>
          </a:xfrm>
        </p:spPr>
        <p:txBody>
          <a:bodyPr>
            <a:normAutofit fontScale="92500" lnSpcReduction="20000"/>
          </a:bodyPr>
          <a:lstStyle/>
          <a:p>
            <a:pPr>
              <a:lnSpc>
                <a:spcPct val="100000"/>
              </a:lnSpc>
            </a:pPr>
            <a:r>
              <a:rPr lang="en-US" sz="2000" dirty="0"/>
              <a:t>It laid down lines for technical studies (including the use of expert committees) which are substantially followed by the WHO The WHO owes much to the work done and methods devised by the Health Organization of the League. </a:t>
            </a:r>
          </a:p>
          <a:p>
            <a:pPr>
              <a:lnSpc>
                <a:spcPct val="100000"/>
              </a:lnSpc>
            </a:pPr>
            <a:r>
              <a:rPr lang="en-US" sz="2000" dirty="0"/>
              <a:t>Efforts to amalgamate the OIHP, PASB and the Health Organization of the League of Nations proved a failure, and all the three organizations were co-existing during the years between the two World Wars. </a:t>
            </a:r>
          </a:p>
          <a:p>
            <a:pPr>
              <a:lnSpc>
                <a:spcPct val="100000"/>
              </a:lnSpc>
            </a:pPr>
            <a:r>
              <a:rPr lang="en-US" sz="2000" dirty="0"/>
              <a:t>In 1939, the League of Nations was dissolved but its Health Organization in Geneva continued to deal as best it could with requests for information and the publication of the Weekly Epidemiological Records was never suspended.</a:t>
            </a:r>
          </a:p>
        </p:txBody>
      </p:sp>
      <p:pic>
        <p:nvPicPr>
          <p:cNvPr id="2050" name="Picture 2">
            <a:extLst>
              <a:ext uri="{FF2B5EF4-FFF2-40B4-BE49-F238E27FC236}">
                <a16:creationId xmlns:a16="http://schemas.microsoft.com/office/drawing/2014/main" id="{CE51E479-D5E7-838C-B2B9-6345FF04AA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740" t="23037" r="15037" b="4469"/>
          <a:stretch>
            <a:fillRect/>
          </a:stretch>
        </p:blipFill>
        <p:spPr bwMode="auto">
          <a:xfrm>
            <a:off x="8014961" y="2563847"/>
            <a:ext cx="3611880" cy="2965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6322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D8575-6703-75F7-3CDD-4D67249D8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72494-9FC2-3C1C-A87D-150B9EE37F22}"/>
              </a:ext>
            </a:extLst>
          </p:cNvPr>
          <p:cNvSpPr>
            <a:spLocks noGrp="1"/>
          </p:cNvSpPr>
          <p:nvPr>
            <p:ph type="title"/>
          </p:nvPr>
        </p:nvSpPr>
        <p:spPr>
          <a:xfrm>
            <a:off x="1587710" y="455362"/>
            <a:ext cx="9486690" cy="1550419"/>
          </a:xfrm>
        </p:spPr>
        <p:txBody>
          <a:bodyPr>
            <a:normAutofit/>
          </a:bodyPr>
          <a:lstStyle/>
          <a:p>
            <a:r>
              <a:rPr lang="en-US" dirty="0"/>
              <a:t>The United Nations Relief and Rehabilitation Administration (1943)</a:t>
            </a:r>
          </a:p>
        </p:txBody>
      </p:sp>
      <p:sp>
        <p:nvSpPr>
          <p:cNvPr id="3" name="Content Placeholder 2">
            <a:extLst>
              <a:ext uri="{FF2B5EF4-FFF2-40B4-BE49-F238E27FC236}">
                <a16:creationId xmlns:a16="http://schemas.microsoft.com/office/drawing/2014/main" id="{BA86C8FD-3240-746D-7982-2F861E0E32A5}"/>
              </a:ext>
            </a:extLst>
          </p:cNvPr>
          <p:cNvSpPr>
            <a:spLocks noGrp="1"/>
          </p:cNvSpPr>
          <p:nvPr>
            <p:ph idx="1"/>
          </p:nvPr>
        </p:nvSpPr>
        <p:spPr>
          <a:xfrm>
            <a:off x="1587499" y="2160588"/>
            <a:ext cx="5783939" cy="3925887"/>
          </a:xfrm>
        </p:spPr>
        <p:txBody>
          <a:bodyPr>
            <a:normAutofit/>
          </a:bodyPr>
          <a:lstStyle/>
          <a:p>
            <a:pPr>
              <a:lnSpc>
                <a:spcPct val="100000"/>
              </a:lnSpc>
            </a:pPr>
            <a:r>
              <a:rPr lang="en-US" sz="2000" dirty="0"/>
              <a:t>Organizing recovery from the effects of the Second World War.</a:t>
            </a:r>
          </a:p>
          <a:p>
            <a:pPr>
              <a:lnSpc>
                <a:spcPct val="100000"/>
              </a:lnSpc>
            </a:pPr>
            <a:r>
              <a:rPr lang="en-US" sz="2000" dirty="0"/>
              <a:t>Care for the health of the millions of displaced persons, to restore and help services and to revive the machinery for international interchange of information on epidemic diseases.</a:t>
            </a:r>
          </a:p>
          <a:p>
            <a:pPr>
              <a:lnSpc>
                <a:spcPct val="100000"/>
              </a:lnSpc>
            </a:pPr>
            <a:r>
              <a:rPr lang="en-US" sz="2000" dirty="0"/>
              <a:t>Outstanding work of preventing the spread of typhus and other diseases, so that they never reached serious epidemic levels anywhere. </a:t>
            </a:r>
          </a:p>
        </p:txBody>
      </p:sp>
      <p:pic>
        <p:nvPicPr>
          <p:cNvPr id="4098" name="Picture 2" descr="United Nations Relief and Rehabilitation Administration - Wikipedia">
            <a:extLst>
              <a:ext uri="{FF2B5EF4-FFF2-40B4-BE49-F238E27FC236}">
                <a16:creationId xmlns:a16="http://schemas.microsoft.com/office/drawing/2014/main" id="{81CD7588-3C71-762A-5C98-6BCF787CDD4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14961" y="2501479"/>
            <a:ext cx="3611880" cy="3090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035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1" name="Rectangle 4120">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3" name="Rectangle 4122">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5" name="Rectangle 4124">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14C2A6-4A43-2AAD-2E55-59E3B8AB4548}"/>
              </a:ext>
            </a:extLst>
          </p:cNvPr>
          <p:cNvSpPr>
            <a:spLocks noGrp="1"/>
          </p:cNvSpPr>
          <p:nvPr>
            <p:ph type="title"/>
          </p:nvPr>
        </p:nvSpPr>
        <p:spPr>
          <a:xfrm>
            <a:off x="1587710" y="455362"/>
            <a:ext cx="9486690" cy="1550419"/>
          </a:xfrm>
        </p:spPr>
        <p:txBody>
          <a:bodyPr>
            <a:normAutofit/>
          </a:bodyPr>
          <a:lstStyle/>
          <a:p>
            <a:r>
              <a:rPr lang="en-US" dirty="0"/>
              <a:t>The United Nations Relief and Rehabilitation Administration (1943)</a:t>
            </a:r>
          </a:p>
        </p:txBody>
      </p:sp>
      <p:sp>
        <p:nvSpPr>
          <p:cNvPr id="3" name="Content Placeholder 2">
            <a:extLst>
              <a:ext uri="{FF2B5EF4-FFF2-40B4-BE49-F238E27FC236}">
                <a16:creationId xmlns:a16="http://schemas.microsoft.com/office/drawing/2014/main" id="{C4047AC4-EAA1-8B94-09E7-AD209E797ACD}"/>
              </a:ext>
            </a:extLst>
          </p:cNvPr>
          <p:cNvSpPr>
            <a:spLocks noGrp="1"/>
          </p:cNvSpPr>
          <p:nvPr>
            <p:ph idx="1"/>
          </p:nvPr>
        </p:nvSpPr>
        <p:spPr>
          <a:xfrm>
            <a:off x="1587499" y="2160588"/>
            <a:ext cx="5783939" cy="3925887"/>
          </a:xfrm>
        </p:spPr>
        <p:txBody>
          <a:bodyPr>
            <a:normAutofit/>
          </a:bodyPr>
          <a:lstStyle/>
          <a:p>
            <a:r>
              <a:rPr lang="en-US" sz="2000"/>
              <a:t>Similarly, UNRRAS assistance to malaria control in such countries as Greece and Italy, where war had disrupted peace-time anti-malaria services, was on an immense scale. The world renowned campaign for the eradication of malaria from Sardinia was begun as a joint effort of UNRRA, the Rockefeller Foundation and the Italian Government.</a:t>
            </a:r>
          </a:p>
          <a:p>
            <a:r>
              <a:rPr lang="en-US" sz="2000"/>
              <a:t>At the end of 1946, UNRRA terminated its official existence and its health activities and financial assets were taken over by the Interim Commission on the WHO</a:t>
            </a:r>
          </a:p>
        </p:txBody>
      </p:sp>
      <p:pic>
        <p:nvPicPr>
          <p:cNvPr id="5" name="Picture 4" descr="A close-up of a logo&#10;&#10;AI-generated content may be incorrect.">
            <a:extLst>
              <a:ext uri="{FF2B5EF4-FFF2-40B4-BE49-F238E27FC236}">
                <a16:creationId xmlns:a16="http://schemas.microsoft.com/office/drawing/2014/main" id="{7C330814-6296-2D6C-DD2E-25528C7671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4961" y="2457334"/>
            <a:ext cx="3611880" cy="3178454"/>
          </a:xfrm>
          <a:prstGeom prst="rect">
            <a:avLst/>
          </a:prstGeom>
        </p:spPr>
      </p:pic>
    </p:spTree>
    <p:extLst>
      <p:ext uri="{BB962C8B-B14F-4D97-AF65-F5344CB8AC3E}">
        <p14:creationId xmlns:p14="http://schemas.microsoft.com/office/powerpoint/2010/main" val="3285330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929C8-E9F4-42FA-C83C-D678A836552D}"/>
              </a:ext>
            </a:extLst>
          </p:cNvPr>
          <p:cNvSpPr>
            <a:spLocks noGrp="1"/>
          </p:cNvSpPr>
          <p:nvPr>
            <p:ph type="title"/>
          </p:nvPr>
        </p:nvSpPr>
        <p:spPr/>
        <p:txBody>
          <a:bodyPr/>
          <a:lstStyle/>
          <a:p>
            <a:r>
              <a:rPr lang="en-US" dirty="0"/>
              <a:t>World health organization - origin</a:t>
            </a:r>
          </a:p>
        </p:txBody>
      </p:sp>
      <p:sp>
        <p:nvSpPr>
          <p:cNvPr id="3" name="Content Placeholder 2">
            <a:extLst>
              <a:ext uri="{FF2B5EF4-FFF2-40B4-BE49-F238E27FC236}">
                <a16:creationId xmlns:a16="http://schemas.microsoft.com/office/drawing/2014/main" id="{95317188-BC61-11AA-6DFD-66B347665B99}"/>
              </a:ext>
            </a:extLst>
          </p:cNvPr>
          <p:cNvSpPr>
            <a:spLocks noGrp="1"/>
          </p:cNvSpPr>
          <p:nvPr>
            <p:ph idx="1"/>
          </p:nvPr>
        </p:nvSpPr>
        <p:spPr>
          <a:xfrm>
            <a:off x="1117599" y="1405467"/>
            <a:ext cx="10938933" cy="5147733"/>
          </a:xfrm>
        </p:spPr>
        <p:txBody>
          <a:bodyPr>
            <a:normAutofit/>
          </a:bodyPr>
          <a:lstStyle/>
          <a:p>
            <a:r>
              <a:rPr lang="en-US" dirty="0"/>
              <a:t>April 1945, during the conference held at San Francisco to set up the United Nations. </a:t>
            </a:r>
          </a:p>
          <a:p>
            <a:r>
              <a:rPr lang="en-US" dirty="0"/>
              <a:t>The representatives of Brazil and China proposed that an international health organization should be established and that a conference to frame its constitution should be convened. </a:t>
            </a:r>
          </a:p>
          <a:p>
            <a:r>
              <a:rPr lang="en-US" dirty="0"/>
              <a:t>The constitution was drawn up at an international health conference in New York in 1946. The same conference set up an “Interim Commission to prepare the ground for the new organization and to carry out urgent tasks until the WHO constitution had been accepted by the required number of UN Member States. </a:t>
            </a:r>
          </a:p>
        </p:txBody>
      </p:sp>
    </p:spTree>
    <p:extLst>
      <p:ext uri="{BB962C8B-B14F-4D97-AF65-F5344CB8AC3E}">
        <p14:creationId xmlns:p14="http://schemas.microsoft.com/office/powerpoint/2010/main" val="1908266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FDE5C-3CCD-3F46-AA5E-9BC470862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FA39E5-2329-7EDF-67E1-6F39AC1ADBC6}"/>
              </a:ext>
            </a:extLst>
          </p:cNvPr>
          <p:cNvSpPr>
            <a:spLocks noGrp="1"/>
          </p:cNvSpPr>
          <p:nvPr>
            <p:ph type="title"/>
          </p:nvPr>
        </p:nvSpPr>
        <p:spPr/>
        <p:txBody>
          <a:bodyPr/>
          <a:lstStyle/>
          <a:p>
            <a:r>
              <a:rPr lang="en-US" dirty="0"/>
              <a:t>World health organization - origin</a:t>
            </a:r>
          </a:p>
        </p:txBody>
      </p:sp>
      <p:sp>
        <p:nvSpPr>
          <p:cNvPr id="3" name="Content Placeholder 2">
            <a:extLst>
              <a:ext uri="{FF2B5EF4-FFF2-40B4-BE49-F238E27FC236}">
                <a16:creationId xmlns:a16="http://schemas.microsoft.com/office/drawing/2014/main" id="{0C08B1AB-29B9-5DC9-89AB-DC4934FA9A6F}"/>
              </a:ext>
            </a:extLst>
          </p:cNvPr>
          <p:cNvSpPr>
            <a:spLocks noGrp="1"/>
          </p:cNvSpPr>
          <p:nvPr>
            <p:ph idx="1"/>
          </p:nvPr>
        </p:nvSpPr>
        <p:spPr>
          <a:xfrm>
            <a:off x="1117599" y="1405467"/>
            <a:ext cx="10938933" cy="5147733"/>
          </a:xfrm>
        </p:spPr>
        <p:txBody>
          <a:bodyPr>
            <a:normAutofit/>
          </a:bodyPr>
          <a:lstStyle/>
          <a:p>
            <a:r>
              <a:rPr lang="en-US" dirty="0"/>
              <a:t>Specialized, nonpolitical, health agency of the United Nations, with headquarters at Geneva. In 1946, the Constitution was drafted by the “Technical Preparatory Committee’' under the chairmanship of Rene Sand, and was approved in the same year by an International Health Conference of 51 nations in New York. </a:t>
            </a:r>
          </a:p>
          <a:p>
            <a:r>
              <a:rPr lang="en-US" dirty="0"/>
              <a:t>The constitution came into force on 7th April, 1948 which is celebrated every year as “World Health Day”.</a:t>
            </a:r>
          </a:p>
          <a:p>
            <a:r>
              <a:rPr lang="en-US" dirty="0"/>
              <a:t>A World Health day theme is chosen each year to focus attention on a specific aspect of public health.</a:t>
            </a:r>
          </a:p>
        </p:txBody>
      </p:sp>
    </p:spTree>
    <p:extLst>
      <p:ext uri="{BB962C8B-B14F-4D97-AF65-F5344CB8AC3E}">
        <p14:creationId xmlns:p14="http://schemas.microsoft.com/office/powerpoint/2010/main" val="170244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18944E-25E0-1102-81D0-496DF2369F00}"/>
              </a:ext>
            </a:extLst>
          </p:cNvPr>
          <p:cNvSpPr>
            <a:spLocks noGrp="1"/>
          </p:cNvSpPr>
          <p:nvPr>
            <p:ph type="title"/>
          </p:nvPr>
        </p:nvSpPr>
        <p:spPr>
          <a:xfrm>
            <a:off x="4635040" y="455362"/>
            <a:ext cx="6991800" cy="1550419"/>
          </a:xfrm>
        </p:spPr>
        <p:txBody>
          <a:bodyPr>
            <a:normAutofit/>
          </a:bodyPr>
          <a:lstStyle/>
          <a:p>
            <a:r>
              <a:rPr lang="en-US" dirty="0"/>
              <a:t>WHO</a:t>
            </a:r>
            <a:endParaRPr lang="en-US"/>
          </a:p>
        </p:txBody>
      </p:sp>
      <p:pic>
        <p:nvPicPr>
          <p:cNvPr id="5" name="Picture 4" descr="Stethoscope">
            <a:extLst>
              <a:ext uri="{FF2B5EF4-FFF2-40B4-BE49-F238E27FC236}">
                <a16:creationId xmlns:a16="http://schemas.microsoft.com/office/drawing/2014/main" id="{142C04D5-8B39-B16E-5173-898F5BDD72A1}"/>
              </a:ext>
            </a:extLst>
          </p:cNvPr>
          <p:cNvPicPr>
            <a:picLocks noChangeAspect="1"/>
          </p:cNvPicPr>
          <p:nvPr/>
        </p:nvPicPr>
        <p:blipFill>
          <a:blip r:embed="rId2"/>
          <a:srcRect l="32454" r="26926" b="-1"/>
          <a:stretch>
            <a:fillRect/>
          </a:stretch>
        </p:blipFill>
        <p:spPr>
          <a:xfrm>
            <a:off x="20" y="10"/>
            <a:ext cx="4173348" cy="6857990"/>
          </a:xfrm>
          <a:custGeom>
            <a:avLst/>
            <a:gdLst/>
            <a:ahLst/>
            <a:cxnLst/>
            <a:rect l="l" t="t" r="r" b="b"/>
            <a:pathLst>
              <a:path w="4173368" h="6858000">
                <a:moveTo>
                  <a:pt x="0" y="0"/>
                </a:moveTo>
                <a:lnTo>
                  <a:pt x="3603641" y="0"/>
                </a:lnTo>
                <a:lnTo>
                  <a:pt x="3603641" y="565149"/>
                </a:lnTo>
                <a:lnTo>
                  <a:pt x="4173368" y="565149"/>
                </a:lnTo>
                <a:lnTo>
                  <a:pt x="4173368" y="6858000"/>
                </a:lnTo>
                <a:lnTo>
                  <a:pt x="0" y="6858000"/>
                </a:lnTo>
                <a:close/>
              </a:path>
            </a:pathLst>
          </a:custGeom>
        </p:spPr>
      </p:pic>
      <p:sp>
        <p:nvSpPr>
          <p:cNvPr id="11" name="Rectangle 10">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9512"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9512"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48F165-1AB6-E855-C2DF-D22F80243B61}"/>
              </a:ext>
            </a:extLst>
          </p:cNvPr>
          <p:cNvSpPr>
            <a:spLocks noGrp="1"/>
          </p:cNvSpPr>
          <p:nvPr>
            <p:ph idx="1"/>
          </p:nvPr>
        </p:nvSpPr>
        <p:spPr>
          <a:xfrm>
            <a:off x="4635040" y="2160016"/>
            <a:ext cx="6991800" cy="3926152"/>
          </a:xfrm>
        </p:spPr>
        <p:txBody>
          <a:bodyPr>
            <a:normAutofit/>
          </a:bodyPr>
          <a:lstStyle/>
          <a:p>
            <a:r>
              <a:rPr lang="en-US" sz="2000"/>
              <a:t>Unique among the UN Specialized Agencies in that it has its own constitution, own governing bodies, own membership and own budget. It is part of, but not subordinate to, the United Nations.</a:t>
            </a:r>
          </a:p>
          <a:p>
            <a:r>
              <a:rPr lang="en-US" sz="2000"/>
              <a:t>Two major policy developments have influenced the WHO. </a:t>
            </a:r>
          </a:p>
          <a:p>
            <a:r>
              <a:rPr lang="en-US" sz="2000"/>
              <a:t>First, the Alma-Ata Conference in 1978 on primary health care which provided both WHO and UNICEF with a common charter for health, </a:t>
            </a:r>
          </a:p>
          <a:p>
            <a:r>
              <a:rPr lang="en-US" sz="2000"/>
              <a:t>Secondly, the Global Strategy for Health for All by 2000, and more recently Millennium Development Goals; further on SDG</a:t>
            </a:r>
          </a:p>
        </p:txBody>
      </p:sp>
    </p:spTree>
    <p:extLst>
      <p:ext uri="{BB962C8B-B14F-4D97-AF65-F5344CB8AC3E}">
        <p14:creationId xmlns:p14="http://schemas.microsoft.com/office/powerpoint/2010/main" val="2694523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E7E3EB-5890-0D4C-BB4C-1DED986A09B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F02C12-D483-F307-C54A-6B3D89B488C1}"/>
              </a:ext>
            </a:extLst>
          </p:cNvPr>
          <p:cNvSpPr>
            <a:spLocks noGrp="1"/>
          </p:cNvSpPr>
          <p:nvPr>
            <p:ph type="title"/>
          </p:nvPr>
        </p:nvSpPr>
        <p:spPr>
          <a:xfrm>
            <a:off x="1587710" y="455362"/>
            <a:ext cx="4018219" cy="1550419"/>
          </a:xfrm>
        </p:spPr>
        <p:txBody>
          <a:bodyPr>
            <a:normAutofit/>
          </a:bodyPr>
          <a:lstStyle/>
          <a:p>
            <a:r>
              <a:rPr lang="en-US" dirty="0"/>
              <a:t>WHO</a:t>
            </a:r>
            <a:endParaRPr lang="en-US"/>
          </a:p>
        </p:txBody>
      </p:sp>
      <p:sp>
        <p:nvSpPr>
          <p:cNvPr id="12" name="Rectangle 11">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456620-7827-817D-E7B7-96900292B218}"/>
              </a:ext>
            </a:extLst>
          </p:cNvPr>
          <p:cNvSpPr>
            <a:spLocks noGrp="1"/>
          </p:cNvSpPr>
          <p:nvPr>
            <p:ph idx="1"/>
          </p:nvPr>
        </p:nvSpPr>
        <p:spPr>
          <a:xfrm>
            <a:off x="1587710" y="2160016"/>
            <a:ext cx="4018219" cy="3926152"/>
          </a:xfrm>
        </p:spPr>
        <p:txBody>
          <a:bodyPr>
            <a:normAutofit/>
          </a:bodyPr>
          <a:lstStyle/>
          <a:p>
            <a:pPr>
              <a:lnSpc>
                <a:spcPct val="100000"/>
              </a:lnSpc>
            </a:pPr>
            <a:r>
              <a:rPr lang="en-US" dirty="0"/>
              <a:t>Objective - the attainment by all people's of the highest level of health” which is set out in the preamble of the Constitution. The current objective of WHO is the attainment by all people of the world a level of health that will permit them to lead a socially and economically productive life.</a:t>
            </a:r>
            <a:endParaRPr lang="en-US"/>
          </a:p>
        </p:txBody>
      </p:sp>
      <p:pic>
        <p:nvPicPr>
          <p:cNvPr id="5" name="Picture 4" descr="A blue symbol with a globe and leaves around it">
            <a:extLst>
              <a:ext uri="{FF2B5EF4-FFF2-40B4-BE49-F238E27FC236}">
                <a16:creationId xmlns:a16="http://schemas.microsoft.com/office/drawing/2014/main" id="{9E545229-7437-ED2C-880D-CA38EE26C769}"/>
              </a:ext>
            </a:extLst>
          </p:cNvPr>
          <p:cNvPicPr>
            <a:picLocks noChangeAspect="1"/>
          </p:cNvPicPr>
          <p:nvPr/>
        </p:nvPicPr>
        <p:blipFill>
          <a:blip r:embed="rId2">
            <a:extLst>
              <a:ext uri="{28A0092B-C50C-407E-A947-70E740481C1C}">
                <a14:useLocalDpi xmlns:a14="http://schemas.microsoft.com/office/drawing/2010/main" val="0"/>
              </a:ext>
            </a:extLst>
          </a:blip>
          <a:srcRect l="1498" r="928" b="1"/>
          <a:stretch>
            <a:fillRect/>
          </a:stretch>
        </p:blipFill>
        <p:spPr>
          <a:xfrm>
            <a:off x="6038059" y="565150"/>
            <a:ext cx="5588782" cy="5727699"/>
          </a:xfrm>
          <a:prstGeom prst="rect">
            <a:avLst/>
          </a:prstGeom>
        </p:spPr>
      </p:pic>
    </p:spTree>
    <p:extLst>
      <p:ext uri="{BB962C8B-B14F-4D97-AF65-F5344CB8AC3E}">
        <p14:creationId xmlns:p14="http://schemas.microsoft.com/office/powerpoint/2010/main" val="772305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EE847-2A3C-AA78-8F77-9B0DA615BBC9}"/>
              </a:ext>
            </a:extLst>
          </p:cNvPr>
          <p:cNvSpPr>
            <a:spLocks noGrp="1"/>
          </p:cNvSpPr>
          <p:nvPr>
            <p:ph type="title"/>
          </p:nvPr>
        </p:nvSpPr>
        <p:spPr/>
        <p:txBody>
          <a:bodyPr/>
          <a:lstStyle/>
          <a:p>
            <a:r>
              <a:rPr lang="en-US" dirty="0"/>
              <a:t>WHO – preamble of constitution</a:t>
            </a:r>
          </a:p>
        </p:txBody>
      </p:sp>
      <p:sp>
        <p:nvSpPr>
          <p:cNvPr id="3" name="Content Placeholder 2">
            <a:extLst>
              <a:ext uri="{FF2B5EF4-FFF2-40B4-BE49-F238E27FC236}">
                <a16:creationId xmlns:a16="http://schemas.microsoft.com/office/drawing/2014/main" id="{A3136DFD-39D4-838B-4EBC-9C8ACC3A2A9B}"/>
              </a:ext>
            </a:extLst>
          </p:cNvPr>
          <p:cNvSpPr>
            <a:spLocks noGrp="1"/>
          </p:cNvSpPr>
          <p:nvPr>
            <p:ph idx="1"/>
          </p:nvPr>
        </p:nvSpPr>
        <p:spPr>
          <a:xfrm>
            <a:off x="1117600" y="1303867"/>
            <a:ext cx="11074400" cy="5367866"/>
          </a:xfrm>
        </p:spPr>
        <p:txBody>
          <a:bodyPr>
            <a:normAutofit/>
          </a:bodyPr>
          <a:lstStyle/>
          <a:p>
            <a:r>
              <a:rPr lang="en-US" dirty="0"/>
              <a:t>Health is a state of complete physical, mental </a:t>
            </a:r>
            <a:r>
              <a:rPr lang="en-US" dirty="0" err="1"/>
              <a:t>andsocial</a:t>
            </a:r>
            <a:r>
              <a:rPr lang="en-US" dirty="0"/>
              <a:t> well-being and not merely the absence of disease or infirmity.</a:t>
            </a:r>
          </a:p>
          <a:p>
            <a:r>
              <a:rPr lang="en-US" dirty="0"/>
              <a:t>The enjoyment of the highest attainable standard of health is one of the fundamental rights of every human being without distinction of race, religion, political belief, economic and social condition. </a:t>
            </a:r>
          </a:p>
          <a:p>
            <a:r>
              <a:rPr lang="en-US" dirty="0"/>
              <a:t>The health of all peoples is fundamental to the attainment of peace and security and is dependent upon the fullest cooperation of individuals and States. </a:t>
            </a:r>
          </a:p>
          <a:p>
            <a:r>
              <a:rPr lang="en-US" dirty="0"/>
              <a:t>The achievement of any State in the promotion and protection of health is of value to all.</a:t>
            </a:r>
          </a:p>
          <a:p>
            <a:r>
              <a:rPr lang="en-US" dirty="0"/>
              <a:t>Unequal development in different countries in the promotion of health and control of disease, especially communicable disease, is a common danger.</a:t>
            </a:r>
          </a:p>
        </p:txBody>
      </p:sp>
    </p:spTree>
    <p:extLst>
      <p:ext uri="{BB962C8B-B14F-4D97-AF65-F5344CB8AC3E}">
        <p14:creationId xmlns:p14="http://schemas.microsoft.com/office/powerpoint/2010/main" val="3641268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EE847-2A3C-AA78-8F77-9B0DA615BBC9}"/>
              </a:ext>
            </a:extLst>
          </p:cNvPr>
          <p:cNvSpPr>
            <a:spLocks noGrp="1"/>
          </p:cNvSpPr>
          <p:nvPr>
            <p:ph type="title"/>
          </p:nvPr>
        </p:nvSpPr>
        <p:spPr/>
        <p:txBody>
          <a:bodyPr/>
          <a:lstStyle/>
          <a:p>
            <a:r>
              <a:rPr lang="en-US" dirty="0"/>
              <a:t>WHO – preamble of constitution</a:t>
            </a:r>
          </a:p>
        </p:txBody>
      </p:sp>
      <p:sp>
        <p:nvSpPr>
          <p:cNvPr id="3" name="Content Placeholder 2">
            <a:extLst>
              <a:ext uri="{FF2B5EF4-FFF2-40B4-BE49-F238E27FC236}">
                <a16:creationId xmlns:a16="http://schemas.microsoft.com/office/drawing/2014/main" id="{A3136DFD-39D4-838B-4EBC-9C8ACC3A2A9B}"/>
              </a:ext>
            </a:extLst>
          </p:cNvPr>
          <p:cNvSpPr>
            <a:spLocks noGrp="1"/>
          </p:cNvSpPr>
          <p:nvPr>
            <p:ph idx="1"/>
          </p:nvPr>
        </p:nvSpPr>
        <p:spPr>
          <a:xfrm>
            <a:off x="1117600" y="1794933"/>
            <a:ext cx="11074400" cy="4876800"/>
          </a:xfrm>
        </p:spPr>
        <p:txBody>
          <a:bodyPr>
            <a:normAutofit/>
          </a:bodyPr>
          <a:lstStyle/>
          <a:p>
            <a:r>
              <a:rPr lang="en-US" dirty="0"/>
              <a:t>Healthy development of the child is of basic importance; the ability to live harmoniously in a changing total environment is essential to such development.</a:t>
            </a:r>
          </a:p>
          <a:p>
            <a:r>
              <a:rPr lang="en-US" dirty="0"/>
              <a:t>The extension to all people of the benefits of medical, psychological and related knowledge is essential to the fullest attainment of health.</a:t>
            </a:r>
          </a:p>
          <a:p>
            <a:r>
              <a:rPr lang="en-US" dirty="0"/>
              <a:t>Informed opinion and active cooperation on the part of the public are of the utmost importance in the improvement of the health of the people.</a:t>
            </a:r>
          </a:p>
          <a:p>
            <a:r>
              <a:rPr lang="en-US" dirty="0"/>
              <a:t>Governments have a responsibility for the health of their peoples which can be fulfilled only by the provision of adequate health and social measures</a:t>
            </a:r>
          </a:p>
        </p:txBody>
      </p:sp>
    </p:spTree>
    <p:extLst>
      <p:ext uri="{BB962C8B-B14F-4D97-AF65-F5344CB8AC3E}">
        <p14:creationId xmlns:p14="http://schemas.microsoft.com/office/powerpoint/2010/main" val="4008780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36F4C-23E3-E6F0-F9DD-2CB4B4CB746D}"/>
              </a:ext>
            </a:extLst>
          </p:cNvPr>
          <p:cNvSpPr>
            <a:spLocks noGrp="1"/>
          </p:cNvSpPr>
          <p:nvPr>
            <p:ph type="title"/>
          </p:nvPr>
        </p:nvSpPr>
        <p:spPr/>
        <p:txBody>
          <a:bodyPr/>
          <a:lstStyle/>
          <a:p>
            <a:r>
              <a:rPr lang="en-US" dirty="0"/>
              <a:t>WHO - membership</a:t>
            </a:r>
          </a:p>
        </p:txBody>
      </p:sp>
      <p:sp>
        <p:nvSpPr>
          <p:cNvPr id="3" name="Content Placeholder 2">
            <a:extLst>
              <a:ext uri="{FF2B5EF4-FFF2-40B4-BE49-F238E27FC236}">
                <a16:creationId xmlns:a16="http://schemas.microsoft.com/office/drawing/2014/main" id="{F5E76F1C-D479-8934-A533-9D7A8FCB5341}"/>
              </a:ext>
            </a:extLst>
          </p:cNvPr>
          <p:cNvSpPr>
            <a:spLocks noGrp="1"/>
          </p:cNvSpPr>
          <p:nvPr>
            <p:ph idx="1"/>
          </p:nvPr>
        </p:nvSpPr>
        <p:spPr/>
        <p:txBody>
          <a:bodyPr>
            <a:normAutofit fontScale="92500" lnSpcReduction="20000"/>
          </a:bodyPr>
          <a:lstStyle/>
          <a:p>
            <a:r>
              <a:rPr lang="en-US" dirty="0"/>
              <a:t>Membership in WHO is open to all countries. </a:t>
            </a:r>
          </a:p>
          <a:p>
            <a:r>
              <a:rPr lang="en-US" dirty="0"/>
              <a:t>While most countries are members of both the UN and of WHO, there are some differences. For example, Switzerland is a member of WHO, but not of the United Nations. </a:t>
            </a:r>
          </a:p>
          <a:p>
            <a:r>
              <a:rPr lang="en-US" dirty="0"/>
              <a:t>Territories which are not responsible for the conduct of their international relations may be admitted as associate members. </a:t>
            </a:r>
          </a:p>
          <a:p>
            <a:r>
              <a:rPr lang="en-US" dirty="0"/>
              <a:t>Associate members participate without vote in the deliberations of the WHO. </a:t>
            </a:r>
          </a:p>
          <a:p>
            <a:r>
              <a:rPr lang="en-US" dirty="0"/>
              <a:t>Each member state contributes yearly to the budget and each is entitled to the services and aid the organization can provide. </a:t>
            </a:r>
          </a:p>
          <a:p>
            <a:r>
              <a:rPr lang="en-US" dirty="0"/>
              <a:t>In 1948, the WHO had 56 Members. WHO now has 194 member states and two associate members.</a:t>
            </a:r>
          </a:p>
        </p:txBody>
      </p:sp>
    </p:spTree>
    <p:extLst>
      <p:ext uri="{BB962C8B-B14F-4D97-AF65-F5344CB8AC3E}">
        <p14:creationId xmlns:p14="http://schemas.microsoft.com/office/powerpoint/2010/main" val="2255605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FABC2-1229-C8E5-6FEE-D7DE7A4D1BD8}"/>
              </a:ext>
            </a:extLst>
          </p:cNvPr>
          <p:cNvSpPr>
            <a:spLocks noGrp="1"/>
          </p:cNvSpPr>
          <p:nvPr>
            <p:ph type="title"/>
          </p:nvPr>
        </p:nvSpPr>
        <p:spPr/>
        <p:txBody>
          <a:bodyPr/>
          <a:lstStyle/>
          <a:p>
            <a:r>
              <a:rPr lang="en-US" dirty="0"/>
              <a:t>Work of WHO</a:t>
            </a:r>
          </a:p>
        </p:txBody>
      </p:sp>
      <p:sp>
        <p:nvSpPr>
          <p:cNvPr id="3" name="Content Placeholder 2">
            <a:extLst>
              <a:ext uri="{FF2B5EF4-FFF2-40B4-BE49-F238E27FC236}">
                <a16:creationId xmlns:a16="http://schemas.microsoft.com/office/drawing/2014/main" id="{DE02E7C1-61F2-42FE-2CC8-89064E57476A}"/>
              </a:ext>
            </a:extLst>
          </p:cNvPr>
          <p:cNvSpPr>
            <a:spLocks noGrp="1"/>
          </p:cNvSpPr>
          <p:nvPr>
            <p:ph idx="1"/>
          </p:nvPr>
        </p:nvSpPr>
        <p:spPr>
          <a:xfrm>
            <a:off x="1117600" y="1574800"/>
            <a:ext cx="11074400" cy="5080000"/>
          </a:xfrm>
        </p:spPr>
        <p:txBody>
          <a:bodyPr>
            <a:normAutofit/>
          </a:bodyPr>
          <a:lstStyle/>
          <a:p>
            <a:r>
              <a:rPr lang="en-US" dirty="0"/>
              <a:t>Prevention &amp; control of specific disease</a:t>
            </a:r>
          </a:p>
          <a:p>
            <a:pPr lvl="1"/>
            <a:r>
              <a:rPr lang="en-US" dirty="0"/>
              <a:t>Small pox, polio-myelitis</a:t>
            </a:r>
          </a:p>
          <a:p>
            <a:pPr lvl="1"/>
            <a:r>
              <a:rPr lang="en-US" dirty="0"/>
              <a:t>Epidemiological surveillance of communicable disease</a:t>
            </a:r>
          </a:p>
          <a:p>
            <a:pPr lvl="1"/>
            <a:r>
              <a:rPr lang="en-US" dirty="0"/>
              <a:t>Non-communicable disease</a:t>
            </a:r>
          </a:p>
          <a:p>
            <a:pPr lvl="1"/>
            <a:r>
              <a:rPr lang="en-US" dirty="0"/>
              <a:t>Vector biology and control, immunology, quality control of drugs</a:t>
            </a:r>
          </a:p>
          <a:p>
            <a:r>
              <a:rPr lang="en-US" dirty="0"/>
              <a:t>Development of comprehensive health services</a:t>
            </a:r>
          </a:p>
          <a:p>
            <a:pPr lvl="1"/>
            <a:r>
              <a:rPr lang="en-US" dirty="0"/>
              <a:t>Promote and support national health policy development</a:t>
            </a:r>
          </a:p>
          <a:p>
            <a:pPr lvl="1"/>
            <a:r>
              <a:rPr lang="en-US" dirty="0"/>
              <a:t>Development of comprehensive national health </a:t>
            </a:r>
            <a:r>
              <a:rPr lang="en-US" dirty="0" err="1"/>
              <a:t>programmes</a:t>
            </a:r>
            <a:endParaRPr lang="en-US" dirty="0"/>
          </a:p>
          <a:p>
            <a:pPr lvl="1"/>
            <a:r>
              <a:rPr lang="en-US" dirty="0"/>
              <a:t>Organizing health systems – PHC, manpower and utilization, </a:t>
            </a:r>
            <a:r>
              <a:rPr lang="en-US" dirty="0" err="1"/>
              <a:t>longterm</a:t>
            </a:r>
            <a:r>
              <a:rPr lang="en-US" dirty="0"/>
              <a:t> national capability, infrastructural development</a:t>
            </a:r>
          </a:p>
          <a:p>
            <a:pPr lvl="1"/>
            <a:r>
              <a:rPr lang="en-US" dirty="0"/>
              <a:t>Appropriate technology for health</a:t>
            </a:r>
          </a:p>
        </p:txBody>
      </p:sp>
    </p:spTree>
    <p:extLst>
      <p:ext uri="{BB962C8B-B14F-4D97-AF65-F5344CB8AC3E}">
        <p14:creationId xmlns:p14="http://schemas.microsoft.com/office/powerpoint/2010/main" val="1832654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FABC2-1229-C8E5-6FEE-D7DE7A4D1BD8}"/>
              </a:ext>
            </a:extLst>
          </p:cNvPr>
          <p:cNvSpPr>
            <a:spLocks noGrp="1"/>
          </p:cNvSpPr>
          <p:nvPr>
            <p:ph type="title"/>
          </p:nvPr>
        </p:nvSpPr>
        <p:spPr/>
        <p:txBody>
          <a:bodyPr/>
          <a:lstStyle/>
          <a:p>
            <a:r>
              <a:rPr lang="en-US" dirty="0"/>
              <a:t>Work of WHO</a:t>
            </a:r>
          </a:p>
        </p:txBody>
      </p:sp>
      <p:sp>
        <p:nvSpPr>
          <p:cNvPr id="3" name="Content Placeholder 2">
            <a:extLst>
              <a:ext uri="{FF2B5EF4-FFF2-40B4-BE49-F238E27FC236}">
                <a16:creationId xmlns:a16="http://schemas.microsoft.com/office/drawing/2014/main" id="{DE02E7C1-61F2-42FE-2CC8-89064E57476A}"/>
              </a:ext>
            </a:extLst>
          </p:cNvPr>
          <p:cNvSpPr>
            <a:spLocks noGrp="1"/>
          </p:cNvSpPr>
          <p:nvPr>
            <p:ph idx="1"/>
          </p:nvPr>
        </p:nvSpPr>
        <p:spPr>
          <a:xfrm>
            <a:off x="1117600" y="1574800"/>
            <a:ext cx="11074400" cy="5080000"/>
          </a:xfrm>
        </p:spPr>
        <p:txBody>
          <a:bodyPr>
            <a:normAutofit/>
          </a:bodyPr>
          <a:lstStyle/>
          <a:p>
            <a:r>
              <a:rPr lang="en-US" dirty="0"/>
              <a:t>Family health</a:t>
            </a:r>
          </a:p>
          <a:p>
            <a:pPr lvl="1"/>
            <a:r>
              <a:rPr lang="en-US" dirty="0"/>
              <a:t>Since 1970</a:t>
            </a:r>
          </a:p>
          <a:p>
            <a:pPr lvl="1"/>
            <a:r>
              <a:rPr lang="en-US" dirty="0"/>
              <a:t>MCH, human reproduction, nutrition and health education</a:t>
            </a:r>
          </a:p>
          <a:p>
            <a:r>
              <a:rPr lang="en-US" dirty="0"/>
              <a:t>Environmental health</a:t>
            </a:r>
          </a:p>
          <a:p>
            <a:pPr lvl="1"/>
            <a:r>
              <a:rPr lang="en-US" dirty="0"/>
              <a:t>Protection of the quality of air, water and food; health conditions of work, radiation protection and early identification of new hazards originating from new technological developments. </a:t>
            </a:r>
          </a:p>
          <a:p>
            <a:pPr lvl="1"/>
            <a:r>
              <a:rPr lang="en-US" dirty="0"/>
              <a:t>‘WHO Environmental Health Criteria </a:t>
            </a:r>
            <a:r>
              <a:rPr lang="en-US" dirty="0" err="1"/>
              <a:t>Programme</a:t>
            </a:r>
            <a:r>
              <a:rPr lang="en-US" dirty="0"/>
              <a:t>’ and ‘WHO Environmental Health Monitoring </a:t>
            </a:r>
            <a:r>
              <a:rPr lang="en-US" dirty="0" err="1"/>
              <a:t>Programme</a:t>
            </a:r>
            <a:r>
              <a:rPr lang="en-US" dirty="0"/>
              <a:t>’</a:t>
            </a:r>
          </a:p>
          <a:p>
            <a:r>
              <a:rPr lang="en-US" dirty="0"/>
              <a:t>Health statistics</a:t>
            </a:r>
          </a:p>
          <a:p>
            <a:pPr lvl="1"/>
            <a:r>
              <a:rPr lang="en-US" dirty="0"/>
              <a:t>Weekly Epidemiological Record</a:t>
            </a:r>
          </a:p>
          <a:p>
            <a:pPr lvl="1"/>
            <a:r>
              <a:rPr lang="en-US" dirty="0"/>
              <a:t>World Health Statistics Quarterly </a:t>
            </a:r>
          </a:p>
          <a:p>
            <a:pPr lvl="1"/>
            <a:r>
              <a:rPr lang="en-US" dirty="0"/>
              <a:t>World Health Statistics Annual</a:t>
            </a:r>
          </a:p>
        </p:txBody>
      </p:sp>
    </p:spTree>
    <p:extLst>
      <p:ext uri="{BB962C8B-B14F-4D97-AF65-F5344CB8AC3E}">
        <p14:creationId xmlns:p14="http://schemas.microsoft.com/office/powerpoint/2010/main" val="2519214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FABC2-1229-C8E5-6FEE-D7DE7A4D1BD8}"/>
              </a:ext>
            </a:extLst>
          </p:cNvPr>
          <p:cNvSpPr>
            <a:spLocks noGrp="1"/>
          </p:cNvSpPr>
          <p:nvPr>
            <p:ph type="title"/>
          </p:nvPr>
        </p:nvSpPr>
        <p:spPr/>
        <p:txBody>
          <a:bodyPr/>
          <a:lstStyle/>
          <a:p>
            <a:r>
              <a:rPr lang="en-US" dirty="0"/>
              <a:t>Work of WHO</a:t>
            </a:r>
          </a:p>
        </p:txBody>
      </p:sp>
      <p:sp>
        <p:nvSpPr>
          <p:cNvPr id="3" name="Content Placeholder 2">
            <a:extLst>
              <a:ext uri="{FF2B5EF4-FFF2-40B4-BE49-F238E27FC236}">
                <a16:creationId xmlns:a16="http://schemas.microsoft.com/office/drawing/2014/main" id="{DE02E7C1-61F2-42FE-2CC8-89064E57476A}"/>
              </a:ext>
            </a:extLst>
          </p:cNvPr>
          <p:cNvSpPr>
            <a:spLocks noGrp="1"/>
          </p:cNvSpPr>
          <p:nvPr>
            <p:ph idx="1"/>
          </p:nvPr>
        </p:nvSpPr>
        <p:spPr>
          <a:xfrm>
            <a:off x="1117600" y="1574800"/>
            <a:ext cx="11074400" cy="5080000"/>
          </a:xfrm>
        </p:spPr>
        <p:txBody>
          <a:bodyPr>
            <a:normAutofit/>
          </a:bodyPr>
          <a:lstStyle/>
          <a:p>
            <a:r>
              <a:rPr lang="en-US" dirty="0"/>
              <a:t>Biomedical research</a:t>
            </a:r>
          </a:p>
          <a:p>
            <a:pPr lvl="1"/>
            <a:r>
              <a:rPr lang="en-US" dirty="0"/>
              <a:t>Does not itself do research, but stimulates and coordinates research work. It has established a world-wide network of WHO collaborating </a:t>
            </a:r>
            <a:r>
              <a:rPr lang="en-US" dirty="0" err="1"/>
              <a:t>centres</a:t>
            </a:r>
            <a:r>
              <a:rPr lang="en-US" dirty="0"/>
              <a:t>, besides awarding grants to research workers and research institutions for promoting research. </a:t>
            </a:r>
          </a:p>
          <a:p>
            <a:pPr lvl="1"/>
            <a:r>
              <a:rPr lang="en-US" dirty="0"/>
              <a:t>Six tropical diseases (malaria, schistosomiasis, trypanosomiasis, filariasis, leishmaniasis and leprosy) are the target of the WHO Special </a:t>
            </a:r>
            <a:r>
              <a:rPr lang="en-US" dirty="0" err="1"/>
              <a:t>Programme</a:t>
            </a:r>
            <a:r>
              <a:rPr lang="en-US" dirty="0"/>
              <a:t> for Research and Training in Tropical Diseases to develop new tools, strengthen research institutions and training workers in the countries affected.</a:t>
            </a:r>
          </a:p>
          <a:p>
            <a:r>
              <a:rPr lang="en-US" dirty="0"/>
              <a:t>Health literature and information</a:t>
            </a:r>
          </a:p>
          <a:p>
            <a:pPr lvl="1"/>
            <a:r>
              <a:rPr lang="en-US" dirty="0"/>
              <a:t>WHO library is one of the satellite </a:t>
            </a:r>
            <a:r>
              <a:rPr lang="en-US" dirty="0" err="1"/>
              <a:t>centres</a:t>
            </a:r>
            <a:r>
              <a:rPr lang="en-US" dirty="0"/>
              <a:t> of the Medical Literature Analysis and Retrieval System (MEDLARS) of the U.S National Library of Medicine</a:t>
            </a:r>
          </a:p>
          <a:p>
            <a:r>
              <a:rPr lang="en-US" dirty="0"/>
              <a:t>Cooperation with other organization</a:t>
            </a:r>
          </a:p>
        </p:txBody>
      </p:sp>
    </p:spTree>
    <p:extLst>
      <p:ext uri="{BB962C8B-B14F-4D97-AF65-F5344CB8AC3E}">
        <p14:creationId xmlns:p14="http://schemas.microsoft.com/office/powerpoint/2010/main" val="3828940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96CD9-0E9A-67DD-E13C-663D3322124F}"/>
              </a:ext>
            </a:extLst>
          </p:cNvPr>
          <p:cNvSpPr>
            <a:spLocks noGrp="1"/>
          </p:cNvSpPr>
          <p:nvPr>
            <p:ph type="title"/>
          </p:nvPr>
        </p:nvSpPr>
        <p:spPr/>
        <p:txBody>
          <a:bodyPr/>
          <a:lstStyle/>
          <a:p>
            <a:r>
              <a:rPr lang="en-US" dirty="0"/>
              <a:t>Structure</a:t>
            </a:r>
          </a:p>
        </p:txBody>
      </p:sp>
      <p:sp>
        <p:nvSpPr>
          <p:cNvPr id="3" name="Content Placeholder 2">
            <a:extLst>
              <a:ext uri="{FF2B5EF4-FFF2-40B4-BE49-F238E27FC236}">
                <a16:creationId xmlns:a16="http://schemas.microsoft.com/office/drawing/2014/main" id="{78980C0D-CF85-349E-34D0-76C4C9ADD5B9}"/>
              </a:ext>
            </a:extLst>
          </p:cNvPr>
          <p:cNvSpPr>
            <a:spLocks noGrp="1"/>
          </p:cNvSpPr>
          <p:nvPr>
            <p:ph idx="1"/>
          </p:nvPr>
        </p:nvSpPr>
        <p:spPr>
          <a:xfrm>
            <a:off x="1253067" y="1303867"/>
            <a:ext cx="10312400" cy="5098771"/>
          </a:xfrm>
        </p:spPr>
        <p:txBody>
          <a:bodyPr>
            <a:normAutofit lnSpcReduction="10000"/>
          </a:bodyPr>
          <a:lstStyle/>
          <a:p>
            <a:r>
              <a:rPr lang="en-US" sz="3200" dirty="0"/>
              <a:t>World health assembly</a:t>
            </a:r>
          </a:p>
          <a:p>
            <a:pPr lvl="1"/>
            <a:r>
              <a:rPr lang="en-US" sz="2800" dirty="0"/>
              <a:t>Health parliament of nations and supreme governing body</a:t>
            </a:r>
          </a:p>
          <a:p>
            <a:pPr lvl="1"/>
            <a:r>
              <a:rPr lang="en-US" sz="2800" dirty="0"/>
              <a:t>Annual meet – Geneva</a:t>
            </a:r>
          </a:p>
          <a:p>
            <a:pPr lvl="1"/>
            <a:r>
              <a:rPr lang="en-US" sz="2800" dirty="0"/>
              <a:t>To determine international health policy and </a:t>
            </a:r>
            <a:r>
              <a:rPr lang="en-US" sz="2800" dirty="0" err="1"/>
              <a:t>programmes</a:t>
            </a:r>
            <a:endParaRPr lang="en-US" sz="2800" dirty="0"/>
          </a:p>
          <a:p>
            <a:pPr lvl="1"/>
            <a:r>
              <a:rPr lang="en-US" sz="2800" dirty="0"/>
              <a:t>To review the work of the past year </a:t>
            </a:r>
          </a:p>
          <a:p>
            <a:pPr lvl="1"/>
            <a:r>
              <a:rPr lang="en-US" sz="2800" dirty="0"/>
              <a:t>To approve the budget needed for the following year </a:t>
            </a:r>
          </a:p>
          <a:p>
            <a:pPr lvl="1"/>
            <a:r>
              <a:rPr lang="en-US" sz="2800" dirty="0"/>
              <a:t>To elect Member States to designate a person to serve for three years on the Executive Board, and to replace the retiring members. </a:t>
            </a:r>
          </a:p>
          <a:p>
            <a:pPr lvl="1"/>
            <a:r>
              <a:rPr lang="en-US" sz="2800" dirty="0"/>
              <a:t>The Health Assembly also appoints the Director General on the nomination of the Executive Board.</a:t>
            </a:r>
          </a:p>
        </p:txBody>
      </p:sp>
    </p:spTree>
    <p:extLst>
      <p:ext uri="{BB962C8B-B14F-4D97-AF65-F5344CB8AC3E}">
        <p14:creationId xmlns:p14="http://schemas.microsoft.com/office/powerpoint/2010/main" val="3245214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96CD9-0E9A-67DD-E13C-663D3322124F}"/>
              </a:ext>
            </a:extLst>
          </p:cNvPr>
          <p:cNvSpPr>
            <a:spLocks noGrp="1"/>
          </p:cNvSpPr>
          <p:nvPr>
            <p:ph type="title"/>
          </p:nvPr>
        </p:nvSpPr>
        <p:spPr/>
        <p:txBody>
          <a:bodyPr/>
          <a:lstStyle/>
          <a:p>
            <a:r>
              <a:rPr lang="en-US" dirty="0"/>
              <a:t>Structure</a:t>
            </a:r>
          </a:p>
        </p:txBody>
      </p:sp>
      <p:sp>
        <p:nvSpPr>
          <p:cNvPr id="3" name="Content Placeholder 2">
            <a:extLst>
              <a:ext uri="{FF2B5EF4-FFF2-40B4-BE49-F238E27FC236}">
                <a16:creationId xmlns:a16="http://schemas.microsoft.com/office/drawing/2014/main" id="{78980C0D-CF85-349E-34D0-76C4C9ADD5B9}"/>
              </a:ext>
            </a:extLst>
          </p:cNvPr>
          <p:cNvSpPr>
            <a:spLocks noGrp="1"/>
          </p:cNvSpPr>
          <p:nvPr>
            <p:ph idx="1"/>
          </p:nvPr>
        </p:nvSpPr>
        <p:spPr>
          <a:xfrm>
            <a:off x="1253067" y="1303867"/>
            <a:ext cx="10312400" cy="5098771"/>
          </a:xfrm>
        </p:spPr>
        <p:txBody>
          <a:bodyPr>
            <a:normAutofit fontScale="92500" lnSpcReduction="20000"/>
          </a:bodyPr>
          <a:lstStyle/>
          <a:p>
            <a:r>
              <a:rPr lang="en-US" sz="3200" dirty="0"/>
              <a:t>Executive board</a:t>
            </a:r>
          </a:p>
          <a:p>
            <a:pPr lvl="1"/>
            <a:r>
              <a:rPr lang="en-US" sz="2500" dirty="0"/>
              <a:t>Originally 18 members, each designated by a Member State.</a:t>
            </a:r>
          </a:p>
          <a:p>
            <a:pPr lvl="1"/>
            <a:r>
              <a:rPr lang="en-US" sz="2500" dirty="0"/>
              <a:t>Subsequently, the number was raised to 24 and 30. </a:t>
            </a:r>
          </a:p>
          <a:p>
            <a:pPr lvl="1"/>
            <a:r>
              <a:rPr lang="en-US" sz="2500" dirty="0"/>
              <a:t>The Health Assembly (1976) increased the membership from 30 to 31, providing that no fewer than three are to be elected from each of the WHO regions (11). The board now has 34 members. The members of the Board are to be “technically qualified in the field of health ; </a:t>
            </a:r>
          </a:p>
          <a:p>
            <a:pPr lvl="1"/>
            <a:r>
              <a:rPr lang="en-US" sz="2500" dirty="0"/>
              <a:t>They are designated by, but do not represent their governments.</a:t>
            </a:r>
          </a:p>
          <a:p>
            <a:pPr lvl="1"/>
            <a:r>
              <a:rPr lang="en-US" sz="2500" dirty="0"/>
              <a:t>One-third of the membership is renewed every year. </a:t>
            </a:r>
          </a:p>
          <a:p>
            <a:pPr lvl="1"/>
            <a:r>
              <a:rPr lang="en-US" sz="2500" dirty="0"/>
              <a:t>The Executive Board meets at least twice a year, generally in January and shortly after the meeting of the World Health Assembly in May. </a:t>
            </a:r>
          </a:p>
          <a:p>
            <a:pPr lvl="1"/>
            <a:r>
              <a:rPr lang="en-US" sz="2500" dirty="0"/>
              <a:t>The Board also has power to take action itself in an emergency, such as epidemics, earthquakes and floods where immediate action is needed.</a:t>
            </a:r>
          </a:p>
        </p:txBody>
      </p:sp>
    </p:spTree>
    <p:extLst>
      <p:ext uri="{BB962C8B-B14F-4D97-AF65-F5344CB8AC3E}">
        <p14:creationId xmlns:p14="http://schemas.microsoft.com/office/powerpoint/2010/main" val="954594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96CD9-0E9A-67DD-E13C-663D3322124F}"/>
              </a:ext>
            </a:extLst>
          </p:cNvPr>
          <p:cNvSpPr>
            <a:spLocks noGrp="1"/>
          </p:cNvSpPr>
          <p:nvPr>
            <p:ph type="title"/>
          </p:nvPr>
        </p:nvSpPr>
        <p:spPr/>
        <p:txBody>
          <a:bodyPr/>
          <a:lstStyle/>
          <a:p>
            <a:r>
              <a:rPr lang="en-US" dirty="0"/>
              <a:t>Structure</a:t>
            </a:r>
          </a:p>
        </p:txBody>
      </p:sp>
      <p:sp>
        <p:nvSpPr>
          <p:cNvPr id="3" name="Content Placeholder 2">
            <a:extLst>
              <a:ext uri="{FF2B5EF4-FFF2-40B4-BE49-F238E27FC236}">
                <a16:creationId xmlns:a16="http://schemas.microsoft.com/office/drawing/2014/main" id="{78980C0D-CF85-349E-34D0-76C4C9ADD5B9}"/>
              </a:ext>
            </a:extLst>
          </p:cNvPr>
          <p:cNvSpPr>
            <a:spLocks noGrp="1"/>
          </p:cNvSpPr>
          <p:nvPr>
            <p:ph idx="1"/>
          </p:nvPr>
        </p:nvSpPr>
        <p:spPr>
          <a:xfrm>
            <a:off x="1253067" y="1303867"/>
            <a:ext cx="10312400" cy="5098771"/>
          </a:xfrm>
        </p:spPr>
        <p:txBody>
          <a:bodyPr>
            <a:normAutofit/>
          </a:bodyPr>
          <a:lstStyle/>
          <a:p>
            <a:r>
              <a:rPr lang="en-US" sz="3200" dirty="0"/>
              <a:t>Secretariat</a:t>
            </a:r>
          </a:p>
          <a:p>
            <a:pPr lvl="1"/>
            <a:r>
              <a:rPr lang="en-US" sz="2200" dirty="0"/>
              <a:t>Director General who is the chief technical and administrative officer of the Organization. </a:t>
            </a:r>
          </a:p>
          <a:p>
            <a:pPr lvl="1"/>
            <a:r>
              <a:rPr lang="en-US" sz="2200" dirty="0"/>
              <a:t>The primary function of the WHO secretariat is to provide Member States with technical and managerial support for their national health development </a:t>
            </a:r>
            <a:r>
              <a:rPr lang="en-US" sz="2200" dirty="0" err="1"/>
              <a:t>programmes</a:t>
            </a:r>
            <a:r>
              <a:rPr lang="en-US" sz="2200" dirty="0"/>
              <a:t>. </a:t>
            </a:r>
          </a:p>
          <a:p>
            <a:pPr lvl="1"/>
            <a:r>
              <a:rPr lang="en-US" sz="2200" dirty="0"/>
              <a:t>While in 1948, WHO staff counted 250 persons, the Organization in 1985 counted 4475 international public servants. The secretariat, by 2010, is staffed by about 8000 health and other experts and support staff. </a:t>
            </a:r>
          </a:p>
          <a:p>
            <a:pPr lvl="1"/>
            <a:r>
              <a:rPr lang="en-US" sz="2200" dirty="0"/>
              <a:t>At WHO headquarters in Geneva, there are 5 Assistant Director Generals each of whom is responsible for the work of such divisions as may from time to time be assigned to him by the Director General</a:t>
            </a:r>
          </a:p>
        </p:txBody>
      </p:sp>
    </p:spTree>
    <p:extLst>
      <p:ext uri="{BB962C8B-B14F-4D97-AF65-F5344CB8AC3E}">
        <p14:creationId xmlns:p14="http://schemas.microsoft.com/office/powerpoint/2010/main" val="2393756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DA97320-228E-48F3-BCFA-423F983C85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58144" y="566928"/>
            <a:ext cx="1133856" cy="6291072"/>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6" name="Rectangle 15">
            <a:extLst>
              <a:ext uri="{FF2B5EF4-FFF2-40B4-BE49-F238E27FC236}">
                <a16:creationId xmlns:a16="http://schemas.microsoft.com/office/drawing/2014/main" id="{2C9F0975-851A-4FEC-B19A-6EC12C0D54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5072" y="1"/>
            <a:ext cx="566928"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AC74DE3E-BC72-A233-785D-1B116C02DAB9}"/>
              </a:ext>
            </a:extLst>
          </p:cNvPr>
          <p:cNvSpPr>
            <a:spLocks noGrp="1"/>
          </p:cNvSpPr>
          <p:nvPr>
            <p:ph type="title"/>
          </p:nvPr>
        </p:nvSpPr>
        <p:spPr>
          <a:xfrm>
            <a:off x="758952" y="455613"/>
            <a:ext cx="4767031" cy="1549400"/>
          </a:xfrm>
        </p:spPr>
        <p:txBody>
          <a:bodyPr>
            <a:normAutofit/>
          </a:bodyPr>
          <a:lstStyle/>
          <a:p>
            <a:r>
              <a:rPr lang="en-US" dirty="0"/>
              <a:t>Regions</a:t>
            </a:r>
          </a:p>
        </p:txBody>
      </p:sp>
      <p:sp>
        <p:nvSpPr>
          <p:cNvPr id="3" name="Content Placeholder 2">
            <a:extLst>
              <a:ext uri="{FF2B5EF4-FFF2-40B4-BE49-F238E27FC236}">
                <a16:creationId xmlns:a16="http://schemas.microsoft.com/office/drawing/2014/main" id="{F68A9912-9FB6-111C-5984-4E84EB5E0143}"/>
              </a:ext>
            </a:extLst>
          </p:cNvPr>
          <p:cNvSpPr>
            <a:spLocks noGrp="1"/>
          </p:cNvSpPr>
          <p:nvPr>
            <p:ph idx="1"/>
          </p:nvPr>
        </p:nvSpPr>
        <p:spPr>
          <a:xfrm>
            <a:off x="237067" y="1456268"/>
            <a:ext cx="5288916" cy="4630208"/>
          </a:xfrm>
        </p:spPr>
        <p:txBody>
          <a:bodyPr>
            <a:normAutofit fontScale="92500" lnSpcReduction="10000"/>
          </a:bodyPr>
          <a:lstStyle/>
          <a:p>
            <a:pPr>
              <a:lnSpc>
                <a:spcPct val="100000"/>
              </a:lnSpc>
            </a:pPr>
            <a:r>
              <a:rPr lang="en-US" sz="2400" dirty="0"/>
              <a:t>Headed by the Regional Director, who is assisted by technical and administrative officers, and members of the secretariat. </a:t>
            </a:r>
          </a:p>
          <a:p>
            <a:pPr>
              <a:lnSpc>
                <a:spcPct val="100000"/>
              </a:lnSpc>
            </a:pPr>
            <a:r>
              <a:rPr lang="en-US" sz="2400" dirty="0"/>
              <a:t>There is a regional committee composed of representatives of the Member States in the region. </a:t>
            </a:r>
          </a:p>
          <a:p>
            <a:pPr>
              <a:lnSpc>
                <a:spcPct val="100000"/>
              </a:lnSpc>
            </a:pPr>
            <a:r>
              <a:rPr lang="en-US" sz="2400" dirty="0"/>
              <a:t>Regional Committees meet once a year to review health work in the region and plan its continuation and development. </a:t>
            </a:r>
          </a:p>
          <a:p>
            <a:pPr>
              <a:lnSpc>
                <a:spcPct val="100000"/>
              </a:lnSpc>
            </a:pPr>
            <a:r>
              <a:rPr lang="en-US" sz="2400" dirty="0"/>
              <a:t>Regional plans are amalgamated into overall plans for the Organization by the Director General at WHO’s headquarters in Geneva.</a:t>
            </a:r>
          </a:p>
        </p:txBody>
      </p:sp>
      <p:pic>
        <p:nvPicPr>
          <p:cNvPr id="5" name="Picture 4" descr="A close-up of a list of names&#10;&#10;Description automatically generated">
            <a:extLst>
              <a:ext uri="{FF2B5EF4-FFF2-40B4-BE49-F238E27FC236}">
                <a16:creationId xmlns:a16="http://schemas.microsoft.com/office/drawing/2014/main" id="{3C68BE9F-111B-25EE-6250-FC9485EE18CF}"/>
              </a:ext>
            </a:extLst>
          </p:cNvPr>
          <p:cNvPicPr>
            <a:picLocks noChangeAspect="1"/>
          </p:cNvPicPr>
          <p:nvPr/>
        </p:nvPicPr>
        <p:blipFill>
          <a:blip r:embed="rId2"/>
          <a:stretch>
            <a:fillRect/>
          </a:stretch>
        </p:blipFill>
        <p:spPr>
          <a:xfrm>
            <a:off x="5654811" y="1037205"/>
            <a:ext cx="4767031" cy="1847224"/>
          </a:xfrm>
          <a:prstGeom prst="rect">
            <a:avLst/>
          </a:prstGeom>
        </p:spPr>
      </p:pic>
      <p:pic>
        <p:nvPicPr>
          <p:cNvPr id="7" name="Picture 6" descr="A close-up of a member country&#10;&#10;Description automatically generated">
            <a:extLst>
              <a:ext uri="{FF2B5EF4-FFF2-40B4-BE49-F238E27FC236}">
                <a16:creationId xmlns:a16="http://schemas.microsoft.com/office/drawing/2014/main" id="{85896245-2D5C-6447-423C-6AA9D0743A97}"/>
              </a:ext>
            </a:extLst>
          </p:cNvPr>
          <p:cNvPicPr>
            <a:picLocks noChangeAspect="1"/>
          </p:cNvPicPr>
          <p:nvPr/>
        </p:nvPicPr>
        <p:blipFill>
          <a:blip r:embed="rId3"/>
          <a:stretch>
            <a:fillRect/>
          </a:stretch>
        </p:blipFill>
        <p:spPr>
          <a:xfrm>
            <a:off x="5578199" y="3200400"/>
            <a:ext cx="4801452" cy="2892874"/>
          </a:xfrm>
          <a:prstGeom prst="rect">
            <a:avLst/>
          </a:prstGeom>
        </p:spPr>
      </p:pic>
    </p:spTree>
    <p:extLst>
      <p:ext uri="{BB962C8B-B14F-4D97-AF65-F5344CB8AC3E}">
        <p14:creationId xmlns:p14="http://schemas.microsoft.com/office/powerpoint/2010/main" val="3853425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DF400-8FAD-A1BF-BE2B-24ADB2FB0173}"/>
              </a:ext>
            </a:extLst>
          </p:cNvPr>
          <p:cNvSpPr>
            <a:spLocks noGrp="1"/>
          </p:cNvSpPr>
          <p:nvPr>
            <p:ph type="title"/>
          </p:nvPr>
        </p:nvSpPr>
        <p:spPr/>
        <p:txBody>
          <a:bodyPr/>
          <a:lstStyle/>
          <a:p>
            <a:pPr algn="ctr"/>
            <a:r>
              <a:rPr lang="en-US" dirty="0"/>
              <a:t>PHEIC</a:t>
            </a:r>
          </a:p>
        </p:txBody>
      </p:sp>
      <p:sp>
        <p:nvSpPr>
          <p:cNvPr id="3" name="Content Placeholder 2">
            <a:extLst>
              <a:ext uri="{FF2B5EF4-FFF2-40B4-BE49-F238E27FC236}">
                <a16:creationId xmlns:a16="http://schemas.microsoft.com/office/drawing/2014/main" id="{DD3DF303-C8A1-B0A0-01F7-B7F7DCDAC268}"/>
              </a:ext>
            </a:extLst>
          </p:cNvPr>
          <p:cNvSpPr>
            <a:spLocks noGrp="1"/>
          </p:cNvSpPr>
          <p:nvPr>
            <p:ph idx="1"/>
          </p:nvPr>
        </p:nvSpPr>
        <p:spPr/>
        <p:txBody>
          <a:bodyPr>
            <a:normAutofit lnSpcReduction="10000"/>
          </a:bodyPr>
          <a:lstStyle/>
          <a:p>
            <a:r>
              <a:rPr lang="en-US" dirty="0"/>
              <a:t>There are four criteria for declaring a PHEIC:</a:t>
            </a:r>
          </a:p>
          <a:p>
            <a:pPr lvl="1"/>
            <a:r>
              <a:rPr lang="en-US" dirty="0"/>
              <a:t>Seriousness of the public health impact of the event.</a:t>
            </a:r>
          </a:p>
          <a:p>
            <a:pPr lvl="1"/>
            <a:r>
              <a:rPr lang="en-US" dirty="0"/>
              <a:t>Unusual or unexpected nature of the event.</a:t>
            </a:r>
          </a:p>
          <a:p>
            <a:pPr lvl="1"/>
            <a:r>
              <a:rPr lang="en-US" dirty="0"/>
              <a:t>Potential for the event to spread internationally.</a:t>
            </a:r>
          </a:p>
          <a:p>
            <a:pPr lvl="1"/>
            <a:r>
              <a:rPr lang="en-US" dirty="0"/>
              <a:t>The event may require immediate international action.</a:t>
            </a:r>
          </a:p>
          <a:p>
            <a:r>
              <a:rPr lang="en-US" dirty="0"/>
              <a:t>It’s also understood that for an event to be considered a PHEIC, it must meet three </a:t>
            </a:r>
            <a:r>
              <a:rPr lang="en-US"/>
              <a:t>core criteria:</a:t>
            </a:r>
            <a:endParaRPr lang="en-US" dirty="0"/>
          </a:p>
          <a:p>
            <a:pPr lvl="1"/>
            <a:r>
              <a:rPr lang="en-US" dirty="0"/>
              <a:t>Be considered extraordinary.</a:t>
            </a:r>
          </a:p>
          <a:p>
            <a:pPr lvl="1"/>
            <a:r>
              <a:rPr lang="en-US" dirty="0"/>
              <a:t>Constitute a public health risk to other states through the spread of disease.</a:t>
            </a:r>
          </a:p>
          <a:p>
            <a:pPr lvl="1"/>
            <a:r>
              <a:rPr lang="en-US" dirty="0"/>
              <a:t>Require a coordinated international response.</a:t>
            </a:r>
          </a:p>
        </p:txBody>
      </p:sp>
    </p:spTree>
    <p:extLst>
      <p:ext uri="{BB962C8B-B14F-4D97-AF65-F5344CB8AC3E}">
        <p14:creationId xmlns:p14="http://schemas.microsoft.com/office/powerpoint/2010/main" val="1080759048"/>
      </p:ext>
    </p:extLst>
  </p:cSld>
  <p:clrMapOvr>
    <a:masterClrMapping/>
  </p:clrMapOvr>
</p:sld>
</file>

<file path=ppt/theme/theme1.xml><?xml version="1.0" encoding="utf-8"?>
<a:theme xmlns:a="http://schemas.openxmlformats.org/drawingml/2006/main" name="InterweaveVTI">
  <a:themeElements>
    <a:clrScheme name="AnalogousFromDarkSeedLeftStep">
      <a:dk1>
        <a:srgbClr val="000000"/>
      </a:dk1>
      <a:lt1>
        <a:srgbClr val="FFFFFF"/>
      </a:lt1>
      <a:dk2>
        <a:srgbClr val="412E24"/>
      </a:dk2>
      <a:lt2>
        <a:srgbClr val="E7E2E8"/>
      </a:lt2>
      <a:accent1>
        <a:srgbClr val="5BB346"/>
      </a:accent1>
      <a:accent2>
        <a:srgbClr val="80AD39"/>
      </a:accent2>
      <a:accent3>
        <a:srgbClr val="A7A441"/>
      </a:accent3>
      <a:accent4>
        <a:srgbClr val="B17D3B"/>
      </a:accent4>
      <a:accent5>
        <a:srgbClr val="C35E4D"/>
      </a:accent5>
      <a:accent6>
        <a:srgbClr val="B13B5B"/>
      </a:accent6>
      <a:hlink>
        <a:srgbClr val="BF673F"/>
      </a:hlink>
      <a:folHlink>
        <a:srgbClr val="7F7F7F"/>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docProps/app.xml><?xml version="1.0" encoding="utf-8"?>
<Properties xmlns="http://schemas.openxmlformats.org/officeDocument/2006/extended-properties" xmlns:vt="http://schemas.openxmlformats.org/officeDocument/2006/docPropsVTypes">
  <TotalTime>258</TotalTime>
  <Words>2561</Words>
  <Application>Microsoft Office PowerPoint</Application>
  <PresentationFormat>Widescreen</PresentationFormat>
  <Paragraphs>183</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Times New Roman</vt:lpstr>
      <vt:lpstr>InterweaveVTI</vt:lpstr>
      <vt:lpstr>International health</vt:lpstr>
      <vt:lpstr>Timeline</vt:lpstr>
      <vt:lpstr>Yellow Fever Epidemic</vt:lpstr>
      <vt:lpstr>First International sanitary conference</vt:lpstr>
      <vt:lpstr>First International sanitary conference</vt:lpstr>
      <vt:lpstr>Pan American Sanitary Bureau (1902)</vt:lpstr>
      <vt:lpstr>Pan American Sanitary Bureau (1902)</vt:lpstr>
      <vt:lpstr>Timeline</vt:lpstr>
      <vt:lpstr>Office International D’Hygiene Publique</vt:lpstr>
      <vt:lpstr>Office International D’Hygiene Publique</vt:lpstr>
      <vt:lpstr>The Health Organization of the League of Nations (1923)</vt:lpstr>
      <vt:lpstr>The Health Organization of the League of Nations (1923)</vt:lpstr>
      <vt:lpstr>The United Nations Relief and Rehabilitation Administration (1943)</vt:lpstr>
      <vt:lpstr>The United Nations Relief and Rehabilitation Administration (1943)</vt:lpstr>
      <vt:lpstr>World health organization - origin</vt:lpstr>
      <vt:lpstr>World health organization - origin</vt:lpstr>
      <vt:lpstr>WHO</vt:lpstr>
      <vt:lpstr>WHO</vt:lpstr>
      <vt:lpstr>WHO – preamble of constitution</vt:lpstr>
      <vt:lpstr>WHO – preamble of constitution</vt:lpstr>
      <vt:lpstr>WHO - membership</vt:lpstr>
      <vt:lpstr>Work of WHO</vt:lpstr>
      <vt:lpstr>Work of WHO</vt:lpstr>
      <vt:lpstr>Work of WHO</vt:lpstr>
      <vt:lpstr>Structure</vt:lpstr>
      <vt:lpstr>Structure</vt:lpstr>
      <vt:lpstr>Structure</vt:lpstr>
      <vt:lpstr>Regions</vt:lpstr>
      <vt:lpstr>PHEIC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health</dc:title>
  <dc:creator>mukul maheshwari</dc:creator>
  <cp:lastModifiedBy>mukul maheshwari</cp:lastModifiedBy>
  <cp:revision>1</cp:revision>
  <dcterms:created xsi:type="dcterms:W3CDTF">2023-10-09T16:19:49Z</dcterms:created>
  <dcterms:modified xsi:type="dcterms:W3CDTF">2025-06-03T07:30:38Z</dcterms:modified>
</cp:coreProperties>
</file>