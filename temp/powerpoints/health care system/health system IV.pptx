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69" r:id="rId3"/>
    <p:sldId id="370" r:id="rId4"/>
    <p:sldId id="371" r:id="rId5"/>
    <p:sldId id="372" r:id="rId6"/>
    <p:sldId id="374" r:id="rId7"/>
    <p:sldId id="376" r:id="rId8"/>
    <p:sldId id="257" r:id="rId9"/>
    <p:sldId id="258" r:id="rId10"/>
    <p:sldId id="292" r:id="rId11"/>
    <p:sldId id="293" r:id="rId12"/>
    <p:sldId id="294" r:id="rId13"/>
    <p:sldId id="296"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259" r:id="rId30"/>
    <p:sldId id="260" r:id="rId31"/>
    <p:sldId id="261" r:id="rId32"/>
    <p:sldId id="262" r:id="rId33"/>
    <p:sldId id="377" r:id="rId34"/>
    <p:sldId id="263" r:id="rId35"/>
    <p:sldId id="327" r:id="rId36"/>
    <p:sldId id="312" r:id="rId37"/>
    <p:sldId id="264" r:id="rId38"/>
    <p:sldId id="313" r:id="rId39"/>
    <p:sldId id="266" r:id="rId40"/>
    <p:sldId id="378" r:id="rId41"/>
    <p:sldId id="267" r:id="rId42"/>
    <p:sldId id="314" r:id="rId43"/>
    <p:sldId id="315" r:id="rId44"/>
    <p:sldId id="316" r:id="rId45"/>
    <p:sldId id="329" r:id="rId46"/>
    <p:sldId id="330" r:id="rId47"/>
    <p:sldId id="328" r:id="rId48"/>
    <p:sldId id="317" r:id="rId49"/>
    <p:sldId id="318" r:id="rId50"/>
    <p:sldId id="319" r:id="rId51"/>
    <p:sldId id="320" r:id="rId52"/>
    <p:sldId id="321" r:id="rId53"/>
    <p:sldId id="322" r:id="rId54"/>
    <p:sldId id="323" r:id="rId55"/>
    <p:sldId id="331" r:id="rId56"/>
    <p:sldId id="324" r:id="rId57"/>
    <p:sldId id="325" r:id="rId58"/>
    <p:sldId id="326" r:id="rId59"/>
    <p:sldId id="276" r:id="rId60"/>
    <p:sldId id="332" r:id="rId61"/>
    <p:sldId id="334" r:id="rId62"/>
    <p:sldId id="333" r:id="rId63"/>
    <p:sldId id="335" r:id="rId64"/>
    <p:sldId id="381" r:id="rId65"/>
    <p:sldId id="382" r:id="rId66"/>
    <p:sldId id="277" r:id="rId67"/>
    <p:sldId id="336" r:id="rId68"/>
    <p:sldId id="379" r:id="rId69"/>
    <p:sldId id="278" r:id="rId70"/>
    <p:sldId id="337" r:id="rId71"/>
    <p:sldId id="338" r:id="rId72"/>
    <p:sldId id="345" r:id="rId73"/>
    <p:sldId id="339" r:id="rId74"/>
    <p:sldId id="340" r:id="rId75"/>
    <p:sldId id="341" r:id="rId76"/>
    <p:sldId id="346" r:id="rId77"/>
    <p:sldId id="347" r:id="rId78"/>
    <p:sldId id="348" r:id="rId79"/>
    <p:sldId id="349" r:id="rId80"/>
    <p:sldId id="350" r:id="rId81"/>
    <p:sldId id="351" r:id="rId82"/>
    <p:sldId id="352" r:id="rId83"/>
    <p:sldId id="353" r:id="rId84"/>
    <p:sldId id="354" r:id="rId85"/>
    <p:sldId id="355" r:id="rId86"/>
    <p:sldId id="342" r:id="rId87"/>
    <p:sldId id="356" r:id="rId88"/>
    <p:sldId id="343" r:id="rId89"/>
    <p:sldId id="358" r:id="rId90"/>
    <p:sldId id="357" r:id="rId91"/>
    <p:sldId id="359" r:id="rId92"/>
    <p:sldId id="344" r:id="rId93"/>
    <p:sldId id="283" r:id="rId94"/>
    <p:sldId id="360" r:id="rId95"/>
    <p:sldId id="361" r:id="rId96"/>
    <p:sldId id="362" r:id="rId97"/>
    <p:sldId id="363" r:id="rId98"/>
    <p:sldId id="364" r:id="rId99"/>
    <p:sldId id="365" r:id="rId100"/>
    <p:sldId id="366" r:id="rId101"/>
    <p:sldId id="380" r:id="rId102"/>
    <p:sldId id="291"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8525A-3C4E-49DD-ACD9-12250C137A73}" v="189" dt="2025-08-20T21:16:54.1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416" y="9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5/10/relationships/revisionInfo" Target="revisionInfo.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771D35AD-4715-4301-979B-0CEBFD3D1244}"/>
    <pc:docChg chg="undo redo custSel addSld delSld modSld sldOrd">
      <pc:chgData name="mukul maheshwari" userId="12cb43e2ca5f0d2c" providerId="LiveId" clId="{771D35AD-4715-4301-979B-0CEBFD3D1244}" dt="2025-08-20T21:19:40.338" v="2690" actId="26606"/>
      <pc:docMkLst>
        <pc:docMk/>
      </pc:docMkLst>
      <pc:sldChg chg="addSp modSp mod setBg addAnim setClrOvrMap">
        <pc:chgData name="mukul maheshwari" userId="12cb43e2ca5f0d2c" providerId="LiveId" clId="{771D35AD-4715-4301-979B-0CEBFD3D1244}" dt="2025-08-20T06:56:07.601" v="55" actId="16037"/>
        <pc:sldMkLst>
          <pc:docMk/>
          <pc:sldMk cId="271476433" sldId="256"/>
        </pc:sldMkLst>
        <pc:spChg chg="mod">
          <ac:chgData name="mukul maheshwari" userId="12cb43e2ca5f0d2c" providerId="LiveId" clId="{771D35AD-4715-4301-979B-0CEBFD3D1244}" dt="2025-08-20T06:55:41.656" v="52" actId="26606"/>
          <ac:spMkLst>
            <pc:docMk/>
            <pc:sldMk cId="271476433" sldId="256"/>
            <ac:spMk id="2" creationId="{1E57A218-881B-D6E2-0E0E-1583702C652D}"/>
          </ac:spMkLst>
        </pc:spChg>
        <pc:spChg chg="mod">
          <ac:chgData name="mukul maheshwari" userId="12cb43e2ca5f0d2c" providerId="LiveId" clId="{771D35AD-4715-4301-979B-0CEBFD3D1244}" dt="2025-08-20T06:56:07.601" v="55" actId="16037"/>
          <ac:spMkLst>
            <pc:docMk/>
            <pc:sldMk cId="271476433" sldId="256"/>
            <ac:spMk id="3" creationId="{ED28D7B5-ED81-14D3-3C26-719EF347D375}"/>
          </ac:spMkLst>
        </pc:spChg>
        <pc:spChg chg="add">
          <ac:chgData name="mukul maheshwari" userId="12cb43e2ca5f0d2c" providerId="LiveId" clId="{771D35AD-4715-4301-979B-0CEBFD3D1244}" dt="2025-08-20T06:55:41.656" v="52" actId="26606"/>
          <ac:spMkLst>
            <pc:docMk/>
            <pc:sldMk cId="271476433" sldId="256"/>
            <ac:spMk id="9" creationId="{71B2258F-86CA-4D4D-8270-BC05FCDEBFB3}"/>
          </ac:spMkLst>
        </pc:spChg>
        <pc:picChg chg="add">
          <ac:chgData name="mukul maheshwari" userId="12cb43e2ca5f0d2c" providerId="LiveId" clId="{771D35AD-4715-4301-979B-0CEBFD3D1244}" dt="2025-08-20T06:55:41.656" v="52" actId="26606"/>
          <ac:picMkLst>
            <pc:docMk/>
            <pc:sldMk cId="271476433" sldId="256"/>
            <ac:picMk id="5" creationId="{AEC8CEAC-55F2-507C-1D85-D088619E0417}"/>
          </ac:picMkLst>
        </pc:picChg>
      </pc:sldChg>
      <pc:sldChg chg="addSp delSp modSp mod setBg">
        <pc:chgData name="mukul maheshwari" userId="12cb43e2ca5f0d2c" providerId="LiveId" clId="{771D35AD-4715-4301-979B-0CEBFD3D1244}" dt="2025-08-20T06:56:27.967" v="66" actId="26606"/>
        <pc:sldMkLst>
          <pc:docMk/>
          <pc:sldMk cId="3699203171" sldId="257"/>
        </pc:sldMkLst>
        <pc:spChg chg="mod">
          <ac:chgData name="mukul maheshwari" userId="12cb43e2ca5f0d2c" providerId="LiveId" clId="{771D35AD-4715-4301-979B-0CEBFD3D1244}" dt="2025-08-20T06:56:27.967" v="66" actId="26606"/>
          <ac:spMkLst>
            <pc:docMk/>
            <pc:sldMk cId="3699203171" sldId="257"/>
            <ac:spMk id="2" creationId="{36420383-DDA9-3B7B-4841-FFAC21D6A66F}"/>
          </ac:spMkLst>
        </pc:spChg>
        <pc:spChg chg="del">
          <ac:chgData name="mukul maheshwari" userId="12cb43e2ca5f0d2c" providerId="LiveId" clId="{771D35AD-4715-4301-979B-0CEBFD3D1244}" dt="2025-08-20T06:56:27.967" v="66" actId="26606"/>
          <ac:spMkLst>
            <pc:docMk/>
            <pc:sldMk cId="3699203171" sldId="257"/>
            <ac:spMk id="3" creationId="{17FFBF89-33C7-4A04-7C94-BD9CDCC65B93}"/>
          </ac:spMkLst>
        </pc:spChg>
        <pc:spChg chg="add">
          <ac:chgData name="mukul maheshwari" userId="12cb43e2ca5f0d2c" providerId="LiveId" clId="{771D35AD-4715-4301-979B-0CEBFD3D1244}" dt="2025-08-20T06:56:27.967" v="66" actId="26606"/>
          <ac:spMkLst>
            <pc:docMk/>
            <pc:sldMk cId="3699203171" sldId="257"/>
            <ac:spMk id="10" creationId="{D4771268-CB57-404A-9271-370EB28F6090}"/>
          </ac:spMkLst>
        </pc:spChg>
        <pc:picChg chg="mod">
          <ac:chgData name="mukul maheshwari" userId="12cb43e2ca5f0d2c" providerId="LiveId" clId="{771D35AD-4715-4301-979B-0CEBFD3D1244}" dt="2025-08-20T06:56:27.967" v="66" actId="26606"/>
          <ac:picMkLst>
            <pc:docMk/>
            <pc:sldMk cId="3699203171" sldId="257"/>
            <ac:picMk id="5" creationId="{C593545D-B4C2-F197-53B9-5FF2EB66ADF1}"/>
          </ac:picMkLst>
        </pc:picChg>
      </pc:sldChg>
      <pc:sldChg chg="addSp modSp mod setBg">
        <pc:chgData name="mukul maheshwari" userId="12cb43e2ca5f0d2c" providerId="LiveId" clId="{771D35AD-4715-4301-979B-0CEBFD3D1244}" dt="2025-08-20T07:29:32.706" v="198" actId="26606"/>
        <pc:sldMkLst>
          <pc:docMk/>
          <pc:sldMk cId="3772783919" sldId="258"/>
        </pc:sldMkLst>
        <pc:spChg chg="mod">
          <ac:chgData name="mukul maheshwari" userId="12cb43e2ca5f0d2c" providerId="LiveId" clId="{771D35AD-4715-4301-979B-0CEBFD3D1244}" dt="2025-08-20T07:29:32.706" v="198" actId="26606"/>
          <ac:spMkLst>
            <pc:docMk/>
            <pc:sldMk cId="3772783919" sldId="258"/>
            <ac:spMk id="2" creationId="{0504A324-3E95-A2E6-3334-E25F3D84F876}"/>
          </ac:spMkLst>
        </pc:spChg>
        <pc:spChg chg="mod">
          <ac:chgData name="mukul maheshwari" userId="12cb43e2ca5f0d2c" providerId="LiveId" clId="{771D35AD-4715-4301-979B-0CEBFD3D1244}" dt="2025-08-20T07:29:32.706" v="198" actId="26606"/>
          <ac:spMkLst>
            <pc:docMk/>
            <pc:sldMk cId="3772783919" sldId="258"/>
            <ac:spMk id="3" creationId="{CDB4A00A-9E62-C852-7F03-40CC219D30FA}"/>
          </ac:spMkLst>
        </pc:spChg>
        <pc:spChg chg="add">
          <ac:chgData name="mukul maheshwari" userId="12cb43e2ca5f0d2c" providerId="LiveId" clId="{771D35AD-4715-4301-979B-0CEBFD3D1244}" dt="2025-08-20T07:29:32.706" v="198" actId="26606"/>
          <ac:spMkLst>
            <pc:docMk/>
            <pc:sldMk cId="3772783919" sldId="258"/>
            <ac:spMk id="9" creationId="{C0763A76-9F1C-4FC5-82B7-DD475DA461B2}"/>
          </ac:spMkLst>
        </pc:spChg>
        <pc:spChg chg="add">
          <ac:chgData name="mukul maheshwari" userId="12cb43e2ca5f0d2c" providerId="LiveId" clId="{771D35AD-4715-4301-979B-0CEBFD3D1244}" dt="2025-08-20T07:29:32.706" v="198" actId="26606"/>
          <ac:spMkLst>
            <pc:docMk/>
            <pc:sldMk cId="3772783919" sldId="258"/>
            <ac:spMk id="11" creationId="{E81BF4F6-F2CF-4984-9D14-D6966D92F99F}"/>
          </ac:spMkLst>
        </pc:spChg>
        <pc:picChg chg="add">
          <ac:chgData name="mukul maheshwari" userId="12cb43e2ca5f0d2c" providerId="LiveId" clId="{771D35AD-4715-4301-979B-0CEBFD3D1244}" dt="2025-08-20T07:29:32.706" v="198" actId="26606"/>
          <ac:picMkLst>
            <pc:docMk/>
            <pc:sldMk cId="3772783919" sldId="258"/>
            <ac:picMk id="5" creationId="{C0B3B197-709B-00D8-B8AA-A912B35C3F75}"/>
          </ac:picMkLst>
        </pc:picChg>
      </pc:sldChg>
      <pc:sldChg chg="addSp delSp modSp mod chgLayout">
        <pc:chgData name="mukul maheshwari" userId="12cb43e2ca5f0d2c" providerId="LiveId" clId="{771D35AD-4715-4301-979B-0CEBFD3D1244}" dt="2025-08-20T20:44:47.898" v="2379" actId="20577"/>
        <pc:sldMkLst>
          <pc:docMk/>
          <pc:sldMk cId="3762140185" sldId="259"/>
        </pc:sldMkLst>
        <pc:spChg chg="add mod">
          <ac:chgData name="mukul maheshwari" userId="12cb43e2ca5f0d2c" providerId="LiveId" clId="{771D35AD-4715-4301-979B-0CEBFD3D1244}" dt="2025-08-20T07:52:06.368" v="442" actId="20577"/>
          <ac:spMkLst>
            <pc:docMk/>
            <pc:sldMk cId="3762140185" sldId="259"/>
            <ac:spMk id="2" creationId="{606FDF2E-0E4B-9315-7A01-425810A398C8}"/>
          </ac:spMkLst>
        </pc:spChg>
        <pc:spChg chg="add mod">
          <ac:chgData name="mukul maheshwari" userId="12cb43e2ca5f0d2c" providerId="LiveId" clId="{771D35AD-4715-4301-979B-0CEBFD3D1244}" dt="2025-08-20T20:44:47.898" v="2379" actId="20577"/>
          <ac:spMkLst>
            <pc:docMk/>
            <pc:sldMk cId="3762140185" sldId="259"/>
            <ac:spMk id="3" creationId="{7D161A7C-A878-A15C-4613-F489B6A6A3EF}"/>
          </ac:spMkLst>
        </pc:spChg>
        <pc:spChg chg="del mod">
          <ac:chgData name="mukul maheshwari" userId="12cb43e2ca5f0d2c" providerId="LiveId" clId="{771D35AD-4715-4301-979B-0CEBFD3D1244}" dt="2025-08-20T07:51:51.320" v="425" actId="478"/>
          <ac:spMkLst>
            <pc:docMk/>
            <pc:sldMk cId="3762140185" sldId="259"/>
            <ac:spMk id="5" creationId="{9BDB06DE-328E-7C21-2F52-096AEE7B7685}"/>
          </ac:spMkLst>
        </pc:spChg>
      </pc:sldChg>
      <pc:sldChg chg="addSp delSp modSp mod setBg modClrScheme chgLayout">
        <pc:chgData name="mukul maheshwari" userId="12cb43e2ca5f0d2c" providerId="LiveId" clId="{771D35AD-4715-4301-979B-0CEBFD3D1244}" dt="2025-08-20T20:45:43.071" v="2387" actId="20577"/>
        <pc:sldMkLst>
          <pc:docMk/>
          <pc:sldMk cId="3760817941" sldId="260"/>
        </pc:sldMkLst>
        <pc:spChg chg="add mod">
          <ac:chgData name="mukul maheshwari" userId="12cb43e2ca5f0d2c" providerId="LiveId" clId="{771D35AD-4715-4301-979B-0CEBFD3D1244}" dt="2025-08-20T07:58:05.826" v="516" actId="26606"/>
          <ac:spMkLst>
            <pc:docMk/>
            <pc:sldMk cId="3760817941" sldId="260"/>
            <ac:spMk id="2" creationId="{E2F86D8F-A80C-AEA8-9948-C73C5127A988}"/>
          </ac:spMkLst>
        </pc:spChg>
        <pc:spChg chg="del">
          <ac:chgData name="mukul maheshwari" userId="12cb43e2ca5f0d2c" providerId="LiveId" clId="{771D35AD-4715-4301-979B-0CEBFD3D1244}" dt="2025-08-20T07:56:36.728" v="451" actId="478"/>
          <ac:spMkLst>
            <pc:docMk/>
            <pc:sldMk cId="3760817941" sldId="260"/>
            <ac:spMk id="3" creationId="{CAF3C514-3B11-13E8-BA74-6E247A7E9D66}"/>
          </ac:spMkLst>
        </pc:spChg>
        <pc:spChg chg="add del mod">
          <ac:chgData name="mukul maheshwari" userId="12cb43e2ca5f0d2c" providerId="LiveId" clId="{771D35AD-4715-4301-979B-0CEBFD3D1244}" dt="2025-08-20T07:58:05.826" v="516" actId="26606"/>
          <ac:spMkLst>
            <pc:docMk/>
            <pc:sldMk cId="3760817941" sldId="260"/>
            <ac:spMk id="4" creationId="{F7F1153B-0995-CEA4-31CC-D1F1E6076E16}"/>
          </ac:spMkLst>
        </pc:spChg>
        <pc:spChg chg="add del">
          <ac:chgData name="mukul maheshwari" userId="12cb43e2ca5f0d2c" providerId="LiveId" clId="{771D35AD-4715-4301-979B-0CEBFD3D1244}" dt="2025-08-20T07:57:58.200" v="511" actId="26606"/>
          <ac:spMkLst>
            <pc:docMk/>
            <pc:sldMk cId="3760817941" sldId="260"/>
            <ac:spMk id="8" creationId="{F7F1153B-0995-CEA4-31CC-D1F1E6076E16}"/>
          </ac:spMkLst>
        </pc:spChg>
        <pc:spChg chg="add del">
          <ac:chgData name="mukul maheshwari" userId="12cb43e2ca5f0d2c" providerId="LiveId" clId="{771D35AD-4715-4301-979B-0CEBFD3D1244}" dt="2025-08-20T07:57:58.200" v="511" actId="26606"/>
          <ac:spMkLst>
            <pc:docMk/>
            <pc:sldMk cId="3760817941" sldId="260"/>
            <ac:spMk id="9" creationId="{09588DA8-065E-4F6F-8EFD-43104AB2E0CF}"/>
          </ac:spMkLst>
        </pc:spChg>
        <pc:spChg chg="add del">
          <ac:chgData name="mukul maheshwari" userId="12cb43e2ca5f0d2c" providerId="LiveId" clId="{771D35AD-4715-4301-979B-0CEBFD3D1244}" dt="2025-08-20T07:57:58.200" v="511" actId="26606"/>
          <ac:spMkLst>
            <pc:docMk/>
            <pc:sldMk cId="3760817941" sldId="260"/>
            <ac:spMk id="11" creationId="{C4285719-470E-454C-AF62-8323075F1F5B}"/>
          </ac:spMkLst>
        </pc:spChg>
        <pc:spChg chg="add del">
          <ac:chgData name="mukul maheshwari" userId="12cb43e2ca5f0d2c" providerId="LiveId" clId="{771D35AD-4715-4301-979B-0CEBFD3D1244}" dt="2025-08-20T07:57:58.200" v="511" actId="26606"/>
          <ac:spMkLst>
            <pc:docMk/>
            <pc:sldMk cId="3760817941" sldId="260"/>
            <ac:spMk id="13" creationId="{CD9FE4EF-C4D8-49A0-B2FF-81D8DB7D8A24}"/>
          </ac:spMkLst>
        </pc:spChg>
        <pc:spChg chg="add del">
          <ac:chgData name="mukul maheshwari" userId="12cb43e2ca5f0d2c" providerId="LiveId" clId="{771D35AD-4715-4301-979B-0CEBFD3D1244}" dt="2025-08-20T07:57:58.200" v="511" actId="26606"/>
          <ac:spMkLst>
            <pc:docMk/>
            <pc:sldMk cId="3760817941" sldId="260"/>
            <ac:spMk id="15" creationId="{4300840D-0A0B-4512-BACA-B439D5B9C57C}"/>
          </ac:spMkLst>
        </pc:spChg>
        <pc:spChg chg="add del">
          <ac:chgData name="mukul maheshwari" userId="12cb43e2ca5f0d2c" providerId="LiveId" clId="{771D35AD-4715-4301-979B-0CEBFD3D1244}" dt="2025-08-20T07:57:58.200" v="511" actId="26606"/>
          <ac:spMkLst>
            <pc:docMk/>
            <pc:sldMk cId="3760817941" sldId="260"/>
            <ac:spMk id="17" creationId="{D2B78728-A580-49A7-84F9-6EF6F583ADE0}"/>
          </ac:spMkLst>
        </pc:spChg>
        <pc:spChg chg="add del">
          <ac:chgData name="mukul maheshwari" userId="12cb43e2ca5f0d2c" providerId="LiveId" clId="{771D35AD-4715-4301-979B-0CEBFD3D1244}" dt="2025-08-20T07:57:58.200" v="511" actId="26606"/>
          <ac:spMkLst>
            <pc:docMk/>
            <pc:sldMk cId="3760817941" sldId="260"/>
            <ac:spMk id="19" creationId="{38FAA1A1-D861-433F-88FA-1E9D6FD31D11}"/>
          </ac:spMkLst>
        </pc:spChg>
        <pc:spChg chg="add del">
          <ac:chgData name="mukul maheshwari" userId="12cb43e2ca5f0d2c" providerId="LiveId" clId="{771D35AD-4715-4301-979B-0CEBFD3D1244}" dt="2025-08-20T07:57:58.200" v="511" actId="26606"/>
          <ac:spMkLst>
            <pc:docMk/>
            <pc:sldMk cId="3760817941" sldId="260"/>
            <ac:spMk id="21" creationId="{8D71EDA1-87BF-4D5D-AB79-F346FD19278A}"/>
          </ac:spMkLst>
        </pc:spChg>
        <pc:spChg chg="add del">
          <ac:chgData name="mukul maheshwari" userId="12cb43e2ca5f0d2c" providerId="LiveId" clId="{771D35AD-4715-4301-979B-0CEBFD3D1244}" dt="2025-08-20T07:58:00.384" v="513" actId="26606"/>
          <ac:spMkLst>
            <pc:docMk/>
            <pc:sldMk cId="3760817941" sldId="260"/>
            <ac:spMk id="23" creationId="{1C799903-48D5-4A31-A1A2-541072D9771E}"/>
          </ac:spMkLst>
        </pc:spChg>
        <pc:spChg chg="add del">
          <ac:chgData name="mukul maheshwari" userId="12cb43e2ca5f0d2c" providerId="LiveId" clId="{771D35AD-4715-4301-979B-0CEBFD3D1244}" dt="2025-08-20T07:58:00.384" v="513" actId="26606"/>
          <ac:spMkLst>
            <pc:docMk/>
            <pc:sldMk cId="3760817941" sldId="260"/>
            <ac:spMk id="24" creationId="{8EFFF109-FC58-4FD3-BE05-9775A1310F55}"/>
          </ac:spMkLst>
        </pc:spChg>
        <pc:spChg chg="add del">
          <ac:chgData name="mukul maheshwari" userId="12cb43e2ca5f0d2c" providerId="LiveId" clId="{771D35AD-4715-4301-979B-0CEBFD3D1244}" dt="2025-08-20T07:58:00.384" v="513" actId="26606"/>
          <ac:spMkLst>
            <pc:docMk/>
            <pc:sldMk cId="3760817941" sldId="260"/>
            <ac:spMk id="25" creationId="{E1B96AD6-92A9-4273-A62B-96A1C3E0BA95}"/>
          </ac:spMkLst>
        </pc:spChg>
        <pc:spChg chg="add del">
          <ac:chgData name="mukul maheshwari" userId="12cb43e2ca5f0d2c" providerId="LiveId" clId="{771D35AD-4715-4301-979B-0CEBFD3D1244}" dt="2025-08-20T07:58:00.384" v="513" actId="26606"/>
          <ac:spMkLst>
            <pc:docMk/>
            <pc:sldMk cId="3760817941" sldId="260"/>
            <ac:spMk id="26" creationId="{463EEC44-1BA3-44ED-81FC-A644B04B2A44}"/>
          </ac:spMkLst>
        </pc:spChg>
        <pc:spChg chg="add del">
          <ac:chgData name="mukul maheshwari" userId="12cb43e2ca5f0d2c" providerId="LiveId" clId="{771D35AD-4715-4301-979B-0CEBFD3D1244}" dt="2025-08-20T07:58:00.384" v="513" actId="26606"/>
          <ac:spMkLst>
            <pc:docMk/>
            <pc:sldMk cId="3760817941" sldId="260"/>
            <ac:spMk id="27" creationId="{F7F1153B-0995-CEA4-31CC-D1F1E6076E16}"/>
          </ac:spMkLst>
        </pc:spChg>
        <pc:spChg chg="add del">
          <ac:chgData name="mukul maheshwari" userId="12cb43e2ca5f0d2c" providerId="LiveId" clId="{771D35AD-4715-4301-979B-0CEBFD3D1244}" dt="2025-08-20T07:58:05.809" v="515" actId="26606"/>
          <ac:spMkLst>
            <pc:docMk/>
            <pc:sldMk cId="3760817941" sldId="260"/>
            <ac:spMk id="29" creationId="{EDDBB197-D710-4A4F-A9CA-FD2177498BE8}"/>
          </ac:spMkLst>
        </pc:spChg>
        <pc:spChg chg="add del">
          <ac:chgData name="mukul maheshwari" userId="12cb43e2ca5f0d2c" providerId="LiveId" clId="{771D35AD-4715-4301-979B-0CEBFD3D1244}" dt="2025-08-20T07:58:05.809" v="515" actId="26606"/>
          <ac:spMkLst>
            <pc:docMk/>
            <pc:sldMk cId="3760817941" sldId="260"/>
            <ac:spMk id="30" creationId="{975D1CFA-2CDB-4B64-BD9F-85744E8DA12F}"/>
          </ac:spMkLst>
        </pc:spChg>
        <pc:spChg chg="add del">
          <ac:chgData name="mukul maheshwari" userId="12cb43e2ca5f0d2c" providerId="LiveId" clId="{771D35AD-4715-4301-979B-0CEBFD3D1244}" dt="2025-08-20T07:58:05.809" v="515" actId="26606"/>
          <ac:spMkLst>
            <pc:docMk/>
            <pc:sldMk cId="3760817941" sldId="260"/>
            <ac:spMk id="31" creationId="{F7F1153B-0995-CEA4-31CC-D1F1E6076E16}"/>
          </ac:spMkLst>
        </pc:spChg>
        <pc:spChg chg="add">
          <ac:chgData name="mukul maheshwari" userId="12cb43e2ca5f0d2c" providerId="LiveId" clId="{771D35AD-4715-4301-979B-0CEBFD3D1244}" dt="2025-08-20T07:58:05.826" v="516" actId="26606"/>
          <ac:spMkLst>
            <pc:docMk/>
            <pc:sldMk cId="3760817941" sldId="260"/>
            <ac:spMk id="37" creationId="{907EF6B7-1338-4443-8C46-6A318D952DFD}"/>
          </ac:spMkLst>
        </pc:spChg>
        <pc:spChg chg="add">
          <ac:chgData name="mukul maheshwari" userId="12cb43e2ca5f0d2c" providerId="LiveId" clId="{771D35AD-4715-4301-979B-0CEBFD3D1244}" dt="2025-08-20T07:58:05.826" v="516" actId="26606"/>
          <ac:spMkLst>
            <pc:docMk/>
            <pc:sldMk cId="3760817941" sldId="260"/>
            <ac:spMk id="38" creationId="{DAAE4CDD-124C-4DCF-9584-B6033B545DD5}"/>
          </ac:spMkLst>
        </pc:spChg>
        <pc:spChg chg="add">
          <ac:chgData name="mukul maheshwari" userId="12cb43e2ca5f0d2c" providerId="LiveId" clId="{771D35AD-4715-4301-979B-0CEBFD3D1244}" dt="2025-08-20T07:58:05.826" v="516" actId="26606"/>
          <ac:spMkLst>
            <pc:docMk/>
            <pc:sldMk cId="3760817941" sldId="260"/>
            <ac:spMk id="39" creationId="{081E4A58-353D-44AE-B2FC-2A74E2E400F7}"/>
          </ac:spMkLst>
        </pc:spChg>
        <pc:spChg chg="add mod">
          <ac:chgData name="mukul maheshwari" userId="12cb43e2ca5f0d2c" providerId="LiveId" clId="{771D35AD-4715-4301-979B-0CEBFD3D1244}" dt="2025-08-20T20:45:43.071" v="2387" actId="20577"/>
          <ac:spMkLst>
            <pc:docMk/>
            <pc:sldMk cId="3760817941" sldId="260"/>
            <ac:spMk id="40" creationId="{F7F1153B-0995-CEA4-31CC-D1F1E6076E16}"/>
          </ac:spMkLst>
        </pc:spChg>
        <pc:grpChg chg="add del">
          <ac:chgData name="mukul maheshwari" userId="12cb43e2ca5f0d2c" providerId="LiveId" clId="{771D35AD-4715-4301-979B-0CEBFD3D1244}" dt="2025-08-20T07:58:05.809" v="515" actId="26606"/>
          <ac:grpSpMkLst>
            <pc:docMk/>
            <pc:sldMk cId="3760817941" sldId="260"/>
            <ac:grpSpMk id="32" creationId="{25EE5136-01F1-466C-962D-BA9B4C6757AA}"/>
          </ac:grpSpMkLst>
        </pc:grpChg>
        <pc:graphicFrameChg chg="add del">
          <ac:chgData name="mukul maheshwari" userId="12cb43e2ca5f0d2c" providerId="LiveId" clId="{771D35AD-4715-4301-979B-0CEBFD3D1244}" dt="2025-08-20T07:57:55.727" v="509" actId="26606"/>
          <ac:graphicFrameMkLst>
            <pc:docMk/>
            <pc:sldMk cId="3760817941" sldId="260"/>
            <ac:graphicFrameMk id="6" creationId="{EFAB8A79-F7FD-5752-BE00-987DD5BAA00E}"/>
          </ac:graphicFrameMkLst>
        </pc:graphicFrameChg>
        <pc:picChg chg="add del">
          <ac:chgData name="mukul maheshwari" userId="12cb43e2ca5f0d2c" providerId="LiveId" clId="{771D35AD-4715-4301-979B-0CEBFD3D1244}" dt="2025-08-20T07:58:05.809" v="515" actId="26606"/>
          <ac:picMkLst>
            <pc:docMk/>
            <pc:sldMk cId="3760817941" sldId="260"/>
            <ac:picMk id="35" creationId="{7458BEDC-4B17-5754-3AB6-A3EFCCB5EF61}"/>
          </ac:picMkLst>
        </pc:picChg>
      </pc:sldChg>
      <pc:sldChg chg="addSp delSp modSp mod modClrScheme chgLayout">
        <pc:chgData name="mukul maheshwari" userId="12cb43e2ca5f0d2c" providerId="LiveId" clId="{771D35AD-4715-4301-979B-0CEBFD3D1244}" dt="2025-08-20T07:59:46.724" v="553" actId="20577"/>
        <pc:sldMkLst>
          <pc:docMk/>
          <pc:sldMk cId="3139735082" sldId="261"/>
        </pc:sldMkLst>
        <pc:spChg chg="add mod ord">
          <ac:chgData name="mukul maheshwari" userId="12cb43e2ca5f0d2c" providerId="LiveId" clId="{771D35AD-4715-4301-979B-0CEBFD3D1244}" dt="2025-08-20T07:59:32.283" v="536" actId="700"/>
          <ac:spMkLst>
            <pc:docMk/>
            <pc:sldMk cId="3139735082" sldId="261"/>
            <ac:spMk id="2" creationId="{8854AF36-62EA-D51E-E1F3-9EFF712D6BD3}"/>
          </ac:spMkLst>
        </pc:spChg>
        <pc:spChg chg="del">
          <ac:chgData name="mukul maheshwari" userId="12cb43e2ca5f0d2c" providerId="LiveId" clId="{771D35AD-4715-4301-979B-0CEBFD3D1244}" dt="2025-08-20T07:59:24.037" v="535" actId="478"/>
          <ac:spMkLst>
            <pc:docMk/>
            <pc:sldMk cId="3139735082" sldId="261"/>
            <ac:spMk id="3" creationId="{CBA1846B-DCF8-ED14-8A24-4E6675F8FEF0}"/>
          </ac:spMkLst>
        </pc:spChg>
        <pc:spChg chg="add del mod ord">
          <ac:chgData name="mukul maheshwari" userId="12cb43e2ca5f0d2c" providerId="LiveId" clId="{771D35AD-4715-4301-979B-0CEBFD3D1244}" dt="2025-08-20T07:59:17.664" v="534" actId="478"/>
          <ac:spMkLst>
            <pc:docMk/>
            <pc:sldMk cId="3139735082" sldId="261"/>
            <ac:spMk id="4" creationId="{730BA4B4-E2E5-4C5B-7DCB-F1ABB8CDA3CD}"/>
          </ac:spMkLst>
        </pc:spChg>
        <pc:spChg chg="add mod ord">
          <ac:chgData name="mukul maheshwari" userId="12cb43e2ca5f0d2c" providerId="LiveId" clId="{771D35AD-4715-4301-979B-0CEBFD3D1244}" dt="2025-08-20T07:59:46.724" v="553" actId="20577"/>
          <ac:spMkLst>
            <pc:docMk/>
            <pc:sldMk cId="3139735082" sldId="261"/>
            <ac:spMk id="5" creationId="{1838015C-4CCC-965F-DD6A-6DFBD36414F3}"/>
          </ac:spMkLst>
        </pc:spChg>
      </pc:sldChg>
      <pc:sldChg chg="addSp delSp modSp mod modClrScheme chgLayout">
        <pc:chgData name="mukul maheshwari" userId="12cb43e2ca5f0d2c" providerId="LiveId" clId="{771D35AD-4715-4301-979B-0CEBFD3D1244}" dt="2025-08-20T20:46:53.314" v="2390" actId="27636"/>
        <pc:sldMkLst>
          <pc:docMk/>
          <pc:sldMk cId="86605215" sldId="262"/>
        </pc:sldMkLst>
        <pc:spChg chg="add mod ord">
          <ac:chgData name="mukul maheshwari" userId="12cb43e2ca5f0d2c" providerId="LiveId" clId="{771D35AD-4715-4301-979B-0CEBFD3D1244}" dt="2025-08-20T08:00:22.181" v="584" actId="20577"/>
          <ac:spMkLst>
            <pc:docMk/>
            <pc:sldMk cId="86605215" sldId="262"/>
            <ac:spMk id="2" creationId="{221B2D07-7069-CD0E-E08F-D392DCA3CB89}"/>
          </ac:spMkLst>
        </pc:spChg>
        <pc:spChg chg="del">
          <ac:chgData name="mukul maheshwari" userId="12cb43e2ca5f0d2c" providerId="LiveId" clId="{771D35AD-4715-4301-979B-0CEBFD3D1244}" dt="2025-08-20T08:00:37.866" v="588" actId="478"/>
          <ac:spMkLst>
            <pc:docMk/>
            <pc:sldMk cId="86605215" sldId="262"/>
            <ac:spMk id="3" creationId="{4EF908F0-BF3D-05B4-260F-8D501017CDB2}"/>
          </ac:spMkLst>
        </pc:spChg>
        <pc:spChg chg="add mod ord">
          <ac:chgData name="mukul maheshwari" userId="12cb43e2ca5f0d2c" providerId="LiveId" clId="{771D35AD-4715-4301-979B-0CEBFD3D1244}" dt="2025-08-20T20:46:53.314" v="2390" actId="27636"/>
          <ac:spMkLst>
            <pc:docMk/>
            <pc:sldMk cId="86605215" sldId="262"/>
            <ac:spMk id="4" creationId="{880D3F77-3275-9D08-E531-09B4F5E6E314}"/>
          </ac:spMkLst>
        </pc:spChg>
      </pc:sldChg>
      <pc:sldChg chg="addSp delSp modSp mod modClrScheme chgLayout">
        <pc:chgData name="mukul maheshwari" userId="12cb43e2ca5f0d2c" providerId="LiveId" clId="{771D35AD-4715-4301-979B-0CEBFD3D1244}" dt="2025-08-20T08:01:31.805" v="628" actId="27636"/>
        <pc:sldMkLst>
          <pc:docMk/>
          <pc:sldMk cId="86428885" sldId="263"/>
        </pc:sldMkLst>
        <pc:spChg chg="add mod">
          <ac:chgData name="mukul maheshwari" userId="12cb43e2ca5f0d2c" providerId="LiveId" clId="{771D35AD-4715-4301-979B-0CEBFD3D1244}" dt="2025-08-20T08:01:24.493" v="626" actId="20577"/>
          <ac:spMkLst>
            <pc:docMk/>
            <pc:sldMk cId="86428885" sldId="263"/>
            <ac:spMk id="2" creationId="{B767DC7E-21F1-0646-ECFB-3EA7EA7A3C56}"/>
          </ac:spMkLst>
        </pc:spChg>
        <pc:spChg chg="del">
          <ac:chgData name="mukul maheshwari" userId="12cb43e2ca5f0d2c" providerId="LiveId" clId="{771D35AD-4715-4301-979B-0CEBFD3D1244}" dt="2025-08-20T08:00:49.891" v="590" actId="478"/>
          <ac:spMkLst>
            <pc:docMk/>
            <pc:sldMk cId="86428885" sldId="263"/>
            <ac:spMk id="3" creationId="{750032D6-21BC-2E9C-7F80-DCD313B73481}"/>
          </ac:spMkLst>
        </pc:spChg>
        <pc:spChg chg="add mod">
          <ac:chgData name="mukul maheshwari" userId="12cb43e2ca5f0d2c" providerId="LiveId" clId="{771D35AD-4715-4301-979B-0CEBFD3D1244}" dt="2025-08-20T08:01:31.805" v="628" actId="27636"/>
          <ac:spMkLst>
            <pc:docMk/>
            <pc:sldMk cId="86428885" sldId="263"/>
            <ac:spMk id="4" creationId="{A05C2215-BCE0-9614-0338-13B25FF3F6B4}"/>
          </ac:spMkLst>
        </pc:spChg>
      </pc:sldChg>
      <pc:sldChg chg="addSp delSp modSp mod modClrScheme chgLayout">
        <pc:chgData name="mukul maheshwari" userId="12cb43e2ca5f0d2c" providerId="LiveId" clId="{771D35AD-4715-4301-979B-0CEBFD3D1244}" dt="2025-08-20T20:49:31.545" v="2420" actId="403"/>
        <pc:sldMkLst>
          <pc:docMk/>
          <pc:sldMk cId="1113506364" sldId="264"/>
        </pc:sldMkLst>
        <pc:spChg chg="add mod ord">
          <ac:chgData name="mukul maheshwari" userId="12cb43e2ca5f0d2c" providerId="LiveId" clId="{771D35AD-4715-4301-979B-0CEBFD3D1244}" dt="2025-08-20T08:02:50.695" v="662" actId="20577"/>
          <ac:spMkLst>
            <pc:docMk/>
            <pc:sldMk cId="1113506364" sldId="264"/>
            <ac:spMk id="2" creationId="{2503F7BC-C3A9-4F93-0264-866C34A04917}"/>
          </ac:spMkLst>
        </pc:spChg>
        <pc:spChg chg="add del">
          <ac:chgData name="mukul maheshwari" userId="12cb43e2ca5f0d2c" providerId="LiveId" clId="{771D35AD-4715-4301-979B-0CEBFD3D1244}" dt="2025-08-20T08:02:50.399" v="661" actId="478"/>
          <ac:spMkLst>
            <pc:docMk/>
            <pc:sldMk cId="1113506364" sldId="264"/>
            <ac:spMk id="3" creationId="{6BEF0363-1591-AF98-7CCA-23490A1586AD}"/>
          </ac:spMkLst>
        </pc:spChg>
        <pc:spChg chg="add del mod ord">
          <ac:chgData name="mukul maheshwari" userId="12cb43e2ca5f0d2c" providerId="LiveId" clId="{771D35AD-4715-4301-979B-0CEBFD3D1244}" dt="2025-08-20T08:02:35.585" v="658"/>
          <ac:spMkLst>
            <pc:docMk/>
            <pc:sldMk cId="1113506364" sldId="264"/>
            <ac:spMk id="4" creationId="{A30A2B38-6194-48A0-3B61-B3536618C6EE}"/>
          </ac:spMkLst>
        </pc:spChg>
        <pc:graphicFrameChg chg="mod modGraphic">
          <ac:chgData name="mukul maheshwari" userId="12cb43e2ca5f0d2c" providerId="LiveId" clId="{771D35AD-4715-4301-979B-0CEBFD3D1244}" dt="2025-08-20T20:49:31.545" v="2420" actId="403"/>
          <ac:graphicFrameMkLst>
            <pc:docMk/>
            <pc:sldMk cId="1113506364" sldId="264"/>
            <ac:graphicFrameMk id="6" creationId="{A109A767-50F7-7DEC-BA4C-A2AF192F4D3F}"/>
          </ac:graphicFrameMkLst>
        </pc:graphicFrameChg>
      </pc:sldChg>
      <pc:sldChg chg="del">
        <pc:chgData name="mukul maheshwari" userId="12cb43e2ca5f0d2c" providerId="LiveId" clId="{771D35AD-4715-4301-979B-0CEBFD3D1244}" dt="2025-08-20T08:03:19.352" v="671" actId="47"/>
        <pc:sldMkLst>
          <pc:docMk/>
          <pc:sldMk cId="1351730671" sldId="265"/>
        </pc:sldMkLst>
      </pc:sldChg>
      <pc:sldChg chg="addSp delSp modSp mod modClrScheme chgLayout">
        <pc:chgData name="mukul maheshwari" userId="12cb43e2ca5f0d2c" providerId="LiveId" clId="{771D35AD-4715-4301-979B-0CEBFD3D1244}" dt="2025-08-20T08:04:23.914" v="682" actId="20577"/>
        <pc:sldMkLst>
          <pc:docMk/>
          <pc:sldMk cId="1519563444" sldId="266"/>
        </pc:sldMkLst>
        <pc:spChg chg="add mod ord">
          <ac:chgData name="mukul maheshwari" userId="12cb43e2ca5f0d2c" providerId="LiveId" clId="{771D35AD-4715-4301-979B-0CEBFD3D1244}" dt="2025-08-20T08:03:51.650" v="673"/>
          <ac:spMkLst>
            <pc:docMk/>
            <pc:sldMk cId="1519563444" sldId="266"/>
            <ac:spMk id="2" creationId="{E322DBE7-AC4E-E224-CEA6-C8FA6DB832F3}"/>
          </ac:spMkLst>
        </pc:spChg>
        <pc:spChg chg="add mod ord">
          <ac:chgData name="mukul maheshwari" userId="12cb43e2ca5f0d2c" providerId="LiveId" clId="{771D35AD-4715-4301-979B-0CEBFD3D1244}" dt="2025-08-20T08:04:23.914" v="682" actId="20577"/>
          <ac:spMkLst>
            <pc:docMk/>
            <pc:sldMk cId="1519563444" sldId="266"/>
            <ac:spMk id="3" creationId="{527EC2B0-532C-F694-10EC-8CBBBCFE2A7F}"/>
          </ac:spMkLst>
        </pc:spChg>
        <pc:spChg chg="del mod">
          <ac:chgData name="mukul maheshwari" userId="12cb43e2ca5f0d2c" providerId="LiveId" clId="{771D35AD-4715-4301-979B-0CEBFD3D1244}" dt="2025-08-20T08:04:08.743" v="677" actId="478"/>
          <ac:spMkLst>
            <pc:docMk/>
            <pc:sldMk cId="1519563444" sldId="266"/>
            <ac:spMk id="5" creationId="{5EE7736C-79C9-0199-A59A-D7EBBBD03F0A}"/>
          </ac:spMkLst>
        </pc:spChg>
      </pc:sldChg>
      <pc:sldChg chg="addSp delSp modSp mod modClrScheme chgLayout">
        <pc:chgData name="mukul maheshwari" userId="12cb43e2ca5f0d2c" providerId="LiveId" clId="{771D35AD-4715-4301-979B-0CEBFD3D1244}" dt="2025-08-20T20:55:48.822" v="2503" actId="1076"/>
        <pc:sldMkLst>
          <pc:docMk/>
          <pc:sldMk cId="361438764" sldId="267"/>
        </pc:sldMkLst>
        <pc:spChg chg="add mod ord">
          <ac:chgData name="mukul maheshwari" userId="12cb43e2ca5f0d2c" providerId="LiveId" clId="{771D35AD-4715-4301-979B-0CEBFD3D1244}" dt="2025-08-20T08:04:45.954" v="705" actId="20577"/>
          <ac:spMkLst>
            <pc:docMk/>
            <pc:sldMk cId="361438764" sldId="267"/>
            <ac:spMk id="2" creationId="{9E93E9CF-EDD8-59BD-DCB0-DA4855873C86}"/>
          </ac:spMkLst>
        </pc:spChg>
        <pc:spChg chg="del">
          <ac:chgData name="mukul maheshwari" userId="12cb43e2ca5f0d2c" providerId="LiveId" clId="{771D35AD-4715-4301-979B-0CEBFD3D1244}" dt="2025-08-20T08:05:00.236" v="707" actId="478"/>
          <ac:spMkLst>
            <pc:docMk/>
            <pc:sldMk cId="361438764" sldId="267"/>
            <ac:spMk id="3" creationId="{D7811F75-074D-6488-E39B-D2CD78C930CF}"/>
          </ac:spMkLst>
        </pc:spChg>
        <pc:spChg chg="add mod ord">
          <ac:chgData name="mukul maheshwari" userId="12cb43e2ca5f0d2c" providerId="LiveId" clId="{771D35AD-4715-4301-979B-0CEBFD3D1244}" dt="2025-08-20T20:54:59.734" v="2493" actId="20577"/>
          <ac:spMkLst>
            <pc:docMk/>
            <pc:sldMk cId="361438764" sldId="267"/>
            <ac:spMk id="4" creationId="{A2227985-5344-80C7-DB9A-51C201AA6CAF}"/>
          </ac:spMkLst>
        </pc:spChg>
        <pc:spChg chg="add del">
          <ac:chgData name="mukul maheshwari" userId="12cb43e2ca5f0d2c" providerId="LiveId" clId="{771D35AD-4715-4301-979B-0CEBFD3D1244}" dt="2025-08-20T20:55:06.067" v="2495" actId="22"/>
          <ac:spMkLst>
            <pc:docMk/>
            <pc:sldMk cId="361438764" sldId="267"/>
            <ac:spMk id="5" creationId="{06D35FD9-6DD0-54B9-5034-FFA4A0E162E6}"/>
          </ac:spMkLst>
        </pc:spChg>
        <pc:spChg chg="add mod">
          <ac:chgData name="mukul maheshwari" userId="12cb43e2ca5f0d2c" providerId="LiveId" clId="{771D35AD-4715-4301-979B-0CEBFD3D1244}" dt="2025-08-20T20:55:48.822" v="2503" actId="1076"/>
          <ac:spMkLst>
            <pc:docMk/>
            <pc:sldMk cId="361438764" sldId="267"/>
            <ac:spMk id="7" creationId="{A73B7210-5B57-1AF1-AF8E-A3493A49E504}"/>
          </ac:spMkLst>
        </pc:spChg>
      </pc:sldChg>
      <pc:sldChg chg="del">
        <pc:chgData name="mukul maheshwari" userId="12cb43e2ca5f0d2c" providerId="LiveId" clId="{771D35AD-4715-4301-979B-0CEBFD3D1244}" dt="2025-08-20T08:07:08.708" v="759" actId="47"/>
        <pc:sldMkLst>
          <pc:docMk/>
          <pc:sldMk cId="2948027908" sldId="268"/>
        </pc:sldMkLst>
      </pc:sldChg>
      <pc:sldChg chg="del">
        <pc:chgData name="mukul maheshwari" userId="12cb43e2ca5f0d2c" providerId="LiveId" clId="{771D35AD-4715-4301-979B-0CEBFD3D1244}" dt="2025-08-20T08:10:48.394" v="818" actId="47"/>
        <pc:sldMkLst>
          <pc:docMk/>
          <pc:sldMk cId="2174553852" sldId="269"/>
        </pc:sldMkLst>
      </pc:sldChg>
      <pc:sldChg chg="del">
        <pc:chgData name="mukul maheshwari" userId="12cb43e2ca5f0d2c" providerId="LiveId" clId="{771D35AD-4715-4301-979B-0CEBFD3D1244}" dt="2025-08-20T08:10:49.810" v="819" actId="47"/>
        <pc:sldMkLst>
          <pc:docMk/>
          <pc:sldMk cId="618773317" sldId="270"/>
        </pc:sldMkLst>
      </pc:sldChg>
      <pc:sldChg chg="del">
        <pc:chgData name="mukul maheshwari" userId="12cb43e2ca5f0d2c" providerId="LiveId" clId="{771D35AD-4715-4301-979B-0CEBFD3D1244}" dt="2025-08-20T08:10:53.832" v="820" actId="47"/>
        <pc:sldMkLst>
          <pc:docMk/>
          <pc:sldMk cId="81452902" sldId="271"/>
        </pc:sldMkLst>
      </pc:sldChg>
      <pc:sldChg chg="del">
        <pc:chgData name="mukul maheshwari" userId="12cb43e2ca5f0d2c" providerId="LiveId" clId="{771D35AD-4715-4301-979B-0CEBFD3D1244}" dt="2025-08-20T08:12:01.055" v="827" actId="47"/>
        <pc:sldMkLst>
          <pc:docMk/>
          <pc:sldMk cId="4026150092" sldId="272"/>
        </pc:sldMkLst>
      </pc:sldChg>
      <pc:sldChg chg="del">
        <pc:chgData name="mukul maheshwari" userId="12cb43e2ca5f0d2c" providerId="LiveId" clId="{771D35AD-4715-4301-979B-0CEBFD3D1244}" dt="2025-08-20T08:12:06.059" v="828" actId="47"/>
        <pc:sldMkLst>
          <pc:docMk/>
          <pc:sldMk cId="1831733189" sldId="273"/>
        </pc:sldMkLst>
      </pc:sldChg>
      <pc:sldChg chg="del">
        <pc:chgData name="mukul maheshwari" userId="12cb43e2ca5f0d2c" providerId="LiveId" clId="{771D35AD-4715-4301-979B-0CEBFD3D1244}" dt="2025-08-20T08:13:30.359" v="869" actId="47"/>
        <pc:sldMkLst>
          <pc:docMk/>
          <pc:sldMk cId="2082752407" sldId="274"/>
        </pc:sldMkLst>
      </pc:sldChg>
      <pc:sldChg chg="del">
        <pc:chgData name="mukul maheshwari" userId="12cb43e2ca5f0d2c" providerId="LiveId" clId="{771D35AD-4715-4301-979B-0CEBFD3D1244}" dt="2025-08-20T08:13:37.091" v="870" actId="47"/>
        <pc:sldMkLst>
          <pc:docMk/>
          <pc:sldMk cId="3494379466" sldId="275"/>
        </pc:sldMkLst>
      </pc:sldChg>
      <pc:sldChg chg="addSp delSp modSp mod modClrScheme chgLayout">
        <pc:chgData name="mukul maheshwari" userId="12cb43e2ca5f0d2c" providerId="LiveId" clId="{771D35AD-4715-4301-979B-0CEBFD3D1244}" dt="2025-08-20T15:20:50.758" v="1186" actId="27636"/>
        <pc:sldMkLst>
          <pc:docMk/>
          <pc:sldMk cId="2635437362" sldId="276"/>
        </pc:sldMkLst>
        <pc:spChg chg="add mod">
          <ac:chgData name="mukul maheshwari" userId="12cb43e2ca5f0d2c" providerId="LiveId" clId="{771D35AD-4715-4301-979B-0CEBFD3D1244}" dt="2025-08-20T08:16:13.820" v="874" actId="20577"/>
          <ac:spMkLst>
            <pc:docMk/>
            <pc:sldMk cId="2635437362" sldId="276"/>
            <ac:spMk id="2" creationId="{D2862C4C-C38F-F8C7-7B88-362D9A62BA42}"/>
          </ac:spMkLst>
        </pc:spChg>
        <pc:spChg chg="add mod">
          <ac:chgData name="mukul maheshwari" userId="12cb43e2ca5f0d2c" providerId="LiveId" clId="{771D35AD-4715-4301-979B-0CEBFD3D1244}" dt="2025-08-20T15:20:50.758" v="1186" actId="27636"/>
          <ac:spMkLst>
            <pc:docMk/>
            <pc:sldMk cId="2635437362" sldId="276"/>
            <ac:spMk id="4" creationId="{9F2D8C1E-C13B-AE52-0740-F47A25C7EB61}"/>
          </ac:spMkLst>
        </pc:spChg>
        <pc:picChg chg="del">
          <ac:chgData name="mukul maheshwari" userId="12cb43e2ca5f0d2c" providerId="LiveId" clId="{771D35AD-4715-4301-979B-0CEBFD3D1244}" dt="2025-08-20T08:14:58.951" v="871" actId="478"/>
          <ac:picMkLst>
            <pc:docMk/>
            <pc:sldMk cId="2635437362" sldId="276"/>
            <ac:picMk id="3" creationId="{D6B5E089-7DCC-1CD3-1101-0AA59BF29D65}"/>
          </ac:picMkLst>
        </pc:picChg>
      </pc:sldChg>
      <pc:sldChg chg="addSp delSp modSp mod modClrScheme chgLayout">
        <pc:chgData name="mukul maheshwari" userId="12cb43e2ca5f0d2c" providerId="LiveId" clId="{771D35AD-4715-4301-979B-0CEBFD3D1244}" dt="2025-08-20T15:27:23.844" v="1314" actId="27636"/>
        <pc:sldMkLst>
          <pc:docMk/>
          <pc:sldMk cId="460009776" sldId="277"/>
        </pc:sldMkLst>
        <pc:spChg chg="add mod ord">
          <ac:chgData name="mukul maheshwari" userId="12cb43e2ca5f0d2c" providerId="LiveId" clId="{771D35AD-4715-4301-979B-0CEBFD3D1244}" dt="2025-08-20T15:27:13.306" v="1311" actId="20577"/>
          <ac:spMkLst>
            <pc:docMk/>
            <pc:sldMk cId="460009776" sldId="277"/>
            <ac:spMk id="2" creationId="{B44D931C-0D65-9CFD-190E-4F9BE98B087E}"/>
          </ac:spMkLst>
        </pc:spChg>
        <pc:spChg chg="del">
          <ac:chgData name="mukul maheshwari" userId="12cb43e2ca5f0d2c" providerId="LiveId" clId="{771D35AD-4715-4301-979B-0CEBFD3D1244}" dt="2025-08-20T15:26:52.062" v="1285" actId="478"/>
          <ac:spMkLst>
            <pc:docMk/>
            <pc:sldMk cId="460009776" sldId="277"/>
            <ac:spMk id="3" creationId="{8E2C8F1C-AC8D-BC6B-230B-77C8D4BC7865}"/>
          </ac:spMkLst>
        </pc:spChg>
        <pc:spChg chg="add mod ord">
          <ac:chgData name="mukul maheshwari" userId="12cb43e2ca5f0d2c" providerId="LiveId" clId="{771D35AD-4715-4301-979B-0CEBFD3D1244}" dt="2025-08-20T15:27:23.844" v="1314" actId="27636"/>
          <ac:spMkLst>
            <pc:docMk/>
            <pc:sldMk cId="460009776" sldId="277"/>
            <ac:spMk id="4" creationId="{E7959BAE-CC3E-8B0F-23FC-D8A8B6A87D0F}"/>
          </ac:spMkLst>
        </pc:spChg>
      </pc:sldChg>
      <pc:sldChg chg="addSp delSp modSp mod modClrScheme chgLayout">
        <pc:chgData name="mukul maheshwari" userId="12cb43e2ca5f0d2c" providerId="LiveId" clId="{771D35AD-4715-4301-979B-0CEBFD3D1244}" dt="2025-08-20T15:28:54.920" v="1341" actId="15"/>
        <pc:sldMkLst>
          <pc:docMk/>
          <pc:sldMk cId="2233188789" sldId="278"/>
        </pc:sldMkLst>
        <pc:spChg chg="add mod ord">
          <ac:chgData name="mukul maheshwari" userId="12cb43e2ca5f0d2c" providerId="LiveId" clId="{771D35AD-4715-4301-979B-0CEBFD3D1244}" dt="2025-08-20T15:28:36.557" v="1339" actId="20577"/>
          <ac:spMkLst>
            <pc:docMk/>
            <pc:sldMk cId="2233188789" sldId="278"/>
            <ac:spMk id="2" creationId="{B38214E1-2013-1412-80E4-B63FA3830417}"/>
          </ac:spMkLst>
        </pc:spChg>
        <pc:spChg chg="del">
          <ac:chgData name="mukul maheshwari" userId="12cb43e2ca5f0d2c" providerId="LiveId" clId="{771D35AD-4715-4301-979B-0CEBFD3D1244}" dt="2025-08-20T15:28:23.324" v="1318" actId="478"/>
          <ac:spMkLst>
            <pc:docMk/>
            <pc:sldMk cId="2233188789" sldId="278"/>
            <ac:spMk id="3" creationId="{EF374ECA-2D95-8592-CAB0-5704DC1A066B}"/>
          </ac:spMkLst>
        </pc:spChg>
        <pc:spChg chg="add mod ord">
          <ac:chgData name="mukul maheshwari" userId="12cb43e2ca5f0d2c" providerId="LiveId" clId="{771D35AD-4715-4301-979B-0CEBFD3D1244}" dt="2025-08-20T15:28:54.920" v="1341" actId="15"/>
          <ac:spMkLst>
            <pc:docMk/>
            <pc:sldMk cId="2233188789" sldId="278"/>
            <ac:spMk id="4" creationId="{9C0264BF-B02E-83AA-9027-4C53A8FBEAE4}"/>
          </ac:spMkLst>
        </pc:spChg>
      </pc:sldChg>
      <pc:sldChg chg="del">
        <pc:chgData name="mukul maheshwari" userId="12cb43e2ca5f0d2c" providerId="LiveId" clId="{771D35AD-4715-4301-979B-0CEBFD3D1244}" dt="2025-08-20T18:58:52.949" v="1404" actId="47"/>
        <pc:sldMkLst>
          <pc:docMk/>
          <pc:sldMk cId="6103275" sldId="279"/>
        </pc:sldMkLst>
      </pc:sldChg>
      <pc:sldChg chg="del">
        <pc:chgData name="mukul maheshwari" userId="12cb43e2ca5f0d2c" providerId="LiveId" clId="{771D35AD-4715-4301-979B-0CEBFD3D1244}" dt="2025-08-20T19:08:27.980" v="1559" actId="47"/>
        <pc:sldMkLst>
          <pc:docMk/>
          <pc:sldMk cId="193318910" sldId="280"/>
        </pc:sldMkLst>
      </pc:sldChg>
      <pc:sldChg chg="del">
        <pc:chgData name="mukul maheshwari" userId="12cb43e2ca5f0d2c" providerId="LiveId" clId="{771D35AD-4715-4301-979B-0CEBFD3D1244}" dt="2025-08-20T19:08:30.775" v="1560" actId="47"/>
        <pc:sldMkLst>
          <pc:docMk/>
          <pc:sldMk cId="3500733303" sldId="281"/>
        </pc:sldMkLst>
      </pc:sldChg>
      <pc:sldChg chg="del">
        <pc:chgData name="mukul maheshwari" userId="12cb43e2ca5f0d2c" providerId="LiveId" clId="{771D35AD-4715-4301-979B-0CEBFD3D1244}" dt="2025-08-20T19:08:32.938" v="1561" actId="47"/>
        <pc:sldMkLst>
          <pc:docMk/>
          <pc:sldMk cId="3787106128" sldId="282"/>
        </pc:sldMkLst>
      </pc:sldChg>
      <pc:sldChg chg="addSp delSp modSp mod setBg modClrScheme chgLayout">
        <pc:chgData name="mukul maheshwari" userId="12cb43e2ca5f0d2c" providerId="LiveId" clId="{771D35AD-4715-4301-979B-0CEBFD3D1244}" dt="2025-08-20T19:41:16.105" v="2196" actId="26606"/>
        <pc:sldMkLst>
          <pc:docMk/>
          <pc:sldMk cId="834737332" sldId="283"/>
        </pc:sldMkLst>
        <pc:spChg chg="add mod ord">
          <ac:chgData name="mukul maheshwari" userId="12cb43e2ca5f0d2c" providerId="LiveId" clId="{771D35AD-4715-4301-979B-0CEBFD3D1244}" dt="2025-08-20T19:41:16.105" v="2196" actId="26606"/>
          <ac:spMkLst>
            <pc:docMk/>
            <pc:sldMk cId="834737332" sldId="283"/>
            <ac:spMk id="2" creationId="{15942C6D-C37E-3B42-B1BE-01AA8AEA2C74}"/>
          </ac:spMkLst>
        </pc:spChg>
        <pc:spChg chg="add del mod ord">
          <ac:chgData name="mukul maheshwari" userId="12cb43e2ca5f0d2c" providerId="LiveId" clId="{771D35AD-4715-4301-979B-0CEBFD3D1244}" dt="2025-08-20T19:33:05.718" v="2135"/>
          <ac:spMkLst>
            <pc:docMk/>
            <pc:sldMk cId="834737332" sldId="283"/>
            <ac:spMk id="4" creationId="{DCDF363D-0FC4-B1E0-C69D-1B92669D7F97}"/>
          </ac:spMkLst>
        </pc:spChg>
        <pc:spChg chg="add">
          <ac:chgData name="mukul maheshwari" userId="12cb43e2ca5f0d2c" providerId="LiveId" clId="{771D35AD-4715-4301-979B-0CEBFD3D1244}" dt="2025-08-20T19:41:16.105" v="2196" actId="26606"/>
          <ac:spMkLst>
            <pc:docMk/>
            <pc:sldMk cId="834737332" sldId="283"/>
            <ac:spMk id="10" creationId="{68AF5748-FED8-45BA-8631-26D1D10F3246}"/>
          </ac:spMkLst>
        </pc:spChg>
        <pc:spChg chg="add">
          <ac:chgData name="mukul maheshwari" userId="12cb43e2ca5f0d2c" providerId="LiveId" clId="{771D35AD-4715-4301-979B-0CEBFD3D1244}" dt="2025-08-20T19:41:16.105" v="2196" actId="26606"/>
          <ac:spMkLst>
            <pc:docMk/>
            <pc:sldMk cId="834737332" sldId="283"/>
            <ac:spMk id="12" creationId="{AF2F604E-43BE-4DC3-B983-E071523364F8}"/>
          </ac:spMkLst>
        </pc:spChg>
        <pc:spChg chg="add">
          <ac:chgData name="mukul maheshwari" userId="12cb43e2ca5f0d2c" providerId="LiveId" clId="{771D35AD-4715-4301-979B-0CEBFD3D1244}" dt="2025-08-20T19:41:16.105" v="2196" actId="26606"/>
          <ac:spMkLst>
            <pc:docMk/>
            <pc:sldMk cId="834737332" sldId="283"/>
            <ac:spMk id="14" creationId="{08C9B587-E65E-4B52-B37C-ABEBB6E87928}"/>
          </ac:spMkLst>
        </pc:spChg>
        <pc:graphicFrameChg chg="add mod">
          <ac:chgData name="mukul maheshwari" userId="12cb43e2ca5f0d2c" providerId="LiveId" clId="{771D35AD-4715-4301-979B-0CEBFD3D1244}" dt="2025-08-20T19:41:16.105" v="2196" actId="26606"/>
          <ac:graphicFrameMkLst>
            <pc:docMk/>
            <pc:sldMk cId="834737332" sldId="283"/>
            <ac:graphicFrameMk id="5" creationId="{A3B0473A-7E29-5989-018D-A4257F7B0314}"/>
          </ac:graphicFrameMkLst>
        </pc:graphicFrameChg>
        <pc:picChg chg="del">
          <ac:chgData name="mukul maheshwari" userId="12cb43e2ca5f0d2c" providerId="LiveId" clId="{771D35AD-4715-4301-979B-0CEBFD3D1244}" dt="2025-08-20T19:32:40.326" v="2099" actId="478"/>
          <ac:picMkLst>
            <pc:docMk/>
            <pc:sldMk cId="834737332" sldId="283"/>
            <ac:picMk id="3" creationId="{EAAB1D99-8DA0-1905-D070-3B40A6617E25}"/>
          </ac:picMkLst>
        </pc:picChg>
      </pc:sldChg>
      <pc:sldChg chg="del">
        <pc:chgData name="mukul maheshwari" userId="12cb43e2ca5f0d2c" providerId="LiveId" clId="{771D35AD-4715-4301-979B-0CEBFD3D1244}" dt="2025-08-20T19:33:15.571" v="2136" actId="47"/>
        <pc:sldMkLst>
          <pc:docMk/>
          <pc:sldMk cId="2595343350" sldId="284"/>
        </pc:sldMkLst>
      </pc:sldChg>
      <pc:sldChg chg="del">
        <pc:chgData name="mukul maheshwari" userId="12cb43e2ca5f0d2c" providerId="LiveId" clId="{771D35AD-4715-4301-979B-0CEBFD3D1244}" dt="2025-08-20T19:09:26.698" v="1562" actId="47"/>
        <pc:sldMkLst>
          <pc:docMk/>
          <pc:sldMk cId="4162416353" sldId="285"/>
        </pc:sldMkLst>
      </pc:sldChg>
      <pc:sldChg chg="del">
        <pc:chgData name="mukul maheshwari" userId="12cb43e2ca5f0d2c" providerId="LiveId" clId="{771D35AD-4715-4301-979B-0CEBFD3D1244}" dt="2025-08-20T19:09:28.160" v="1563" actId="47"/>
        <pc:sldMkLst>
          <pc:docMk/>
          <pc:sldMk cId="149636459" sldId="286"/>
        </pc:sldMkLst>
      </pc:sldChg>
      <pc:sldChg chg="del">
        <pc:chgData name="mukul maheshwari" userId="12cb43e2ca5f0d2c" providerId="LiveId" clId="{771D35AD-4715-4301-979B-0CEBFD3D1244}" dt="2025-08-20T19:09:28.799" v="1564" actId="47"/>
        <pc:sldMkLst>
          <pc:docMk/>
          <pc:sldMk cId="3097177817" sldId="287"/>
        </pc:sldMkLst>
      </pc:sldChg>
      <pc:sldChg chg="del">
        <pc:chgData name="mukul maheshwari" userId="12cb43e2ca5f0d2c" providerId="LiveId" clId="{771D35AD-4715-4301-979B-0CEBFD3D1244}" dt="2025-08-20T19:09:29.696" v="1565" actId="47"/>
        <pc:sldMkLst>
          <pc:docMk/>
          <pc:sldMk cId="2134153477" sldId="288"/>
        </pc:sldMkLst>
      </pc:sldChg>
      <pc:sldChg chg="del">
        <pc:chgData name="mukul maheshwari" userId="12cb43e2ca5f0d2c" providerId="LiveId" clId="{771D35AD-4715-4301-979B-0CEBFD3D1244}" dt="2025-08-20T19:09:30.652" v="1566" actId="47"/>
        <pc:sldMkLst>
          <pc:docMk/>
          <pc:sldMk cId="3704240773" sldId="289"/>
        </pc:sldMkLst>
      </pc:sldChg>
      <pc:sldChg chg="del">
        <pc:chgData name="mukul maheshwari" userId="12cb43e2ca5f0d2c" providerId="LiveId" clId="{771D35AD-4715-4301-979B-0CEBFD3D1244}" dt="2025-08-20T19:09:31.855" v="1567" actId="47"/>
        <pc:sldMkLst>
          <pc:docMk/>
          <pc:sldMk cId="3678852358" sldId="290"/>
        </pc:sldMkLst>
      </pc:sldChg>
      <pc:sldChg chg="addSp delSp modSp mod setBg modClrScheme chgLayout">
        <pc:chgData name="mukul maheshwari" userId="12cb43e2ca5f0d2c" providerId="LiveId" clId="{771D35AD-4715-4301-979B-0CEBFD3D1244}" dt="2025-08-20T21:19:40.338" v="2690" actId="26606"/>
        <pc:sldMkLst>
          <pc:docMk/>
          <pc:sldMk cId="837963545" sldId="291"/>
        </pc:sldMkLst>
        <pc:spChg chg="add mod">
          <ac:chgData name="mukul maheshwari" userId="12cb43e2ca5f0d2c" providerId="LiveId" clId="{771D35AD-4715-4301-979B-0CEBFD3D1244}" dt="2025-08-20T21:19:40.338" v="2690" actId="26606"/>
          <ac:spMkLst>
            <pc:docMk/>
            <pc:sldMk cId="837963545" sldId="291"/>
            <ac:spMk id="2" creationId="{502BB3C7-8291-411A-F27D-229C885BD3F4}"/>
          </ac:spMkLst>
        </pc:spChg>
        <pc:spChg chg="add del mod">
          <ac:chgData name="mukul maheshwari" userId="12cb43e2ca5f0d2c" providerId="LiveId" clId="{771D35AD-4715-4301-979B-0CEBFD3D1244}" dt="2025-08-20T21:19:40.338" v="2690" actId="26606"/>
          <ac:spMkLst>
            <pc:docMk/>
            <pc:sldMk cId="837963545" sldId="291"/>
            <ac:spMk id="3" creationId="{6C9B82CC-7974-7051-BAE9-0E530645AD1E}"/>
          </ac:spMkLst>
        </pc:spChg>
        <pc:spChg chg="add">
          <ac:chgData name="mukul maheshwari" userId="12cb43e2ca5f0d2c" providerId="LiveId" clId="{771D35AD-4715-4301-979B-0CEBFD3D1244}" dt="2025-08-20T21:19:40.338" v="2690" actId="26606"/>
          <ac:spMkLst>
            <pc:docMk/>
            <pc:sldMk cId="837963545" sldId="291"/>
            <ac:spMk id="9" creationId="{5A59F003-E00A-43F9-91DC-CC54E3B87466}"/>
          </ac:spMkLst>
        </pc:spChg>
        <pc:spChg chg="add">
          <ac:chgData name="mukul maheshwari" userId="12cb43e2ca5f0d2c" providerId="LiveId" clId="{771D35AD-4715-4301-979B-0CEBFD3D1244}" dt="2025-08-20T21:19:40.338" v="2690" actId="26606"/>
          <ac:spMkLst>
            <pc:docMk/>
            <pc:sldMk cId="837963545" sldId="291"/>
            <ac:spMk id="11" creationId="{D74A4382-E3AD-430A-9A1F-DFA3E0E77A7D}"/>
          </ac:spMkLst>
        </pc:spChg>
        <pc:spChg chg="add">
          <ac:chgData name="mukul maheshwari" userId="12cb43e2ca5f0d2c" providerId="LiveId" clId="{771D35AD-4715-4301-979B-0CEBFD3D1244}" dt="2025-08-20T21:19:40.338" v="2690" actId="26606"/>
          <ac:spMkLst>
            <pc:docMk/>
            <pc:sldMk cId="837963545" sldId="291"/>
            <ac:spMk id="13" creationId="{79F40191-0F44-4FD1-82CC-ACB507C14BE6}"/>
          </ac:spMkLst>
        </pc:spChg>
        <pc:picChg chg="add">
          <ac:chgData name="mukul maheshwari" userId="12cb43e2ca5f0d2c" providerId="LiveId" clId="{771D35AD-4715-4301-979B-0CEBFD3D1244}" dt="2025-08-20T21:19:40.338" v="2690" actId="26606"/>
          <ac:picMkLst>
            <pc:docMk/>
            <pc:sldMk cId="837963545" sldId="291"/>
            <ac:picMk id="5" creationId="{6E21268B-5157-9077-E799-FD3AE5C01016}"/>
          </ac:picMkLst>
        </pc:picChg>
      </pc:sldChg>
      <pc:sldChg chg="addSp modSp new mod setBg">
        <pc:chgData name="mukul maheshwari" userId="12cb43e2ca5f0d2c" providerId="LiveId" clId="{771D35AD-4715-4301-979B-0CEBFD3D1244}" dt="2025-08-20T07:29:47.369" v="199" actId="26606"/>
        <pc:sldMkLst>
          <pc:docMk/>
          <pc:sldMk cId="2344517944" sldId="292"/>
        </pc:sldMkLst>
        <pc:spChg chg="mod">
          <ac:chgData name="mukul maheshwari" userId="12cb43e2ca5f0d2c" providerId="LiveId" clId="{771D35AD-4715-4301-979B-0CEBFD3D1244}" dt="2025-08-20T07:29:47.369" v="199" actId="26606"/>
          <ac:spMkLst>
            <pc:docMk/>
            <pc:sldMk cId="2344517944" sldId="292"/>
            <ac:spMk id="2" creationId="{7F43F6ED-008D-66BF-9073-1A9D8AE34435}"/>
          </ac:spMkLst>
        </pc:spChg>
        <pc:spChg chg="mod">
          <ac:chgData name="mukul maheshwari" userId="12cb43e2ca5f0d2c" providerId="LiveId" clId="{771D35AD-4715-4301-979B-0CEBFD3D1244}" dt="2025-08-20T07:29:47.369" v="199" actId="26606"/>
          <ac:spMkLst>
            <pc:docMk/>
            <pc:sldMk cId="2344517944" sldId="292"/>
            <ac:spMk id="3" creationId="{F39F3990-3992-6FE5-072B-F4747A3D1E09}"/>
          </ac:spMkLst>
        </pc:spChg>
        <pc:spChg chg="add">
          <ac:chgData name="mukul maheshwari" userId="12cb43e2ca5f0d2c" providerId="LiveId" clId="{771D35AD-4715-4301-979B-0CEBFD3D1244}" dt="2025-08-20T07:29:47.369" v="199" actId="26606"/>
          <ac:spMkLst>
            <pc:docMk/>
            <pc:sldMk cId="2344517944" sldId="292"/>
            <ac:spMk id="8" creationId="{907EF6B7-1338-4443-8C46-6A318D952DFD}"/>
          </ac:spMkLst>
        </pc:spChg>
        <pc:spChg chg="add">
          <ac:chgData name="mukul maheshwari" userId="12cb43e2ca5f0d2c" providerId="LiveId" clId="{771D35AD-4715-4301-979B-0CEBFD3D1244}" dt="2025-08-20T07:29:47.369" v="199" actId="26606"/>
          <ac:spMkLst>
            <pc:docMk/>
            <pc:sldMk cId="2344517944" sldId="292"/>
            <ac:spMk id="10" creationId="{DAAE4CDD-124C-4DCF-9584-B6033B545DD5}"/>
          </ac:spMkLst>
        </pc:spChg>
        <pc:spChg chg="add">
          <ac:chgData name="mukul maheshwari" userId="12cb43e2ca5f0d2c" providerId="LiveId" clId="{771D35AD-4715-4301-979B-0CEBFD3D1244}" dt="2025-08-20T07:29:47.369" v="199" actId="26606"/>
          <ac:spMkLst>
            <pc:docMk/>
            <pc:sldMk cId="2344517944" sldId="292"/>
            <ac:spMk id="12" creationId="{081E4A58-353D-44AE-B2FC-2A74E2E400F7}"/>
          </ac:spMkLst>
        </pc:spChg>
      </pc:sldChg>
      <pc:sldChg chg="addSp delSp new del">
        <pc:chgData name="mukul maheshwari" userId="12cb43e2ca5f0d2c" providerId="LiveId" clId="{771D35AD-4715-4301-979B-0CEBFD3D1244}" dt="2025-08-20T07:05:45.042" v="95" actId="47"/>
        <pc:sldMkLst>
          <pc:docMk/>
          <pc:sldMk cId="2866144647" sldId="292"/>
        </pc:sldMkLst>
        <pc:picChg chg="add del">
          <ac:chgData name="mukul maheshwari" userId="12cb43e2ca5f0d2c" providerId="LiveId" clId="{771D35AD-4715-4301-979B-0CEBFD3D1244}" dt="2025-08-20T07:05:40.305" v="94" actId="478"/>
          <ac:picMkLst>
            <pc:docMk/>
            <pc:sldMk cId="2866144647" sldId="292"/>
            <ac:picMk id="1026" creationId="{9D7819EA-122A-B438-2353-85DC8B39398D}"/>
          </ac:picMkLst>
        </pc:picChg>
      </pc:sldChg>
      <pc:sldChg chg="addSp modSp new mod setBg">
        <pc:chgData name="mukul maheshwari" userId="12cb43e2ca5f0d2c" providerId="LiveId" clId="{771D35AD-4715-4301-979B-0CEBFD3D1244}" dt="2025-08-20T07:29:56.308" v="200" actId="26606"/>
        <pc:sldMkLst>
          <pc:docMk/>
          <pc:sldMk cId="4206369375" sldId="293"/>
        </pc:sldMkLst>
        <pc:spChg chg="mod">
          <ac:chgData name="mukul maheshwari" userId="12cb43e2ca5f0d2c" providerId="LiveId" clId="{771D35AD-4715-4301-979B-0CEBFD3D1244}" dt="2025-08-20T07:29:56.308" v="200" actId="26606"/>
          <ac:spMkLst>
            <pc:docMk/>
            <pc:sldMk cId="4206369375" sldId="293"/>
            <ac:spMk id="2" creationId="{615A44BB-A0EB-63F0-026B-09B3C49E9461}"/>
          </ac:spMkLst>
        </pc:spChg>
        <pc:spChg chg="mod">
          <ac:chgData name="mukul maheshwari" userId="12cb43e2ca5f0d2c" providerId="LiveId" clId="{771D35AD-4715-4301-979B-0CEBFD3D1244}" dt="2025-08-20T07:29:56.308" v="200" actId="26606"/>
          <ac:spMkLst>
            <pc:docMk/>
            <pc:sldMk cId="4206369375" sldId="293"/>
            <ac:spMk id="3" creationId="{88719ABE-561B-53A1-957D-36D66B024C68}"/>
          </ac:spMkLst>
        </pc:spChg>
        <pc:spChg chg="add">
          <ac:chgData name="mukul maheshwari" userId="12cb43e2ca5f0d2c" providerId="LiveId" clId="{771D35AD-4715-4301-979B-0CEBFD3D1244}" dt="2025-08-20T07:29:56.308" v="200" actId="26606"/>
          <ac:spMkLst>
            <pc:docMk/>
            <pc:sldMk cId="4206369375" sldId="293"/>
            <ac:spMk id="8" creationId="{907EF6B7-1338-4443-8C46-6A318D952DFD}"/>
          </ac:spMkLst>
        </pc:spChg>
        <pc:spChg chg="add">
          <ac:chgData name="mukul maheshwari" userId="12cb43e2ca5f0d2c" providerId="LiveId" clId="{771D35AD-4715-4301-979B-0CEBFD3D1244}" dt="2025-08-20T07:29:56.308" v="200" actId="26606"/>
          <ac:spMkLst>
            <pc:docMk/>
            <pc:sldMk cId="4206369375" sldId="293"/>
            <ac:spMk id="10" creationId="{DAAE4CDD-124C-4DCF-9584-B6033B545DD5}"/>
          </ac:spMkLst>
        </pc:spChg>
        <pc:spChg chg="add">
          <ac:chgData name="mukul maheshwari" userId="12cb43e2ca5f0d2c" providerId="LiveId" clId="{771D35AD-4715-4301-979B-0CEBFD3D1244}" dt="2025-08-20T07:29:56.308" v="200" actId="26606"/>
          <ac:spMkLst>
            <pc:docMk/>
            <pc:sldMk cId="4206369375" sldId="293"/>
            <ac:spMk id="12" creationId="{081E4A58-353D-44AE-B2FC-2A74E2E400F7}"/>
          </ac:spMkLst>
        </pc:spChg>
      </pc:sldChg>
      <pc:sldChg chg="addSp delSp modSp new mod setBg">
        <pc:chgData name="mukul maheshwari" userId="12cb43e2ca5f0d2c" providerId="LiveId" clId="{771D35AD-4715-4301-979B-0CEBFD3D1244}" dt="2025-08-20T07:30:31.009" v="202" actId="255"/>
        <pc:sldMkLst>
          <pc:docMk/>
          <pc:sldMk cId="3079779346" sldId="294"/>
        </pc:sldMkLst>
        <pc:spChg chg="mod">
          <ac:chgData name="mukul maheshwari" userId="12cb43e2ca5f0d2c" providerId="LiveId" clId="{771D35AD-4715-4301-979B-0CEBFD3D1244}" dt="2025-08-20T07:30:07.722" v="201" actId="26606"/>
          <ac:spMkLst>
            <pc:docMk/>
            <pc:sldMk cId="3079779346" sldId="294"/>
            <ac:spMk id="2" creationId="{0BDE5CDF-D61E-FA43-BA92-B253B779EA1F}"/>
          </ac:spMkLst>
        </pc:spChg>
        <pc:spChg chg="del mod">
          <ac:chgData name="mukul maheshwari" userId="12cb43e2ca5f0d2c" providerId="LiveId" clId="{771D35AD-4715-4301-979B-0CEBFD3D1244}" dt="2025-08-20T07:30:07.722" v="201" actId="26606"/>
          <ac:spMkLst>
            <pc:docMk/>
            <pc:sldMk cId="3079779346" sldId="294"/>
            <ac:spMk id="3" creationId="{8DC8E04D-3AD2-496E-C178-33707B60EEAF}"/>
          </ac:spMkLst>
        </pc:spChg>
        <pc:spChg chg="add">
          <ac:chgData name="mukul maheshwari" userId="12cb43e2ca5f0d2c" providerId="LiveId" clId="{771D35AD-4715-4301-979B-0CEBFD3D1244}" dt="2025-08-20T07:30:07.722" v="201" actId="26606"/>
          <ac:spMkLst>
            <pc:docMk/>
            <pc:sldMk cId="3079779346" sldId="294"/>
            <ac:spMk id="10" creationId="{B50AB553-2A96-4A92-96F2-93548E096954}"/>
          </ac:spMkLst>
        </pc:spChg>
        <pc:graphicFrameChg chg="add mod">
          <ac:chgData name="mukul maheshwari" userId="12cb43e2ca5f0d2c" providerId="LiveId" clId="{771D35AD-4715-4301-979B-0CEBFD3D1244}" dt="2025-08-20T07:30:31.009" v="202" actId="255"/>
          <ac:graphicFrameMkLst>
            <pc:docMk/>
            <pc:sldMk cId="3079779346" sldId="294"/>
            <ac:graphicFrameMk id="5" creationId="{C481AC1E-5526-0FD3-7928-20DB927B88AB}"/>
          </ac:graphicFrameMkLst>
        </pc:graphicFrameChg>
        <pc:picChg chg="add">
          <ac:chgData name="mukul maheshwari" userId="12cb43e2ca5f0d2c" providerId="LiveId" clId="{771D35AD-4715-4301-979B-0CEBFD3D1244}" dt="2025-08-20T07:30:07.722" v="201" actId="26606"/>
          <ac:picMkLst>
            <pc:docMk/>
            <pc:sldMk cId="3079779346" sldId="294"/>
            <ac:picMk id="6" creationId="{83EA8F68-B2E9-3CB3-7F4F-791DF593DA20}"/>
          </ac:picMkLst>
        </pc:picChg>
      </pc:sldChg>
      <pc:sldChg chg="new del">
        <pc:chgData name="mukul maheshwari" userId="12cb43e2ca5f0d2c" providerId="LiveId" clId="{771D35AD-4715-4301-979B-0CEBFD3D1244}" dt="2025-08-20T07:51:25.213" v="423" actId="47"/>
        <pc:sldMkLst>
          <pc:docMk/>
          <pc:sldMk cId="1599921526" sldId="295"/>
        </pc:sldMkLst>
      </pc:sldChg>
      <pc:sldChg chg="addSp delSp modSp add mod setBg">
        <pc:chgData name="mukul maheshwari" userId="12cb43e2ca5f0d2c" providerId="LiveId" clId="{771D35AD-4715-4301-979B-0CEBFD3D1244}" dt="2025-08-20T07:30:42.117" v="203" actId="26606"/>
        <pc:sldMkLst>
          <pc:docMk/>
          <pc:sldMk cId="0" sldId="296"/>
        </pc:sldMkLst>
        <pc:spChg chg="mod">
          <ac:chgData name="mukul maheshwari" userId="12cb43e2ca5f0d2c" providerId="LiveId" clId="{771D35AD-4715-4301-979B-0CEBFD3D1244}" dt="2025-08-20T07:30:42.117" v="203" actId="26606"/>
          <ac:spMkLst>
            <pc:docMk/>
            <pc:sldMk cId="0" sldId="296"/>
            <ac:spMk id="2" creationId="{00000000-0000-0000-0000-000000000000}"/>
          </ac:spMkLst>
        </pc:spChg>
        <pc:spChg chg="del mod">
          <ac:chgData name="mukul maheshwari" userId="12cb43e2ca5f0d2c" providerId="LiveId" clId="{771D35AD-4715-4301-979B-0CEBFD3D1244}" dt="2025-08-20T07:30:42.117" v="203" actId="26606"/>
          <ac:spMkLst>
            <pc:docMk/>
            <pc:sldMk cId="0" sldId="296"/>
            <ac:spMk id="3" creationId="{00000000-0000-0000-0000-000000000000}"/>
          </ac:spMkLst>
        </pc:spChg>
        <pc:spChg chg="add">
          <ac:chgData name="mukul maheshwari" userId="12cb43e2ca5f0d2c" providerId="LiveId" clId="{771D35AD-4715-4301-979B-0CEBFD3D1244}" dt="2025-08-20T07:30:42.117" v="203" actId="26606"/>
          <ac:spMkLst>
            <pc:docMk/>
            <pc:sldMk cId="0" sldId="296"/>
            <ac:spMk id="10" creationId="{B50AB553-2A96-4A92-96F2-93548E096954}"/>
          </ac:spMkLst>
        </pc:spChg>
        <pc:graphicFrameChg chg="add">
          <ac:chgData name="mukul maheshwari" userId="12cb43e2ca5f0d2c" providerId="LiveId" clId="{771D35AD-4715-4301-979B-0CEBFD3D1244}" dt="2025-08-20T07:30:42.117" v="203" actId="26606"/>
          <ac:graphicFrameMkLst>
            <pc:docMk/>
            <pc:sldMk cId="0" sldId="296"/>
            <ac:graphicFrameMk id="5" creationId="{3B931931-597F-397C-DC91-C7791CA07A3E}"/>
          </ac:graphicFrameMkLst>
        </pc:graphicFrameChg>
        <pc:picChg chg="add">
          <ac:chgData name="mukul maheshwari" userId="12cb43e2ca5f0d2c" providerId="LiveId" clId="{771D35AD-4715-4301-979B-0CEBFD3D1244}" dt="2025-08-20T07:30:42.117" v="203" actId="26606"/>
          <ac:picMkLst>
            <pc:docMk/>
            <pc:sldMk cId="0" sldId="296"/>
            <ac:picMk id="6" creationId="{313AD965-B2E1-5564-B251-1B50682B1C3A}"/>
          </ac:picMkLst>
        </pc:picChg>
      </pc:sldChg>
      <pc:sldChg chg="addSp delSp modSp add mod setBg">
        <pc:chgData name="mukul maheshwari" userId="12cb43e2ca5f0d2c" providerId="LiveId" clId="{771D35AD-4715-4301-979B-0CEBFD3D1244}" dt="2025-08-20T07:31:05.034" v="206" actId="26606"/>
        <pc:sldMkLst>
          <pc:docMk/>
          <pc:sldMk cId="0" sldId="297"/>
        </pc:sldMkLst>
        <pc:spChg chg="mod">
          <ac:chgData name="mukul maheshwari" userId="12cb43e2ca5f0d2c" providerId="LiveId" clId="{771D35AD-4715-4301-979B-0CEBFD3D1244}" dt="2025-08-20T07:31:05.034" v="206" actId="26606"/>
          <ac:spMkLst>
            <pc:docMk/>
            <pc:sldMk cId="0" sldId="297"/>
            <ac:spMk id="2" creationId="{00000000-0000-0000-0000-000000000000}"/>
          </ac:spMkLst>
        </pc:spChg>
        <pc:spChg chg="del mod">
          <ac:chgData name="mukul maheshwari" userId="12cb43e2ca5f0d2c" providerId="LiveId" clId="{771D35AD-4715-4301-979B-0CEBFD3D1244}" dt="2025-08-20T07:31:05.034" v="206" actId="26606"/>
          <ac:spMkLst>
            <pc:docMk/>
            <pc:sldMk cId="0" sldId="297"/>
            <ac:spMk id="3" creationId="{00000000-0000-0000-0000-000000000000}"/>
          </ac:spMkLst>
        </pc:spChg>
        <pc:spChg chg="add">
          <ac:chgData name="mukul maheshwari" userId="12cb43e2ca5f0d2c" providerId="LiveId" clId="{771D35AD-4715-4301-979B-0CEBFD3D1244}" dt="2025-08-20T07:31:05.034" v="206" actId="26606"/>
          <ac:spMkLst>
            <pc:docMk/>
            <pc:sldMk cId="0" sldId="297"/>
            <ac:spMk id="10" creationId="{B50AB553-2A96-4A92-96F2-93548E096954}"/>
          </ac:spMkLst>
        </pc:spChg>
        <pc:graphicFrameChg chg="add">
          <ac:chgData name="mukul maheshwari" userId="12cb43e2ca5f0d2c" providerId="LiveId" clId="{771D35AD-4715-4301-979B-0CEBFD3D1244}" dt="2025-08-20T07:31:05.034" v="206" actId="26606"/>
          <ac:graphicFrameMkLst>
            <pc:docMk/>
            <pc:sldMk cId="0" sldId="297"/>
            <ac:graphicFrameMk id="5" creationId="{19A74731-DC05-1FB5-BDB3-76E156AFF675}"/>
          </ac:graphicFrameMkLst>
        </pc:graphicFrameChg>
        <pc:picChg chg="add">
          <ac:chgData name="mukul maheshwari" userId="12cb43e2ca5f0d2c" providerId="LiveId" clId="{771D35AD-4715-4301-979B-0CEBFD3D1244}" dt="2025-08-20T07:31:05.034" v="206" actId="26606"/>
          <ac:picMkLst>
            <pc:docMk/>
            <pc:sldMk cId="0" sldId="297"/>
            <ac:picMk id="6" creationId="{C534824B-3697-5CB8-E885-8D1FBC6BFA52}"/>
          </ac:picMkLst>
        </pc:picChg>
      </pc:sldChg>
      <pc:sldChg chg="addSp delSp modSp add mod setBg">
        <pc:chgData name="mukul maheshwari" userId="12cb43e2ca5f0d2c" providerId="LiveId" clId="{771D35AD-4715-4301-979B-0CEBFD3D1244}" dt="2025-08-20T07:31:33.157" v="211" actId="26606"/>
        <pc:sldMkLst>
          <pc:docMk/>
          <pc:sldMk cId="0" sldId="298"/>
        </pc:sldMkLst>
        <pc:spChg chg="mod">
          <ac:chgData name="mukul maheshwari" userId="12cb43e2ca5f0d2c" providerId="LiveId" clId="{771D35AD-4715-4301-979B-0CEBFD3D1244}" dt="2025-08-20T07:31:33.157" v="211" actId="26606"/>
          <ac:spMkLst>
            <pc:docMk/>
            <pc:sldMk cId="0" sldId="298"/>
            <ac:spMk id="2" creationId="{00000000-0000-0000-0000-000000000000}"/>
          </ac:spMkLst>
        </pc:spChg>
        <pc:spChg chg="add del mod">
          <ac:chgData name="mukul maheshwari" userId="12cb43e2ca5f0d2c" providerId="LiveId" clId="{771D35AD-4715-4301-979B-0CEBFD3D1244}" dt="2025-08-20T07:31:33.157" v="211" actId="26606"/>
          <ac:spMkLst>
            <pc:docMk/>
            <pc:sldMk cId="0" sldId="298"/>
            <ac:spMk id="3" creationId="{00000000-0000-0000-0000-000000000000}"/>
          </ac:spMkLst>
        </pc:spChg>
        <pc:spChg chg="add">
          <ac:chgData name="mukul maheshwari" userId="12cb43e2ca5f0d2c" providerId="LiveId" clId="{771D35AD-4715-4301-979B-0CEBFD3D1244}" dt="2025-08-20T07:31:33.157" v="211" actId="26606"/>
          <ac:spMkLst>
            <pc:docMk/>
            <pc:sldMk cId="0" sldId="298"/>
            <ac:spMk id="9" creationId="{CB49665F-0298-4449-8D2D-209989CB9EE3}"/>
          </ac:spMkLst>
        </pc:spChg>
        <pc:spChg chg="add del">
          <ac:chgData name="mukul maheshwari" userId="12cb43e2ca5f0d2c" providerId="LiveId" clId="{771D35AD-4715-4301-979B-0CEBFD3D1244}" dt="2025-08-20T07:31:32.991" v="210" actId="26606"/>
          <ac:spMkLst>
            <pc:docMk/>
            <pc:sldMk cId="0" sldId="298"/>
            <ac:spMk id="10" creationId="{B50AB553-2A96-4A92-96F2-93548E096954}"/>
          </ac:spMkLst>
        </pc:spChg>
        <pc:spChg chg="add">
          <ac:chgData name="mukul maheshwari" userId="12cb43e2ca5f0d2c" providerId="LiveId" clId="{771D35AD-4715-4301-979B-0CEBFD3D1244}" dt="2025-08-20T07:31:33.157" v="211" actId="26606"/>
          <ac:spMkLst>
            <pc:docMk/>
            <pc:sldMk cId="0" sldId="298"/>
            <ac:spMk id="11" creationId="{A71EEC14-174A-46FA-B046-474750457130}"/>
          </ac:spMkLst>
        </pc:spChg>
        <pc:grpChg chg="add">
          <ac:chgData name="mukul maheshwari" userId="12cb43e2ca5f0d2c" providerId="LiveId" clId="{771D35AD-4715-4301-979B-0CEBFD3D1244}" dt="2025-08-20T07:31:33.157" v="211" actId="26606"/>
          <ac:grpSpMkLst>
            <pc:docMk/>
            <pc:sldMk cId="0" sldId="298"/>
            <ac:grpSpMk id="13" creationId="{EEB6CB95-E653-4C6C-AE51-62FD848E8D5B}"/>
          </ac:grpSpMkLst>
        </pc:grpChg>
        <pc:grpChg chg="add">
          <ac:chgData name="mukul maheshwari" userId="12cb43e2ca5f0d2c" providerId="LiveId" clId="{771D35AD-4715-4301-979B-0CEBFD3D1244}" dt="2025-08-20T07:31:33.157" v="211" actId="26606"/>
          <ac:grpSpMkLst>
            <pc:docMk/>
            <pc:sldMk cId="0" sldId="298"/>
            <ac:grpSpMk id="17" creationId="{43F5E015-E085-4624-B431-B42414448684}"/>
          </ac:grpSpMkLst>
        </pc:grpChg>
        <pc:graphicFrameChg chg="add del">
          <ac:chgData name="mukul maheshwari" userId="12cb43e2ca5f0d2c" providerId="LiveId" clId="{771D35AD-4715-4301-979B-0CEBFD3D1244}" dt="2025-08-20T07:31:32.991" v="210" actId="26606"/>
          <ac:graphicFrameMkLst>
            <pc:docMk/>
            <pc:sldMk cId="0" sldId="298"/>
            <ac:graphicFrameMk id="5" creationId="{506A5D7B-AD79-953A-EC27-F0B39F28A43C}"/>
          </ac:graphicFrameMkLst>
        </pc:graphicFrameChg>
        <pc:graphicFrameChg chg="add">
          <ac:chgData name="mukul maheshwari" userId="12cb43e2ca5f0d2c" providerId="LiveId" clId="{771D35AD-4715-4301-979B-0CEBFD3D1244}" dt="2025-08-20T07:31:33.157" v="211" actId="26606"/>
          <ac:graphicFrameMkLst>
            <pc:docMk/>
            <pc:sldMk cId="0" sldId="298"/>
            <ac:graphicFrameMk id="12" creationId="{A5FA33F9-C964-3A42-739B-8B6DCBC0AE7A}"/>
          </ac:graphicFrameMkLst>
        </pc:graphicFrameChg>
        <pc:picChg chg="add del">
          <ac:chgData name="mukul maheshwari" userId="12cb43e2ca5f0d2c" providerId="LiveId" clId="{771D35AD-4715-4301-979B-0CEBFD3D1244}" dt="2025-08-20T07:31:32.991" v="210" actId="26606"/>
          <ac:picMkLst>
            <pc:docMk/>
            <pc:sldMk cId="0" sldId="298"/>
            <ac:picMk id="6" creationId="{CAC149E6-CB69-7CD0-270A-AA61FB0804B8}"/>
          </ac:picMkLst>
        </pc:picChg>
      </pc:sldChg>
      <pc:sldChg chg="addSp delSp modSp add mod setBg">
        <pc:chgData name="mukul maheshwari" userId="12cb43e2ca5f0d2c" providerId="LiveId" clId="{771D35AD-4715-4301-979B-0CEBFD3D1244}" dt="2025-08-20T07:33:44.758" v="234" actId="404"/>
        <pc:sldMkLst>
          <pc:docMk/>
          <pc:sldMk cId="0" sldId="299"/>
        </pc:sldMkLst>
        <pc:spChg chg="mod">
          <ac:chgData name="mukul maheshwari" userId="12cb43e2ca5f0d2c" providerId="LiveId" clId="{771D35AD-4715-4301-979B-0CEBFD3D1244}" dt="2025-08-20T07:33:03.851" v="223" actId="26606"/>
          <ac:spMkLst>
            <pc:docMk/>
            <pc:sldMk cId="0" sldId="299"/>
            <ac:spMk id="2" creationId="{00000000-0000-0000-0000-000000000000}"/>
          </ac:spMkLst>
        </pc:spChg>
        <pc:spChg chg="add del mod">
          <ac:chgData name="mukul maheshwari" userId="12cb43e2ca5f0d2c" providerId="LiveId" clId="{771D35AD-4715-4301-979B-0CEBFD3D1244}" dt="2025-08-20T07:33:03.898" v="224" actId="26606"/>
          <ac:spMkLst>
            <pc:docMk/>
            <pc:sldMk cId="0" sldId="299"/>
            <ac:spMk id="3" creationId="{00000000-0000-0000-0000-000000000000}"/>
          </ac:spMkLst>
        </pc:spChg>
        <pc:spChg chg="add del">
          <ac:chgData name="mukul maheshwari" userId="12cb43e2ca5f0d2c" providerId="LiveId" clId="{771D35AD-4715-4301-979B-0CEBFD3D1244}" dt="2025-08-20T07:32:02.717" v="219" actId="26606"/>
          <ac:spMkLst>
            <pc:docMk/>
            <pc:sldMk cId="0" sldId="299"/>
            <ac:spMk id="9" creationId="{345A976A-8DE3-4B67-B94B-2044FDD12899}"/>
          </ac:spMkLst>
        </pc:spChg>
        <pc:spChg chg="add del">
          <ac:chgData name="mukul maheshwari" userId="12cb43e2ca5f0d2c" providerId="LiveId" clId="{771D35AD-4715-4301-979B-0CEBFD3D1244}" dt="2025-08-20T07:32:02.717" v="219" actId="26606"/>
          <ac:spMkLst>
            <pc:docMk/>
            <pc:sldMk cId="0" sldId="299"/>
            <ac:spMk id="11" creationId="{6EAAA1B9-2DDB-49C9-A037-A523D2F13C15}"/>
          </ac:spMkLst>
        </pc:spChg>
        <pc:spChg chg="add del">
          <ac:chgData name="mukul maheshwari" userId="12cb43e2ca5f0d2c" providerId="LiveId" clId="{771D35AD-4715-4301-979B-0CEBFD3D1244}" dt="2025-08-20T07:32:16.085" v="221" actId="26606"/>
          <ac:spMkLst>
            <pc:docMk/>
            <pc:sldMk cId="0" sldId="299"/>
            <ac:spMk id="25" creationId="{5C8908E2-EE49-44D2-9428-A28D2312A8D5}"/>
          </ac:spMkLst>
        </pc:spChg>
        <pc:spChg chg="add del">
          <ac:chgData name="mukul maheshwari" userId="12cb43e2ca5f0d2c" providerId="LiveId" clId="{771D35AD-4715-4301-979B-0CEBFD3D1244}" dt="2025-08-20T07:32:16.085" v="221" actId="26606"/>
          <ac:spMkLst>
            <pc:docMk/>
            <pc:sldMk cId="0" sldId="299"/>
            <ac:spMk id="28" creationId="{7449A6C7-D15F-4AA5-BFA5-71A404B47016}"/>
          </ac:spMkLst>
        </pc:spChg>
        <pc:spChg chg="add del">
          <ac:chgData name="mukul maheshwari" userId="12cb43e2ca5f0d2c" providerId="LiveId" clId="{771D35AD-4715-4301-979B-0CEBFD3D1244}" dt="2025-08-20T07:32:16.085" v="221" actId="26606"/>
          <ac:spMkLst>
            <pc:docMk/>
            <pc:sldMk cId="0" sldId="299"/>
            <ac:spMk id="29" creationId="{ED888B23-07FA-482A-96DF-47E31AF1A603}"/>
          </ac:spMkLst>
        </pc:spChg>
        <pc:spChg chg="add del">
          <ac:chgData name="mukul maheshwari" userId="12cb43e2ca5f0d2c" providerId="LiveId" clId="{771D35AD-4715-4301-979B-0CEBFD3D1244}" dt="2025-08-20T07:33:03.851" v="223" actId="26606"/>
          <ac:spMkLst>
            <pc:docMk/>
            <pc:sldMk cId="0" sldId="299"/>
            <ac:spMk id="32" creationId="{345A976A-8DE3-4B67-B94B-2044FDD12899}"/>
          </ac:spMkLst>
        </pc:spChg>
        <pc:spChg chg="add del">
          <ac:chgData name="mukul maheshwari" userId="12cb43e2ca5f0d2c" providerId="LiveId" clId="{771D35AD-4715-4301-979B-0CEBFD3D1244}" dt="2025-08-20T07:33:03.851" v="223" actId="26606"/>
          <ac:spMkLst>
            <pc:docMk/>
            <pc:sldMk cId="0" sldId="299"/>
            <ac:spMk id="33" creationId="{6EAAA1B9-2DDB-49C9-A037-A523D2F13C15}"/>
          </ac:spMkLst>
        </pc:spChg>
        <pc:grpChg chg="add del">
          <ac:chgData name="mukul maheshwari" userId="12cb43e2ca5f0d2c" providerId="LiveId" clId="{771D35AD-4715-4301-979B-0CEBFD3D1244}" dt="2025-08-20T07:32:02.717" v="219" actId="26606"/>
          <ac:grpSpMkLst>
            <pc:docMk/>
            <pc:sldMk cId="0" sldId="299"/>
            <ac:grpSpMk id="13" creationId="{B441F8D5-EBCE-4FB9-91A9-3425971C1F99}"/>
          </ac:grpSpMkLst>
        </pc:grpChg>
        <pc:grpChg chg="add del">
          <ac:chgData name="mukul maheshwari" userId="12cb43e2ca5f0d2c" providerId="LiveId" clId="{771D35AD-4715-4301-979B-0CEBFD3D1244}" dt="2025-08-20T07:32:02.717" v="219" actId="26606"/>
          <ac:grpSpMkLst>
            <pc:docMk/>
            <pc:sldMk cId="0" sldId="299"/>
            <ac:grpSpMk id="19" creationId="{08701F99-7E4C-4B92-A4B5-307CDFB7A4DE}"/>
          </ac:grpSpMkLst>
        </pc:grpChg>
        <pc:grpChg chg="add del">
          <ac:chgData name="mukul maheshwari" userId="12cb43e2ca5f0d2c" providerId="LiveId" clId="{771D35AD-4715-4301-979B-0CEBFD3D1244}" dt="2025-08-20T07:32:16.085" v="221" actId="26606"/>
          <ac:grpSpMkLst>
            <pc:docMk/>
            <pc:sldMk cId="0" sldId="299"/>
            <ac:grpSpMk id="26" creationId="{05314994-6337-4875-8CF5-652CAFE8342C}"/>
          </ac:grpSpMkLst>
        </pc:grpChg>
        <pc:grpChg chg="add del">
          <ac:chgData name="mukul maheshwari" userId="12cb43e2ca5f0d2c" providerId="LiveId" clId="{771D35AD-4715-4301-979B-0CEBFD3D1244}" dt="2025-08-20T07:33:03.851" v="223" actId="26606"/>
          <ac:grpSpMkLst>
            <pc:docMk/>
            <pc:sldMk cId="0" sldId="299"/>
            <ac:grpSpMk id="34" creationId="{B441F8D5-EBCE-4FB9-91A9-3425971C1F99}"/>
          </ac:grpSpMkLst>
        </pc:grpChg>
        <pc:grpChg chg="add del">
          <ac:chgData name="mukul maheshwari" userId="12cb43e2ca5f0d2c" providerId="LiveId" clId="{771D35AD-4715-4301-979B-0CEBFD3D1244}" dt="2025-08-20T07:33:03.851" v="223" actId="26606"/>
          <ac:grpSpMkLst>
            <pc:docMk/>
            <pc:sldMk cId="0" sldId="299"/>
            <ac:grpSpMk id="35" creationId="{08701F99-7E4C-4B92-A4B5-307CDFB7A4DE}"/>
          </ac:grpSpMkLst>
        </pc:grpChg>
        <pc:graphicFrameChg chg="add del">
          <ac:chgData name="mukul maheshwari" userId="12cb43e2ca5f0d2c" providerId="LiveId" clId="{771D35AD-4715-4301-979B-0CEBFD3D1244}" dt="2025-08-20T07:32:02.717" v="219" actId="26606"/>
          <ac:graphicFrameMkLst>
            <pc:docMk/>
            <pc:sldMk cId="0" sldId="299"/>
            <ac:graphicFrameMk id="5" creationId="{7295991B-7230-50E1-47CB-1B5B6E5723B7}"/>
          </ac:graphicFrameMkLst>
        </pc:graphicFrameChg>
        <pc:graphicFrameChg chg="add del">
          <ac:chgData name="mukul maheshwari" userId="12cb43e2ca5f0d2c" providerId="LiveId" clId="{771D35AD-4715-4301-979B-0CEBFD3D1244}" dt="2025-08-20T07:32:16.085" v="221" actId="26606"/>
          <ac:graphicFrameMkLst>
            <pc:docMk/>
            <pc:sldMk cId="0" sldId="299"/>
            <ac:graphicFrameMk id="30" creationId="{55C9144E-22A6-BD05-D9B6-2F82938A6877}"/>
          </ac:graphicFrameMkLst>
        </pc:graphicFrameChg>
        <pc:graphicFrameChg chg="add del">
          <ac:chgData name="mukul maheshwari" userId="12cb43e2ca5f0d2c" providerId="LiveId" clId="{771D35AD-4715-4301-979B-0CEBFD3D1244}" dt="2025-08-20T07:33:03.851" v="223" actId="26606"/>
          <ac:graphicFrameMkLst>
            <pc:docMk/>
            <pc:sldMk cId="0" sldId="299"/>
            <ac:graphicFrameMk id="36" creationId="{7295991B-7230-50E1-47CB-1B5B6E5723B7}"/>
          </ac:graphicFrameMkLst>
        </pc:graphicFrameChg>
        <pc:graphicFrameChg chg="add mod modGraphic">
          <ac:chgData name="mukul maheshwari" userId="12cb43e2ca5f0d2c" providerId="LiveId" clId="{771D35AD-4715-4301-979B-0CEBFD3D1244}" dt="2025-08-20T07:33:44.758" v="234" actId="404"/>
          <ac:graphicFrameMkLst>
            <pc:docMk/>
            <pc:sldMk cId="0" sldId="299"/>
            <ac:graphicFrameMk id="38" creationId="{866A5330-5715-253B-149B-A9815B4B6509}"/>
          </ac:graphicFrameMkLst>
        </pc:graphicFrameChg>
      </pc:sldChg>
      <pc:sldChg chg="addSp delSp modSp add mod setBg">
        <pc:chgData name="mukul maheshwari" userId="12cb43e2ca5f0d2c" providerId="LiveId" clId="{771D35AD-4715-4301-979B-0CEBFD3D1244}" dt="2025-08-20T20:37:54.155" v="2359" actId="20577"/>
        <pc:sldMkLst>
          <pc:docMk/>
          <pc:sldMk cId="0" sldId="300"/>
        </pc:sldMkLst>
        <pc:spChg chg="mod">
          <ac:chgData name="mukul maheshwari" userId="12cb43e2ca5f0d2c" providerId="LiveId" clId="{771D35AD-4715-4301-979B-0CEBFD3D1244}" dt="2025-08-20T20:37:54.155" v="2359" actId="20577"/>
          <ac:spMkLst>
            <pc:docMk/>
            <pc:sldMk cId="0" sldId="300"/>
            <ac:spMk id="2" creationId="{00000000-0000-0000-0000-000000000000}"/>
          </ac:spMkLst>
        </pc:spChg>
        <pc:spChg chg="add del mod">
          <ac:chgData name="mukul maheshwari" userId="12cb43e2ca5f0d2c" providerId="LiveId" clId="{771D35AD-4715-4301-979B-0CEBFD3D1244}" dt="2025-08-20T07:35:21.534" v="253" actId="26606"/>
          <ac:spMkLst>
            <pc:docMk/>
            <pc:sldMk cId="0" sldId="300"/>
            <ac:spMk id="3" creationId="{00000000-0000-0000-0000-000000000000}"/>
          </ac:spMkLst>
        </pc:spChg>
        <pc:spChg chg="add del">
          <ac:chgData name="mukul maheshwari" userId="12cb43e2ca5f0d2c" providerId="LiveId" clId="{771D35AD-4715-4301-979B-0CEBFD3D1244}" dt="2025-08-20T07:35:21.451" v="252" actId="26606"/>
          <ac:spMkLst>
            <pc:docMk/>
            <pc:sldMk cId="0" sldId="300"/>
            <ac:spMk id="6" creationId="{BACC6370-2D7E-4714-9D71-7542949D7D5D}"/>
          </ac:spMkLst>
        </pc:spChg>
        <pc:spChg chg="add del">
          <ac:chgData name="mukul maheshwari" userId="12cb43e2ca5f0d2c" providerId="LiveId" clId="{771D35AD-4715-4301-979B-0CEBFD3D1244}" dt="2025-08-20T07:35:21.451" v="252" actId="26606"/>
          <ac:spMkLst>
            <pc:docMk/>
            <pc:sldMk cId="0" sldId="300"/>
            <ac:spMk id="7" creationId="{F68B3F68-107C-434F-AA38-110D5EA91B85}"/>
          </ac:spMkLst>
        </pc:spChg>
        <pc:spChg chg="add del">
          <ac:chgData name="mukul maheshwari" userId="12cb43e2ca5f0d2c" providerId="LiveId" clId="{771D35AD-4715-4301-979B-0CEBFD3D1244}" dt="2025-08-20T07:35:21.451" v="252" actId="26606"/>
          <ac:spMkLst>
            <pc:docMk/>
            <pc:sldMk cId="0" sldId="300"/>
            <ac:spMk id="8" creationId="{AAD0DBB9-1A4B-4391-81D4-CB19F9AB918A}"/>
          </ac:spMkLst>
        </pc:spChg>
        <pc:spChg chg="add del">
          <ac:chgData name="mukul maheshwari" userId="12cb43e2ca5f0d2c" providerId="LiveId" clId="{771D35AD-4715-4301-979B-0CEBFD3D1244}" dt="2025-08-20T07:35:02.492" v="240" actId="26606"/>
          <ac:spMkLst>
            <pc:docMk/>
            <pc:sldMk cId="0" sldId="300"/>
            <ac:spMk id="9" creationId="{BACC6370-2D7E-4714-9D71-7542949D7D5D}"/>
          </ac:spMkLst>
        </pc:spChg>
        <pc:spChg chg="add del">
          <ac:chgData name="mukul maheshwari" userId="12cb43e2ca5f0d2c" providerId="LiveId" clId="{771D35AD-4715-4301-979B-0CEBFD3D1244}" dt="2025-08-20T07:35:21.451" v="252" actId="26606"/>
          <ac:spMkLst>
            <pc:docMk/>
            <pc:sldMk cId="0" sldId="300"/>
            <ac:spMk id="10" creationId="{063BBA22-50EA-4C4D-BE05-F1CE4E63AA56}"/>
          </ac:spMkLst>
        </pc:spChg>
        <pc:spChg chg="add del">
          <ac:chgData name="mukul maheshwari" userId="12cb43e2ca5f0d2c" providerId="LiveId" clId="{771D35AD-4715-4301-979B-0CEBFD3D1244}" dt="2025-08-20T07:35:02.492" v="240" actId="26606"/>
          <ac:spMkLst>
            <pc:docMk/>
            <pc:sldMk cId="0" sldId="300"/>
            <ac:spMk id="11" creationId="{F68B3F68-107C-434F-AA38-110D5EA91B85}"/>
          </ac:spMkLst>
        </pc:spChg>
        <pc:spChg chg="add del">
          <ac:chgData name="mukul maheshwari" userId="12cb43e2ca5f0d2c" providerId="LiveId" clId="{771D35AD-4715-4301-979B-0CEBFD3D1244}" dt="2025-08-20T07:35:02.492" v="240" actId="26606"/>
          <ac:spMkLst>
            <pc:docMk/>
            <pc:sldMk cId="0" sldId="300"/>
            <ac:spMk id="13" creationId="{AAD0DBB9-1A4B-4391-81D4-CB19F9AB918A}"/>
          </ac:spMkLst>
        </pc:spChg>
        <pc:spChg chg="add">
          <ac:chgData name="mukul maheshwari" userId="12cb43e2ca5f0d2c" providerId="LiveId" clId="{771D35AD-4715-4301-979B-0CEBFD3D1244}" dt="2025-08-20T07:35:21.534" v="253" actId="26606"/>
          <ac:spMkLst>
            <pc:docMk/>
            <pc:sldMk cId="0" sldId="300"/>
            <ac:spMk id="14" creationId="{2E442304-DDBD-4F7B-8017-36BCC863FB40}"/>
          </ac:spMkLst>
        </pc:spChg>
        <pc:spChg chg="add del">
          <ac:chgData name="mukul maheshwari" userId="12cb43e2ca5f0d2c" providerId="LiveId" clId="{771D35AD-4715-4301-979B-0CEBFD3D1244}" dt="2025-08-20T07:35:02.492" v="240" actId="26606"/>
          <ac:spMkLst>
            <pc:docMk/>
            <pc:sldMk cId="0" sldId="300"/>
            <ac:spMk id="15" creationId="{063BBA22-50EA-4C4D-BE05-F1CE4E63AA56}"/>
          </ac:spMkLst>
        </pc:spChg>
        <pc:spChg chg="add">
          <ac:chgData name="mukul maheshwari" userId="12cb43e2ca5f0d2c" providerId="LiveId" clId="{771D35AD-4715-4301-979B-0CEBFD3D1244}" dt="2025-08-20T07:35:21.534" v="253" actId="26606"/>
          <ac:spMkLst>
            <pc:docMk/>
            <pc:sldMk cId="0" sldId="300"/>
            <ac:spMk id="16" creationId="{5E107275-3853-46FD-A241-DE4355A42675}"/>
          </ac:spMkLst>
        </pc:spChg>
        <pc:spChg chg="add del">
          <ac:chgData name="mukul maheshwari" userId="12cb43e2ca5f0d2c" providerId="LiveId" clId="{771D35AD-4715-4301-979B-0CEBFD3D1244}" dt="2025-08-20T07:35:01.930" v="239" actId="26606"/>
          <ac:spMkLst>
            <pc:docMk/>
            <pc:sldMk cId="0" sldId="300"/>
            <ac:spMk id="20" creationId="{2E442304-DDBD-4F7B-8017-36BCC863FB40}"/>
          </ac:spMkLst>
        </pc:spChg>
        <pc:spChg chg="add del">
          <ac:chgData name="mukul maheshwari" userId="12cb43e2ca5f0d2c" providerId="LiveId" clId="{771D35AD-4715-4301-979B-0CEBFD3D1244}" dt="2025-08-20T07:35:01.930" v="239" actId="26606"/>
          <ac:spMkLst>
            <pc:docMk/>
            <pc:sldMk cId="0" sldId="300"/>
            <ac:spMk id="22" creationId="{5E107275-3853-46FD-A241-DE4355A42675}"/>
          </ac:spMkLst>
        </pc:spChg>
        <pc:graphicFrameChg chg="add del mod modGraphic">
          <ac:chgData name="mukul maheshwari" userId="12cb43e2ca5f0d2c" providerId="LiveId" clId="{771D35AD-4715-4301-979B-0CEBFD3D1244}" dt="2025-08-20T07:35:02.492" v="240" actId="26606"/>
          <ac:graphicFrameMkLst>
            <pc:docMk/>
            <pc:sldMk cId="0" sldId="300"/>
            <ac:graphicFrameMk id="5" creationId="{0C22DC2C-3C55-EA1E-56A3-4C9BD5A10743}"/>
          </ac:graphicFrameMkLst>
        </pc:graphicFrameChg>
        <pc:graphicFrameChg chg="add del">
          <ac:chgData name="mukul maheshwari" userId="12cb43e2ca5f0d2c" providerId="LiveId" clId="{771D35AD-4715-4301-979B-0CEBFD3D1244}" dt="2025-08-20T07:35:21.451" v="252" actId="26606"/>
          <ac:graphicFrameMkLst>
            <pc:docMk/>
            <pc:sldMk cId="0" sldId="300"/>
            <ac:graphicFrameMk id="12" creationId="{BB5DE4F6-C120-AD7E-08E9-B8C4E8FC79EA}"/>
          </ac:graphicFrameMkLst>
        </pc:graphicFrameChg>
        <pc:graphicFrameChg chg="add">
          <ac:chgData name="mukul maheshwari" userId="12cb43e2ca5f0d2c" providerId="LiveId" clId="{771D35AD-4715-4301-979B-0CEBFD3D1244}" dt="2025-08-20T07:35:21.534" v="253" actId="26606"/>
          <ac:graphicFrameMkLst>
            <pc:docMk/>
            <pc:sldMk cId="0" sldId="300"/>
            <ac:graphicFrameMk id="17" creationId="{543C1148-6B3F-6023-CE39-13D50D6B8090}"/>
          </ac:graphicFrameMkLst>
        </pc:graphicFrameChg>
      </pc:sldChg>
      <pc:sldChg chg="addSp delSp modSp add mod setBg">
        <pc:chgData name="mukul maheshwari" userId="12cb43e2ca5f0d2c" providerId="LiveId" clId="{771D35AD-4715-4301-979B-0CEBFD3D1244}" dt="2025-08-20T07:35:40.008" v="258" actId="26606"/>
        <pc:sldMkLst>
          <pc:docMk/>
          <pc:sldMk cId="0" sldId="301"/>
        </pc:sldMkLst>
        <pc:spChg chg="mod">
          <ac:chgData name="mukul maheshwari" userId="12cb43e2ca5f0d2c" providerId="LiveId" clId="{771D35AD-4715-4301-979B-0CEBFD3D1244}" dt="2025-08-20T07:35:40.008" v="258" actId="26606"/>
          <ac:spMkLst>
            <pc:docMk/>
            <pc:sldMk cId="0" sldId="301"/>
            <ac:spMk id="2" creationId="{00000000-0000-0000-0000-000000000000}"/>
          </ac:spMkLst>
        </pc:spChg>
        <pc:spChg chg="del mod">
          <ac:chgData name="mukul maheshwari" userId="12cb43e2ca5f0d2c" providerId="LiveId" clId="{771D35AD-4715-4301-979B-0CEBFD3D1244}" dt="2025-08-20T07:35:40.008" v="258" actId="26606"/>
          <ac:spMkLst>
            <pc:docMk/>
            <pc:sldMk cId="0" sldId="301"/>
            <ac:spMk id="3" creationId="{00000000-0000-0000-0000-000000000000}"/>
          </ac:spMkLst>
        </pc:spChg>
        <pc:spChg chg="add">
          <ac:chgData name="mukul maheshwari" userId="12cb43e2ca5f0d2c" providerId="LiveId" clId="{771D35AD-4715-4301-979B-0CEBFD3D1244}" dt="2025-08-20T07:35:40.008" v="258" actId="26606"/>
          <ac:spMkLst>
            <pc:docMk/>
            <pc:sldMk cId="0" sldId="301"/>
            <ac:spMk id="9" creationId="{2E442304-DDBD-4F7B-8017-36BCC863FB40}"/>
          </ac:spMkLst>
        </pc:spChg>
        <pc:spChg chg="add">
          <ac:chgData name="mukul maheshwari" userId="12cb43e2ca5f0d2c" providerId="LiveId" clId="{771D35AD-4715-4301-979B-0CEBFD3D1244}" dt="2025-08-20T07:35:40.008" v="258" actId="26606"/>
          <ac:spMkLst>
            <pc:docMk/>
            <pc:sldMk cId="0" sldId="301"/>
            <ac:spMk id="11" creationId="{5E107275-3853-46FD-A241-DE4355A42675}"/>
          </ac:spMkLst>
        </pc:spChg>
        <pc:graphicFrameChg chg="add">
          <ac:chgData name="mukul maheshwari" userId="12cb43e2ca5f0d2c" providerId="LiveId" clId="{771D35AD-4715-4301-979B-0CEBFD3D1244}" dt="2025-08-20T07:35:40.008" v="258" actId="26606"/>
          <ac:graphicFrameMkLst>
            <pc:docMk/>
            <pc:sldMk cId="0" sldId="301"/>
            <ac:graphicFrameMk id="5" creationId="{B36FBC63-71BB-6A8E-0793-0400C45FAF84}"/>
          </ac:graphicFrameMkLst>
        </pc:graphicFrameChg>
      </pc:sldChg>
      <pc:sldChg chg="addSp delSp modSp add mod setBg">
        <pc:chgData name="mukul maheshwari" userId="12cb43e2ca5f0d2c" providerId="LiveId" clId="{771D35AD-4715-4301-979B-0CEBFD3D1244}" dt="2025-08-20T20:39:16.060" v="2361" actId="1076"/>
        <pc:sldMkLst>
          <pc:docMk/>
          <pc:sldMk cId="0" sldId="302"/>
        </pc:sldMkLst>
        <pc:spChg chg="mod">
          <ac:chgData name="mukul maheshwari" userId="12cb43e2ca5f0d2c" providerId="LiveId" clId="{771D35AD-4715-4301-979B-0CEBFD3D1244}" dt="2025-08-20T07:36:09.571" v="263" actId="26606"/>
          <ac:spMkLst>
            <pc:docMk/>
            <pc:sldMk cId="0" sldId="302"/>
            <ac:spMk id="2" creationId="{00000000-0000-0000-0000-000000000000}"/>
          </ac:spMkLst>
        </pc:spChg>
        <pc:spChg chg="del mod">
          <ac:chgData name="mukul maheshwari" userId="12cb43e2ca5f0d2c" providerId="LiveId" clId="{771D35AD-4715-4301-979B-0CEBFD3D1244}" dt="2025-08-20T07:36:09.571" v="263" actId="26606"/>
          <ac:spMkLst>
            <pc:docMk/>
            <pc:sldMk cId="0" sldId="302"/>
            <ac:spMk id="3" creationId="{00000000-0000-0000-0000-000000000000}"/>
          </ac:spMkLst>
        </pc:spChg>
        <pc:spChg chg="add mod">
          <ac:chgData name="mukul maheshwari" userId="12cb43e2ca5f0d2c" providerId="LiveId" clId="{771D35AD-4715-4301-979B-0CEBFD3D1244}" dt="2025-08-20T20:39:16.060" v="2361" actId="1076"/>
          <ac:spMkLst>
            <pc:docMk/>
            <pc:sldMk cId="0" sldId="302"/>
            <ac:spMk id="4" creationId="{5E1F9F8B-061E-AC2E-C825-A128AEF8C385}"/>
          </ac:spMkLst>
        </pc:spChg>
        <pc:spChg chg="add">
          <ac:chgData name="mukul maheshwari" userId="12cb43e2ca5f0d2c" providerId="LiveId" clId="{771D35AD-4715-4301-979B-0CEBFD3D1244}" dt="2025-08-20T07:36:09.571" v="263" actId="26606"/>
          <ac:spMkLst>
            <pc:docMk/>
            <pc:sldMk cId="0" sldId="302"/>
            <ac:spMk id="9" creationId="{44AD29B6-BF3B-4407-9E75-52DF8E3B29F1}"/>
          </ac:spMkLst>
        </pc:spChg>
        <pc:spChg chg="add">
          <ac:chgData name="mukul maheshwari" userId="12cb43e2ca5f0d2c" providerId="LiveId" clId="{771D35AD-4715-4301-979B-0CEBFD3D1244}" dt="2025-08-20T07:36:09.571" v="263" actId="26606"/>
          <ac:spMkLst>
            <pc:docMk/>
            <pc:sldMk cId="0" sldId="302"/>
            <ac:spMk id="11" creationId="{55F8BA08-3E38-4B70-B93A-74F08E092206}"/>
          </ac:spMkLst>
        </pc:spChg>
        <pc:spChg chg="add">
          <ac:chgData name="mukul maheshwari" userId="12cb43e2ca5f0d2c" providerId="LiveId" clId="{771D35AD-4715-4301-979B-0CEBFD3D1244}" dt="2025-08-20T07:36:09.571" v="263" actId="26606"/>
          <ac:spMkLst>
            <pc:docMk/>
            <pc:sldMk cId="0" sldId="302"/>
            <ac:spMk id="13" creationId="{357F1B33-79AB-4A71-8CEC-4546D709B8C8}"/>
          </ac:spMkLst>
        </pc:spChg>
        <pc:graphicFrameChg chg="add modGraphic">
          <ac:chgData name="mukul maheshwari" userId="12cb43e2ca5f0d2c" providerId="LiveId" clId="{771D35AD-4715-4301-979B-0CEBFD3D1244}" dt="2025-08-20T07:36:39.912" v="273" actId="403"/>
          <ac:graphicFrameMkLst>
            <pc:docMk/>
            <pc:sldMk cId="0" sldId="302"/>
            <ac:graphicFrameMk id="5" creationId="{01B0CB7B-66F8-EB8F-3866-F8D4DD69FF1D}"/>
          </ac:graphicFrameMkLst>
        </pc:graphicFrameChg>
      </pc:sldChg>
      <pc:sldChg chg="addSp delSp modSp add mod setBg">
        <pc:chgData name="mukul maheshwari" userId="12cb43e2ca5f0d2c" providerId="LiveId" clId="{771D35AD-4715-4301-979B-0CEBFD3D1244}" dt="2025-08-20T07:36:57.743" v="276" actId="26606"/>
        <pc:sldMkLst>
          <pc:docMk/>
          <pc:sldMk cId="0" sldId="303"/>
        </pc:sldMkLst>
        <pc:spChg chg="mod">
          <ac:chgData name="mukul maheshwari" userId="12cb43e2ca5f0d2c" providerId="LiveId" clId="{771D35AD-4715-4301-979B-0CEBFD3D1244}" dt="2025-08-20T07:36:57.743" v="276" actId="26606"/>
          <ac:spMkLst>
            <pc:docMk/>
            <pc:sldMk cId="0" sldId="303"/>
            <ac:spMk id="2" creationId="{00000000-0000-0000-0000-000000000000}"/>
          </ac:spMkLst>
        </pc:spChg>
        <pc:spChg chg="add del mod">
          <ac:chgData name="mukul maheshwari" userId="12cb43e2ca5f0d2c" providerId="LiveId" clId="{771D35AD-4715-4301-979B-0CEBFD3D1244}" dt="2025-08-20T07:36:57.743" v="276" actId="26606"/>
          <ac:spMkLst>
            <pc:docMk/>
            <pc:sldMk cId="0" sldId="303"/>
            <ac:spMk id="3" creationId="{00000000-0000-0000-0000-000000000000}"/>
          </ac:spMkLst>
        </pc:spChg>
        <pc:spChg chg="add del">
          <ac:chgData name="mukul maheshwari" userId="12cb43e2ca5f0d2c" providerId="LiveId" clId="{771D35AD-4715-4301-979B-0CEBFD3D1244}" dt="2025-08-20T07:36:57.680" v="275" actId="26606"/>
          <ac:spMkLst>
            <pc:docMk/>
            <pc:sldMk cId="0" sldId="303"/>
            <ac:spMk id="9" creationId="{44AD29B6-BF3B-4407-9E75-52DF8E3B29F1}"/>
          </ac:spMkLst>
        </pc:spChg>
        <pc:spChg chg="add del">
          <ac:chgData name="mukul maheshwari" userId="12cb43e2ca5f0d2c" providerId="LiveId" clId="{771D35AD-4715-4301-979B-0CEBFD3D1244}" dt="2025-08-20T07:36:57.680" v="275" actId="26606"/>
          <ac:spMkLst>
            <pc:docMk/>
            <pc:sldMk cId="0" sldId="303"/>
            <ac:spMk id="11" creationId="{55F8BA08-3E38-4B70-B93A-74F08E092206}"/>
          </ac:spMkLst>
        </pc:spChg>
        <pc:spChg chg="add del">
          <ac:chgData name="mukul maheshwari" userId="12cb43e2ca5f0d2c" providerId="LiveId" clId="{771D35AD-4715-4301-979B-0CEBFD3D1244}" dt="2025-08-20T07:36:57.680" v="275" actId="26606"/>
          <ac:spMkLst>
            <pc:docMk/>
            <pc:sldMk cId="0" sldId="303"/>
            <ac:spMk id="13" creationId="{357F1B33-79AB-4A71-8CEC-4546D709B8C8}"/>
          </ac:spMkLst>
        </pc:spChg>
        <pc:spChg chg="add">
          <ac:chgData name="mukul maheshwari" userId="12cb43e2ca5f0d2c" providerId="LiveId" clId="{771D35AD-4715-4301-979B-0CEBFD3D1244}" dt="2025-08-20T07:36:57.743" v="276" actId="26606"/>
          <ac:spMkLst>
            <pc:docMk/>
            <pc:sldMk cId="0" sldId="303"/>
            <ac:spMk id="15" creationId="{98DED6BC-9A3E-48D4-AD7C-A56D63F547E8}"/>
          </ac:spMkLst>
        </pc:spChg>
        <pc:spChg chg="add">
          <ac:chgData name="mukul maheshwari" userId="12cb43e2ca5f0d2c" providerId="LiveId" clId="{771D35AD-4715-4301-979B-0CEBFD3D1244}" dt="2025-08-20T07:36:57.743" v="276" actId="26606"/>
          <ac:spMkLst>
            <pc:docMk/>
            <pc:sldMk cId="0" sldId="303"/>
            <ac:spMk id="16" creationId="{6B6E033A-DB2E-49B8-B600-B38E0C280263}"/>
          </ac:spMkLst>
        </pc:spChg>
        <pc:graphicFrameChg chg="add del">
          <ac:chgData name="mukul maheshwari" userId="12cb43e2ca5f0d2c" providerId="LiveId" clId="{771D35AD-4715-4301-979B-0CEBFD3D1244}" dt="2025-08-20T07:36:57.680" v="275" actId="26606"/>
          <ac:graphicFrameMkLst>
            <pc:docMk/>
            <pc:sldMk cId="0" sldId="303"/>
            <ac:graphicFrameMk id="5" creationId="{124C67ED-37D8-13CD-4F14-2CA746984316}"/>
          </ac:graphicFrameMkLst>
        </pc:graphicFrameChg>
        <pc:graphicFrameChg chg="add">
          <ac:chgData name="mukul maheshwari" userId="12cb43e2ca5f0d2c" providerId="LiveId" clId="{771D35AD-4715-4301-979B-0CEBFD3D1244}" dt="2025-08-20T07:36:57.743" v="276" actId="26606"/>
          <ac:graphicFrameMkLst>
            <pc:docMk/>
            <pc:sldMk cId="0" sldId="303"/>
            <ac:graphicFrameMk id="17" creationId="{1C47FC29-8BF0-57D3-3CCF-2D7FE594D368}"/>
          </ac:graphicFrameMkLst>
        </pc:graphicFrameChg>
      </pc:sldChg>
      <pc:sldChg chg="addSp delSp modSp add mod setBg">
        <pc:chgData name="mukul maheshwari" userId="12cb43e2ca5f0d2c" providerId="LiveId" clId="{771D35AD-4715-4301-979B-0CEBFD3D1244}" dt="2025-08-20T20:40:52.477" v="2367" actId="1076"/>
        <pc:sldMkLst>
          <pc:docMk/>
          <pc:sldMk cId="0" sldId="304"/>
        </pc:sldMkLst>
        <pc:spChg chg="mod">
          <ac:chgData name="mukul maheshwari" userId="12cb43e2ca5f0d2c" providerId="LiveId" clId="{771D35AD-4715-4301-979B-0CEBFD3D1244}" dt="2025-08-20T07:37:11.846" v="281" actId="26606"/>
          <ac:spMkLst>
            <pc:docMk/>
            <pc:sldMk cId="0" sldId="304"/>
            <ac:spMk id="2" creationId="{00000000-0000-0000-0000-000000000000}"/>
          </ac:spMkLst>
        </pc:spChg>
        <pc:spChg chg="del mod">
          <ac:chgData name="mukul maheshwari" userId="12cb43e2ca5f0d2c" providerId="LiveId" clId="{771D35AD-4715-4301-979B-0CEBFD3D1244}" dt="2025-08-20T07:37:11.846" v="281" actId="26606"/>
          <ac:spMkLst>
            <pc:docMk/>
            <pc:sldMk cId="0" sldId="304"/>
            <ac:spMk id="3" creationId="{00000000-0000-0000-0000-000000000000}"/>
          </ac:spMkLst>
        </pc:spChg>
        <pc:spChg chg="add mod">
          <ac:chgData name="mukul maheshwari" userId="12cb43e2ca5f0d2c" providerId="LiveId" clId="{771D35AD-4715-4301-979B-0CEBFD3D1244}" dt="2025-08-20T20:40:48.827" v="2366" actId="1076"/>
          <ac:spMkLst>
            <pc:docMk/>
            <pc:sldMk cId="0" sldId="304"/>
            <ac:spMk id="4" creationId="{4F7A3BD1-E451-2A03-F3DF-3B1A61951B70}"/>
          </ac:spMkLst>
        </pc:spChg>
        <pc:spChg chg="add">
          <ac:chgData name="mukul maheshwari" userId="12cb43e2ca5f0d2c" providerId="LiveId" clId="{771D35AD-4715-4301-979B-0CEBFD3D1244}" dt="2025-08-20T07:37:11.846" v="281" actId="26606"/>
          <ac:spMkLst>
            <pc:docMk/>
            <pc:sldMk cId="0" sldId="304"/>
            <ac:spMk id="9" creationId="{98DED6BC-9A3E-48D4-AD7C-A56D63F547E8}"/>
          </ac:spMkLst>
        </pc:spChg>
        <pc:spChg chg="add">
          <ac:chgData name="mukul maheshwari" userId="12cb43e2ca5f0d2c" providerId="LiveId" clId="{771D35AD-4715-4301-979B-0CEBFD3D1244}" dt="2025-08-20T07:37:11.846" v="281" actId="26606"/>
          <ac:spMkLst>
            <pc:docMk/>
            <pc:sldMk cId="0" sldId="304"/>
            <ac:spMk id="11" creationId="{6B6E033A-DB2E-49B8-B600-B38E0C280263}"/>
          </ac:spMkLst>
        </pc:spChg>
        <pc:graphicFrameChg chg="add mod">
          <ac:chgData name="mukul maheshwari" userId="12cb43e2ca5f0d2c" providerId="LiveId" clId="{771D35AD-4715-4301-979B-0CEBFD3D1244}" dt="2025-08-20T20:40:52.477" v="2367" actId="1076"/>
          <ac:graphicFrameMkLst>
            <pc:docMk/>
            <pc:sldMk cId="0" sldId="304"/>
            <ac:graphicFrameMk id="5" creationId="{BDCB11F0-1225-39C1-BF41-A8B32049AE05}"/>
          </ac:graphicFrameMkLst>
        </pc:graphicFrameChg>
      </pc:sldChg>
      <pc:sldChg chg="addSp delSp modSp add mod setBg">
        <pc:chgData name="mukul maheshwari" userId="12cb43e2ca5f0d2c" providerId="LiveId" clId="{771D35AD-4715-4301-979B-0CEBFD3D1244}" dt="2025-08-20T07:37:37.965" v="290" actId="26606"/>
        <pc:sldMkLst>
          <pc:docMk/>
          <pc:sldMk cId="0" sldId="305"/>
        </pc:sldMkLst>
        <pc:spChg chg="mod">
          <ac:chgData name="mukul maheshwari" userId="12cb43e2ca5f0d2c" providerId="LiveId" clId="{771D35AD-4715-4301-979B-0CEBFD3D1244}" dt="2025-08-20T07:37:37.965" v="290" actId="26606"/>
          <ac:spMkLst>
            <pc:docMk/>
            <pc:sldMk cId="0" sldId="305"/>
            <ac:spMk id="2" creationId="{00000000-0000-0000-0000-000000000000}"/>
          </ac:spMkLst>
        </pc:spChg>
        <pc:spChg chg="add del mod">
          <ac:chgData name="mukul maheshwari" userId="12cb43e2ca5f0d2c" providerId="LiveId" clId="{771D35AD-4715-4301-979B-0CEBFD3D1244}" dt="2025-08-20T07:37:37.965" v="290" actId="26606"/>
          <ac:spMkLst>
            <pc:docMk/>
            <pc:sldMk cId="0" sldId="305"/>
            <ac:spMk id="3" creationId="{00000000-0000-0000-0000-000000000000}"/>
          </ac:spMkLst>
        </pc:spChg>
        <pc:spChg chg="add del">
          <ac:chgData name="mukul maheshwari" userId="12cb43e2ca5f0d2c" providerId="LiveId" clId="{771D35AD-4715-4301-979B-0CEBFD3D1244}" dt="2025-08-20T07:37:37.915" v="289" actId="26606"/>
          <ac:spMkLst>
            <pc:docMk/>
            <pc:sldMk cId="0" sldId="305"/>
            <ac:spMk id="9" creationId="{98DED6BC-9A3E-48D4-AD7C-A56D63F547E8}"/>
          </ac:spMkLst>
        </pc:spChg>
        <pc:spChg chg="add del">
          <ac:chgData name="mukul maheshwari" userId="12cb43e2ca5f0d2c" providerId="LiveId" clId="{771D35AD-4715-4301-979B-0CEBFD3D1244}" dt="2025-08-20T07:37:37.915" v="289" actId="26606"/>
          <ac:spMkLst>
            <pc:docMk/>
            <pc:sldMk cId="0" sldId="305"/>
            <ac:spMk id="11" creationId="{6B6E033A-DB2E-49B8-B600-B38E0C280263}"/>
          </ac:spMkLst>
        </pc:spChg>
        <pc:spChg chg="add">
          <ac:chgData name="mukul maheshwari" userId="12cb43e2ca5f0d2c" providerId="LiveId" clId="{771D35AD-4715-4301-979B-0CEBFD3D1244}" dt="2025-08-20T07:37:37.965" v="290" actId="26606"/>
          <ac:spMkLst>
            <pc:docMk/>
            <pc:sldMk cId="0" sldId="305"/>
            <ac:spMk id="13" creationId="{98DED6BC-9A3E-48D4-AD7C-A56D63F547E8}"/>
          </ac:spMkLst>
        </pc:spChg>
        <pc:spChg chg="add">
          <ac:chgData name="mukul maheshwari" userId="12cb43e2ca5f0d2c" providerId="LiveId" clId="{771D35AD-4715-4301-979B-0CEBFD3D1244}" dt="2025-08-20T07:37:37.965" v="290" actId="26606"/>
          <ac:spMkLst>
            <pc:docMk/>
            <pc:sldMk cId="0" sldId="305"/>
            <ac:spMk id="14" creationId="{6B6E033A-DB2E-49B8-B600-B38E0C280263}"/>
          </ac:spMkLst>
        </pc:spChg>
        <pc:graphicFrameChg chg="add del">
          <ac:chgData name="mukul maheshwari" userId="12cb43e2ca5f0d2c" providerId="LiveId" clId="{771D35AD-4715-4301-979B-0CEBFD3D1244}" dt="2025-08-20T07:37:37.915" v="289" actId="26606"/>
          <ac:graphicFrameMkLst>
            <pc:docMk/>
            <pc:sldMk cId="0" sldId="305"/>
            <ac:graphicFrameMk id="5" creationId="{BA2EF6F8-A070-9D54-C223-494AB43F0B07}"/>
          </ac:graphicFrameMkLst>
        </pc:graphicFrameChg>
        <pc:graphicFrameChg chg="add">
          <ac:chgData name="mukul maheshwari" userId="12cb43e2ca5f0d2c" providerId="LiveId" clId="{771D35AD-4715-4301-979B-0CEBFD3D1244}" dt="2025-08-20T07:37:37.965" v="290" actId="26606"/>
          <ac:graphicFrameMkLst>
            <pc:docMk/>
            <pc:sldMk cId="0" sldId="305"/>
            <ac:graphicFrameMk id="15" creationId="{276F42EC-F7C7-F13D-6B11-B3441CC438C5}"/>
          </ac:graphicFrameMkLst>
        </pc:graphicFrameChg>
      </pc:sldChg>
      <pc:sldChg chg="addSp delSp modSp add mod setBg">
        <pc:chgData name="mukul maheshwari" userId="12cb43e2ca5f0d2c" providerId="LiveId" clId="{771D35AD-4715-4301-979B-0CEBFD3D1244}" dt="2025-08-20T07:44:15.753" v="344" actId="1076"/>
        <pc:sldMkLst>
          <pc:docMk/>
          <pc:sldMk cId="0" sldId="306"/>
        </pc:sldMkLst>
        <pc:spChg chg="mod">
          <ac:chgData name="mukul maheshwari" userId="12cb43e2ca5f0d2c" providerId="LiveId" clId="{771D35AD-4715-4301-979B-0CEBFD3D1244}" dt="2025-08-20T07:43:33.527" v="337" actId="26606"/>
          <ac:spMkLst>
            <pc:docMk/>
            <pc:sldMk cId="0" sldId="306"/>
            <ac:spMk id="2" creationId="{00000000-0000-0000-0000-000000000000}"/>
          </ac:spMkLst>
        </pc:spChg>
        <pc:spChg chg="del mod">
          <ac:chgData name="mukul maheshwari" userId="12cb43e2ca5f0d2c" providerId="LiveId" clId="{771D35AD-4715-4301-979B-0CEBFD3D1244}" dt="2025-08-20T07:38:06.494" v="297" actId="26606"/>
          <ac:spMkLst>
            <pc:docMk/>
            <pc:sldMk cId="0" sldId="306"/>
            <ac:spMk id="3" creationId="{00000000-0000-0000-0000-000000000000}"/>
          </ac:spMkLst>
        </pc:spChg>
        <pc:spChg chg="add del mod">
          <ac:chgData name="mukul maheshwari" userId="12cb43e2ca5f0d2c" providerId="LiveId" clId="{771D35AD-4715-4301-979B-0CEBFD3D1244}" dt="2025-08-20T07:40:19.533" v="303" actId="478"/>
          <ac:spMkLst>
            <pc:docMk/>
            <pc:sldMk cId="0" sldId="306"/>
            <ac:spMk id="8" creationId="{B5CD8B0B-A8AA-0D7C-51F8-E31889E5A171}"/>
          </ac:spMkLst>
        </pc:spChg>
        <pc:spChg chg="add del">
          <ac:chgData name="mukul maheshwari" userId="12cb43e2ca5f0d2c" providerId="LiveId" clId="{771D35AD-4715-4301-979B-0CEBFD3D1244}" dt="2025-08-20T07:42:46.691" v="327" actId="26606"/>
          <ac:spMkLst>
            <pc:docMk/>
            <pc:sldMk cId="0" sldId="306"/>
            <ac:spMk id="9" creationId="{BACC6370-2D7E-4714-9D71-7542949D7D5D}"/>
          </ac:spMkLst>
        </pc:spChg>
        <pc:spChg chg="add del">
          <ac:chgData name="mukul maheshwari" userId="12cb43e2ca5f0d2c" providerId="LiveId" clId="{771D35AD-4715-4301-979B-0CEBFD3D1244}" dt="2025-08-20T07:42:46.691" v="327" actId="26606"/>
          <ac:spMkLst>
            <pc:docMk/>
            <pc:sldMk cId="0" sldId="306"/>
            <ac:spMk id="11" creationId="{F68B3F68-107C-434F-AA38-110D5EA91B85}"/>
          </ac:spMkLst>
        </pc:spChg>
        <pc:spChg chg="add del mod topLvl">
          <ac:chgData name="mukul maheshwari" userId="12cb43e2ca5f0d2c" providerId="LiveId" clId="{771D35AD-4715-4301-979B-0CEBFD3D1244}" dt="2025-08-20T07:44:10.556" v="343" actId="14100"/>
          <ac:spMkLst>
            <pc:docMk/>
            <pc:sldMk cId="0" sldId="306"/>
            <ac:spMk id="12" creationId="{5EEE8C1D-5D28-507C-9C62-EF08738BF928}"/>
          </ac:spMkLst>
        </pc:spChg>
        <pc:spChg chg="add del">
          <ac:chgData name="mukul maheshwari" userId="12cb43e2ca5f0d2c" providerId="LiveId" clId="{771D35AD-4715-4301-979B-0CEBFD3D1244}" dt="2025-08-20T07:42:46.691" v="327" actId="26606"/>
          <ac:spMkLst>
            <pc:docMk/>
            <pc:sldMk cId="0" sldId="306"/>
            <ac:spMk id="13" creationId="{AAD0DBB9-1A4B-4391-81D4-CB19F9AB918A}"/>
          </ac:spMkLst>
        </pc:spChg>
        <pc:spChg chg="add del mod topLvl">
          <ac:chgData name="mukul maheshwari" userId="12cb43e2ca5f0d2c" providerId="LiveId" clId="{771D35AD-4715-4301-979B-0CEBFD3D1244}" dt="2025-08-20T07:44:00.319" v="341" actId="2085"/>
          <ac:spMkLst>
            <pc:docMk/>
            <pc:sldMk cId="0" sldId="306"/>
            <ac:spMk id="14" creationId="{E7FCEDCA-EC5D-35C7-57DF-EC52A6B695BE}"/>
          </ac:spMkLst>
        </pc:spChg>
        <pc:spChg chg="add del">
          <ac:chgData name="mukul maheshwari" userId="12cb43e2ca5f0d2c" providerId="LiveId" clId="{771D35AD-4715-4301-979B-0CEBFD3D1244}" dt="2025-08-20T07:42:46.691" v="327" actId="26606"/>
          <ac:spMkLst>
            <pc:docMk/>
            <pc:sldMk cId="0" sldId="306"/>
            <ac:spMk id="15" creationId="{063BBA22-50EA-4C4D-BE05-F1CE4E63AA56}"/>
          </ac:spMkLst>
        </pc:spChg>
        <pc:spChg chg="add del mod topLvl">
          <ac:chgData name="mukul maheshwari" userId="12cb43e2ca5f0d2c" providerId="LiveId" clId="{771D35AD-4715-4301-979B-0CEBFD3D1244}" dt="2025-08-20T07:44:15.753" v="344" actId="1076"/>
          <ac:spMkLst>
            <pc:docMk/>
            <pc:sldMk cId="0" sldId="306"/>
            <ac:spMk id="16" creationId="{B410A120-3C85-A832-D135-457A10427FC9}"/>
          </ac:spMkLst>
        </pc:spChg>
        <pc:spChg chg="add del mod topLvl">
          <ac:chgData name="mukul maheshwari" userId="12cb43e2ca5f0d2c" providerId="LiveId" clId="{771D35AD-4715-4301-979B-0CEBFD3D1244}" dt="2025-08-20T07:44:00.319" v="341" actId="2085"/>
          <ac:spMkLst>
            <pc:docMk/>
            <pc:sldMk cId="0" sldId="306"/>
            <ac:spMk id="17" creationId="{AD8D4187-17E2-4BA4-34E3-0BF1D7DD0A51}"/>
          </ac:spMkLst>
        </pc:spChg>
        <pc:spChg chg="add del mod topLvl">
          <ac:chgData name="mukul maheshwari" userId="12cb43e2ca5f0d2c" providerId="LiveId" clId="{771D35AD-4715-4301-979B-0CEBFD3D1244}" dt="2025-08-20T07:42:34.071" v="322" actId="164"/>
          <ac:spMkLst>
            <pc:docMk/>
            <pc:sldMk cId="0" sldId="306"/>
            <ac:spMk id="18" creationId="{A6C0C83F-5F0D-A7E3-1A41-0685364C524C}"/>
          </ac:spMkLst>
        </pc:spChg>
        <pc:spChg chg="add del mod topLvl">
          <ac:chgData name="mukul maheshwari" userId="12cb43e2ca5f0d2c" providerId="LiveId" clId="{771D35AD-4715-4301-979B-0CEBFD3D1244}" dt="2025-08-20T07:42:34.071" v="322" actId="164"/>
          <ac:spMkLst>
            <pc:docMk/>
            <pc:sldMk cId="0" sldId="306"/>
            <ac:spMk id="19" creationId="{B837B9AA-7927-E4FC-7EA1-B1CCC68703D5}"/>
          </ac:spMkLst>
        </pc:spChg>
        <pc:spChg chg="add del">
          <ac:chgData name="mukul maheshwari" userId="12cb43e2ca5f0d2c" providerId="LiveId" clId="{771D35AD-4715-4301-979B-0CEBFD3D1244}" dt="2025-08-20T07:40:57.223" v="306" actId="26606"/>
          <ac:spMkLst>
            <pc:docMk/>
            <pc:sldMk cId="0" sldId="306"/>
            <ac:spMk id="20" creationId="{7D144591-E9E9-4209-8701-3BB48A917D51}"/>
          </ac:spMkLst>
        </pc:spChg>
        <pc:spChg chg="add del mod topLvl">
          <ac:chgData name="mukul maheshwari" userId="12cb43e2ca5f0d2c" providerId="LiveId" clId="{771D35AD-4715-4301-979B-0CEBFD3D1244}" dt="2025-08-20T07:42:34.071" v="322" actId="164"/>
          <ac:spMkLst>
            <pc:docMk/>
            <pc:sldMk cId="0" sldId="306"/>
            <ac:spMk id="21" creationId="{4C60D85A-EB41-CB0A-69AC-2CFFFAD28CAC}"/>
          </ac:spMkLst>
        </pc:spChg>
        <pc:spChg chg="add del">
          <ac:chgData name="mukul maheshwari" userId="12cb43e2ca5f0d2c" providerId="LiveId" clId="{771D35AD-4715-4301-979B-0CEBFD3D1244}" dt="2025-08-20T07:41:00.342" v="308" actId="26606"/>
          <ac:spMkLst>
            <pc:docMk/>
            <pc:sldMk cId="0" sldId="306"/>
            <ac:spMk id="22" creationId="{955A2079-FA98-4876-80F0-72364A7D2EA4}"/>
          </ac:spMkLst>
        </pc:spChg>
        <pc:spChg chg="add del mod topLvl">
          <ac:chgData name="mukul maheshwari" userId="12cb43e2ca5f0d2c" providerId="LiveId" clId="{771D35AD-4715-4301-979B-0CEBFD3D1244}" dt="2025-08-20T07:42:34.071" v="322" actId="164"/>
          <ac:spMkLst>
            <pc:docMk/>
            <pc:sldMk cId="0" sldId="306"/>
            <ac:spMk id="23" creationId="{24899902-ECDF-0DF6-295A-5F91D47D1124}"/>
          </ac:spMkLst>
        </pc:spChg>
        <pc:spChg chg="add del">
          <ac:chgData name="mukul maheshwari" userId="12cb43e2ca5f0d2c" providerId="LiveId" clId="{771D35AD-4715-4301-979B-0CEBFD3D1244}" dt="2025-08-20T07:41:04.808" v="310" actId="26606"/>
          <ac:spMkLst>
            <pc:docMk/>
            <pc:sldMk cId="0" sldId="306"/>
            <ac:spMk id="24" creationId="{DCC231C8-C761-4B31-9B1C-C6D19248C6B3}"/>
          </ac:spMkLst>
        </pc:spChg>
        <pc:spChg chg="add del mod topLvl">
          <ac:chgData name="mukul maheshwari" userId="12cb43e2ca5f0d2c" providerId="LiveId" clId="{771D35AD-4715-4301-979B-0CEBFD3D1244}" dt="2025-08-20T07:41:51.252" v="318" actId="478"/>
          <ac:spMkLst>
            <pc:docMk/>
            <pc:sldMk cId="0" sldId="306"/>
            <ac:spMk id="25" creationId="{8F059DCA-A0F0-65CB-E840-9BF462C4E9EC}"/>
          </ac:spMkLst>
        </pc:spChg>
        <pc:spChg chg="add del mod topLvl">
          <ac:chgData name="mukul maheshwari" userId="12cb43e2ca5f0d2c" providerId="LiveId" clId="{771D35AD-4715-4301-979B-0CEBFD3D1244}" dt="2025-08-20T07:41:54.119" v="319" actId="478"/>
          <ac:spMkLst>
            <pc:docMk/>
            <pc:sldMk cId="0" sldId="306"/>
            <ac:spMk id="26" creationId="{FC40AF4D-159C-C0EB-CEAB-124ACD3A7E86}"/>
          </ac:spMkLst>
        </pc:spChg>
        <pc:spChg chg="add del">
          <ac:chgData name="mukul maheshwari" userId="12cb43e2ca5f0d2c" providerId="LiveId" clId="{771D35AD-4715-4301-979B-0CEBFD3D1244}" dt="2025-08-20T07:42:41.961" v="324" actId="26606"/>
          <ac:spMkLst>
            <pc:docMk/>
            <pc:sldMk cId="0" sldId="306"/>
            <ac:spMk id="32" creationId="{BACC6370-2D7E-4714-9D71-7542949D7D5D}"/>
          </ac:spMkLst>
        </pc:spChg>
        <pc:spChg chg="add del">
          <ac:chgData name="mukul maheshwari" userId="12cb43e2ca5f0d2c" providerId="LiveId" clId="{771D35AD-4715-4301-979B-0CEBFD3D1244}" dt="2025-08-20T07:42:41.961" v="324" actId="26606"/>
          <ac:spMkLst>
            <pc:docMk/>
            <pc:sldMk cId="0" sldId="306"/>
            <ac:spMk id="34" creationId="{F68B3F68-107C-434F-AA38-110D5EA91B85}"/>
          </ac:spMkLst>
        </pc:spChg>
        <pc:spChg chg="add del">
          <ac:chgData name="mukul maheshwari" userId="12cb43e2ca5f0d2c" providerId="LiveId" clId="{771D35AD-4715-4301-979B-0CEBFD3D1244}" dt="2025-08-20T07:42:41.961" v="324" actId="26606"/>
          <ac:spMkLst>
            <pc:docMk/>
            <pc:sldMk cId="0" sldId="306"/>
            <ac:spMk id="36" creationId="{AAD0DBB9-1A4B-4391-81D4-CB19F9AB918A}"/>
          </ac:spMkLst>
        </pc:spChg>
        <pc:spChg chg="add del">
          <ac:chgData name="mukul maheshwari" userId="12cb43e2ca5f0d2c" providerId="LiveId" clId="{771D35AD-4715-4301-979B-0CEBFD3D1244}" dt="2025-08-20T07:42:41.961" v="324" actId="26606"/>
          <ac:spMkLst>
            <pc:docMk/>
            <pc:sldMk cId="0" sldId="306"/>
            <ac:spMk id="38" creationId="{063BBA22-50EA-4C4D-BE05-F1CE4E63AA56}"/>
          </ac:spMkLst>
        </pc:spChg>
        <pc:spChg chg="add del">
          <ac:chgData name="mukul maheshwari" userId="12cb43e2ca5f0d2c" providerId="LiveId" clId="{771D35AD-4715-4301-979B-0CEBFD3D1244}" dt="2025-08-20T07:42:46.672" v="326" actId="26606"/>
          <ac:spMkLst>
            <pc:docMk/>
            <pc:sldMk cId="0" sldId="306"/>
            <ac:spMk id="40" creationId="{43F8A58B-5155-44CE-A5FF-7647B47D0A7A}"/>
          </ac:spMkLst>
        </pc:spChg>
        <pc:spChg chg="add del">
          <ac:chgData name="mukul maheshwari" userId="12cb43e2ca5f0d2c" providerId="LiveId" clId="{771D35AD-4715-4301-979B-0CEBFD3D1244}" dt="2025-08-20T07:42:46.672" v="326" actId="26606"/>
          <ac:spMkLst>
            <pc:docMk/>
            <pc:sldMk cId="0" sldId="306"/>
            <ac:spMk id="41" creationId="{BACC6370-2D7E-4714-9D71-7542949D7D5D}"/>
          </ac:spMkLst>
        </pc:spChg>
        <pc:spChg chg="add del">
          <ac:chgData name="mukul maheshwari" userId="12cb43e2ca5f0d2c" providerId="LiveId" clId="{771D35AD-4715-4301-979B-0CEBFD3D1244}" dt="2025-08-20T07:42:46.672" v="326" actId="26606"/>
          <ac:spMkLst>
            <pc:docMk/>
            <pc:sldMk cId="0" sldId="306"/>
            <ac:spMk id="42" creationId="{443F2ACA-E6D6-4028-82DD-F03C262D5DE6}"/>
          </ac:spMkLst>
        </pc:spChg>
        <pc:spChg chg="add del">
          <ac:chgData name="mukul maheshwari" userId="12cb43e2ca5f0d2c" providerId="LiveId" clId="{771D35AD-4715-4301-979B-0CEBFD3D1244}" dt="2025-08-20T07:42:46.672" v="326" actId="26606"/>
          <ac:spMkLst>
            <pc:docMk/>
            <pc:sldMk cId="0" sldId="306"/>
            <ac:spMk id="43" creationId="{256B2C21-A230-48C0-8DF1-C46611373C44}"/>
          </ac:spMkLst>
        </pc:spChg>
        <pc:spChg chg="add del">
          <ac:chgData name="mukul maheshwari" userId="12cb43e2ca5f0d2c" providerId="LiveId" clId="{771D35AD-4715-4301-979B-0CEBFD3D1244}" dt="2025-08-20T07:42:46.672" v="326" actId="26606"/>
          <ac:spMkLst>
            <pc:docMk/>
            <pc:sldMk cId="0" sldId="306"/>
            <ac:spMk id="44" creationId="{3847E18C-932D-4C95-AABA-FEC7C9499AD7}"/>
          </ac:spMkLst>
        </pc:spChg>
        <pc:spChg chg="add del">
          <ac:chgData name="mukul maheshwari" userId="12cb43e2ca5f0d2c" providerId="LiveId" clId="{771D35AD-4715-4301-979B-0CEBFD3D1244}" dt="2025-08-20T07:42:46.672" v="326" actId="26606"/>
          <ac:spMkLst>
            <pc:docMk/>
            <pc:sldMk cId="0" sldId="306"/>
            <ac:spMk id="45" creationId="{3150CB11-0C61-439E-910F-5787759E72A0}"/>
          </ac:spMkLst>
        </pc:spChg>
        <pc:spChg chg="add del">
          <ac:chgData name="mukul maheshwari" userId="12cb43e2ca5f0d2c" providerId="LiveId" clId="{771D35AD-4715-4301-979B-0CEBFD3D1244}" dt="2025-08-20T07:43:33.527" v="337" actId="26606"/>
          <ac:spMkLst>
            <pc:docMk/>
            <pc:sldMk cId="0" sldId="306"/>
            <ac:spMk id="47" creationId="{545D489D-16E1-484D-867B-144368D74B83}"/>
          </ac:spMkLst>
        </pc:spChg>
        <pc:spChg chg="add del">
          <ac:chgData name="mukul maheshwari" userId="12cb43e2ca5f0d2c" providerId="LiveId" clId="{771D35AD-4715-4301-979B-0CEBFD3D1244}" dt="2025-08-20T07:43:33.527" v="337" actId="26606"/>
          <ac:spMkLst>
            <pc:docMk/>
            <pc:sldMk cId="0" sldId="306"/>
            <ac:spMk id="48" creationId="{49A496F5-B01E-4BF8-9D1E-C4E53B6F9652}"/>
          </ac:spMkLst>
        </pc:spChg>
        <pc:spChg chg="add del">
          <ac:chgData name="mukul maheshwari" userId="12cb43e2ca5f0d2c" providerId="LiveId" clId="{771D35AD-4715-4301-979B-0CEBFD3D1244}" dt="2025-08-20T07:43:33.527" v="337" actId="26606"/>
          <ac:spMkLst>
            <pc:docMk/>
            <pc:sldMk cId="0" sldId="306"/>
            <ac:spMk id="49" creationId="{6E895C8D-1379-40B8-8B1B-B6F5AEAF0A6C}"/>
          </ac:spMkLst>
        </pc:spChg>
        <pc:spChg chg="add del">
          <ac:chgData name="mukul maheshwari" userId="12cb43e2ca5f0d2c" providerId="LiveId" clId="{771D35AD-4715-4301-979B-0CEBFD3D1244}" dt="2025-08-20T07:43:33.507" v="336" actId="26606"/>
          <ac:spMkLst>
            <pc:docMk/>
            <pc:sldMk cId="0" sldId="306"/>
            <ac:spMk id="54" creationId="{BACC6370-2D7E-4714-9D71-7542949D7D5D}"/>
          </ac:spMkLst>
        </pc:spChg>
        <pc:spChg chg="add del">
          <ac:chgData name="mukul maheshwari" userId="12cb43e2ca5f0d2c" providerId="LiveId" clId="{771D35AD-4715-4301-979B-0CEBFD3D1244}" dt="2025-08-20T07:43:33.507" v="336" actId="26606"/>
          <ac:spMkLst>
            <pc:docMk/>
            <pc:sldMk cId="0" sldId="306"/>
            <ac:spMk id="56" creationId="{256B2C21-A230-48C0-8DF1-C46611373C44}"/>
          </ac:spMkLst>
        </pc:spChg>
        <pc:spChg chg="add del">
          <ac:chgData name="mukul maheshwari" userId="12cb43e2ca5f0d2c" providerId="LiveId" clId="{771D35AD-4715-4301-979B-0CEBFD3D1244}" dt="2025-08-20T07:43:33.507" v="336" actId="26606"/>
          <ac:spMkLst>
            <pc:docMk/>
            <pc:sldMk cId="0" sldId="306"/>
            <ac:spMk id="58" creationId="{3847E18C-932D-4C95-AABA-FEC7C9499AD7}"/>
          </ac:spMkLst>
        </pc:spChg>
        <pc:spChg chg="add del">
          <ac:chgData name="mukul maheshwari" userId="12cb43e2ca5f0d2c" providerId="LiveId" clId="{771D35AD-4715-4301-979B-0CEBFD3D1244}" dt="2025-08-20T07:43:33.507" v="336" actId="26606"/>
          <ac:spMkLst>
            <pc:docMk/>
            <pc:sldMk cId="0" sldId="306"/>
            <ac:spMk id="60" creationId="{3150CB11-0C61-439E-910F-5787759E72A0}"/>
          </ac:spMkLst>
        </pc:spChg>
        <pc:spChg chg="add del">
          <ac:chgData name="mukul maheshwari" userId="12cb43e2ca5f0d2c" providerId="LiveId" clId="{771D35AD-4715-4301-979B-0CEBFD3D1244}" dt="2025-08-20T07:43:33.507" v="336" actId="26606"/>
          <ac:spMkLst>
            <pc:docMk/>
            <pc:sldMk cId="0" sldId="306"/>
            <ac:spMk id="62" creationId="{43F8A58B-5155-44CE-A5FF-7647B47D0A7A}"/>
          </ac:spMkLst>
        </pc:spChg>
        <pc:spChg chg="add del">
          <ac:chgData name="mukul maheshwari" userId="12cb43e2ca5f0d2c" providerId="LiveId" clId="{771D35AD-4715-4301-979B-0CEBFD3D1244}" dt="2025-08-20T07:43:33.507" v="336" actId="26606"/>
          <ac:spMkLst>
            <pc:docMk/>
            <pc:sldMk cId="0" sldId="306"/>
            <ac:spMk id="64" creationId="{443F2ACA-E6D6-4028-82DD-F03C262D5DE6}"/>
          </ac:spMkLst>
        </pc:spChg>
        <pc:spChg chg="add">
          <ac:chgData name="mukul maheshwari" userId="12cb43e2ca5f0d2c" providerId="LiveId" clId="{771D35AD-4715-4301-979B-0CEBFD3D1244}" dt="2025-08-20T07:43:33.527" v="337" actId="26606"/>
          <ac:spMkLst>
            <pc:docMk/>
            <pc:sldMk cId="0" sldId="306"/>
            <ac:spMk id="66" creationId="{BC68A55F-7B32-44D8-AEE5-1AF40532656C}"/>
          </ac:spMkLst>
        </pc:spChg>
        <pc:spChg chg="add">
          <ac:chgData name="mukul maheshwari" userId="12cb43e2ca5f0d2c" providerId="LiveId" clId="{771D35AD-4715-4301-979B-0CEBFD3D1244}" dt="2025-08-20T07:43:33.527" v="337" actId="26606"/>
          <ac:spMkLst>
            <pc:docMk/>
            <pc:sldMk cId="0" sldId="306"/>
            <ac:spMk id="67" creationId="{CD1AAA2C-FBBE-42AA-B869-31D524B7653F}"/>
          </ac:spMkLst>
        </pc:spChg>
        <pc:spChg chg="add">
          <ac:chgData name="mukul maheshwari" userId="12cb43e2ca5f0d2c" providerId="LiveId" clId="{771D35AD-4715-4301-979B-0CEBFD3D1244}" dt="2025-08-20T07:43:33.527" v="337" actId="26606"/>
          <ac:spMkLst>
            <pc:docMk/>
            <pc:sldMk cId="0" sldId="306"/>
            <ac:spMk id="68" creationId="{5F937BBF-9326-4230-AB1B-F1795E350559}"/>
          </ac:spMkLst>
        </pc:spChg>
        <pc:grpChg chg="add mod">
          <ac:chgData name="mukul maheshwari" userId="12cb43e2ca5f0d2c" providerId="LiveId" clId="{771D35AD-4715-4301-979B-0CEBFD3D1244}" dt="2025-08-20T07:43:33.527" v="337" actId="26606"/>
          <ac:grpSpMkLst>
            <pc:docMk/>
            <pc:sldMk cId="0" sldId="306"/>
            <ac:grpSpMk id="27" creationId="{7D08AA09-68CF-D0C4-8CC2-1B7D1F42A780}"/>
          </ac:grpSpMkLst>
        </pc:grpChg>
        <pc:graphicFrameChg chg="add del modGraphic">
          <ac:chgData name="mukul maheshwari" userId="12cb43e2ca5f0d2c" providerId="LiveId" clId="{771D35AD-4715-4301-979B-0CEBFD3D1244}" dt="2025-08-20T07:39:40.166" v="299" actId="478"/>
          <ac:graphicFrameMkLst>
            <pc:docMk/>
            <pc:sldMk cId="0" sldId="306"/>
            <ac:graphicFrameMk id="4" creationId="{DF68B2C8-F109-A308-4EE0-F45164055C0A}"/>
          </ac:graphicFrameMkLst>
        </pc:graphicFrameChg>
        <pc:graphicFrameChg chg="add del">
          <ac:chgData name="mukul maheshwari" userId="12cb43e2ca5f0d2c" providerId="LiveId" clId="{771D35AD-4715-4301-979B-0CEBFD3D1244}" dt="2025-08-20T07:40:16.296" v="302" actId="478"/>
          <ac:graphicFrameMkLst>
            <pc:docMk/>
            <pc:sldMk cId="0" sldId="306"/>
            <ac:graphicFrameMk id="5" creationId="{84D56128-AB94-0204-9FA2-E3A568D59F96}"/>
          </ac:graphicFrameMkLst>
        </pc:graphicFrameChg>
        <pc:graphicFrameChg chg="add mod modGraphic">
          <ac:chgData name="mukul maheshwari" userId="12cb43e2ca5f0d2c" providerId="LiveId" clId="{771D35AD-4715-4301-979B-0CEBFD3D1244}" dt="2025-08-20T07:41:28.414" v="313"/>
          <ac:graphicFrameMkLst>
            <pc:docMk/>
            <pc:sldMk cId="0" sldId="306"/>
            <ac:graphicFrameMk id="6" creationId="{C2E341EB-2DD4-F6AA-F2E2-8091E44D0FA9}"/>
          </ac:graphicFrameMkLst>
        </pc:graphicFrameChg>
      </pc:sldChg>
      <pc:sldChg chg="addSp delSp modSp add mod setBg">
        <pc:chgData name="mukul maheshwari" userId="12cb43e2ca5f0d2c" providerId="LiveId" clId="{771D35AD-4715-4301-979B-0CEBFD3D1244}" dt="2025-08-20T07:45:24.240" v="356"/>
        <pc:sldMkLst>
          <pc:docMk/>
          <pc:sldMk cId="0" sldId="307"/>
        </pc:sldMkLst>
        <pc:spChg chg="mod">
          <ac:chgData name="mukul maheshwari" userId="12cb43e2ca5f0d2c" providerId="LiveId" clId="{771D35AD-4715-4301-979B-0CEBFD3D1244}" dt="2025-08-20T07:44:42.907" v="350" actId="26606"/>
          <ac:spMkLst>
            <pc:docMk/>
            <pc:sldMk cId="0" sldId="307"/>
            <ac:spMk id="2" creationId="{00000000-0000-0000-0000-000000000000}"/>
          </ac:spMkLst>
        </pc:spChg>
        <pc:spChg chg="del mod">
          <ac:chgData name="mukul maheshwari" userId="12cb43e2ca5f0d2c" providerId="LiveId" clId="{771D35AD-4715-4301-979B-0CEBFD3D1244}" dt="2025-08-20T07:44:42.907" v="350" actId="26606"/>
          <ac:spMkLst>
            <pc:docMk/>
            <pc:sldMk cId="0" sldId="307"/>
            <ac:spMk id="3" creationId="{00000000-0000-0000-0000-000000000000}"/>
          </ac:spMkLst>
        </pc:spChg>
        <pc:spChg chg="add">
          <ac:chgData name="mukul maheshwari" userId="12cb43e2ca5f0d2c" providerId="LiveId" clId="{771D35AD-4715-4301-979B-0CEBFD3D1244}" dt="2025-08-20T07:44:42.907" v="350" actId="26606"/>
          <ac:spMkLst>
            <pc:docMk/>
            <pc:sldMk cId="0" sldId="307"/>
            <ac:spMk id="10" creationId="{B50AB553-2A96-4A92-96F2-93548E096954}"/>
          </ac:spMkLst>
        </pc:spChg>
        <pc:graphicFrameChg chg="add mod modGraphic">
          <ac:chgData name="mukul maheshwari" userId="12cb43e2ca5f0d2c" providerId="LiveId" clId="{771D35AD-4715-4301-979B-0CEBFD3D1244}" dt="2025-08-20T07:45:24.240" v="356"/>
          <ac:graphicFrameMkLst>
            <pc:docMk/>
            <pc:sldMk cId="0" sldId="307"/>
            <ac:graphicFrameMk id="5" creationId="{8483516C-1A2D-EADF-70E5-E95D96A995C0}"/>
          </ac:graphicFrameMkLst>
        </pc:graphicFrameChg>
        <pc:picChg chg="add">
          <ac:chgData name="mukul maheshwari" userId="12cb43e2ca5f0d2c" providerId="LiveId" clId="{771D35AD-4715-4301-979B-0CEBFD3D1244}" dt="2025-08-20T07:44:42.907" v="350" actId="26606"/>
          <ac:picMkLst>
            <pc:docMk/>
            <pc:sldMk cId="0" sldId="307"/>
            <ac:picMk id="6" creationId="{F9531914-D295-EEA0-4011-EB09AF3FD7AF}"/>
          </ac:picMkLst>
        </pc:picChg>
      </pc:sldChg>
      <pc:sldChg chg="addSp delSp modSp add mod setBg">
        <pc:chgData name="mukul maheshwari" userId="12cb43e2ca5f0d2c" providerId="LiveId" clId="{771D35AD-4715-4301-979B-0CEBFD3D1244}" dt="2025-08-20T07:45:57.787" v="364" actId="26606"/>
        <pc:sldMkLst>
          <pc:docMk/>
          <pc:sldMk cId="0" sldId="308"/>
        </pc:sldMkLst>
        <pc:spChg chg="mod">
          <ac:chgData name="mukul maheshwari" userId="12cb43e2ca5f0d2c" providerId="LiveId" clId="{771D35AD-4715-4301-979B-0CEBFD3D1244}" dt="2025-08-20T07:45:57.738" v="363" actId="26606"/>
          <ac:spMkLst>
            <pc:docMk/>
            <pc:sldMk cId="0" sldId="308"/>
            <ac:spMk id="2" creationId="{00000000-0000-0000-0000-000000000000}"/>
          </ac:spMkLst>
        </pc:spChg>
        <pc:spChg chg="add del mod">
          <ac:chgData name="mukul maheshwari" userId="12cb43e2ca5f0d2c" providerId="LiveId" clId="{771D35AD-4715-4301-979B-0CEBFD3D1244}" dt="2025-08-20T07:45:57.787" v="364" actId="26606"/>
          <ac:spMkLst>
            <pc:docMk/>
            <pc:sldMk cId="0" sldId="308"/>
            <ac:spMk id="3" creationId="{00000000-0000-0000-0000-000000000000}"/>
          </ac:spMkLst>
        </pc:spChg>
        <pc:spChg chg="add del">
          <ac:chgData name="mukul maheshwari" userId="12cb43e2ca5f0d2c" providerId="LiveId" clId="{771D35AD-4715-4301-979B-0CEBFD3D1244}" dt="2025-08-20T07:45:57.738" v="363" actId="26606"/>
          <ac:spMkLst>
            <pc:docMk/>
            <pc:sldMk cId="0" sldId="308"/>
            <ac:spMk id="10" creationId="{B50AB553-2A96-4A92-96F2-93548E096954}"/>
          </ac:spMkLst>
        </pc:spChg>
        <pc:graphicFrameChg chg="add del">
          <ac:chgData name="mukul maheshwari" userId="12cb43e2ca5f0d2c" providerId="LiveId" clId="{771D35AD-4715-4301-979B-0CEBFD3D1244}" dt="2025-08-20T07:45:57.738" v="363" actId="26606"/>
          <ac:graphicFrameMkLst>
            <pc:docMk/>
            <pc:sldMk cId="0" sldId="308"/>
            <ac:graphicFrameMk id="5" creationId="{9F26E552-2248-0DC9-FB41-F946EDBC73E3}"/>
          </ac:graphicFrameMkLst>
        </pc:graphicFrameChg>
        <pc:graphicFrameChg chg="add">
          <ac:chgData name="mukul maheshwari" userId="12cb43e2ca5f0d2c" providerId="LiveId" clId="{771D35AD-4715-4301-979B-0CEBFD3D1244}" dt="2025-08-20T07:45:57.787" v="364" actId="26606"/>
          <ac:graphicFrameMkLst>
            <pc:docMk/>
            <pc:sldMk cId="0" sldId="308"/>
            <ac:graphicFrameMk id="12" creationId="{33DDB260-CC1A-61AB-BCC9-750EFD21602A}"/>
          </ac:graphicFrameMkLst>
        </pc:graphicFrameChg>
        <pc:picChg chg="add del">
          <ac:chgData name="mukul maheshwari" userId="12cb43e2ca5f0d2c" providerId="LiveId" clId="{771D35AD-4715-4301-979B-0CEBFD3D1244}" dt="2025-08-20T07:45:57.738" v="363" actId="26606"/>
          <ac:picMkLst>
            <pc:docMk/>
            <pc:sldMk cId="0" sldId="308"/>
            <ac:picMk id="6" creationId="{5A41319F-CA7B-90B9-DC40-81F80ED6CC7D}"/>
          </ac:picMkLst>
        </pc:picChg>
      </pc:sldChg>
      <pc:sldChg chg="addSp delSp modSp add mod setBg">
        <pc:chgData name="mukul maheshwari" userId="12cb43e2ca5f0d2c" providerId="LiveId" clId="{771D35AD-4715-4301-979B-0CEBFD3D1244}" dt="2025-08-20T20:42:32.891" v="2370" actId="27636"/>
        <pc:sldMkLst>
          <pc:docMk/>
          <pc:sldMk cId="0" sldId="309"/>
        </pc:sldMkLst>
        <pc:spChg chg="mod">
          <ac:chgData name="mukul maheshwari" userId="12cb43e2ca5f0d2c" providerId="LiveId" clId="{771D35AD-4715-4301-979B-0CEBFD3D1244}" dt="2025-08-20T07:50:59.488" v="422" actId="26606"/>
          <ac:spMkLst>
            <pc:docMk/>
            <pc:sldMk cId="0" sldId="309"/>
            <ac:spMk id="2" creationId="{00000000-0000-0000-0000-000000000000}"/>
          </ac:spMkLst>
        </pc:spChg>
        <pc:spChg chg="add del mod">
          <ac:chgData name="mukul maheshwari" userId="12cb43e2ca5f0d2c" providerId="LiveId" clId="{771D35AD-4715-4301-979B-0CEBFD3D1244}" dt="2025-08-20T07:50:59.488" v="422" actId="26606"/>
          <ac:spMkLst>
            <pc:docMk/>
            <pc:sldMk cId="0" sldId="309"/>
            <ac:spMk id="3" creationId="{00000000-0000-0000-0000-000000000000}"/>
          </ac:spMkLst>
        </pc:spChg>
        <pc:spChg chg="add">
          <ac:chgData name="mukul maheshwari" userId="12cb43e2ca5f0d2c" providerId="LiveId" clId="{771D35AD-4715-4301-979B-0CEBFD3D1244}" dt="2025-08-20T07:50:59.488" v="422" actId="26606"/>
          <ac:spMkLst>
            <pc:docMk/>
            <pc:sldMk cId="0" sldId="309"/>
            <ac:spMk id="8" creationId="{09588DA8-065E-4F6F-8EFD-43104AB2E0CF}"/>
          </ac:spMkLst>
        </pc:spChg>
        <pc:spChg chg="add del">
          <ac:chgData name="mukul maheshwari" userId="12cb43e2ca5f0d2c" providerId="LiveId" clId="{771D35AD-4715-4301-979B-0CEBFD3D1244}" dt="2025-08-20T07:50:59.465" v="421" actId="26606"/>
          <ac:spMkLst>
            <pc:docMk/>
            <pc:sldMk cId="0" sldId="309"/>
            <ac:spMk id="10" creationId="{B50AB553-2A96-4A92-96F2-93548E096954}"/>
          </ac:spMkLst>
        </pc:spChg>
        <pc:spChg chg="add">
          <ac:chgData name="mukul maheshwari" userId="12cb43e2ca5f0d2c" providerId="LiveId" clId="{771D35AD-4715-4301-979B-0CEBFD3D1244}" dt="2025-08-20T07:50:59.488" v="422" actId="26606"/>
          <ac:spMkLst>
            <pc:docMk/>
            <pc:sldMk cId="0" sldId="309"/>
            <ac:spMk id="12" creationId="{CD9FE4EF-C4D8-49A0-B2FF-81D8DB7D8A24}"/>
          </ac:spMkLst>
        </pc:spChg>
        <pc:spChg chg="add">
          <ac:chgData name="mukul maheshwari" userId="12cb43e2ca5f0d2c" providerId="LiveId" clId="{771D35AD-4715-4301-979B-0CEBFD3D1244}" dt="2025-08-20T07:50:59.488" v="422" actId="26606"/>
          <ac:spMkLst>
            <pc:docMk/>
            <pc:sldMk cId="0" sldId="309"/>
            <ac:spMk id="13" creationId="{C4285719-470E-454C-AF62-8323075F1F5B}"/>
          </ac:spMkLst>
        </pc:spChg>
        <pc:spChg chg="add">
          <ac:chgData name="mukul maheshwari" userId="12cb43e2ca5f0d2c" providerId="LiveId" clId="{771D35AD-4715-4301-979B-0CEBFD3D1244}" dt="2025-08-20T07:50:59.488" v="422" actId="26606"/>
          <ac:spMkLst>
            <pc:docMk/>
            <pc:sldMk cId="0" sldId="309"/>
            <ac:spMk id="14" creationId="{4300840D-0A0B-4512-BACA-B439D5B9C57C}"/>
          </ac:spMkLst>
        </pc:spChg>
        <pc:spChg chg="add mod">
          <ac:chgData name="mukul maheshwari" userId="12cb43e2ca5f0d2c" providerId="LiveId" clId="{771D35AD-4715-4301-979B-0CEBFD3D1244}" dt="2025-08-20T20:42:32.891" v="2370" actId="27636"/>
          <ac:spMkLst>
            <pc:docMk/>
            <pc:sldMk cId="0" sldId="309"/>
            <ac:spMk id="15" creationId="{00000000-0000-0000-0000-000000000000}"/>
          </ac:spMkLst>
        </pc:spChg>
        <pc:spChg chg="add">
          <ac:chgData name="mukul maheshwari" userId="12cb43e2ca5f0d2c" providerId="LiveId" clId="{771D35AD-4715-4301-979B-0CEBFD3D1244}" dt="2025-08-20T07:50:59.488" v="422" actId="26606"/>
          <ac:spMkLst>
            <pc:docMk/>
            <pc:sldMk cId="0" sldId="309"/>
            <ac:spMk id="16" creationId="{D2B78728-A580-49A7-84F9-6EF6F583ADE0}"/>
          </ac:spMkLst>
        </pc:spChg>
        <pc:spChg chg="add">
          <ac:chgData name="mukul maheshwari" userId="12cb43e2ca5f0d2c" providerId="LiveId" clId="{771D35AD-4715-4301-979B-0CEBFD3D1244}" dt="2025-08-20T07:50:59.488" v="422" actId="26606"/>
          <ac:spMkLst>
            <pc:docMk/>
            <pc:sldMk cId="0" sldId="309"/>
            <ac:spMk id="18" creationId="{38FAA1A1-D861-433F-88FA-1E9D6FD31D11}"/>
          </ac:spMkLst>
        </pc:spChg>
        <pc:spChg chg="add">
          <ac:chgData name="mukul maheshwari" userId="12cb43e2ca5f0d2c" providerId="LiveId" clId="{771D35AD-4715-4301-979B-0CEBFD3D1244}" dt="2025-08-20T07:50:59.488" v="422" actId="26606"/>
          <ac:spMkLst>
            <pc:docMk/>
            <pc:sldMk cId="0" sldId="309"/>
            <ac:spMk id="20" creationId="{8D71EDA1-87BF-4D5D-AB79-F346FD19278A}"/>
          </ac:spMkLst>
        </pc:spChg>
        <pc:graphicFrameChg chg="add del">
          <ac:chgData name="mukul maheshwari" userId="12cb43e2ca5f0d2c" providerId="LiveId" clId="{771D35AD-4715-4301-979B-0CEBFD3D1244}" dt="2025-08-20T07:50:59.465" v="421" actId="26606"/>
          <ac:graphicFrameMkLst>
            <pc:docMk/>
            <pc:sldMk cId="0" sldId="309"/>
            <ac:graphicFrameMk id="5" creationId="{4FE4809A-30B6-C3A7-CD90-C2F5E37FAB66}"/>
          </ac:graphicFrameMkLst>
        </pc:graphicFrameChg>
        <pc:picChg chg="add del">
          <ac:chgData name="mukul maheshwari" userId="12cb43e2ca5f0d2c" providerId="LiveId" clId="{771D35AD-4715-4301-979B-0CEBFD3D1244}" dt="2025-08-20T07:50:59.465" v="421" actId="26606"/>
          <ac:picMkLst>
            <pc:docMk/>
            <pc:sldMk cId="0" sldId="309"/>
            <ac:picMk id="6" creationId="{05E08947-7E8A-3C67-9BC6-D5DA07F95895}"/>
          </ac:picMkLst>
        </pc:picChg>
      </pc:sldChg>
      <pc:sldChg chg="addSp delSp modSp new mod ord">
        <pc:chgData name="mukul maheshwari" userId="12cb43e2ca5f0d2c" providerId="LiveId" clId="{771D35AD-4715-4301-979B-0CEBFD3D1244}" dt="2025-08-20T20:43:08.659" v="2373" actId="20577"/>
        <pc:sldMkLst>
          <pc:docMk/>
          <pc:sldMk cId="1681614890" sldId="310"/>
        </pc:sldMkLst>
        <pc:spChg chg="mod">
          <ac:chgData name="mukul maheshwari" userId="12cb43e2ca5f0d2c" providerId="LiveId" clId="{771D35AD-4715-4301-979B-0CEBFD3D1244}" dt="2025-08-20T07:46:55.697" v="398" actId="20577"/>
          <ac:spMkLst>
            <pc:docMk/>
            <pc:sldMk cId="1681614890" sldId="310"/>
            <ac:spMk id="2" creationId="{55794432-1C9D-39F3-4FD4-F4B0D51BA4C7}"/>
          </ac:spMkLst>
        </pc:spChg>
        <pc:spChg chg="add del mod">
          <ac:chgData name="mukul maheshwari" userId="12cb43e2ca5f0d2c" providerId="LiveId" clId="{771D35AD-4715-4301-979B-0CEBFD3D1244}" dt="2025-08-20T20:43:08.659" v="2373" actId="20577"/>
          <ac:spMkLst>
            <pc:docMk/>
            <pc:sldMk cId="1681614890" sldId="310"/>
            <ac:spMk id="3" creationId="{27F89C45-CA6A-B63C-CBE3-3FABB627CAC1}"/>
          </ac:spMkLst>
        </pc:spChg>
        <pc:spChg chg="add mod">
          <ac:chgData name="mukul maheshwari" userId="12cb43e2ca5f0d2c" providerId="LiveId" clId="{771D35AD-4715-4301-979B-0CEBFD3D1244}" dt="2025-08-20T07:47:00.482" v="400"/>
          <ac:spMkLst>
            <pc:docMk/>
            <pc:sldMk cId="1681614890" sldId="310"/>
            <ac:spMk id="4" creationId="{4E54AD54-2790-F50A-97C8-EC9CBA1B13CA}"/>
          </ac:spMkLst>
        </pc:spChg>
      </pc:sldChg>
      <pc:sldChg chg="modSp add mod ord">
        <pc:chgData name="mukul maheshwari" userId="12cb43e2ca5f0d2c" providerId="LiveId" clId="{771D35AD-4715-4301-979B-0CEBFD3D1244}" dt="2025-08-20T07:50:22.493" v="412"/>
        <pc:sldMkLst>
          <pc:docMk/>
          <pc:sldMk cId="4225002778" sldId="311"/>
        </pc:sldMkLst>
        <pc:spChg chg="mod">
          <ac:chgData name="mukul maheshwari" userId="12cb43e2ca5f0d2c" providerId="LiveId" clId="{771D35AD-4715-4301-979B-0CEBFD3D1244}" dt="2025-08-20T07:49:49.519" v="410" actId="27636"/>
          <ac:spMkLst>
            <pc:docMk/>
            <pc:sldMk cId="4225002778" sldId="311"/>
            <ac:spMk id="3" creationId="{0B33EBBB-4C38-7677-6B52-B975A18C73A1}"/>
          </ac:spMkLst>
        </pc:spChg>
      </pc:sldChg>
      <pc:sldChg chg="modSp add mod">
        <pc:chgData name="mukul maheshwari" userId="12cb43e2ca5f0d2c" providerId="LiveId" clId="{771D35AD-4715-4301-979B-0CEBFD3D1244}" dt="2025-08-20T20:49:12.914" v="2418" actId="20577"/>
        <pc:sldMkLst>
          <pc:docMk/>
          <pc:sldMk cId="564846738" sldId="312"/>
        </pc:sldMkLst>
        <pc:spChg chg="mod">
          <ac:chgData name="mukul maheshwari" userId="12cb43e2ca5f0d2c" providerId="LiveId" clId="{771D35AD-4715-4301-979B-0CEBFD3D1244}" dt="2025-08-20T08:01:45.964" v="638" actId="20577"/>
          <ac:spMkLst>
            <pc:docMk/>
            <pc:sldMk cId="564846738" sldId="312"/>
            <ac:spMk id="2" creationId="{2A72F081-6664-B232-ABEC-9F869193A0CF}"/>
          </ac:spMkLst>
        </pc:spChg>
        <pc:spChg chg="mod">
          <ac:chgData name="mukul maheshwari" userId="12cb43e2ca5f0d2c" providerId="LiveId" clId="{771D35AD-4715-4301-979B-0CEBFD3D1244}" dt="2025-08-20T08:01:53.625" v="640" actId="27636"/>
          <ac:spMkLst>
            <pc:docMk/>
            <pc:sldMk cId="564846738" sldId="312"/>
            <ac:spMk id="4" creationId="{E4CD23DF-04C1-28B7-9B4B-F00816F9F8BA}"/>
          </ac:spMkLst>
        </pc:spChg>
        <pc:graphicFrameChg chg="modGraphic">
          <ac:chgData name="mukul maheshwari" userId="12cb43e2ca5f0d2c" providerId="LiveId" clId="{771D35AD-4715-4301-979B-0CEBFD3D1244}" dt="2025-08-20T20:49:12.914" v="2418" actId="20577"/>
          <ac:graphicFrameMkLst>
            <pc:docMk/>
            <pc:sldMk cId="564846738" sldId="312"/>
            <ac:graphicFrameMk id="17" creationId="{2D8CF32E-8756-FD51-CA80-CCB5DCCDA87A}"/>
          </ac:graphicFrameMkLst>
        </pc:graphicFrameChg>
      </pc:sldChg>
      <pc:sldChg chg="modSp add mod">
        <pc:chgData name="mukul maheshwari" userId="12cb43e2ca5f0d2c" providerId="LiveId" clId="{771D35AD-4715-4301-979B-0CEBFD3D1244}" dt="2025-08-20T20:49:45.343" v="2421" actId="403"/>
        <pc:sldMkLst>
          <pc:docMk/>
          <pc:sldMk cId="1137978678" sldId="313"/>
        </pc:sldMkLst>
        <pc:spChg chg="mod">
          <ac:chgData name="mukul maheshwari" userId="12cb43e2ca5f0d2c" providerId="LiveId" clId="{771D35AD-4715-4301-979B-0CEBFD3D1244}" dt="2025-08-20T08:03:06.287" v="669" actId="20577"/>
          <ac:spMkLst>
            <pc:docMk/>
            <pc:sldMk cId="1137978678" sldId="313"/>
            <ac:spMk id="2" creationId="{10A690E9-AE2A-570F-C011-F0F6FEE52095}"/>
          </ac:spMkLst>
        </pc:spChg>
        <pc:spChg chg="mod">
          <ac:chgData name="mukul maheshwari" userId="12cb43e2ca5f0d2c" providerId="LiveId" clId="{771D35AD-4715-4301-979B-0CEBFD3D1244}" dt="2025-08-20T08:03:13.429" v="670"/>
          <ac:spMkLst>
            <pc:docMk/>
            <pc:sldMk cId="1137978678" sldId="313"/>
            <ac:spMk id="4" creationId="{B2909E2C-963F-47FA-707B-2953299AD883}"/>
          </ac:spMkLst>
        </pc:spChg>
        <pc:graphicFrameChg chg="modGraphic">
          <ac:chgData name="mukul maheshwari" userId="12cb43e2ca5f0d2c" providerId="LiveId" clId="{771D35AD-4715-4301-979B-0CEBFD3D1244}" dt="2025-08-20T20:49:45.343" v="2421" actId="403"/>
          <ac:graphicFrameMkLst>
            <pc:docMk/>
            <pc:sldMk cId="1137978678" sldId="313"/>
            <ac:graphicFrameMk id="6" creationId="{F4ABB4A8-89B2-CF76-C623-E4D6B4622858}"/>
          </ac:graphicFrameMkLst>
        </pc:graphicFrameChg>
      </pc:sldChg>
      <pc:sldChg chg="modSp add mod">
        <pc:chgData name="mukul maheshwari" userId="12cb43e2ca5f0d2c" providerId="LiveId" clId="{771D35AD-4715-4301-979B-0CEBFD3D1244}" dt="2025-08-20T08:05:52.676" v="738" actId="20577"/>
        <pc:sldMkLst>
          <pc:docMk/>
          <pc:sldMk cId="2977610300" sldId="314"/>
        </pc:sldMkLst>
        <pc:spChg chg="mod">
          <ac:chgData name="mukul maheshwari" userId="12cb43e2ca5f0d2c" providerId="LiveId" clId="{771D35AD-4715-4301-979B-0CEBFD3D1244}" dt="2025-08-20T08:05:42.071" v="736" actId="20577"/>
          <ac:spMkLst>
            <pc:docMk/>
            <pc:sldMk cId="2977610300" sldId="314"/>
            <ac:spMk id="2" creationId="{B350B323-805D-DE94-B456-6BEDC6E1F435}"/>
          </ac:spMkLst>
        </pc:spChg>
        <pc:spChg chg="mod">
          <ac:chgData name="mukul maheshwari" userId="12cb43e2ca5f0d2c" providerId="LiveId" clId="{771D35AD-4715-4301-979B-0CEBFD3D1244}" dt="2025-08-20T08:05:52.676" v="738" actId="20577"/>
          <ac:spMkLst>
            <pc:docMk/>
            <pc:sldMk cId="2977610300" sldId="314"/>
            <ac:spMk id="4" creationId="{2578E178-3870-D3D6-7483-AC87593EA4A0}"/>
          </ac:spMkLst>
        </pc:spChg>
      </pc:sldChg>
      <pc:sldChg chg="modSp add mod">
        <pc:chgData name="mukul maheshwari" userId="12cb43e2ca5f0d2c" providerId="LiveId" clId="{771D35AD-4715-4301-979B-0CEBFD3D1244}" dt="2025-08-20T08:06:58.728" v="758"/>
        <pc:sldMkLst>
          <pc:docMk/>
          <pc:sldMk cId="1202668317" sldId="315"/>
        </pc:sldMkLst>
        <pc:spChg chg="mod">
          <ac:chgData name="mukul maheshwari" userId="12cb43e2ca5f0d2c" providerId="LiveId" clId="{771D35AD-4715-4301-979B-0CEBFD3D1244}" dt="2025-08-20T08:06:51.212" v="757" actId="20577"/>
          <ac:spMkLst>
            <pc:docMk/>
            <pc:sldMk cId="1202668317" sldId="315"/>
            <ac:spMk id="2" creationId="{9D21D540-EF17-D9C0-7E6C-C383C2DC9648}"/>
          </ac:spMkLst>
        </pc:spChg>
        <pc:spChg chg="mod">
          <ac:chgData name="mukul maheshwari" userId="12cb43e2ca5f0d2c" providerId="LiveId" clId="{771D35AD-4715-4301-979B-0CEBFD3D1244}" dt="2025-08-20T08:06:58.728" v="758"/>
          <ac:spMkLst>
            <pc:docMk/>
            <pc:sldMk cId="1202668317" sldId="315"/>
            <ac:spMk id="4" creationId="{F1177946-4736-ECF9-636C-2ACCABC6AA4F}"/>
          </ac:spMkLst>
        </pc:spChg>
      </pc:sldChg>
      <pc:sldChg chg="modSp new mod">
        <pc:chgData name="mukul maheshwari" userId="12cb43e2ca5f0d2c" providerId="LiveId" clId="{771D35AD-4715-4301-979B-0CEBFD3D1244}" dt="2025-08-20T20:56:32.225" v="2507" actId="20577"/>
        <pc:sldMkLst>
          <pc:docMk/>
          <pc:sldMk cId="3522414187" sldId="316"/>
        </pc:sldMkLst>
        <pc:spChg chg="mod">
          <ac:chgData name="mukul maheshwari" userId="12cb43e2ca5f0d2c" providerId="LiveId" clId="{771D35AD-4715-4301-979B-0CEBFD3D1244}" dt="2025-08-20T08:07:35.730" v="786" actId="20577"/>
          <ac:spMkLst>
            <pc:docMk/>
            <pc:sldMk cId="3522414187" sldId="316"/>
            <ac:spMk id="2" creationId="{E87DF431-EDCE-F88D-5DE0-5CBBB21077E3}"/>
          </ac:spMkLst>
        </pc:spChg>
        <pc:spChg chg="mod">
          <ac:chgData name="mukul maheshwari" userId="12cb43e2ca5f0d2c" providerId="LiveId" clId="{771D35AD-4715-4301-979B-0CEBFD3D1244}" dt="2025-08-20T20:56:32.225" v="2507" actId="20577"/>
          <ac:spMkLst>
            <pc:docMk/>
            <pc:sldMk cId="3522414187" sldId="316"/>
            <ac:spMk id="3" creationId="{8CCAA978-D585-F392-DB7B-60E3C094BF74}"/>
          </ac:spMkLst>
        </pc:spChg>
      </pc:sldChg>
      <pc:sldChg chg="modSp add mod">
        <pc:chgData name="mukul maheshwari" userId="12cb43e2ca5f0d2c" providerId="LiveId" clId="{771D35AD-4715-4301-979B-0CEBFD3D1244}" dt="2025-08-20T19:49:51.139" v="2274" actId="27636"/>
        <pc:sldMkLst>
          <pc:docMk/>
          <pc:sldMk cId="4134070093" sldId="317"/>
        </pc:sldMkLst>
        <pc:spChg chg="mod">
          <ac:chgData name="mukul maheshwari" userId="12cb43e2ca5f0d2c" providerId="LiveId" clId="{771D35AD-4715-4301-979B-0CEBFD3D1244}" dt="2025-08-20T19:49:51.139" v="2274" actId="27636"/>
          <ac:spMkLst>
            <pc:docMk/>
            <pc:sldMk cId="4134070093" sldId="317"/>
            <ac:spMk id="3" creationId="{28AF1C1B-C047-E20E-306A-EE0835A76BC9}"/>
          </ac:spMkLst>
        </pc:spChg>
      </pc:sldChg>
      <pc:sldChg chg="addSp delSp modSp add mod">
        <pc:chgData name="mukul maheshwari" userId="12cb43e2ca5f0d2c" providerId="LiveId" clId="{771D35AD-4715-4301-979B-0CEBFD3D1244}" dt="2025-08-20T20:58:13.498" v="2513" actId="27636"/>
        <pc:sldMkLst>
          <pc:docMk/>
          <pc:sldMk cId="3134177487" sldId="318"/>
        </pc:sldMkLst>
        <pc:spChg chg="mod">
          <ac:chgData name="mukul maheshwari" userId="12cb43e2ca5f0d2c" providerId="LiveId" clId="{771D35AD-4715-4301-979B-0CEBFD3D1244}" dt="2025-08-20T20:58:13.498" v="2513" actId="27636"/>
          <ac:spMkLst>
            <pc:docMk/>
            <pc:sldMk cId="3134177487" sldId="318"/>
            <ac:spMk id="3" creationId="{4CB5915B-49C6-1A88-5E5B-AF025451F3C4}"/>
          </ac:spMkLst>
        </pc:spChg>
        <pc:spChg chg="add del">
          <ac:chgData name="mukul maheshwari" userId="12cb43e2ca5f0d2c" providerId="LiveId" clId="{771D35AD-4715-4301-979B-0CEBFD3D1244}" dt="2025-08-20T08:08:27.530" v="792" actId="22"/>
          <ac:spMkLst>
            <pc:docMk/>
            <pc:sldMk cId="3134177487" sldId="318"/>
            <ac:spMk id="5" creationId="{964DBA2D-E344-24A6-AD32-CC057EB43A14}"/>
          </ac:spMkLst>
        </pc:spChg>
      </pc:sldChg>
      <pc:sldChg chg="modSp add mod">
        <pc:chgData name="mukul maheshwari" userId="12cb43e2ca5f0d2c" providerId="LiveId" clId="{771D35AD-4715-4301-979B-0CEBFD3D1244}" dt="2025-08-20T20:58:38.637" v="2519" actId="20577"/>
        <pc:sldMkLst>
          <pc:docMk/>
          <pc:sldMk cId="105521236" sldId="319"/>
        </pc:sldMkLst>
        <pc:spChg chg="mod">
          <ac:chgData name="mukul maheshwari" userId="12cb43e2ca5f0d2c" providerId="LiveId" clId="{771D35AD-4715-4301-979B-0CEBFD3D1244}" dt="2025-08-20T20:58:38.637" v="2519" actId="20577"/>
          <ac:spMkLst>
            <pc:docMk/>
            <pc:sldMk cId="105521236" sldId="319"/>
            <ac:spMk id="3" creationId="{A90BA2B4-7648-554C-3608-C9F269B01E9F}"/>
          </ac:spMkLst>
        </pc:spChg>
      </pc:sldChg>
      <pc:sldChg chg="addSp modSp add mod setBg">
        <pc:chgData name="mukul maheshwari" userId="12cb43e2ca5f0d2c" providerId="LiveId" clId="{771D35AD-4715-4301-979B-0CEBFD3D1244}" dt="2025-08-20T21:00:04.061" v="2533" actId="313"/>
        <pc:sldMkLst>
          <pc:docMk/>
          <pc:sldMk cId="170800367" sldId="320"/>
        </pc:sldMkLst>
        <pc:spChg chg="mod">
          <ac:chgData name="mukul maheshwari" userId="12cb43e2ca5f0d2c" providerId="LiveId" clId="{771D35AD-4715-4301-979B-0CEBFD3D1244}" dt="2025-08-20T19:48:07.824" v="2266" actId="26606"/>
          <ac:spMkLst>
            <pc:docMk/>
            <pc:sldMk cId="170800367" sldId="320"/>
            <ac:spMk id="2" creationId="{C9267160-04D5-4DBA-DE8C-2C7F304C6D1A}"/>
          </ac:spMkLst>
        </pc:spChg>
        <pc:spChg chg="mod">
          <ac:chgData name="mukul maheshwari" userId="12cb43e2ca5f0d2c" providerId="LiveId" clId="{771D35AD-4715-4301-979B-0CEBFD3D1244}" dt="2025-08-20T21:00:04.061" v="2533" actId="313"/>
          <ac:spMkLst>
            <pc:docMk/>
            <pc:sldMk cId="170800367" sldId="320"/>
            <ac:spMk id="3" creationId="{C7DFB653-FF86-26F9-2027-83B6E6F3A1EE}"/>
          </ac:spMkLst>
        </pc:spChg>
        <pc:spChg chg="add">
          <ac:chgData name="mukul maheshwari" userId="12cb43e2ca5f0d2c" providerId="LiveId" clId="{771D35AD-4715-4301-979B-0CEBFD3D1244}" dt="2025-08-20T19:48:07.824" v="2266" actId="26606"/>
          <ac:spMkLst>
            <pc:docMk/>
            <pc:sldMk cId="170800367" sldId="320"/>
            <ac:spMk id="8" creationId="{100EDD19-6802-4EC3-95CE-CFFAB042CFD6}"/>
          </ac:spMkLst>
        </pc:spChg>
        <pc:spChg chg="add">
          <ac:chgData name="mukul maheshwari" userId="12cb43e2ca5f0d2c" providerId="LiveId" clId="{771D35AD-4715-4301-979B-0CEBFD3D1244}" dt="2025-08-20T19:48:07.824" v="2266" actId="26606"/>
          <ac:spMkLst>
            <pc:docMk/>
            <pc:sldMk cId="170800367" sldId="320"/>
            <ac:spMk id="10" creationId="{DB17E863-922E-4C26-BD64-E8FD41D28661}"/>
          </ac:spMkLst>
        </pc:spChg>
      </pc:sldChg>
      <pc:sldChg chg="addSp modSp add mod setBg">
        <pc:chgData name="mukul maheshwari" userId="12cb43e2ca5f0d2c" providerId="LiveId" clId="{771D35AD-4715-4301-979B-0CEBFD3D1244}" dt="2025-08-20T19:48:00.986" v="2265" actId="26606"/>
        <pc:sldMkLst>
          <pc:docMk/>
          <pc:sldMk cId="1493441420" sldId="321"/>
        </pc:sldMkLst>
        <pc:spChg chg="mod">
          <ac:chgData name="mukul maheshwari" userId="12cb43e2ca5f0d2c" providerId="LiveId" clId="{771D35AD-4715-4301-979B-0CEBFD3D1244}" dt="2025-08-20T19:48:00.986" v="2265" actId="26606"/>
          <ac:spMkLst>
            <pc:docMk/>
            <pc:sldMk cId="1493441420" sldId="321"/>
            <ac:spMk id="2" creationId="{70F7378F-3C31-9E22-7BAE-0EEBEEFED963}"/>
          </ac:spMkLst>
        </pc:spChg>
        <pc:spChg chg="mod">
          <ac:chgData name="mukul maheshwari" userId="12cb43e2ca5f0d2c" providerId="LiveId" clId="{771D35AD-4715-4301-979B-0CEBFD3D1244}" dt="2025-08-20T19:48:00.986" v="2265" actId="26606"/>
          <ac:spMkLst>
            <pc:docMk/>
            <pc:sldMk cId="1493441420" sldId="321"/>
            <ac:spMk id="3" creationId="{CA928C00-E6A2-DFE8-A485-33CDA1B82BBB}"/>
          </ac:spMkLst>
        </pc:spChg>
        <pc:spChg chg="add">
          <ac:chgData name="mukul maheshwari" userId="12cb43e2ca5f0d2c" providerId="LiveId" clId="{771D35AD-4715-4301-979B-0CEBFD3D1244}" dt="2025-08-20T19:48:00.986" v="2265" actId="26606"/>
          <ac:spMkLst>
            <pc:docMk/>
            <pc:sldMk cId="1493441420" sldId="321"/>
            <ac:spMk id="8" creationId="{100EDD19-6802-4EC3-95CE-CFFAB042CFD6}"/>
          </ac:spMkLst>
        </pc:spChg>
        <pc:spChg chg="add">
          <ac:chgData name="mukul maheshwari" userId="12cb43e2ca5f0d2c" providerId="LiveId" clId="{771D35AD-4715-4301-979B-0CEBFD3D1244}" dt="2025-08-20T19:48:00.986" v="2265" actId="26606"/>
          <ac:spMkLst>
            <pc:docMk/>
            <pc:sldMk cId="1493441420" sldId="321"/>
            <ac:spMk id="10" creationId="{DB17E863-922E-4C26-BD64-E8FD41D28661}"/>
          </ac:spMkLst>
        </pc:spChg>
      </pc:sldChg>
      <pc:sldChg chg="addSp delSp modSp add mod setBg">
        <pc:chgData name="mukul maheshwari" userId="12cb43e2ca5f0d2c" providerId="LiveId" clId="{771D35AD-4715-4301-979B-0CEBFD3D1244}" dt="2025-08-20T19:47:55.877" v="2264" actId="26606"/>
        <pc:sldMkLst>
          <pc:docMk/>
          <pc:sldMk cId="2269565697" sldId="322"/>
        </pc:sldMkLst>
        <pc:spChg chg="mod">
          <ac:chgData name="mukul maheshwari" userId="12cb43e2ca5f0d2c" providerId="LiveId" clId="{771D35AD-4715-4301-979B-0CEBFD3D1244}" dt="2025-08-20T19:47:55.877" v="2264" actId="26606"/>
          <ac:spMkLst>
            <pc:docMk/>
            <pc:sldMk cId="2269565697" sldId="322"/>
            <ac:spMk id="2" creationId="{564A61C2-078E-4875-384D-473E8391DC35}"/>
          </ac:spMkLst>
        </pc:spChg>
        <pc:spChg chg="add del mod">
          <ac:chgData name="mukul maheshwari" userId="12cb43e2ca5f0d2c" providerId="LiveId" clId="{771D35AD-4715-4301-979B-0CEBFD3D1244}" dt="2025-08-20T19:47:55.877" v="2264" actId="26606"/>
          <ac:spMkLst>
            <pc:docMk/>
            <pc:sldMk cId="2269565697" sldId="322"/>
            <ac:spMk id="3" creationId="{A90BA2B4-7648-554C-3608-C9F269B01E9F}"/>
          </ac:spMkLst>
        </pc:spChg>
        <pc:spChg chg="add del">
          <ac:chgData name="mukul maheshwari" userId="12cb43e2ca5f0d2c" providerId="LiveId" clId="{771D35AD-4715-4301-979B-0CEBFD3D1244}" dt="2025-08-20T19:47:49.295" v="2262" actId="26606"/>
          <ac:spMkLst>
            <pc:docMk/>
            <pc:sldMk cId="2269565697" sldId="322"/>
            <ac:spMk id="8" creationId="{100EDD19-6802-4EC3-95CE-CFFAB042CFD6}"/>
          </ac:spMkLst>
        </pc:spChg>
        <pc:spChg chg="add del">
          <ac:chgData name="mukul maheshwari" userId="12cb43e2ca5f0d2c" providerId="LiveId" clId="{771D35AD-4715-4301-979B-0CEBFD3D1244}" dt="2025-08-20T19:47:49.295" v="2262" actId="26606"/>
          <ac:spMkLst>
            <pc:docMk/>
            <pc:sldMk cId="2269565697" sldId="322"/>
            <ac:spMk id="10" creationId="{DB17E863-922E-4C26-BD64-E8FD41D28661}"/>
          </ac:spMkLst>
        </pc:spChg>
        <pc:spChg chg="add del">
          <ac:chgData name="mukul maheshwari" userId="12cb43e2ca5f0d2c" providerId="LiveId" clId="{771D35AD-4715-4301-979B-0CEBFD3D1244}" dt="2025-08-20T19:47:55.877" v="2264" actId="26606"/>
          <ac:spMkLst>
            <pc:docMk/>
            <pc:sldMk cId="2269565697" sldId="322"/>
            <ac:spMk id="12" creationId="{257363FD-7E77-4145-9483-331A807ADF0E}"/>
          </ac:spMkLst>
        </pc:spChg>
        <pc:graphicFrameChg chg="add del">
          <ac:chgData name="mukul maheshwari" userId="12cb43e2ca5f0d2c" providerId="LiveId" clId="{771D35AD-4715-4301-979B-0CEBFD3D1244}" dt="2025-08-20T19:47:55.877" v="2264" actId="26606"/>
          <ac:graphicFrameMkLst>
            <pc:docMk/>
            <pc:sldMk cId="2269565697" sldId="322"/>
            <ac:graphicFrameMk id="5" creationId="{612CFDD1-01EF-0325-7A0A-40E011389E4D}"/>
          </ac:graphicFrameMkLst>
        </pc:graphicFrameChg>
        <pc:picChg chg="add del">
          <ac:chgData name="mukul maheshwari" userId="12cb43e2ca5f0d2c" providerId="LiveId" clId="{771D35AD-4715-4301-979B-0CEBFD3D1244}" dt="2025-08-20T19:47:55.877" v="2264" actId="26606"/>
          <ac:picMkLst>
            <pc:docMk/>
            <pc:sldMk cId="2269565697" sldId="322"/>
            <ac:picMk id="6" creationId="{FAB856F6-7186-1265-61AA-25C810860E33}"/>
          </ac:picMkLst>
        </pc:picChg>
      </pc:sldChg>
      <pc:sldChg chg="addSp modSp add mod setBg">
        <pc:chgData name="mukul maheshwari" userId="12cb43e2ca5f0d2c" providerId="LiveId" clId="{771D35AD-4715-4301-979B-0CEBFD3D1244}" dt="2025-08-20T19:47:05.537" v="2254" actId="26606"/>
        <pc:sldMkLst>
          <pc:docMk/>
          <pc:sldMk cId="1574701017" sldId="323"/>
        </pc:sldMkLst>
        <pc:spChg chg="mod">
          <ac:chgData name="mukul maheshwari" userId="12cb43e2ca5f0d2c" providerId="LiveId" clId="{771D35AD-4715-4301-979B-0CEBFD3D1244}" dt="2025-08-20T19:47:05.537" v="2254" actId="26606"/>
          <ac:spMkLst>
            <pc:docMk/>
            <pc:sldMk cId="1574701017" sldId="323"/>
            <ac:spMk id="2" creationId="{920385ED-AF24-113C-9BF9-815994D63821}"/>
          </ac:spMkLst>
        </pc:spChg>
        <pc:spChg chg="mod">
          <ac:chgData name="mukul maheshwari" userId="12cb43e2ca5f0d2c" providerId="LiveId" clId="{771D35AD-4715-4301-979B-0CEBFD3D1244}" dt="2025-08-20T19:47:05.537" v="2254" actId="26606"/>
          <ac:spMkLst>
            <pc:docMk/>
            <pc:sldMk cId="1574701017" sldId="323"/>
            <ac:spMk id="3" creationId="{4E7CB20D-977C-B524-5321-525C59744F92}"/>
          </ac:spMkLst>
        </pc:spChg>
        <pc:spChg chg="add">
          <ac:chgData name="mukul maheshwari" userId="12cb43e2ca5f0d2c" providerId="LiveId" clId="{771D35AD-4715-4301-979B-0CEBFD3D1244}" dt="2025-08-20T19:47:05.537" v="2254" actId="26606"/>
          <ac:spMkLst>
            <pc:docMk/>
            <pc:sldMk cId="1574701017" sldId="323"/>
            <ac:spMk id="8" creationId="{100EDD19-6802-4EC3-95CE-CFFAB042CFD6}"/>
          </ac:spMkLst>
        </pc:spChg>
        <pc:spChg chg="add">
          <ac:chgData name="mukul maheshwari" userId="12cb43e2ca5f0d2c" providerId="LiveId" clId="{771D35AD-4715-4301-979B-0CEBFD3D1244}" dt="2025-08-20T19:47:05.537" v="2254" actId="26606"/>
          <ac:spMkLst>
            <pc:docMk/>
            <pc:sldMk cId="1574701017" sldId="323"/>
            <ac:spMk id="10" creationId="{DB17E863-922E-4C26-BD64-E8FD41D28661}"/>
          </ac:spMkLst>
        </pc:spChg>
      </pc:sldChg>
      <pc:sldChg chg="addSp delSp modSp add mod">
        <pc:chgData name="mukul maheshwari" userId="12cb43e2ca5f0d2c" providerId="LiveId" clId="{771D35AD-4715-4301-979B-0CEBFD3D1244}" dt="2025-08-20T15:17:56.207" v="1111" actId="27636"/>
        <pc:sldMkLst>
          <pc:docMk/>
          <pc:sldMk cId="1055431642" sldId="324"/>
        </pc:sldMkLst>
        <pc:spChg chg="mod">
          <ac:chgData name="mukul maheshwari" userId="12cb43e2ca5f0d2c" providerId="LiveId" clId="{771D35AD-4715-4301-979B-0CEBFD3D1244}" dt="2025-08-20T08:12:30.852" v="858" actId="20577"/>
          <ac:spMkLst>
            <pc:docMk/>
            <pc:sldMk cId="1055431642" sldId="324"/>
            <ac:spMk id="2" creationId="{8C39A170-9BB8-21FD-4B0C-D56E349F3BDC}"/>
          </ac:spMkLst>
        </pc:spChg>
        <pc:spChg chg="mod">
          <ac:chgData name="mukul maheshwari" userId="12cb43e2ca5f0d2c" providerId="LiveId" clId="{771D35AD-4715-4301-979B-0CEBFD3D1244}" dt="2025-08-20T15:17:56.207" v="1111" actId="27636"/>
          <ac:spMkLst>
            <pc:docMk/>
            <pc:sldMk cId="1055431642" sldId="324"/>
            <ac:spMk id="3" creationId="{AE2D31E7-E71A-E0F9-685A-BF36D0D3F8A7}"/>
          </ac:spMkLst>
        </pc:spChg>
        <pc:spChg chg="add del">
          <ac:chgData name="mukul maheshwari" userId="12cb43e2ca5f0d2c" providerId="LiveId" clId="{771D35AD-4715-4301-979B-0CEBFD3D1244}" dt="2025-08-20T08:12:58.071" v="862" actId="22"/>
          <ac:spMkLst>
            <pc:docMk/>
            <pc:sldMk cId="1055431642" sldId="324"/>
            <ac:spMk id="5" creationId="{2031284B-6D1E-1FA8-994E-8798654EE2A1}"/>
          </ac:spMkLst>
        </pc:spChg>
      </pc:sldChg>
      <pc:sldChg chg="modSp add mod">
        <pc:chgData name="mukul maheshwari" userId="12cb43e2ca5f0d2c" providerId="LiveId" clId="{771D35AD-4715-4301-979B-0CEBFD3D1244}" dt="2025-08-20T15:18:28.118" v="1132" actId="20577"/>
        <pc:sldMkLst>
          <pc:docMk/>
          <pc:sldMk cId="1468276701" sldId="325"/>
        </pc:sldMkLst>
        <pc:spChg chg="mod">
          <ac:chgData name="mukul maheshwari" userId="12cb43e2ca5f0d2c" providerId="LiveId" clId="{771D35AD-4715-4301-979B-0CEBFD3D1244}" dt="2025-08-20T15:18:28.118" v="1132" actId="20577"/>
          <ac:spMkLst>
            <pc:docMk/>
            <pc:sldMk cId="1468276701" sldId="325"/>
            <ac:spMk id="3" creationId="{5693D35F-A22E-9E9E-771D-FC3C360C0737}"/>
          </ac:spMkLst>
        </pc:spChg>
      </pc:sldChg>
      <pc:sldChg chg="addSp delSp modSp add mod setBg">
        <pc:chgData name="mukul maheshwari" userId="12cb43e2ca5f0d2c" providerId="LiveId" clId="{771D35AD-4715-4301-979B-0CEBFD3D1244}" dt="2025-08-20T19:46:26.688" v="2243" actId="26606"/>
        <pc:sldMkLst>
          <pc:docMk/>
          <pc:sldMk cId="3368900086" sldId="326"/>
        </pc:sldMkLst>
        <pc:spChg chg="mod">
          <ac:chgData name="mukul maheshwari" userId="12cb43e2ca5f0d2c" providerId="LiveId" clId="{771D35AD-4715-4301-979B-0CEBFD3D1244}" dt="2025-08-20T19:46:26.688" v="2243" actId="26606"/>
          <ac:spMkLst>
            <pc:docMk/>
            <pc:sldMk cId="3368900086" sldId="326"/>
            <ac:spMk id="2" creationId="{F2374420-8E07-1800-CAB6-4DFA7EB409C6}"/>
          </ac:spMkLst>
        </pc:spChg>
        <pc:spChg chg="del mod">
          <ac:chgData name="mukul maheshwari" userId="12cb43e2ca5f0d2c" providerId="LiveId" clId="{771D35AD-4715-4301-979B-0CEBFD3D1244}" dt="2025-08-20T19:46:26.688" v="2243" actId="26606"/>
          <ac:spMkLst>
            <pc:docMk/>
            <pc:sldMk cId="3368900086" sldId="326"/>
            <ac:spMk id="3" creationId="{B7DA617F-2396-A0B0-55B6-FE69DEE94ED6}"/>
          </ac:spMkLst>
        </pc:spChg>
        <pc:spChg chg="add">
          <ac:chgData name="mukul maheshwari" userId="12cb43e2ca5f0d2c" providerId="LiveId" clId="{771D35AD-4715-4301-979B-0CEBFD3D1244}" dt="2025-08-20T19:46:26.688" v="2243" actId="26606"/>
          <ac:spMkLst>
            <pc:docMk/>
            <pc:sldMk cId="3368900086" sldId="326"/>
            <ac:spMk id="9" creationId="{BACC6370-2D7E-4714-9D71-7542949D7D5D}"/>
          </ac:spMkLst>
        </pc:spChg>
        <pc:spChg chg="add">
          <ac:chgData name="mukul maheshwari" userId="12cb43e2ca5f0d2c" providerId="LiveId" clId="{771D35AD-4715-4301-979B-0CEBFD3D1244}" dt="2025-08-20T19:46:26.688" v="2243" actId="26606"/>
          <ac:spMkLst>
            <pc:docMk/>
            <pc:sldMk cId="3368900086" sldId="326"/>
            <ac:spMk id="11" creationId="{256B2C21-A230-48C0-8DF1-C46611373C44}"/>
          </ac:spMkLst>
        </pc:spChg>
        <pc:spChg chg="add">
          <ac:chgData name="mukul maheshwari" userId="12cb43e2ca5f0d2c" providerId="LiveId" clId="{771D35AD-4715-4301-979B-0CEBFD3D1244}" dt="2025-08-20T19:46:26.688" v="2243" actId="26606"/>
          <ac:spMkLst>
            <pc:docMk/>
            <pc:sldMk cId="3368900086" sldId="326"/>
            <ac:spMk id="13" creationId="{3847E18C-932D-4C95-AABA-FEC7C9499AD7}"/>
          </ac:spMkLst>
        </pc:spChg>
        <pc:spChg chg="add">
          <ac:chgData name="mukul maheshwari" userId="12cb43e2ca5f0d2c" providerId="LiveId" clId="{771D35AD-4715-4301-979B-0CEBFD3D1244}" dt="2025-08-20T19:46:26.688" v="2243" actId="26606"/>
          <ac:spMkLst>
            <pc:docMk/>
            <pc:sldMk cId="3368900086" sldId="326"/>
            <ac:spMk id="15" creationId="{3150CB11-0C61-439E-910F-5787759E72A0}"/>
          </ac:spMkLst>
        </pc:spChg>
        <pc:spChg chg="add">
          <ac:chgData name="mukul maheshwari" userId="12cb43e2ca5f0d2c" providerId="LiveId" clId="{771D35AD-4715-4301-979B-0CEBFD3D1244}" dt="2025-08-20T19:46:26.688" v="2243" actId="26606"/>
          <ac:spMkLst>
            <pc:docMk/>
            <pc:sldMk cId="3368900086" sldId="326"/>
            <ac:spMk id="17" creationId="{43F8A58B-5155-44CE-A5FF-7647B47D0A7A}"/>
          </ac:spMkLst>
        </pc:spChg>
        <pc:spChg chg="add">
          <ac:chgData name="mukul maheshwari" userId="12cb43e2ca5f0d2c" providerId="LiveId" clId="{771D35AD-4715-4301-979B-0CEBFD3D1244}" dt="2025-08-20T19:46:26.688" v="2243" actId="26606"/>
          <ac:spMkLst>
            <pc:docMk/>
            <pc:sldMk cId="3368900086" sldId="326"/>
            <ac:spMk id="19" creationId="{443F2ACA-E6D6-4028-82DD-F03C262D5DE6}"/>
          </ac:spMkLst>
        </pc:spChg>
        <pc:graphicFrameChg chg="add">
          <ac:chgData name="mukul maheshwari" userId="12cb43e2ca5f0d2c" providerId="LiveId" clId="{771D35AD-4715-4301-979B-0CEBFD3D1244}" dt="2025-08-20T19:46:26.688" v="2243" actId="26606"/>
          <ac:graphicFrameMkLst>
            <pc:docMk/>
            <pc:sldMk cId="3368900086" sldId="326"/>
            <ac:graphicFrameMk id="5" creationId="{6C5A7DC0-A9B9-9153-6557-DB526E1DFCCE}"/>
          </ac:graphicFrameMkLst>
        </pc:graphicFrameChg>
      </pc:sldChg>
      <pc:sldChg chg="modSp mod">
        <pc:chgData name="mukul maheshwari" userId="12cb43e2ca5f0d2c" providerId="LiveId" clId="{771D35AD-4715-4301-979B-0CEBFD3D1244}" dt="2025-08-20T20:48:39.792" v="2417" actId="404"/>
        <pc:sldMkLst>
          <pc:docMk/>
          <pc:sldMk cId="2888225181" sldId="327"/>
        </pc:sldMkLst>
        <pc:graphicFrameChg chg="mod modGraphic">
          <ac:chgData name="mukul maheshwari" userId="12cb43e2ca5f0d2c" providerId="LiveId" clId="{771D35AD-4715-4301-979B-0CEBFD3D1244}" dt="2025-08-20T20:48:39.792" v="2417" actId="404"/>
          <ac:graphicFrameMkLst>
            <pc:docMk/>
            <pc:sldMk cId="2888225181" sldId="327"/>
            <ac:graphicFrameMk id="6" creationId="{040CE2A8-E7B1-BFCD-4ADC-7861292A059A}"/>
          </ac:graphicFrameMkLst>
        </pc:graphicFrameChg>
      </pc:sldChg>
      <pc:sldChg chg="addSp modSp mod setBg">
        <pc:chgData name="mukul maheshwari" userId="12cb43e2ca5f0d2c" providerId="LiveId" clId="{771D35AD-4715-4301-979B-0CEBFD3D1244}" dt="2025-08-20T19:51:27.567" v="2315" actId="26606"/>
        <pc:sldMkLst>
          <pc:docMk/>
          <pc:sldMk cId="637750356" sldId="328"/>
        </pc:sldMkLst>
        <pc:spChg chg="mod">
          <ac:chgData name="mukul maheshwari" userId="12cb43e2ca5f0d2c" providerId="LiveId" clId="{771D35AD-4715-4301-979B-0CEBFD3D1244}" dt="2025-08-20T19:51:27.567" v="2315" actId="26606"/>
          <ac:spMkLst>
            <pc:docMk/>
            <pc:sldMk cId="637750356" sldId="328"/>
            <ac:spMk id="2" creationId="{0DB62E40-490F-DBD1-30D1-64FD6D8D842F}"/>
          </ac:spMkLst>
        </pc:spChg>
        <pc:spChg chg="mod">
          <ac:chgData name="mukul maheshwari" userId="12cb43e2ca5f0d2c" providerId="LiveId" clId="{771D35AD-4715-4301-979B-0CEBFD3D1244}" dt="2025-08-20T19:51:27.567" v="2315" actId="26606"/>
          <ac:spMkLst>
            <pc:docMk/>
            <pc:sldMk cId="637750356" sldId="328"/>
            <ac:spMk id="3" creationId="{3B34AA5E-FAD6-1D0B-D9D8-D8FE54345211}"/>
          </ac:spMkLst>
        </pc:spChg>
        <pc:spChg chg="add">
          <ac:chgData name="mukul maheshwari" userId="12cb43e2ca5f0d2c" providerId="LiveId" clId="{771D35AD-4715-4301-979B-0CEBFD3D1244}" dt="2025-08-20T19:51:27.567" v="2315" actId="26606"/>
          <ac:spMkLst>
            <pc:docMk/>
            <pc:sldMk cId="637750356" sldId="328"/>
            <ac:spMk id="8" creationId="{100EDD19-6802-4EC3-95CE-CFFAB042CFD6}"/>
          </ac:spMkLst>
        </pc:spChg>
        <pc:spChg chg="add">
          <ac:chgData name="mukul maheshwari" userId="12cb43e2ca5f0d2c" providerId="LiveId" clId="{771D35AD-4715-4301-979B-0CEBFD3D1244}" dt="2025-08-20T19:51:27.567" v="2315" actId="26606"/>
          <ac:spMkLst>
            <pc:docMk/>
            <pc:sldMk cId="637750356" sldId="328"/>
            <ac:spMk id="10" creationId="{DB17E863-922E-4C26-BD64-E8FD41D28661}"/>
          </ac:spMkLst>
        </pc:spChg>
      </pc:sldChg>
      <pc:sldChg chg="modSp new mod">
        <pc:chgData name="mukul maheshwari" userId="12cb43e2ca5f0d2c" providerId="LiveId" clId="{771D35AD-4715-4301-979B-0CEBFD3D1244}" dt="2025-08-20T14:55:52.558" v="897" actId="27636"/>
        <pc:sldMkLst>
          <pc:docMk/>
          <pc:sldMk cId="1560312804" sldId="329"/>
        </pc:sldMkLst>
        <pc:spChg chg="mod">
          <ac:chgData name="mukul maheshwari" userId="12cb43e2ca5f0d2c" providerId="LiveId" clId="{771D35AD-4715-4301-979B-0CEBFD3D1244}" dt="2025-08-20T14:54:49.745" v="885" actId="20577"/>
          <ac:spMkLst>
            <pc:docMk/>
            <pc:sldMk cId="1560312804" sldId="329"/>
            <ac:spMk id="2" creationId="{5F11CFE9-1CCB-B129-B053-1319F0C90084}"/>
          </ac:spMkLst>
        </pc:spChg>
        <pc:spChg chg="mod">
          <ac:chgData name="mukul maheshwari" userId="12cb43e2ca5f0d2c" providerId="LiveId" clId="{771D35AD-4715-4301-979B-0CEBFD3D1244}" dt="2025-08-20T14:55:52.558" v="897" actId="27636"/>
          <ac:spMkLst>
            <pc:docMk/>
            <pc:sldMk cId="1560312804" sldId="329"/>
            <ac:spMk id="3" creationId="{0A917ABE-6C8B-49FB-327D-6D1161BF97FF}"/>
          </ac:spMkLst>
        </pc:spChg>
      </pc:sldChg>
      <pc:sldChg chg="modSp add mod">
        <pc:chgData name="mukul maheshwari" userId="12cb43e2ca5f0d2c" providerId="LiveId" clId="{771D35AD-4715-4301-979B-0CEBFD3D1244}" dt="2025-08-20T14:56:15.403" v="906" actId="27636"/>
        <pc:sldMkLst>
          <pc:docMk/>
          <pc:sldMk cId="3742716144" sldId="330"/>
        </pc:sldMkLst>
        <pc:spChg chg="mod">
          <ac:chgData name="mukul maheshwari" userId="12cb43e2ca5f0d2c" providerId="LiveId" clId="{771D35AD-4715-4301-979B-0CEBFD3D1244}" dt="2025-08-20T14:56:15.403" v="906" actId="27636"/>
          <ac:spMkLst>
            <pc:docMk/>
            <pc:sldMk cId="3742716144" sldId="330"/>
            <ac:spMk id="3" creationId="{D526DB3E-95F4-7E56-E6BA-56DADE30A1AD}"/>
          </ac:spMkLst>
        </pc:spChg>
      </pc:sldChg>
      <pc:sldChg chg="addSp modSp add mod setBg">
        <pc:chgData name="mukul maheshwari" userId="12cb43e2ca5f0d2c" providerId="LiveId" clId="{771D35AD-4715-4301-979B-0CEBFD3D1244}" dt="2025-08-20T21:01:10.405" v="2537" actId="27636"/>
        <pc:sldMkLst>
          <pc:docMk/>
          <pc:sldMk cId="2717276034" sldId="331"/>
        </pc:sldMkLst>
        <pc:spChg chg="mod">
          <ac:chgData name="mukul maheshwari" userId="12cb43e2ca5f0d2c" providerId="LiveId" clId="{771D35AD-4715-4301-979B-0CEBFD3D1244}" dt="2025-08-20T19:46:55.939" v="2252" actId="26606"/>
          <ac:spMkLst>
            <pc:docMk/>
            <pc:sldMk cId="2717276034" sldId="331"/>
            <ac:spMk id="2" creationId="{7B319432-89C1-A373-A402-57D5E4EEF5AF}"/>
          </ac:spMkLst>
        </pc:spChg>
        <pc:spChg chg="mod">
          <ac:chgData name="mukul maheshwari" userId="12cb43e2ca5f0d2c" providerId="LiveId" clId="{771D35AD-4715-4301-979B-0CEBFD3D1244}" dt="2025-08-20T21:01:10.405" v="2537" actId="27636"/>
          <ac:spMkLst>
            <pc:docMk/>
            <pc:sldMk cId="2717276034" sldId="331"/>
            <ac:spMk id="3" creationId="{FEBB0AD8-7CFD-5846-F80A-BBAFA6EAC9C5}"/>
          </ac:spMkLst>
        </pc:spChg>
        <pc:spChg chg="add">
          <ac:chgData name="mukul maheshwari" userId="12cb43e2ca5f0d2c" providerId="LiveId" clId="{771D35AD-4715-4301-979B-0CEBFD3D1244}" dt="2025-08-20T19:46:55.939" v="2252" actId="26606"/>
          <ac:spMkLst>
            <pc:docMk/>
            <pc:sldMk cId="2717276034" sldId="331"/>
            <ac:spMk id="8" creationId="{DE61673E-FAAA-4AEE-8D32-5CAC93CD9555}"/>
          </ac:spMkLst>
        </pc:spChg>
        <pc:spChg chg="add">
          <ac:chgData name="mukul maheshwari" userId="12cb43e2ca5f0d2c" providerId="LiveId" clId="{771D35AD-4715-4301-979B-0CEBFD3D1244}" dt="2025-08-20T19:46:55.939" v="2252" actId="26606"/>
          <ac:spMkLst>
            <pc:docMk/>
            <pc:sldMk cId="2717276034" sldId="331"/>
            <ac:spMk id="10" creationId="{259279FE-5810-440F-B799-25803A014151}"/>
          </ac:spMkLst>
        </pc:spChg>
        <pc:spChg chg="add">
          <ac:chgData name="mukul maheshwari" userId="12cb43e2ca5f0d2c" providerId="LiveId" clId="{771D35AD-4715-4301-979B-0CEBFD3D1244}" dt="2025-08-20T19:46:55.939" v="2252" actId="26606"/>
          <ac:spMkLst>
            <pc:docMk/>
            <pc:sldMk cId="2717276034" sldId="331"/>
            <ac:spMk id="12" creationId="{95ABD4F1-A860-48A4-84CD-EB40E1FC7827}"/>
          </ac:spMkLst>
        </pc:spChg>
        <pc:spChg chg="add">
          <ac:chgData name="mukul maheshwari" userId="12cb43e2ca5f0d2c" providerId="LiveId" clId="{771D35AD-4715-4301-979B-0CEBFD3D1244}" dt="2025-08-20T19:46:55.939" v="2252" actId="26606"/>
          <ac:spMkLst>
            <pc:docMk/>
            <pc:sldMk cId="2717276034" sldId="331"/>
            <ac:spMk id="14" creationId="{91D8C0F2-1D8A-4908-857F-3DE6B0823831}"/>
          </ac:spMkLst>
        </pc:spChg>
        <pc:spChg chg="add">
          <ac:chgData name="mukul maheshwari" userId="12cb43e2ca5f0d2c" providerId="LiveId" clId="{771D35AD-4715-4301-979B-0CEBFD3D1244}" dt="2025-08-20T19:46:55.939" v="2252" actId="26606"/>
          <ac:spMkLst>
            <pc:docMk/>
            <pc:sldMk cId="2717276034" sldId="331"/>
            <ac:spMk id="16" creationId="{1730E5F0-AD6E-4049-8FAB-A4D82343DCD5}"/>
          </ac:spMkLst>
        </pc:spChg>
      </pc:sldChg>
      <pc:sldChg chg="addSp delSp modSp new mod setBg">
        <pc:chgData name="mukul maheshwari" userId="12cb43e2ca5f0d2c" providerId="LiveId" clId="{771D35AD-4715-4301-979B-0CEBFD3D1244}" dt="2025-08-20T19:46:15.215" v="2242" actId="26606"/>
        <pc:sldMkLst>
          <pc:docMk/>
          <pc:sldMk cId="2393661778" sldId="332"/>
        </pc:sldMkLst>
        <pc:spChg chg="mod">
          <ac:chgData name="mukul maheshwari" userId="12cb43e2ca5f0d2c" providerId="LiveId" clId="{771D35AD-4715-4301-979B-0CEBFD3D1244}" dt="2025-08-20T19:46:15.215" v="2242" actId="26606"/>
          <ac:spMkLst>
            <pc:docMk/>
            <pc:sldMk cId="2393661778" sldId="332"/>
            <ac:spMk id="2" creationId="{B41C9294-7F63-46A1-239B-3917CF155920}"/>
          </ac:spMkLst>
        </pc:spChg>
        <pc:spChg chg="del">
          <ac:chgData name="mukul maheshwari" userId="12cb43e2ca5f0d2c" providerId="LiveId" clId="{771D35AD-4715-4301-979B-0CEBFD3D1244}" dt="2025-08-20T15:21:04.397" v="1188"/>
          <ac:spMkLst>
            <pc:docMk/>
            <pc:sldMk cId="2393661778" sldId="332"/>
            <ac:spMk id="3" creationId="{38C513EC-D2D1-ECD3-16F5-7B19F612A7FB}"/>
          </ac:spMkLst>
        </pc:spChg>
        <pc:spChg chg="add del">
          <ac:chgData name="mukul maheshwari" userId="12cb43e2ca5f0d2c" providerId="LiveId" clId="{771D35AD-4715-4301-979B-0CEBFD3D1244}" dt="2025-08-20T15:21:29.902" v="1216" actId="26606"/>
          <ac:spMkLst>
            <pc:docMk/>
            <pc:sldMk cId="2393661778" sldId="332"/>
            <ac:spMk id="9" creationId="{C5278130-DFE0-457B-8698-88DF69019DDE}"/>
          </ac:spMkLst>
        </pc:spChg>
        <pc:spChg chg="add del">
          <ac:chgData name="mukul maheshwari" userId="12cb43e2ca5f0d2c" providerId="LiveId" clId="{771D35AD-4715-4301-979B-0CEBFD3D1244}" dt="2025-08-20T15:21:29.902" v="1216" actId="26606"/>
          <ac:spMkLst>
            <pc:docMk/>
            <pc:sldMk cId="2393661778" sldId="332"/>
            <ac:spMk id="11" creationId="{2F99531B-1681-4D6E-BECB-18325B33A618}"/>
          </ac:spMkLst>
        </pc:spChg>
        <pc:spChg chg="add del">
          <ac:chgData name="mukul maheshwari" userId="12cb43e2ca5f0d2c" providerId="LiveId" clId="{771D35AD-4715-4301-979B-0CEBFD3D1244}" dt="2025-08-20T15:21:29.902" v="1216" actId="26606"/>
          <ac:spMkLst>
            <pc:docMk/>
            <pc:sldMk cId="2393661778" sldId="332"/>
            <ac:spMk id="13" creationId="{20344094-430A-400B-804B-910E696A1A90}"/>
          </ac:spMkLst>
        </pc:spChg>
        <pc:spChg chg="add del">
          <ac:chgData name="mukul maheshwari" userId="12cb43e2ca5f0d2c" providerId="LiveId" clId="{771D35AD-4715-4301-979B-0CEBFD3D1244}" dt="2025-08-20T15:21:29.902" v="1216" actId="26606"/>
          <ac:spMkLst>
            <pc:docMk/>
            <pc:sldMk cId="2393661778" sldId="332"/>
            <ac:spMk id="15" creationId="{453C67DF-7782-4E57-AB9B-F1B4811AD8FE}"/>
          </ac:spMkLst>
        </pc:spChg>
        <pc:spChg chg="add del">
          <ac:chgData name="mukul maheshwari" userId="12cb43e2ca5f0d2c" providerId="LiveId" clId="{771D35AD-4715-4301-979B-0CEBFD3D1244}" dt="2025-08-20T19:46:15.215" v="2242" actId="26606"/>
          <ac:spMkLst>
            <pc:docMk/>
            <pc:sldMk cId="2393661778" sldId="332"/>
            <ac:spMk id="21" creationId="{53B021B3-DE93-4AB7-8A18-CF5F1CED88B8}"/>
          </ac:spMkLst>
        </pc:spChg>
        <pc:spChg chg="add del">
          <ac:chgData name="mukul maheshwari" userId="12cb43e2ca5f0d2c" providerId="LiveId" clId="{771D35AD-4715-4301-979B-0CEBFD3D1244}" dt="2025-08-20T19:46:15.215" v="2242" actId="26606"/>
          <ac:spMkLst>
            <pc:docMk/>
            <pc:sldMk cId="2393661778" sldId="332"/>
            <ac:spMk id="22" creationId="{52D502E5-F6B4-4D58-B4AE-FC466FF15EE8}"/>
          </ac:spMkLst>
        </pc:spChg>
        <pc:spChg chg="add del">
          <ac:chgData name="mukul maheshwari" userId="12cb43e2ca5f0d2c" providerId="LiveId" clId="{771D35AD-4715-4301-979B-0CEBFD3D1244}" dt="2025-08-20T19:46:15.215" v="2242" actId="26606"/>
          <ac:spMkLst>
            <pc:docMk/>
            <pc:sldMk cId="2393661778" sldId="332"/>
            <ac:spMk id="23" creationId="{9DECDBF4-02B6-4BB4-B65B-B8107AD6A9E8}"/>
          </ac:spMkLst>
        </pc:spChg>
        <pc:spChg chg="add">
          <ac:chgData name="mukul maheshwari" userId="12cb43e2ca5f0d2c" providerId="LiveId" clId="{771D35AD-4715-4301-979B-0CEBFD3D1244}" dt="2025-08-20T19:46:15.215" v="2242" actId="26606"/>
          <ac:spMkLst>
            <pc:docMk/>
            <pc:sldMk cId="2393661778" sldId="332"/>
            <ac:spMk id="28" creationId="{A4AC5506-6312-4701-8D3C-40187889A947}"/>
          </ac:spMkLst>
        </pc:spChg>
        <pc:graphicFrameChg chg="add mod modGraphic">
          <ac:chgData name="mukul maheshwari" userId="12cb43e2ca5f0d2c" providerId="LiveId" clId="{771D35AD-4715-4301-979B-0CEBFD3D1244}" dt="2025-08-20T19:46:15.215" v="2242" actId="26606"/>
          <ac:graphicFrameMkLst>
            <pc:docMk/>
            <pc:sldMk cId="2393661778" sldId="332"/>
            <ac:graphicFrameMk id="4" creationId="{32C677D2-7110-A9D7-6030-C8FFE046D5E5}"/>
          </ac:graphicFrameMkLst>
        </pc:graphicFrameChg>
        <pc:cxnChg chg="add del">
          <ac:chgData name="mukul maheshwari" userId="12cb43e2ca5f0d2c" providerId="LiveId" clId="{771D35AD-4715-4301-979B-0CEBFD3D1244}" dt="2025-08-20T15:21:29.902" v="1216" actId="26606"/>
          <ac:cxnSpMkLst>
            <pc:docMk/>
            <pc:sldMk cId="2393661778" sldId="332"/>
            <ac:cxnSpMk id="17" creationId="{B03A5AE3-BD30-455C-842B-7626C8BEF097}"/>
          </ac:cxnSpMkLst>
        </pc:cxnChg>
        <pc:cxnChg chg="add del">
          <ac:chgData name="mukul maheshwari" userId="12cb43e2ca5f0d2c" providerId="LiveId" clId="{771D35AD-4715-4301-979B-0CEBFD3D1244}" dt="2025-08-20T15:21:29.902" v="1216" actId="26606"/>
          <ac:cxnSpMkLst>
            <pc:docMk/>
            <pc:sldMk cId="2393661778" sldId="332"/>
            <ac:cxnSpMk id="19" creationId="{2DBECAA5-1F2D-470D-875C-8F2C2CA3E54B}"/>
          </ac:cxnSpMkLst>
        </pc:cxnChg>
      </pc:sldChg>
      <pc:sldChg chg="addSp delSp modSp new mod setBg">
        <pc:chgData name="mukul maheshwari" userId="12cb43e2ca5f0d2c" providerId="LiveId" clId="{771D35AD-4715-4301-979B-0CEBFD3D1244}" dt="2025-08-20T15:24:06.055" v="1257" actId="26606"/>
        <pc:sldMkLst>
          <pc:docMk/>
          <pc:sldMk cId="2187708359" sldId="333"/>
        </pc:sldMkLst>
        <pc:spChg chg="mod">
          <ac:chgData name="mukul maheshwari" userId="12cb43e2ca5f0d2c" providerId="LiveId" clId="{771D35AD-4715-4301-979B-0CEBFD3D1244}" dt="2025-08-20T15:24:06.055" v="1257" actId="26606"/>
          <ac:spMkLst>
            <pc:docMk/>
            <pc:sldMk cId="2187708359" sldId="333"/>
            <ac:spMk id="2" creationId="{1D9B9C8A-BA65-7046-E463-74FC642E42B4}"/>
          </ac:spMkLst>
        </pc:spChg>
        <pc:spChg chg="del">
          <ac:chgData name="mukul maheshwari" userId="12cb43e2ca5f0d2c" providerId="LiveId" clId="{771D35AD-4715-4301-979B-0CEBFD3D1244}" dt="2025-08-20T15:24:00.270" v="1256"/>
          <ac:spMkLst>
            <pc:docMk/>
            <pc:sldMk cId="2187708359" sldId="333"/>
            <ac:spMk id="3" creationId="{DCCA2CDB-2545-2864-CF5D-699A08F1B9F1}"/>
          </ac:spMkLst>
        </pc:spChg>
        <pc:spChg chg="add">
          <ac:chgData name="mukul maheshwari" userId="12cb43e2ca5f0d2c" providerId="LiveId" clId="{771D35AD-4715-4301-979B-0CEBFD3D1244}" dt="2025-08-20T15:24:06.055" v="1257" actId="26606"/>
          <ac:spMkLst>
            <pc:docMk/>
            <pc:sldMk cId="2187708359" sldId="333"/>
            <ac:spMk id="9" creationId="{53B021B3-DE93-4AB7-8A18-CF5F1CED88B8}"/>
          </ac:spMkLst>
        </pc:spChg>
        <pc:spChg chg="add">
          <ac:chgData name="mukul maheshwari" userId="12cb43e2ca5f0d2c" providerId="LiveId" clId="{771D35AD-4715-4301-979B-0CEBFD3D1244}" dt="2025-08-20T15:24:06.055" v="1257" actId="26606"/>
          <ac:spMkLst>
            <pc:docMk/>
            <pc:sldMk cId="2187708359" sldId="333"/>
            <ac:spMk id="11" creationId="{52D502E5-F6B4-4D58-B4AE-FC466FF15EE8}"/>
          </ac:spMkLst>
        </pc:spChg>
        <pc:spChg chg="add">
          <ac:chgData name="mukul maheshwari" userId="12cb43e2ca5f0d2c" providerId="LiveId" clId="{771D35AD-4715-4301-979B-0CEBFD3D1244}" dt="2025-08-20T15:24:06.055" v="1257" actId="26606"/>
          <ac:spMkLst>
            <pc:docMk/>
            <pc:sldMk cId="2187708359" sldId="333"/>
            <ac:spMk id="13" creationId="{9DECDBF4-02B6-4BB4-B65B-B8107AD6A9E8}"/>
          </ac:spMkLst>
        </pc:spChg>
        <pc:graphicFrameChg chg="add mod">
          <ac:chgData name="mukul maheshwari" userId="12cb43e2ca5f0d2c" providerId="LiveId" clId="{771D35AD-4715-4301-979B-0CEBFD3D1244}" dt="2025-08-20T15:24:06.055" v="1257" actId="26606"/>
          <ac:graphicFrameMkLst>
            <pc:docMk/>
            <pc:sldMk cId="2187708359" sldId="333"/>
            <ac:graphicFrameMk id="4" creationId="{72CBC0D7-F8FB-3DF6-A8AD-6892760DB57E}"/>
          </ac:graphicFrameMkLst>
        </pc:graphicFrameChg>
      </pc:sldChg>
      <pc:sldChg chg="addSp delSp modSp add mod setBg delDesignElem">
        <pc:chgData name="mukul maheshwari" userId="12cb43e2ca5f0d2c" providerId="LiveId" clId="{771D35AD-4715-4301-979B-0CEBFD3D1244}" dt="2025-08-20T15:23:14.789" v="1226"/>
        <pc:sldMkLst>
          <pc:docMk/>
          <pc:sldMk cId="4281495049" sldId="334"/>
        </pc:sldMkLst>
        <pc:spChg chg="add mod">
          <ac:chgData name="mukul maheshwari" userId="12cb43e2ca5f0d2c" providerId="LiveId" clId="{771D35AD-4715-4301-979B-0CEBFD3D1244}" dt="2025-08-20T15:23:14.789" v="1226"/>
          <ac:spMkLst>
            <pc:docMk/>
            <pc:sldMk cId="4281495049" sldId="334"/>
            <ac:spMk id="5" creationId="{B4EEE045-6EBD-DD59-3CBD-598BDA5BA487}"/>
          </ac:spMkLst>
        </pc:spChg>
        <pc:spChg chg="del">
          <ac:chgData name="mukul maheshwari" userId="12cb43e2ca5f0d2c" providerId="LiveId" clId="{771D35AD-4715-4301-979B-0CEBFD3D1244}" dt="2025-08-20T15:23:03.964" v="1224"/>
          <ac:spMkLst>
            <pc:docMk/>
            <pc:sldMk cId="4281495049" sldId="334"/>
            <ac:spMk id="21" creationId="{3999110C-72F1-8658-BDA6-246B26864109}"/>
          </ac:spMkLst>
        </pc:spChg>
        <pc:spChg chg="del">
          <ac:chgData name="mukul maheshwari" userId="12cb43e2ca5f0d2c" providerId="LiveId" clId="{771D35AD-4715-4301-979B-0CEBFD3D1244}" dt="2025-08-20T15:23:03.964" v="1224"/>
          <ac:spMkLst>
            <pc:docMk/>
            <pc:sldMk cId="4281495049" sldId="334"/>
            <ac:spMk id="22" creationId="{824D834A-4672-BCD0-A60F-9F6F42D2C7DA}"/>
          </ac:spMkLst>
        </pc:spChg>
        <pc:spChg chg="del">
          <ac:chgData name="mukul maheshwari" userId="12cb43e2ca5f0d2c" providerId="LiveId" clId="{771D35AD-4715-4301-979B-0CEBFD3D1244}" dt="2025-08-20T15:23:03.964" v="1224"/>
          <ac:spMkLst>
            <pc:docMk/>
            <pc:sldMk cId="4281495049" sldId="334"/>
            <ac:spMk id="23" creationId="{4A7E1429-9CF6-69B8-3136-38D62DB9CE4D}"/>
          </ac:spMkLst>
        </pc:spChg>
        <pc:graphicFrameChg chg="del">
          <ac:chgData name="mukul maheshwari" userId="12cb43e2ca5f0d2c" providerId="LiveId" clId="{771D35AD-4715-4301-979B-0CEBFD3D1244}" dt="2025-08-20T15:23:08.742" v="1225" actId="478"/>
          <ac:graphicFrameMkLst>
            <pc:docMk/>
            <pc:sldMk cId="4281495049" sldId="334"/>
            <ac:graphicFrameMk id="4" creationId="{B4D98E6C-1360-8B3F-0A51-A073ECAF4907}"/>
          </ac:graphicFrameMkLst>
        </pc:graphicFrameChg>
      </pc:sldChg>
      <pc:sldChg chg="addSp delSp modSp add mod setBg delDesignElem">
        <pc:chgData name="mukul maheshwari" userId="12cb43e2ca5f0d2c" providerId="LiveId" clId="{771D35AD-4715-4301-979B-0CEBFD3D1244}" dt="2025-08-20T15:24:47.602" v="1283" actId="26606"/>
        <pc:sldMkLst>
          <pc:docMk/>
          <pc:sldMk cId="2433732555" sldId="335"/>
        </pc:sldMkLst>
        <pc:spChg chg="mod">
          <ac:chgData name="mukul maheshwari" userId="12cb43e2ca5f0d2c" providerId="LiveId" clId="{771D35AD-4715-4301-979B-0CEBFD3D1244}" dt="2025-08-20T15:24:32.965" v="1280" actId="20577"/>
          <ac:spMkLst>
            <pc:docMk/>
            <pc:sldMk cId="2433732555" sldId="335"/>
            <ac:spMk id="2" creationId="{39D8DD85-D0AF-0547-6AE8-8D1944AB9947}"/>
          </ac:spMkLst>
        </pc:spChg>
        <pc:spChg chg="add del mod">
          <ac:chgData name="mukul maheshwari" userId="12cb43e2ca5f0d2c" providerId="LiveId" clId="{771D35AD-4715-4301-979B-0CEBFD3D1244}" dt="2025-08-20T15:24:45.703" v="1282"/>
          <ac:spMkLst>
            <pc:docMk/>
            <pc:sldMk cId="2433732555" sldId="335"/>
            <ac:spMk id="5" creationId="{E6DBB404-ADAC-6180-6341-CFF5DE66B759}"/>
          </ac:spMkLst>
        </pc:spChg>
        <pc:spChg chg="add">
          <ac:chgData name="mukul maheshwari" userId="12cb43e2ca5f0d2c" providerId="LiveId" clId="{771D35AD-4715-4301-979B-0CEBFD3D1244}" dt="2025-08-20T15:24:47.602" v="1283" actId="26606"/>
          <ac:spMkLst>
            <pc:docMk/>
            <pc:sldMk cId="2433732555" sldId="335"/>
            <ac:spMk id="8" creationId="{53B021B3-DE93-4AB7-8A18-CF5F1CED88B8}"/>
          </ac:spMkLst>
        </pc:spChg>
        <pc:spChg chg="del">
          <ac:chgData name="mukul maheshwari" userId="12cb43e2ca5f0d2c" providerId="LiveId" clId="{771D35AD-4715-4301-979B-0CEBFD3D1244}" dt="2025-08-20T15:24:21.581" v="1259"/>
          <ac:spMkLst>
            <pc:docMk/>
            <pc:sldMk cId="2433732555" sldId="335"/>
            <ac:spMk id="9" creationId="{02BAF89D-AEA7-FF8E-4DFF-E793C1344783}"/>
          </ac:spMkLst>
        </pc:spChg>
        <pc:spChg chg="add">
          <ac:chgData name="mukul maheshwari" userId="12cb43e2ca5f0d2c" providerId="LiveId" clId="{771D35AD-4715-4301-979B-0CEBFD3D1244}" dt="2025-08-20T15:24:47.602" v="1283" actId="26606"/>
          <ac:spMkLst>
            <pc:docMk/>
            <pc:sldMk cId="2433732555" sldId="335"/>
            <ac:spMk id="10" creationId="{52D502E5-F6B4-4D58-B4AE-FC466FF15EE8}"/>
          </ac:spMkLst>
        </pc:spChg>
        <pc:spChg chg="del">
          <ac:chgData name="mukul maheshwari" userId="12cb43e2ca5f0d2c" providerId="LiveId" clId="{771D35AD-4715-4301-979B-0CEBFD3D1244}" dt="2025-08-20T15:24:21.581" v="1259"/>
          <ac:spMkLst>
            <pc:docMk/>
            <pc:sldMk cId="2433732555" sldId="335"/>
            <ac:spMk id="11" creationId="{553477BD-7930-70B9-96A6-B5E4B66C7B34}"/>
          </ac:spMkLst>
        </pc:spChg>
        <pc:spChg chg="del">
          <ac:chgData name="mukul maheshwari" userId="12cb43e2ca5f0d2c" providerId="LiveId" clId="{771D35AD-4715-4301-979B-0CEBFD3D1244}" dt="2025-08-20T15:24:21.581" v="1259"/>
          <ac:spMkLst>
            <pc:docMk/>
            <pc:sldMk cId="2433732555" sldId="335"/>
            <ac:spMk id="13" creationId="{B6041D2D-DAF6-1652-BE1C-E0E3BF70A035}"/>
          </ac:spMkLst>
        </pc:spChg>
        <pc:spChg chg="add">
          <ac:chgData name="mukul maheshwari" userId="12cb43e2ca5f0d2c" providerId="LiveId" clId="{771D35AD-4715-4301-979B-0CEBFD3D1244}" dt="2025-08-20T15:24:47.602" v="1283" actId="26606"/>
          <ac:spMkLst>
            <pc:docMk/>
            <pc:sldMk cId="2433732555" sldId="335"/>
            <ac:spMk id="15" creationId="{9DECDBF4-02B6-4BB4-B65B-B8107AD6A9E8}"/>
          </ac:spMkLst>
        </pc:spChg>
        <pc:graphicFrameChg chg="del">
          <ac:chgData name="mukul maheshwari" userId="12cb43e2ca5f0d2c" providerId="LiveId" clId="{771D35AD-4715-4301-979B-0CEBFD3D1244}" dt="2025-08-20T15:24:43.821" v="1281" actId="478"/>
          <ac:graphicFrameMkLst>
            <pc:docMk/>
            <pc:sldMk cId="2433732555" sldId="335"/>
            <ac:graphicFrameMk id="4" creationId="{A326DEA4-CCD8-AFE8-480F-7ABBB5CCEAB0}"/>
          </ac:graphicFrameMkLst>
        </pc:graphicFrameChg>
        <pc:graphicFrameChg chg="add mod">
          <ac:chgData name="mukul maheshwari" userId="12cb43e2ca5f0d2c" providerId="LiveId" clId="{771D35AD-4715-4301-979B-0CEBFD3D1244}" dt="2025-08-20T15:24:47.602" v="1283" actId="26606"/>
          <ac:graphicFrameMkLst>
            <pc:docMk/>
            <pc:sldMk cId="2433732555" sldId="335"/>
            <ac:graphicFrameMk id="6" creationId="{AF950554-E4E2-ED41-AA2F-9D1D1B4C5FFE}"/>
          </ac:graphicFrameMkLst>
        </pc:graphicFrameChg>
      </pc:sldChg>
      <pc:sldChg chg="modSp add mod">
        <pc:chgData name="mukul maheshwari" userId="12cb43e2ca5f0d2c" providerId="LiveId" clId="{771D35AD-4715-4301-979B-0CEBFD3D1244}" dt="2025-08-20T21:08:30.077" v="2570"/>
        <pc:sldMkLst>
          <pc:docMk/>
          <pc:sldMk cId="419073072" sldId="336"/>
        </pc:sldMkLst>
        <pc:spChg chg="mod">
          <ac:chgData name="mukul maheshwari" userId="12cb43e2ca5f0d2c" providerId="LiveId" clId="{771D35AD-4715-4301-979B-0CEBFD3D1244}" dt="2025-08-20T21:08:30.077" v="2570"/>
          <ac:spMkLst>
            <pc:docMk/>
            <pc:sldMk cId="419073072" sldId="336"/>
            <ac:spMk id="4" creationId="{0EECE519-C266-B071-3075-5A39E062B524}"/>
          </ac:spMkLst>
        </pc:spChg>
      </pc:sldChg>
      <pc:sldChg chg="modSp add mod">
        <pc:chgData name="mukul maheshwari" userId="12cb43e2ca5f0d2c" providerId="LiveId" clId="{771D35AD-4715-4301-979B-0CEBFD3D1244}" dt="2025-08-20T15:29:13.053" v="1344" actId="15"/>
        <pc:sldMkLst>
          <pc:docMk/>
          <pc:sldMk cId="1015009183" sldId="337"/>
        </pc:sldMkLst>
        <pc:spChg chg="mod">
          <ac:chgData name="mukul maheshwari" userId="12cb43e2ca5f0d2c" providerId="LiveId" clId="{771D35AD-4715-4301-979B-0CEBFD3D1244}" dt="2025-08-20T15:29:13.053" v="1344" actId="15"/>
          <ac:spMkLst>
            <pc:docMk/>
            <pc:sldMk cId="1015009183" sldId="337"/>
            <ac:spMk id="4" creationId="{6A00919C-876D-03DC-09FC-2F96136640AB}"/>
          </ac:spMkLst>
        </pc:spChg>
      </pc:sldChg>
      <pc:sldChg chg="modSp add mod">
        <pc:chgData name="mukul maheshwari" userId="12cb43e2ca5f0d2c" providerId="LiveId" clId="{771D35AD-4715-4301-979B-0CEBFD3D1244}" dt="2025-08-20T19:06:18.329" v="1532" actId="27636"/>
        <pc:sldMkLst>
          <pc:docMk/>
          <pc:sldMk cId="4266923593" sldId="338"/>
        </pc:sldMkLst>
        <pc:spChg chg="mod">
          <ac:chgData name="mukul maheshwari" userId="12cb43e2ca5f0d2c" providerId="LiveId" clId="{771D35AD-4715-4301-979B-0CEBFD3D1244}" dt="2025-08-20T18:55:15.372" v="1361" actId="20577"/>
          <ac:spMkLst>
            <pc:docMk/>
            <pc:sldMk cId="4266923593" sldId="338"/>
            <ac:spMk id="2" creationId="{651595D8-B822-6150-F27D-CFA0A9033363}"/>
          </ac:spMkLst>
        </pc:spChg>
        <pc:spChg chg="mod">
          <ac:chgData name="mukul maheshwari" userId="12cb43e2ca5f0d2c" providerId="LiveId" clId="{771D35AD-4715-4301-979B-0CEBFD3D1244}" dt="2025-08-20T19:06:18.329" v="1532" actId="27636"/>
          <ac:spMkLst>
            <pc:docMk/>
            <pc:sldMk cId="4266923593" sldId="338"/>
            <ac:spMk id="4" creationId="{1506D808-8F8F-40C4-1762-1B77EBA5941A}"/>
          </ac:spMkLst>
        </pc:spChg>
      </pc:sldChg>
      <pc:sldChg chg="modSp add mod">
        <pc:chgData name="mukul maheshwari" userId="12cb43e2ca5f0d2c" providerId="LiveId" clId="{771D35AD-4715-4301-979B-0CEBFD3D1244}" dt="2025-08-20T19:07:22.690" v="1553" actId="20577"/>
        <pc:sldMkLst>
          <pc:docMk/>
          <pc:sldMk cId="2652759274" sldId="339"/>
        </pc:sldMkLst>
        <pc:spChg chg="mod">
          <ac:chgData name="mukul maheshwari" userId="12cb43e2ca5f0d2c" providerId="LiveId" clId="{771D35AD-4715-4301-979B-0CEBFD3D1244}" dt="2025-08-20T18:57:10.188" v="1374"/>
          <ac:spMkLst>
            <pc:docMk/>
            <pc:sldMk cId="2652759274" sldId="339"/>
            <ac:spMk id="2" creationId="{50AEE035-88E3-5013-4934-FAFFF05C357E}"/>
          </ac:spMkLst>
        </pc:spChg>
        <pc:spChg chg="mod">
          <ac:chgData name="mukul maheshwari" userId="12cb43e2ca5f0d2c" providerId="LiveId" clId="{771D35AD-4715-4301-979B-0CEBFD3D1244}" dt="2025-08-20T19:07:22.690" v="1553" actId="20577"/>
          <ac:spMkLst>
            <pc:docMk/>
            <pc:sldMk cId="2652759274" sldId="339"/>
            <ac:spMk id="4" creationId="{E2806CEC-9766-7665-A49F-6BA41A33A9F9}"/>
          </ac:spMkLst>
        </pc:spChg>
      </pc:sldChg>
      <pc:sldChg chg="addSp modSp add mod setBg">
        <pc:chgData name="mukul maheshwari" userId="12cb43e2ca5f0d2c" providerId="LiveId" clId="{771D35AD-4715-4301-979B-0CEBFD3D1244}" dt="2025-08-20T19:45:12.061" v="2241" actId="26606"/>
        <pc:sldMkLst>
          <pc:docMk/>
          <pc:sldMk cId="3145514797" sldId="340"/>
        </pc:sldMkLst>
        <pc:spChg chg="mod">
          <ac:chgData name="mukul maheshwari" userId="12cb43e2ca5f0d2c" providerId="LiveId" clId="{771D35AD-4715-4301-979B-0CEBFD3D1244}" dt="2025-08-20T19:45:12.061" v="2241" actId="26606"/>
          <ac:spMkLst>
            <pc:docMk/>
            <pc:sldMk cId="3145514797" sldId="340"/>
            <ac:spMk id="2" creationId="{1F626F84-E522-2E3C-647C-D1ED08963E88}"/>
          </ac:spMkLst>
        </pc:spChg>
        <pc:spChg chg="mod">
          <ac:chgData name="mukul maheshwari" userId="12cb43e2ca5f0d2c" providerId="LiveId" clId="{771D35AD-4715-4301-979B-0CEBFD3D1244}" dt="2025-08-20T19:45:12.061" v="2241" actId="26606"/>
          <ac:spMkLst>
            <pc:docMk/>
            <pc:sldMk cId="3145514797" sldId="340"/>
            <ac:spMk id="4" creationId="{576A48A5-858F-F7BE-A380-3A76D7C80BEC}"/>
          </ac:spMkLst>
        </pc:spChg>
        <pc:spChg chg="add">
          <ac:chgData name="mukul maheshwari" userId="12cb43e2ca5f0d2c" providerId="LiveId" clId="{771D35AD-4715-4301-979B-0CEBFD3D1244}" dt="2025-08-20T19:45:12.061" v="2241" actId="26606"/>
          <ac:spMkLst>
            <pc:docMk/>
            <pc:sldMk cId="3145514797" sldId="340"/>
            <ac:spMk id="9" creationId="{777A147A-9ED8-46B4-8660-1B3C2AA880B5}"/>
          </ac:spMkLst>
        </pc:spChg>
        <pc:spChg chg="add">
          <ac:chgData name="mukul maheshwari" userId="12cb43e2ca5f0d2c" providerId="LiveId" clId="{771D35AD-4715-4301-979B-0CEBFD3D1244}" dt="2025-08-20T19:45:12.061" v="2241" actId="26606"/>
          <ac:spMkLst>
            <pc:docMk/>
            <pc:sldMk cId="3145514797" sldId="340"/>
            <ac:spMk id="11" creationId="{5D6C15A0-C087-4593-8414-2B4EC1CDC3DE}"/>
          </ac:spMkLst>
        </pc:spChg>
      </pc:sldChg>
      <pc:sldChg chg="addSp delSp modSp add mod setBg">
        <pc:chgData name="mukul maheshwari" userId="12cb43e2ca5f0d2c" providerId="LiveId" clId="{771D35AD-4715-4301-979B-0CEBFD3D1244}" dt="2025-08-20T19:44:54.808" v="2239" actId="26606"/>
        <pc:sldMkLst>
          <pc:docMk/>
          <pc:sldMk cId="3080189284" sldId="341"/>
        </pc:sldMkLst>
        <pc:spChg chg="mod">
          <ac:chgData name="mukul maheshwari" userId="12cb43e2ca5f0d2c" providerId="LiveId" clId="{771D35AD-4715-4301-979B-0CEBFD3D1244}" dt="2025-08-20T19:44:54.808" v="2239" actId="26606"/>
          <ac:spMkLst>
            <pc:docMk/>
            <pc:sldMk cId="3080189284" sldId="341"/>
            <ac:spMk id="2" creationId="{571BECC2-F1D0-554A-7A82-73FD28802B19}"/>
          </ac:spMkLst>
        </pc:spChg>
        <pc:spChg chg="add del mod">
          <ac:chgData name="mukul maheshwari" userId="12cb43e2ca5f0d2c" providerId="LiveId" clId="{771D35AD-4715-4301-979B-0CEBFD3D1244}" dt="2025-08-20T19:44:54.808" v="2239" actId="26606"/>
          <ac:spMkLst>
            <pc:docMk/>
            <pc:sldMk cId="3080189284" sldId="341"/>
            <ac:spMk id="4" creationId="{2BC45A34-9D70-5078-7763-58F802AC0A04}"/>
          </ac:spMkLst>
        </pc:spChg>
        <pc:spChg chg="add">
          <ac:chgData name="mukul maheshwari" userId="12cb43e2ca5f0d2c" providerId="LiveId" clId="{771D35AD-4715-4301-979B-0CEBFD3D1244}" dt="2025-08-20T19:44:54.808" v="2239" actId="26606"/>
          <ac:spMkLst>
            <pc:docMk/>
            <pc:sldMk cId="3080189284" sldId="341"/>
            <ac:spMk id="9" creationId="{100EDD19-6802-4EC3-95CE-CFFAB042CFD6}"/>
          </ac:spMkLst>
        </pc:spChg>
        <pc:spChg chg="add del">
          <ac:chgData name="mukul maheshwari" userId="12cb43e2ca5f0d2c" providerId="LiveId" clId="{771D35AD-4715-4301-979B-0CEBFD3D1244}" dt="2025-08-20T19:44:54.792" v="2238" actId="26606"/>
          <ac:spMkLst>
            <pc:docMk/>
            <pc:sldMk cId="3080189284" sldId="341"/>
            <ac:spMk id="11" creationId="{B50AB553-2A96-4A92-96F2-93548E096954}"/>
          </ac:spMkLst>
        </pc:spChg>
        <pc:spChg chg="add">
          <ac:chgData name="mukul maheshwari" userId="12cb43e2ca5f0d2c" providerId="LiveId" clId="{771D35AD-4715-4301-979B-0CEBFD3D1244}" dt="2025-08-20T19:44:54.808" v="2239" actId="26606"/>
          <ac:spMkLst>
            <pc:docMk/>
            <pc:sldMk cId="3080189284" sldId="341"/>
            <ac:spMk id="13" creationId="{DB17E863-922E-4C26-BD64-E8FD41D28661}"/>
          </ac:spMkLst>
        </pc:spChg>
        <pc:spChg chg="add">
          <ac:chgData name="mukul maheshwari" userId="12cb43e2ca5f0d2c" providerId="LiveId" clId="{771D35AD-4715-4301-979B-0CEBFD3D1244}" dt="2025-08-20T19:44:54.808" v="2239" actId="26606"/>
          <ac:spMkLst>
            <pc:docMk/>
            <pc:sldMk cId="3080189284" sldId="341"/>
            <ac:spMk id="14" creationId="{2BC45A34-9D70-5078-7763-58F802AC0A04}"/>
          </ac:spMkLst>
        </pc:spChg>
        <pc:graphicFrameChg chg="add del">
          <ac:chgData name="mukul maheshwari" userId="12cb43e2ca5f0d2c" providerId="LiveId" clId="{771D35AD-4715-4301-979B-0CEBFD3D1244}" dt="2025-08-20T19:44:54.792" v="2238" actId="26606"/>
          <ac:graphicFrameMkLst>
            <pc:docMk/>
            <pc:sldMk cId="3080189284" sldId="341"/>
            <ac:graphicFrameMk id="6" creationId="{85ADE77A-D02E-2352-74CB-36734F21FD21}"/>
          </ac:graphicFrameMkLst>
        </pc:graphicFrameChg>
        <pc:picChg chg="add del">
          <ac:chgData name="mukul maheshwari" userId="12cb43e2ca5f0d2c" providerId="LiveId" clId="{771D35AD-4715-4301-979B-0CEBFD3D1244}" dt="2025-08-20T19:44:54.792" v="2238" actId="26606"/>
          <ac:picMkLst>
            <pc:docMk/>
            <pc:sldMk cId="3080189284" sldId="341"/>
            <ac:picMk id="7" creationId="{7EDE08D4-DDB9-CF8D-644C-690CA137C4EE}"/>
          </ac:picMkLst>
        </pc:picChg>
      </pc:sldChg>
      <pc:sldChg chg="addSp delSp modSp add mod setBg">
        <pc:chgData name="mukul maheshwari" userId="12cb43e2ca5f0d2c" providerId="LiveId" clId="{771D35AD-4715-4301-979B-0CEBFD3D1244}" dt="2025-08-20T19:42:31.276" v="2216" actId="26606"/>
        <pc:sldMkLst>
          <pc:docMk/>
          <pc:sldMk cId="1788662001" sldId="342"/>
        </pc:sldMkLst>
        <pc:spChg chg="mod">
          <ac:chgData name="mukul maheshwari" userId="12cb43e2ca5f0d2c" providerId="LiveId" clId="{771D35AD-4715-4301-979B-0CEBFD3D1244}" dt="2025-08-20T19:42:31.276" v="2216" actId="26606"/>
          <ac:spMkLst>
            <pc:docMk/>
            <pc:sldMk cId="1788662001" sldId="342"/>
            <ac:spMk id="2" creationId="{1769B931-338B-D9CF-84CC-7C462BD15259}"/>
          </ac:spMkLst>
        </pc:spChg>
        <pc:spChg chg="del mod">
          <ac:chgData name="mukul maheshwari" userId="12cb43e2ca5f0d2c" providerId="LiveId" clId="{771D35AD-4715-4301-979B-0CEBFD3D1244}" dt="2025-08-20T19:42:31.276" v="2216" actId="26606"/>
          <ac:spMkLst>
            <pc:docMk/>
            <pc:sldMk cId="1788662001" sldId="342"/>
            <ac:spMk id="4" creationId="{6582D74F-02F8-BECB-A950-FFC380771655}"/>
          </ac:spMkLst>
        </pc:spChg>
        <pc:spChg chg="add">
          <ac:chgData name="mukul maheshwari" userId="12cb43e2ca5f0d2c" providerId="LiveId" clId="{771D35AD-4715-4301-979B-0CEBFD3D1244}" dt="2025-08-20T19:42:31.276" v="2216" actId="26606"/>
          <ac:spMkLst>
            <pc:docMk/>
            <pc:sldMk cId="1788662001" sldId="342"/>
            <ac:spMk id="11" creationId="{B50AB553-2A96-4A92-96F2-93548E096954}"/>
          </ac:spMkLst>
        </pc:spChg>
        <pc:graphicFrameChg chg="add">
          <ac:chgData name="mukul maheshwari" userId="12cb43e2ca5f0d2c" providerId="LiveId" clId="{771D35AD-4715-4301-979B-0CEBFD3D1244}" dt="2025-08-20T19:42:31.276" v="2216" actId="26606"/>
          <ac:graphicFrameMkLst>
            <pc:docMk/>
            <pc:sldMk cId="1788662001" sldId="342"/>
            <ac:graphicFrameMk id="6" creationId="{EB15FED1-C242-A775-AA50-080AE232DB3F}"/>
          </ac:graphicFrameMkLst>
        </pc:graphicFrameChg>
        <pc:picChg chg="add">
          <ac:chgData name="mukul maheshwari" userId="12cb43e2ca5f0d2c" providerId="LiveId" clId="{771D35AD-4715-4301-979B-0CEBFD3D1244}" dt="2025-08-20T19:42:31.276" v="2216" actId="26606"/>
          <ac:picMkLst>
            <pc:docMk/>
            <pc:sldMk cId="1788662001" sldId="342"/>
            <ac:picMk id="7" creationId="{094C0922-F395-5C55-2385-83608579C43F}"/>
          </ac:picMkLst>
        </pc:picChg>
      </pc:sldChg>
      <pc:sldChg chg="addSp delSp modSp add mod setBg">
        <pc:chgData name="mukul maheshwari" userId="12cb43e2ca5f0d2c" providerId="LiveId" clId="{771D35AD-4715-4301-979B-0CEBFD3D1244}" dt="2025-08-20T19:42:11.036" v="2208" actId="27636"/>
        <pc:sldMkLst>
          <pc:docMk/>
          <pc:sldMk cId="931124348" sldId="343"/>
        </pc:sldMkLst>
        <pc:spChg chg="mod">
          <ac:chgData name="mukul maheshwari" userId="12cb43e2ca5f0d2c" providerId="LiveId" clId="{771D35AD-4715-4301-979B-0CEBFD3D1244}" dt="2025-08-20T19:41:57.457" v="2204" actId="26606"/>
          <ac:spMkLst>
            <pc:docMk/>
            <pc:sldMk cId="931124348" sldId="343"/>
            <ac:spMk id="2" creationId="{96FCC98C-DD44-EDC5-E29E-C2D0440F44D7}"/>
          </ac:spMkLst>
        </pc:spChg>
        <pc:spChg chg="add del mod">
          <ac:chgData name="mukul maheshwari" userId="12cb43e2ca5f0d2c" providerId="LiveId" clId="{771D35AD-4715-4301-979B-0CEBFD3D1244}" dt="2025-08-20T19:41:57.457" v="2204" actId="26606"/>
          <ac:spMkLst>
            <pc:docMk/>
            <pc:sldMk cId="931124348" sldId="343"/>
            <ac:spMk id="4" creationId="{2C0903A9-FC77-8CD9-3AF8-D4B3518A6C67}"/>
          </ac:spMkLst>
        </pc:spChg>
        <pc:spChg chg="add">
          <ac:chgData name="mukul maheshwari" userId="12cb43e2ca5f0d2c" providerId="LiveId" clId="{771D35AD-4715-4301-979B-0CEBFD3D1244}" dt="2025-08-20T19:41:57.457" v="2204" actId="26606"/>
          <ac:spMkLst>
            <pc:docMk/>
            <pc:sldMk cId="931124348" sldId="343"/>
            <ac:spMk id="9" creationId="{100EDD19-6802-4EC3-95CE-CFFAB042CFD6}"/>
          </ac:spMkLst>
        </pc:spChg>
        <pc:spChg chg="add mod">
          <ac:chgData name="mukul maheshwari" userId="12cb43e2ca5f0d2c" providerId="LiveId" clId="{771D35AD-4715-4301-979B-0CEBFD3D1244}" dt="2025-08-20T19:42:11.036" v="2208" actId="27636"/>
          <ac:spMkLst>
            <pc:docMk/>
            <pc:sldMk cId="931124348" sldId="343"/>
            <ac:spMk id="10" creationId="{2C0903A9-FC77-8CD9-3AF8-D4B3518A6C67}"/>
          </ac:spMkLst>
        </pc:spChg>
        <pc:spChg chg="add">
          <ac:chgData name="mukul maheshwari" userId="12cb43e2ca5f0d2c" providerId="LiveId" clId="{771D35AD-4715-4301-979B-0CEBFD3D1244}" dt="2025-08-20T19:41:57.457" v="2204" actId="26606"/>
          <ac:spMkLst>
            <pc:docMk/>
            <pc:sldMk cId="931124348" sldId="343"/>
            <ac:spMk id="11" creationId="{DB17E863-922E-4C26-BD64-E8FD41D28661}"/>
          </ac:spMkLst>
        </pc:spChg>
        <pc:graphicFrameChg chg="add del">
          <ac:chgData name="mukul maheshwari" userId="12cb43e2ca5f0d2c" providerId="LiveId" clId="{771D35AD-4715-4301-979B-0CEBFD3D1244}" dt="2025-08-20T19:41:55.347" v="2201" actId="26606"/>
          <ac:graphicFrameMkLst>
            <pc:docMk/>
            <pc:sldMk cId="931124348" sldId="343"/>
            <ac:graphicFrameMk id="6" creationId="{5CFBDAD6-08FF-C60B-9037-104E724975B3}"/>
          </ac:graphicFrameMkLst>
        </pc:graphicFrameChg>
        <pc:graphicFrameChg chg="add del">
          <ac:chgData name="mukul maheshwari" userId="12cb43e2ca5f0d2c" providerId="LiveId" clId="{771D35AD-4715-4301-979B-0CEBFD3D1244}" dt="2025-08-20T19:41:57.433" v="2203" actId="26606"/>
          <ac:graphicFrameMkLst>
            <pc:docMk/>
            <pc:sldMk cId="931124348" sldId="343"/>
            <ac:graphicFrameMk id="8" creationId="{9B63B479-6C30-6AC9-52B3-BB4AEE1CC68A}"/>
          </ac:graphicFrameMkLst>
        </pc:graphicFrameChg>
      </pc:sldChg>
      <pc:sldChg chg="addSp modSp add mod setBg">
        <pc:chgData name="mukul maheshwari" userId="12cb43e2ca5f0d2c" providerId="LiveId" clId="{771D35AD-4715-4301-979B-0CEBFD3D1244}" dt="2025-08-20T19:41:22.210" v="2197" actId="26606"/>
        <pc:sldMkLst>
          <pc:docMk/>
          <pc:sldMk cId="1765372323" sldId="344"/>
        </pc:sldMkLst>
        <pc:spChg chg="mod">
          <ac:chgData name="mukul maheshwari" userId="12cb43e2ca5f0d2c" providerId="LiveId" clId="{771D35AD-4715-4301-979B-0CEBFD3D1244}" dt="2025-08-20T19:41:22.210" v="2197" actId="26606"/>
          <ac:spMkLst>
            <pc:docMk/>
            <pc:sldMk cId="1765372323" sldId="344"/>
            <ac:spMk id="2" creationId="{2EC6B512-70A4-0D67-831F-B1D05117CF8D}"/>
          </ac:spMkLst>
        </pc:spChg>
        <pc:spChg chg="mod">
          <ac:chgData name="mukul maheshwari" userId="12cb43e2ca5f0d2c" providerId="LiveId" clId="{771D35AD-4715-4301-979B-0CEBFD3D1244}" dt="2025-08-20T19:41:22.210" v="2197" actId="26606"/>
          <ac:spMkLst>
            <pc:docMk/>
            <pc:sldMk cId="1765372323" sldId="344"/>
            <ac:spMk id="4" creationId="{A2197983-3EA5-12C6-4F4F-2EB7FEE7F920}"/>
          </ac:spMkLst>
        </pc:spChg>
        <pc:spChg chg="add">
          <ac:chgData name="mukul maheshwari" userId="12cb43e2ca5f0d2c" providerId="LiveId" clId="{771D35AD-4715-4301-979B-0CEBFD3D1244}" dt="2025-08-20T19:41:22.210" v="2197" actId="26606"/>
          <ac:spMkLst>
            <pc:docMk/>
            <pc:sldMk cId="1765372323" sldId="344"/>
            <ac:spMk id="9" creationId="{100EDD19-6802-4EC3-95CE-CFFAB042CFD6}"/>
          </ac:spMkLst>
        </pc:spChg>
        <pc:spChg chg="add">
          <ac:chgData name="mukul maheshwari" userId="12cb43e2ca5f0d2c" providerId="LiveId" clId="{771D35AD-4715-4301-979B-0CEBFD3D1244}" dt="2025-08-20T19:41:22.210" v="2197" actId="26606"/>
          <ac:spMkLst>
            <pc:docMk/>
            <pc:sldMk cId="1765372323" sldId="344"/>
            <ac:spMk id="11" creationId="{DB17E863-922E-4C26-BD64-E8FD41D28661}"/>
          </ac:spMkLst>
        </pc:spChg>
      </pc:sldChg>
      <pc:sldChg chg="modSp add mod">
        <pc:chgData name="mukul maheshwari" userId="12cb43e2ca5f0d2c" providerId="LiveId" clId="{771D35AD-4715-4301-979B-0CEBFD3D1244}" dt="2025-08-20T19:06:28.179" v="1534" actId="27636"/>
        <pc:sldMkLst>
          <pc:docMk/>
          <pc:sldMk cId="1612673717" sldId="345"/>
        </pc:sldMkLst>
        <pc:spChg chg="mod">
          <ac:chgData name="mukul maheshwari" userId="12cb43e2ca5f0d2c" providerId="LiveId" clId="{771D35AD-4715-4301-979B-0CEBFD3D1244}" dt="2025-08-20T19:06:28.179" v="1534" actId="27636"/>
          <ac:spMkLst>
            <pc:docMk/>
            <pc:sldMk cId="1612673717" sldId="345"/>
            <ac:spMk id="4" creationId="{5F16624E-6D22-E0E7-2DBD-21B5DA0B6A32}"/>
          </ac:spMkLst>
        </pc:spChg>
      </pc:sldChg>
      <pc:sldChg chg="addSp modSp add mod setBg">
        <pc:chgData name="mukul maheshwari" userId="12cb43e2ca5f0d2c" providerId="LiveId" clId="{771D35AD-4715-4301-979B-0CEBFD3D1244}" dt="2025-08-20T21:12:35.047" v="2620" actId="20577"/>
        <pc:sldMkLst>
          <pc:docMk/>
          <pc:sldMk cId="3959549690" sldId="346"/>
        </pc:sldMkLst>
        <pc:spChg chg="mod">
          <ac:chgData name="mukul maheshwari" userId="12cb43e2ca5f0d2c" providerId="LiveId" clId="{771D35AD-4715-4301-979B-0CEBFD3D1244}" dt="2025-08-20T19:44:45.301" v="2236" actId="26606"/>
          <ac:spMkLst>
            <pc:docMk/>
            <pc:sldMk cId="3959549690" sldId="346"/>
            <ac:spMk id="2" creationId="{BA837628-84C1-4E86-CE38-50908B2570D2}"/>
          </ac:spMkLst>
        </pc:spChg>
        <pc:spChg chg="mod">
          <ac:chgData name="mukul maheshwari" userId="12cb43e2ca5f0d2c" providerId="LiveId" clId="{771D35AD-4715-4301-979B-0CEBFD3D1244}" dt="2025-08-20T21:12:35.047" v="2620" actId="20577"/>
          <ac:spMkLst>
            <pc:docMk/>
            <pc:sldMk cId="3959549690" sldId="346"/>
            <ac:spMk id="4" creationId="{BECE7ED7-905E-F77E-BDD0-C653AD32D573}"/>
          </ac:spMkLst>
        </pc:spChg>
        <pc:spChg chg="add">
          <ac:chgData name="mukul maheshwari" userId="12cb43e2ca5f0d2c" providerId="LiveId" clId="{771D35AD-4715-4301-979B-0CEBFD3D1244}" dt="2025-08-20T19:44:45.301" v="2236" actId="26606"/>
          <ac:spMkLst>
            <pc:docMk/>
            <pc:sldMk cId="3959549690" sldId="346"/>
            <ac:spMk id="9" creationId="{1BB867FF-FC45-48F7-8104-F89BE54909F1}"/>
          </ac:spMkLst>
        </pc:spChg>
        <pc:spChg chg="add">
          <ac:chgData name="mukul maheshwari" userId="12cb43e2ca5f0d2c" providerId="LiveId" clId="{771D35AD-4715-4301-979B-0CEBFD3D1244}" dt="2025-08-20T19:44:45.301" v="2236" actId="26606"/>
          <ac:spMkLst>
            <pc:docMk/>
            <pc:sldMk cId="3959549690" sldId="346"/>
            <ac:spMk id="11" creationId="{8BB56887-D0D5-4F0C-9E19-7247EB83C8B7}"/>
          </ac:spMkLst>
        </pc:spChg>
        <pc:spChg chg="add">
          <ac:chgData name="mukul maheshwari" userId="12cb43e2ca5f0d2c" providerId="LiveId" clId="{771D35AD-4715-4301-979B-0CEBFD3D1244}" dt="2025-08-20T19:44:45.301" v="2236" actId="26606"/>
          <ac:spMkLst>
            <pc:docMk/>
            <pc:sldMk cId="3959549690" sldId="346"/>
            <ac:spMk id="13" creationId="{081E4A58-353D-44AE-B2FC-2A74E2E400F7}"/>
          </ac:spMkLst>
        </pc:spChg>
      </pc:sldChg>
      <pc:sldChg chg="addSp modSp add mod setBg">
        <pc:chgData name="mukul maheshwari" userId="12cb43e2ca5f0d2c" providerId="LiveId" clId="{771D35AD-4715-4301-979B-0CEBFD3D1244}" dt="2025-08-20T19:44:23.498" v="2233" actId="26606"/>
        <pc:sldMkLst>
          <pc:docMk/>
          <pc:sldMk cId="2731835804" sldId="347"/>
        </pc:sldMkLst>
        <pc:spChg chg="mod">
          <ac:chgData name="mukul maheshwari" userId="12cb43e2ca5f0d2c" providerId="LiveId" clId="{771D35AD-4715-4301-979B-0CEBFD3D1244}" dt="2025-08-20T19:44:23.498" v="2233" actId="26606"/>
          <ac:spMkLst>
            <pc:docMk/>
            <pc:sldMk cId="2731835804" sldId="347"/>
            <ac:spMk id="2" creationId="{28E123DA-F52C-5CDE-E396-F75A6CB70538}"/>
          </ac:spMkLst>
        </pc:spChg>
        <pc:spChg chg="mod">
          <ac:chgData name="mukul maheshwari" userId="12cb43e2ca5f0d2c" providerId="LiveId" clId="{771D35AD-4715-4301-979B-0CEBFD3D1244}" dt="2025-08-20T19:44:23.498" v="2233" actId="26606"/>
          <ac:spMkLst>
            <pc:docMk/>
            <pc:sldMk cId="2731835804" sldId="347"/>
            <ac:spMk id="4" creationId="{3AF18224-C64F-119E-7973-58245C35C68B}"/>
          </ac:spMkLst>
        </pc:spChg>
        <pc:spChg chg="add">
          <ac:chgData name="mukul maheshwari" userId="12cb43e2ca5f0d2c" providerId="LiveId" clId="{771D35AD-4715-4301-979B-0CEBFD3D1244}" dt="2025-08-20T19:44:23.498" v="2233" actId="26606"/>
          <ac:spMkLst>
            <pc:docMk/>
            <pc:sldMk cId="2731835804" sldId="347"/>
            <ac:spMk id="9" creationId="{100EDD19-6802-4EC3-95CE-CFFAB042CFD6}"/>
          </ac:spMkLst>
        </pc:spChg>
        <pc:spChg chg="add">
          <ac:chgData name="mukul maheshwari" userId="12cb43e2ca5f0d2c" providerId="LiveId" clId="{771D35AD-4715-4301-979B-0CEBFD3D1244}" dt="2025-08-20T19:44:23.498" v="2233" actId="26606"/>
          <ac:spMkLst>
            <pc:docMk/>
            <pc:sldMk cId="2731835804" sldId="347"/>
            <ac:spMk id="11" creationId="{DB17E863-922E-4C26-BD64-E8FD41D28661}"/>
          </ac:spMkLst>
        </pc:spChg>
      </pc:sldChg>
      <pc:sldChg chg="addSp modSp add mod setBg">
        <pc:chgData name="mukul maheshwari" userId="12cb43e2ca5f0d2c" providerId="LiveId" clId="{771D35AD-4715-4301-979B-0CEBFD3D1244}" dt="2025-08-20T19:44:07.678" v="2230" actId="26606"/>
        <pc:sldMkLst>
          <pc:docMk/>
          <pc:sldMk cId="1260072958" sldId="348"/>
        </pc:sldMkLst>
        <pc:spChg chg="mod">
          <ac:chgData name="mukul maheshwari" userId="12cb43e2ca5f0d2c" providerId="LiveId" clId="{771D35AD-4715-4301-979B-0CEBFD3D1244}" dt="2025-08-20T19:44:07.678" v="2230" actId="26606"/>
          <ac:spMkLst>
            <pc:docMk/>
            <pc:sldMk cId="1260072958" sldId="348"/>
            <ac:spMk id="2" creationId="{720D4A6A-6530-3499-6D35-4DEC27D34112}"/>
          </ac:spMkLst>
        </pc:spChg>
        <pc:spChg chg="mod">
          <ac:chgData name="mukul maheshwari" userId="12cb43e2ca5f0d2c" providerId="LiveId" clId="{771D35AD-4715-4301-979B-0CEBFD3D1244}" dt="2025-08-20T19:44:07.678" v="2230" actId="26606"/>
          <ac:spMkLst>
            <pc:docMk/>
            <pc:sldMk cId="1260072958" sldId="348"/>
            <ac:spMk id="4" creationId="{E6772B4F-2890-ABF3-BD04-D8FB18FD70EC}"/>
          </ac:spMkLst>
        </pc:spChg>
        <pc:spChg chg="add">
          <ac:chgData name="mukul maheshwari" userId="12cb43e2ca5f0d2c" providerId="LiveId" clId="{771D35AD-4715-4301-979B-0CEBFD3D1244}" dt="2025-08-20T19:44:07.678" v="2230" actId="26606"/>
          <ac:spMkLst>
            <pc:docMk/>
            <pc:sldMk cId="1260072958" sldId="348"/>
            <ac:spMk id="9" creationId="{100EDD19-6802-4EC3-95CE-CFFAB042CFD6}"/>
          </ac:spMkLst>
        </pc:spChg>
        <pc:spChg chg="add">
          <ac:chgData name="mukul maheshwari" userId="12cb43e2ca5f0d2c" providerId="LiveId" clId="{771D35AD-4715-4301-979B-0CEBFD3D1244}" dt="2025-08-20T19:44:07.678" v="2230" actId="26606"/>
          <ac:spMkLst>
            <pc:docMk/>
            <pc:sldMk cId="1260072958" sldId="348"/>
            <ac:spMk id="11" creationId="{DB17E863-922E-4C26-BD64-E8FD41D28661}"/>
          </ac:spMkLst>
        </pc:spChg>
      </pc:sldChg>
      <pc:sldChg chg="addSp delSp modSp add mod setBg">
        <pc:chgData name="mukul maheshwari" userId="12cb43e2ca5f0d2c" providerId="LiveId" clId="{771D35AD-4715-4301-979B-0CEBFD3D1244}" dt="2025-08-20T19:43:48.726" v="2227" actId="26606"/>
        <pc:sldMkLst>
          <pc:docMk/>
          <pc:sldMk cId="3570368567" sldId="349"/>
        </pc:sldMkLst>
        <pc:spChg chg="mod">
          <ac:chgData name="mukul maheshwari" userId="12cb43e2ca5f0d2c" providerId="LiveId" clId="{771D35AD-4715-4301-979B-0CEBFD3D1244}" dt="2025-08-20T19:43:48.726" v="2227" actId="26606"/>
          <ac:spMkLst>
            <pc:docMk/>
            <pc:sldMk cId="3570368567" sldId="349"/>
            <ac:spMk id="2" creationId="{B9B90F04-3C6A-3E64-CA71-EBECCF7E190D}"/>
          </ac:spMkLst>
        </pc:spChg>
        <pc:spChg chg="mod">
          <ac:chgData name="mukul maheshwari" userId="12cb43e2ca5f0d2c" providerId="LiveId" clId="{771D35AD-4715-4301-979B-0CEBFD3D1244}" dt="2025-08-20T19:43:48.726" v="2227" actId="26606"/>
          <ac:spMkLst>
            <pc:docMk/>
            <pc:sldMk cId="3570368567" sldId="349"/>
            <ac:spMk id="4" creationId="{5DAB5CE2-B777-DF09-32EB-3D438095C3CC}"/>
          </ac:spMkLst>
        </pc:spChg>
        <pc:spChg chg="add del">
          <ac:chgData name="mukul maheshwari" userId="12cb43e2ca5f0d2c" providerId="LiveId" clId="{771D35AD-4715-4301-979B-0CEBFD3D1244}" dt="2025-08-20T19:43:48.706" v="2226" actId="26606"/>
          <ac:spMkLst>
            <pc:docMk/>
            <pc:sldMk cId="3570368567" sldId="349"/>
            <ac:spMk id="9" creationId="{100EDD19-6802-4EC3-95CE-CFFAB042CFD6}"/>
          </ac:spMkLst>
        </pc:spChg>
        <pc:spChg chg="add del">
          <ac:chgData name="mukul maheshwari" userId="12cb43e2ca5f0d2c" providerId="LiveId" clId="{771D35AD-4715-4301-979B-0CEBFD3D1244}" dt="2025-08-20T19:43:48.706" v="2226" actId="26606"/>
          <ac:spMkLst>
            <pc:docMk/>
            <pc:sldMk cId="3570368567" sldId="349"/>
            <ac:spMk id="11" creationId="{DB17E863-922E-4C26-BD64-E8FD41D28661}"/>
          </ac:spMkLst>
        </pc:spChg>
        <pc:spChg chg="add">
          <ac:chgData name="mukul maheshwari" userId="12cb43e2ca5f0d2c" providerId="LiveId" clId="{771D35AD-4715-4301-979B-0CEBFD3D1244}" dt="2025-08-20T19:43:48.726" v="2227" actId="26606"/>
          <ac:spMkLst>
            <pc:docMk/>
            <pc:sldMk cId="3570368567" sldId="349"/>
            <ac:spMk id="13" creationId="{777A147A-9ED8-46B4-8660-1B3C2AA880B5}"/>
          </ac:spMkLst>
        </pc:spChg>
        <pc:spChg chg="add">
          <ac:chgData name="mukul maheshwari" userId="12cb43e2ca5f0d2c" providerId="LiveId" clId="{771D35AD-4715-4301-979B-0CEBFD3D1244}" dt="2025-08-20T19:43:48.726" v="2227" actId="26606"/>
          <ac:spMkLst>
            <pc:docMk/>
            <pc:sldMk cId="3570368567" sldId="349"/>
            <ac:spMk id="14" creationId="{5D6C15A0-C087-4593-8414-2B4EC1CDC3DE}"/>
          </ac:spMkLst>
        </pc:spChg>
      </pc:sldChg>
      <pc:sldChg chg="addSp modSp add mod setBg">
        <pc:chgData name="mukul maheshwari" userId="12cb43e2ca5f0d2c" providerId="LiveId" clId="{771D35AD-4715-4301-979B-0CEBFD3D1244}" dt="2025-08-20T19:43:34.451" v="2224" actId="26606"/>
        <pc:sldMkLst>
          <pc:docMk/>
          <pc:sldMk cId="2882538472" sldId="350"/>
        </pc:sldMkLst>
        <pc:spChg chg="mod">
          <ac:chgData name="mukul maheshwari" userId="12cb43e2ca5f0d2c" providerId="LiveId" clId="{771D35AD-4715-4301-979B-0CEBFD3D1244}" dt="2025-08-20T19:43:34.451" v="2224" actId="26606"/>
          <ac:spMkLst>
            <pc:docMk/>
            <pc:sldMk cId="2882538472" sldId="350"/>
            <ac:spMk id="2" creationId="{530E4317-A442-60AB-AD59-5CD8A2998ED2}"/>
          </ac:spMkLst>
        </pc:spChg>
        <pc:spChg chg="mod">
          <ac:chgData name="mukul maheshwari" userId="12cb43e2ca5f0d2c" providerId="LiveId" clId="{771D35AD-4715-4301-979B-0CEBFD3D1244}" dt="2025-08-20T19:43:34.451" v="2224" actId="26606"/>
          <ac:spMkLst>
            <pc:docMk/>
            <pc:sldMk cId="2882538472" sldId="350"/>
            <ac:spMk id="4" creationId="{BA56964A-AABD-8ADE-BE82-EDFB6270858B}"/>
          </ac:spMkLst>
        </pc:spChg>
        <pc:spChg chg="add">
          <ac:chgData name="mukul maheshwari" userId="12cb43e2ca5f0d2c" providerId="LiveId" clId="{771D35AD-4715-4301-979B-0CEBFD3D1244}" dt="2025-08-20T19:43:34.451" v="2224" actId="26606"/>
          <ac:spMkLst>
            <pc:docMk/>
            <pc:sldMk cId="2882538472" sldId="350"/>
            <ac:spMk id="9" creationId="{100EDD19-6802-4EC3-95CE-CFFAB042CFD6}"/>
          </ac:spMkLst>
        </pc:spChg>
        <pc:spChg chg="add">
          <ac:chgData name="mukul maheshwari" userId="12cb43e2ca5f0d2c" providerId="LiveId" clId="{771D35AD-4715-4301-979B-0CEBFD3D1244}" dt="2025-08-20T19:43:34.451" v="2224" actId="26606"/>
          <ac:spMkLst>
            <pc:docMk/>
            <pc:sldMk cId="2882538472" sldId="350"/>
            <ac:spMk id="11" creationId="{DB17E863-922E-4C26-BD64-E8FD41D28661}"/>
          </ac:spMkLst>
        </pc:spChg>
      </pc:sldChg>
      <pc:sldChg chg="addSp modSp add mod setBg">
        <pc:chgData name="mukul maheshwari" userId="12cb43e2ca5f0d2c" providerId="LiveId" clId="{771D35AD-4715-4301-979B-0CEBFD3D1244}" dt="2025-08-20T19:43:28.667" v="2223" actId="26606"/>
        <pc:sldMkLst>
          <pc:docMk/>
          <pc:sldMk cId="1953895283" sldId="351"/>
        </pc:sldMkLst>
        <pc:spChg chg="mod">
          <ac:chgData name="mukul maheshwari" userId="12cb43e2ca5f0d2c" providerId="LiveId" clId="{771D35AD-4715-4301-979B-0CEBFD3D1244}" dt="2025-08-20T19:43:28.667" v="2223" actId="26606"/>
          <ac:spMkLst>
            <pc:docMk/>
            <pc:sldMk cId="1953895283" sldId="351"/>
            <ac:spMk id="2" creationId="{011A0F37-BDC4-22B6-E87D-BB54EF6FDD59}"/>
          </ac:spMkLst>
        </pc:spChg>
        <pc:spChg chg="mod">
          <ac:chgData name="mukul maheshwari" userId="12cb43e2ca5f0d2c" providerId="LiveId" clId="{771D35AD-4715-4301-979B-0CEBFD3D1244}" dt="2025-08-20T19:43:28.667" v="2223" actId="26606"/>
          <ac:spMkLst>
            <pc:docMk/>
            <pc:sldMk cId="1953895283" sldId="351"/>
            <ac:spMk id="4" creationId="{59D11FC7-142B-F88A-73E4-0D8DB62305BD}"/>
          </ac:spMkLst>
        </pc:spChg>
        <pc:spChg chg="add">
          <ac:chgData name="mukul maheshwari" userId="12cb43e2ca5f0d2c" providerId="LiveId" clId="{771D35AD-4715-4301-979B-0CEBFD3D1244}" dt="2025-08-20T19:43:28.667" v="2223" actId="26606"/>
          <ac:spMkLst>
            <pc:docMk/>
            <pc:sldMk cId="1953895283" sldId="351"/>
            <ac:spMk id="9" creationId="{100EDD19-6802-4EC3-95CE-CFFAB042CFD6}"/>
          </ac:spMkLst>
        </pc:spChg>
        <pc:spChg chg="add">
          <ac:chgData name="mukul maheshwari" userId="12cb43e2ca5f0d2c" providerId="LiveId" clId="{771D35AD-4715-4301-979B-0CEBFD3D1244}" dt="2025-08-20T19:43:28.667" v="2223" actId="26606"/>
          <ac:spMkLst>
            <pc:docMk/>
            <pc:sldMk cId="1953895283" sldId="351"/>
            <ac:spMk id="11" creationId="{DB17E863-922E-4C26-BD64-E8FD41D28661}"/>
          </ac:spMkLst>
        </pc:spChg>
      </pc:sldChg>
      <pc:sldChg chg="addSp modSp add mod setBg">
        <pc:chgData name="mukul maheshwari" userId="12cb43e2ca5f0d2c" providerId="LiveId" clId="{771D35AD-4715-4301-979B-0CEBFD3D1244}" dt="2025-08-20T19:43:19.884" v="2222" actId="20577"/>
        <pc:sldMkLst>
          <pc:docMk/>
          <pc:sldMk cId="1361626126" sldId="352"/>
        </pc:sldMkLst>
        <pc:spChg chg="mod">
          <ac:chgData name="mukul maheshwari" userId="12cb43e2ca5f0d2c" providerId="LiveId" clId="{771D35AD-4715-4301-979B-0CEBFD3D1244}" dt="2025-08-20T19:43:04.987" v="2221" actId="26606"/>
          <ac:spMkLst>
            <pc:docMk/>
            <pc:sldMk cId="1361626126" sldId="352"/>
            <ac:spMk id="2" creationId="{EDD4D6E8-608F-A5D3-29EA-0CE6FC055373}"/>
          </ac:spMkLst>
        </pc:spChg>
        <pc:spChg chg="mod">
          <ac:chgData name="mukul maheshwari" userId="12cb43e2ca5f0d2c" providerId="LiveId" clId="{771D35AD-4715-4301-979B-0CEBFD3D1244}" dt="2025-08-20T19:43:19.884" v="2222" actId="20577"/>
          <ac:spMkLst>
            <pc:docMk/>
            <pc:sldMk cId="1361626126" sldId="352"/>
            <ac:spMk id="4" creationId="{32B89D43-C0E6-7C43-5FE6-E40BD481E9BB}"/>
          </ac:spMkLst>
        </pc:spChg>
        <pc:spChg chg="add">
          <ac:chgData name="mukul maheshwari" userId="12cb43e2ca5f0d2c" providerId="LiveId" clId="{771D35AD-4715-4301-979B-0CEBFD3D1244}" dt="2025-08-20T19:43:04.987" v="2221" actId="26606"/>
          <ac:spMkLst>
            <pc:docMk/>
            <pc:sldMk cId="1361626126" sldId="352"/>
            <ac:spMk id="9" creationId="{100EDD19-6802-4EC3-95CE-CFFAB042CFD6}"/>
          </ac:spMkLst>
        </pc:spChg>
        <pc:spChg chg="add">
          <ac:chgData name="mukul maheshwari" userId="12cb43e2ca5f0d2c" providerId="LiveId" clId="{771D35AD-4715-4301-979B-0CEBFD3D1244}" dt="2025-08-20T19:43:04.987" v="2221" actId="26606"/>
          <ac:spMkLst>
            <pc:docMk/>
            <pc:sldMk cId="1361626126" sldId="352"/>
            <ac:spMk id="11" creationId="{DB17E863-922E-4C26-BD64-E8FD41D28661}"/>
          </ac:spMkLst>
        </pc:spChg>
      </pc:sldChg>
      <pc:sldChg chg="addSp modSp add mod setBg">
        <pc:chgData name="mukul maheshwari" userId="12cb43e2ca5f0d2c" providerId="LiveId" clId="{771D35AD-4715-4301-979B-0CEBFD3D1244}" dt="2025-08-20T19:42:57.643" v="2220" actId="115"/>
        <pc:sldMkLst>
          <pc:docMk/>
          <pc:sldMk cId="198381228" sldId="353"/>
        </pc:sldMkLst>
        <pc:spChg chg="mod">
          <ac:chgData name="mukul maheshwari" userId="12cb43e2ca5f0d2c" providerId="LiveId" clId="{771D35AD-4715-4301-979B-0CEBFD3D1244}" dt="2025-08-20T19:42:53.177" v="2219" actId="26606"/>
          <ac:spMkLst>
            <pc:docMk/>
            <pc:sldMk cId="198381228" sldId="353"/>
            <ac:spMk id="2" creationId="{530E4317-A442-60AB-AD59-5CD8A2998ED2}"/>
          </ac:spMkLst>
        </pc:spChg>
        <pc:spChg chg="mod">
          <ac:chgData name="mukul maheshwari" userId="12cb43e2ca5f0d2c" providerId="LiveId" clId="{771D35AD-4715-4301-979B-0CEBFD3D1244}" dt="2025-08-20T19:42:57.643" v="2220" actId="115"/>
          <ac:spMkLst>
            <pc:docMk/>
            <pc:sldMk cId="198381228" sldId="353"/>
            <ac:spMk id="4" creationId="{BA56964A-AABD-8ADE-BE82-EDFB6270858B}"/>
          </ac:spMkLst>
        </pc:spChg>
        <pc:spChg chg="add">
          <ac:chgData name="mukul maheshwari" userId="12cb43e2ca5f0d2c" providerId="LiveId" clId="{771D35AD-4715-4301-979B-0CEBFD3D1244}" dt="2025-08-20T19:42:53.177" v="2219" actId="26606"/>
          <ac:spMkLst>
            <pc:docMk/>
            <pc:sldMk cId="198381228" sldId="353"/>
            <ac:spMk id="9" creationId="{100EDD19-6802-4EC3-95CE-CFFAB042CFD6}"/>
          </ac:spMkLst>
        </pc:spChg>
        <pc:spChg chg="add">
          <ac:chgData name="mukul maheshwari" userId="12cb43e2ca5f0d2c" providerId="LiveId" clId="{771D35AD-4715-4301-979B-0CEBFD3D1244}" dt="2025-08-20T19:42:53.177" v="2219" actId="26606"/>
          <ac:spMkLst>
            <pc:docMk/>
            <pc:sldMk cId="198381228" sldId="353"/>
            <ac:spMk id="11" creationId="{DB17E863-922E-4C26-BD64-E8FD41D28661}"/>
          </ac:spMkLst>
        </pc:spChg>
      </pc:sldChg>
      <pc:sldChg chg="addSp modSp add mod setBg">
        <pc:chgData name="mukul maheshwari" userId="12cb43e2ca5f0d2c" providerId="LiveId" clId="{771D35AD-4715-4301-979B-0CEBFD3D1244}" dt="2025-08-20T19:42:45.293" v="2218" actId="26606"/>
        <pc:sldMkLst>
          <pc:docMk/>
          <pc:sldMk cId="3472279066" sldId="354"/>
        </pc:sldMkLst>
        <pc:spChg chg="mod">
          <ac:chgData name="mukul maheshwari" userId="12cb43e2ca5f0d2c" providerId="LiveId" clId="{771D35AD-4715-4301-979B-0CEBFD3D1244}" dt="2025-08-20T19:42:45.293" v="2218" actId="26606"/>
          <ac:spMkLst>
            <pc:docMk/>
            <pc:sldMk cId="3472279066" sldId="354"/>
            <ac:spMk id="2" creationId="{8D240CD6-7E09-5699-AD70-4C35304579FB}"/>
          </ac:spMkLst>
        </pc:spChg>
        <pc:spChg chg="mod">
          <ac:chgData name="mukul maheshwari" userId="12cb43e2ca5f0d2c" providerId="LiveId" clId="{771D35AD-4715-4301-979B-0CEBFD3D1244}" dt="2025-08-20T19:42:45.293" v="2218" actId="26606"/>
          <ac:spMkLst>
            <pc:docMk/>
            <pc:sldMk cId="3472279066" sldId="354"/>
            <ac:spMk id="4" creationId="{ECF26837-E74A-1439-2330-3B90FE23A92D}"/>
          </ac:spMkLst>
        </pc:spChg>
        <pc:spChg chg="add">
          <ac:chgData name="mukul maheshwari" userId="12cb43e2ca5f0d2c" providerId="LiveId" clId="{771D35AD-4715-4301-979B-0CEBFD3D1244}" dt="2025-08-20T19:42:45.293" v="2218" actId="26606"/>
          <ac:spMkLst>
            <pc:docMk/>
            <pc:sldMk cId="3472279066" sldId="354"/>
            <ac:spMk id="9" creationId="{100EDD19-6802-4EC3-95CE-CFFAB042CFD6}"/>
          </ac:spMkLst>
        </pc:spChg>
        <pc:spChg chg="add">
          <ac:chgData name="mukul maheshwari" userId="12cb43e2ca5f0d2c" providerId="LiveId" clId="{771D35AD-4715-4301-979B-0CEBFD3D1244}" dt="2025-08-20T19:42:45.293" v="2218" actId="26606"/>
          <ac:spMkLst>
            <pc:docMk/>
            <pc:sldMk cId="3472279066" sldId="354"/>
            <ac:spMk id="11" creationId="{DB17E863-922E-4C26-BD64-E8FD41D28661}"/>
          </ac:spMkLst>
        </pc:spChg>
      </pc:sldChg>
      <pc:sldChg chg="addSp delSp modSp add mod setBg">
        <pc:chgData name="mukul maheshwari" userId="12cb43e2ca5f0d2c" providerId="LiveId" clId="{771D35AD-4715-4301-979B-0CEBFD3D1244}" dt="2025-08-20T19:42:36.683" v="2217" actId="26606"/>
        <pc:sldMkLst>
          <pc:docMk/>
          <pc:sldMk cId="3830553" sldId="355"/>
        </pc:sldMkLst>
        <pc:spChg chg="mod">
          <ac:chgData name="mukul maheshwari" userId="12cb43e2ca5f0d2c" providerId="LiveId" clId="{771D35AD-4715-4301-979B-0CEBFD3D1244}" dt="2025-08-20T19:42:36.683" v="2217" actId="26606"/>
          <ac:spMkLst>
            <pc:docMk/>
            <pc:sldMk cId="3830553" sldId="355"/>
            <ac:spMk id="2" creationId="{05733667-BA38-CC0B-890A-84106E5093B6}"/>
          </ac:spMkLst>
        </pc:spChg>
        <pc:spChg chg="del mod">
          <ac:chgData name="mukul maheshwari" userId="12cb43e2ca5f0d2c" providerId="LiveId" clId="{771D35AD-4715-4301-979B-0CEBFD3D1244}" dt="2025-08-20T19:42:36.683" v="2217" actId="26606"/>
          <ac:spMkLst>
            <pc:docMk/>
            <pc:sldMk cId="3830553" sldId="355"/>
            <ac:spMk id="4" creationId="{0EAFC2ED-8B33-4460-8D08-831DC3AF5EF1}"/>
          </ac:spMkLst>
        </pc:spChg>
        <pc:spChg chg="add">
          <ac:chgData name="mukul maheshwari" userId="12cb43e2ca5f0d2c" providerId="LiveId" clId="{771D35AD-4715-4301-979B-0CEBFD3D1244}" dt="2025-08-20T19:42:36.683" v="2217" actId="26606"/>
          <ac:spMkLst>
            <pc:docMk/>
            <pc:sldMk cId="3830553" sldId="355"/>
            <ac:spMk id="11" creationId="{B50AB553-2A96-4A92-96F2-93548E096954}"/>
          </ac:spMkLst>
        </pc:spChg>
        <pc:graphicFrameChg chg="add">
          <ac:chgData name="mukul maheshwari" userId="12cb43e2ca5f0d2c" providerId="LiveId" clId="{771D35AD-4715-4301-979B-0CEBFD3D1244}" dt="2025-08-20T19:42:36.683" v="2217" actId="26606"/>
          <ac:graphicFrameMkLst>
            <pc:docMk/>
            <pc:sldMk cId="3830553" sldId="355"/>
            <ac:graphicFrameMk id="6" creationId="{8FCAF36B-E1C3-D2D2-CBB5-93EB23F9176D}"/>
          </ac:graphicFrameMkLst>
        </pc:graphicFrameChg>
        <pc:picChg chg="add">
          <ac:chgData name="mukul maheshwari" userId="12cb43e2ca5f0d2c" providerId="LiveId" clId="{771D35AD-4715-4301-979B-0CEBFD3D1244}" dt="2025-08-20T19:42:36.683" v="2217" actId="26606"/>
          <ac:picMkLst>
            <pc:docMk/>
            <pc:sldMk cId="3830553" sldId="355"/>
            <ac:picMk id="7" creationId="{DBE4AF0C-53D5-A190-BEC2-B68A9D2A2196}"/>
          </ac:picMkLst>
        </pc:picChg>
      </pc:sldChg>
      <pc:sldChg chg="addSp delSp modSp add mod setBg">
        <pc:chgData name="mukul maheshwari" userId="12cb43e2ca5f0d2c" providerId="LiveId" clId="{771D35AD-4715-4301-979B-0CEBFD3D1244}" dt="2025-08-20T19:42:25.193" v="2215" actId="26606"/>
        <pc:sldMkLst>
          <pc:docMk/>
          <pc:sldMk cId="3688635982" sldId="356"/>
        </pc:sldMkLst>
        <pc:spChg chg="mod">
          <ac:chgData name="mukul maheshwari" userId="12cb43e2ca5f0d2c" providerId="LiveId" clId="{771D35AD-4715-4301-979B-0CEBFD3D1244}" dt="2025-08-20T19:42:25.193" v="2215" actId="26606"/>
          <ac:spMkLst>
            <pc:docMk/>
            <pc:sldMk cId="3688635982" sldId="356"/>
            <ac:spMk id="2" creationId="{FD8BEC37-10CE-9F16-89D6-B3901FDF3306}"/>
          </ac:spMkLst>
        </pc:spChg>
        <pc:spChg chg="add del mod">
          <ac:chgData name="mukul maheshwari" userId="12cb43e2ca5f0d2c" providerId="LiveId" clId="{771D35AD-4715-4301-979B-0CEBFD3D1244}" dt="2025-08-20T19:42:25.193" v="2215" actId="26606"/>
          <ac:spMkLst>
            <pc:docMk/>
            <pc:sldMk cId="3688635982" sldId="356"/>
            <ac:spMk id="4" creationId="{27C415D5-B4B9-FC81-E977-D49C046FB7E3}"/>
          </ac:spMkLst>
        </pc:spChg>
        <pc:spChg chg="add">
          <ac:chgData name="mukul maheshwari" userId="12cb43e2ca5f0d2c" providerId="LiveId" clId="{771D35AD-4715-4301-979B-0CEBFD3D1244}" dt="2025-08-20T19:42:25.193" v="2215" actId="26606"/>
          <ac:spMkLst>
            <pc:docMk/>
            <pc:sldMk cId="3688635982" sldId="356"/>
            <ac:spMk id="9" creationId="{100EDD19-6802-4EC3-95CE-CFFAB042CFD6}"/>
          </ac:spMkLst>
        </pc:spChg>
        <pc:spChg chg="add del">
          <ac:chgData name="mukul maheshwari" userId="12cb43e2ca5f0d2c" providerId="LiveId" clId="{771D35AD-4715-4301-979B-0CEBFD3D1244}" dt="2025-08-20T19:42:23.820" v="2212" actId="26606"/>
          <ac:spMkLst>
            <pc:docMk/>
            <pc:sldMk cId="3688635982" sldId="356"/>
            <ac:spMk id="10" creationId="{7517A47C-B2E5-4B79-8061-D74B1311AF6E}"/>
          </ac:spMkLst>
        </pc:spChg>
        <pc:spChg chg="add del">
          <ac:chgData name="mukul maheshwari" userId="12cb43e2ca5f0d2c" providerId="LiveId" clId="{771D35AD-4715-4301-979B-0CEBFD3D1244}" dt="2025-08-20T19:42:21.893" v="2210" actId="26606"/>
          <ac:spMkLst>
            <pc:docMk/>
            <pc:sldMk cId="3688635982" sldId="356"/>
            <ac:spMk id="11" creationId="{B50AB553-2A96-4A92-96F2-93548E096954}"/>
          </ac:spMkLst>
        </pc:spChg>
        <pc:spChg chg="add del">
          <ac:chgData name="mukul maheshwari" userId="12cb43e2ca5f0d2c" providerId="LiveId" clId="{771D35AD-4715-4301-979B-0CEBFD3D1244}" dt="2025-08-20T19:42:23.820" v="2212" actId="26606"/>
          <ac:spMkLst>
            <pc:docMk/>
            <pc:sldMk cId="3688635982" sldId="356"/>
            <ac:spMk id="12" creationId="{C505E780-2083-4CB5-A42A-5E0E2908ECC3}"/>
          </ac:spMkLst>
        </pc:spChg>
        <pc:spChg chg="add del">
          <ac:chgData name="mukul maheshwari" userId="12cb43e2ca5f0d2c" providerId="LiveId" clId="{771D35AD-4715-4301-979B-0CEBFD3D1244}" dt="2025-08-20T19:42:23.820" v="2212" actId="26606"/>
          <ac:spMkLst>
            <pc:docMk/>
            <pc:sldMk cId="3688635982" sldId="356"/>
            <ac:spMk id="14" creationId="{D2C0AE1C-0118-41AE-8A10-7CDCBF10E96F}"/>
          </ac:spMkLst>
        </pc:spChg>
        <pc:spChg chg="add del">
          <ac:chgData name="mukul maheshwari" userId="12cb43e2ca5f0d2c" providerId="LiveId" clId="{771D35AD-4715-4301-979B-0CEBFD3D1244}" dt="2025-08-20T19:42:23.820" v="2212" actId="26606"/>
          <ac:spMkLst>
            <pc:docMk/>
            <pc:sldMk cId="3688635982" sldId="356"/>
            <ac:spMk id="16" creationId="{463EEC44-1BA3-44ED-81FC-A644B04B2A44}"/>
          </ac:spMkLst>
        </pc:spChg>
        <pc:spChg chg="add del">
          <ac:chgData name="mukul maheshwari" userId="12cb43e2ca5f0d2c" providerId="LiveId" clId="{771D35AD-4715-4301-979B-0CEBFD3D1244}" dt="2025-08-20T19:42:25.168" v="2214" actId="26606"/>
          <ac:spMkLst>
            <pc:docMk/>
            <pc:sldMk cId="3688635982" sldId="356"/>
            <ac:spMk id="19" creationId="{B50AB553-2A96-4A92-96F2-93548E096954}"/>
          </ac:spMkLst>
        </pc:spChg>
        <pc:spChg chg="add">
          <ac:chgData name="mukul maheshwari" userId="12cb43e2ca5f0d2c" providerId="LiveId" clId="{771D35AD-4715-4301-979B-0CEBFD3D1244}" dt="2025-08-20T19:42:25.193" v="2215" actId="26606"/>
          <ac:spMkLst>
            <pc:docMk/>
            <pc:sldMk cId="3688635982" sldId="356"/>
            <ac:spMk id="22" creationId="{DB17E863-922E-4C26-BD64-E8FD41D28661}"/>
          </ac:spMkLst>
        </pc:spChg>
        <pc:spChg chg="add">
          <ac:chgData name="mukul maheshwari" userId="12cb43e2ca5f0d2c" providerId="LiveId" clId="{771D35AD-4715-4301-979B-0CEBFD3D1244}" dt="2025-08-20T19:42:25.193" v="2215" actId="26606"/>
          <ac:spMkLst>
            <pc:docMk/>
            <pc:sldMk cId="3688635982" sldId="356"/>
            <ac:spMk id="23" creationId="{27C415D5-B4B9-FC81-E977-D49C046FB7E3}"/>
          </ac:spMkLst>
        </pc:spChg>
        <pc:graphicFrameChg chg="add del">
          <ac:chgData name="mukul maheshwari" userId="12cb43e2ca5f0d2c" providerId="LiveId" clId="{771D35AD-4715-4301-979B-0CEBFD3D1244}" dt="2025-08-20T19:42:21.893" v="2210" actId="26606"/>
          <ac:graphicFrameMkLst>
            <pc:docMk/>
            <pc:sldMk cId="3688635982" sldId="356"/>
            <ac:graphicFrameMk id="6" creationId="{6ACAA3B9-813F-DBC3-90BE-50A7D6654FBC}"/>
          </ac:graphicFrameMkLst>
        </pc:graphicFrameChg>
        <pc:graphicFrameChg chg="add del">
          <ac:chgData name="mukul maheshwari" userId="12cb43e2ca5f0d2c" providerId="LiveId" clId="{771D35AD-4715-4301-979B-0CEBFD3D1244}" dt="2025-08-20T19:42:23.820" v="2212" actId="26606"/>
          <ac:graphicFrameMkLst>
            <pc:docMk/>
            <pc:sldMk cId="3688635982" sldId="356"/>
            <ac:graphicFrameMk id="13" creationId="{85CE63AF-0B99-7840-B781-DD0A7D81614A}"/>
          </ac:graphicFrameMkLst>
        </pc:graphicFrameChg>
        <pc:graphicFrameChg chg="add del">
          <ac:chgData name="mukul maheshwari" userId="12cb43e2ca5f0d2c" providerId="LiveId" clId="{771D35AD-4715-4301-979B-0CEBFD3D1244}" dt="2025-08-20T19:42:25.168" v="2214" actId="26606"/>
          <ac:graphicFrameMkLst>
            <pc:docMk/>
            <pc:sldMk cId="3688635982" sldId="356"/>
            <ac:graphicFrameMk id="20" creationId="{6ACAA3B9-813F-DBC3-90BE-50A7D6654FBC}"/>
          </ac:graphicFrameMkLst>
        </pc:graphicFrameChg>
        <pc:picChg chg="add del">
          <ac:chgData name="mukul maheshwari" userId="12cb43e2ca5f0d2c" providerId="LiveId" clId="{771D35AD-4715-4301-979B-0CEBFD3D1244}" dt="2025-08-20T19:42:21.893" v="2210" actId="26606"/>
          <ac:picMkLst>
            <pc:docMk/>
            <pc:sldMk cId="3688635982" sldId="356"/>
            <ac:picMk id="7" creationId="{51FD600C-26CD-FBCD-F233-D61157C18FDF}"/>
          </ac:picMkLst>
        </pc:picChg>
        <pc:picChg chg="add del">
          <ac:chgData name="mukul maheshwari" userId="12cb43e2ca5f0d2c" providerId="LiveId" clId="{771D35AD-4715-4301-979B-0CEBFD3D1244}" dt="2025-08-20T19:42:25.168" v="2214" actId="26606"/>
          <ac:picMkLst>
            <pc:docMk/>
            <pc:sldMk cId="3688635982" sldId="356"/>
            <ac:picMk id="18" creationId="{51FD600C-26CD-FBCD-F233-D61157C18FDF}"/>
          </ac:picMkLst>
        </pc:picChg>
      </pc:sldChg>
      <pc:sldChg chg="addSp modSp add mod setBg">
        <pc:chgData name="mukul maheshwari" userId="12cb43e2ca5f0d2c" providerId="LiveId" clId="{771D35AD-4715-4301-979B-0CEBFD3D1244}" dt="2025-08-20T19:41:36.355" v="2199" actId="26606"/>
        <pc:sldMkLst>
          <pc:docMk/>
          <pc:sldMk cId="128400389" sldId="357"/>
        </pc:sldMkLst>
        <pc:spChg chg="mod">
          <ac:chgData name="mukul maheshwari" userId="12cb43e2ca5f0d2c" providerId="LiveId" clId="{771D35AD-4715-4301-979B-0CEBFD3D1244}" dt="2025-08-20T19:41:36.355" v="2199" actId="26606"/>
          <ac:spMkLst>
            <pc:docMk/>
            <pc:sldMk cId="128400389" sldId="357"/>
            <ac:spMk id="2" creationId="{2C1F8E3B-82FB-5B5A-CCA3-2E11FFE65DF0}"/>
          </ac:spMkLst>
        </pc:spChg>
        <pc:spChg chg="mod">
          <ac:chgData name="mukul maheshwari" userId="12cb43e2ca5f0d2c" providerId="LiveId" clId="{771D35AD-4715-4301-979B-0CEBFD3D1244}" dt="2025-08-20T19:41:36.355" v="2199" actId="26606"/>
          <ac:spMkLst>
            <pc:docMk/>
            <pc:sldMk cId="128400389" sldId="357"/>
            <ac:spMk id="4" creationId="{34CD00B8-43F5-82BA-2B26-B6BB64D5D196}"/>
          </ac:spMkLst>
        </pc:spChg>
        <pc:spChg chg="add">
          <ac:chgData name="mukul maheshwari" userId="12cb43e2ca5f0d2c" providerId="LiveId" clId="{771D35AD-4715-4301-979B-0CEBFD3D1244}" dt="2025-08-20T19:41:36.355" v="2199" actId="26606"/>
          <ac:spMkLst>
            <pc:docMk/>
            <pc:sldMk cId="128400389" sldId="357"/>
            <ac:spMk id="9" creationId="{907EF6B7-1338-4443-8C46-6A318D952DFD}"/>
          </ac:spMkLst>
        </pc:spChg>
        <pc:spChg chg="add">
          <ac:chgData name="mukul maheshwari" userId="12cb43e2ca5f0d2c" providerId="LiveId" clId="{771D35AD-4715-4301-979B-0CEBFD3D1244}" dt="2025-08-20T19:41:36.355" v="2199" actId="26606"/>
          <ac:spMkLst>
            <pc:docMk/>
            <pc:sldMk cId="128400389" sldId="357"/>
            <ac:spMk id="11" creationId="{DAAE4CDD-124C-4DCF-9584-B6033B545DD5}"/>
          </ac:spMkLst>
        </pc:spChg>
        <pc:spChg chg="add">
          <ac:chgData name="mukul maheshwari" userId="12cb43e2ca5f0d2c" providerId="LiveId" clId="{771D35AD-4715-4301-979B-0CEBFD3D1244}" dt="2025-08-20T19:41:36.355" v="2199" actId="26606"/>
          <ac:spMkLst>
            <pc:docMk/>
            <pc:sldMk cId="128400389" sldId="357"/>
            <ac:spMk id="13" creationId="{081E4A58-353D-44AE-B2FC-2A74E2E400F7}"/>
          </ac:spMkLst>
        </pc:spChg>
      </pc:sldChg>
      <pc:sldChg chg="modSp add mod">
        <pc:chgData name="mukul maheshwari" userId="12cb43e2ca5f0d2c" providerId="LiveId" clId="{771D35AD-4715-4301-979B-0CEBFD3D1244}" dt="2025-08-20T19:28:43.309" v="2052" actId="20577"/>
        <pc:sldMkLst>
          <pc:docMk/>
          <pc:sldMk cId="965816622" sldId="358"/>
        </pc:sldMkLst>
        <pc:spChg chg="mod">
          <ac:chgData name="mukul maheshwari" userId="12cb43e2ca5f0d2c" providerId="LiveId" clId="{771D35AD-4715-4301-979B-0CEBFD3D1244}" dt="2025-08-20T19:27:24.870" v="1955" actId="20577"/>
          <ac:spMkLst>
            <pc:docMk/>
            <pc:sldMk cId="965816622" sldId="358"/>
            <ac:spMk id="2" creationId="{7AD77AB6-C2C6-FDB7-4B65-D2230C8B87E5}"/>
          </ac:spMkLst>
        </pc:spChg>
        <pc:spChg chg="mod">
          <ac:chgData name="mukul maheshwari" userId="12cb43e2ca5f0d2c" providerId="LiveId" clId="{771D35AD-4715-4301-979B-0CEBFD3D1244}" dt="2025-08-20T19:28:43.309" v="2052" actId="20577"/>
          <ac:spMkLst>
            <pc:docMk/>
            <pc:sldMk cId="965816622" sldId="358"/>
            <ac:spMk id="4" creationId="{5CC2BE5D-948A-3B47-C870-9A6FD01C5F27}"/>
          </ac:spMkLst>
        </pc:spChg>
      </pc:sldChg>
      <pc:sldChg chg="addSp modSp add mod setBg">
        <pc:chgData name="mukul maheshwari" userId="12cb43e2ca5f0d2c" providerId="LiveId" clId="{771D35AD-4715-4301-979B-0CEBFD3D1244}" dt="2025-08-20T19:41:30.176" v="2198" actId="26606"/>
        <pc:sldMkLst>
          <pc:docMk/>
          <pc:sldMk cId="3821522854" sldId="359"/>
        </pc:sldMkLst>
        <pc:spChg chg="mod">
          <ac:chgData name="mukul maheshwari" userId="12cb43e2ca5f0d2c" providerId="LiveId" clId="{771D35AD-4715-4301-979B-0CEBFD3D1244}" dt="2025-08-20T19:41:30.176" v="2198" actId="26606"/>
          <ac:spMkLst>
            <pc:docMk/>
            <pc:sldMk cId="3821522854" sldId="359"/>
            <ac:spMk id="2" creationId="{F8C74E1E-12B0-0AE4-3CE7-2DDD3D567724}"/>
          </ac:spMkLst>
        </pc:spChg>
        <pc:spChg chg="mod">
          <ac:chgData name="mukul maheshwari" userId="12cb43e2ca5f0d2c" providerId="LiveId" clId="{771D35AD-4715-4301-979B-0CEBFD3D1244}" dt="2025-08-20T19:41:30.176" v="2198" actId="26606"/>
          <ac:spMkLst>
            <pc:docMk/>
            <pc:sldMk cId="3821522854" sldId="359"/>
            <ac:spMk id="4" creationId="{0003AE94-B538-848B-FDD1-FD06E383BF18}"/>
          </ac:spMkLst>
        </pc:spChg>
        <pc:spChg chg="add">
          <ac:chgData name="mukul maheshwari" userId="12cb43e2ca5f0d2c" providerId="LiveId" clId="{771D35AD-4715-4301-979B-0CEBFD3D1244}" dt="2025-08-20T19:41:30.176" v="2198" actId="26606"/>
          <ac:spMkLst>
            <pc:docMk/>
            <pc:sldMk cId="3821522854" sldId="359"/>
            <ac:spMk id="9" creationId="{907EF6B7-1338-4443-8C46-6A318D952DFD}"/>
          </ac:spMkLst>
        </pc:spChg>
        <pc:spChg chg="add">
          <ac:chgData name="mukul maheshwari" userId="12cb43e2ca5f0d2c" providerId="LiveId" clId="{771D35AD-4715-4301-979B-0CEBFD3D1244}" dt="2025-08-20T19:41:30.176" v="2198" actId="26606"/>
          <ac:spMkLst>
            <pc:docMk/>
            <pc:sldMk cId="3821522854" sldId="359"/>
            <ac:spMk id="11" creationId="{DAAE4CDD-124C-4DCF-9584-B6033B545DD5}"/>
          </ac:spMkLst>
        </pc:spChg>
        <pc:spChg chg="add">
          <ac:chgData name="mukul maheshwari" userId="12cb43e2ca5f0d2c" providerId="LiveId" clId="{771D35AD-4715-4301-979B-0CEBFD3D1244}" dt="2025-08-20T19:41:30.176" v="2198" actId="26606"/>
          <ac:spMkLst>
            <pc:docMk/>
            <pc:sldMk cId="3821522854" sldId="359"/>
            <ac:spMk id="13" creationId="{081E4A58-353D-44AE-B2FC-2A74E2E400F7}"/>
          </ac:spMkLst>
        </pc:spChg>
      </pc:sldChg>
      <pc:sldChg chg="addSp delSp modSp add mod setBg">
        <pc:chgData name="mukul maheshwari" userId="12cb43e2ca5f0d2c" providerId="LiveId" clId="{771D35AD-4715-4301-979B-0CEBFD3D1244}" dt="2025-08-20T19:41:08.962" v="2195" actId="26606"/>
        <pc:sldMkLst>
          <pc:docMk/>
          <pc:sldMk cId="705627100" sldId="360"/>
        </pc:sldMkLst>
        <pc:spChg chg="mod">
          <ac:chgData name="mukul maheshwari" userId="12cb43e2ca5f0d2c" providerId="LiveId" clId="{771D35AD-4715-4301-979B-0CEBFD3D1244}" dt="2025-08-20T19:41:08.962" v="2195" actId="26606"/>
          <ac:spMkLst>
            <pc:docMk/>
            <pc:sldMk cId="705627100" sldId="360"/>
            <ac:spMk id="2" creationId="{2D8B9CC9-C755-B698-1818-08754BA6D5CA}"/>
          </ac:spMkLst>
        </pc:spChg>
        <pc:spChg chg="add del mod">
          <ac:chgData name="mukul maheshwari" userId="12cb43e2ca5f0d2c" providerId="LiveId" clId="{771D35AD-4715-4301-979B-0CEBFD3D1244}" dt="2025-08-20T19:34:29.601" v="2150"/>
          <ac:spMkLst>
            <pc:docMk/>
            <pc:sldMk cId="705627100" sldId="360"/>
            <ac:spMk id="4" creationId="{DDDB0A41-E143-6986-F165-36789E6C277F}"/>
          </ac:spMkLst>
        </pc:spChg>
        <pc:spChg chg="add">
          <ac:chgData name="mukul maheshwari" userId="12cb43e2ca5f0d2c" providerId="LiveId" clId="{771D35AD-4715-4301-979B-0CEBFD3D1244}" dt="2025-08-20T19:41:08.962" v="2195" actId="26606"/>
          <ac:spMkLst>
            <pc:docMk/>
            <pc:sldMk cId="705627100" sldId="360"/>
            <ac:spMk id="11" creationId="{68AF5748-FED8-45BA-8631-26D1D10F3246}"/>
          </ac:spMkLst>
        </pc:spChg>
        <pc:spChg chg="add">
          <ac:chgData name="mukul maheshwari" userId="12cb43e2ca5f0d2c" providerId="LiveId" clId="{771D35AD-4715-4301-979B-0CEBFD3D1244}" dt="2025-08-20T19:41:08.962" v="2195" actId="26606"/>
          <ac:spMkLst>
            <pc:docMk/>
            <pc:sldMk cId="705627100" sldId="360"/>
            <ac:spMk id="13" creationId="{AF2F604E-43BE-4DC3-B983-E071523364F8}"/>
          </ac:spMkLst>
        </pc:spChg>
        <pc:spChg chg="add">
          <ac:chgData name="mukul maheshwari" userId="12cb43e2ca5f0d2c" providerId="LiveId" clId="{771D35AD-4715-4301-979B-0CEBFD3D1244}" dt="2025-08-20T19:41:08.962" v="2195" actId="26606"/>
          <ac:spMkLst>
            <pc:docMk/>
            <pc:sldMk cId="705627100" sldId="360"/>
            <ac:spMk id="15" creationId="{08C9B587-E65E-4B52-B37C-ABEBB6E87928}"/>
          </ac:spMkLst>
        </pc:spChg>
        <pc:graphicFrameChg chg="del">
          <ac:chgData name="mukul maheshwari" userId="12cb43e2ca5f0d2c" providerId="LiveId" clId="{771D35AD-4715-4301-979B-0CEBFD3D1244}" dt="2025-08-20T19:34:28.404" v="2149" actId="478"/>
          <ac:graphicFrameMkLst>
            <pc:docMk/>
            <pc:sldMk cId="705627100" sldId="360"/>
            <ac:graphicFrameMk id="5" creationId="{1DE50091-36DA-B326-0CA6-2C5517659C99}"/>
          </ac:graphicFrameMkLst>
        </pc:graphicFrameChg>
        <pc:graphicFrameChg chg="add mod">
          <ac:chgData name="mukul maheshwari" userId="12cb43e2ca5f0d2c" providerId="LiveId" clId="{771D35AD-4715-4301-979B-0CEBFD3D1244}" dt="2025-08-20T19:41:08.962" v="2195" actId="26606"/>
          <ac:graphicFrameMkLst>
            <pc:docMk/>
            <pc:sldMk cId="705627100" sldId="360"/>
            <ac:graphicFrameMk id="6" creationId="{D19AC939-E75E-DAE0-294E-3378893FAA61}"/>
          </ac:graphicFrameMkLst>
        </pc:graphicFrameChg>
      </pc:sldChg>
      <pc:sldChg chg="addSp delSp modSp add mod setBg">
        <pc:chgData name="mukul maheshwari" userId="12cb43e2ca5f0d2c" providerId="LiveId" clId="{771D35AD-4715-4301-979B-0CEBFD3D1244}" dt="2025-08-20T19:40:55.154" v="2194" actId="26606"/>
        <pc:sldMkLst>
          <pc:docMk/>
          <pc:sldMk cId="2808208094" sldId="361"/>
        </pc:sldMkLst>
        <pc:spChg chg="mod">
          <ac:chgData name="mukul maheshwari" userId="12cb43e2ca5f0d2c" providerId="LiveId" clId="{771D35AD-4715-4301-979B-0CEBFD3D1244}" dt="2025-08-20T19:40:55.154" v="2194" actId="26606"/>
          <ac:spMkLst>
            <pc:docMk/>
            <pc:sldMk cId="2808208094" sldId="361"/>
            <ac:spMk id="2" creationId="{202C2F88-9A08-9A7E-E12F-195A22BBDDFC}"/>
          </ac:spMkLst>
        </pc:spChg>
        <pc:spChg chg="add del mod">
          <ac:chgData name="mukul maheshwari" userId="12cb43e2ca5f0d2c" providerId="LiveId" clId="{771D35AD-4715-4301-979B-0CEBFD3D1244}" dt="2025-08-20T19:35:04.257" v="2154"/>
          <ac:spMkLst>
            <pc:docMk/>
            <pc:sldMk cId="2808208094" sldId="361"/>
            <ac:spMk id="4" creationId="{B5003F90-7110-AFA1-1FAA-8F0924F0CE0C}"/>
          </ac:spMkLst>
        </pc:spChg>
        <pc:spChg chg="add">
          <ac:chgData name="mukul maheshwari" userId="12cb43e2ca5f0d2c" providerId="LiveId" clId="{771D35AD-4715-4301-979B-0CEBFD3D1244}" dt="2025-08-20T19:40:55.154" v="2194" actId="26606"/>
          <ac:spMkLst>
            <pc:docMk/>
            <pc:sldMk cId="2808208094" sldId="361"/>
            <ac:spMk id="11" creationId="{68AF5748-FED8-45BA-8631-26D1D10F3246}"/>
          </ac:spMkLst>
        </pc:spChg>
        <pc:spChg chg="add">
          <ac:chgData name="mukul maheshwari" userId="12cb43e2ca5f0d2c" providerId="LiveId" clId="{771D35AD-4715-4301-979B-0CEBFD3D1244}" dt="2025-08-20T19:40:55.154" v="2194" actId="26606"/>
          <ac:spMkLst>
            <pc:docMk/>
            <pc:sldMk cId="2808208094" sldId="361"/>
            <ac:spMk id="13" creationId="{AF2F604E-43BE-4DC3-B983-E071523364F8}"/>
          </ac:spMkLst>
        </pc:spChg>
        <pc:spChg chg="add">
          <ac:chgData name="mukul maheshwari" userId="12cb43e2ca5f0d2c" providerId="LiveId" clId="{771D35AD-4715-4301-979B-0CEBFD3D1244}" dt="2025-08-20T19:40:55.154" v="2194" actId="26606"/>
          <ac:spMkLst>
            <pc:docMk/>
            <pc:sldMk cId="2808208094" sldId="361"/>
            <ac:spMk id="15" creationId="{08C9B587-E65E-4B52-B37C-ABEBB6E87928}"/>
          </ac:spMkLst>
        </pc:spChg>
        <pc:graphicFrameChg chg="del">
          <ac:chgData name="mukul maheshwari" userId="12cb43e2ca5f0d2c" providerId="LiveId" clId="{771D35AD-4715-4301-979B-0CEBFD3D1244}" dt="2025-08-20T19:35:03.131" v="2153" actId="478"/>
          <ac:graphicFrameMkLst>
            <pc:docMk/>
            <pc:sldMk cId="2808208094" sldId="361"/>
            <ac:graphicFrameMk id="5" creationId="{C2A2B07F-A548-6804-E963-B84CA015E74C}"/>
          </ac:graphicFrameMkLst>
        </pc:graphicFrameChg>
        <pc:graphicFrameChg chg="add mod">
          <ac:chgData name="mukul maheshwari" userId="12cb43e2ca5f0d2c" providerId="LiveId" clId="{771D35AD-4715-4301-979B-0CEBFD3D1244}" dt="2025-08-20T19:40:55.154" v="2194" actId="26606"/>
          <ac:graphicFrameMkLst>
            <pc:docMk/>
            <pc:sldMk cId="2808208094" sldId="361"/>
            <ac:graphicFrameMk id="6" creationId="{86D055B5-8406-736B-6CDB-D76636FDDDE4}"/>
          </ac:graphicFrameMkLst>
        </pc:graphicFrameChg>
      </pc:sldChg>
      <pc:sldChg chg="addSp delSp modSp add mod setBg">
        <pc:chgData name="mukul maheshwari" userId="12cb43e2ca5f0d2c" providerId="LiveId" clId="{771D35AD-4715-4301-979B-0CEBFD3D1244}" dt="2025-08-20T19:40:43.808" v="2193" actId="26606"/>
        <pc:sldMkLst>
          <pc:docMk/>
          <pc:sldMk cId="536140092" sldId="362"/>
        </pc:sldMkLst>
        <pc:spChg chg="mod">
          <ac:chgData name="mukul maheshwari" userId="12cb43e2ca5f0d2c" providerId="LiveId" clId="{771D35AD-4715-4301-979B-0CEBFD3D1244}" dt="2025-08-20T19:40:43.808" v="2193" actId="26606"/>
          <ac:spMkLst>
            <pc:docMk/>
            <pc:sldMk cId="536140092" sldId="362"/>
            <ac:spMk id="2" creationId="{E2287A1E-9DE8-5988-6332-7FCD2817132C}"/>
          </ac:spMkLst>
        </pc:spChg>
        <pc:spChg chg="add del mod">
          <ac:chgData name="mukul maheshwari" userId="12cb43e2ca5f0d2c" providerId="LiveId" clId="{771D35AD-4715-4301-979B-0CEBFD3D1244}" dt="2025-08-20T19:35:37.519" v="2164"/>
          <ac:spMkLst>
            <pc:docMk/>
            <pc:sldMk cId="536140092" sldId="362"/>
            <ac:spMk id="4" creationId="{674FDE2A-0F55-7317-D209-3E147AD1B95C}"/>
          </ac:spMkLst>
        </pc:spChg>
        <pc:spChg chg="add mod">
          <ac:chgData name="mukul maheshwari" userId="12cb43e2ca5f0d2c" providerId="LiveId" clId="{771D35AD-4715-4301-979B-0CEBFD3D1244}" dt="2025-08-20T19:40:43.808" v="2193" actId="26606"/>
          <ac:spMkLst>
            <pc:docMk/>
            <pc:sldMk cId="536140092" sldId="362"/>
            <ac:spMk id="8" creationId="{C2531FCB-E166-3BCB-2C46-AF809E8146EB}"/>
          </ac:spMkLst>
        </pc:spChg>
        <pc:spChg chg="add">
          <ac:chgData name="mukul maheshwari" userId="12cb43e2ca5f0d2c" providerId="LiveId" clId="{771D35AD-4715-4301-979B-0CEBFD3D1244}" dt="2025-08-20T19:40:43.808" v="2193" actId="26606"/>
          <ac:spMkLst>
            <pc:docMk/>
            <pc:sldMk cId="536140092" sldId="362"/>
            <ac:spMk id="13" creationId="{A8908DB7-C3A6-4FCB-9820-CEE02B398C4A}"/>
          </ac:spMkLst>
        </pc:spChg>
        <pc:spChg chg="add">
          <ac:chgData name="mukul maheshwari" userId="12cb43e2ca5f0d2c" providerId="LiveId" clId="{771D35AD-4715-4301-979B-0CEBFD3D1244}" dt="2025-08-20T19:40:43.808" v="2193" actId="26606"/>
          <ac:spMkLst>
            <pc:docMk/>
            <pc:sldMk cId="536140092" sldId="362"/>
            <ac:spMk id="15" creationId="{535742DD-1B16-4E9D-B715-0D74B4574A68}"/>
          </ac:spMkLst>
        </pc:spChg>
        <pc:graphicFrameChg chg="del">
          <ac:chgData name="mukul maheshwari" userId="12cb43e2ca5f0d2c" providerId="LiveId" clId="{771D35AD-4715-4301-979B-0CEBFD3D1244}" dt="2025-08-20T19:35:36.427" v="2163" actId="478"/>
          <ac:graphicFrameMkLst>
            <pc:docMk/>
            <pc:sldMk cId="536140092" sldId="362"/>
            <ac:graphicFrameMk id="5" creationId="{3C63BD84-5C2B-1BF5-3ACD-8E3B1DC68689}"/>
          </ac:graphicFrameMkLst>
        </pc:graphicFrameChg>
        <pc:graphicFrameChg chg="add mod ord">
          <ac:chgData name="mukul maheshwari" userId="12cb43e2ca5f0d2c" providerId="LiveId" clId="{771D35AD-4715-4301-979B-0CEBFD3D1244}" dt="2025-08-20T19:40:43.808" v="2193" actId="26606"/>
          <ac:graphicFrameMkLst>
            <pc:docMk/>
            <pc:sldMk cId="536140092" sldId="362"/>
            <ac:graphicFrameMk id="6" creationId="{8C970519-662C-06E4-A53C-351485B7B556}"/>
          </ac:graphicFrameMkLst>
        </pc:graphicFrameChg>
      </pc:sldChg>
      <pc:sldChg chg="addSp delSp modSp add mod setBg">
        <pc:chgData name="mukul maheshwari" userId="12cb43e2ca5f0d2c" providerId="LiveId" clId="{771D35AD-4715-4301-979B-0CEBFD3D1244}" dt="2025-08-20T19:40:27.370" v="2191" actId="26606"/>
        <pc:sldMkLst>
          <pc:docMk/>
          <pc:sldMk cId="3591766452" sldId="363"/>
        </pc:sldMkLst>
        <pc:spChg chg="mod">
          <ac:chgData name="mukul maheshwari" userId="12cb43e2ca5f0d2c" providerId="LiveId" clId="{771D35AD-4715-4301-979B-0CEBFD3D1244}" dt="2025-08-20T19:40:27.370" v="2191" actId="26606"/>
          <ac:spMkLst>
            <pc:docMk/>
            <pc:sldMk cId="3591766452" sldId="363"/>
            <ac:spMk id="2" creationId="{5AD450EE-F2F3-6D03-F0A3-DAE05E4F5CF1}"/>
          </ac:spMkLst>
        </pc:spChg>
        <pc:spChg chg="add del mod">
          <ac:chgData name="mukul maheshwari" userId="12cb43e2ca5f0d2c" providerId="LiveId" clId="{771D35AD-4715-4301-979B-0CEBFD3D1244}" dt="2025-08-20T19:36:34.683" v="2169"/>
          <ac:spMkLst>
            <pc:docMk/>
            <pc:sldMk cId="3591766452" sldId="363"/>
            <ac:spMk id="4" creationId="{399002F5-58F8-1FAB-F0D9-2396CC93A412}"/>
          </ac:spMkLst>
        </pc:spChg>
        <pc:spChg chg="add del">
          <ac:chgData name="mukul maheshwari" userId="12cb43e2ca5f0d2c" providerId="LiveId" clId="{771D35AD-4715-4301-979B-0CEBFD3D1244}" dt="2025-08-20T19:40:27.339" v="2190" actId="26606"/>
          <ac:spMkLst>
            <pc:docMk/>
            <pc:sldMk cId="3591766452" sldId="363"/>
            <ac:spMk id="11" creationId="{665DBBEF-238B-476B-96AB-8AAC3224ECEA}"/>
          </ac:spMkLst>
        </pc:spChg>
        <pc:spChg chg="add del">
          <ac:chgData name="mukul maheshwari" userId="12cb43e2ca5f0d2c" providerId="LiveId" clId="{771D35AD-4715-4301-979B-0CEBFD3D1244}" dt="2025-08-20T19:40:27.339" v="2190" actId="26606"/>
          <ac:spMkLst>
            <pc:docMk/>
            <pc:sldMk cId="3591766452" sldId="363"/>
            <ac:spMk id="13" creationId="{3FCFB1DE-0B7E-48CC-BA90-B2AB0889F9D6}"/>
          </ac:spMkLst>
        </pc:spChg>
        <pc:spChg chg="add">
          <ac:chgData name="mukul maheshwari" userId="12cb43e2ca5f0d2c" providerId="LiveId" clId="{771D35AD-4715-4301-979B-0CEBFD3D1244}" dt="2025-08-20T19:40:27.370" v="2191" actId="26606"/>
          <ac:spMkLst>
            <pc:docMk/>
            <pc:sldMk cId="3591766452" sldId="363"/>
            <ac:spMk id="15" creationId="{08C9B587-E65E-4B52-B37C-ABEBB6E87928}"/>
          </ac:spMkLst>
        </pc:spChg>
        <pc:spChg chg="add">
          <ac:chgData name="mukul maheshwari" userId="12cb43e2ca5f0d2c" providerId="LiveId" clId="{771D35AD-4715-4301-979B-0CEBFD3D1244}" dt="2025-08-20T19:40:27.370" v="2191" actId="26606"/>
          <ac:spMkLst>
            <pc:docMk/>
            <pc:sldMk cId="3591766452" sldId="363"/>
            <ac:spMk id="16" creationId="{68AF5748-FED8-45BA-8631-26D1D10F3246}"/>
          </ac:spMkLst>
        </pc:spChg>
        <pc:spChg chg="add">
          <ac:chgData name="mukul maheshwari" userId="12cb43e2ca5f0d2c" providerId="LiveId" clId="{771D35AD-4715-4301-979B-0CEBFD3D1244}" dt="2025-08-20T19:40:27.370" v="2191" actId="26606"/>
          <ac:spMkLst>
            <pc:docMk/>
            <pc:sldMk cId="3591766452" sldId="363"/>
            <ac:spMk id="17" creationId="{AF2F604E-43BE-4DC3-B983-E071523364F8}"/>
          </ac:spMkLst>
        </pc:spChg>
        <pc:graphicFrameChg chg="del">
          <ac:chgData name="mukul maheshwari" userId="12cb43e2ca5f0d2c" providerId="LiveId" clId="{771D35AD-4715-4301-979B-0CEBFD3D1244}" dt="2025-08-20T19:36:33.509" v="2168" actId="478"/>
          <ac:graphicFrameMkLst>
            <pc:docMk/>
            <pc:sldMk cId="3591766452" sldId="363"/>
            <ac:graphicFrameMk id="5" creationId="{AB327EFB-3BD8-E413-1EE4-15A3532BB68C}"/>
          </ac:graphicFrameMkLst>
        </pc:graphicFrameChg>
        <pc:graphicFrameChg chg="add mod">
          <ac:chgData name="mukul maheshwari" userId="12cb43e2ca5f0d2c" providerId="LiveId" clId="{771D35AD-4715-4301-979B-0CEBFD3D1244}" dt="2025-08-20T19:40:27.370" v="2191" actId="26606"/>
          <ac:graphicFrameMkLst>
            <pc:docMk/>
            <pc:sldMk cId="3591766452" sldId="363"/>
            <ac:graphicFrameMk id="6" creationId="{330FCFC2-BFF3-AB35-247D-99CCD9362782}"/>
          </ac:graphicFrameMkLst>
        </pc:graphicFrameChg>
      </pc:sldChg>
      <pc:sldChg chg="addSp delSp modSp add mod setBg">
        <pc:chgData name="mukul maheshwari" userId="12cb43e2ca5f0d2c" providerId="LiveId" clId="{771D35AD-4715-4301-979B-0CEBFD3D1244}" dt="2025-08-20T19:40:21.125" v="2188" actId="26606"/>
        <pc:sldMkLst>
          <pc:docMk/>
          <pc:sldMk cId="2368935562" sldId="364"/>
        </pc:sldMkLst>
        <pc:spChg chg="mod">
          <ac:chgData name="mukul maheshwari" userId="12cb43e2ca5f0d2c" providerId="LiveId" clId="{771D35AD-4715-4301-979B-0CEBFD3D1244}" dt="2025-08-20T19:40:21.125" v="2188" actId="26606"/>
          <ac:spMkLst>
            <pc:docMk/>
            <pc:sldMk cId="2368935562" sldId="364"/>
            <ac:spMk id="2" creationId="{DF4243E8-1527-9915-3B52-4C816043AE5C}"/>
          </ac:spMkLst>
        </pc:spChg>
        <pc:spChg chg="add del mod">
          <ac:chgData name="mukul maheshwari" userId="12cb43e2ca5f0d2c" providerId="LiveId" clId="{771D35AD-4715-4301-979B-0CEBFD3D1244}" dt="2025-08-20T19:37:00.463" v="2172"/>
          <ac:spMkLst>
            <pc:docMk/>
            <pc:sldMk cId="2368935562" sldId="364"/>
            <ac:spMk id="4" creationId="{91B9B75F-CB65-5E05-B116-DE25A2FA49FE}"/>
          </ac:spMkLst>
        </pc:spChg>
        <pc:spChg chg="add">
          <ac:chgData name="mukul maheshwari" userId="12cb43e2ca5f0d2c" providerId="LiveId" clId="{771D35AD-4715-4301-979B-0CEBFD3D1244}" dt="2025-08-20T19:40:21.125" v="2188" actId="26606"/>
          <ac:spMkLst>
            <pc:docMk/>
            <pc:sldMk cId="2368935562" sldId="364"/>
            <ac:spMk id="11" creationId="{665DBBEF-238B-476B-96AB-8AAC3224ECEA}"/>
          </ac:spMkLst>
        </pc:spChg>
        <pc:spChg chg="add">
          <ac:chgData name="mukul maheshwari" userId="12cb43e2ca5f0d2c" providerId="LiveId" clId="{771D35AD-4715-4301-979B-0CEBFD3D1244}" dt="2025-08-20T19:40:21.125" v="2188" actId="26606"/>
          <ac:spMkLst>
            <pc:docMk/>
            <pc:sldMk cId="2368935562" sldId="364"/>
            <ac:spMk id="13" creationId="{3FCFB1DE-0B7E-48CC-BA90-B2AB0889F9D6}"/>
          </ac:spMkLst>
        </pc:spChg>
        <pc:graphicFrameChg chg="del">
          <ac:chgData name="mukul maheshwari" userId="12cb43e2ca5f0d2c" providerId="LiveId" clId="{771D35AD-4715-4301-979B-0CEBFD3D1244}" dt="2025-08-20T19:36:59.490" v="2171" actId="478"/>
          <ac:graphicFrameMkLst>
            <pc:docMk/>
            <pc:sldMk cId="2368935562" sldId="364"/>
            <ac:graphicFrameMk id="5" creationId="{8D410FA6-774F-47CB-FECF-1543A36A21B5}"/>
          </ac:graphicFrameMkLst>
        </pc:graphicFrameChg>
        <pc:graphicFrameChg chg="add mod">
          <ac:chgData name="mukul maheshwari" userId="12cb43e2ca5f0d2c" providerId="LiveId" clId="{771D35AD-4715-4301-979B-0CEBFD3D1244}" dt="2025-08-20T19:40:21.125" v="2188" actId="26606"/>
          <ac:graphicFrameMkLst>
            <pc:docMk/>
            <pc:sldMk cId="2368935562" sldId="364"/>
            <ac:graphicFrameMk id="6" creationId="{41D68B5E-BC21-AABA-18EF-777936B6ADDB}"/>
          </ac:graphicFrameMkLst>
        </pc:graphicFrameChg>
      </pc:sldChg>
      <pc:sldChg chg="addSp delSp modSp add mod setBg">
        <pc:chgData name="mukul maheshwari" userId="12cb43e2ca5f0d2c" providerId="LiveId" clId="{771D35AD-4715-4301-979B-0CEBFD3D1244}" dt="2025-08-20T19:40:16.573" v="2187" actId="26606"/>
        <pc:sldMkLst>
          <pc:docMk/>
          <pc:sldMk cId="1957446332" sldId="365"/>
        </pc:sldMkLst>
        <pc:spChg chg="mod">
          <ac:chgData name="mukul maheshwari" userId="12cb43e2ca5f0d2c" providerId="LiveId" clId="{771D35AD-4715-4301-979B-0CEBFD3D1244}" dt="2025-08-20T19:40:16.573" v="2187" actId="26606"/>
          <ac:spMkLst>
            <pc:docMk/>
            <pc:sldMk cId="1957446332" sldId="365"/>
            <ac:spMk id="2" creationId="{5EEFBBE8-FCEA-BFC6-89E1-A087EBC76B9E}"/>
          </ac:spMkLst>
        </pc:spChg>
        <pc:spChg chg="add del mod">
          <ac:chgData name="mukul maheshwari" userId="12cb43e2ca5f0d2c" providerId="LiveId" clId="{771D35AD-4715-4301-979B-0CEBFD3D1244}" dt="2025-08-20T19:37:27.014" v="2175"/>
          <ac:spMkLst>
            <pc:docMk/>
            <pc:sldMk cId="1957446332" sldId="365"/>
            <ac:spMk id="4" creationId="{9799EED3-48A0-6872-76D2-81F7DA6C0B4C}"/>
          </ac:spMkLst>
        </pc:spChg>
        <pc:spChg chg="add">
          <ac:chgData name="mukul maheshwari" userId="12cb43e2ca5f0d2c" providerId="LiveId" clId="{771D35AD-4715-4301-979B-0CEBFD3D1244}" dt="2025-08-20T19:40:16.573" v="2187" actId="26606"/>
          <ac:spMkLst>
            <pc:docMk/>
            <pc:sldMk cId="1957446332" sldId="365"/>
            <ac:spMk id="11" creationId="{665DBBEF-238B-476B-96AB-8AAC3224ECEA}"/>
          </ac:spMkLst>
        </pc:spChg>
        <pc:spChg chg="add">
          <ac:chgData name="mukul maheshwari" userId="12cb43e2ca5f0d2c" providerId="LiveId" clId="{771D35AD-4715-4301-979B-0CEBFD3D1244}" dt="2025-08-20T19:40:16.573" v="2187" actId="26606"/>
          <ac:spMkLst>
            <pc:docMk/>
            <pc:sldMk cId="1957446332" sldId="365"/>
            <ac:spMk id="13" creationId="{3FCFB1DE-0B7E-48CC-BA90-B2AB0889F9D6}"/>
          </ac:spMkLst>
        </pc:spChg>
        <pc:graphicFrameChg chg="del">
          <ac:chgData name="mukul maheshwari" userId="12cb43e2ca5f0d2c" providerId="LiveId" clId="{771D35AD-4715-4301-979B-0CEBFD3D1244}" dt="2025-08-20T19:37:25.958" v="2174" actId="478"/>
          <ac:graphicFrameMkLst>
            <pc:docMk/>
            <pc:sldMk cId="1957446332" sldId="365"/>
            <ac:graphicFrameMk id="5" creationId="{F5E6AC0C-8B39-485A-6333-010567BC3DA1}"/>
          </ac:graphicFrameMkLst>
        </pc:graphicFrameChg>
        <pc:graphicFrameChg chg="add mod">
          <ac:chgData name="mukul maheshwari" userId="12cb43e2ca5f0d2c" providerId="LiveId" clId="{771D35AD-4715-4301-979B-0CEBFD3D1244}" dt="2025-08-20T19:40:16.573" v="2187" actId="26606"/>
          <ac:graphicFrameMkLst>
            <pc:docMk/>
            <pc:sldMk cId="1957446332" sldId="365"/>
            <ac:graphicFrameMk id="6" creationId="{52F28E3C-4460-6FF9-2D2A-42CFB2F91451}"/>
          </ac:graphicFrameMkLst>
        </pc:graphicFrameChg>
      </pc:sldChg>
      <pc:sldChg chg="addSp delSp modSp add mod setBg">
        <pc:chgData name="mukul maheshwari" userId="12cb43e2ca5f0d2c" providerId="LiveId" clId="{771D35AD-4715-4301-979B-0CEBFD3D1244}" dt="2025-08-20T19:40:38.792" v="2192" actId="26606"/>
        <pc:sldMkLst>
          <pc:docMk/>
          <pc:sldMk cId="4181471307" sldId="366"/>
        </pc:sldMkLst>
        <pc:spChg chg="mod">
          <ac:chgData name="mukul maheshwari" userId="12cb43e2ca5f0d2c" providerId="LiveId" clId="{771D35AD-4715-4301-979B-0CEBFD3D1244}" dt="2025-08-20T19:40:38.792" v="2192" actId="26606"/>
          <ac:spMkLst>
            <pc:docMk/>
            <pc:sldMk cId="4181471307" sldId="366"/>
            <ac:spMk id="2" creationId="{B0DA465A-BA6A-BD8D-6516-40B13FF978DE}"/>
          </ac:spMkLst>
        </pc:spChg>
        <pc:spChg chg="add del mod">
          <ac:chgData name="mukul maheshwari" userId="12cb43e2ca5f0d2c" providerId="LiveId" clId="{771D35AD-4715-4301-979B-0CEBFD3D1244}" dt="2025-08-20T19:37:57.710" v="2179"/>
          <ac:spMkLst>
            <pc:docMk/>
            <pc:sldMk cId="4181471307" sldId="366"/>
            <ac:spMk id="4" creationId="{048BF6BC-41A6-A346-884A-F57F48978639}"/>
          </ac:spMkLst>
        </pc:spChg>
        <pc:spChg chg="add mod">
          <ac:chgData name="mukul maheshwari" userId="12cb43e2ca5f0d2c" providerId="LiveId" clId="{771D35AD-4715-4301-979B-0CEBFD3D1244}" dt="2025-08-20T19:40:38.792" v="2192" actId="26606"/>
          <ac:spMkLst>
            <pc:docMk/>
            <pc:sldMk cId="4181471307" sldId="366"/>
            <ac:spMk id="8" creationId="{4A01EB69-38DF-49D5-2026-1DADF927C079}"/>
          </ac:spMkLst>
        </pc:spChg>
        <pc:spChg chg="add del">
          <ac:chgData name="mukul maheshwari" userId="12cb43e2ca5f0d2c" providerId="LiveId" clId="{771D35AD-4715-4301-979B-0CEBFD3D1244}" dt="2025-08-20T19:40:38.792" v="2192" actId="26606"/>
          <ac:spMkLst>
            <pc:docMk/>
            <pc:sldMk cId="4181471307" sldId="366"/>
            <ac:spMk id="13" creationId="{FE1EC756-41E9-4FD6-AD48-EF46A28137B7}"/>
          </ac:spMkLst>
        </pc:spChg>
        <pc:spChg chg="add del">
          <ac:chgData name="mukul maheshwari" userId="12cb43e2ca5f0d2c" providerId="LiveId" clId="{771D35AD-4715-4301-979B-0CEBFD3D1244}" dt="2025-08-20T19:40:38.792" v="2192" actId="26606"/>
          <ac:spMkLst>
            <pc:docMk/>
            <pc:sldMk cId="4181471307" sldId="366"/>
            <ac:spMk id="15" creationId="{E66F6371-9EA5-9354-29DC-1D07B921F79C}"/>
          </ac:spMkLst>
        </pc:spChg>
        <pc:spChg chg="add">
          <ac:chgData name="mukul maheshwari" userId="12cb43e2ca5f0d2c" providerId="LiveId" clId="{771D35AD-4715-4301-979B-0CEBFD3D1244}" dt="2025-08-20T19:40:38.792" v="2192" actId="26606"/>
          <ac:spMkLst>
            <pc:docMk/>
            <pc:sldMk cId="4181471307" sldId="366"/>
            <ac:spMk id="20" creationId="{A8908DB7-C3A6-4FCB-9820-CEE02B398C4A}"/>
          </ac:spMkLst>
        </pc:spChg>
        <pc:spChg chg="add">
          <ac:chgData name="mukul maheshwari" userId="12cb43e2ca5f0d2c" providerId="LiveId" clId="{771D35AD-4715-4301-979B-0CEBFD3D1244}" dt="2025-08-20T19:40:38.792" v="2192" actId="26606"/>
          <ac:spMkLst>
            <pc:docMk/>
            <pc:sldMk cId="4181471307" sldId="366"/>
            <ac:spMk id="22" creationId="{535742DD-1B16-4E9D-B715-0D74B4574A68}"/>
          </ac:spMkLst>
        </pc:spChg>
        <pc:graphicFrameChg chg="del">
          <ac:chgData name="mukul maheshwari" userId="12cb43e2ca5f0d2c" providerId="LiveId" clId="{771D35AD-4715-4301-979B-0CEBFD3D1244}" dt="2025-08-20T19:37:56.576" v="2178" actId="478"/>
          <ac:graphicFrameMkLst>
            <pc:docMk/>
            <pc:sldMk cId="4181471307" sldId="366"/>
            <ac:graphicFrameMk id="5" creationId="{3FFB6378-85E4-D74F-C2C8-0397EE8C6C13}"/>
          </ac:graphicFrameMkLst>
        </pc:graphicFrameChg>
        <pc:graphicFrameChg chg="add mod ord modGraphic">
          <ac:chgData name="mukul maheshwari" userId="12cb43e2ca5f0d2c" providerId="LiveId" clId="{771D35AD-4715-4301-979B-0CEBFD3D1244}" dt="2025-08-20T19:40:38.792" v="2192" actId="26606"/>
          <ac:graphicFrameMkLst>
            <pc:docMk/>
            <pc:sldMk cId="4181471307" sldId="366"/>
            <ac:graphicFrameMk id="6" creationId="{157B68B6-857E-FA08-D438-52E2960B1397}"/>
          </ac:graphicFrameMkLst>
        </pc:graphicFrameChg>
      </pc:sldChg>
      <pc:sldChg chg="addSp modSp add del mod setBg">
        <pc:chgData name="mukul maheshwari" userId="12cb43e2ca5f0d2c" providerId="LiveId" clId="{771D35AD-4715-4301-979B-0CEBFD3D1244}" dt="2025-08-20T19:40:05.560" v="2186" actId="47"/>
        <pc:sldMkLst>
          <pc:docMk/>
          <pc:sldMk cId="1906760555" sldId="367"/>
        </pc:sldMkLst>
        <pc:spChg chg="mod">
          <ac:chgData name="mukul maheshwari" userId="12cb43e2ca5f0d2c" providerId="LiveId" clId="{771D35AD-4715-4301-979B-0CEBFD3D1244}" dt="2025-08-20T19:39:52.408" v="2184" actId="26606"/>
          <ac:spMkLst>
            <pc:docMk/>
            <pc:sldMk cId="1906760555" sldId="367"/>
            <ac:spMk id="2" creationId="{81F9477A-B00C-775F-30DB-CCE0E94BF2CB}"/>
          </ac:spMkLst>
        </pc:spChg>
        <pc:spChg chg="add">
          <ac:chgData name="mukul maheshwari" userId="12cb43e2ca5f0d2c" providerId="LiveId" clId="{771D35AD-4715-4301-979B-0CEBFD3D1244}" dt="2025-08-20T19:39:52.408" v="2184" actId="26606"/>
          <ac:spMkLst>
            <pc:docMk/>
            <pc:sldMk cId="1906760555" sldId="367"/>
            <ac:spMk id="10" creationId="{665DBBEF-238B-476B-96AB-8AAC3224ECEA}"/>
          </ac:spMkLst>
        </pc:spChg>
        <pc:spChg chg="add">
          <ac:chgData name="mukul maheshwari" userId="12cb43e2ca5f0d2c" providerId="LiveId" clId="{771D35AD-4715-4301-979B-0CEBFD3D1244}" dt="2025-08-20T19:39:52.408" v="2184" actId="26606"/>
          <ac:spMkLst>
            <pc:docMk/>
            <pc:sldMk cId="1906760555" sldId="367"/>
            <ac:spMk id="12" creationId="{3FCFB1DE-0B7E-48CC-BA90-B2AB0889F9D6}"/>
          </ac:spMkLst>
        </pc:spChg>
        <pc:graphicFrameChg chg="add mod">
          <ac:chgData name="mukul maheshwari" userId="12cb43e2ca5f0d2c" providerId="LiveId" clId="{771D35AD-4715-4301-979B-0CEBFD3D1244}" dt="2025-08-20T19:39:52.408" v="2184" actId="26606"/>
          <ac:graphicFrameMkLst>
            <pc:docMk/>
            <pc:sldMk cId="1906760555" sldId="367"/>
            <ac:graphicFrameMk id="5" creationId="{F525121F-7170-E0AA-2042-8BD39DF19B91}"/>
          </ac:graphicFrameMkLst>
        </pc:graphicFrameChg>
      </pc:sldChg>
      <pc:sldChg chg="modSp add mod">
        <pc:chgData name="mukul maheshwari" userId="12cb43e2ca5f0d2c" providerId="LiveId" clId="{771D35AD-4715-4301-979B-0CEBFD3D1244}" dt="2025-08-20T20:32:18.148" v="2347"/>
        <pc:sldMkLst>
          <pc:docMk/>
          <pc:sldMk cId="2686420862" sldId="369"/>
        </pc:sldMkLst>
        <pc:spChg chg="mod">
          <ac:chgData name="mukul maheshwari" userId="12cb43e2ca5f0d2c" providerId="LiveId" clId="{771D35AD-4715-4301-979B-0CEBFD3D1244}" dt="2025-08-20T20:32:18.148" v="2347"/>
          <ac:spMkLst>
            <pc:docMk/>
            <pc:sldMk cId="2686420862" sldId="369"/>
            <ac:spMk id="5" creationId="{0450FA76-ABD2-B51F-DAD2-60CE1DAA3F2D}"/>
          </ac:spMkLst>
        </pc:spChg>
      </pc:sldChg>
      <pc:sldChg chg="modSp add mod">
        <pc:chgData name="mukul maheshwari" userId="12cb43e2ca5f0d2c" providerId="LiveId" clId="{771D35AD-4715-4301-979B-0CEBFD3D1244}" dt="2025-08-20T20:28:43.531" v="2341"/>
        <pc:sldMkLst>
          <pc:docMk/>
          <pc:sldMk cId="2362875575" sldId="370"/>
        </pc:sldMkLst>
        <pc:spChg chg="mod">
          <ac:chgData name="mukul maheshwari" userId="12cb43e2ca5f0d2c" providerId="LiveId" clId="{771D35AD-4715-4301-979B-0CEBFD3D1244}" dt="2025-08-20T20:28:43.531" v="2341"/>
          <ac:spMkLst>
            <pc:docMk/>
            <pc:sldMk cId="2362875575" sldId="370"/>
            <ac:spMk id="5" creationId="{4E02305E-C51C-DA92-884C-DD4DB803506A}"/>
          </ac:spMkLst>
        </pc:spChg>
      </pc:sldChg>
      <pc:sldChg chg="add">
        <pc:chgData name="mukul maheshwari" userId="12cb43e2ca5f0d2c" providerId="LiveId" clId="{771D35AD-4715-4301-979B-0CEBFD3D1244}" dt="2025-08-20T19:39:28.184" v="2181"/>
        <pc:sldMkLst>
          <pc:docMk/>
          <pc:sldMk cId="2158742460" sldId="371"/>
        </pc:sldMkLst>
      </pc:sldChg>
      <pc:sldChg chg="modSp add mod">
        <pc:chgData name="mukul maheshwari" userId="12cb43e2ca5f0d2c" providerId="LiveId" clId="{771D35AD-4715-4301-979B-0CEBFD3D1244}" dt="2025-08-20T20:33:48.996" v="2355" actId="27636"/>
        <pc:sldMkLst>
          <pc:docMk/>
          <pc:sldMk cId="1173609059" sldId="372"/>
        </pc:sldMkLst>
        <pc:spChg chg="mod">
          <ac:chgData name="mukul maheshwari" userId="12cb43e2ca5f0d2c" providerId="LiveId" clId="{771D35AD-4715-4301-979B-0CEBFD3D1244}" dt="2025-08-20T20:33:48.996" v="2355" actId="27636"/>
          <ac:spMkLst>
            <pc:docMk/>
            <pc:sldMk cId="1173609059" sldId="372"/>
            <ac:spMk id="5" creationId="{B00A038A-5BAD-5F4F-AC18-6D08D596EFDF}"/>
          </ac:spMkLst>
        </pc:spChg>
      </pc:sldChg>
      <pc:sldChg chg="modSp add del mod">
        <pc:chgData name="mukul maheshwari" userId="12cb43e2ca5f0d2c" providerId="LiveId" clId="{771D35AD-4715-4301-979B-0CEBFD3D1244}" dt="2025-08-20T20:34:00.094" v="2356" actId="47"/>
        <pc:sldMkLst>
          <pc:docMk/>
          <pc:sldMk cId="1174761092" sldId="373"/>
        </pc:sldMkLst>
        <pc:spChg chg="mod">
          <ac:chgData name="mukul maheshwari" userId="12cb43e2ca5f0d2c" providerId="LiveId" clId="{771D35AD-4715-4301-979B-0CEBFD3D1244}" dt="2025-08-20T20:33:31.530" v="2349" actId="21"/>
          <ac:spMkLst>
            <pc:docMk/>
            <pc:sldMk cId="1174761092" sldId="373"/>
            <ac:spMk id="5" creationId="{710FDC66-8A32-CE87-087B-F664AEADD401}"/>
          </ac:spMkLst>
        </pc:spChg>
      </pc:sldChg>
      <pc:sldChg chg="modSp add mod">
        <pc:chgData name="mukul maheshwari" userId="12cb43e2ca5f0d2c" providerId="LiveId" clId="{771D35AD-4715-4301-979B-0CEBFD3D1244}" dt="2025-08-20T20:34:45.749" v="2358"/>
        <pc:sldMkLst>
          <pc:docMk/>
          <pc:sldMk cId="2305283093" sldId="374"/>
        </pc:sldMkLst>
        <pc:spChg chg="mod">
          <ac:chgData name="mukul maheshwari" userId="12cb43e2ca5f0d2c" providerId="LiveId" clId="{771D35AD-4715-4301-979B-0CEBFD3D1244}" dt="2025-08-20T20:34:45.749" v="2358"/>
          <ac:spMkLst>
            <pc:docMk/>
            <pc:sldMk cId="2305283093" sldId="374"/>
            <ac:spMk id="5" creationId="{6D789BAF-A791-3FFE-02DB-CF5BA57A5DC4}"/>
          </ac:spMkLst>
        </pc:spChg>
      </pc:sldChg>
      <pc:sldChg chg="add del">
        <pc:chgData name="mukul maheshwari" userId="12cb43e2ca5f0d2c" providerId="LiveId" clId="{771D35AD-4715-4301-979B-0CEBFD3D1244}" dt="2025-08-20T20:23:13.296" v="2316" actId="47"/>
        <pc:sldMkLst>
          <pc:docMk/>
          <pc:sldMk cId="3151916083" sldId="375"/>
        </pc:sldMkLst>
      </pc:sldChg>
      <pc:sldChg chg="add">
        <pc:chgData name="mukul maheshwari" userId="12cb43e2ca5f0d2c" providerId="LiveId" clId="{771D35AD-4715-4301-979B-0CEBFD3D1244}" dt="2025-08-20T19:39:28.184" v="2181"/>
        <pc:sldMkLst>
          <pc:docMk/>
          <pc:sldMk cId="3599716800" sldId="376"/>
        </pc:sldMkLst>
      </pc:sldChg>
      <pc:sldChg chg="modSp add mod">
        <pc:chgData name="mukul maheshwari" userId="12cb43e2ca5f0d2c" providerId="LiveId" clId="{771D35AD-4715-4301-979B-0CEBFD3D1244}" dt="2025-08-20T20:47:28.353" v="2403" actId="20577"/>
        <pc:sldMkLst>
          <pc:docMk/>
          <pc:sldMk cId="2047709247" sldId="377"/>
        </pc:sldMkLst>
        <pc:spChg chg="mod">
          <ac:chgData name="mukul maheshwari" userId="12cb43e2ca5f0d2c" providerId="LiveId" clId="{771D35AD-4715-4301-979B-0CEBFD3D1244}" dt="2025-08-20T20:47:28.353" v="2403" actId="20577"/>
          <ac:spMkLst>
            <pc:docMk/>
            <pc:sldMk cId="2047709247" sldId="377"/>
            <ac:spMk id="4" creationId="{E6E5B9D2-14E8-ECD0-31F1-63D44A566DCB}"/>
          </ac:spMkLst>
        </pc:spChg>
      </pc:sldChg>
      <pc:sldChg chg="new del">
        <pc:chgData name="mukul maheshwari" userId="12cb43e2ca5f0d2c" providerId="LiveId" clId="{771D35AD-4715-4301-979B-0CEBFD3D1244}" dt="2025-08-20T20:26:30.135" v="2322" actId="47"/>
        <pc:sldMkLst>
          <pc:docMk/>
          <pc:sldMk cId="2096543757" sldId="377"/>
        </pc:sldMkLst>
      </pc:sldChg>
      <pc:sldChg chg="modSp new mod">
        <pc:chgData name="mukul maheshwari" userId="12cb43e2ca5f0d2c" providerId="LiveId" clId="{771D35AD-4715-4301-979B-0CEBFD3D1244}" dt="2025-08-20T20:53:10.129" v="2491" actId="27636"/>
        <pc:sldMkLst>
          <pc:docMk/>
          <pc:sldMk cId="3218923495" sldId="378"/>
        </pc:sldMkLst>
        <pc:spChg chg="mod">
          <ac:chgData name="mukul maheshwari" userId="12cb43e2ca5f0d2c" providerId="LiveId" clId="{771D35AD-4715-4301-979B-0CEBFD3D1244}" dt="2025-08-20T20:50:17.404" v="2447" actId="20577"/>
          <ac:spMkLst>
            <pc:docMk/>
            <pc:sldMk cId="3218923495" sldId="378"/>
            <ac:spMk id="2" creationId="{FE32B806-9CF5-5A2E-FC67-2EFB2E6D8E83}"/>
          </ac:spMkLst>
        </pc:spChg>
        <pc:spChg chg="mod">
          <ac:chgData name="mukul maheshwari" userId="12cb43e2ca5f0d2c" providerId="LiveId" clId="{771D35AD-4715-4301-979B-0CEBFD3D1244}" dt="2025-08-20T20:53:10.129" v="2491" actId="27636"/>
          <ac:spMkLst>
            <pc:docMk/>
            <pc:sldMk cId="3218923495" sldId="378"/>
            <ac:spMk id="3" creationId="{D14B1111-A34A-DDD2-8EEF-AD0403E11AA0}"/>
          </ac:spMkLst>
        </pc:spChg>
      </pc:sldChg>
      <pc:sldChg chg="addSp delSp modSp new mod">
        <pc:chgData name="mukul maheshwari" userId="12cb43e2ca5f0d2c" providerId="LiveId" clId="{771D35AD-4715-4301-979B-0CEBFD3D1244}" dt="2025-08-20T21:07:45.693" v="2568" actId="14734"/>
        <pc:sldMkLst>
          <pc:docMk/>
          <pc:sldMk cId="2433680529" sldId="379"/>
        </pc:sldMkLst>
        <pc:spChg chg="mod">
          <ac:chgData name="mukul maheshwari" userId="12cb43e2ca5f0d2c" providerId="LiveId" clId="{771D35AD-4715-4301-979B-0CEBFD3D1244}" dt="2025-08-20T21:06:56.595" v="2553" actId="20577"/>
          <ac:spMkLst>
            <pc:docMk/>
            <pc:sldMk cId="2433680529" sldId="379"/>
            <ac:spMk id="2" creationId="{9D6767C4-90AA-83BC-2E50-3D825EBEB172}"/>
          </ac:spMkLst>
        </pc:spChg>
        <pc:spChg chg="del">
          <ac:chgData name="mukul maheshwari" userId="12cb43e2ca5f0d2c" providerId="LiveId" clId="{771D35AD-4715-4301-979B-0CEBFD3D1244}" dt="2025-08-20T21:06:44.890" v="2539"/>
          <ac:spMkLst>
            <pc:docMk/>
            <pc:sldMk cId="2433680529" sldId="379"/>
            <ac:spMk id="3" creationId="{5B1AA4A2-A56C-1367-6AE4-C0693863CE00}"/>
          </ac:spMkLst>
        </pc:spChg>
        <pc:graphicFrameChg chg="add mod modGraphic">
          <ac:chgData name="mukul maheshwari" userId="12cb43e2ca5f0d2c" providerId="LiveId" clId="{771D35AD-4715-4301-979B-0CEBFD3D1244}" dt="2025-08-20T21:07:45.693" v="2568" actId="14734"/>
          <ac:graphicFrameMkLst>
            <pc:docMk/>
            <pc:sldMk cId="2433680529" sldId="379"/>
            <ac:graphicFrameMk id="4" creationId="{C553C118-AA87-37DA-2A96-5CFDD2FD73B4}"/>
          </ac:graphicFrameMkLst>
        </pc:graphicFrameChg>
      </pc:sldChg>
      <pc:sldChg chg="addSp delSp modSp new mod setBg">
        <pc:chgData name="mukul maheshwari" userId="12cb43e2ca5f0d2c" providerId="LiveId" clId="{771D35AD-4715-4301-979B-0CEBFD3D1244}" dt="2025-08-20T21:10:42.331" v="2599" actId="404"/>
        <pc:sldMkLst>
          <pc:docMk/>
          <pc:sldMk cId="1388535394" sldId="380"/>
        </pc:sldMkLst>
        <pc:spChg chg="mod">
          <ac:chgData name="mukul maheshwari" userId="12cb43e2ca5f0d2c" providerId="LiveId" clId="{771D35AD-4715-4301-979B-0CEBFD3D1244}" dt="2025-08-20T21:10:31.029" v="2594" actId="26606"/>
          <ac:spMkLst>
            <pc:docMk/>
            <pc:sldMk cId="1388535394" sldId="380"/>
            <ac:spMk id="2" creationId="{A98F9E64-EEE0-2FDD-88E3-AC6BE3981660}"/>
          </ac:spMkLst>
        </pc:spChg>
        <pc:spChg chg="del mod">
          <ac:chgData name="mukul maheshwari" userId="12cb43e2ca5f0d2c" providerId="LiveId" clId="{771D35AD-4715-4301-979B-0CEBFD3D1244}" dt="2025-08-20T21:10:10.138" v="2590"/>
          <ac:spMkLst>
            <pc:docMk/>
            <pc:sldMk cId="1388535394" sldId="380"/>
            <ac:spMk id="3" creationId="{2EF92A5A-1927-F98B-0FDC-20A9C57F2673}"/>
          </ac:spMkLst>
        </pc:spChg>
        <pc:spChg chg="add">
          <ac:chgData name="mukul maheshwari" userId="12cb43e2ca5f0d2c" providerId="LiveId" clId="{771D35AD-4715-4301-979B-0CEBFD3D1244}" dt="2025-08-20T21:10:31.029" v="2594" actId="26606"/>
          <ac:spMkLst>
            <pc:docMk/>
            <pc:sldMk cId="1388535394" sldId="380"/>
            <ac:spMk id="9" creationId="{5105D448-4A6C-48A3-8C3C-71AF58F3E506}"/>
          </ac:spMkLst>
        </pc:spChg>
        <pc:spChg chg="add">
          <ac:chgData name="mukul maheshwari" userId="12cb43e2ca5f0d2c" providerId="LiveId" clId="{771D35AD-4715-4301-979B-0CEBFD3D1244}" dt="2025-08-20T21:10:31.029" v="2594" actId="26606"/>
          <ac:spMkLst>
            <pc:docMk/>
            <pc:sldMk cId="1388535394" sldId="380"/>
            <ac:spMk id="11" creationId="{4025579F-C5D8-43BE-AF84-3E66A482C567}"/>
          </ac:spMkLst>
        </pc:spChg>
        <pc:graphicFrameChg chg="add mod modGraphic">
          <ac:chgData name="mukul maheshwari" userId="12cb43e2ca5f0d2c" providerId="LiveId" clId="{771D35AD-4715-4301-979B-0CEBFD3D1244}" dt="2025-08-20T21:10:42.331" v="2599" actId="404"/>
          <ac:graphicFrameMkLst>
            <pc:docMk/>
            <pc:sldMk cId="1388535394" sldId="380"/>
            <ac:graphicFrameMk id="4" creationId="{36F34E42-A436-ED3D-C92F-A87B2F1E58C0}"/>
          </ac:graphicFrameMkLst>
        </pc:graphicFrameChg>
      </pc:sldChg>
      <pc:sldChg chg="addSp delSp modSp new mod setBg">
        <pc:chgData name="mukul maheshwari" userId="12cb43e2ca5f0d2c" providerId="LiveId" clId="{771D35AD-4715-4301-979B-0CEBFD3D1244}" dt="2025-08-20T21:15:09.444" v="2650" actId="404"/>
        <pc:sldMkLst>
          <pc:docMk/>
          <pc:sldMk cId="1825149992" sldId="381"/>
        </pc:sldMkLst>
        <pc:spChg chg="mod">
          <ac:chgData name="mukul maheshwari" userId="12cb43e2ca5f0d2c" providerId="LiveId" clId="{771D35AD-4715-4301-979B-0CEBFD3D1244}" dt="2025-08-20T21:14:58.440" v="2645" actId="26606"/>
          <ac:spMkLst>
            <pc:docMk/>
            <pc:sldMk cId="1825149992" sldId="381"/>
            <ac:spMk id="2" creationId="{B808487D-4B92-15AC-CF1A-DA6C15940140}"/>
          </ac:spMkLst>
        </pc:spChg>
        <pc:spChg chg="del">
          <ac:chgData name="mukul maheshwari" userId="12cb43e2ca5f0d2c" providerId="LiveId" clId="{771D35AD-4715-4301-979B-0CEBFD3D1244}" dt="2025-08-20T21:14:38.638" v="2639"/>
          <ac:spMkLst>
            <pc:docMk/>
            <pc:sldMk cId="1825149992" sldId="381"/>
            <ac:spMk id="3" creationId="{D7F2F35C-0643-DF14-8AE8-749CC05B077E}"/>
          </ac:spMkLst>
        </pc:spChg>
        <pc:spChg chg="add del">
          <ac:chgData name="mukul maheshwari" userId="12cb43e2ca5f0d2c" providerId="LiveId" clId="{771D35AD-4715-4301-979B-0CEBFD3D1244}" dt="2025-08-20T21:14:58.353" v="2644" actId="26606"/>
          <ac:spMkLst>
            <pc:docMk/>
            <pc:sldMk cId="1825149992" sldId="381"/>
            <ac:spMk id="9" creationId="{5105D448-4A6C-48A3-8C3C-71AF58F3E506}"/>
          </ac:spMkLst>
        </pc:spChg>
        <pc:spChg chg="add del">
          <ac:chgData name="mukul maheshwari" userId="12cb43e2ca5f0d2c" providerId="LiveId" clId="{771D35AD-4715-4301-979B-0CEBFD3D1244}" dt="2025-08-20T21:14:58.353" v="2644" actId="26606"/>
          <ac:spMkLst>
            <pc:docMk/>
            <pc:sldMk cId="1825149992" sldId="381"/>
            <ac:spMk id="11" creationId="{4025579F-C5D8-43BE-AF84-3E66A482C567}"/>
          </ac:spMkLst>
        </pc:spChg>
        <pc:spChg chg="add">
          <ac:chgData name="mukul maheshwari" userId="12cb43e2ca5f0d2c" providerId="LiveId" clId="{771D35AD-4715-4301-979B-0CEBFD3D1244}" dt="2025-08-20T21:14:58.440" v="2645" actId="26606"/>
          <ac:spMkLst>
            <pc:docMk/>
            <pc:sldMk cId="1825149992" sldId="381"/>
            <ac:spMk id="13" creationId="{5105D448-4A6C-48A3-8C3C-71AF58F3E506}"/>
          </ac:spMkLst>
        </pc:spChg>
        <pc:spChg chg="add">
          <ac:chgData name="mukul maheshwari" userId="12cb43e2ca5f0d2c" providerId="LiveId" clId="{771D35AD-4715-4301-979B-0CEBFD3D1244}" dt="2025-08-20T21:14:58.440" v="2645" actId="26606"/>
          <ac:spMkLst>
            <pc:docMk/>
            <pc:sldMk cId="1825149992" sldId="381"/>
            <ac:spMk id="14" creationId="{4025579F-C5D8-43BE-AF84-3E66A482C567}"/>
          </ac:spMkLst>
        </pc:spChg>
        <pc:graphicFrameChg chg="add mod modGraphic">
          <ac:chgData name="mukul maheshwari" userId="12cb43e2ca5f0d2c" providerId="LiveId" clId="{771D35AD-4715-4301-979B-0CEBFD3D1244}" dt="2025-08-20T21:15:09.444" v="2650" actId="404"/>
          <ac:graphicFrameMkLst>
            <pc:docMk/>
            <pc:sldMk cId="1825149992" sldId="381"/>
            <ac:graphicFrameMk id="4" creationId="{5210E13F-DDA2-3A5A-D191-1FDE95F9CD2D}"/>
          </ac:graphicFrameMkLst>
        </pc:graphicFrameChg>
      </pc:sldChg>
      <pc:sldChg chg="addSp delSp modSp new mod">
        <pc:chgData name="mukul maheshwari" userId="12cb43e2ca5f0d2c" providerId="LiveId" clId="{771D35AD-4715-4301-979B-0CEBFD3D1244}" dt="2025-08-20T21:18:43.204" v="2680" actId="14734"/>
        <pc:sldMkLst>
          <pc:docMk/>
          <pc:sldMk cId="225945250" sldId="382"/>
        </pc:sldMkLst>
        <pc:spChg chg="del">
          <ac:chgData name="mukul maheshwari" userId="12cb43e2ca5f0d2c" providerId="LiveId" clId="{771D35AD-4715-4301-979B-0CEBFD3D1244}" dt="2025-08-20T21:16:58.935" v="2653" actId="478"/>
          <ac:spMkLst>
            <pc:docMk/>
            <pc:sldMk cId="225945250" sldId="382"/>
            <ac:spMk id="2" creationId="{BAD89A32-6902-42B8-9637-682559D96FB6}"/>
          </ac:spMkLst>
        </pc:spChg>
        <pc:spChg chg="del">
          <ac:chgData name="mukul maheshwari" userId="12cb43e2ca5f0d2c" providerId="LiveId" clId="{771D35AD-4715-4301-979B-0CEBFD3D1244}" dt="2025-08-20T21:16:54.124" v="2652"/>
          <ac:spMkLst>
            <pc:docMk/>
            <pc:sldMk cId="225945250" sldId="382"/>
            <ac:spMk id="3" creationId="{84D7C106-93DB-637E-60A5-CF7E643EA73E}"/>
          </ac:spMkLst>
        </pc:spChg>
        <pc:graphicFrameChg chg="add mod modGraphic">
          <ac:chgData name="mukul maheshwari" userId="12cb43e2ca5f0d2c" providerId="LiveId" clId="{771D35AD-4715-4301-979B-0CEBFD3D1244}" dt="2025-08-20T21:18:43.204" v="2680" actId="14734"/>
          <ac:graphicFrameMkLst>
            <pc:docMk/>
            <pc:sldMk cId="225945250" sldId="382"/>
            <ac:graphicFrameMk id="4" creationId="{F91E526E-8D75-7EAA-B456-7686D49A73A1}"/>
          </ac:graphicFrameMkLst>
        </pc:graphicFrameChg>
      </pc:sldChg>
    </pc:docChg>
  </pc:docChgLst>
</pc:chgInfo>
</file>

<file path=ppt/diagrams/_rels/data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ata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_rels/drawing9.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s>
</file>

<file path=ppt/diagrams/_rels/drawing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DF01B2-112C-4470-BE6C-5222A4C5891E}" type="doc">
      <dgm:prSet loTypeId="urn:microsoft.com/office/officeart/2016/7/layout/VerticalSolidActionList" loCatId="List" qsTypeId="urn:microsoft.com/office/officeart/2005/8/quickstyle/simple4" qsCatId="simple" csTypeId="urn:microsoft.com/office/officeart/2005/8/colors/colorful2" csCatId="colorful"/>
      <dgm:spPr/>
      <dgm:t>
        <a:bodyPr/>
        <a:lstStyle/>
        <a:p>
          <a:endParaRPr lang="en-US"/>
        </a:p>
      </dgm:t>
    </dgm:pt>
    <dgm:pt modelId="{0F831BEF-128C-499F-AA78-29ADCAB47334}">
      <dgm:prSet/>
      <dgm:spPr/>
      <dgm:t>
        <a:bodyPr/>
        <a:lstStyle/>
        <a:p>
          <a:r>
            <a:rPr lang="en-US"/>
            <a:t>Evolution of Recommendations:</a:t>
          </a:r>
        </a:p>
      </dgm:t>
    </dgm:pt>
    <dgm:pt modelId="{6B3BEF2C-191A-476D-829E-A27E50C30237}" type="parTrans" cxnId="{2F734F4D-BAAB-4A54-8874-D754177CD255}">
      <dgm:prSet/>
      <dgm:spPr/>
      <dgm:t>
        <a:bodyPr/>
        <a:lstStyle/>
        <a:p>
          <a:endParaRPr lang="en-US"/>
        </a:p>
      </dgm:t>
    </dgm:pt>
    <dgm:pt modelId="{9BF34A11-50E1-49C4-86C9-067AC4078B04}" type="sibTrans" cxnId="{2F734F4D-BAAB-4A54-8874-D754177CD255}">
      <dgm:prSet/>
      <dgm:spPr/>
      <dgm:t>
        <a:bodyPr/>
        <a:lstStyle/>
        <a:p>
          <a:endParaRPr lang="en-US"/>
        </a:p>
      </dgm:t>
    </dgm:pt>
    <dgm:pt modelId="{5E36A90A-E7F7-46B8-85BA-60C718131522}">
      <dgm:prSet custT="1"/>
      <dgm:spPr/>
      <dgm:t>
        <a:bodyPr/>
        <a:lstStyle/>
        <a:p>
          <a:r>
            <a:rPr lang="en-US" sz="1600" dirty="0"/>
            <a:t>1940s-1950s: Foundation and concept development</a:t>
          </a:r>
        </a:p>
      </dgm:t>
    </dgm:pt>
    <dgm:pt modelId="{5B3FBCFE-4845-4EEE-8A46-68D2B94667E6}" type="parTrans" cxnId="{E24E095B-3B0A-4235-B512-3D08590F9616}">
      <dgm:prSet/>
      <dgm:spPr/>
      <dgm:t>
        <a:bodyPr/>
        <a:lstStyle/>
        <a:p>
          <a:endParaRPr lang="en-US"/>
        </a:p>
      </dgm:t>
    </dgm:pt>
    <dgm:pt modelId="{2D2C489C-E7EA-4728-B47E-DB72E72BB4DE}" type="sibTrans" cxnId="{E24E095B-3B0A-4235-B512-3D08590F9616}">
      <dgm:prSet/>
      <dgm:spPr/>
      <dgm:t>
        <a:bodyPr/>
        <a:lstStyle/>
        <a:p>
          <a:endParaRPr lang="en-US"/>
        </a:p>
      </dgm:t>
    </dgm:pt>
    <dgm:pt modelId="{97A8E287-CC3F-4BC8-9CAA-1D76FE113CA4}">
      <dgm:prSet custT="1"/>
      <dgm:spPr/>
      <dgm:t>
        <a:bodyPr/>
        <a:lstStyle/>
        <a:p>
          <a:r>
            <a:rPr lang="en-US" sz="1600"/>
            <a:t>1960s: Quality improvement and integration</a:t>
          </a:r>
        </a:p>
      </dgm:t>
    </dgm:pt>
    <dgm:pt modelId="{09F2DBB2-5EB8-4933-8D87-14E1F0DE840D}" type="parTrans" cxnId="{555AA2AB-9F0D-4725-B735-0026CC05751E}">
      <dgm:prSet/>
      <dgm:spPr/>
      <dgm:t>
        <a:bodyPr/>
        <a:lstStyle/>
        <a:p>
          <a:endParaRPr lang="en-US"/>
        </a:p>
      </dgm:t>
    </dgm:pt>
    <dgm:pt modelId="{58001A42-35A9-4425-8E06-30A077DFF824}" type="sibTrans" cxnId="{555AA2AB-9F0D-4725-B735-0026CC05751E}">
      <dgm:prSet/>
      <dgm:spPr/>
      <dgm:t>
        <a:bodyPr/>
        <a:lstStyle/>
        <a:p>
          <a:endParaRPr lang="en-US"/>
        </a:p>
      </dgm:t>
    </dgm:pt>
    <dgm:pt modelId="{CFB95B78-5CA4-4299-B950-9073B4BD4D94}">
      <dgm:prSet custT="1"/>
      <dgm:spPr/>
      <dgm:t>
        <a:bodyPr/>
        <a:lstStyle/>
        <a:p>
          <a:r>
            <a:rPr lang="en-US" sz="1600"/>
            <a:t>1970s: Community participation and worker training</a:t>
          </a:r>
        </a:p>
      </dgm:t>
    </dgm:pt>
    <dgm:pt modelId="{50B13242-4F22-4C4F-AFE4-647BB4EFAA49}" type="parTrans" cxnId="{F9E47438-5B3C-4DE6-BB4A-98939BF1DBDB}">
      <dgm:prSet/>
      <dgm:spPr/>
      <dgm:t>
        <a:bodyPr/>
        <a:lstStyle/>
        <a:p>
          <a:endParaRPr lang="en-US"/>
        </a:p>
      </dgm:t>
    </dgm:pt>
    <dgm:pt modelId="{11EEFEC9-CD6F-490C-8C39-0949CDF8AC69}" type="sibTrans" cxnId="{F9E47438-5B3C-4DE6-BB4A-98939BF1DBDB}">
      <dgm:prSet/>
      <dgm:spPr/>
      <dgm:t>
        <a:bodyPr/>
        <a:lstStyle/>
        <a:p>
          <a:endParaRPr lang="en-US"/>
        </a:p>
      </dgm:t>
    </dgm:pt>
    <dgm:pt modelId="{B630B920-C870-491F-B59D-8B4682FE7348}">
      <dgm:prSet custT="1"/>
      <dgm:spPr/>
      <dgm:t>
        <a:bodyPr/>
        <a:lstStyle/>
        <a:p>
          <a:r>
            <a:rPr lang="en-US" sz="1600"/>
            <a:t>1980s-1990s: Manpower planning and specialization</a:t>
          </a:r>
        </a:p>
      </dgm:t>
    </dgm:pt>
    <dgm:pt modelId="{436C3F93-042A-4265-AD00-B61EB40D818C}" type="parTrans" cxnId="{A2454476-8C11-4F03-9BC3-5A34F62BC6BD}">
      <dgm:prSet/>
      <dgm:spPr/>
      <dgm:t>
        <a:bodyPr/>
        <a:lstStyle/>
        <a:p>
          <a:endParaRPr lang="en-US"/>
        </a:p>
      </dgm:t>
    </dgm:pt>
    <dgm:pt modelId="{68AF5339-9B1C-407B-A4B5-7498BE55A6DF}" type="sibTrans" cxnId="{A2454476-8C11-4F03-9BC3-5A34F62BC6BD}">
      <dgm:prSet/>
      <dgm:spPr/>
      <dgm:t>
        <a:bodyPr/>
        <a:lstStyle/>
        <a:p>
          <a:endParaRPr lang="en-US"/>
        </a:p>
      </dgm:t>
    </dgm:pt>
    <dgm:pt modelId="{DABDD3DC-6198-4B54-9B37-38915BA6ECB8}">
      <dgm:prSet custT="1"/>
      <dgm:spPr/>
      <dgm:t>
        <a:bodyPr/>
        <a:lstStyle/>
        <a:p>
          <a:r>
            <a:rPr lang="en-US" sz="1600"/>
            <a:t>2000s onward: Economic efficiency and technology</a:t>
          </a:r>
        </a:p>
      </dgm:t>
    </dgm:pt>
    <dgm:pt modelId="{8FB013EE-3352-43EB-8110-C299DE61DD07}" type="parTrans" cxnId="{8C79864C-07E6-4269-952A-63DF2F99E0B1}">
      <dgm:prSet/>
      <dgm:spPr/>
      <dgm:t>
        <a:bodyPr/>
        <a:lstStyle/>
        <a:p>
          <a:endParaRPr lang="en-US"/>
        </a:p>
      </dgm:t>
    </dgm:pt>
    <dgm:pt modelId="{307743C0-4A5C-4E7F-87DB-9A80B1464055}" type="sibTrans" cxnId="{8C79864C-07E6-4269-952A-63DF2F99E0B1}">
      <dgm:prSet/>
      <dgm:spPr/>
      <dgm:t>
        <a:bodyPr/>
        <a:lstStyle/>
        <a:p>
          <a:endParaRPr lang="en-US"/>
        </a:p>
      </dgm:t>
    </dgm:pt>
    <dgm:pt modelId="{0895CA76-E059-43DA-9975-D3AEB11E7970}">
      <dgm:prSet/>
      <dgm:spPr/>
      <dgm:t>
        <a:bodyPr/>
        <a:lstStyle/>
        <a:p>
          <a:r>
            <a:rPr lang="en-US"/>
            <a:t>Common Recommendations:</a:t>
          </a:r>
        </a:p>
      </dgm:t>
    </dgm:pt>
    <dgm:pt modelId="{3E288A26-D907-48CC-815F-E966AC137991}" type="parTrans" cxnId="{88C838C1-045B-4C43-8468-D67F5A32BE28}">
      <dgm:prSet/>
      <dgm:spPr/>
      <dgm:t>
        <a:bodyPr/>
        <a:lstStyle/>
        <a:p>
          <a:endParaRPr lang="en-US"/>
        </a:p>
      </dgm:t>
    </dgm:pt>
    <dgm:pt modelId="{E798B2CE-A30F-42E4-976D-D256DB54A340}" type="sibTrans" cxnId="{88C838C1-045B-4C43-8468-D67F5A32BE28}">
      <dgm:prSet/>
      <dgm:spPr/>
      <dgm:t>
        <a:bodyPr/>
        <a:lstStyle/>
        <a:p>
          <a:endParaRPr lang="en-US"/>
        </a:p>
      </dgm:t>
    </dgm:pt>
    <dgm:pt modelId="{AEF22561-A663-408A-9516-F90189FBE7B7}">
      <dgm:prSet custT="1"/>
      <dgm:spPr/>
      <dgm:t>
        <a:bodyPr/>
        <a:lstStyle/>
        <a:p>
          <a:r>
            <a:rPr lang="en-US" sz="1600"/>
            <a:t>Integration of preventive, curative, and promotive services</a:t>
          </a:r>
        </a:p>
      </dgm:t>
    </dgm:pt>
    <dgm:pt modelId="{0B7F961E-39B7-45EA-8F2C-B72367C46CCF}" type="parTrans" cxnId="{13771B56-64DC-446E-9EE9-7165972928A5}">
      <dgm:prSet/>
      <dgm:spPr/>
      <dgm:t>
        <a:bodyPr/>
        <a:lstStyle/>
        <a:p>
          <a:endParaRPr lang="en-US"/>
        </a:p>
      </dgm:t>
    </dgm:pt>
    <dgm:pt modelId="{558E96CB-3D35-4A1F-854C-340389ECB202}" type="sibTrans" cxnId="{13771B56-64DC-446E-9EE9-7165972928A5}">
      <dgm:prSet/>
      <dgm:spPr/>
      <dgm:t>
        <a:bodyPr/>
        <a:lstStyle/>
        <a:p>
          <a:endParaRPr lang="en-US"/>
        </a:p>
      </dgm:t>
    </dgm:pt>
    <dgm:pt modelId="{06167B23-0F22-4DFE-94B6-8C1B4F27854B}">
      <dgm:prSet custT="1"/>
      <dgm:spPr/>
      <dgm:t>
        <a:bodyPr/>
        <a:lstStyle/>
        <a:p>
          <a:r>
            <a:rPr lang="en-US" sz="1600"/>
            <a:t>Community participation in health programs</a:t>
          </a:r>
        </a:p>
      </dgm:t>
    </dgm:pt>
    <dgm:pt modelId="{B83F67C7-686D-4DA3-9E67-A8E4EFA8FA01}" type="parTrans" cxnId="{8D626C23-0B56-4C3A-B194-AF932D013C40}">
      <dgm:prSet/>
      <dgm:spPr/>
      <dgm:t>
        <a:bodyPr/>
        <a:lstStyle/>
        <a:p>
          <a:endParaRPr lang="en-US"/>
        </a:p>
      </dgm:t>
    </dgm:pt>
    <dgm:pt modelId="{A8B54B5E-20B1-4238-8354-7268CF4D454D}" type="sibTrans" cxnId="{8D626C23-0B56-4C3A-B194-AF932D013C40}">
      <dgm:prSet/>
      <dgm:spPr/>
      <dgm:t>
        <a:bodyPr/>
        <a:lstStyle/>
        <a:p>
          <a:endParaRPr lang="en-US"/>
        </a:p>
      </dgm:t>
    </dgm:pt>
    <dgm:pt modelId="{54A87979-D0F2-49D0-83A1-5EDD8ABAEC86}">
      <dgm:prSet custT="1"/>
      <dgm:spPr/>
      <dgm:t>
        <a:bodyPr/>
        <a:lstStyle/>
        <a:p>
          <a:r>
            <a:rPr lang="en-US" sz="1600"/>
            <a:t>Training of healthcare workers at all levels</a:t>
          </a:r>
        </a:p>
      </dgm:t>
    </dgm:pt>
    <dgm:pt modelId="{F4F5F6D7-FA15-4D6F-934D-56309DDA7774}" type="parTrans" cxnId="{A346FD2D-9124-4835-91B4-BB2800383358}">
      <dgm:prSet/>
      <dgm:spPr/>
      <dgm:t>
        <a:bodyPr/>
        <a:lstStyle/>
        <a:p>
          <a:endParaRPr lang="en-US"/>
        </a:p>
      </dgm:t>
    </dgm:pt>
    <dgm:pt modelId="{E12EBB61-637F-49F7-8536-75AE8CE936DA}" type="sibTrans" cxnId="{A346FD2D-9124-4835-91B4-BB2800383358}">
      <dgm:prSet/>
      <dgm:spPr/>
      <dgm:t>
        <a:bodyPr/>
        <a:lstStyle/>
        <a:p>
          <a:endParaRPr lang="en-US"/>
        </a:p>
      </dgm:t>
    </dgm:pt>
    <dgm:pt modelId="{ED203D27-AE55-4E95-81FB-08E5B0D43321}">
      <dgm:prSet custT="1"/>
      <dgm:spPr/>
      <dgm:t>
        <a:bodyPr/>
        <a:lstStyle/>
        <a:p>
          <a:r>
            <a:rPr lang="en-US" sz="1600"/>
            <a:t>Referral systems linking different levels of care</a:t>
          </a:r>
        </a:p>
      </dgm:t>
    </dgm:pt>
    <dgm:pt modelId="{C7BE7FFB-A1D8-4079-B289-EB2632EAD4AF}" type="parTrans" cxnId="{63D864BF-F48D-4C2E-B60F-DA396FBA2338}">
      <dgm:prSet/>
      <dgm:spPr/>
      <dgm:t>
        <a:bodyPr/>
        <a:lstStyle/>
        <a:p>
          <a:endParaRPr lang="en-US"/>
        </a:p>
      </dgm:t>
    </dgm:pt>
    <dgm:pt modelId="{08D7E590-4980-4C77-A844-66EB13575516}" type="sibTrans" cxnId="{63D864BF-F48D-4C2E-B60F-DA396FBA2338}">
      <dgm:prSet/>
      <dgm:spPr/>
      <dgm:t>
        <a:bodyPr/>
        <a:lstStyle/>
        <a:p>
          <a:endParaRPr lang="en-US"/>
        </a:p>
      </dgm:t>
    </dgm:pt>
    <dgm:pt modelId="{04C7E20D-F69B-4EA6-B9F6-0A34E23BDC75}">
      <dgm:prSet custT="1"/>
      <dgm:spPr/>
      <dgm:t>
        <a:bodyPr/>
        <a:lstStyle/>
        <a:p>
          <a:r>
            <a:rPr lang="en-US" sz="1600"/>
            <a:t>Rural focus addressing India's predominantly rural population</a:t>
          </a:r>
        </a:p>
      </dgm:t>
    </dgm:pt>
    <dgm:pt modelId="{7B87A5D8-88B6-44DD-9664-BD844F5E73A9}" type="parTrans" cxnId="{625E189B-4FB7-45AD-B132-6E80BF16D941}">
      <dgm:prSet/>
      <dgm:spPr/>
      <dgm:t>
        <a:bodyPr/>
        <a:lstStyle/>
        <a:p>
          <a:endParaRPr lang="en-US"/>
        </a:p>
      </dgm:t>
    </dgm:pt>
    <dgm:pt modelId="{6CB8DC4E-5CC8-43F0-89B7-E667813FAAC4}" type="sibTrans" cxnId="{625E189B-4FB7-45AD-B132-6E80BF16D941}">
      <dgm:prSet/>
      <dgm:spPr/>
      <dgm:t>
        <a:bodyPr/>
        <a:lstStyle/>
        <a:p>
          <a:endParaRPr lang="en-US"/>
        </a:p>
      </dgm:t>
    </dgm:pt>
    <dgm:pt modelId="{0E889D6C-D8E6-409A-B4A4-F52D2A3A7A39}">
      <dgm:prSet/>
      <dgm:spPr/>
      <dgm:t>
        <a:bodyPr/>
        <a:lstStyle/>
        <a:p>
          <a:r>
            <a:rPr lang="en-US"/>
            <a:t>Impact on Current System:</a:t>
          </a:r>
        </a:p>
      </dgm:t>
    </dgm:pt>
    <dgm:pt modelId="{D984284E-2861-414A-AB19-A362C1393B7A}" type="parTrans" cxnId="{44B80654-4C48-489C-A5A7-DBDCBE3857F5}">
      <dgm:prSet/>
      <dgm:spPr/>
      <dgm:t>
        <a:bodyPr/>
        <a:lstStyle/>
        <a:p>
          <a:endParaRPr lang="en-US"/>
        </a:p>
      </dgm:t>
    </dgm:pt>
    <dgm:pt modelId="{4804D45C-AF27-42D4-8310-A1D193FC7C40}" type="sibTrans" cxnId="{44B80654-4C48-489C-A5A7-DBDCBE3857F5}">
      <dgm:prSet/>
      <dgm:spPr/>
      <dgm:t>
        <a:bodyPr/>
        <a:lstStyle/>
        <a:p>
          <a:endParaRPr lang="en-US"/>
        </a:p>
      </dgm:t>
    </dgm:pt>
    <dgm:pt modelId="{47C0B5AC-5FA5-430C-AE4C-44C63976459B}">
      <dgm:prSet custT="1"/>
      <dgm:spPr/>
      <dgm:t>
        <a:bodyPr/>
        <a:lstStyle/>
        <a:p>
          <a:r>
            <a:rPr lang="en-US" sz="1600"/>
            <a:t>Three-tier system: Sub-centre → PHC → CHC (from Bhore Committee)</a:t>
          </a:r>
        </a:p>
      </dgm:t>
    </dgm:pt>
    <dgm:pt modelId="{4BEEBF79-8D2B-4569-B40F-9AC88B19BE52}" type="parTrans" cxnId="{F9C1D7AC-0653-4BD7-A4B9-4C17B2FDC278}">
      <dgm:prSet/>
      <dgm:spPr/>
      <dgm:t>
        <a:bodyPr/>
        <a:lstStyle/>
        <a:p>
          <a:endParaRPr lang="en-US"/>
        </a:p>
      </dgm:t>
    </dgm:pt>
    <dgm:pt modelId="{1E6F42BE-EB27-4E76-983D-E0C10765F4FF}" type="sibTrans" cxnId="{F9C1D7AC-0653-4BD7-A4B9-4C17B2FDC278}">
      <dgm:prSet/>
      <dgm:spPr/>
      <dgm:t>
        <a:bodyPr/>
        <a:lstStyle/>
        <a:p>
          <a:endParaRPr lang="en-US"/>
        </a:p>
      </dgm:t>
    </dgm:pt>
    <dgm:pt modelId="{C8EE25B6-B9A5-49DD-9F48-C573C402EB31}">
      <dgm:prSet custT="1"/>
      <dgm:spPr/>
      <dgm:t>
        <a:bodyPr/>
        <a:lstStyle/>
        <a:p>
          <a:r>
            <a:rPr lang="en-US" sz="1600"/>
            <a:t>Multipurpose workers: ANMs and Health Workers (from Chadha/Mukherjee)</a:t>
          </a:r>
        </a:p>
      </dgm:t>
    </dgm:pt>
    <dgm:pt modelId="{15692D13-F2FF-424C-9D6A-0F7F0268B90F}" type="parTrans" cxnId="{4060CBC5-F8B6-4925-A34F-2115AA7AFCEF}">
      <dgm:prSet/>
      <dgm:spPr/>
      <dgm:t>
        <a:bodyPr/>
        <a:lstStyle/>
        <a:p>
          <a:endParaRPr lang="en-US"/>
        </a:p>
      </dgm:t>
    </dgm:pt>
    <dgm:pt modelId="{CC56A8A0-B91A-4C6E-9852-AFF5EBB886A7}" type="sibTrans" cxnId="{4060CBC5-F8B6-4925-A34F-2115AA7AFCEF}">
      <dgm:prSet/>
      <dgm:spPr/>
      <dgm:t>
        <a:bodyPr/>
        <a:lstStyle/>
        <a:p>
          <a:endParaRPr lang="en-US"/>
        </a:p>
      </dgm:t>
    </dgm:pt>
    <dgm:pt modelId="{8933CFC3-7DE9-41D3-BAE7-1BDB7ABE1BFB}">
      <dgm:prSet custT="1"/>
      <dgm:spPr/>
      <dgm:t>
        <a:bodyPr/>
        <a:lstStyle/>
        <a:p>
          <a:r>
            <a:rPr lang="en-US" sz="1600"/>
            <a:t>Community participation: ASHA workers (from Shrivastav Committee concepts)</a:t>
          </a:r>
        </a:p>
      </dgm:t>
    </dgm:pt>
    <dgm:pt modelId="{7DDCB049-2788-4008-819A-DCB020988226}" type="parTrans" cxnId="{7AB95EF6-0BEA-46E8-A532-386BE7F2AE79}">
      <dgm:prSet/>
      <dgm:spPr/>
      <dgm:t>
        <a:bodyPr/>
        <a:lstStyle/>
        <a:p>
          <a:endParaRPr lang="en-US"/>
        </a:p>
      </dgm:t>
    </dgm:pt>
    <dgm:pt modelId="{BC50F609-C966-496F-9602-8508F4C3E188}" type="sibTrans" cxnId="{7AB95EF6-0BEA-46E8-A532-386BE7F2AE79}">
      <dgm:prSet/>
      <dgm:spPr/>
      <dgm:t>
        <a:bodyPr/>
        <a:lstStyle/>
        <a:p>
          <a:endParaRPr lang="en-US"/>
        </a:p>
      </dgm:t>
    </dgm:pt>
    <dgm:pt modelId="{E210CC28-E6D3-41F4-9072-DE11012F18E6}">
      <dgm:prSet custT="1"/>
      <dgm:spPr/>
      <dgm:t>
        <a:bodyPr/>
        <a:lstStyle/>
        <a:p>
          <a:r>
            <a:rPr lang="en-US" sz="1600"/>
            <a:t>Medical education: Community Medicine as mandatory subject (from Bhore Committee)</a:t>
          </a:r>
        </a:p>
      </dgm:t>
    </dgm:pt>
    <dgm:pt modelId="{82A75901-A163-41E9-8E49-C5252B433A2C}" type="parTrans" cxnId="{7F73C717-34A1-4D8F-89D5-EFBC8B864AF2}">
      <dgm:prSet/>
      <dgm:spPr/>
      <dgm:t>
        <a:bodyPr/>
        <a:lstStyle/>
        <a:p>
          <a:endParaRPr lang="en-US"/>
        </a:p>
      </dgm:t>
    </dgm:pt>
    <dgm:pt modelId="{F1E07768-600D-4EE0-9E28-03232FA4E1EE}" type="sibTrans" cxnId="{7F73C717-34A1-4D8F-89D5-EFBC8B864AF2}">
      <dgm:prSet/>
      <dgm:spPr/>
      <dgm:t>
        <a:bodyPr/>
        <a:lstStyle/>
        <a:p>
          <a:endParaRPr lang="en-US"/>
        </a:p>
      </dgm:t>
    </dgm:pt>
    <dgm:pt modelId="{E6D6B700-1C9A-4313-8248-D5FA469FDF56}" type="pres">
      <dgm:prSet presAssocID="{57DF01B2-112C-4470-BE6C-5222A4C5891E}" presName="Name0" presStyleCnt="0">
        <dgm:presLayoutVars>
          <dgm:dir/>
          <dgm:animLvl val="lvl"/>
          <dgm:resizeHandles val="exact"/>
        </dgm:presLayoutVars>
      </dgm:prSet>
      <dgm:spPr/>
    </dgm:pt>
    <dgm:pt modelId="{B660D678-3CF0-4016-A70B-81D0BD5F6764}" type="pres">
      <dgm:prSet presAssocID="{0F831BEF-128C-499F-AA78-29ADCAB47334}" presName="linNode" presStyleCnt="0"/>
      <dgm:spPr/>
    </dgm:pt>
    <dgm:pt modelId="{E36D10ED-5CE1-444B-8640-0D2F02420B53}" type="pres">
      <dgm:prSet presAssocID="{0F831BEF-128C-499F-AA78-29ADCAB47334}" presName="parentText" presStyleLbl="alignNode1" presStyleIdx="0" presStyleCnt="3">
        <dgm:presLayoutVars>
          <dgm:chMax val="1"/>
          <dgm:bulletEnabled/>
        </dgm:presLayoutVars>
      </dgm:prSet>
      <dgm:spPr/>
    </dgm:pt>
    <dgm:pt modelId="{5906EAC5-4134-44B8-8533-6F78617149C4}" type="pres">
      <dgm:prSet presAssocID="{0F831BEF-128C-499F-AA78-29ADCAB47334}" presName="descendantText" presStyleLbl="alignAccFollowNode1" presStyleIdx="0" presStyleCnt="3">
        <dgm:presLayoutVars>
          <dgm:bulletEnabled/>
        </dgm:presLayoutVars>
      </dgm:prSet>
      <dgm:spPr/>
    </dgm:pt>
    <dgm:pt modelId="{AA8ACA21-2F6D-4A9B-B634-40174B89F1E1}" type="pres">
      <dgm:prSet presAssocID="{9BF34A11-50E1-49C4-86C9-067AC4078B04}" presName="sp" presStyleCnt="0"/>
      <dgm:spPr/>
    </dgm:pt>
    <dgm:pt modelId="{5E1D4603-BC23-4FF7-B8A2-E95F01C43876}" type="pres">
      <dgm:prSet presAssocID="{0895CA76-E059-43DA-9975-D3AEB11E7970}" presName="linNode" presStyleCnt="0"/>
      <dgm:spPr/>
    </dgm:pt>
    <dgm:pt modelId="{1A2795FC-2EDC-4EC9-B720-8B6F5C687B25}" type="pres">
      <dgm:prSet presAssocID="{0895CA76-E059-43DA-9975-D3AEB11E7970}" presName="parentText" presStyleLbl="alignNode1" presStyleIdx="1" presStyleCnt="3">
        <dgm:presLayoutVars>
          <dgm:chMax val="1"/>
          <dgm:bulletEnabled/>
        </dgm:presLayoutVars>
      </dgm:prSet>
      <dgm:spPr/>
    </dgm:pt>
    <dgm:pt modelId="{8105E93F-3345-4AEF-936D-0B9ECAD512F3}" type="pres">
      <dgm:prSet presAssocID="{0895CA76-E059-43DA-9975-D3AEB11E7970}" presName="descendantText" presStyleLbl="alignAccFollowNode1" presStyleIdx="1" presStyleCnt="3">
        <dgm:presLayoutVars>
          <dgm:bulletEnabled/>
        </dgm:presLayoutVars>
      </dgm:prSet>
      <dgm:spPr/>
    </dgm:pt>
    <dgm:pt modelId="{FE90FDF3-A877-4CF9-A196-06018861370C}" type="pres">
      <dgm:prSet presAssocID="{E798B2CE-A30F-42E4-976D-D256DB54A340}" presName="sp" presStyleCnt="0"/>
      <dgm:spPr/>
    </dgm:pt>
    <dgm:pt modelId="{B741D790-19B9-4479-956B-ED33D331E5E8}" type="pres">
      <dgm:prSet presAssocID="{0E889D6C-D8E6-409A-B4A4-F52D2A3A7A39}" presName="linNode" presStyleCnt="0"/>
      <dgm:spPr/>
    </dgm:pt>
    <dgm:pt modelId="{53B5AE67-97AD-454F-86F5-13E69513BC81}" type="pres">
      <dgm:prSet presAssocID="{0E889D6C-D8E6-409A-B4A4-F52D2A3A7A39}" presName="parentText" presStyleLbl="alignNode1" presStyleIdx="2" presStyleCnt="3">
        <dgm:presLayoutVars>
          <dgm:chMax val="1"/>
          <dgm:bulletEnabled/>
        </dgm:presLayoutVars>
      </dgm:prSet>
      <dgm:spPr/>
    </dgm:pt>
    <dgm:pt modelId="{A9C9F71B-012C-43C0-AD4F-DA49DD0D745A}" type="pres">
      <dgm:prSet presAssocID="{0E889D6C-D8E6-409A-B4A4-F52D2A3A7A39}" presName="descendantText" presStyleLbl="alignAccFollowNode1" presStyleIdx="2" presStyleCnt="3">
        <dgm:presLayoutVars>
          <dgm:bulletEnabled/>
        </dgm:presLayoutVars>
      </dgm:prSet>
      <dgm:spPr/>
    </dgm:pt>
  </dgm:ptLst>
  <dgm:cxnLst>
    <dgm:cxn modelId="{013F5B01-1701-48BF-8FDC-28BF73A133A1}" type="presOf" srcId="{CFB95B78-5CA4-4299-B950-9073B4BD4D94}" destId="{5906EAC5-4134-44B8-8533-6F78617149C4}" srcOrd="0" destOrd="2" presId="urn:microsoft.com/office/officeart/2016/7/layout/VerticalSolidActionList"/>
    <dgm:cxn modelId="{6A29FF10-2C8D-471D-9FEE-4663902DEC4E}" type="presOf" srcId="{06167B23-0F22-4DFE-94B6-8C1B4F27854B}" destId="{8105E93F-3345-4AEF-936D-0B9ECAD512F3}" srcOrd="0" destOrd="1" presId="urn:microsoft.com/office/officeart/2016/7/layout/VerticalSolidActionList"/>
    <dgm:cxn modelId="{7F73C717-34A1-4D8F-89D5-EFBC8B864AF2}" srcId="{0E889D6C-D8E6-409A-B4A4-F52D2A3A7A39}" destId="{E210CC28-E6D3-41F4-9072-DE11012F18E6}" srcOrd="3" destOrd="0" parTransId="{82A75901-A163-41E9-8E49-C5252B433A2C}" sibTransId="{F1E07768-600D-4EE0-9E28-03232FA4E1EE}"/>
    <dgm:cxn modelId="{8D626C23-0B56-4C3A-B194-AF932D013C40}" srcId="{0895CA76-E059-43DA-9975-D3AEB11E7970}" destId="{06167B23-0F22-4DFE-94B6-8C1B4F27854B}" srcOrd="1" destOrd="0" parTransId="{B83F67C7-686D-4DA3-9E67-A8E4EFA8FA01}" sibTransId="{A8B54B5E-20B1-4238-8354-7268CF4D454D}"/>
    <dgm:cxn modelId="{A346FD2D-9124-4835-91B4-BB2800383358}" srcId="{0895CA76-E059-43DA-9975-D3AEB11E7970}" destId="{54A87979-D0F2-49D0-83A1-5EDD8ABAEC86}" srcOrd="2" destOrd="0" parTransId="{F4F5F6D7-FA15-4D6F-934D-56309DDA7774}" sibTransId="{E12EBB61-637F-49F7-8536-75AE8CE936DA}"/>
    <dgm:cxn modelId="{F9E47438-5B3C-4DE6-BB4A-98939BF1DBDB}" srcId="{0F831BEF-128C-499F-AA78-29ADCAB47334}" destId="{CFB95B78-5CA4-4299-B950-9073B4BD4D94}" srcOrd="2" destOrd="0" parTransId="{50B13242-4F22-4C4F-AFE4-647BB4EFAA49}" sibTransId="{11EEFEC9-CD6F-490C-8C39-0949CDF8AC69}"/>
    <dgm:cxn modelId="{E24E095B-3B0A-4235-B512-3D08590F9616}" srcId="{0F831BEF-128C-499F-AA78-29ADCAB47334}" destId="{5E36A90A-E7F7-46B8-85BA-60C718131522}" srcOrd="0" destOrd="0" parTransId="{5B3FBCFE-4845-4EEE-8A46-68D2B94667E6}" sibTransId="{2D2C489C-E7EA-4728-B47E-DB72E72BB4DE}"/>
    <dgm:cxn modelId="{75DC2742-1D07-41D9-B60B-98B1EC94F710}" type="presOf" srcId="{57DF01B2-112C-4470-BE6C-5222A4C5891E}" destId="{E6D6B700-1C9A-4313-8248-D5FA469FDF56}" srcOrd="0" destOrd="0" presId="urn:microsoft.com/office/officeart/2016/7/layout/VerticalSolidActionList"/>
    <dgm:cxn modelId="{1934BC47-0666-4713-8215-A20758D74905}" type="presOf" srcId="{54A87979-D0F2-49D0-83A1-5EDD8ABAEC86}" destId="{8105E93F-3345-4AEF-936D-0B9ECAD512F3}" srcOrd="0" destOrd="2" presId="urn:microsoft.com/office/officeart/2016/7/layout/VerticalSolidActionList"/>
    <dgm:cxn modelId="{70A67949-F223-4BC3-A530-F55FB16E9A72}" type="presOf" srcId="{ED203D27-AE55-4E95-81FB-08E5B0D43321}" destId="{8105E93F-3345-4AEF-936D-0B9ECAD512F3}" srcOrd="0" destOrd="3" presId="urn:microsoft.com/office/officeart/2016/7/layout/VerticalSolidActionList"/>
    <dgm:cxn modelId="{8C79864C-07E6-4269-952A-63DF2F99E0B1}" srcId="{0F831BEF-128C-499F-AA78-29ADCAB47334}" destId="{DABDD3DC-6198-4B54-9B37-38915BA6ECB8}" srcOrd="4" destOrd="0" parTransId="{8FB013EE-3352-43EB-8110-C299DE61DD07}" sibTransId="{307743C0-4A5C-4E7F-87DB-9A80B1464055}"/>
    <dgm:cxn modelId="{2F734F4D-BAAB-4A54-8874-D754177CD255}" srcId="{57DF01B2-112C-4470-BE6C-5222A4C5891E}" destId="{0F831BEF-128C-499F-AA78-29ADCAB47334}" srcOrd="0" destOrd="0" parTransId="{6B3BEF2C-191A-476D-829E-A27E50C30237}" sibTransId="{9BF34A11-50E1-49C4-86C9-067AC4078B04}"/>
    <dgm:cxn modelId="{44B80654-4C48-489C-A5A7-DBDCBE3857F5}" srcId="{57DF01B2-112C-4470-BE6C-5222A4C5891E}" destId="{0E889D6C-D8E6-409A-B4A4-F52D2A3A7A39}" srcOrd="2" destOrd="0" parTransId="{D984284E-2861-414A-AB19-A362C1393B7A}" sibTransId="{4804D45C-AF27-42D4-8310-A1D193FC7C40}"/>
    <dgm:cxn modelId="{13771B56-64DC-446E-9EE9-7165972928A5}" srcId="{0895CA76-E059-43DA-9975-D3AEB11E7970}" destId="{AEF22561-A663-408A-9516-F90189FBE7B7}" srcOrd="0" destOrd="0" parTransId="{0B7F961E-39B7-45EA-8F2C-B72367C46CCF}" sibTransId="{558E96CB-3D35-4A1F-854C-340389ECB202}"/>
    <dgm:cxn modelId="{A2454476-8C11-4F03-9BC3-5A34F62BC6BD}" srcId="{0F831BEF-128C-499F-AA78-29ADCAB47334}" destId="{B630B920-C870-491F-B59D-8B4682FE7348}" srcOrd="3" destOrd="0" parTransId="{436C3F93-042A-4265-AD00-B61EB40D818C}" sibTransId="{68AF5339-9B1C-407B-A4B5-7498BE55A6DF}"/>
    <dgm:cxn modelId="{2E27047C-8139-44FE-80C0-7D3B0966B4FC}" type="presOf" srcId="{97A8E287-CC3F-4BC8-9CAA-1D76FE113CA4}" destId="{5906EAC5-4134-44B8-8533-6F78617149C4}" srcOrd="0" destOrd="1" presId="urn:microsoft.com/office/officeart/2016/7/layout/VerticalSolidActionList"/>
    <dgm:cxn modelId="{BCD8F18D-5ABF-4DC2-AFA5-5A854568E91F}" type="presOf" srcId="{E210CC28-E6D3-41F4-9072-DE11012F18E6}" destId="{A9C9F71B-012C-43C0-AD4F-DA49DD0D745A}" srcOrd="0" destOrd="3" presId="urn:microsoft.com/office/officeart/2016/7/layout/VerticalSolidActionList"/>
    <dgm:cxn modelId="{1D7CA698-0E34-4295-92DA-3756E9E3D18D}" type="presOf" srcId="{47C0B5AC-5FA5-430C-AE4C-44C63976459B}" destId="{A9C9F71B-012C-43C0-AD4F-DA49DD0D745A}" srcOrd="0" destOrd="0" presId="urn:microsoft.com/office/officeart/2016/7/layout/VerticalSolidActionList"/>
    <dgm:cxn modelId="{625E189B-4FB7-45AD-B132-6E80BF16D941}" srcId="{0895CA76-E059-43DA-9975-D3AEB11E7970}" destId="{04C7E20D-F69B-4EA6-B9F6-0A34E23BDC75}" srcOrd="4" destOrd="0" parTransId="{7B87A5D8-88B6-44DD-9664-BD844F5E73A9}" sibTransId="{6CB8DC4E-5CC8-43F0-89B7-E667813FAAC4}"/>
    <dgm:cxn modelId="{938883A5-B5BC-4461-8D45-E6158C401B9A}" type="presOf" srcId="{0F831BEF-128C-499F-AA78-29ADCAB47334}" destId="{E36D10ED-5CE1-444B-8640-0D2F02420B53}" srcOrd="0" destOrd="0" presId="urn:microsoft.com/office/officeart/2016/7/layout/VerticalSolidActionList"/>
    <dgm:cxn modelId="{F96602A9-7D5C-49A5-BC1D-B9A32FFDA0E7}" type="presOf" srcId="{0E889D6C-D8E6-409A-B4A4-F52D2A3A7A39}" destId="{53B5AE67-97AD-454F-86F5-13E69513BC81}" srcOrd="0" destOrd="0" presId="urn:microsoft.com/office/officeart/2016/7/layout/VerticalSolidActionList"/>
    <dgm:cxn modelId="{555AA2AB-9F0D-4725-B735-0026CC05751E}" srcId="{0F831BEF-128C-499F-AA78-29ADCAB47334}" destId="{97A8E287-CC3F-4BC8-9CAA-1D76FE113CA4}" srcOrd="1" destOrd="0" parTransId="{09F2DBB2-5EB8-4933-8D87-14E1F0DE840D}" sibTransId="{58001A42-35A9-4425-8E06-30A077DFF824}"/>
    <dgm:cxn modelId="{F9C1D7AC-0653-4BD7-A4B9-4C17B2FDC278}" srcId="{0E889D6C-D8E6-409A-B4A4-F52D2A3A7A39}" destId="{47C0B5AC-5FA5-430C-AE4C-44C63976459B}" srcOrd="0" destOrd="0" parTransId="{4BEEBF79-8D2B-4569-B40F-9AC88B19BE52}" sibTransId="{1E6F42BE-EB27-4E76-983D-E0C10765F4FF}"/>
    <dgm:cxn modelId="{BD7799AD-9404-4122-9934-70E3462F0AF3}" type="presOf" srcId="{5E36A90A-E7F7-46B8-85BA-60C718131522}" destId="{5906EAC5-4134-44B8-8533-6F78617149C4}" srcOrd="0" destOrd="0" presId="urn:microsoft.com/office/officeart/2016/7/layout/VerticalSolidActionList"/>
    <dgm:cxn modelId="{63D864BF-F48D-4C2E-B60F-DA396FBA2338}" srcId="{0895CA76-E059-43DA-9975-D3AEB11E7970}" destId="{ED203D27-AE55-4E95-81FB-08E5B0D43321}" srcOrd="3" destOrd="0" parTransId="{C7BE7FFB-A1D8-4079-B289-EB2632EAD4AF}" sibTransId="{08D7E590-4980-4C77-A844-66EB13575516}"/>
    <dgm:cxn modelId="{88C838C1-045B-4C43-8468-D67F5A32BE28}" srcId="{57DF01B2-112C-4470-BE6C-5222A4C5891E}" destId="{0895CA76-E059-43DA-9975-D3AEB11E7970}" srcOrd="1" destOrd="0" parTransId="{3E288A26-D907-48CC-815F-E966AC137991}" sibTransId="{E798B2CE-A30F-42E4-976D-D256DB54A340}"/>
    <dgm:cxn modelId="{5DCDAFC5-A802-47AD-8CE5-12947BD77883}" type="presOf" srcId="{04C7E20D-F69B-4EA6-B9F6-0A34E23BDC75}" destId="{8105E93F-3345-4AEF-936D-0B9ECAD512F3}" srcOrd="0" destOrd="4" presId="urn:microsoft.com/office/officeart/2016/7/layout/VerticalSolidActionList"/>
    <dgm:cxn modelId="{4060CBC5-F8B6-4925-A34F-2115AA7AFCEF}" srcId="{0E889D6C-D8E6-409A-B4A4-F52D2A3A7A39}" destId="{C8EE25B6-B9A5-49DD-9F48-C573C402EB31}" srcOrd="1" destOrd="0" parTransId="{15692D13-F2FF-424C-9D6A-0F7F0268B90F}" sibTransId="{CC56A8A0-B91A-4C6E-9852-AFF5EBB886A7}"/>
    <dgm:cxn modelId="{3B4B25C7-F37A-44E2-8C0D-BCA081E1B1D6}" type="presOf" srcId="{8933CFC3-7DE9-41D3-BAE7-1BDB7ABE1BFB}" destId="{A9C9F71B-012C-43C0-AD4F-DA49DD0D745A}" srcOrd="0" destOrd="2" presId="urn:microsoft.com/office/officeart/2016/7/layout/VerticalSolidActionList"/>
    <dgm:cxn modelId="{D48E01D1-7AB6-4235-9ECA-0426DC61FFB9}" type="presOf" srcId="{0895CA76-E059-43DA-9975-D3AEB11E7970}" destId="{1A2795FC-2EDC-4EC9-B720-8B6F5C687B25}" srcOrd="0" destOrd="0" presId="urn:microsoft.com/office/officeart/2016/7/layout/VerticalSolidActionList"/>
    <dgm:cxn modelId="{5B5677D2-AA2F-4413-8E57-DEADE951232C}" type="presOf" srcId="{B630B920-C870-491F-B59D-8B4682FE7348}" destId="{5906EAC5-4134-44B8-8533-6F78617149C4}" srcOrd="0" destOrd="3" presId="urn:microsoft.com/office/officeart/2016/7/layout/VerticalSolidActionList"/>
    <dgm:cxn modelId="{D6BEC3ED-8829-4B21-A93A-1FE3D97330CC}" type="presOf" srcId="{AEF22561-A663-408A-9516-F90189FBE7B7}" destId="{8105E93F-3345-4AEF-936D-0B9ECAD512F3}" srcOrd="0" destOrd="0" presId="urn:microsoft.com/office/officeart/2016/7/layout/VerticalSolidActionList"/>
    <dgm:cxn modelId="{7AB95EF6-0BEA-46E8-A532-386BE7F2AE79}" srcId="{0E889D6C-D8E6-409A-B4A4-F52D2A3A7A39}" destId="{8933CFC3-7DE9-41D3-BAE7-1BDB7ABE1BFB}" srcOrd="2" destOrd="0" parTransId="{7DDCB049-2788-4008-819A-DCB020988226}" sibTransId="{BC50F609-C966-496F-9602-8508F4C3E188}"/>
    <dgm:cxn modelId="{83A061F8-9386-4799-BD6D-D4D051462401}" type="presOf" srcId="{C8EE25B6-B9A5-49DD-9F48-C573C402EB31}" destId="{A9C9F71B-012C-43C0-AD4F-DA49DD0D745A}" srcOrd="0" destOrd="1" presId="urn:microsoft.com/office/officeart/2016/7/layout/VerticalSolidActionList"/>
    <dgm:cxn modelId="{314D0EF9-FA29-4156-A716-B0BE9ACF0F6C}" type="presOf" srcId="{DABDD3DC-6198-4B54-9B37-38915BA6ECB8}" destId="{5906EAC5-4134-44B8-8533-6F78617149C4}" srcOrd="0" destOrd="4" presId="urn:microsoft.com/office/officeart/2016/7/layout/VerticalSolidActionList"/>
    <dgm:cxn modelId="{BE615C46-A5F0-46EA-B6C3-F5DC8B46A091}" type="presParOf" srcId="{E6D6B700-1C9A-4313-8248-D5FA469FDF56}" destId="{B660D678-3CF0-4016-A70B-81D0BD5F6764}" srcOrd="0" destOrd="0" presId="urn:microsoft.com/office/officeart/2016/7/layout/VerticalSolidActionList"/>
    <dgm:cxn modelId="{54952DBA-2D53-41EE-B0BA-8CDC80AD5640}" type="presParOf" srcId="{B660D678-3CF0-4016-A70B-81D0BD5F6764}" destId="{E36D10ED-5CE1-444B-8640-0D2F02420B53}" srcOrd="0" destOrd="0" presId="urn:microsoft.com/office/officeart/2016/7/layout/VerticalSolidActionList"/>
    <dgm:cxn modelId="{D7B744C6-3087-4C88-B73F-4F717C4EFA7A}" type="presParOf" srcId="{B660D678-3CF0-4016-A70B-81D0BD5F6764}" destId="{5906EAC5-4134-44B8-8533-6F78617149C4}" srcOrd="1" destOrd="0" presId="urn:microsoft.com/office/officeart/2016/7/layout/VerticalSolidActionList"/>
    <dgm:cxn modelId="{7A172978-5CCA-4F03-A3D4-4151307CE67A}" type="presParOf" srcId="{E6D6B700-1C9A-4313-8248-D5FA469FDF56}" destId="{AA8ACA21-2F6D-4A9B-B634-40174B89F1E1}" srcOrd="1" destOrd="0" presId="urn:microsoft.com/office/officeart/2016/7/layout/VerticalSolidActionList"/>
    <dgm:cxn modelId="{A4318C8B-0733-4C99-B0C2-7892D8D51643}" type="presParOf" srcId="{E6D6B700-1C9A-4313-8248-D5FA469FDF56}" destId="{5E1D4603-BC23-4FF7-B8A2-E95F01C43876}" srcOrd="2" destOrd="0" presId="urn:microsoft.com/office/officeart/2016/7/layout/VerticalSolidActionList"/>
    <dgm:cxn modelId="{47AF30EC-BECF-4790-82A3-86934A809EEC}" type="presParOf" srcId="{5E1D4603-BC23-4FF7-B8A2-E95F01C43876}" destId="{1A2795FC-2EDC-4EC9-B720-8B6F5C687B25}" srcOrd="0" destOrd="0" presId="urn:microsoft.com/office/officeart/2016/7/layout/VerticalSolidActionList"/>
    <dgm:cxn modelId="{FAADE572-CE51-4D49-B51E-0A2CC7EA0731}" type="presParOf" srcId="{5E1D4603-BC23-4FF7-B8A2-E95F01C43876}" destId="{8105E93F-3345-4AEF-936D-0B9ECAD512F3}" srcOrd="1" destOrd="0" presId="urn:microsoft.com/office/officeart/2016/7/layout/VerticalSolidActionList"/>
    <dgm:cxn modelId="{1536BEFF-289E-4AE6-B441-5C941E59FD6C}" type="presParOf" srcId="{E6D6B700-1C9A-4313-8248-D5FA469FDF56}" destId="{FE90FDF3-A877-4CF9-A196-06018861370C}" srcOrd="3" destOrd="0" presId="urn:microsoft.com/office/officeart/2016/7/layout/VerticalSolidActionList"/>
    <dgm:cxn modelId="{90701AFD-BF60-4AD6-8387-17C21B8E88C3}" type="presParOf" srcId="{E6D6B700-1C9A-4313-8248-D5FA469FDF56}" destId="{B741D790-19B9-4479-956B-ED33D331E5E8}" srcOrd="4" destOrd="0" presId="urn:microsoft.com/office/officeart/2016/7/layout/VerticalSolidActionList"/>
    <dgm:cxn modelId="{D3DE1815-962D-4F89-8A15-4CB8DF43D22E}" type="presParOf" srcId="{B741D790-19B9-4479-956B-ED33D331E5E8}" destId="{53B5AE67-97AD-454F-86F5-13E69513BC81}" srcOrd="0" destOrd="0" presId="urn:microsoft.com/office/officeart/2016/7/layout/VerticalSolidActionList"/>
    <dgm:cxn modelId="{8ED2AE91-354D-49E4-94DA-6A6F48D5461B}" type="presParOf" srcId="{B741D790-19B9-4479-956B-ED33D331E5E8}" destId="{A9C9F71B-012C-43C0-AD4F-DA49DD0D745A}"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038B9C-42AC-468D-85F4-D14E162D0E56}"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07E3E4D3-8E53-4D62-8721-6C6161EF0804}">
      <dgm:prSet/>
      <dgm:spPr/>
      <dgm:t>
        <a:bodyPr/>
        <a:lstStyle/>
        <a:p>
          <a:r>
            <a:rPr lang="en-US"/>
            <a:t>Key Innovation: First to recommend integration of preventive and curative functions</a:t>
          </a:r>
        </a:p>
      </dgm:t>
    </dgm:pt>
    <dgm:pt modelId="{776EBF00-65A9-438E-86E5-D48A9D4D0040}" type="parTrans" cxnId="{A5B12A36-5603-4D5F-95CA-13D01322467C}">
      <dgm:prSet/>
      <dgm:spPr/>
      <dgm:t>
        <a:bodyPr/>
        <a:lstStyle/>
        <a:p>
          <a:endParaRPr lang="en-US"/>
        </a:p>
      </dgm:t>
    </dgm:pt>
    <dgm:pt modelId="{7CE89B99-137D-4FFD-BEEF-D17247F2317A}" type="sibTrans" cxnId="{A5B12A36-5603-4D5F-95CA-13D01322467C}">
      <dgm:prSet/>
      <dgm:spPr/>
      <dgm:t>
        <a:bodyPr/>
        <a:lstStyle/>
        <a:p>
          <a:endParaRPr lang="en-US"/>
        </a:p>
      </dgm:t>
    </dgm:pt>
    <dgm:pt modelId="{DA7D35DF-4393-47B4-8F1C-DC46C78AE741}">
      <dgm:prSet/>
      <dgm:spPr/>
      <dgm:t>
        <a:bodyPr/>
        <a:lstStyle/>
        <a:p>
          <a:r>
            <a:rPr lang="en-US"/>
            <a:t>Training Focus: Emphasized need for large number of trained health workers</a:t>
          </a:r>
        </a:p>
      </dgm:t>
    </dgm:pt>
    <dgm:pt modelId="{332A6F44-E51B-4AE2-A59C-AC4A033022E8}" type="parTrans" cxnId="{E999FD7F-EADB-4088-9B05-698966715947}">
      <dgm:prSet/>
      <dgm:spPr/>
      <dgm:t>
        <a:bodyPr/>
        <a:lstStyle/>
        <a:p>
          <a:endParaRPr lang="en-US"/>
        </a:p>
      </dgm:t>
    </dgm:pt>
    <dgm:pt modelId="{A46D19E8-FCB7-4653-A131-7B99C4E3C220}" type="sibTrans" cxnId="{E999FD7F-EADB-4088-9B05-698966715947}">
      <dgm:prSet/>
      <dgm:spPr/>
      <dgm:t>
        <a:bodyPr/>
        <a:lstStyle/>
        <a:p>
          <a:endParaRPr lang="en-US"/>
        </a:p>
      </dgm:t>
    </dgm:pt>
    <dgm:pt modelId="{258A156C-83E5-4672-9357-0FCDD790E5B8}">
      <dgm:prSet/>
      <dgm:spPr/>
      <dgm:t>
        <a:bodyPr/>
        <a:lstStyle/>
        <a:p>
          <a:r>
            <a:rPr lang="en-US"/>
            <a:t>Legacy: Set conceptual groundwork for all subsequent committee recommendations</a:t>
          </a:r>
        </a:p>
      </dgm:t>
    </dgm:pt>
    <dgm:pt modelId="{0AB6226D-AB77-4816-BDD0-C99AFE999F5F}" type="parTrans" cxnId="{B4480DC5-1D92-44B0-BC1B-38C1990D2C7E}">
      <dgm:prSet/>
      <dgm:spPr/>
      <dgm:t>
        <a:bodyPr/>
        <a:lstStyle/>
        <a:p>
          <a:endParaRPr lang="en-US"/>
        </a:p>
      </dgm:t>
    </dgm:pt>
    <dgm:pt modelId="{D4D8EA73-64CA-49A2-8682-33EFB6B35483}" type="sibTrans" cxnId="{B4480DC5-1D92-44B0-BC1B-38C1990D2C7E}">
      <dgm:prSet/>
      <dgm:spPr/>
      <dgm:t>
        <a:bodyPr/>
        <a:lstStyle/>
        <a:p>
          <a:endParaRPr lang="en-US"/>
        </a:p>
      </dgm:t>
    </dgm:pt>
    <dgm:pt modelId="{EC614678-D69A-4869-9B03-1BBFB490F222}">
      <dgm:prSet/>
      <dgm:spPr/>
      <dgm:t>
        <a:bodyPr/>
        <a:lstStyle/>
        <a:p>
          <a:r>
            <a:rPr lang="en-US"/>
            <a:t>Impact: Influenced the integrated approach adopted by Bhore Committee</a:t>
          </a:r>
        </a:p>
      </dgm:t>
    </dgm:pt>
    <dgm:pt modelId="{A5D422AC-D799-4254-B218-08F7C180D8AA}" type="parTrans" cxnId="{DB4AA7C0-E31B-4051-81BE-0D490D9A7F8F}">
      <dgm:prSet/>
      <dgm:spPr/>
      <dgm:t>
        <a:bodyPr/>
        <a:lstStyle/>
        <a:p>
          <a:endParaRPr lang="en-US"/>
        </a:p>
      </dgm:t>
    </dgm:pt>
    <dgm:pt modelId="{4523B772-200B-4CD0-9BD4-82BEC2FBA5BE}" type="sibTrans" cxnId="{DB4AA7C0-E31B-4051-81BE-0D490D9A7F8F}">
      <dgm:prSet/>
      <dgm:spPr/>
      <dgm:t>
        <a:bodyPr/>
        <a:lstStyle/>
        <a:p>
          <a:endParaRPr lang="en-US"/>
        </a:p>
      </dgm:t>
    </dgm:pt>
    <dgm:pt modelId="{CF057A69-A7D8-4306-BDD1-F6316E038B46}">
      <dgm:prSet/>
      <dgm:spPr/>
      <dgm:t>
        <a:bodyPr/>
        <a:lstStyle/>
        <a:p>
          <a:r>
            <a:rPr lang="en-US"/>
            <a:t>Clinical Relevance: Why doctors today practice both curative and preventive medicine</a:t>
          </a:r>
        </a:p>
      </dgm:t>
    </dgm:pt>
    <dgm:pt modelId="{E75D030B-9462-4F74-A782-019E9EE67C20}" type="parTrans" cxnId="{0E76F645-8FD3-443B-B198-6E4B2D12BA74}">
      <dgm:prSet/>
      <dgm:spPr/>
      <dgm:t>
        <a:bodyPr/>
        <a:lstStyle/>
        <a:p>
          <a:endParaRPr lang="en-US"/>
        </a:p>
      </dgm:t>
    </dgm:pt>
    <dgm:pt modelId="{6CED01D3-B13C-4804-B9CA-DECDFAB72AFD}" type="sibTrans" cxnId="{0E76F645-8FD3-443B-B198-6E4B2D12BA74}">
      <dgm:prSet/>
      <dgm:spPr/>
      <dgm:t>
        <a:bodyPr/>
        <a:lstStyle/>
        <a:p>
          <a:endParaRPr lang="en-US"/>
        </a:p>
      </dgm:t>
    </dgm:pt>
    <dgm:pt modelId="{89050078-8AE0-4F0B-9C2D-FB8FC7DF1000}" type="pres">
      <dgm:prSet presAssocID="{D5038B9C-42AC-468D-85F4-D14E162D0E56}" presName="linear" presStyleCnt="0">
        <dgm:presLayoutVars>
          <dgm:animLvl val="lvl"/>
          <dgm:resizeHandles val="exact"/>
        </dgm:presLayoutVars>
      </dgm:prSet>
      <dgm:spPr/>
    </dgm:pt>
    <dgm:pt modelId="{6A175795-229F-44D6-87F8-11DE52FB67DC}" type="pres">
      <dgm:prSet presAssocID="{07E3E4D3-8E53-4D62-8721-6C6161EF0804}" presName="parentText" presStyleLbl="node1" presStyleIdx="0" presStyleCnt="5">
        <dgm:presLayoutVars>
          <dgm:chMax val="0"/>
          <dgm:bulletEnabled val="1"/>
        </dgm:presLayoutVars>
      </dgm:prSet>
      <dgm:spPr/>
    </dgm:pt>
    <dgm:pt modelId="{EEA8EC21-3548-442E-B3AC-39E223F674B6}" type="pres">
      <dgm:prSet presAssocID="{7CE89B99-137D-4FFD-BEEF-D17247F2317A}" presName="spacer" presStyleCnt="0"/>
      <dgm:spPr/>
    </dgm:pt>
    <dgm:pt modelId="{397E36AA-6A58-4BA6-8DB0-41E2DEA2B132}" type="pres">
      <dgm:prSet presAssocID="{DA7D35DF-4393-47B4-8F1C-DC46C78AE741}" presName="parentText" presStyleLbl="node1" presStyleIdx="1" presStyleCnt="5">
        <dgm:presLayoutVars>
          <dgm:chMax val="0"/>
          <dgm:bulletEnabled val="1"/>
        </dgm:presLayoutVars>
      </dgm:prSet>
      <dgm:spPr/>
    </dgm:pt>
    <dgm:pt modelId="{087B4BF5-472C-4141-B706-79FDA133B588}" type="pres">
      <dgm:prSet presAssocID="{A46D19E8-FCB7-4653-A131-7B99C4E3C220}" presName="spacer" presStyleCnt="0"/>
      <dgm:spPr/>
    </dgm:pt>
    <dgm:pt modelId="{F406014E-3DAB-4AAC-8BEE-3DDD07DC34FE}" type="pres">
      <dgm:prSet presAssocID="{258A156C-83E5-4672-9357-0FCDD790E5B8}" presName="parentText" presStyleLbl="node1" presStyleIdx="2" presStyleCnt="5">
        <dgm:presLayoutVars>
          <dgm:chMax val="0"/>
          <dgm:bulletEnabled val="1"/>
        </dgm:presLayoutVars>
      </dgm:prSet>
      <dgm:spPr/>
    </dgm:pt>
    <dgm:pt modelId="{8EB1F7B8-0039-4683-94E5-9018301D71C2}" type="pres">
      <dgm:prSet presAssocID="{D4D8EA73-64CA-49A2-8682-33EFB6B35483}" presName="spacer" presStyleCnt="0"/>
      <dgm:spPr/>
    </dgm:pt>
    <dgm:pt modelId="{78241889-D5AB-479F-87FA-E4984B602236}" type="pres">
      <dgm:prSet presAssocID="{EC614678-D69A-4869-9B03-1BBFB490F222}" presName="parentText" presStyleLbl="node1" presStyleIdx="3" presStyleCnt="5">
        <dgm:presLayoutVars>
          <dgm:chMax val="0"/>
          <dgm:bulletEnabled val="1"/>
        </dgm:presLayoutVars>
      </dgm:prSet>
      <dgm:spPr/>
    </dgm:pt>
    <dgm:pt modelId="{58A30E97-D806-4F8E-B2F6-5A67F5BC8C85}" type="pres">
      <dgm:prSet presAssocID="{4523B772-200B-4CD0-9BD4-82BEC2FBA5BE}" presName="spacer" presStyleCnt="0"/>
      <dgm:spPr/>
    </dgm:pt>
    <dgm:pt modelId="{8C8CBC75-0B06-4793-BD75-88237E41AB05}" type="pres">
      <dgm:prSet presAssocID="{CF057A69-A7D8-4306-BDD1-F6316E038B46}" presName="parentText" presStyleLbl="node1" presStyleIdx="4" presStyleCnt="5">
        <dgm:presLayoutVars>
          <dgm:chMax val="0"/>
          <dgm:bulletEnabled val="1"/>
        </dgm:presLayoutVars>
      </dgm:prSet>
      <dgm:spPr/>
    </dgm:pt>
  </dgm:ptLst>
  <dgm:cxnLst>
    <dgm:cxn modelId="{01463F0F-4035-4B41-BDB8-15007CF9E73A}" type="presOf" srcId="{258A156C-83E5-4672-9357-0FCDD790E5B8}" destId="{F406014E-3DAB-4AAC-8BEE-3DDD07DC34FE}" srcOrd="0" destOrd="0" presId="urn:microsoft.com/office/officeart/2005/8/layout/vList2"/>
    <dgm:cxn modelId="{A5B12A36-5603-4D5F-95CA-13D01322467C}" srcId="{D5038B9C-42AC-468D-85F4-D14E162D0E56}" destId="{07E3E4D3-8E53-4D62-8721-6C6161EF0804}" srcOrd="0" destOrd="0" parTransId="{776EBF00-65A9-438E-86E5-D48A9D4D0040}" sibTransId="{7CE89B99-137D-4FFD-BEEF-D17247F2317A}"/>
    <dgm:cxn modelId="{0DFBBE44-9821-465A-BC51-C73C418A13D4}" type="presOf" srcId="{D5038B9C-42AC-468D-85F4-D14E162D0E56}" destId="{89050078-8AE0-4F0B-9C2D-FB8FC7DF1000}" srcOrd="0" destOrd="0" presId="urn:microsoft.com/office/officeart/2005/8/layout/vList2"/>
    <dgm:cxn modelId="{0E76F645-8FD3-443B-B198-6E4B2D12BA74}" srcId="{D5038B9C-42AC-468D-85F4-D14E162D0E56}" destId="{CF057A69-A7D8-4306-BDD1-F6316E038B46}" srcOrd="4" destOrd="0" parTransId="{E75D030B-9462-4F74-A782-019E9EE67C20}" sibTransId="{6CED01D3-B13C-4804-B9CA-DECDFAB72AFD}"/>
    <dgm:cxn modelId="{E999FD7F-EADB-4088-9B05-698966715947}" srcId="{D5038B9C-42AC-468D-85F4-D14E162D0E56}" destId="{DA7D35DF-4393-47B4-8F1C-DC46C78AE741}" srcOrd="1" destOrd="0" parTransId="{332A6F44-E51B-4AE2-A59C-AC4A033022E8}" sibTransId="{A46D19E8-FCB7-4653-A131-7B99C4E3C220}"/>
    <dgm:cxn modelId="{9BA929A8-3843-467C-9C16-D3B332E31263}" type="presOf" srcId="{07E3E4D3-8E53-4D62-8721-6C6161EF0804}" destId="{6A175795-229F-44D6-87F8-11DE52FB67DC}" srcOrd="0" destOrd="0" presId="urn:microsoft.com/office/officeart/2005/8/layout/vList2"/>
    <dgm:cxn modelId="{DB4AA7C0-E31B-4051-81BE-0D490D9A7F8F}" srcId="{D5038B9C-42AC-468D-85F4-D14E162D0E56}" destId="{EC614678-D69A-4869-9B03-1BBFB490F222}" srcOrd="3" destOrd="0" parTransId="{A5D422AC-D799-4254-B218-08F7C180D8AA}" sibTransId="{4523B772-200B-4CD0-9BD4-82BEC2FBA5BE}"/>
    <dgm:cxn modelId="{B4480DC5-1D92-44B0-BC1B-38C1990D2C7E}" srcId="{D5038B9C-42AC-468D-85F4-D14E162D0E56}" destId="{258A156C-83E5-4672-9357-0FCDD790E5B8}" srcOrd="2" destOrd="0" parTransId="{0AB6226D-AB77-4816-BDD0-C99AFE999F5F}" sibTransId="{D4D8EA73-64CA-49A2-8682-33EFB6B35483}"/>
    <dgm:cxn modelId="{3E51A3CF-6CEE-40AD-8698-680AA5F76618}" type="presOf" srcId="{DA7D35DF-4393-47B4-8F1C-DC46C78AE741}" destId="{397E36AA-6A58-4BA6-8DB0-41E2DEA2B132}" srcOrd="0" destOrd="0" presId="urn:microsoft.com/office/officeart/2005/8/layout/vList2"/>
    <dgm:cxn modelId="{350BF9EF-6E3B-4CBD-A363-7652AE4C8489}" type="presOf" srcId="{CF057A69-A7D8-4306-BDD1-F6316E038B46}" destId="{8C8CBC75-0B06-4793-BD75-88237E41AB05}" srcOrd="0" destOrd="0" presId="urn:microsoft.com/office/officeart/2005/8/layout/vList2"/>
    <dgm:cxn modelId="{382929F0-18FF-49A1-9E2C-57B92B530C86}" type="presOf" srcId="{EC614678-D69A-4869-9B03-1BBFB490F222}" destId="{78241889-D5AB-479F-87FA-E4984B602236}" srcOrd="0" destOrd="0" presId="urn:microsoft.com/office/officeart/2005/8/layout/vList2"/>
    <dgm:cxn modelId="{040219BA-DFBF-458E-A158-94807CAD767B}" type="presParOf" srcId="{89050078-8AE0-4F0B-9C2D-FB8FC7DF1000}" destId="{6A175795-229F-44D6-87F8-11DE52FB67DC}" srcOrd="0" destOrd="0" presId="urn:microsoft.com/office/officeart/2005/8/layout/vList2"/>
    <dgm:cxn modelId="{2A045EEC-4637-4957-AE59-04319BB3A58A}" type="presParOf" srcId="{89050078-8AE0-4F0B-9C2D-FB8FC7DF1000}" destId="{EEA8EC21-3548-442E-B3AC-39E223F674B6}" srcOrd="1" destOrd="0" presId="urn:microsoft.com/office/officeart/2005/8/layout/vList2"/>
    <dgm:cxn modelId="{CDDA7B2C-E75C-4ED4-BF42-62E6A83D3394}" type="presParOf" srcId="{89050078-8AE0-4F0B-9C2D-FB8FC7DF1000}" destId="{397E36AA-6A58-4BA6-8DB0-41E2DEA2B132}" srcOrd="2" destOrd="0" presId="urn:microsoft.com/office/officeart/2005/8/layout/vList2"/>
    <dgm:cxn modelId="{D3BF40C4-D804-4D3D-9606-E179241D6FB7}" type="presParOf" srcId="{89050078-8AE0-4F0B-9C2D-FB8FC7DF1000}" destId="{087B4BF5-472C-4141-B706-79FDA133B588}" srcOrd="3" destOrd="0" presId="urn:microsoft.com/office/officeart/2005/8/layout/vList2"/>
    <dgm:cxn modelId="{0827F462-D26F-4DF8-98D9-C00037E8645B}" type="presParOf" srcId="{89050078-8AE0-4F0B-9C2D-FB8FC7DF1000}" destId="{F406014E-3DAB-4AAC-8BEE-3DDD07DC34FE}" srcOrd="4" destOrd="0" presId="urn:microsoft.com/office/officeart/2005/8/layout/vList2"/>
    <dgm:cxn modelId="{6EB7D293-4D92-4B3D-AF9A-A86D160EB13B}" type="presParOf" srcId="{89050078-8AE0-4F0B-9C2D-FB8FC7DF1000}" destId="{8EB1F7B8-0039-4683-94E5-9018301D71C2}" srcOrd="5" destOrd="0" presId="urn:microsoft.com/office/officeart/2005/8/layout/vList2"/>
    <dgm:cxn modelId="{F074ECC7-7877-48A3-8659-3A5FD482E7B7}" type="presParOf" srcId="{89050078-8AE0-4F0B-9C2D-FB8FC7DF1000}" destId="{78241889-D5AB-479F-87FA-E4984B602236}" srcOrd="6" destOrd="0" presId="urn:microsoft.com/office/officeart/2005/8/layout/vList2"/>
    <dgm:cxn modelId="{BD421DEC-48A0-4E15-9472-CFE6DDFDDC86}" type="presParOf" srcId="{89050078-8AE0-4F0B-9C2D-FB8FC7DF1000}" destId="{58A30E97-D806-4F8E-B2F6-5A67F5BC8C85}" srcOrd="7" destOrd="0" presId="urn:microsoft.com/office/officeart/2005/8/layout/vList2"/>
    <dgm:cxn modelId="{A2213A35-630E-4581-B09F-AE1560DA7048}" type="presParOf" srcId="{89050078-8AE0-4F0B-9C2D-FB8FC7DF1000}" destId="{8C8CBC75-0B06-4793-BD75-88237E41AB0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E020BBE-9B70-423C-87BA-B6D4F111F463}"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US"/>
        </a:p>
      </dgm:t>
    </dgm:pt>
    <dgm:pt modelId="{D10E4C30-AFED-4B97-B292-CE486D0F38BA}">
      <dgm:prSet/>
      <dgm:spPr/>
      <dgm:t>
        <a:bodyPr/>
        <a:lstStyle/>
        <a:p>
          <a:r>
            <a:rPr lang="en-US"/>
            <a:t>Revolutionary Concept: Primary Health Centre as basic health unit</a:t>
          </a:r>
        </a:p>
      </dgm:t>
    </dgm:pt>
    <dgm:pt modelId="{C21BD41E-15F8-4804-B5D3-04D66D8ACFA3}" type="parTrans" cxnId="{C264AC8C-1E18-4914-86CA-9CC511D0300F}">
      <dgm:prSet/>
      <dgm:spPr/>
      <dgm:t>
        <a:bodyPr/>
        <a:lstStyle/>
        <a:p>
          <a:endParaRPr lang="en-US"/>
        </a:p>
      </dgm:t>
    </dgm:pt>
    <dgm:pt modelId="{281DD694-5237-436F-B09B-A6FA4D5980B0}" type="sibTrans" cxnId="{C264AC8C-1E18-4914-86CA-9CC511D0300F}">
      <dgm:prSet/>
      <dgm:spPr/>
      <dgm:t>
        <a:bodyPr/>
        <a:lstStyle/>
        <a:p>
          <a:endParaRPr lang="en-US"/>
        </a:p>
      </dgm:t>
    </dgm:pt>
    <dgm:pt modelId="{A591FC2F-75F7-45BE-BD60-44D7F04A41ED}">
      <dgm:prSet/>
      <dgm:spPr/>
      <dgm:t>
        <a:bodyPr/>
        <a:lstStyle/>
        <a:p>
          <a:r>
            <a:rPr lang="en-US"/>
            <a:t>Key Principles:</a:t>
          </a:r>
        </a:p>
      </dgm:t>
    </dgm:pt>
    <dgm:pt modelId="{C918C6D3-96AC-45BD-A1B4-1FA223CA53FC}" type="parTrans" cxnId="{7ABC32E2-3D38-4581-AE63-AE19298D714D}">
      <dgm:prSet/>
      <dgm:spPr/>
      <dgm:t>
        <a:bodyPr/>
        <a:lstStyle/>
        <a:p>
          <a:endParaRPr lang="en-US"/>
        </a:p>
      </dgm:t>
    </dgm:pt>
    <dgm:pt modelId="{135C4D7E-4748-4D90-B912-4AAADB65F0A7}" type="sibTrans" cxnId="{7ABC32E2-3D38-4581-AE63-AE19298D714D}">
      <dgm:prSet/>
      <dgm:spPr/>
      <dgm:t>
        <a:bodyPr/>
        <a:lstStyle/>
        <a:p>
          <a:endParaRPr lang="en-US"/>
        </a:p>
      </dgm:t>
    </dgm:pt>
    <dgm:pt modelId="{2C667522-7A65-40B3-BFC9-B7329194A9DC}">
      <dgm:prSet/>
      <dgm:spPr/>
      <dgm:t>
        <a:bodyPr/>
        <a:lstStyle/>
        <a:p>
          <a:r>
            <a:rPr lang="en-US"/>
            <a:t>- Integration of preventive, curative, and promotive care</a:t>
          </a:r>
        </a:p>
      </dgm:t>
    </dgm:pt>
    <dgm:pt modelId="{79016EB4-0D0F-4BC7-A1D8-0D3F910765EF}" type="parTrans" cxnId="{1A67B03E-48C4-44EE-B72B-635D1326EEDF}">
      <dgm:prSet/>
      <dgm:spPr/>
      <dgm:t>
        <a:bodyPr/>
        <a:lstStyle/>
        <a:p>
          <a:endParaRPr lang="en-US"/>
        </a:p>
      </dgm:t>
    </dgm:pt>
    <dgm:pt modelId="{40E652BF-B5B8-4E69-ACB6-742057DE15AD}" type="sibTrans" cxnId="{1A67B03E-48C4-44EE-B72B-635D1326EEDF}">
      <dgm:prSet/>
      <dgm:spPr/>
      <dgm:t>
        <a:bodyPr/>
        <a:lstStyle/>
        <a:p>
          <a:endParaRPr lang="en-US"/>
        </a:p>
      </dgm:t>
    </dgm:pt>
    <dgm:pt modelId="{501EFDB1-0ADD-4D7B-B710-CB795AD2EE9E}">
      <dgm:prSet/>
      <dgm:spPr/>
      <dgm:t>
        <a:bodyPr/>
        <a:lstStyle/>
        <a:p>
          <a:r>
            <a:rPr lang="en-US"/>
            <a:t>- Healthcare delivery close to rural population</a:t>
          </a:r>
        </a:p>
      </dgm:t>
    </dgm:pt>
    <dgm:pt modelId="{1FFE16EF-2484-48A5-B52B-7BD71AFF0D19}" type="parTrans" cxnId="{DE4FD407-81E2-4D1A-85EE-8EDB63B8732A}">
      <dgm:prSet/>
      <dgm:spPr/>
      <dgm:t>
        <a:bodyPr/>
        <a:lstStyle/>
        <a:p>
          <a:endParaRPr lang="en-US"/>
        </a:p>
      </dgm:t>
    </dgm:pt>
    <dgm:pt modelId="{2E030A37-4A3E-40AD-95C3-5A2E080B42AF}" type="sibTrans" cxnId="{DE4FD407-81E2-4D1A-85EE-8EDB63B8732A}">
      <dgm:prSet/>
      <dgm:spPr/>
      <dgm:t>
        <a:bodyPr/>
        <a:lstStyle/>
        <a:p>
          <a:endParaRPr lang="en-US"/>
        </a:p>
      </dgm:t>
    </dgm:pt>
    <dgm:pt modelId="{8E23A693-91E5-4AE7-B524-0B4DC12EA732}">
      <dgm:prSet/>
      <dgm:spPr/>
      <dgm:t>
        <a:bodyPr/>
        <a:lstStyle/>
        <a:p>
          <a:r>
            <a:rPr lang="en-US"/>
            <a:t>- Three-tier referral system (Sub-centre → PHC → District Hospital)</a:t>
          </a:r>
        </a:p>
      </dgm:t>
    </dgm:pt>
    <dgm:pt modelId="{F9F4886C-0AF4-4F58-820D-FF1E99E16E79}" type="parTrans" cxnId="{296B8802-7A3A-484E-AFE8-0B6947A8F40C}">
      <dgm:prSet/>
      <dgm:spPr/>
      <dgm:t>
        <a:bodyPr/>
        <a:lstStyle/>
        <a:p>
          <a:endParaRPr lang="en-US"/>
        </a:p>
      </dgm:t>
    </dgm:pt>
    <dgm:pt modelId="{D11812A4-BCEA-4C59-8B7C-C3C5FC3C64AC}" type="sibTrans" cxnId="{296B8802-7A3A-484E-AFE8-0B6947A8F40C}">
      <dgm:prSet/>
      <dgm:spPr/>
      <dgm:t>
        <a:bodyPr/>
        <a:lstStyle/>
        <a:p>
          <a:endParaRPr lang="en-US"/>
        </a:p>
      </dgm:t>
    </dgm:pt>
    <dgm:pt modelId="{579BFE03-C83B-4E63-8D0C-36ADB2F58B2A}">
      <dgm:prSet/>
      <dgm:spPr/>
      <dgm:t>
        <a:bodyPr/>
        <a:lstStyle/>
        <a:p>
          <a:r>
            <a:rPr lang="en-US"/>
            <a:t>Medical Education: Recommended 3 months Community Medicine training</a:t>
          </a:r>
        </a:p>
      </dgm:t>
    </dgm:pt>
    <dgm:pt modelId="{CA998C8A-B7DF-48A7-8D2F-03E7B332D1EA}" type="parTrans" cxnId="{5609DC76-7E15-4544-BD71-9336B6FB0F38}">
      <dgm:prSet/>
      <dgm:spPr/>
      <dgm:t>
        <a:bodyPr/>
        <a:lstStyle/>
        <a:p>
          <a:endParaRPr lang="en-US"/>
        </a:p>
      </dgm:t>
    </dgm:pt>
    <dgm:pt modelId="{77024590-A662-4541-BB9C-DC3E918E9B51}" type="sibTrans" cxnId="{5609DC76-7E15-4544-BD71-9336B6FB0F38}">
      <dgm:prSet/>
      <dgm:spPr/>
      <dgm:t>
        <a:bodyPr/>
        <a:lstStyle/>
        <a:p>
          <a:endParaRPr lang="en-US"/>
        </a:p>
      </dgm:t>
    </dgm:pt>
    <dgm:pt modelId="{1603C35A-B7F5-45CE-9C7C-A4E0B3E22281}">
      <dgm:prSet/>
      <dgm:spPr/>
      <dgm:t>
        <a:bodyPr/>
        <a:lstStyle/>
        <a:p>
          <a:r>
            <a:rPr lang="en-US"/>
            <a:t>Long-term Impact: Foundation of current rural health infrastructure</a:t>
          </a:r>
        </a:p>
      </dgm:t>
    </dgm:pt>
    <dgm:pt modelId="{A584B59B-B301-4059-B8F1-F4A808ED7098}" type="parTrans" cxnId="{14D08B41-1555-4001-8E19-6ECE0A47A509}">
      <dgm:prSet/>
      <dgm:spPr/>
      <dgm:t>
        <a:bodyPr/>
        <a:lstStyle/>
        <a:p>
          <a:endParaRPr lang="en-US"/>
        </a:p>
      </dgm:t>
    </dgm:pt>
    <dgm:pt modelId="{FE675F10-AAFF-4501-882F-883D32630133}" type="sibTrans" cxnId="{14D08B41-1555-4001-8E19-6ECE0A47A509}">
      <dgm:prSet/>
      <dgm:spPr/>
      <dgm:t>
        <a:bodyPr/>
        <a:lstStyle/>
        <a:p>
          <a:endParaRPr lang="en-US"/>
        </a:p>
      </dgm:t>
    </dgm:pt>
    <dgm:pt modelId="{379B8997-612C-4876-864B-BAC86293EE7D}">
      <dgm:prSet/>
      <dgm:spPr/>
      <dgm:t>
        <a:bodyPr/>
        <a:lstStyle/>
        <a:p>
          <a:r>
            <a:rPr lang="en-US"/>
            <a:t>Modern Connection: Basis for today's PHCs and Health &amp; Wellness Centres</a:t>
          </a:r>
        </a:p>
      </dgm:t>
    </dgm:pt>
    <dgm:pt modelId="{5BB36872-4EF3-4DAB-9F06-174541DFB4F0}" type="parTrans" cxnId="{9EF38488-B0E3-4715-9116-DB55097CCF16}">
      <dgm:prSet/>
      <dgm:spPr/>
      <dgm:t>
        <a:bodyPr/>
        <a:lstStyle/>
        <a:p>
          <a:endParaRPr lang="en-US"/>
        </a:p>
      </dgm:t>
    </dgm:pt>
    <dgm:pt modelId="{0F947698-B014-4403-A16B-5EC0FC1B5023}" type="sibTrans" cxnId="{9EF38488-B0E3-4715-9116-DB55097CCF16}">
      <dgm:prSet/>
      <dgm:spPr/>
      <dgm:t>
        <a:bodyPr/>
        <a:lstStyle/>
        <a:p>
          <a:endParaRPr lang="en-US"/>
        </a:p>
      </dgm:t>
    </dgm:pt>
    <dgm:pt modelId="{9387A52A-CF74-4E78-9B7F-8C49EE20CE4E}" type="pres">
      <dgm:prSet presAssocID="{1E020BBE-9B70-423C-87BA-B6D4F111F463}" presName="linear" presStyleCnt="0">
        <dgm:presLayoutVars>
          <dgm:animLvl val="lvl"/>
          <dgm:resizeHandles val="exact"/>
        </dgm:presLayoutVars>
      </dgm:prSet>
      <dgm:spPr/>
    </dgm:pt>
    <dgm:pt modelId="{9A4DCAC5-27FD-47F7-B41D-08D63A261358}" type="pres">
      <dgm:prSet presAssocID="{D10E4C30-AFED-4B97-B292-CE486D0F38BA}" presName="parentText" presStyleLbl="node1" presStyleIdx="0" presStyleCnt="5">
        <dgm:presLayoutVars>
          <dgm:chMax val="0"/>
          <dgm:bulletEnabled val="1"/>
        </dgm:presLayoutVars>
      </dgm:prSet>
      <dgm:spPr/>
    </dgm:pt>
    <dgm:pt modelId="{AA724A02-1F61-4338-AE02-83BD3903863E}" type="pres">
      <dgm:prSet presAssocID="{281DD694-5237-436F-B09B-A6FA4D5980B0}" presName="spacer" presStyleCnt="0"/>
      <dgm:spPr/>
    </dgm:pt>
    <dgm:pt modelId="{9CF71A53-D994-462B-9745-744D3F99E818}" type="pres">
      <dgm:prSet presAssocID="{A591FC2F-75F7-45BE-BD60-44D7F04A41ED}" presName="parentText" presStyleLbl="node1" presStyleIdx="1" presStyleCnt="5">
        <dgm:presLayoutVars>
          <dgm:chMax val="0"/>
          <dgm:bulletEnabled val="1"/>
        </dgm:presLayoutVars>
      </dgm:prSet>
      <dgm:spPr/>
    </dgm:pt>
    <dgm:pt modelId="{4CE322B0-EA36-41F0-80E0-7641D6439001}" type="pres">
      <dgm:prSet presAssocID="{A591FC2F-75F7-45BE-BD60-44D7F04A41ED}" presName="childText" presStyleLbl="revTx" presStyleIdx="0" presStyleCnt="1">
        <dgm:presLayoutVars>
          <dgm:bulletEnabled val="1"/>
        </dgm:presLayoutVars>
      </dgm:prSet>
      <dgm:spPr/>
    </dgm:pt>
    <dgm:pt modelId="{F67508E3-FF69-4993-AC68-2D5A96935495}" type="pres">
      <dgm:prSet presAssocID="{579BFE03-C83B-4E63-8D0C-36ADB2F58B2A}" presName="parentText" presStyleLbl="node1" presStyleIdx="2" presStyleCnt="5">
        <dgm:presLayoutVars>
          <dgm:chMax val="0"/>
          <dgm:bulletEnabled val="1"/>
        </dgm:presLayoutVars>
      </dgm:prSet>
      <dgm:spPr/>
    </dgm:pt>
    <dgm:pt modelId="{3476F4E8-A0F2-4AEC-B122-5A90807ED561}" type="pres">
      <dgm:prSet presAssocID="{77024590-A662-4541-BB9C-DC3E918E9B51}" presName="spacer" presStyleCnt="0"/>
      <dgm:spPr/>
    </dgm:pt>
    <dgm:pt modelId="{A7CD5C3C-271C-4D0C-A9B3-6EB9F496FB96}" type="pres">
      <dgm:prSet presAssocID="{1603C35A-B7F5-45CE-9C7C-A4E0B3E22281}" presName="parentText" presStyleLbl="node1" presStyleIdx="3" presStyleCnt="5">
        <dgm:presLayoutVars>
          <dgm:chMax val="0"/>
          <dgm:bulletEnabled val="1"/>
        </dgm:presLayoutVars>
      </dgm:prSet>
      <dgm:spPr/>
    </dgm:pt>
    <dgm:pt modelId="{E1873960-9D40-4829-B6A0-DCA49F55627D}" type="pres">
      <dgm:prSet presAssocID="{FE675F10-AAFF-4501-882F-883D32630133}" presName="spacer" presStyleCnt="0"/>
      <dgm:spPr/>
    </dgm:pt>
    <dgm:pt modelId="{2D57E432-84ED-446D-B042-4A19AEA1312C}" type="pres">
      <dgm:prSet presAssocID="{379B8997-612C-4876-864B-BAC86293EE7D}" presName="parentText" presStyleLbl="node1" presStyleIdx="4" presStyleCnt="5">
        <dgm:presLayoutVars>
          <dgm:chMax val="0"/>
          <dgm:bulletEnabled val="1"/>
        </dgm:presLayoutVars>
      </dgm:prSet>
      <dgm:spPr/>
    </dgm:pt>
  </dgm:ptLst>
  <dgm:cxnLst>
    <dgm:cxn modelId="{296B8802-7A3A-484E-AFE8-0B6947A8F40C}" srcId="{A591FC2F-75F7-45BE-BD60-44D7F04A41ED}" destId="{8E23A693-91E5-4AE7-B524-0B4DC12EA732}" srcOrd="2" destOrd="0" parTransId="{F9F4886C-0AF4-4F58-820D-FF1E99E16E79}" sibTransId="{D11812A4-BCEA-4C59-8B7C-C3C5FC3C64AC}"/>
    <dgm:cxn modelId="{DE4FD407-81E2-4D1A-85EE-8EDB63B8732A}" srcId="{A591FC2F-75F7-45BE-BD60-44D7F04A41ED}" destId="{501EFDB1-0ADD-4D7B-B710-CB795AD2EE9E}" srcOrd="1" destOrd="0" parTransId="{1FFE16EF-2484-48A5-B52B-7BD71AFF0D19}" sibTransId="{2E030A37-4A3E-40AD-95C3-5A2E080B42AF}"/>
    <dgm:cxn modelId="{41DFCF11-6FF0-4D82-A8C1-F9C7CB6AB4D9}" type="presOf" srcId="{1603C35A-B7F5-45CE-9C7C-A4E0B3E22281}" destId="{A7CD5C3C-271C-4D0C-A9B3-6EB9F496FB96}" srcOrd="0" destOrd="0" presId="urn:microsoft.com/office/officeart/2005/8/layout/vList2"/>
    <dgm:cxn modelId="{801D2C1B-37E8-49A1-8EAD-3E734309E06A}" type="presOf" srcId="{8E23A693-91E5-4AE7-B524-0B4DC12EA732}" destId="{4CE322B0-EA36-41F0-80E0-7641D6439001}" srcOrd="0" destOrd="2" presId="urn:microsoft.com/office/officeart/2005/8/layout/vList2"/>
    <dgm:cxn modelId="{0C0F8D1D-4480-4795-BFEF-FE5A04EB4326}" type="presOf" srcId="{1E020BBE-9B70-423C-87BA-B6D4F111F463}" destId="{9387A52A-CF74-4E78-9B7F-8C49EE20CE4E}" srcOrd="0" destOrd="0" presId="urn:microsoft.com/office/officeart/2005/8/layout/vList2"/>
    <dgm:cxn modelId="{FE9D8233-31CE-4D82-9085-95488855CB98}" type="presOf" srcId="{579BFE03-C83B-4E63-8D0C-36ADB2F58B2A}" destId="{F67508E3-FF69-4993-AC68-2D5A96935495}" srcOrd="0" destOrd="0" presId="urn:microsoft.com/office/officeart/2005/8/layout/vList2"/>
    <dgm:cxn modelId="{1A67B03E-48C4-44EE-B72B-635D1326EEDF}" srcId="{A591FC2F-75F7-45BE-BD60-44D7F04A41ED}" destId="{2C667522-7A65-40B3-BFC9-B7329194A9DC}" srcOrd="0" destOrd="0" parTransId="{79016EB4-0D0F-4BC7-A1D8-0D3F910765EF}" sibTransId="{40E652BF-B5B8-4E69-ACB6-742057DE15AD}"/>
    <dgm:cxn modelId="{14D08B41-1555-4001-8E19-6ECE0A47A509}" srcId="{1E020BBE-9B70-423C-87BA-B6D4F111F463}" destId="{1603C35A-B7F5-45CE-9C7C-A4E0B3E22281}" srcOrd="3" destOrd="0" parTransId="{A584B59B-B301-4059-B8F1-F4A808ED7098}" sibTransId="{FE675F10-AAFF-4501-882F-883D32630133}"/>
    <dgm:cxn modelId="{6F82646B-D3E6-4196-82C8-E3288BF2D02D}" type="presOf" srcId="{501EFDB1-0ADD-4D7B-B710-CB795AD2EE9E}" destId="{4CE322B0-EA36-41F0-80E0-7641D6439001}" srcOrd="0" destOrd="1" presId="urn:microsoft.com/office/officeart/2005/8/layout/vList2"/>
    <dgm:cxn modelId="{AE828C6C-26D5-4469-BD9A-AE06ECECCA6E}" type="presOf" srcId="{379B8997-612C-4876-864B-BAC86293EE7D}" destId="{2D57E432-84ED-446D-B042-4A19AEA1312C}" srcOrd="0" destOrd="0" presId="urn:microsoft.com/office/officeart/2005/8/layout/vList2"/>
    <dgm:cxn modelId="{EDAF126F-6CD0-4A15-BF27-83767DC8FB9E}" type="presOf" srcId="{A591FC2F-75F7-45BE-BD60-44D7F04A41ED}" destId="{9CF71A53-D994-462B-9745-744D3F99E818}" srcOrd="0" destOrd="0" presId="urn:microsoft.com/office/officeart/2005/8/layout/vList2"/>
    <dgm:cxn modelId="{5609DC76-7E15-4544-BD71-9336B6FB0F38}" srcId="{1E020BBE-9B70-423C-87BA-B6D4F111F463}" destId="{579BFE03-C83B-4E63-8D0C-36ADB2F58B2A}" srcOrd="2" destOrd="0" parTransId="{CA998C8A-B7DF-48A7-8D2F-03E7B332D1EA}" sibTransId="{77024590-A662-4541-BB9C-DC3E918E9B51}"/>
    <dgm:cxn modelId="{9EF38488-B0E3-4715-9116-DB55097CCF16}" srcId="{1E020BBE-9B70-423C-87BA-B6D4F111F463}" destId="{379B8997-612C-4876-864B-BAC86293EE7D}" srcOrd="4" destOrd="0" parTransId="{5BB36872-4EF3-4DAB-9F06-174541DFB4F0}" sibTransId="{0F947698-B014-4403-A16B-5EC0FC1B5023}"/>
    <dgm:cxn modelId="{C264AC8C-1E18-4914-86CA-9CC511D0300F}" srcId="{1E020BBE-9B70-423C-87BA-B6D4F111F463}" destId="{D10E4C30-AFED-4B97-B292-CE486D0F38BA}" srcOrd="0" destOrd="0" parTransId="{C21BD41E-15F8-4804-B5D3-04D66D8ACFA3}" sibTransId="{281DD694-5237-436F-B09B-A6FA4D5980B0}"/>
    <dgm:cxn modelId="{4DFBC08F-9E03-40C2-815B-7C6B27BD826E}" type="presOf" srcId="{2C667522-7A65-40B3-BFC9-B7329194A9DC}" destId="{4CE322B0-EA36-41F0-80E0-7641D6439001}" srcOrd="0" destOrd="0" presId="urn:microsoft.com/office/officeart/2005/8/layout/vList2"/>
    <dgm:cxn modelId="{F22E42AD-F595-43EB-887F-6DD11A122B5A}" type="presOf" srcId="{D10E4C30-AFED-4B97-B292-CE486D0F38BA}" destId="{9A4DCAC5-27FD-47F7-B41D-08D63A261358}" srcOrd="0" destOrd="0" presId="urn:microsoft.com/office/officeart/2005/8/layout/vList2"/>
    <dgm:cxn modelId="{7ABC32E2-3D38-4581-AE63-AE19298D714D}" srcId="{1E020BBE-9B70-423C-87BA-B6D4F111F463}" destId="{A591FC2F-75F7-45BE-BD60-44D7F04A41ED}" srcOrd="1" destOrd="0" parTransId="{C918C6D3-96AC-45BD-A1B4-1FA223CA53FC}" sibTransId="{135C4D7E-4748-4D90-B912-4AAADB65F0A7}"/>
    <dgm:cxn modelId="{D1E713B2-66A5-41AB-BA6B-6D32A4C37DF9}" type="presParOf" srcId="{9387A52A-CF74-4E78-9B7F-8C49EE20CE4E}" destId="{9A4DCAC5-27FD-47F7-B41D-08D63A261358}" srcOrd="0" destOrd="0" presId="urn:microsoft.com/office/officeart/2005/8/layout/vList2"/>
    <dgm:cxn modelId="{6F3B1CA0-F60D-4197-BF3A-CD5C57416FBF}" type="presParOf" srcId="{9387A52A-CF74-4E78-9B7F-8C49EE20CE4E}" destId="{AA724A02-1F61-4338-AE02-83BD3903863E}" srcOrd="1" destOrd="0" presId="urn:microsoft.com/office/officeart/2005/8/layout/vList2"/>
    <dgm:cxn modelId="{86DAEE66-2C84-4958-AAE4-E6318B71034A}" type="presParOf" srcId="{9387A52A-CF74-4E78-9B7F-8C49EE20CE4E}" destId="{9CF71A53-D994-462B-9745-744D3F99E818}" srcOrd="2" destOrd="0" presId="urn:microsoft.com/office/officeart/2005/8/layout/vList2"/>
    <dgm:cxn modelId="{524FF12C-F799-4F41-B516-1076FD5673F2}" type="presParOf" srcId="{9387A52A-CF74-4E78-9B7F-8C49EE20CE4E}" destId="{4CE322B0-EA36-41F0-80E0-7641D6439001}" srcOrd="3" destOrd="0" presId="urn:microsoft.com/office/officeart/2005/8/layout/vList2"/>
    <dgm:cxn modelId="{1325640A-6377-47DD-9C1C-0DDD92C2D25C}" type="presParOf" srcId="{9387A52A-CF74-4E78-9B7F-8C49EE20CE4E}" destId="{F67508E3-FF69-4993-AC68-2D5A96935495}" srcOrd="4" destOrd="0" presId="urn:microsoft.com/office/officeart/2005/8/layout/vList2"/>
    <dgm:cxn modelId="{73EBFA78-EB71-4823-8025-B5E2857CB6F8}" type="presParOf" srcId="{9387A52A-CF74-4E78-9B7F-8C49EE20CE4E}" destId="{3476F4E8-A0F2-4AEC-B122-5A90807ED561}" srcOrd="5" destOrd="0" presId="urn:microsoft.com/office/officeart/2005/8/layout/vList2"/>
    <dgm:cxn modelId="{FD533041-441A-4C2A-A674-66E66683C603}" type="presParOf" srcId="{9387A52A-CF74-4E78-9B7F-8C49EE20CE4E}" destId="{A7CD5C3C-271C-4D0C-A9B3-6EB9F496FB96}" srcOrd="6" destOrd="0" presId="urn:microsoft.com/office/officeart/2005/8/layout/vList2"/>
    <dgm:cxn modelId="{B9BFB8D7-98FF-4848-95AB-DBDED6EBC22D}" type="presParOf" srcId="{9387A52A-CF74-4E78-9B7F-8C49EE20CE4E}" destId="{E1873960-9D40-4829-B6A0-DCA49F55627D}" srcOrd="7" destOrd="0" presId="urn:microsoft.com/office/officeart/2005/8/layout/vList2"/>
    <dgm:cxn modelId="{E718389A-F1BF-4375-A7DE-CBAB36526CF0}" type="presParOf" srcId="{9387A52A-CF74-4E78-9B7F-8C49EE20CE4E}" destId="{2D57E432-84ED-446D-B042-4A19AEA1312C}"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A5C3C93-7B5D-471D-B90F-AFF102625EB0}"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28A4A51E-CADD-414E-B225-5A2836B0E363}">
      <dgm:prSet/>
      <dgm:spPr/>
      <dgm:t>
        <a:bodyPr/>
        <a:lstStyle/>
        <a:p>
          <a:r>
            <a:rPr lang="en-US"/>
            <a:t>Major Problem Identified: PHCs covering 100,000 population were ineffective</a:t>
          </a:r>
        </a:p>
      </dgm:t>
    </dgm:pt>
    <dgm:pt modelId="{A742893B-53AA-4637-AB0A-A75339CB7952}" type="parTrans" cxnId="{B0B58531-DBB9-4DC9-87B6-97ED43BC5C36}">
      <dgm:prSet/>
      <dgm:spPr/>
      <dgm:t>
        <a:bodyPr/>
        <a:lstStyle/>
        <a:p>
          <a:endParaRPr lang="en-US"/>
        </a:p>
      </dgm:t>
    </dgm:pt>
    <dgm:pt modelId="{2D389B14-202F-4A91-9C10-CFA28EDB71C7}" type="sibTrans" cxnId="{B0B58531-DBB9-4DC9-87B6-97ED43BC5C36}">
      <dgm:prSet/>
      <dgm:spPr/>
      <dgm:t>
        <a:bodyPr/>
        <a:lstStyle/>
        <a:p>
          <a:endParaRPr lang="en-US"/>
        </a:p>
      </dgm:t>
    </dgm:pt>
    <dgm:pt modelId="{77D8073A-7391-4A06-92C6-0170CDE6D2AB}">
      <dgm:prSet/>
      <dgm:spPr/>
      <dgm:t>
        <a:bodyPr/>
        <a:lstStyle/>
        <a:p>
          <a:r>
            <a:rPr lang="en-US"/>
            <a:t>Key Recommendations:</a:t>
          </a:r>
        </a:p>
      </dgm:t>
    </dgm:pt>
    <dgm:pt modelId="{7DA786E3-23EF-4F70-9FFF-74D351A0B7C0}" type="parTrans" cxnId="{8E32603A-FE7D-4E5D-B035-6487A6FE4017}">
      <dgm:prSet/>
      <dgm:spPr/>
      <dgm:t>
        <a:bodyPr/>
        <a:lstStyle/>
        <a:p>
          <a:endParaRPr lang="en-US"/>
        </a:p>
      </dgm:t>
    </dgm:pt>
    <dgm:pt modelId="{C13C2834-85FE-48F3-B30C-0C5EA9966A28}" type="sibTrans" cxnId="{8E32603A-FE7D-4E5D-B035-6487A6FE4017}">
      <dgm:prSet/>
      <dgm:spPr/>
      <dgm:t>
        <a:bodyPr/>
        <a:lstStyle/>
        <a:p>
          <a:endParaRPr lang="en-US"/>
        </a:p>
      </dgm:t>
    </dgm:pt>
    <dgm:pt modelId="{06AED2E6-8B04-44BA-ADF6-C8B401EAD878}">
      <dgm:prSet/>
      <dgm:spPr/>
      <dgm:t>
        <a:bodyPr/>
        <a:lstStyle/>
        <a:p>
          <a:r>
            <a:rPr lang="en-US"/>
            <a:t>- Reduce PHC population coverage to 40,000</a:t>
          </a:r>
        </a:p>
      </dgm:t>
    </dgm:pt>
    <dgm:pt modelId="{A9A34386-0C0F-4AB3-85A6-F0422481C95C}" type="parTrans" cxnId="{AE4F39D4-8CB4-40C8-8F24-9E674EE4DD8C}">
      <dgm:prSet/>
      <dgm:spPr/>
      <dgm:t>
        <a:bodyPr/>
        <a:lstStyle/>
        <a:p>
          <a:endParaRPr lang="en-US"/>
        </a:p>
      </dgm:t>
    </dgm:pt>
    <dgm:pt modelId="{746C64CC-C74D-4672-936B-AB45F3FD3D39}" type="sibTrans" cxnId="{AE4F39D4-8CB4-40C8-8F24-9E674EE4DD8C}">
      <dgm:prSet/>
      <dgm:spPr/>
      <dgm:t>
        <a:bodyPr/>
        <a:lstStyle/>
        <a:p>
          <a:endParaRPr lang="en-US"/>
        </a:p>
      </dgm:t>
    </dgm:pt>
    <dgm:pt modelId="{931CD039-D5CE-4CF1-B387-40CEE84E6F6D}">
      <dgm:prSet/>
      <dgm:spPr/>
      <dgm:t>
        <a:bodyPr/>
        <a:lstStyle/>
        <a:p>
          <a:r>
            <a:rPr lang="en-US"/>
            <a:t>- Strengthen existing PHCs with better staffing</a:t>
          </a:r>
        </a:p>
      </dgm:t>
    </dgm:pt>
    <dgm:pt modelId="{03BDB520-DD5A-455E-9130-CDAA70476A0B}" type="parTrans" cxnId="{6914CC2D-B744-4808-B865-0A6F6F6C8160}">
      <dgm:prSet/>
      <dgm:spPr/>
      <dgm:t>
        <a:bodyPr/>
        <a:lstStyle/>
        <a:p>
          <a:endParaRPr lang="en-US"/>
        </a:p>
      </dgm:t>
    </dgm:pt>
    <dgm:pt modelId="{BBD29FB8-E1C0-4D89-8957-73D05AD096A2}" type="sibTrans" cxnId="{6914CC2D-B744-4808-B865-0A6F6F6C8160}">
      <dgm:prSet/>
      <dgm:spPr/>
      <dgm:t>
        <a:bodyPr/>
        <a:lstStyle/>
        <a:p>
          <a:endParaRPr lang="en-US"/>
        </a:p>
      </dgm:t>
    </dgm:pt>
    <dgm:pt modelId="{DE789B09-528C-48E0-A0A2-AE70808A7DDE}">
      <dgm:prSet/>
      <dgm:spPr/>
      <dgm:t>
        <a:bodyPr/>
        <a:lstStyle/>
        <a:p>
          <a:r>
            <a:rPr lang="en-US"/>
            <a:t>- Improve equipment and infrastructure</a:t>
          </a:r>
        </a:p>
      </dgm:t>
    </dgm:pt>
    <dgm:pt modelId="{4FDCB16F-173F-4515-BB64-4CC6628F6FE8}" type="parTrans" cxnId="{D03EC348-5CB1-4B86-9085-88DF10642BD4}">
      <dgm:prSet/>
      <dgm:spPr/>
      <dgm:t>
        <a:bodyPr/>
        <a:lstStyle/>
        <a:p>
          <a:endParaRPr lang="en-US"/>
        </a:p>
      </dgm:t>
    </dgm:pt>
    <dgm:pt modelId="{A11F750C-832C-458B-BC31-4EF6451C64D8}" type="sibTrans" cxnId="{D03EC348-5CB1-4B86-9085-88DF10642BD4}">
      <dgm:prSet/>
      <dgm:spPr/>
      <dgm:t>
        <a:bodyPr/>
        <a:lstStyle/>
        <a:p>
          <a:endParaRPr lang="en-US"/>
        </a:p>
      </dgm:t>
    </dgm:pt>
    <dgm:pt modelId="{F7EA3B54-30B3-42CA-986D-DF110C9B3297}">
      <dgm:prSet/>
      <dgm:spPr/>
      <dgm:t>
        <a:bodyPr/>
        <a:lstStyle/>
        <a:p>
          <a:r>
            <a:rPr lang="en-US"/>
            <a:t>- Create All India Health Service</a:t>
          </a:r>
        </a:p>
      </dgm:t>
    </dgm:pt>
    <dgm:pt modelId="{309D2800-F020-4988-B846-18E16AADEFF6}" type="parTrans" cxnId="{9648DE7B-7EB4-4E15-BFD3-1D2780C6A654}">
      <dgm:prSet/>
      <dgm:spPr/>
      <dgm:t>
        <a:bodyPr/>
        <a:lstStyle/>
        <a:p>
          <a:endParaRPr lang="en-US"/>
        </a:p>
      </dgm:t>
    </dgm:pt>
    <dgm:pt modelId="{F559C280-B9BE-425C-AB85-D0CC3AE431EF}" type="sibTrans" cxnId="{9648DE7B-7EB4-4E15-BFD3-1D2780C6A654}">
      <dgm:prSet/>
      <dgm:spPr/>
      <dgm:t>
        <a:bodyPr/>
        <a:lstStyle/>
        <a:p>
          <a:endParaRPr lang="en-US"/>
        </a:p>
      </dgm:t>
    </dgm:pt>
    <dgm:pt modelId="{654F8762-B00D-4EC1-856A-97328631FBEA}">
      <dgm:prSet/>
      <dgm:spPr/>
      <dgm:t>
        <a:bodyPr/>
        <a:lstStyle/>
        <a:p>
          <a:r>
            <a:rPr lang="en-US"/>
            <a:t>Results: Led to improved PHC performance and coverage</a:t>
          </a:r>
        </a:p>
      </dgm:t>
    </dgm:pt>
    <dgm:pt modelId="{2DF6DDF3-C546-4E8C-B6FE-B037AEB9577C}" type="parTrans" cxnId="{D8E47468-136B-4FF6-AD8C-F5AA2BFC1A28}">
      <dgm:prSet/>
      <dgm:spPr/>
      <dgm:t>
        <a:bodyPr/>
        <a:lstStyle/>
        <a:p>
          <a:endParaRPr lang="en-US"/>
        </a:p>
      </dgm:t>
    </dgm:pt>
    <dgm:pt modelId="{D3364983-3C12-4B3C-A56E-92CF2BCC2301}" type="sibTrans" cxnId="{D8E47468-136B-4FF6-AD8C-F5AA2BFC1A28}">
      <dgm:prSet/>
      <dgm:spPr/>
      <dgm:t>
        <a:bodyPr/>
        <a:lstStyle/>
        <a:p>
          <a:endParaRPr lang="en-US"/>
        </a:p>
      </dgm:t>
    </dgm:pt>
    <dgm:pt modelId="{A4E35061-CF49-4F92-87F3-11B9EF6B5EBB}">
      <dgm:prSet/>
      <dgm:spPr/>
      <dgm:t>
        <a:bodyPr/>
        <a:lstStyle/>
        <a:p>
          <a:r>
            <a:rPr lang="en-US"/>
            <a:t>Modern Relevance: Current IPHS standards (20,000-30,000 population) follow this principle</a:t>
          </a:r>
        </a:p>
      </dgm:t>
    </dgm:pt>
    <dgm:pt modelId="{DC9EA124-B6D4-46F1-8A1F-A341E0486EE2}" type="parTrans" cxnId="{C7F2D8E4-5301-4BB0-A2C5-DE5E83243270}">
      <dgm:prSet/>
      <dgm:spPr/>
      <dgm:t>
        <a:bodyPr/>
        <a:lstStyle/>
        <a:p>
          <a:endParaRPr lang="en-US"/>
        </a:p>
      </dgm:t>
    </dgm:pt>
    <dgm:pt modelId="{0FC4629E-F25C-4966-BF9A-B445D8102FDC}" type="sibTrans" cxnId="{C7F2D8E4-5301-4BB0-A2C5-DE5E83243270}">
      <dgm:prSet/>
      <dgm:spPr/>
      <dgm:t>
        <a:bodyPr/>
        <a:lstStyle/>
        <a:p>
          <a:endParaRPr lang="en-US"/>
        </a:p>
      </dgm:t>
    </dgm:pt>
    <dgm:pt modelId="{CDEEB0C7-CDE7-4BC0-9755-916DBB8FF59D}" type="pres">
      <dgm:prSet presAssocID="{7A5C3C93-7B5D-471D-B90F-AFF102625EB0}" presName="linear" presStyleCnt="0">
        <dgm:presLayoutVars>
          <dgm:animLvl val="lvl"/>
          <dgm:resizeHandles val="exact"/>
        </dgm:presLayoutVars>
      </dgm:prSet>
      <dgm:spPr/>
    </dgm:pt>
    <dgm:pt modelId="{8D15D63C-8657-44D1-9B01-29C1382BCF51}" type="pres">
      <dgm:prSet presAssocID="{28A4A51E-CADD-414E-B225-5A2836B0E363}" presName="parentText" presStyleLbl="node1" presStyleIdx="0" presStyleCnt="4">
        <dgm:presLayoutVars>
          <dgm:chMax val="0"/>
          <dgm:bulletEnabled val="1"/>
        </dgm:presLayoutVars>
      </dgm:prSet>
      <dgm:spPr/>
    </dgm:pt>
    <dgm:pt modelId="{C233652D-4088-4772-8AC1-BFABB1C91D87}" type="pres">
      <dgm:prSet presAssocID="{2D389B14-202F-4A91-9C10-CFA28EDB71C7}" presName="spacer" presStyleCnt="0"/>
      <dgm:spPr/>
    </dgm:pt>
    <dgm:pt modelId="{0D874F93-CDA3-4577-AA25-D5F2793E10AB}" type="pres">
      <dgm:prSet presAssocID="{77D8073A-7391-4A06-92C6-0170CDE6D2AB}" presName="parentText" presStyleLbl="node1" presStyleIdx="1" presStyleCnt="4">
        <dgm:presLayoutVars>
          <dgm:chMax val="0"/>
          <dgm:bulletEnabled val="1"/>
        </dgm:presLayoutVars>
      </dgm:prSet>
      <dgm:spPr/>
    </dgm:pt>
    <dgm:pt modelId="{0029130A-F974-4D7E-A47B-6FEEE332B55E}" type="pres">
      <dgm:prSet presAssocID="{77D8073A-7391-4A06-92C6-0170CDE6D2AB}" presName="childText" presStyleLbl="revTx" presStyleIdx="0" presStyleCnt="1">
        <dgm:presLayoutVars>
          <dgm:bulletEnabled val="1"/>
        </dgm:presLayoutVars>
      </dgm:prSet>
      <dgm:spPr/>
    </dgm:pt>
    <dgm:pt modelId="{4995B286-7B08-4C21-986C-863D2F6D84F3}" type="pres">
      <dgm:prSet presAssocID="{654F8762-B00D-4EC1-856A-97328631FBEA}" presName="parentText" presStyleLbl="node1" presStyleIdx="2" presStyleCnt="4">
        <dgm:presLayoutVars>
          <dgm:chMax val="0"/>
          <dgm:bulletEnabled val="1"/>
        </dgm:presLayoutVars>
      </dgm:prSet>
      <dgm:spPr/>
    </dgm:pt>
    <dgm:pt modelId="{49F8294B-5F15-4E22-B677-1A5E04690FE4}" type="pres">
      <dgm:prSet presAssocID="{D3364983-3C12-4B3C-A56E-92CF2BCC2301}" presName="spacer" presStyleCnt="0"/>
      <dgm:spPr/>
    </dgm:pt>
    <dgm:pt modelId="{FF58CE1C-7447-4DB6-B1D1-C0489CF6DAE5}" type="pres">
      <dgm:prSet presAssocID="{A4E35061-CF49-4F92-87F3-11B9EF6B5EBB}" presName="parentText" presStyleLbl="node1" presStyleIdx="3" presStyleCnt="4">
        <dgm:presLayoutVars>
          <dgm:chMax val="0"/>
          <dgm:bulletEnabled val="1"/>
        </dgm:presLayoutVars>
      </dgm:prSet>
      <dgm:spPr/>
    </dgm:pt>
  </dgm:ptLst>
  <dgm:cxnLst>
    <dgm:cxn modelId="{3863E328-9D26-4754-9CB0-BED9CD05EA37}" type="presOf" srcId="{28A4A51E-CADD-414E-B225-5A2836B0E363}" destId="{8D15D63C-8657-44D1-9B01-29C1382BCF51}" srcOrd="0" destOrd="0" presId="urn:microsoft.com/office/officeart/2005/8/layout/vList2"/>
    <dgm:cxn modelId="{6914CC2D-B744-4808-B865-0A6F6F6C8160}" srcId="{77D8073A-7391-4A06-92C6-0170CDE6D2AB}" destId="{931CD039-D5CE-4CF1-B387-40CEE84E6F6D}" srcOrd="1" destOrd="0" parTransId="{03BDB520-DD5A-455E-9130-CDAA70476A0B}" sibTransId="{BBD29FB8-E1C0-4D89-8957-73D05AD096A2}"/>
    <dgm:cxn modelId="{B0B58531-DBB9-4DC9-87B6-97ED43BC5C36}" srcId="{7A5C3C93-7B5D-471D-B90F-AFF102625EB0}" destId="{28A4A51E-CADD-414E-B225-5A2836B0E363}" srcOrd="0" destOrd="0" parTransId="{A742893B-53AA-4637-AB0A-A75339CB7952}" sibTransId="{2D389B14-202F-4A91-9C10-CFA28EDB71C7}"/>
    <dgm:cxn modelId="{8E32603A-FE7D-4E5D-B035-6487A6FE4017}" srcId="{7A5C3C93-7B5D-471D-B90F-AFF102625EB0}" destId="{77D8073A-7391-4A06-92C6-0170CDE6D2AB}" srcOrd="1" destOrd="0" parTransId="{7DA786E3-23EF-4F70-9FFF-74D351A0B7C0}" sibTransId="{C13C2834-85FE-48F3-B30C-0C5EA9966A28}"/>
    <dgm:cxn modelId="{D8E47468-136B-4FF6-AD8C-F5AA2BFC1A28}" srcId="{7A5C3C93-7B5D-471D-B90F-AFF102625EB0}" destId="{654F8762-B00D-4EC1-856A-97328631FBEA}" srcOrd="2" destOrd="0" parTransId="{2DF6DDF3-C546-4E8C-B6FE-B037AEB9577C}" sibTransId="{D3364983-3C12-4B3C-A56E-92CF2BCC2301}"/>
    <dgm:cxn modelId="{D03EC348-5CB1-4B86-9085-88DF10642BD4}" srcId="{77D8073A-7391-4A06-92C6-0170CDE6D2AB}" destId="{DE789B09-528C-48E0-A0A2-AE70808A7DDE}" srcOrd="2" destOrd="0" parTransId="{4FDCB16F-173F-4515-BB64-4CC6628F6FE8}" sibTransId="{A11F750C-832C-458B-BC31-4EF6451C64D8}"/>
    <dgm:cxn modelId="{C050C773-F8BE-4AC2-868D-2E49E47995B4}" type="presOf" srcId="{06AED2E6-8B04-44BA-ADF6-C8B401EAD878}" destId="{0029130A-F974-4D7E-A47B-6FEEE332B55E}" srcOrd="0" destOrd="0" presId="urn:microsoft.com/office/officeart/2005/8/layout/vList2"/>
    <dgm:cxn modelId="{2D86E87A-0E67-4E27-96D2-5713667E43E4}" type="presOf" srcId="{931CD039-D5CE-4CF1-B387-40CEE84E6F6D}" destId="{0029130A-F974-4D7E-A47B-6FEEE332B55E}" srcOrd="0" destOrd="1" presId="urn:microsoft.com/office/officeart/2005/8/layout/vList2"/>
    <dgm:cxn modelId="{9648DE7B-7EB4-4E15-BFD3-1D2780C6A654}" srcId="{77D8073A-7391-4A06-92C6-0170CDE6D2AB}" destId="{F7EA3B54-30B3-42CA-986D-DF110C9B3297}" srcOrd="3" destOrd="0" parTransId="{309D2800-F020-4988-B846-18E16AADEFF6}" sibTransId="{F559C280-B9BE-425C-AB85-D0CC3AE431EF}"/>
    <dgm:cxn modelId="{F8CCE393-7A51-4202-B8C1-CF7D147C6EA4}" type="presOf" srcId="{654F8762-B00D-4EC1-856A-97328631FBEA}" destId="{4995B286-7B08-4C21-986C-863D2F6D84F3}" srcOrd="0" destOrd="0" presId="urn:microsoft.com/office/officeart/2005/8/layout/vList2"/>
    <dgm:cxn modelId="{A9D6C8AD-0E34-49AF-8E92-802865E8232E}" type="presOf" srcId="{A4E35061-CF49-4F92-87F3-11B9EF6B5EBB}" destId="{FF58CE1C-7447-4DB6-B1D1-C0489CF6DAE5}" srcOrd="0" destOrd="0" presId="urn:microsoft.com/office/officeart/2005/8/layout/vList2"/>
    <dgm:cxn modelId="{C92BBCBF-3392-44C4-876D-AD66FC6F0FEA}" type="presOf" srcId="{DE789B09-528C-48E0-A0A2-AE70808A7DDE}" destId="{0029130A-F974-4D7E-A47B-6FEEE332B55E}" srcOrd="0" destOrd="2" presId="urn:microsoft.com/office/officeart/2005/8/layout/vList2"/>
    <dgm:cxn modelId="{04FB04CE-D532-42CF-916A-CA30FA21A5C6}" type="presOf" srcId="{F7EA3B54-30B3-42CA-986D-DF110C9B3297}" destId="{0029130A-F974-4D7E-A47B-6FEEE332B55E}" srcOrd="0" destOrd="3" presId="urn:microsoft.com/office/officeart/2005/8/layout/vList2"/>
    <dgm:cxn modelId="{AE4F39D4-8CB4-40C8-8F24-9E674EE4DD8C}" srcId="{77D8073A-7391-4A06-92C6-0170CDE6D2AB}" destId="{06AED2E6-8B04-44BA-ADF6-C8B401EAD878}" srcOrd="0" destOrd="0" parTransId="{A9A34386-0C0F-4AB3-85A6-F0422481C95C}" sibTransId="{746C64CC-C74D-4672-936B-AB45F3FD3D39}"/>
    <dgm:cxn modelId="{C7F2D8E4-5301-4BB0-A2C5-DE5E83243270}" srcId="{7A5C3C93-7B5D-471D-B90F-AFF102625EB0}" destId="{A4E35061-CF49-4F92-87F3-11B9EF6B5EBB}" srcOrd="3" destOrd="0" parTransId="{DC9EA124-B6D4-46F1-8A1F-A341E0486EE2}" sibTransId="{0FC4629E-F25C-4966-BF9A-B445D8102FDC}"/>
    <dgm:cxn modelId="{FC23EAF8-3DE0-4FB4-9588-72F1421AC2EE}" type="presOf" srcId="{7A5C3C93-7B5D-471D-B90F-AFF102625EB0}" destId="{CDEEB0C7-CDE7-4BC0-9755-916DBB8FF59D}" srcOrd="0" destOrd="0" presId="urn:microsoft.com/office/officeart/2005/8/layout/vList2"/>
    <dgm:cxn modelId="{5182FBF9-8E24-430F-989C-F198C14E27F4}" type="presOf" srcId="{77D8073A-7391-4A06-92C6-0170CDE6D2AB}" destId="{0D874F93-CDA3-4577-AA25-D5F2793E10AB}" srcOrd="0" destOrd="0" presId="urn:microsoft.com/office/officeart/2005/8/layout/vList2"/>
    <dgm:cxn modelId="{2C18D0EB-462F-4DAB-9FBD-295DF1EB8C8F}" type="presParOf" srcId="{CDEEB0C7-CDE7-4BC0-9755-916DBB8FF59D}" destId="{8D15D63C-8657-44D1-9B01-29C1382BCF51}" srcOrd="0" destOrd="0" presId="urn:microsoft.com/office/officeart/2005/8/layout/vList2"/>
    <dgm:cxn modelId="{AE2CECB1-A244-4A69-9E7E-D9E5A46D0C5A}" type="presParOf" srcId="{CDEEB0C7-CDE7-4BC0-9755-916DBB8FF59D}" destId="{C233652D-4088-4772-8AC1-BFABB1C91D87}" srcOrd="1" destOrd="0" presId="urn:microsoft.com/office/officeart/2005/8/layout/vList2"/>
    <dgm:cxn modelId="{68702753-F983-4BDA-8D47-7FDB9E45A792}" type="presParOf" srcId="{CDEEB0C7-CDE7-4BC0-9755-916DBB8FF59D}" destId="{0D874F93-CDA3-4577-AA25-D5F2793E10AB}" srcOrd="2" destOrd="0" presId="urn:microsoft.com/office/officeart/2005/8/layout/vList2"/>
    <dgm:cxn modelId="{D5C983DA-532D-41FF-9523-22EDAA7B86A1}" type="presParOf" srcId="{CDEEB0C7-CDE7-4BC0-9755-916DBB8FF59D}" destId="{0029130A-F974-4D7E-A47B-6FEEE332B55E}" srcOrd="3" destOrd="0" presId="urn:microsoft.com/office/officeart/2005/8/layout/vList2"/>
    <dgm:cxn modelId="{06993258-C8E0-44CB-871C-5AE736742E67}" type="presParOf" srcId="{CDEEB0C7-CDE7-4BC0-9755-916DBB8FF59D}" destId="{4995B286-7B08-4C21-986C-863D2F6D84F3}" srcOrd="4" destOrd="0" presId="urn:microsoft.com/office/officeart/2005/8/layout/vList2"/>
    <dgm:cxn modelId="{DC0DBDB0-55AF-43E2-82EB-3EE86F9F7452}" type="presParOf" srcId="{CDEEB0C7-CDE7-4BC0-9755-916DBB8FF59D}" destId="{49F8294B-5F15-4E22-B677-1A5E04690FE4}" srcOrd="5" destOrd="0" presId="urn:microsoft.com/office/officeart/2005/8/layout/vList2"/>
    <dgm:cxn modelId="{AAF8E223-8D03-41C6-AEF6-C087C035DE36}" type="presParOf" srcId="{CDEEB0C7-CDE7-4BC0-9755-916DBB8FF59D}" destId="{FF58CE1C-7447-4DB6-B1D1-C0489CF6DAE5}"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323EDE4-E05D-4A57-A6BD-C23C78206C17}" type="doc">
      <dgm:prSet loTypeId="urn:microsoft.com/office/officeart/2017/3/layout/DropPinTimeline" loCatId="process" qsTypeId="urn:microsoft.com/office/officeart/2005/8/quickstyle/simple1" qsCatId="simple" csTypeId="urn:microsoft.com/office/officeart/2005/8/colors/accent1_2" csCatId="accent1" phldr="1"/>
      <dgm:spPr/>
      <dgm:t>
        <a:bodyPr/>
        <a:lstStyle/>
        <a:p>
          <a:endParaRPr lang="en-US"/>
        </a:p>
      </dgm:t>
    </dgm:pt>
    <dgm:pt modelId="{C6A69B33-A620-4409-AE80-4C069ADAFF85}">
      <dgm:prSet custT="1"/>
      <dgm:spPr/>
      <dgm:t>
        <a:bodyPr/>
        <a:lstStyle/>
        <a:p>
          <a:pPr>
            <a:defRPr b="1"/>
          </a:pPr>
          <a:r>
            <a:rPr lang="en-US" sz="2400"/>
            <a:t>1963</a:t>
          </a:r>
        </a:p>
      </dgm:t>
    </dgm:pt>
    <dgm:pt modelId="{1C2E35E9-C60E-4D2C-BB3A-178E3ABF650E}" type="parTrans" cxnId="{4C8EE4C7-6BA9-4C98-A3E9-33BB560D000F}">
      <dgm:prSet/>
      <dgm:spPr/>
      <dgm:t>
        <a:bodyPr/>
        <a:lstStyle/>
        <a:p>
          <a:endParaRPr lang="en-US" sz="2000"/>
        </a:p>
      </dgm:t>
    </dgm:pt>
    <dgm:pt modelId="{1FF7035E-9E86-4E3E-956A-842B057A39A8}" type="sibTrans" cxnId="{4C8EE4C7-6BA9-4C98-A3E9-33BB560D000F}">
      <dgm:prSet/>
      <dgm:spPr/>
      <dgm:t>
        <a:bodyPr/>
        <a:lstStyle/>
        <a:p>
          <a:endParaRPr lang="en-US" sz="2000"/>
        </a:p>
      </dgm:t>
    </dgm:pt>
    <dgm:pt modelId="{EE07671B-D166-4475-AAEB-F1FFFBFBBB62}">
      <dgm:prSet custT="1"/>
      <dgm:spPr/>
      <dgm:t>
        <a:bodyPr/>
        <a:lstStyle/>
        <a:p>
          <a:r>
            <a:rPr lang="en-US" sz="1600" dirty="0"/>
            <a:t>Chadha Committee</a:t>
          </a:r>
        </a:p>
      </dgm:t>
    </dgm:pt>
    <dgm:pt modelId="{5EC8B6DA-EDDF-40D9-AB09-F95A628171C1}" type="parTrans" cxnId="{FF50D154-8E62-4834-A516-5220CAD082F6}">
      <dgm:prSet/>
      <dgm:spPr/>
      <dgm:t>
        <a:bodyPr/>
        <a:lstStyle/>
        <a:p>
          <a:endParaRPr lang="en-US" sz="2000"/>
        </a:p>
      </dgm:t>
    </dgm:pt>
    <dgm:pt modelId="{937DF13F-05F1-42F2-B638-24B5E2C5F657}" type="sibTrans" cxnId="{FF50D154-8E62-4834-A516-5220CAD082F6}">
      <dgm:prSet/>
      <dgm:spPr/>
      <dgm:t>
        <a:bodyPr/>
        <a:lstStyle/>
        <a:p>
          <a:endParaRPr lang="en-US" sz="2000"/>
        </a:p>
      </dgm:t>
    </dgm:pt>
    <dgm:pt modelId="{4FD6E9B8-63DC-47C8-9CB0-C54434F52C3A}">
      <dgm:prSet custT="1"/>
      <dgm:spPr/>
      <dgm:t>
        <a:bodyPr/>
        <a:lstStyle/>
        <a:p>
          <a:r>
            <a:rPr lang="en-US" sz="1400"/>
            <a:t>- One basic health worker per 10,000 population</a:t>
          </a:r>
        </a:p>
      </dgm:t>
    </dgm:pt>
    <dgm:pt modelId="{7856C320-3367-4E97-9B52-5FCBA659C808}" type="parTrans" cxnId="{87E5CDCC-B528-4558-892E-3D884F0848CA}">
      <dgm:prSet/>
      <dgm:spPr/>
      <dgm:t>
        <a:bodyPr/>
        <a:lstStyle/>
        <a:p>
          <a:endParaRPr lang="en-US" sz="2000"/>
        </a:p>
      </dgm:t>
    </dgm:pt>
    <dgm:pt modelId="{032C489E-78B4-4689-B871-179EA1E751F0}" type="sibTrans" cxnId="{87E5CDCC-B528-4558-892E-3D884F0848CA}">
      <dgm:prSet/>
      <dgm:spPr/>
      <dgm:t>
        <a:bodyPr/>
        <a:lstStyle/>
        <a:p>
          <a:endParaRPr lang="en-US" sz="2000"/>
        </a:p>
      </dgm:t>
    </dgm:pt>
    <dgm:pt modelId="{FDFBE31D-280D-4533-BC2E-ADF36180614F}">
      <dgm:prSet custT="1"/>
      <dgm:spPr/>
      <dgm:t>
        <a:bodyPr/>
        <a:lstStyle/>
        <a:p>
          <a:r>
            <a:rPr lang="en-US" sz="1400" dirty="0"/>
            <a:t>- Multipurpose workers for malaria and family planning</a:t>
          </a:r>
        </a:p>
      </dgm:t>
    </dgm:pt>
    <dgm:pt modelId="{39F15130-BC37-4CE8-9FCA-0F3B31E8D86A}" type="parTrans" cxnId="{B15C320C-5D9F-4F43-A5C6-FA6F91637370}">
      <dgm:prSet/>
      <dgm:spPr/>
      <dgm:t>
        <a:bodyPr/>
        <a:lstStyle/>
        <a:p>
          <a:endParaRPr lang="en-US" sz="2000"/>
        </a:p>
      </dgm:t>
    </dgm:pt>
    <dgm:pt modelId="{D82952CE-F355-47A8-8495-DF382E3E1B05}" type="sibTrans" cxnId="{B15C320C-5D9F-4F43-A5C6-FA6F91637370}">
      <dgm:prSet/>
      <dgm:spPr/>
      <dgm:t>
        <a:bodyPr/>
        <a:lstStyle/>
        <a:p>
          <a:endParaRPr lang="en-US" sz="2000"/>
        </a:p>
      </dgm:t>
    </dgm:pt>
    <dgm:pt modelId="{6CA78E35-BDA7-457D-808F-AA0AB790EEB0}">
      <dgm:prSet custT="1"/>
      <dgm:spPr/>
      <dgm:t>
        <a:bodyPr/>
        <a:lstStyle/>
        <a:p>
          <a:r>
            <a:rPr lang="en-US" sz="1400"/>
            <a:t>- Monthly home visits under National Malaria Eradication Programme</a:t>
          </a:r>
        </a:p>
      </dgm:t>
    </dgm:pt>
    <dgm:pt modelId="{C2CB85AA-ED7A-49AD-9851-4FC891D0C055}" type="parTrans" cxnId="{366E7737-3391-44DC-B0D2-706B76650CB6}">
      <dgm:prSet/>
      <dgm:spPr/>
      <dgm:t>
        <a:bodyPr/>
        <a:lstStyle/>
        <a:p>
          <a:endParaRPr lang="en-US" sz="2000"/>
        </a:p>
      </dgm:t>
    </dgm:pt>
    <dgm:pt modelId="{44ECD20F-5A82-45DA-9831-6B2C8EAB9972}" type="sibTrans" cxnId="{366E7737-3391-44DC-B0D2-706B76650CB6}">
      <dgm:prSet/>
      <dgm:spPr/>
      <dgm:t>
        <a:bodyPr/>
        <a:lstStyle/>
        <a:p>
          <a:endParaRPr lang="en-US" sz="2000"/>
        </a:p>
      </dgm:t>
    </dgm:pt>
    <dgm:pt modelId="{0646305C-6C43-4CD1-8497-254EC8394B24}">
      <dgm:prSet custT="1"/>
      <dgm:spPr/>
      <dgm:t>
        <a:bodyPr/>
        <a:lstStyle/>
        <a:p>
          <a:pPr>
            <a:defRPr b="1"/>
          </a:pPr>
          <a:r>
            <a:rPr lang="en-US" sz="2400"/>
            <a:t>1965–1966</a:t>
          </a:r>
        </a:p>
      </dgm:t>
    </dgm:pt>
    <dgm:pt modelId="{A0629F2D-DC60-473B-9EF9-7FFEDABF0F71}" type="parTrans" cxnId="{886731DF-E23F-4813-BB51-196E7C5C788E}">
      <dgm:prSet/>
      <dgm:spPr/>
      <dgm:t>
        <a:bodyPr/>
        <a:lstStyle/>
        <a:p>
          <a:endParaRPr lang="en-US" sz="2000"/>
        </a:p>
      </dgm:t>
    </dgm:pt>
    <dgm:pt modelId="{E325398D-56AE-4FEE-A6E3-9C0E0E636D50}" type="sibTrans" cxnId="{886731DF-E23F-4813-BB51-196E7C5C788E}">
      <dgm:prSet/>
      <dgm:spPr/>
      <dgm:t>
        <a:bodyPr/>
        <a:lstStyle/>
        <a:p>
          <a:endParaRPr lang="en-US" sz="2000"/>
        </a:p>
      </dgm:t>
    </dgm:pt>
    <dgm:pt modelId="{FADCA794-BBF9-4890-BBDA-E3D03F822052}">
      <dgm:prSet custT="1"/>
      <dgm:spPr/>
      <dgm:t>
        <a:bodyPr/>
        <a:lstStyle/>
        <a:p>
          <a:r>
            <a:rPr lang="en-US" sz="1600"/>
            <a:t>Mukherjee Committee</a:t>
          </a:r>
        </a:p>
      </dgm:t>
    </dgm:pt>
    <dgm:pt modelId="{6BAC785F-40CB-43B4-A2F6-EB5E5B9F0706}" type="parTrans" cxnId="{C49048F7-42D1-46EA-94C5-20E012C224F4}">
      <dgm:prSet/>
      <dgm:spPr/>
      <dgm:t>
        <a:bodyPr/>
        <a:lstStyle/>
        <a:p>
          <a:endParaRPr lang="en-US" sz="2000"/>
        </a:p>
      </dgm:t>
    </dgm:pt>
    <dgm:pt modelId="{D4F4DAD4-9159-4C6A-8AC5-0A5A07E6398E}" type="sibTrans" cxnId="{C49048F7-42D1-46EA-94C5-20E012C224F4}">
      <dgm:prSet/>
      <dgm:spPr/>
      <dgm:t>
        <a:bodyPr/>
        <a:lstStyle/>
        <a:p>
          <a:endParaRPr lang="en-US" sz="2000"/>
        </a:p>
      </dgm:t>
    </dgm:pt>
    <dgm:pt modelId="{9BD79EF3-53D6-467F-AFFD-E6BB86A692FD}">
      <dgm:prSet custT="1"/>
      <dgm:spPr/>
      <dgm:t>
        <a:bodyPr/>
        <a:lstStyle/>
        <a:p>
          <a:r>
            <a:rPr lang="en-US" sz="1400"/>
            <a:t>- Realized limitations: malaria and family planning need separate staff</a:t>
          </a:r>
        </a:p>
      </dgm:t>
    </dgm:pt>
    <dgm:pt modelId="{407E90B5-D257-4E73-9CAA-510A1D6FE17F}" type="parTrans" cxnId="{85EC18A4-431D-4FA6-B51E-55159FD6F83D}">
      <dgm:prSet/>
      <dgm:spPr/>
      <dgm:t>
        <a:bodyPr/>
        <a:lstStyle/>
        <a:p>
          <a:endParaRPr lang="en-US" sz="2000"/>
        </a:p>
      </dgm:t>
    </dgm:pt>
    <dgm:pt modelId="{A035682D-ACC8-405D-916C-D5C0FFB4A8D8}" type="sibTrans" cxnId="{85EC18A4-431D-4FA6-B51E-55159FD6F83D}">
      <dgm:prSet/>
      <dgm:spPr/>
      <dgm:t>
        <a:bodyPr/>
        <a:lstStyle/>
        <a:p>
          <a:endParaRPr lang="en-US" sz="2000"/>
        </a:p>
      </dgm:t>
    </dgm:pt>
    <dgm:pt modelId="{354F57DC-1CE3-4EB4-B3F7-865E63B4B82A}">
      <dgm:prSet custT="1"/>
      <dgm:spPr/>
      <dgm:t>
        <a:bodyPr/>
        <a:lstStyle/>
        <a:p>
          <a:r>
            <a:rPr lang="en-US" sz="1400"/>
            <a:t>- Recommended focused approach for specialized programs</a:t>
          </a:r>
        </a:p>
      </dgm:t>
    </dgm:pt>
    <dgm:pt modelId="{CD8DD896-6C88-4C0F-9E0E-B4A63AD1FBF2}" type="parTrans" cxnId="{8CDF80EB-EFD9-4781-8763-4A4B946A1A20}">
      <dgm:prSet/>
      <dgm:spPr/>
      <dgm:t>
        <a:bodyPr/>
        <a:lstStyle/>
        <a:p>
          <a:endParaRPr lang="en-US" sz="2000"/>
        </a:p>
      </dgm:t>
    </dgm:pt>
    <dgm:pt modelId="{F0CFE074-207B-4F74-97E4-733A57F176FC}" type="sibTrans" cxnId="{8CDF80EB-EFD9-4781-8763-4A4B946A1A20}">
      <dgm:prSet/>
      <dgm:spPr/>
      <dgm:t>
        <a:bodyPr/>
        <a:lstStyle/>
        <a:p>
          <a:endParaRPr lang="en-US" sz="2000"/>
        </a:p>
      </dgm:t>
    </dgm:pt>
    <dgm:pt modelId="{ED7B26DD-4F25-46B5-8D00-19551931AEAF}">
      <dgm:prSet custT="1"/>
      <dgm:spPr/>
      <dgm:t>
        <a:bodyPr/>
        <a:lstStyle/>
        <a:p>
          <a:pPr>
            <a:defRPr b="1"/>
          </a:pPr>
          <a:r>
            <a:rPr lang="en-US" sz="2400"/>
            <a:t>1967</a:t>
          </a:r>
        </a:p>
      </dgm:t>
    </dgm:pt>
    <dgm:pt modelId="{19A250E2-B88C-49A5-BAC8-C784CB256A94}" type="parTrans" cxnId="{8E403054-981E-4DF3-9856-3186419030DE}">
      <dgm:prSet/>
      <dgm:spPr/>
      <dgm:t>
        <a:bodyPr/>
        <a:lstStyle/>
        <a:p>
          <a:endParaRPr lang="en-US" sz="2000"/>
        </a:p>
      </dgm:t>
    </dgm:pt>
    <dgm:pt modelId="{178423C4-AF8D-4DE5-AF9C-29414C788D6F}" type="sibTrans" cxnId="{8E403054-981E-4DF3-9856-3186419030DE}">
      <dgm:prSet/>
      <dgm:spPr/>
      <dgm:t>
        <a:bodyPr/>
        <a:lstStyle/>
        <a:p>
          <a:endParaRPr lang="en-US" sz="2000"/>
        </a:p>
      </dgm:t>
    </dgm:pt>
    <dgm:pt modelId="{5635EFAB-9744-4C81-A927-32983AB32DD5}">
      <dgm:prSet custT="1"/>
      <dgm:spPr/>
      <dgm:t>
        <a:bodyPr/>
        <a:lstStyle/>
        <a:p>
          <a:r>
            <a:rPr lang="en-US" sz="1600"/>
            <a:t>Jungalwalla Committee</a:t>
          </a:r>
        </a:p>
      </dgm:t>
    </dgm:pt>
    <dgm:pt modelId="{BB428C4F-1C21-4692-A848-8A5660CF2E86}" type="parTrans" cxnId="{08F81678-AE77-47AD-B643-8B6EF0AE66BB}">
      <dgm:prSet/>
      <dgm:spPr/>
      <dgm:t>
        <a:bodyPr/>
        <a:lstStyle/>
        <a:p>
          <a:endParaRPr lang="en-US" sz="2000"/>
        </a:p>
      </dgm:t>
    </dgm:pt>
    <dgm:pt modelId="{EA70914D-5ACF-4AE8-AB56-D94FB9CD1514}" type="sibTrans" cxnId="{08F81678-AE77-47AD-B643-8B6EF0AE66BB}">
      <dgm:prSet/>
      <dgm:spPr/>
      <dgm:t>
        <a:bodyPr/>
        <a:lstStyle/>
        <a:p>
          <a:endParaRPr lang="en-US" sz="2000"/>
        </a:p>
      </dgm:t>
    </dgm:pt>
    <dgm:pt modelId="{2C646DDE-39FE-4EEC-A328-04B269788992}">
      <dgm:prSet custT="1"/>
      <dgm:spPr/>
      <dgm:t>
        <a:bodyPr/>
        <a:lstStyle/>
        <a:p>
          <a:r>
            <a:rPr lang="en-US" sz="1400"/>
            <a:t>- Full integration of medical care and public health programs</a:t>
          </a:r>
        </a:p>
      </dgm:t>
    </dgm:pt>
    <dgm:pt modelId="{8BE60363-8C68-42D8-9CCC-A9638183F4B1}" type="parTrans" cxnId="{4DD64461-C445-44BB-98CA-750CA6246662}">
      <dgm:prSet/>
      <dgm:spPr/>
      <dgm:t>
        <a:bodyPr/>
        <a:lstStyle/>
        <a:p>
          <a:endParaRPr lang="en-US" sz="2000"/>
        </a:p>
      </dgm:t>
    </dgm:pt>
    <dgm:pt modelId="{0ACC9D25-50E3-4A27-9250-CD4FD82AC095}" type="sibTrans" cxnId="{4DD64461-C445-44BB-98CA-750CA6246662}">
      <dgm:prSet/>
      <dgm:spPr/>
      <dgm:t>
        <a:bodyPr/>
        <a:lstStyle/>
        <a:p>
          <a:endParaRPr lang="en-US" sz="2000"/>
        </a:p>
      </dgm:t>
    </dgm:pt>
    <dgm:pt modelId="{B56971A4-5A1F-4DAE-9252-B0CEB9B53A86}">
      <dgm:prSet custT="1"/>
      <dgm:spPr/>
      <dgm:t>
        <a:bodyPr/>
        <a:lstStyle/>
        <a:p>
          <a:r>
            <a:rPr lang="en-US" sz="1400"/>
            <a:t>- Eliminate private practice by government doctors</a:t>
          </a:r>
        </a:p>
      </dgm:t>
    </dgm:pt>
    <dgm:pt modelId="{5378AFD3-2289-481A-9D4F-26837597C6B3}" type="parTrans" cxnId="{41F0BA6C-34D2-4854-A301-174A49756F27}">
      <dgm:prSet/>
      <dgm:spPr/>
      <dgm:t>
        <a:bodyPr/>
        <a:lstStyle/>
        <a:p>
          <a:endParaRPr lang="en-US" sz="2000"/>
        </a:p>
      </dgm:t>
    </dgm:pt>
    <dgm:pt modelId="{4F603FA1-A1B1-4371-99EE-CA7B74C299E4}" type="sibTrans" cxnId="{41F0BA6C-34D2-4854-A301-174A49756F27}">
      <dgm:prSet/>
      <dgm:spPr/>
      <dgm:t>
        <a:bodyPr/>
        <a:lstStyle/>
        <a:p>
          <a:endParaRPr lang="en-US" sz="2000"/>
        </a:p>
      </dgm:t>
    </dgm:pt>
    <dgm:pt modelId="{26446BAC-C02E-44BF-9DA6-D86026453F00}">
      <dgm:prSet custT="1"/>
      <dgm:spPr/>
      <dgm:t>
        <a:bodyPr/>
        <a:lstStyle/>
        <a:p>
          <a:r>
            <a:rPr lang="en-US" sz="1400"/>
            <a:t>- Strengthen PHC-higher center linkages</a:t>
          </a:r>
        </a:p>
      </dgm:t>
    </dgm:pt>
    <dgm:pt modelId="{6D97CA0E-0CAF-4995-9FC8-88921CC858F4}" type="parTrans" cxnId="{CC245705-34E2-4344-99F3-04EC273B2C41}">
      <dgm:prSet/>
      <dgm:spPr/>
      <dgm:t>
        <a:bodyPr/>
        <a:lstStyle/>
        <a:p>
          <a:endParaRPr lang="en-US" sz="2000"/>
        </a:p>
      </dgm:t>
    </dgm:pt>
    <dgm:pt modelId="{A85473E1-5774-4336-98F1-8E187EA3E2DE}" type="sibTrans" cxnId="{CC245705-34E2-4344-99F3-04EC273B2C41}">
      <dgm:prSet/>
      <dgm:spPr/>
      <dgm:t>
        <a:bodyPr/>
        <a:lstStyle/>
        <a:p>
          <a:endParaRPr lang="en-US" sz="2000"/>
        </a:p>
      </dgm:t>
    </dgm:pt>
    <dgm:pt modelId="{366BFCE4-1E7D-4DAC-BD26-FC85D665EC0E}" type="pres">
      <dgm:prSet presAssocID="{0323EDE4-E05D-4A57-A6BD-C23C78206C17}" presName="root" presStyleCnt="0">
        <dgm:presLayoutVars>
          <dgm:chMax/>
          <dgm:chPref/>
          <dgm:animLvl val="lvl"/>
        </dgm:presLayoutVars>
      </dgm:prSet>
      <dgm:spPr/>
    </dgm:pt>
    <dgm:pt modelId="{DC2588A9-6A89-4CFC-B511-4101962F3837}" type="pres">
      <dgm:prSet presAssocID="{0323EDE4-E05D-4A57-A6BD-C23C78206C17}" presName="divider" presStyleLbl="fgAcc1" presStyleIdx="0" presStyleCnt="4"/>
      <dgm:spPr>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gm:spPr>
    </dgm:pt>
    <dgm:pt modelId="{883C2A77-963B-4B4F-90AD-CE77987F9C28}" type="pres">
      <dgm:prSet presAssocID="{0323EDE4-E05D-4A57-A6BD-C23C78206C17}" presName="nodes" presStyleCnt="0">
        <dgm:presLayoutVars>
          <dgm:chMax/>
          <dgm:chPref/>
          <dgm:animLvl val="lvl"/>
        </dgm:presLayoutVars>
      </dgm:prSet>
      <dgm:spPr/>
    </dgm:pt>
    <dgm:pt modelId="{C12F21D1-52C4-420C-B2A4-86915040273A}" type="pres">
      <dgm:prSet presAssocID="{C6A69B33-A620-4409-AE80-4C069ADAFF85}" presName="composite" presStyleCnt="0"/>
      <dgm:spPr/>
    </dgm:pt>
    <dgm:pt modelId="{9D6C1009-86A3-405F-BF67-B74942B30C93}" type="pres">
      <dgm:prSet presAssocID="{C6A69B33-A620-4409-AE80-4C069ADAFF85}" presName="ConnectorPoint" presStyleLbl="lnNode1" presStyleIdx="0"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A68BA42F-ACA4-4FE4-ADB9-D0EB540AD659}" type="pres">
      <dgm:prSet presAssocID="{C6A69B33-A620-4409-AE80-4C069ADAFF85}" presName="DropPinPlaceHolder" presStyleCnt="0"/>
      <dgm:spPr/>
    </dgm:pt>
    <dgm:pt modelId="{15FB697A-C290-4079-8800-C889949398C0}" type="pres">
      <dgm:prSet presAssocID="{C6A69B33-A620-4409-AE80-4C069ADAFF85}" presName="DropPin" presStyleLbl="alignNode1" presStyleIdx="0" presStyleCnt="3"/>
      <dgm:spPr/>
    </dgm:pt>
    <dgm:pt modelId="{0B1866B9-B8CC-43BC-BAD9-BEF5C29831A6}" type="pres">
      <dgm:prSet presAssocID="{C6A69B33-A620-4409-AE80-4C069ADAFF85}" presName="Ellipse" presStyleLbl="fgAcc1" presStyleIdx="1" presStyleCnt="4"/>
      <dgm:spPr>
        <a:solidFill>
          <a:schemeClr val="lt1">
            <a:alpha val="90000"/>
            <a:hueOff val="0"/>
            <a:satOff val="0"/>
            <a:lumOff val="0"/>
            <a:alphaOff val="0"/>
          </a:schemeClr>
        </a:solidFill>
        <a:ln w="19050" cap="flat" cmpd="sng" algn="ctr">
          <a:noFill/>
          <a:prstDash val="solid"/>
          <a:miter lim="800000"/>
        </a:ln>
        <a:effectLst/>
      </dgm:spPr>
    </dgm:pt>
    <dgm:pt modelId="{9308DD1A-6710-41F3-92DC-39AFC0B89E23}" type="pres">
      <dgm:prSet presAssocID="{C6A69B33-A620-4409-AE80-4C069ADAFF85}" presName="L2TextContainer" presStyleLbl="revTx" presStyleIdx="0" presStyleCnt="6">
        <dgm:presLayoutVars>
          <dgm:bulletEnabled val="1"/>
        </dgm:presLayoutVars>
      </dgm:prSet>
      <dgm:spPr/>
    </dgm:pt>
    <dgm:pt modelId="{DD64869D-E591-401B-B0C9-ED31E3E2FD54}" type="pres">
      <dgm:prSet presAssocID="{C6A69B33-A620-4409-AE80-4C069ADAFF85}" presName="L1TextContainer" presStyleLbl="revTx" presStyleIdx="1" presStyleCnt="6">
        <dgm:presLayoutVars>
          <dgm:chMax val="1"/>
          <dgm:chPref val="1"/>
          <dgm:bulletEnabled val="1"/>
        </dgm:presLayoutVars>
      </dgm:prSet>
      <dgm:spPr/>
    </dgm:pt>
    <dgm:pt modelId="{CC9B1070-6178-466B-B5ED-AF38BD20D831}" type="pres">
      <dgm:prSet presAssocID="{C6A69B33-A620-4409-AE80-4C069ADAFF85}" presName="ConnectLine" presStyleLbl="sibTrans1D1" presStyleIdx="0" presStyleCnt="3"/>
      <dgm:spPr>
        <a:noFill/>
        <a:ln w="12700" cap="flat" cmpd="sng" algn="ctr">
          <a:solidFill>
            <a:schemeClr val="accent1">
              <a:hueOff val="0"/>
              <a:satOff val="0"/>
              <a:lumOff val="0"/>
              <a:alphaOff val="0"/>
            </a:schemeClr>
          </a:solidFill>
          <a:prstDash val="dash"/>
          <a:miter lim="800000"/>
        </a:ln>
        <a:effectLst/>
      </dgm:spPr>
    </dgm:pt>
    <dgm:pt modelId="{436911EA-9FB0-471E-AAB0-92E83A71AD45}" type="pres">
      <dgm:prSet presAssocID="{C6A69B33-A620-4409-AE80-4C069ADAFF85}" presName="EmptyPlaceHolder" presStyleCnt="0"/>
      <dgm:spPr/>
    </dgm:pt>
    <dgm:pt modelId="{07751E3A-479F-4ED5-9AF3-3A9A6EB9B275}" type="pres">
      <dgm:prSet presAssocID="{1FF7035E-9E86-4E3E-956A-842B057A39A8}" presName="spaceBetweenRectangles" presStyleCnt="0"/>
      <dgm:spPr/>
    </dgm:pt>
    <dgm:pt modelId="{8C5172AD-6773-4754-83E2-468F203CCF92}" type="pres">
      <dgm:prSet presAssocID="{0646305C-6C43-4CD1-8497-254EC8394B24}" presName="composite" presStyleCnt="0"/>
      <dgm:spPr/>
    </dgm:pt>
    <dgm:pt modelId="{04408563-C4F6-408C-B0BA-D87F8A8FBB57}" type="pres">
      <dgm:prSet presAssocID="{0646305C-6C43-4CD1-8497-254EC8394B24}" presName="ConnectorPoint" presStyleLbl="lnNode1" presStyleIdx="1"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35350EF-2B7F-487A-9006-BC33694AA66C}" type="pres">
      <dgm:prSet presAssocID="{0646305C-6C43-4CD1-8497-254EC8394B24}" presName="DropPinPlaceHolder" presStyleCnt="0"/>
      <dgm:spPr/>
    </dgm:pt>
    <dgm:pt modelId="{27907A9F-8DB3-4BAA-B47B-D3C3B706526D}" type="pres">
      <dgm:prSet presAssocID="{0646305C-6C43-4CD1-8497-254EC8394B24}" presName="DropPin" presStyleLbl="alignNode1" presStyleIdx="1" presStyleCnt="3"/>
      <dgm:spPr/>
    </dgm:pt>
    <dgm:pt modelId="{3E3FC77A-F8BB-487E-9B9A-72FA22CE8697}" type="pres">
      <dgm:prSet presAssocID="{0646305C-6C43-4CD1-8497-254EC8394B24}" presName="Ellipse" presStyleLbl="fgAcc1" presStyleIdx="2" presStyleCnt="4"/>
      <dgm:spPr>
        <a:solidFill>
          <a:schemeClr val="lt1">
            <a:alpha val="90000"/>
            <a:hueOff val="0"/>
            <a:satOff val="0"/>
            <a:lumOff val="0"/>
            <a:alphaOff val="0"/>
          </a:schemeClr>
        </a:solidFill>
        <a:ln w="19050" cap="flat" cmpd="sng" algn="ctr">
          <a:noFill/>
          <a:prstDash val="solid"/>
          <a:miter lim="800000"/>
        </a:ln>
        <a:effectLst/>
      </dgm:spPr>
    </dgm:pt>
    <dgm:pt modelId="{5FF37531-0FAF-4F08-9D95-35B7FC1EBAF8}" type="pres">
      <dgm:prSet presAssocID="{0646305C-6C43-4CD1-8497-254EC8394B24}" presName="L2TextContainer" presStyleLbl="revTx" presStyleIdx="2" presStyleCnt="6">
        <dgm:presLayoutVars>
          <dgm:bulletEnabled val="1"/>
        </dgm:presLayoutVars>
      </dgm:prSet>
      <dgm:spPr/>
    </dgm:pt>
    <dgm:pt modelId="{B151FCC9-AC82-4341-A113-982393CE14D6}" type="pres">
      <dgm:prSet presAssocID="{0646305C-6C43-4CD1-8497-254EC8394B24}" presName="L1TextContainer" presStyleLbl="revTx" presStyleIdx="3" presStyleCnt="6">
        <dgm:presLayoutVars>
          <dgm:chMax val="1"/>
          <dgm:chPref val="1"/>
          <dgm:bulletEnabled val="1"/>
        </dgm:presLayoutVars>
      </dgm:prSet>
      <dgm:spPr/>
    </dgm:pt>
    <dgm:pt modelId="{F06FAF60-3605-4555-A1ED-D9FA4BBD6320}" type="pres">
      <dgm:prSet presAssocID="{0646305C-6C43-4CD1-8497-254EC8394B24}" presName="ConnectLine" presStyleLbl="sibTrans1D1" presStyleIdx="1" presStyleCnt="3"/>
      <dgm:spPr>
        <a:noFill/>
        <a:ln w="12700" cap="flat" cmpd="sng" algn="ctr">
          <a:solidFill>
            <a:schemeClr val="accent1">
              <a:hueOff val="0"/>
              <a:satOff val="0"/>
              <a:lumOff val="0"/>
              <a:alphaOff val="0"/>
            </a:schemeClr>
          </a:solidFill>
          <a:prstDash val="dash"/>
          <a:miter lim="800000"/>
        </a:ln>
        <a:effectLst/>
      </dgm:spPr>
    </dgm:pt>
    <dgm:pt modelId="{C7925580-9FE7-444C-A77F-0B0A857C0862}" type="pres">
      <dgm:prSet presAssocID="{0646305C-6C43-4CD1-8497-254EC8394B24}" presName="EmptyPlaceHolder" presStyleCnt="0"/>
      <dgm:spPr/>
    </dgm:pt>
    <dgm:pt modelId="{22143D5C-0CBC-4BE7-9155-5497CF3AB500}" type="pres">
      <dgm:prSet presAssocID="{E325398D-56AE-4FEE-A6E3-9C0E0E636D50}" presName="spaceBetweenRectangles" presStyleCnt="0"/>
      <dgm:spPr/>
    </dgm:pt>
    <dgm:pt modelId="{7013258E-7F94-44EE-A7B7-8B4DC0F3B280}" type="pres">
      <dgm:prSet presAssocID="{ED7B26DD-4F25-46B5-8D00-19551931AEAF}" presName="composite" presStyleCnt="0"/>
      <dgm:spPr/>
    </dgm:pt>
    <dgm:pt modelId="{E2AD21B0-1067-4616-AF8E-6D7D28EDC7CC}" type="pres">
      <dgm:prSet presAssocID="{ED7B26DD-4F25-46B5-8D00-19551931AEAF}" presName="ConnectorPoint" presStyleLbl="lnNode1" presStyleIdx="2" presStyleCnt="3"/>
      <dgm:spPr>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gm:spPr>
    </dgm:pt>
    <dgm:pt modelId="{D5CD659F-ECAD-4A41-9134-08523ADEAAA4}" type="pres">
      <dgm:prSet presAssocID="{ED7B26DD-4F25-46B5-8D00-19551931AEAF}" presName="DropPinPlaceHolder" presStyleCnt="0"/>
      <dgm:spPr/>
    </dgm:pt>
    <dgm:pt modelId="{9B3992C0-DFC4-4FFF-A896-0C148FB98C78}" type="pres">
      <dgm:prSet presAssocID="{ED7B26DD-4F25-46B5-8D00-19551931AEAF}" presName="DropPin" presStyleLbl="alignNode1" presStyleIdx="2" presStyleCnt="3"/>
      <dgm:spPr/>
    </dgm:pt>
    <dgm:pt modelId="{6B19DA6B-9261-40E0-A1CC-7DC5217EAA0E}" type="pres">
      <dgm:prSet presAssocID="{ED7B26DD-4F25-46B5-8D00-19551931AEAF}" presName="Ellipse" presStyleLbl="fgAcc1" presStyleIdx="3" presStyleCnt="4"/>
      <dgm:spPr>
        <a:solidFill>
          <a:schemeClr val="lt1">
            <a:alpha val="90000"/>
            <a:hueOff val="0"/>
            <a:satOff val="0"/>
            <a:lumOff val="0"/>
            <a:alphaOff val="0"/>
          </a:schemeClr>
        </a:solidFill>
        <a:ln w="19050" cap="flat" cmpd="sng" algn="ctr">
          <a:noFill/>
          <a:prstDash val="solid"/>
          <a:miter lim="800000"/>
        </a:ln>
        <a:effectLst/>
      </dgm:spPr>
    </dgm:pt>
    <dgm:pt modelId="{4356F3AF-5355-4DDA-BF23-9A959AA82F11}" type="pres">
      <dgm:prSet presAssocID="{ED7B26DD-4F25-46B5-8D00-19551931AEAF}" presName="L2TextContainer" presStyleLbl="revTx" presStyleIdx="4" presStyleCnt="6">
        <dgm:presLayoutVars>
          <dgm:bulletEnabled val="1"/>
        </dgm:presLayoutVars>
      </dgm:prSet>
      <dgm:spPr/>
    </dgm:pt>
    <dgm:pt modelId="{F1CC0A3B-0850-4652-AB79-D1C55021783E}" type="pres">
      <dgm:prSet presAssocID="{ED7B26DD-4F25-46B5-8D00-19551931AEAF}" presName="L1TextContainer" presStyleLbl="revTx" presStyleIdx="5" presStyleCnt="6">
        <dgm:presLayoutVars>
          <dgm:chMax val="1"/>
          <dgm:chPref val="1"/>
          <dgm:bulletEnabled val="1"/>
        </dgm:presLayoutVars>
      </dgm:prSet>
      <dgm:spPr/>
    </dgm:pt>
    <dgm:pt modelId="{3E019BB7-E1DC-4459-B5E1-F7D46CB83B27}" type="pres">
      <dgm:prSet presAssocID="{ED7B26DD-4F25-46B5-8D00-19551931AEAF}" presName="ConnectLine" presStyleLbl="sibTrans1D1" presStyleIdx="2" presStyleCnt="3"/>
      <dgm:spPr>
        <a:noFill/>
        <a:ln w="12700" cap="flat" cmpd="sng" algn="ctr">
          <a:solidFill>
            <a:schemeClr val="accent1">
              <a:hueOff val="0"/>
              <a:satOff val="0"/>
              <a:lumOff val="0"/>
              <a:alphaOff val="0"/>
            </a:schemeClr>
          </a:solidFill>
          <a:prstDash val="dash"/>
          <a:miter lim="800000"/>
        </a:ln>
        <a:effectLst/>
      </dgm:spPr>
    </dgm:pt>
    <dgm:pt modelId="{2046F1AD-65B4-4200-A280-2EE38A630AA7}" type="pres">
      <dgm:prSet presAssocID="{ED7B26DD-4F25-46B5-8D00-19551931AEAF}" presName="EmptyPlaceHolder" presStyleCnt="0"/>
      <dgm:spPr/>
    </dgm:pt>
  </dgm:ptLst>
  <dgm:cxnLst>
    <dgm:cxn modelId="{F07AAD00-C130-4FF3-ACCD-D2F919ECBA24}" type="presOf" srcId="{2C646DDE-39FE-4EEC-A328-04B269788992}" destId="{4356F3AF-5355-4DDA-BF23-9A959AA82F11}" srcOrd="0" destOrd="1" presId="urn:microsoft.com/office/officeart/2017/3/layout/DropPinTimeline"/>
    <dgm:cxn modelId="{CC245705-34E2-4344-99F3-04EC273B2C41}" srcId="{5635EFAB-9744-4C81-A927-32983AB32DD5}" destId="{26446BAC-C02E-44BF-9DA6-D86026453F00}" srcOrd="2" destOrd="0" parTransId="{6D97CA0E-0CAF-4995-9FC8-88921CC858F4}" sibTransId="{A85473E1-5774-4336-98F1-8E187EA3E2DE}"/>
    <dgm:cxn modelId="{9BBFCF06-6A4D-44A3-8910-36C110B14011}" type="presOf" srcId="{0323EDE4-E05D-4A57-A6BD-C23C78206C17}" destId="{366BFCE4-1E7D-4DAC-BD26-FC85D665EC0E}" srcOrd="0" destOrd="0" presId="urn:microsoft.com/office/officeart/2017/3/layout/DropPinTimeline"/>
    <dgm:cxn modelId="{B15C320C-5D9F-4F43-A5C6-FA6F91637370}" srcId="{EE07671B-D166-4475-AAEB-F1FFFBFBBB62}" destId="{FDFBE31D-280D-4533-BC2E-ADF36180614F}" srcOrd="1" destOrd="0" parTransId="{39F15130-BC37-4CE8-9FCA-0F3B31E8D86A}" sibTransId="{D82952CE-F355-47A8-8495-DF382E3E1B05}"/>
    <dgm:cxn modelId="{366E7737-3391-44DC-B0D2-706B76650CB6}" srcId="{EE07671B-D166-4475-AAEB-F1FFFBFBBB62}" destId="{6CA78E35-BDA7-457D-808F-AA0AB790EEB0}" srcOrd="2" destOrd="0" parTransId="{C2CB85AA-ED7A-49AD-9851-4FC891D0C055}" sibTransId="{44ECD20F-5A82-45DA-9831-6B2C8EAB9972}"/>
    <dgm:cxn modelId="{4DD64461-C445-44BB-98CA-750CA6246662}" srcId="{5635EFAB-9744-4C81-A927-32983AB32DD5}" destId="{2C646DDE-39FE-4EEC-A328-04B269788992}" srcOrd="0" destOrd="0" parTransId="{8BE60363-8C68-42D8-9CCC-A9638183F4B1}" sibTransId="{0ACC9D25-50E3-4A27-9250-CD4FD82AC095}"/>
    <dgm:cxn modelId="{71140B49-6026-40E6-8E8E-9FD55DA573F0}" type="presOf" srcId="{C6A69B33-A620-4409-AE80-4C069ADAFF85}" destId="{DD64869D-E591-401B-B0C9-ED31E3E2FD54}" srcOrd="0" destOrd="0" presId="urn:microsoft.com/office/officeart/2017/3/layout/DropPinTimeline"/>
    <dgm:cxn modelId="{41F0BA6C-34D2-4854-A301-174A49756F27}" srcId="{5635EFAB-9744-4C81-A927-32983AB32DD5}" destId="{B56971A4-5A1F-4DAE-9252-B0CEB9B53A86}" srcOrd="1" destOrd="0" parTransId="{5378AFD3-2289-481A-9D4F-26837597C6B3}" sibTransId="{4F603FA1-A1B1-4371-99EE-CA7B74C299E4}"/>
    <dgm:cxn modelId="{E05E5952-A642-479C-8607-B57D955262E6}" type="presOf" srcId="{EE07671B-D166-4475-AAEB-F1FFFBFBBB62}" destId="{9308DD1A-6710-41F3-92DC-39AFC0B89E23}" srcOrd="0" destOrd="0" presId="urn:microsoft.com/office/officeart/2017/3/layout/DropPinTimeline"/>
    <dgm:cxn modelId="{8E403054-981E-4DF3-9856-3186419030DE}" srcId="{0323EDE4-E05D-4A57-A6BD-C23C78206C17}" destId="{ED7B26DD-4F25-46B5-8D00-19551931AEAF}" srcOrd="2" destOrd="0" parTransId="{19A250E2-B88C-49A5-BAC8-C784CB256A94}" sibTransId="{178423C4-AF8D-4DE5-AF9C-29414C788D6F}"/>
    <dgm:cxn modelId="{FF50D154-8E62-4834-A516-5220CAD082F6}" srcId="{C6A69B33-A620-4409-AE80-4C069ADAFF85}" destId="{EE07671B-D166-4475-AAEB-F1FFFBFBBB62}" srcOrd="0" destOrd="0" parTransId="{5EC8B6DA-EDDF-40D9-AB09-F95A628171C1}" sibTransId="{937DF13F-05F1-42F2-B638-24B5E2C5F657}"/>
    <dgm:cxn modelId="{F875E574-FC5C-4648-ADE1-FD16B56CDE22}" type="presOf" srcId="{ED7B26DD-4F25-46B5-8D00-19551931AEAF}" destId="{F1CC0A3B-0850-4652-AB79-D1C55021783E}" srcOrd="0" destOrd="0" presId="urn:microsoft.com/office/officeart/2017/3/layout/DropPinTimeline"/>
    <dgm:cxn modelId="{08F81678-AE77-47AD-B643-8B6EF0AE66BB}" srcId="{ED7B26DD-4F25-46B5-8D00-19551931AEAF}" destId="{5635EFAB-9744-4C81-A927-32983AB32DD5}" srcOrd="0" destOrd="0" parTransId="{BB428C4F-1C21-4692-A848-8A5660CF2E86}" sibTransId="{EA70914D-5ACF-4AE8-AB56-D94FB9CD1514}"/>
    <dgm:cxn modelId="{726BD07C-2B2B-4269-8FA1-FA8F969413AC}" type="presOf" srcId="{9BD79EF3-53D6-467F-AFFD-E6BB86A692FD}" destId="{5FF37531-0FAF-4F08-9D95-35B7FC1EBAF8}" srcOrd="0" destOrd="1" presId="urn:microsoft.com/office/officeart/2017/3/layout/DropPinTimeline"/>
    <dgm:cxn modelId="{85EC18A4-431D-4FA6-B51E-55159FD6F83D}" srcId="{FADCA794-BBF9-4890-BBDA-E3D03F822052}" destId="{9BD79EF3-53D6-467F-AFFD-E6BB86A692FD}" srcOrd="0" destOrd="0" parTransId="{407E90B5-D257-4E73-9CAA-510A1D6FE17F}" sibTransId="{A035682D-ACC8-405D-916C-D5C0FFB4A8D8}"/>
    <dgm:cxn modelId="{FDCD2BA5-61F6-431B-BFD6-29CBC9E785F9}" type="presOf" srcId="{FDFBE31D-280D-4533-BC2E-ADF36180614F}" destId="{9308DD1A-6710-41F3-92DC-39AFC0B89E23}" srcOrd="0" destOrd="2" presId="urn:microsoft.com/office/officeart/2017/3/layout/DropPinTimeline"/>
    <dgm:cxn modelId="{CCEF17B7-9423-4630-BA3A-D6A44CD19E40}" type="presOf" srcId="{26446BAC-C02E-44BF-9DA6-D86026453F00}" destId="{4356F3AF-5355-4DDA-BF23-9A959AA82F11}" srcOrd="0" destOrd="3" presId="urn:microsoft.com/office/officeart/2017/3/layout/DropPinTimeline"/>
    <dgm:cxn modelId="{1F3A14B9-0C47-466B-92F1-03785F223925}" type="presOf" srcId="{FADCA794-BBF9-4890-BBDA-E3D03F822052}" destId="{5FF37531-0FAF-4F08-9D95-35B7FC1EBAF8}" srcOrd="0" destOrd="0" presId="urn:microsoft.com/office/officeart/2017/3/layout/DropPinTimeline"/>
    <dgm:cxn modelId="{4A8A0CC3-2CF0-4776-B3FE-AE052AA721A4}" type="presOf" srcId="{354F57DC-1CE3-4EB4-B3F7-865E63B4B82A}" destId="{5FF37531-0FAF-4F08-9D95-35B7FC1EBAF8}" srcOrd="0" destOrd="2" presId="urn:microsoft.com/office/officeart/2017/3/layout/DropPinTimeline"/>
    <dgm:cxn modelId="{4C8EE4C7-6BA9-4C98-A3E9-33BB560D000F}" srcId="{0323EDE4-E05D-4A57-A6BD-C23C78206C17}" destId="{C6A69B33-A620-4409-AE80-4C069ADAFF85}" srcOrd="0" destOrd="0" parTransId="{1C2E35E9-C60E-4D2C-BB3A-178E3ABF650E}" sibTransId="{1FF7035E-9E86-4E3E-956A-842B057A39A8}"/>
    <dgm:cxn modelId="{87E5CDCC-B528-4558-892E-3D884F0848CA}" srcId="{EE07671B-D166-4475-AAEB-F1FFFBFBBB62}" destId="{4FD6E9B8-63DC-47C8-9CB0-C54434F52C3A}" srcOrd="0" destOrd="0" parTransId="{7856C320-3367-4E97-9B52-5FCBA659C808}" sibTransId="{032C489E-78B4-4689-B871-179EA1E751F0}"/>
    <dgm:cxn modelId="{338607D0-F17C-439E-A74F-2F2180D722FC}" type="presOf" srcId="{5635EFAB-9744-4C81-A927-32983AB32DD5}" destId="{4356F3AF-5355-4DDA-BF23-9A959AA82F11}" srcOrd="0" destOrd="0" presId="urn:microsoft.com/office/officeart/2017/3/layout/DropPinTimeline"/>
    <dgm:cxn modelId="{8D7C81D0-2A78-4741-A104-838146F1FE07}" type="presOf" srcId="{4FD6E9B8-63DC-47C8-9CB0-C54434F52C3A}" destId="{9308DD1A-6710-41F3-92DC-39AFC0B89E23}" srcOrd="0" destOrd="1" presId="urn:microsoft.com/office/officeart/2017/3/layout/DropPinTimeline"/>
    <dgm:cxn modelId="{0B1459D2-8EB7-4253-AA35-07026E687AEE}" type="presOf" srcId="{6CA78E35-BDA7-457D-808F-AA0AB790EEB0}" destId="{9308DD1A-6710-41F3-92DC-39AFC0B89E23}" srcOrd="0" destOrd="3" presId="urn:microsoft.com/office/officeart/2017/3/layout/DropPinTimeline"/>
    <dgm:cxn modelId="{886731DF-E23F-4813-BB51-196E7C5C788E}" srcId="{0323EDE4-E05D-4A57-A6BD-C23C78206C17}" destId="{0646305C-6C43-4CD1-8497-254EC8394B24}" srcOrd="1" destOrd="0" parTransId="{A0629F2D-DC60-473B-9EF9-7FFEDABF0F71}" sibTransId="{E325398D-56AE-4FEE-A6E3-9C0E0E636D50}"/>
    <dgm:cxn modelId="{F22BD9E6-3083-473B-B137-57B3CC4788B3}" type="presOf" srcId="{B56971A4-5A1F-4DAE-9252-B0CEB9B53A86}" destId="{4356F3AF-5355-4DDA-BF23-9A959AA82F11}" srcOrd="0" destOrd="2" presId="urn:microsoft.com/office/officeart/2017/3/layout/DropPinTimeline"/>
    <dgm:cxn modelId="{8CDF80EB-EFD9-4781-8763-4A4B946A1A20}" srcId="{FADCA794-BBF9-4890-BBDA-E3D03F822052}" destId="{354F57DC-1CE3-4EB4-B3F7-865E63B4B82A}" srcOrd="1" destOrd="0" parTransId="{CD8DD896-6C88-4C0F-9E0E-B4A63AD1FBF2}" sibTransId="{F0CFE074-207B-4F74-97E4-733A57F176FC}"/>
    <dgm:cxn modelId="{23988EEF-BB6B-4D44-9196-7B764BF3F4E8}" type="presOf" srcId="{0646305C-6C43-4CD1-8497-254EC8394B24}" destId="{B151FCC9-AC82-4341-A113-982393CE14D6}" srcOrd="0" destOrd="0" presId="urn:microsoft.com/office/officeart/2017/3/layout/DropPinTimeline"/>
    <dgm:cxn modelId="{C49048F7-42D1-46EA-94C5-20E012C224F4}" srcId="{0646305C-6C43-4CD1-8497-254EC8394B24}" destId="{FADCA794-BBF9-4890-BBDA-E3D03F822052}" srcOrd="0" destOrd="0" parTransId="{6BAC785F-40CB-43B4-A2F6-EB5E5B9F0706}" sibTransId="{D4F4DAD4-9159-4C6A-8AC5-0A5A07E6398E}"/>
    <dgm:cxn modelId="{BE49E994-1971-436A-AC05-5214E72E96A3}" type="presParOf" srcId="{366BFCE4-1E7D-4DAC-BD26-FC85D665EC0E}" destId="{DC2588A9-6A89-4CFC-B511-4101962F3837}" srcOrd="0" destOrd="0" presId="urn:microsoft.com/office/officeart/2017/3/layout/DropPinTimeline"/>
    <dgm:cxn modelId="{971ABFD8-4C1C-4BBA-9D80-60FFD9FA6B25}" type="presParOf" srcId="{366BFCE4-1E7D-4DAC-BD26-FC85D665EC0E}" destId="{883C2A77-963B-4B4F-90AD-CE77987F9C28}" srcOrd="1" destOrd="0" presId="urn:microsoft.com/office/officeart/2017/3/layout/DropPinTimeline"/>
    <dgm:cxn modelId="{CF335217-B1B5-45A8-9287-C3C91C75E58B}" type="presParOf" srcId="{883C2A77-963B-4B4F-90AD-CE77987F9C28}" destId="{C12F21D1-52C4-420C-B2A4-86915040273A}" srcOrd="0" destOrd="0" presId="urn:microsoft.com/office/officeart/2017/3/layout/DropPinTimeline"/>
    <dgm:cxn modelId="{F7B5A580-772D-4126-8B32-C1D2AE186AAA}" type="presParOf" srcId="{C12F21D1-52C4-420C-B2A4-86915040273A}" destId="{9D6C1009-86A3-405F-BF67-B74942B30C93}" srcOrd="0" destOrd="0" presId="urn:microsoft.com/office/officeart/2017/3/layout/DropPinTimeline"/>
    <dgm:cxn modelId="{1445170C-6BC6-4B2E-8471-AEC9C3CD91C8}" type="presParOf" srcId="{C12F21D1-52C4-420C-B2A4-86915040273A}" destId="{A68BA42F-ACA4-4FE4-ADB9-D0EB540AD659}" srcOrd="1" destOrd="0" presId="urn:microsoft.com/office/officeart/2017/3/layout/DropPinTimeline"/>
    <dgm:cxn modelId="{AFAF5DA3-2E05-44E2-88A7-F687646A4408}" type="presParOf" srcId="{A68BA42F-ACA4-4FE4-ADB9-D0EB540AD659}" destId="{15FB697A-C290-4079-8800-C889949398C0}" srcOrd="0" destOrd="0" presId="urn:microsoft.com/office/officeart/2017/3/layout/DropPinTimeline"/>
    <dgm:cxn modelId="{EE5B9F5C-B7EA-429A-A894-AC8166D54466}" type="presParOf" srcId="{A68BA42F-ACA4-4FE4-ADB9-D0EB540AD659}" destId="{0B1866B9-B8CC-43BC-BAD9-BEF5C29831A6}" srcOrd="1" destOrd="0" presId="urn:microsoft.com/office/officeart/2017/3/layout/DropPinTimeline"/>
    <dgm:cxn modelId="{19C1DF34-E4C7-415C-9BA7-BCF61E8B5C69}" type="presParOf" srcId="{C12F21D1-52C4-420C-B2A4-86915040273A}" destId="{9308DD1A-6710-41F3-92DC-39AFC0B89E23}" srcOrd="2" destOrd="0" presId="urn:microsoft.com/office/officeart/2017/3/layout/DropPinTimeline"/>
    <dgm:cxn modelId="{DBCB8F83-B7C1-48B4-9540-CC8321CF87ED}" type="presParOf" srcId="{C12F21D1-52C4-420C-B2A4-86915040273A}" destId="{DD64869D-E591-401B-B0C9-ED31E3E2FD54}" srcOrd="3" destOrd="0" presId="urn:microsoft.com/office/officeart/2017/3/layout/DropPinTimeline"/>
    <dgm:cxn modelId="{34015E9E-AB68-4DBD-A987-B286E6A78F09}" type="presParOf" srcId="{C12F21D1-52C4-420C-B2A4-86915040273A}" destId="{CC9B1070-6178-466B-B5ED-AF38BD20D831}" srcOrd="4" destOrd="0" presId="urn:microsoft.com/office/officeart/2017/3/layout/DropPinTimeline"/>
    <dgm:cxn modelId="{96911BF6-1E39-404E-B643-A35C50643C36}" type="presParOf" srcId="{C12F21D1-52C4-420C-B2A4-86915040273A}" destId="{436911EA-9FB0-471E-AAB0-92E83A71AD45}" srcOrd="5" destOrd="0" presId="urn:microsoft.com/office/officeart/2017/3/layout/DropPinTimeline"/>
    <dgm:cxn modelId="{E3DB98CC-B329-4A8A-878E-C8EC461A954A}" type="presParOf" srcId="{883C2A77-963B-4B4F-90AD-CE77987F9C28}" destId="{07751E3A-479F-4ED5-9AF3-3A9A6EB9B275}" srcOrd="1" destOrd="0" presId="urn:microsoft.com/office/officeart/2017/3/layout/DropPinTimeline"/>
    <dgm:cxn modelId="{C3C1E022-7BA0-4738-8F82-80E0B5AF4C19}" type="presParOf" srcId="{883C2A77-963B-4B4F-90AD-CE77987F9C28}" destId="{8C5172AD-6773-4754-83E2-468F203CCF92}" srcOrd="2" destOrd="0" presId="urn:microsoft.com/office/officeart/2017/3/layout/DropPinTimeline"/>
    <dgm:cxn modelId="{9F197BD4-96EE-4597-85B7-BA59130EB5A7}" type="presParOf" srcId="{8C5172AD-6773-4754-83E2-468F203CCF92}" destId="{04408563-C4F6-408C-B0BA-D87F8A8FBB57}" srcOrd="0" destOrd="0" presId="urn:microsoft.com/office/officeart/2017/3/layout/DropPinTimeline"/>
    <dgm:cxn modelId="{CE1774F8-E527-4A69-AD36-B98F94A7258A}" type="presParOf" srcId="{8C5172AD-6773-4754-83E2-468F203CCF92}" destId="{D35350EF-2B7F-487A-9006-BC33694AA66C}" srcOrd="1" destOrd="0" presId="urn:microsoft.com/office/officeart/2017/3/layout/DropPinTimeline"/>
    <dgm:cxn modelId="{3C0D667A-EAD1-4692-8C4F-E0D4457ADAB9}" type="presParOf" srcId="{D35350EF-2B7F-487A-9006-BC33694AA66C}" destId="{27907A9F-8DB3-4BAA-B47B-D3C3B706526D}" srcOrd="0" destOrd="0" presId="urn:microsoft.com/office/officeart/2017/3/layout/DropPinTimeline"/>
    <dgm:cxn modelId="{AC80ED46-7C9C-4C73-9F25-DD68021ED5B9}" type="presParOf" srcId="{D35350EF-2B7F-487A-9006-BC33694AA66C}" destId="{3E3FC77A-F8BB-487E-9B9A-72FA22CE8697}" srcOrd="1" destOrd="0" presId="urn:microsoft.com/office/officeart/2017/3/layout/DropPinTimeline"/>
    <dgm:cxn modelId="{9C7AA8D0-BD09-4B0C-94AE-AC285DBB0B5F}" type="presParOf" srcId="{8C5172AD-6773-4754-83E2-468F203CCF92}" destId="{5FF37531-0FAF-4F08-9D95-35B7FC1EBAF8}" srcOrd="2" destOrd="0" presId="urn:microsoft.com/office/officeart/2017/3/layout/DropPinTimeline"/>
    <dgm:cxn modelId="{5B68282C-2836-454E-B624-B26175849821}" type="presParOf" srcId="{8C5172AD-6773-4754-83E2-468F203CCF92}" destId="{B151FCC9-AC82-4341-A113-982393CE14D6}" srcOrd="3" destOrd="0" presId="urn:microsoft.com/office/officeart/2017/3/layout/DropPinTimeline"/>
    <dgm:cxn modelId="{67F06E8C-A0EA-4AF9-AD5D-F79796BC7CAD}" type="presParOf" srcId="{8C5172AD-6773-4754-83E2-468F203CCF92}" destId="{F06FAF60-3605-4555-A1ED-D9FA4BBD6320}" srcOrd="4" destOrd="0" presId="urn:microsoft.com/office/officeart/2017/3/layout/DropPinTimeline"/>
    <dgm:cxn modelId="{E0FE158D-75D4-4E7F-AAF3-FF7EF19D64FB}" type="presParOf" srcId="{8C5172AD-6773-4754-83E2-468F203CCF92}" destId="{C7925580-9FE7-444C-A77F-0B0A857C0862}" srcOrd="5" destOrd="0" presId="urn:microsoft.com/office/officeart/2017/3/layout/DropPinTimeline"/>
    <dgm:cxn modelId="{16971AA9-5B8A-4DE8-88AE-90A55CF2A988}" type="presParOf" srcId="{883C2A77-963B-4B4F-90AD-CE77987F9C28}" destId="{22143D5C-0CBC-4BE7-9155-5497CF3AB500}" srcOrd="3" destOrd="0" presId="urn:microsoft.com/office/officeart/2017/3/layout/DropPinTimeline"/>
    <dgm:cxn modelId="{0F3C8F32-6577-4BC3-A4A1-ADA906B057E4}" type="presParOf" srcId="{883C2A77-963B-4B4F-90AD-CE77987F9C28}" destId="{7013258E-7F94-44EE-A7B7-8B4DC0F3B280}" srcOrd="4" destOrd="0" presId="urn:microsoft.com/office/officeart/2017/3/layout/DropPinTimeline"/>
    <dgm:cxn modelId="{A44B9978-1A45-4210-A668-C4E7487638B8}" type="presParOf" srcId="{7013258E-7F94-44EE-A7B7-8B4DC0F3B280}" destId="{E2AD21B0-1067-4616-AF8E-6D7D28EDC7CC}" srcOrd="0" destOrd="0" presId="urn:microsoft.com/office/officeart/2017/3/layout/DropPinTimeline"/>
    <dgm:cxn modelId="{182F7DBB-1F0B-47B2-9A22-872D0A35E20A}" type="presParOf" srcId="{7013258E-7F94-44EE-A7B7-8B4DC0F3B280}" destId="{D5CD659F-ECAD-4A41-9134-08523ADEAAA4}" srcOrd="1" destOrd="0" presId="urn:microsoft.com/office/officeart/2017/3/layout/DropPinTimeline"/>
    <dgm:cxn modelId="{12D3BDD1-47F0-4C4B-BE22-5876B95C4956}" type="presParOf" srcId="{D5CD659F-ECAD-4A41-9134-08523ADEAAA4}" destId="{9B3992C0-DFC4-4FFF-A896-0C148FB98C78}" srcOrd="0" destOrd="0" presId="urn:microsoft.com/office/officeart/2017/3/layout/DropPinTimeline"/>
    <dgm:cxn modelId="{21CF54EE-26E4-42DA-9D4B-9DC9C620B265}" type="presParOf" srcId="{D5CD659F-ECAD-4A41-9134-08523ADEAAA4}" destId="{6B19DA6B-9261-40E0-A1CC-7DC5217EAA0E}" srcOrd="1" destOrd="0" presId="urn:microsoft.com/office/officeart/2017/3/layout/DropPinTimeline"/>
    <dgm:cxn modelId="{022AF800-543A-4AD0-85FE-EE669E0D9417}" type="presParOf" srcId="{7013258E-7F94-44EE-A7B7-8B4DC0F3B280}" destId="{4356F3AF-5355-4DDA-BF23-9A959AA82F11}" srcOrd="2" destOrd="0" presId="urn:microsoft.com/office/officeart/2017/3/layout/DropPinTimeline"/>
    <dgm:cxn modelId="{1DC7C005-F7CD-40D6-A9D6-AE30A35F091F}" type="presParOf" srcId="{7013258E-7F94-44EE-A7B7-8B4DC0F3B280}" destId="{F1CC0A3B-0850-4652-AB79-D1C55021783E}" srcOrd="3" destOrd="0" presId="urn:microsoft.com/office/officeart/2017/3/layout/DropPinTimeline"/>
    <dgm:cxn modelId="{99A70AFE-814C-427D-8002-03D96F4722A3}" type="presParOf" srcId="{7013258E-7F94-44EE-A7B7-8B4DC0F3B280}" destId="{3E019BB7-E1DC-4459-B5E1-F7D46CB83B27}" srcOrd="4" destOrd="0" presId="urn:microsoft.com/office/officeart/2017/3/layout/DropPinTimeline"/>
    <dgm:cxn modelId="{5C87ACAE-84F7-45DC-9309-E4FFC5D23318}" type="presParOf" srcId="{7013258E-7F94-44EE-A7B7-8B4DC0F3B280}" destId="{2046F1AD-65B4-4200-A280-2EE38A630AA7}" srcOrd="5" destOrd="0" presId="urn:microsoft.com/office/officeart/2017/3/layout/DropPin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7D1F82-2D13-423F-BA54-6F507C554087}"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292B7F2C-F0B8-4E1A-87A9-A1C5A9A5B365}">
      <dgm:prSet/>
      <dgm:spPr/>
      <dgm:t>
        <a:bodyPr/>
        <a:lstStyle/>
        <a:p>
          <a:r>
            <a:rPr lang="en-US"/>
            <a:t>Revolutionary Principle: </a:t>
          </a:r>
        </a:p>
      </dgm:t>
    </dgm:pt>
    <dgm:pt modelId="{173BC099-4882-4815-8951-F7561B3A1775}" type="parTrans" cxnId="{385E3D1E-E604-4187-81E3-17E908F93565}">
      <dgm:prSet/>
      <dgm:spPr/>
      <dgm:t>
        <a:bodyPr/>
        <a:lstStyle/>
        <a:p>
          <a:endParaRPr lang="en-US"/>
        </a:p>
      </dgm:t>
    </dgm:pt>
    <dgm:pt modelId="{7608573D-0088-4E8B-BA20-87137CDC940E}" type="sibTrans" cxnId="{385E3D1E-E604-4187-81E3-17E908F93565}">
      <dgm:prSet/>
      <dgm:spPr/>
      <dgm:t>
        <a:bodyPr/>
        <a:lstStyle/>
        <a:p>
          <a:endParaRPr lang="en-US"/>
        </a:p>
      </dgm:t>
    </dgm:pt>
    <dgm:pt modelId="{E4F0FAB3-82BA-410B-9C37-910028EFC809}">
      <dgm:prSet/>
      <dgm:spPr/>
      <dgm:t>
        <a:bodyPr/>
        <a:lstStyle/>
        <a:p>
          <a:r>
            <a:rPr lang="en-US"/>
            <a:t>"Placing people's health in people's hands"</a:t>
          </a:r>
        </a:p>
      </dgm:t>
    </dgm:pt>
    <dgm:pt modelId="{3D3ED5C0-C102-4A9D-ABDB-5D4DAA9FE3ED}" type="parTrans" cxnId="{DE3FB629-9400-4DA4-ADB0-15AAD9EBFD41}">
      <dgm:prSet/>
      <dgm:spPr/>
      <dgm:t>
        <a:bodyPr/>
        <a:lstStyle/>
        <a:p>
          <a:endParaRPr lang="en-US"/>
        </a:p>
      </dgm:t>
    </dgm:pt>
    <dgm:pt modelId="{C6CF5062-B916-4051-95BC-89A1F56E9DAF}" type="sibTrans" cxnId="{DE3FB629-9400-4DA4-ADB0-15AAD9EBFD41}">
      <dgm:prSet/>
      <dgm:spPr/>
      <dgm:t>
        <a:bodyPr/>
        <a:lstStyle/>
        <a:p>
          <a:endParaRPr lang="en-US"/>
        </a:p>
      </dgm:t>
    </dgm:pt>
    <dgm:pt modelId="{8CF7E879-14C5-4518-84AA-ECAB2F45AF14}">
      <dgm:prSet/>
      <dgm:spPr/>
      <dgm:t>
        <a:bodyPr/>
        <a:lstStyle/>
        <a:p>
          <a:r>
            <a:rPr lang="en-US"/>
            <a:t>Major Outcomes:</a:t>
          </a:r>
        </a:p>
      </dgm:t>
    </dgm:pt>
    <dgm:pt modelId="{41D248EC-3524-4ECE-853D-8C6931EE1023}" type="parTrans" cxnId="{0A0D2EAD-FF51-4B9B-83B8-310569A4B9EA}">
      <dgm:prSet/>
      <dgm:spPr/>
      <dgm:t>
        <a:bodyPr/>
        <a:lstStyle/>
        <a:p>
          <a:endParaRPr lang="en-US"/>
        </a:p>
      </dgm:t>
    </dgm:pt>
    <dgm:pt modelId="{42CE5822-6200-400A-9EE4-0985B22B4779}" type="sibTrans" cxnId="{0A0D2EAD-FF51-4B9B-83B8-310569A4B9EA}">
      <dgm:prSet/>
      <dgm:spPr/>
      <dgm:t>
        <a:bodyPr/>
        <a:lstStyle/>
        <a:p>
          <a:endParaRPr lang="en-US"/>
        </a:p>
      </dgm:t>
    </dgm:pt>
    <dgm:pt modelId="{1A381260-A0A4-4A02-B8A7-1223B50FD549}">
      <dgm:prSet/>
      <dgm:spPr/>
      <dgm:t>
        <a:bodyPr/>
        <a:lstStyle/>
        <a:p>
          <a:r>
            <a:rPr lang="en-US"/>
            <a:t>- Rural Health Scheme (1977)</a:t>
          </a:r>
        </a:p>
      </dgm:t>
    </dgm:pt>
    <dgm:pt modelId="{630F03C6-2998-43B8-B0CD-0D1D6B03DEA7}" type="parTrans" cxnId="{143CE0C4-BC0A-47DD-9230-5BB3B19B199C}">
      <dgm:prSet/>
      <dgm:spPr/>
      <dgm:t>
        <a:bodyPr/>
        <a:lstStyle/>
        <a:p>
          <a:endParaRPr lang="en-US"/>
        </a:p>
      </dgm:t>
    </dgm:pt>
    <dgm:pt modelId="{4D0AAF3F-5931-418D-8AE3-946C49D756BE}" type="sibTrans" cxnId="{143CE0C4-BC0A-47DD-9230-5BB3B19B199C}">
      <dgm:prSet/>
      <dgm:spPr/>
      <dgm:t>
        <a:bodyPr/>
        <a:lstStyle/>
        <a:p>
          <a:endParaRPr lang="en-US"/>
        </a:p>
      </dgm:t>
    </dgm:pt>
    <dgm:pt modelId="{56226DD2-684A-42DD-B022-CD71939895F0}">
      <dgm:prSet/>
      <dgm:spPr/>
      <dgm:t>
        <a:bodyPr/>
        <a:lstStyle/>
        <a:p>
          <a:r>
            <a:rPr lang="en-US"/>
            <a:t>- Village Health Guide (VHG) Scheme</a:t>
          </a:r>
        </a:p>
      </dgm:t>
    </dgm:pt>
    <dgm:pt modelId="{2718A7AA-3D6D-4D4E-878C-A3F1C7886390}" type="parTrans" cxnId="{FF5080C0-8836-49B1-A827-F209D5E18E01}">
      <dgm:prSet/>
      <dgm:spPr/>
      <dgm:t>
        <a:bodyPr/>
        <a:lstStyle/>
        <a:p>
          <a:endParaRPr lang="en-US"/>
        </a:p>
      </dgm:t>
    </dgm:pt>
    <dgm:pt modelId="{E0EB0A9E-963E-4C1B-A9A3-38E149CB66C6}" type="sibTrans" cxnId="{FF5080C0-8836-49B1-A827-F209D5E18E01}">
      <dgm:prSet/>
      <dgm:spPr/>
      <dgm:t>
        <a:bodyPr/>
        <a:lstStyle/>
        <a:p>
          <a:endParaRPr lang="en-US"/>
        </a:p>
      </dgm:t>
    </dgm:pt>
    <dgm:pt modelId="{8FC8D224-1B08-4504-9E32-A4D71B343E7C}">
      <dgm:prSet/>
      <dgm:spPr/>
      <dgm:t>
        <a:bodyPr/>
        <a:lstStyle/>
        <a:p>
          <a:r>
            <a:rPr lang="en-US"/>
            <a:t>- Community Health Worker training programs</a:t>
          </a:r>
        </a:p>
      </dgm:t>
    </dgm:pt>
    <dgm:pt modelId="{CD327D38-7667-4D65-BDE6-A686AC2E149F}" type="parTrans" cxnId="{B24D5C3B-7158-4081-9DB7-5809D1A0C864}">
      <dgm:prSet/>
      <dgm:spPr/>
      <dgm:t>
        <a:bodyPr/>
        <a:lstStyle/>
        <a:p>
          <a:endParaRPr lang="en-US"/>
        </a:p>
      </dgm:t>
    </dgm:pt>
    <dgm:pt modelId="{2F13D4BE-922E-4B91-A5A2-B9EC397B82A2}" type="sibTrans" cxnId="{B24D5C3B-7158-4081-9DB7-5809D1A0C864}">
      <dgm:prSet/>
      <dgm:spPr/>
      <dgm:t>
        <a:bodyPr/>
        <a:lstStyle/>
        <a:p>
          <a:endParaRPr lang="en-US"/>
        </a:p>
      </dgm:t>
    </dgm:pt>
    <dgm:pt modelId="{D2C16C8E-38E1-4ADB-BCD3-B22753F4F674}">
      <dgm:prSet/>
      <dgm:spPr/>
      <dgm:t>
        <a:bodyPr/>
        <a:lstStyle/>
        <a:p>
          <a:r>
            <a:rPr lang="en-US"/>
            <a:t>- ROME (Reorientation of Medical Education) program</a:t>
          </a:r>
        </a:p>
      </dgm:t>
    </dgm:pt>
    <dgm:pt modelId="{6062DFC5-986E-448C-B8A2-BAE3795FF187}" type="parTrans" cxnId="{42455BAC-B3FF-4DCB-A272-DB3A374A7968}">
      <dgm:prSet/>
      <dgm:spPr/>
      <dgm:t>
        <a:bodyPr/>
        <a:lstStyle/>
        <a:p>
          <a:endParaRPr lang="en-US"/>
        </a:p>
      </dgm:t>
    </dgm:pt>
    <dgm:pt modelId="{9247CE83-02E2-45C4-86B0-FDFCEDD3D8D5}" type="sibTrans" cxnId="{42455BAC-B3FF-4DCB-A272-DB3A374A7968}">
      <dgm:prSet/>
      <dgm:spPr/>
      <dgm:t>
        <a:bodyPr/>
        <a:lstStyle/>
        <a:p>
          <a:endParaRPr lang="en-US"/>
        </a:p>
      </dgm:t>
    </dgm:pt>
    <dgm:pt modelId="{F076616E-8A76-4279-9543-50BB07F1BD63}">
      <dgm:prSet/>
      <dgm:spPr/>
      <dgm:t>
        <a:bodyPr/>
        <a:lstStyle/>
        <a:p>
          <a:r>
            <a:rPr lang="en-US"/>
            <a:t>Modern Legacy: </a:t>
          </a:r>
        </a:p>
      </dgm:t>
    </dgm:pt>
    <dgm:pt modelId="{7B9D082A-DCDE-4621-B992-F75BC335BA60}" type="parTrans" cxnId="{5F34DDDA-2F51-4692-8B1A-2BDDE1B7D44E}">
      <dgm:prSet/>
      <dgm:spPr/>
      <dgm:t>
        <a:bodyPr/>
        <a:lstStyle/>
        <a:p>
          <a:endParaRPr lang="en-US"/>
        </a:p>
      </dgm:t>
    </dgm:pt>
    <dgm:pt modelId="{752580A6-1704-447C-BDAC-20583E46F1D3}" type="sibTrans" cxnId="{5F34DDDA-2F51-4692-8B1A-2BDDE1B7D44E}">
      <dgm:prSet/>
      <dgm:spPr/>
      <dgm:t>
        <a:bodyPr/>
        <a:lstStyle/>
        <a:p>
          <a:endParaRPr lang="en-US"/>
        </a:p>
      </dgm:t>
    </dgm:pt>
    <dgm:pt modelId="{62A1BC08-418F-4DCC-BDC5-34AAF16E766D}">
      <dgm:prSet/>
      <dgm:spPr/>
      <dgm:t>
        <a:bodyPr/>
        <a:lstStyle/>
        <a:p>
          <a:r>
            <a:rPr lang="en-US"/>
            <a:t>Concept led to current ASHA worker program</a:t>
          </a:r>
        </a:p>
      </dgm:t>
    </dgm:pt>
    <dgm:pt modelId="{4B8A852F-22AC-4722-8DAF-0FE44BD2C7D8}" type="parTrans" cxnId="{910E4821-A3B3-4C55-8754-AAE0F6583636}">
      <dgm:prSet/>
      <dgm:spPr/>
      <dgm:t>
        <a:bodyPr/>
        <a:lstStyle/>
        <a:p>
          <a:endParaRPr lang="en-US"/>
        </a:p>
      </dgm:t>
    </dgm:pt>
    <dgm:pt modelId="{20B5F150-B744-4F49-9CD9-8481EB49ADC6}" type="sibTrans" cxnId="{910E4821-A3B3-4C55-8754-AAE0F6583636}">
      <dgm:prSet/>
      <dgm:spPr/>
      <dgm:t>
        <a:bodyPr/>
        <a:lstStyle/>
        <a:p>
          <a:endParaRPr lang="en-US"/>
        </a:p>
      </dgm:t>
    </dgm:pt>
    <dgm:pt modelId="{EC2F104E-F6BC-459C-9959-7C6AEDAEFA64}">
      <dgm:prSet/>
      <dgm:spPr/>
      <dgm:t>
        <a:bodyPr/>
        <a:lstStyle/>
        <a:p>
          <a:r>
            <a:rPr lang="en-US"/>
            <a:t>Clinical Impact: </a:t>
          </a:r>
        </a:p>
      </dgm:t>
    </dgm:pt>
    <dgm:pt modelId="{D83697A4-5706-4FF3-9788-7661DDEB03B8}" type="parTrans" cxnId="{63DCA49A-B2C1-4197-A16F-FD3D2B4EF874}">
      <dgm:prSet/>
      <dgm:spPr/>
      <dgm:t>
        <a:bodyPr/>
        <a:lstStyle/>
        <a:p>
          <a:endParaRPr lang="en-US"/>
        </a:p>
      </dgm:t>
    </dgm:pt>
    <dgm:pt modelId="{2751C09B-B0F7-44D7-BB99-78E5CE90307F}" type="sibTrans" cxnId="{63DCA49A-B2C1-4197-A16F-FD3D2B4EF874}">
      <dgm:prSet/>
      <dgm:spPr/>
      <dgm:t>
        <a:bodyPr/>
        <a:lstStyle/>
        <a:p>
          <a:endParaRPr lang="en-US"/>
        </a:p>
      </dgm:t>
    </dgm:pt>
    <dgm:pt modelId="{33DAEF7D-0BCE-40DB-A0DC-22F8DEE4E8AD}">
      <dgm:prSet/>
      <dgm:spPr/>
      <dgm:t>
        <a:bodyPr/>
        <a:lstStyle/>
        <a:p>
          <a:r>
            <a:rPr lang="en-US"/>
            <a:t>Community participation became integral to healthcare delivery</a:t>
          </a:r>
        </a:p>
      </dgm:t>
    </dgm:pt>
    <dgm:pt modelId="{9C4D6DC3-DBE7-4AFE-9BB1-5205405ACD94}" type="parTrans" cxnId="{F0B9A5BD-2BB9-45FB-A286-57FF2CB634FC}">
      <dgm:prSet/>
      <dgm:spPr/>
      <dgm:t>
        <a:bodyPr/>
        <a:lstStyle/>
        <a:p>
          <a:endParaRPr lang="en-US"/>
        </a:p>
      </dgm:t>
    </dgm:pt>
    <dgm:pt modelId="{02BEDA87-D348-4835-AA41-440852E219DC}" type="sibTrans" cxnId="{F0B9A5BD-2BB9-45FB-A286-57FF2CB634FC}">
      <dgm:prSet/>
      <dgm:spPr/>
      <dgm:t>
        <a:bodyPr/>
        <a:lstStyle/>
        <a:p>
          <a:endParaRPr lang="en-US"/>
        </a:p>
      </dgm:t>
    </dgm:pt>
    <dgm:pt modelId="{FA34E655-7884-4DE6-B46B-01F50CCE0723}" type="pres">
      <dgm:prSet presAssocID="{1C7D1F82-2D13-423F-BA54-6F507C554087}" presName="linear" presStyleCnt="0">
        <dgm:presLayoutVars>
          <dgm:dir/>
          <dgm:animLvl val="lvl"/>
          <dgm:resizeHandles val="exact"/>
        </dgm:presLayoutVars>
      </dgm:prSet>
      <dgm:spPr/>
    </dgm:pt>
    <dgm:pt modelId="{CA8DCD83-ED28-4529-9D3D-15D5D6D37D5B}" type="pres">
      <dgm:prSet presAssocID="{292B7F2C-F0B8-4E1A-87A9-A1C5A9A5B365}" presName="parentLin" presStyleCnt="0"/>
      <dgm:spPr/>
    </dgm:pt>
    <dgm:pt modelId="{01BC3978-30CC-40CF-890B-0505963E3E48}" type="pres">
      <dgm:prSet presAssocID="{292B7F2C-F0B8-4E1A-87A9-A1C5A9A5B365}" presName="parentLeftMargin" presStyleLbl="node1" presStyleIdx="0" presStyleCnt="4"/>
      <dgm:spPr/>
    </dgm:pt>
    <dgm:pt modelId="{2EE726EA-ED13-4DB3-A38F-1FEDCF7CF06B}" type="pres">
      <dgm:prSet presAssocID="{292B7F2C-F0B8-4E1A-87A9-A1C5A9A5B365}" presName="parentText" presStyleLbl="node1" presStyleIdx="0" presStyleCnt="4">
        <dgm:presLayoutVars>
          <dgm:chMax val="0"/>
          <dgm:bulletEnabled val="1"/>
        </dgm:presLayoutVars>
      </dgm:prSet>
      <dgm:spPr/>
    </dgm:pt>
    <dgm:pt modelId="{C5C01F60-6B64-4F7C-83AE-BBDACAEBDBAD}" type="pres">
      <dgm:prSet presAssocID="{292B7F2C-F0B8-4E1A-87A9-A1C5A9A5B365}" presName="negativeSpace" presStyleCnt="0"/>
      <dgm:spPr/>
    </dgm:pt>
    <dgm:pt modelId="{9AC6E8B5-60C4-4489-829F-013C7ED50880}" type="pres">
      <dgm:prSet presAssocID="{292B7F2C-F0B8-4E1A-87A9-A1C5A9A5B365}" presName="childText" presStyleLbl="conFgAcc1" presStyleIdx="0" presStyleCnt="4">
        <dgm:presLayoutVars>
          <dgm:bulletEnabled val="1"/>
        </dgm:presLayoutVars>
      </dgm:prSet>
      <dgm:spPr/>
    </dgm:pt>
    <dgm:pt modelId="{8DC3CEB1-8B0F-4B66-AFAE-96A712F820AC}" type="pres">
      <dgm:prSet presAssocID="{7608573D-0088-4E8B-BA20-87137CDC940E}" presName="spaceBetweenRectangles" presStyleCnt="0"/>
      <dgm:spPr/>
    </dgm:pt>
    <dgm:pt modelId="{576F8A6C-0A36-46FC-BB42-361EAB98C5F7}" type="pres">
      <dgm:prSet presAssocID="{8CF7E879-14C5-4518-84AA-ECAB2F45AF14}" presName="parentLin" presStyleCnt="0"/>
      <dgm:spPr/>
    </dgm:pt>
    <dgm:pt modelId="{BF482C7B-696B-4D28-9581-7424DE3CDD0D}" type="pres">
      <dgm:prSet presAssocID="{8CF7E879-14C5-4518-84AA-ECAB2F45AF14}" presName="parentLeftMargin" presStyleLbl="node1" presStyleIdx="0" presStyleCnt="4"/>
      <dgm:spPr/>
    </dgm:pt>
    <dgm:pt modelId="{784A094F-64A2-4873-AD25-FA539A6D18C6}" type="pres">
      <dgm:prSet presAssocID="{8CF7E879-14C5-4518-84AA-ECAB2F45AF14}" presName="parentText" presStyleLbl="node1" presStyleIdx="1" presStyleCnt="4">
        <dgm:presLayoutVars>
          <dgm:chMax val="0"/>
          <dgm:bulletEnabled val="1"/>
        </dgm:presLayoutVars>
      </dgm:prSet>
      <dgm:spPr/>
    </dgm:pt>
    <dgm:pt modelId="{DBC6A634-8E2F-45C0-979F-87F695ADF1B9}" type="pres">
      <dgm:prSet presAssocID="{8CF7E879-14C5-4518-84AA-ECAB2F45AF14}" presName="negativeSpace" presStyleCnt="0"/>
      <dgm:spPr/>
    </dgm:pt>
    <dgm:pt modelId="{16C34DA7-E214-4EC4-88A1-BB5CE36AEE7F}" type="pres">
      <dgm:prSet presAssocID="{8CF7E879-14C5-4518-84AA-ECAB2F45AF14}" presName="childText" presStyleLbl="conFgAcc1" presStyleIdx="1" presStyleCnt="4">
        <dgm:presLayoutVars>
          <dgm:bulletEnabled val="1"/>
        </dgm:presLayoutVars>
      </dgm:prSet>
      <dgm:spPr/>
    </dgm:pt>
    <dgm:pt modelId="{FAA96262-7B8D-4066-9515-E48D1FB24B12}" type="pres">
      <dgm:prSet presAssocID="{42CE5822-6200-400A-9EE4-0985B22B4779}" presName="spaceBetweenRectangles" presStyleCnt="0"/>
      <dgm:spPr/>
    </dgm:pt>
    <dgm:pt modelId="{32CC0544-6381-4A67-95FF-8CC89EFA60F3}" type="pres">
      <dgm:prSet presAssocID="{F076616E-8A76-4279-9543-50BB07F1BD63}" presName="parentLin" presStyleCnt="0"/>
      <dgm:spPr/>
    </dgm:pt>
    <dgm:pt modelId="{27F84A3E-9B08-4F7F-B66D-3991510C5250}" type="pres">
      <dgm:prSet presAssocID="{F076616E-8A76-4279-9543-50BB07F1BD63}" presName="parentLeftMargin" presStyleLbl="node1" presStyleIdx="1" presStyleCnt="4"/>
      <dgm:spPr/>
    </dgm:pt>
    <dgm:pt modelId="{8D2FC62C-0F7B-4E61-9F66-10AE1CE3CD72}" type="pres">
      <dgm:prSet presAssocID="{F076616E-8A76-4279-9543-50BB07F1BD63}" presName="parentText" presStyleLbl="node1" presStyleIdx="2" presStyleCnt="4">
        <dgm:presLayoutVars>
          <dgm:chMax val="0"/>
          <dgm:bulletEnabled val="1"/>
        </dgm:presLayoutVars>
      </dgm:prSet>
      <dgm:spPr/>
    </dgm:pt>
    <dgm:pt modelId="{152639E6-23BB-41B7-B47A-AC9367FDFCFF}" type="pres">
      <dgm:prSet presAssocID="{F076616E-8A76-4279-9543-50BB07F1BD63}" presName="negativeSpace" presStyleCnt="0"/>
      <dgm:spPr/>
    </dgm:pt>
    <dgm:pt modelId="{055AB24C-2D80-4DE7-8F06-45928F5F5A99}" type="pres">
      <dgm:prSet presAssocID="{F076616E-8A76-4279-9543-50BB07F1BD63}" presName="childText" presStyleLbl="conFgAcc1" presStyleIdx="2" presStyleCnt="4">
        <dgm:presLayoutVars>
          <dgm:bulletEnabled val="1"/>
        </dgm:presLayoutVars>
      </dgm:prSet>
      <dgm:spPr/>
    </dgm:pt>
    <dgm:pt modelId="{5F82D009-7BE9-4DBC-B3A4-E4F477C3AD95}" type="pres">
      <dgm:prSet presAssocID="{752580A6-1704-447C-BDAC-20583E46F1D3}" presName="spaceBetweenRectangles" presStyleCnt="0"/>
      <dgm:spPr/>
    </dgm:pt>
    <dgm:pt modelId="{2B1AA3C2-5BD7-475A-B05B-CA0A62105F94}" type="pres">
      <dgm:prSet presAssocID="{EC2F104E-F6BC-459C-9959-7C6AEDAEFA64}" presName="parentLin" presStyleCnt="0"/>
      <dgm:spPr/>
    </dgm:pt>
    <dgm:pt modelId="{48240122-5967-4EBD-BB3F-C31222946D75}" type="pres">
      <dgm:prSet presAssocID="{EC2F104E-F6BC-459C-9959-7C6AEDAEFA64}" presName="parentLeftMargin" presStyleLbl="node1" presStyleIdx="2" presStyleCnt="4"/>
      <dgm:spPr/>
    </dgm:pt>
    <dgm:pt modelId="{872DDE7C-ABA1-4B0F-9683-B9A209900728}" type="pres">
      <dgm:prSet presAssocID="{EC2F104E-F6BC-459C-9959-7C6AEDAEFA64}" presName="parentText" presStyleLbl="node1" presStyleIdx="3" presStyleCnt="4">
        <dgm:presLayoutVars>
          <dgm:chMax val="0"/>
          <dgm:bulletEnabled val="1"/>
        </dgm:presLayoutVars>
      </dgm:prSet>
      <dgm:spPr/>
    </dgm:pt>
    <dgm:pt modelId="{663856F9-4CB2-43F2-8605-A01D9A93A32C}" type="pres">
      <dgm:prSet presAssocID="{EC2F104E-F6BC-459C-9959-7C6AEDAEFA64}" presName="negativeSpace" presStyleCnt="0"/>
      <dgm:spPr/>
    </dgm:pt>
    <dgm:pt modelId="{A81C669A-41DF-44D2-A256-4A471921274F}" type="pres">
      <dgm:prSet presAssocID="{EC2F104E-F6BC-459C-9959-7C6AEDAEFA64}" presName="childText" presStyleLbl="conFgAcc1" presStyleIdx="3" presStyleCnt="4">
        <dgm:presLayoutVars>
          <dgm:bulletEnabled val="1"/>
        </dgm:presLayoutVars>
      </dgm:prSet>
      <dgm:spPr/>
    </dgm:pt>
  </dgm:ptLst>
  <dgm:cxnLst>
    <dgm:cxn modelId="{D633BD01-173A-466D-942C-2C75D5397FBA}" type="presOf" srcId="{D2C16C8E-38E1-4ADB-BCD3-B22753F4F674}" destId="{16C34DA7-E214-4EC4-88A1-BB5CE36AEE7F}" srcOrd="0" destOrd="3" presId="urn:microsoft.com/office/officeart/2005/8/layout/list1"/>
    <dgm:cxn modelId="{AD669B05-57DB-4830-BA80-FDDE096B2450}" type="presOf" srcId="{33DAEF7D-0BCE-40DB-A0DC-22F8DEE4E8AD}" destId="{A81C669A-41DF-44D2-A256-4A471921274F}" srcOrd="0" destOrd="0" presId="urn:microsoft.com/office/officeart/2005/8/layout/list1"/>
    <dgm:cxn modelId="{B905AA0A-625E-45E6-A47C-E7A0881DE727}" type="presOf" srcId="{56226DD2-684A-42DD-B022-CD71939895F0}" destId="{16C34DA7-E214-4EC4-88A1-BB5CE36AEE7F}" srcOrd="0" destOrd="1" presId="urn:microsoft.com/office/officeart/2005/8/layout/list1"/>
    <dgm:cxn modelId="{385E3D1E-E604-4187-81E3-17E908F93565}" srcId="{1C7D1F82-2D13-423F-BA54-6F507C554087}" destId="{292B7F2C-F0B8-4E1A-87A9-A1C5A9A5B365}" srcOrd="0" destOrd="0" parTransId="{173BC099-4882-4815-8951-F7561B3A1775}" sibTransId="{7608573D-0088-4E8B-BA20-87137CDC940E}"/>
    <dgm:cxn modelId="{51BEFB1E-D65E-4A27-801E-76C74BA0763E}" type="presOf" srcId="{292B7F2C-F0B8-4E1A-87A9-A1C5A9A5B365}" destId="{01BC3978-30CC-40CF-890B-0505963E3E48}" srcOrd="0" destOrd="0" presId="urn:microsoft.com/office/officeart/2005/8/layout/list1"/>
    <dgm:cxn modelId="{910E4821-A3B3-4C55-8754-AAE0F6583636}" srcId="{F076616E-8A76-4279-9543-50BB07F1BD63}" destId="{62A1BC08-418F-4DCC-BDC5-34AAF16E766D}" srcOrd="0" destOrd="0" parTransId="{4B8A852F-22AC-4722-8DAF-0FE44BD2C7D8}" sibTransId="{20B5F150-B744-4F49-9CD9-8481EB49ADC6}"/>
    <dgm:cxn modelId="{17F24C21-4D38-429D-9F95-EB6D3F925CD4}" type="presOf" srcId="{62A1BC08-418F-4DCC-BDC5-34AAF16E766D}" destId="{055AB24C-2D80-4DE7-8F06-45928F5F5A99}" srcOrd="0" destOrd="0" presId="urn:microsoft.com/office/officeart/2005/8/layout/list1"/>
    <dgm:cxn modelId="{DE3FB629-9400-4DA4-ADB0-15AAD9EBFD41}" srcId="{292B7F2C-F0B8-4E1A-87A9-A1C5A9A5B365}" destId="{E4F0FAB3-82BA-410B-9C37-910028EFC809}" srcOrd="0" destOrd="0" parTransId="{3D3ED5C0-C102-4A9D-ABDB-5D4DAA9FE3ED}" sibTransId="{C6CF5062-B916-4051-95BC-89A1F56E9DAF}"/>
    <dgm:cxn modelId="{CCFF7F31-589F-435D-BDAE-E8C35FFBCD97}" type="presOf" srcId="{EC2F104E-F6BC-459C-9959-7C6AEDAEFA64}" destId="{48240122-5967-4EBD-BB3F-C31222946D75}" srcOrd="0" destOrd="0" presId="urn:microsoft.com/office/officeart/2005/8/layout/list1"/>
    <dgm:cxn modelId="{B24D5C3B-7158-4081-9DB7-5809D1A0C864}" srcId="{8CF7E879-14C5-4518-84AA-ECAB2F45AF14}" destId="{8FC8D224-1B08-4504-9E32-A4D71B343E7C}" srcOrd="2" destOrd="0" parTransId="{CD327D38-7667-4D65-BDE6-A686AC2E149F}" sibTransId="{2F13D4BE-922E-4B91-A5A2-B9EC397B82A2}"/>
    <dgm:cxn modelId="{4208B73B-2F18-4A64-96C9-4B8B1F6EEC1F}" type="presOf" srcId="{292B7F2C-F0B8-4E1A-87A9-A1C5A9A5B365}" destId="{2EE726EA-ED13-4DB3-A38F-1FEDCF7CF06B}" srcOrd="1" destOrd="0" presId="urn:microsoft.com/office/officeart/2005/8/layout/list1"/>
    <dgm:cxn modelId="{8442C83C-A73E-4400-82FE-0BABAACB150F}" type="presOf" srcId="{8FC8D224-1B08-4504-9E32-A4D71B343E7C}" destId="{16C34DA7-E214-4EC4-88A1-BB5CE36AEE7F}" srcOrd="0" destOrd="2" presId="urn:microsoft.com/office/officeart/2005/8/layout/list1"/>
    <dgm:cxn modelId="{DB7CEA50-1C9A-4C34-9AA2-C6737D072B1B}" type="presOf" srcId="{EC2F104E-F6BC-459C-9959-7C6AEDAEFA64}" destId="{872DDE7C-ABA1-4B0F-9683-B9A209900728}" srcOrd="1" destOrd="0" presId="urn:microsoft.com/office/officeart/2005/8/layout/list1"/>
    <dgm:cxn modelId="{6608AF8D-4557-4D6D-8F29-E1D6EA8015AA}" type="presOf" srcId="{8CF7E879-14C5-4518-84AA-ECAB2F45AF14}" destId="{BF482C7B-696B-4D28-9581-7424DE3CDD0D}" srcOrd="0" destOrd="0" presId="urn:microsoft.com/office/officeart/2005/8/layout/list1"/>
    <dgm:cxn modelId="{63DCA49A-B2C1-4197-A16F-FD3D2B4EF874}" srcId="{1C7D1F82-2D13-423F-BA54-6F507C554087}" destId="{EC2F104E-F6BC-459C-9959-7C6AEDAEFA64}" srcOrd="3" destOrd="0" parTransId="{D83697A4-5706-4FF3-9788-7661DDEB03B8}" sibTransId="{2751C09B-B0F7-44D7-BB99-78E5CE90307F}"/>
    <dgm:cxn modelId="{2E3F58A4-A7EF-4926-9124-72B513572413}" type="presOf" srcId="{8CF7E879-14C5-4518-84AA-ECAB2F45AF14}" destId="{784A094F-64A2-4873-AD25-FA539A6D18C6}" srcOrd="1" destOrd="0" presId="urn:microsoft.com/office/officeart/2005/8/layout/list1"/>
    <dgm:cxn modelId="{023359A8-8249-4246-B7E9-7D6FE48D347E}" type="presOf" srcId="{1C7D1F82-2D13-423F-BA54-6F507C554087}" destId="{FA34E655-7884-4DE6-B46B-01F50CCE0723}" srcOrd="0" destOrd="0" presId="urn:microsoft.com/office/officeart/2005/8/layout/list1"/>
    <dgm:cxn modelId="{42455BAC-B3FF-4DCB-A272-DB3A374A7968}" srcId="{8CF7E879-14C5-4518-84AA-ECAB2F45AF14}" destId="{D2C16C8E-38E1-4ADB-BCD3-B22753F4F674}" srcOrd="3" destOrd="0" parTransId="{6062DFC5-986E-448C-B8A2-BAE3795FF187}" sibTransId="{9247CE83-02E2-45C4-86B0-FDFCEDD3D8D5}"/>
    <dgm:cxn modelId="{0A0D2EAD-FF51-4B9B-83B8-310569A4B9EA}" srcId="{1C7D1F82-2D13-423F-BA54-6F507C554087}" destId="{8CF7E879-14C5-4518-84AA-ECAB2F45AF14}" srcOrd="1" destOrd="0" parTransId="{41D248EC-3524-4ECE-853D-8C6931EE1023}" sibTransId="{42CE5822-6200-400A-9EE4-0985B22B4779}"/>
    <dgm:cxn modelId="{F0B9A5BD-2BB9-45FB-A286-57FF2CB634FC}" srcId="{EC2F104E-F6BC-459C-9959-7C6AEDAEFA64}" destId="{33DAEF7D-0BCE-40DB-A0DC-22F8DEE4E8AD}" srcOrd="0" destOrd="0" parTransId="{9C4D6DC3-DBE7-4AFE-9BB1-5205405ACD94}" sibTransId="{02BEDA87-D348-4835-AA41-440852E219DC}"/>
    <dgm:cxn modelId="{FF5080C0-8836-49B1-A827-F209D5E18E01}" srcId="{8CF7E879-14C5-4518-84AA-ECAB2F45AF14}" destId="{56226DD2-684A-42DD-B022-CD71939895F0}" srcOrd="1" destOrd="0" parTransId="{2718A7AA-3D6D-4D4E-878C-A3F1C7886390}" sibTransId="{E0EB0A9E-963E-4C1B-A9A3-38E149CB66C6}"/>
    <dgm:cxn modelId="{85DACBC1-9DF3-4057-9B24-1799997B1475}" type="presOf" srcId="{1A381260-A0A4-4A02-B8A7-1223B50FD549}" destId="{16C34DA7-E214-4EC4-88A1-BB5CE36AEE7F}" srcOrd="0" destOrd="0" presId="urn:microsoft.com/office/officeart/2005/8/layout/list1"/>
    <dgm:cxn modelId="{143CE0C4-BC0A-47DD-9230-5BB3B19B199C}" srcId="{8CF7E879-14C5-4518-84AA-ECAB2F45AF14}" destId="{1A381260-A0A4-4A02-B8A7-1223B50FD549}" srcOrd="0" destOrd="0" parTransId="{630F03C6-2998-43B8-B0CD-0D1D6B03DEA7}" sibTransId="{4D0AAF3F-5931-418D-8AE3-946C49D756BE}"/>
    <dgm:cxn modelId="{FDEF22D1-D555-48A8-AE45-2878871FC427}" type="presOf" srcId="{F076616E-8A76-4279-9543-50BB07F1BD63}" destId="{27F84A3E-9B08-4F7F-B66D-3991510C5250}" srcOrd="0" destOrd="0" presId="urn:microsoft.com/office/officeart/2005/8/layout/list1"/>
    <dgm:cxn modelId="{5F34DDDA-2F51-4692-8B1A-2BDDE1B7D44E}" srcId="{1C7D1F82-2D13-423F-BA54-6F507C554087}" destId="{F076616E-8A76-4279-9543-50BB07F1BD63}" srcOrd="2" destOrd="0" parTransId="{7B9D082A-DCDE-4621-B992-F75BC335BA60}" sibTransId="{752580A6-1704-447C-BDAC-20583E46F1D3}"/>
    <dgm:cxn modelId="{F0BF05EC-A55B-462A-9996-2D8022DEACB4}" type="presOf" srcId="{E4F0FAB3-82BA-410B-9C37-910028EFC809}" destId="{9AC6E8B5-60C4-4489-829F-013C7ED50880}" srcOrd="0" destOrd="0" presId="urn:microsoft.com/office/officeart/2005/8/layout/list1"/>
    <dgm:cxn modelId="{67D0BFEE-9D12-46FD-848A-77A7208B47C6}" type="presOf" srcId="{F076616E-8A76-4279-9543-50BB07F1BD63}" destId="{8D2FC62C-0F7B-4E61-9F66-10AE1CE3CD72}" srcOrd="1" destOrd="0" presId="urn:microsoft.com/office/officeart/2005/8/layout/list1"/>
    <dgm:cxn modelId="{0D591A86-DBB3-42C1-946C-FC68E87CF473}" type="presParOf" srcId="{FA34E655-7884-4DE6-B46B-01F50CCE0723}" destId="{CA8DCD83-ED28-4529-9D3D-15D5D6D37D5B}" srcOrd="0" destOrd="0" presId="urn:microsoft.com/office/officeart/2005/8/layout/list1"/>
    <dgm:cxn modelId="{9B1929B4-DA62-4DC5-ACE0-6F65E580CD01}" type="presParOf" srcId="{CA8DCD83-ED28-4529-9D3D-15D5D6D37D5B}" destId="{01BC3978-30CC-40CF-890B-0505963E3E48}" srcOrd="0" destOrd="0" presId="urn:microsoft.com/office/officeart/2005/8/layout/list1"/>
    <dgm:cxn modelId="{F5DB5B95-399D-4A64-872E-6942A0D63381}" type="presParOf" srcId="{CA8DCD83-ED28-4529-9D3D-15D5D6D37D5B}" destId="{2EE726EA-ED13-4DB3-A38F-1FEDCF7CF06B}" srcOrd="1" destOrd="0" presId="urn:microsoft.com/office/officeart/2005/8/layout/list1"/>
    <dgm:cxn modelId="{DA4C437D-0F18-4F45-85BE-028ACF8FA246}" type="presParOf" srcId="{FA34E655-7884-4DE6-B46B-01F50CCE0723}" destId="{C5C01F60-6B64-4F7C-83AE-BBDACAEBDBAD}" srcOrd="1" destOrd="0" presId="urn:microsoft.com/office/officeart/2005/8/layout/list1"/>
    <dgm:cxn modelId="{05DE7986-D358-4168-AF4C-2881EA51C444}" type="presParOf" srcId="{FA34E655-7884-4DE6-B46B-01F50CCE0723}" destId="{9AC6E8B5-60C4-4489-829F-013C7ED50880}" srcOrd="2" destOrd="0" presId="urn:microsoft.com/office/officeart/2005/8/layout/list1"/>
    <dgm:cxn modelId="{1F07FBA4-D9BE-42E2-A30F-3E9736EECDDC}" type="presParOf" srcId="{FA34E655-7884-4DE6-B46B-01F50CCE0723}" destId="{8DC3CEB1-8B0F-4B66-AFAE-96A712F820AC}" srcOrd="3" destOrd="0" presId="urn:microsoft.com/office/officeart/2005/8/layout/list1"/>
    <dgm:cxn modelId="{19606F1F-C80A-4864-AEC2-B843710471ED}" type="presParOf" srcId="{FA34E655-7884-4DE6-B46B-01F50CCE0723}" destId="{576F8A6C-0A36-46FC-BB42-361EAB98C5F7}" srcOrd="4" destOrd="0" presId="urn:microsoft.com/office/officeart/2005/8/layout/list1"/>
    <dgm:cxn modelId="{207F1576-FE69-4BB5-B712-808C7E9B1223}" type="presParOf" srcId="{576F8A6C-0A36-46FC-BB42-361EAB98C5F7}" destId="{BF482C7B-696B-4D28-9581-7424DE3CDD0D}" srcOrd="0" destOrd="0" presId="urn:microsoft.com/office/officeart/2005/8/layout/list1"/>
    <dgm:cxn modelId="{E220E52C-72D9-4863-94D2-F279A72BF1D6}" type="presParOf" srcId="{576F8A6C-0A36-46FC-BB42-361EAB98C5F7}" destId="{784A094F-64A2-4873-AD25-FA539A6D18C6}" srcOrd="1" destOrd="0" presId="urn:microsoft.com/office/officeart/2005/8/layout/list1"/>
    <dgm:cxn modelId="{F19BF139-E3F6-4D9D-8D00-567E831F15CB}" type="presParOf" srcId="{FA34E655-7884-4DE6-B46B-01F50CCE0723}" destId="{DBC6A634-8E2F-45C0-979F-87F695ADF1B9}" srcOrd="5" destOrd="0" presId="urn:microsoft.com/office/officeart/2005/8/layout/list1"/>
    <dgm:cxn modelId="{DE845118-C99A-4892-BF0B-57F30B45E05B}" type="presParOf" srcId="{FA34E655-7884-4DE6-B46B-01F50CCE0723}" destId="{16C34DA7-E214-4EC4-88A1-BB5CE36AEE7F}" srcOrd="6" destOrd="0" presId="urn:microsoft.com/office/officeart/2005/8/layout/list1"/>
    <dgm:cxn modelId="{0D85FAE5-4E6E-4B58-90B5-F9E20DFD45F6}" type="presParOf" srcId="{FA34E655-7884-4DE6-B46B-01F50CCE0723}" destId="{FAA96262-7B8D-4066-9515-E48D1FB24B12}" srcOrd="7" destOrd="0" presId="urn:microsoft.com/office/officeart/2005/8/layout/list1"/>
    <dgm:cxn modelId="{C7E8508F-2D95-4BB4-B4F1-B8689C366316}" type="presParOf" srcId="{FA34E655-7884-4DE6-B46B-01F50CCE0723}" destId="{32CC0544-6381-4A67-95FF-8CC89EFA60F3}" srcOrd="8" destOrd="0" presId="urn:microsoft.com/office/officeart/2005/8/layout/list1"/>
    <dgm:cxn modelId="{4D670B29-5071-4527-9E4F-3ACF6F8687BC}" type="presParOf" srcId="{32CC0544-6381-4A67-95FF-8CC89EFA60F3}" destId="{27F84A3E-9B08-4F7F-B66D-3991510C5250}" srcOrd="0" destOrd="0" presId="urn:microsoft.com/office/officeart/2005/8/layout/list1"/>
    <dgm:cxn modelId="{AB492080-9C2F-495D-A388-B664ECD1883C}" type="presParOf" srcId="{32CC0544-6381-4A67-95FF-8CC89EFA60F3}" destId="{8D2FC62C-0F7B-4E61-9F66-10AE1CE3CD72}" srcOrd="1" destOrd="0" presId="urn:microsoft.com/office/officeart/2005/8/layout/list1"/>
    <dgm:cxn modelId="{C743BCEB-D545-4D97-B23D-CDDCD7155D45}" type="presParOf" srcId="{FA34E655-7884-4DE6-B46B-01F50CCE0723}" destId="{152639E6-23BB-41B7-B47A-AC9367FDFCFF}" srcOrd="9" destOrd="0" presId="urn:microsoft.com/office/officeart/2005/8/layout/list1"/>
    <dgm:cxn modelId="{FCF9BE91-D3BE-423B-A55B-6B37F454C6E9}" type="presParOf" srcId="{FA34E655-7884-4DE6-B46B-01F50CCE0723}" destId="{055AB24C-2D80-4DE7-8F06-45928F5F5A99}" srcOrd="10" destOrd="0" presId="urn:microsoft.com/office/officeart/2005/8/layout/list1"/>
    <dgm:cxn modelId="{CB902046-5EE6-4BCB-9CF4-407C49AFA12E}" type="presParOf" srcId="{FA34E655-7884-4DE6-B46B-01F50CCE0723}" destId="{5F82D009-7BE9-4DBC-B3A4-E4F477C3AD95}" srcOrd="11" destOrd="0" presId="urn:microsoft.com/office/officeart/2005/8/layout/list1"/>
    <dgm:cxn modelId="{6D0869A0-CE74-4E89-9C65-7552AE3DBAC8}" type="presParOf" srcId="{FA34E655-7884-4DE6-B46B-01F50CCE0723}" destId="{2B1AA3C2-5BD7-475A-B05B-CA0A62105F94}" srcOrd="12" destOrd="0" presId="urn:microsoft.com/office/officeart/2005/8/layout/list1"/>
    <dgm:cxn modelId="{90874A5D-554D-4325-9FD1-A4E3ABC3DBC7}" type="presParOf" srcId="{2B1AA3C2-5BD7-475A-B05B-CA0A62105F94}" destId="{48240122-5967-4EBD-BB3F-C31222946D75}" srcOrd="0" destOrd="0" presId="urn:microsoft.com/office/officeart/2005/8/layout/list1"/>
    <dgm:cxn modelId="{0A3B2322-12F5-4F3D-92EF-53FBEC27707E}" type="presParOf" srcId="{2B1AA3C2-5BD7-475A-B05B-CA0A62105F94}" destId="{872DDE7C-ABA1-4B0F-9683-B9A209900728}" srcOrd="1" destOrd="0" presId="urn:microsoft.com/office/officeart/2005/8/layout/list1"/>
    <dgm:cxn modelId="{1DC20DFA-B02C-4C35-90A0-11FE8D3ABFB0}" type="presParOf" srcId="{FA34E655-7884-4DE6-B46B-01F50CCE0723}" destId="{663856F9-4CB2-43F2-8605-A01D9A93A32C}" srcOrd="13" destOrd="0" presId="urn:microsoft.com/office/officeart/2005/8/layout/list1"/>
    <dgm:cxn modelId="{957C579B-1C29-4897-B049-8AE1E00CF8A0}" type="presParOf" srcId="{FA34E655-7884-4DE6-B46B-01F50CCE0723}" destId="{A81C669A-41DF-44D2-A256-4A471921274F}"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3F85543-6453-431E-A69D-17C1CB04DB6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B4471EF-941A-47F9-A500-EAD36F405E5B}">
      <dgm:prSet/>
      <dgm:spPr/>
      <dgm:t>
        <a:bodyPr/>
        <a:lstStyle/>
        <a:p>
          <a:r>
            <a:rPr lang="en-US"/>
            <a:t>Kartar Singh Committee (1973):</a:t>
          </a:r>
        </a:p>
      </dgm:t>
    </dgm:pt>
    <dgm:pt modelId="{E644FDFF-BA74-42BA-A798-5E13F3656284}" type="parTrans" cxnId="{2209B8FD-8CC2-41FD-8930-9C9D9A27D32B}">
      <dgm:prSet/>
      <dgm:spPr/>
      <dgm:t>
        <a:bodyPr/>
        <a:lstStyle/>
        <a:p>
          <a:endParaRPr lang="en-US"/>
        </a:p>
      </dgm:t>
    </dgm:pt>
    <dgm:pt modelId="{5ECA781D-1B10-40CE-A76F-3B2E0AF1A383}" type="sibTrans" cxnId="{2209B8FD-8CC2-41FD-8930-9C9D9A27D32B}">
      <dgm:prSet/>
      <dgm:spPr/>
      <dgm:t>
        <a:bodyPr/>
        <a:lstStyle/>
        <a:p>
          <a:endParaRPr lang="en-US"/>
        </a:p>
      </dgm:t>
    </dgm:pt>
    <dgm:pt modelId="{A88ECE38-7E3B-45AF-B4E1-0E4B61EE82D7}">
      <dgm:prSet/>
      <dgm:spPr/>
      <dgm:t>
        <a:bodyPr/>
        <a:lstStyle/>
        <a:p>
          <a:r>
            <a:rPr lang="en-US"/>
            <a:t>- Reviewed and refined multipurpose worker scheme</a:t>
          </a:r>
        </a:p>
      </dgm:t>
    </dgm:pt>
    <dgm:pt modelId="{0F513DE1-CF80-44C4-9A75-827DF7911AB5}" type="parTrans" cxnId="{008EB7DE-B352-4FF8-A84D-7F4B6EF619DB}">
      <dgm:prSet/>
      <dgm:spPr/>
      <dgm:t>
        <a:bodyPr/>
        <a:lstStyle/>
        <a:p>
          <a:endParaRPr lang="en-US"/>
        </a:p>
      </dgm:t>
    </dgm:pt>
    <dgm:pt modelId="{1629648B-AAE2-470A-B0BA-F88FA658C274}" type="sibTrans" cxnId="{008EB7DE-B352-4FF8-A84D-7F4B6EF619DB}">
      <dgm:prSet/>
      <dgm:spPr/>
      <dgm:t>
        <a:bodyPr/>
        <a:lstStyle/>
        <a:p>
          <a:endParaRPr lang="en-US"/>
        </a:p>
      </dgm:t>
    </dgm:pt>
    <dgm:pt modelId="{7E2025FC-1CF0-4EBB-9751-DB1619A39607}">
      <dgm:prSet/>
      <dgm:spPr/>
      <dgm:t>
        <a:bodyPr/>
        <a:lstStyle/>
        <a:p>
          <a:r>
            <a:rPr lang="en-US"/>
            <a:t>- Enhanced community health worker roles and responsibilities</a:t>
          </a:r>
        </a:p>
      </dgm:t>
    </dgm:pt>
    <dgm:pt modelId="{632DD84C-1254-403E-B04E-D03CCD979318}" type="parTrans" cxnId="{A8DCFCB1-1157-4B2B-8676-C798289C3802}">
      <dgm:prSet/>
      <dgm:spPr/>
      <dgm:t>
        <a:bodyPr/>
        <a:lstStyle/>
        <a:p>
          <a:endParaRPr lang="en-US"/>
        </a:p>
      </dgm:t>
    </dgm:pt>
    <dgm:pt modelId="{594C046D-0F20-40AF-ADEF-AA80AC51EBBC}" type="sibTrans" cxnId="{A8DCFCB1-1157-4B2B-8676-C798289C3802}">
      <dgm:prSet/>
      <dgm:spPr/>
      <dgm:t>
        <a:bodyPr/>
        <a:lstStyle/>
        <a:p>
          <a:endParaRPr lang="en-US"/>
        </a:p>
      </dgm:t>
    </dgm:pt>
    <dgm:pt modelId="{2BB13449-220D-4021-B652-2516AD88CF6B}">
      <dgm:prSet/>
      <dgm:spPr/>
      <dgm:t>
        <a:bodyPr/>
        <a:lstStyle/>
        <a:p>
          <a:r>
            <a:rPr lang="en-US"/>
            <a:t>Shivaraman Committee:</a:t>
          </a:r>
        </a:p>
      </dgm:t>
    </dgm:pt>
    <dgm:pt modelId="{0CAB076E-53FE-4D9B-9A1B-E6E371122B12}" type="parTrans" cxnId="{A35A2B06-C701-4B56-87B4-5938A5DB3CA4}">
      <dgm:prSet/>
      <dgm:spPr/>
      <dgm:t>
        <a:bodyPr/>
        <a:lstStyle/>
        <a:p>
          <a:endParaRPr lang="en-US"/>
        </a:p>
      </dgm:t>
    </dgm:pt>
    <dgm:pt modelId="{6A442A4E-D37D-4FEE-9A91-FE4F6795DB42}" type="sibTrans" cxnId="{A35A2B06-C701-4B56-87B4-5938A5DB3CA4}">
      <dgm:prSet/>
      <dgm:spPr/>
      <dgm:t>
        <a:bodyPr/>
        <a:lstStyle/>
        <a:p>
          <a:endParaRPr lang="en-US"/>
        </a:p>
      </dgm:t>
    </dgm:pt>
    <dgm:pt modelId="{D0265AC4-BE61-4FE1-9D37-FE6FD795545B}">
      <dgm:prSet/>
      <dgm:spPr/>
      <dgm:t>
        <a:bodyPr/>
        <a:lstStyle/>
        <a:p>
          <a:r>
            <a:rPr lang="en-US"/>
            <a:t>- Innovation: Basic Rural Doctors concept</a:t>
          </a:r>
        </a:p>
      </dgm:t>
    </dgm:pt>
    <dgm:pt modelId="{5D57D1DB-F861-4ED6-BB7E-60CBDF597EAD}" type="parTrans" cxnId="{82A2407C-3428-4F1B-B0EF-6D6A5D9115E7}">
      <dgm:prSet/>
      <dgm:spPr/>
      <dgm:t>
        <a:bodyPr/>
        <a:lstStyle/>
        <a:p>
          <a:endParaRPr lang="en-US"/>
        </a:p>
      </dgm:t>
    </dgm:pt>
    <dgm:pt modelId="{6C646FDE-9F78-448C-B764-04E3E4E38D21}" type="sibTrans" cxnId="{82A2407C-3428-4F1B-B0EF-6D6A5D9115E7}">
      <dgm:prSet/>
      <dgm:spPr/>
      <dgm:t>
        <a:bodyPr/>
        <a:lstStyle/>
        <a:p>
          <a:endParaRPr lang="en-US"/>
        </a:p>
      </dgm:t>
    </dgm:pt>
    <dgm:pt modelId="{C46D916F-C6B7-4120-828E-96FF263CA752}">
      <dgm:prSet/>
      <dgm:spPr/>
      <dgm:t>
        <a:bodyPr/>
        <a:lstStyle/>
        <a:p>
          <a:r>
            <a:rPr lang="en-US"/>
            <a:t>- Trained paraprofessionals specifically for rural healthcare needs</a:t>
          </a:r>
        </a:p>
      </dgm:t>
    </dgm:pt>
    <dgm:pt modelId="{C77B3363-F760-4E54-A7FA-33CCA8AB0AF1}" type="parTrans" cxnId="{0FEAEDD2-30CA-45F9-8AA5-1098B3723EB6}">
      <dgm:prSet/>
      <dgm:spPr/>
      <dgm:t>
        <a:bodyPr/>
        <a:lstStyle/>
        <a:p>
          <a:endParaRPr lang="en-US"/>
        </a:p>
      </dgm:t>
    </dgm:pt>
    <dgm:pt modelId="{9488DFAD-02D5-41C5-A38B-CCD509D05201}" type="sibTrans" cxnId="{0FEAEDD2-30CA-45F9-8AA5-1098B3723EB6}">
      <dgm:prSet/>
      <dgm:spPr/>
      <dgm:t>
        <a:bodyPr/>
        <a:lstStyle/>
        <a:p>
          <a:endParaRPr lang="en-US"/>
        </a:p>
      </dgm:t>
    </dgm:pt>
    <dgm:pt modelId="{57781A30-1906-4FD2-BE9F-A1D1CA096DE3}">
      <dgm:prSet/>
      <dgm:spPr/>
      <dgm:t>
        <a:bodyPr/>
        <a:lstStyle/>
        <a:p>
          <a:r>
            <a:rPr lang="en-US"/>
            <a:t>- Comprehensive health care delivery to underserved rural communities</a:t>
          </a:r>
        </a:p>
      </dgm:t>
    </dgm:pt>
    <dgm:pt modelId="{7276C8DB-A2DF-4F24-A357-6074D9951D4B}" type="parTrans" cxnId="{686FEEEB-40A1-4875-A271-79958B93C90D}">
      <dgm:prSet/>
      <dgm:spPr/>
      <dgm:t>
        <a:bodyPr/>
        <a:lstStyle/>
        <a:p>
          <a:endParaRPr lang="en-US"/>
        </a:p>
      </dgm:t>
    </dgm:pt>
    <dgm:pt modelId="{A8CB444C-5BD7-4573-AE20-3D97C93BECCA}" type="sibTrans" cxnId="{686FEEEB-40A1-4875-A271-79958B93C90D}">
      <dgm:prSet/>
      <dgm:spPr/>
      <dgm:t>
        <a:bodyPr/>
        <a:lstStyle/>
        <a:p>
          <a:endParaRPr lang="en-US"/>
        </a:p>
      </dgm:t>
    </dgm:pt>
    <dgm:pt modelId="{F84B7A2A-6F4F-4B3C-A215-DE5650E0F467}">
      <dgm:prSet/>
      <dgm:spPr/>
      <dgm:t>
        <a:bodyPr/>
        <a:lstStyle/>
        <a:p>
          <a:r>
            <a:rPr lang="en-US"/>
            <a:t>Legacy: Influenced current Rural Medical Assistant programs</a:t>
          </a:r>
        </a:p>
      </dgm:t>
    </dgm:pt>
    <dgm:pt modelId="{66BD73CA-4FC6-47E9-BB4F-43F49127269D}" type="parTrans" cxnId="{E51DEB7A-9888-4BC8-864A-B12BEDD62E78}">
      <dgm:prSet/>
      <dgm:spPr/>
      <dgm:t>
        <a:bodyPr/>
        <a:lstStyle/>
        <a:p>
          <a:endParaRPr lang="en-US"/>
        </a:p>
      </dgm:t>
    </dgm:pt>
    <dgm:pt modelId="{FDB901B5-21BC-4222-9325-CD08C368A830}" type="sibTrans" cxnId="{E51DEB7A-9888-4BC8-864A-B12BEDD62E78}">
      <dgm:prSet/>
      <dgm:spPr/>
      <dgm:t>
        <a:bodyPr/>
        <a:lstStyle/>
        <a:p>
          <a:endParaRPr lang="en-US"/>
        </a:p>
      </dgm:t>
    </dgm:pt>
    <dgm:pt modelId="{F457AB82-0BF8-4D00-B5A9-713DAAD73AB8}" type="pres">
      <dgm:prSet presAssocID="{A3F85543-6453-431E-A69D-17C1CB04DB69}" presName="linear" presStyleCnt="0">
        <dgm:presLayoutVars>
          <dgm:animLvl val="lvl"/>
          <dgm:resizeHandles val="exact"/>
        </dgm:presLayoutVars>
      </dgm:prSet>
      <dgm:spPr/>
    </dgm:pt>
    <dgm:pt modelId="{56A3D37A-FDF4-46CC-9927-1EEA36A5084D}" type="pres">
      <dgm:prSet presAssocID="{0B4471EF-941A-47F9-A500-EAD36F405E5B}" presName="parentText" presStyleLbl="node1" presStyleIdx="0" presStyleCnt="3">
        <dgm:presLayoutVars>
          <dgm:chMax val="0"/>
          <dgm:bulletEnabled val="1"/>
        </dgm:presLayoutVars>
      </dgm:prSet>
      <dgm:spPr/>
    </dgm:pt>
    <dgm:pt modelId="{C1D6431D-6D92-4AC0-879E-3EEEA87217CE}" type="pres">
      <dgm:prSet presAssocID="{0B4471EF-941A-47F9-A500-EAD36F405E5B}" presName="childText" presStyleLbl="revTx" presStyleIdx="0" presStyleCnt="2">
        <dgm:presLayoutVars>
          <dgm:bulletEnabled val="1"/>
        </dgm:presLayoutVars>
      </dgm:prSet>
      <dgm:spPr/>
    </dgm:pt>
    <dgm:pt modelId="{E75046EA-5B88-4592-AD0B-DB4C1F3BB1CB}" type="pres">
      <dgm:prSet presAssocID="{2BB13449-220D-4021-B652-2516AD88CF6B}" presName="parentText" presStyleLbl="node1" presStyleIdx="1" presStyleCnt="3">
        <dgm:presLayoutVars>
          <dgm:chMax val="0"/>
          <dgm:bulletEnabled val="1"/>
        </dgm:presLayoutVars>
      </dgm:prSet>
      <dgm:spPr/>
    </dgm:pt>
    <dgm:pt modelId="{7B2E68B5-5733-4FF6-BE5C-012B5684B828}" type="pres">
      <dgm:prSet presAssocID="{2BB13449-220D-4021-B652-2516AD88CF6B}" presName="childText" presStyleLbl="revTx" presStyleIdx="1" presStyleCnt="2">
        <dgm:presLayoutVars>
          <dgm:bulletEnabled val="1"/>
        </dgm:presLayoutVars>
      </dgm:prSet>
      <dgm:spPr/>
    </dgm:pt>
    <dgm:pt modelId="{29BABE13-5CB0-4D9D-BA3E-F1E3CBEE2E97}" type="pres">
      <dgm:prSet presAssocID="{F84B7A2A-6F4F-4B3C-A215-DE5650E0F467}" presName="parentText" presStyleLbl="node1" presStyleIdx="2" presStyleCnt="3">
        <dgm:presLayoutVars>
          <dgm:chMax val="0"/>
          <dgm:bulletEnabled val="1"/>
        </dgm:presLayoutVars>
      </dgm:prSet>
      <dgm:spPr/>
    </dgm:pt>
  </dgm:ptLst>
  <dgm:cxnLst>
    <dgm:cxn modelId="{A35A2B06-C701-4B56-87B4-5938A5DB3CA4}" srcId="{A3F85543-6453-431E-A69D-17C1CB04DB69}" destId="{2BB13449-220D-4021-B652-2516AD88CF6B}" srcOrd="1" destOrd="0" parTransId="{0CAB076E-53FE-4D9B-9A1B-E6E371122B12}" sibTransId="{6A442A4E-D37D-4FEE-9A91-FE4F6795DB42}"/>
    <dgm:cxn modelId="{CF49B65C-BB58-4632-8119-4CE1FF6DBE7B}" type="presOf" srcId="{F84B7A2A-6F4F-4B3C-A215-DE5650E0F467}" destId="{29BABE13-5CB0-4D9D-BA3E-F1E3CBEE2E97}" srcOrd="0" destOrd="0" presId="urn:microsoft.com/office/officeart/2005/8/layout/vList2"/>
    <dgm:cxn modelId="{C0130765-0CDE-46E3-A8C5-556C233FBA46}" type="presOf" srcId="{A88ECE38-7E3B-45AF-B4E1-0E4B61EE82D7}" destId="{C1D6431D-6D92-4AC0-879E-3EEEA87217CE}" srcOrd="0" destOrd="0" presId="urn:microsoft.com/office/officeart/2005/8/layout/vList2"/>
    <dgm:cxn modelId="{28D8FC47-3B53-4795-BCF0-C134A1D8CAF2}" type="presOf" srcId="{2BB13449-220D-4021-B652-2516AD88CF6B}" destId="{E75046EA-5B88-4592-AD0B-DB4C1F3BB1CB}" srcOrd="0" destOrd="0" presId="urn:microsoft.com/office/officeart/2005/8/layout/vList2"/>
    <dgm:cxn modelId="{35F9C36F-B6F7-4F93-A408-ACC52F36E8EF}" type="presOf" srcId="{D0265AC4-BE61-4FE1-9D37-FE6FD795545B}" destId="{7B2E68B5-5733-4FF6-BE5C-012B5684B828}" srcOrd="0" destOrd="0" presId="urn:microsoft.com/office/officeart/2005/8/layout/vList2"/>
    <dgm:cxn modelId="{66755E57-E3DC-4023-A5E6-5E33F3603CCD}" type="presOf" srcId="{57781A30-1906-4FD2-BE9F-A1D1CA096DE3}" destId="{7B2E68B5-5733-4FF6-BE5C-012B5684B828}" srcOrd="0" destOrd="2" presId="urn:microsoft.com/office/officeart/2005/8/layout/vList2"/>
    <dgm:cxn modelId="{93E26379-2022-402C-864F-F574D6CD0AB3}" type="presOf" srcId="{A3F85543-6453-431E-A69D-17C1CB04DB69}" destId="{F457AB82-0BF8-4D00-B5A9-713DAAD73AB8}" srcOrd="0" destOrd="0" presId="urn:microsoft.com/office/officeart/2005/8/layout/vList2"/>
    <dgm:cxn modelId="{E51DEB7A-9888-4BC8-864A-B12BEDD62E78}" srcId="{A3F85543-6453-431E-A69D-17C1CB04DB69}" destId="{F84B7A2A-6F4F-4B3C-A215-DE5650E0F467}" srcOrd="2" destOrd="0" parTransId="{66BD73CA-4FC6-47E9-BB4F-43F49127269D}" sibTransId="{FDB901B5-21BC-4222-9325-CD08C368A830}"/>
    <dgm:cxn modelId="{82A2407C-3428-4F1B-B0EF-6D6A5D9115E7}" srcId="{2BB13449-220D-4021-B652-2516AD88CF6B}" destId="{D0265AC4-BE61-4FE1-9D37-FE6FD795545B}" srcOrd="0" destOrd="0" parTransId="{5D57D1DB-F861-4ED6-BB7E-60CBDF597EAD}" sibTransId="{6C646FDE-9F78-448C-B764-04E3E4E38D21}"/>
    <dgm:cxn modelId="{26A9E5A9-732D-41CE-B728-7EA3824D4618}" type="presOf" srcId="{C46D916F-C6B7-4120-828E-96FF263CA752}" destId="{7B2E68B5-5733-4FF6-BE5C-012B5684B828}" srcOrd="0" destOrd="1" presId="urn:microsoft.com/office/officeart/2005/8/layout/vList2"/>
    <dgm:cxn modelId="{A8DCFCB1-1157-4B2B-8676-C798289C3802}" srcId="{0B4471EF-941A-47F9-A500-EAD36F405E5B}" destId="{7E2025FC-1CF0-4EBB-9751-DB1619A39607}" srcOrd="1" destOrd="0" parTransId="{632DD84C-1254-403E-B04E-D03CCD979318}" sibTransId="{594C046D-0F20-40AF-ADEF-AA80AC51EBBC}"/>
    <dgm:cxn modelId="{132617B4-857D-4069-9C9D-5828B887DAEA}" type="presOf" srcId="{7E2025FC-1CF0-4EBB-9751-DB1619A39607}" destId="{C1D6431D-6D92-4AC0-879E-3EEEA87217CE}" srcOrd="0" destOrd="1" presId="urn:microsoft.com/office/officeart/2005/8/layout/vList2"/>
    <dgm:cxn modelId="{0FEAEDD2-30CA-45F9-8AA5-1098B3723EB6}" srcId="{2BB13449-220D-4021-B652-2516AD88CF6B}" destId="{C46D916F-C6B7-4120-828E-96FF263CA752}" srcOrd="1" destOrd="0" parTransId="{C77B3363-F760-4E54-A7FA-33CCA8AB0AF1}" sibTransId="{9488DFAD-02D5-41C5-A38B-CCD509D05201}"/>
    <dgm:cxn modelId="{008EB7DE-B352-4FF8-A84D-7F4B6EF619DB}" srcId="{0B4471EF-941A-47F9-A500-EAD36F405E5B}" destId="{A88ECE38-7E3B-45AF-B4E1-0E4B61EE82D7}" srcOrd="0" destOrd="0" parTransId="{0F513DE1-CF80-44C4-9A75-827DF7911AB5}" sibTransId="{1629648B-AAE2-470A-B0BA-F88FA658C274}"/>
    <dgm:cxn modelId="{3659DEE0-CA09-450A-91AC-1513B7885670}" type="presOf" srcId="{0B4471EF-941A-47F9-A500-EAD36F405E5B}" destId="{56A3D37A-FDF4-46CC-9927-1EEA36A5084D}" srcOrd="0" destOrd="0" presId="urn:microsoft.com/office/officeart/2005/8/layout/vList2"/>
    <dgm:cxn modelId="{686FEEEB-40A1-4875-A271-79958B93C90D}" srcId="{2BB13449-220D-4021-B652-2516AD88CF6B}" destId="{57781A30-1906-4FD2-BE9F-A1D1CA096DE3}" srcOrd="2" destOrd="0" parTransId="{7276C8DB-A2DF-4F24-A357-6074D9951D4B}" sibTransId="{A8CB444C-5BD7-4573-AE20-3D97C93BECCA}"/>
    <dgm:cxn modelId="{2209B8FD-8CC2-41FD-8930-9C9D9A27D32B}" srcId="{A3F85543-6453-431E-A69D-17C1CB04DB69}" destId="{0B4471EF-941A-47F9-A500-EAD36F405E5B}" srcOrd="0" destOrd="0" parTransId="{E644FDFF-BA74-42BA-A798-5E13F3656284}" sibTransId="{5ECA781D-1B10-40CE-A76F-3B2E0AF1A383}"/>
    <dgm:cxn modelId="{27447A3D-B6AE-44B8-BEF1-978C86573621}" type="presParOf" srcId="{F457AB82-0BF8-4D00-B5A9-713DAAD73AB8}" destId="{56A3D37A-FDF4-46CC-9927-1EEA36A5084D}" srcOrd="0" destOrd="0" presId="urn:microsoft.com/office/officeart/2005/8/layout/vList2"/>
    <dgm:cxn modelId="{9D9A5D55-9876-437D-A8A6-74B7E1726BEB}" type="presParOf" srcId="{F457AB82-0BF8-4D00-B5A9-713DAAD73AB8}" destId="{C1D6431D-6D92-4AC0-879E-3EEEA87217CE}" srcOrd="1" destOrd="0" presId="urn:microsoft.com/office/officeart/2005/8/layout/vList2"/>
    <dgm:cxn modelId="{3F37A3E8-35DC-414F-B6E5-5A3983B3F340}" type="presParOf" srcId="{F457AB82-0BF8-4D00-B5A9-713DAAD73AB8}" destId="{E75046EA-5B88-4592-AD0B-DB4C1F3BB1CB}" srcOrd="2" destOrd="0" presId="urn:microsoft.com/office/officeart/2005/8/layout/vList2"/>
    <dgm:cxn modelId="{5A019D34-7DCA-4AB6-B98A-E8B618404FD6}" type="presParOf" srcId="{F457AB82-0BF8-4D00-B5A9-713DAAD73AB8}" destId="{7B2E68B5-5733-4FF6-BE5C-012B5684B828}" srcOrd="3" destOrd="0" presId="urn:microsoft.com/office/officeart/2005/8/layout/vList2"/>
    <dgm:cxn modelId="{6704BE0E-57B3-4833-8A2C-4A907E07146F}" type="presParOf" srcId="{F457AB82-0BF8-4D00-B5A9-713DAAD73AB8}" destId="{29BABE13-5CB0-4D9D-BA3E-F1E3CBEE2E97}"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B4484E7-2FBF-4159-936B-FE0B84002B05}" type="doc">
      <dgm:prSet loTypeId="urn:microsoft.com/office/officeart/2016/7/layout/AccentHomeChevronProcess" loCatId="process" qsTypeId="urn:microsoft.com/office/officeart/2005/8/quickstyle/simple1" qsCatId="simple" csTypeId="urn:microsoft.com/office/officeart/2005/8/colors/accent1_2" csCatId="accent1"/>
      <dgm:spPr/>
      <dgm:t>
        <a:bodyPr/>
        <a:lstStyle/>
        <a:p>
          <a:endParaRPr lang="en-US"/>
        </a:p>
      </dgm:t>
    </dgm:pt>
    <dgm:pt modelId="{17D83D3A-392F-4E99-B7F2-07EFCF862680}">
      <dgm:prSet/>
      <dgm:spPr/>
      <dgm:t>
        <a:bodyPr/>
        <a:lstStyle/>
        <a:p>
          <a:r>
            <a:rPr lang="en-US"/>
            <a:t>1986</a:t>
          </a:r>
        </a:p>
      </dgm:t>
    </dgm:pt>
    <dgm:pt modelId="{61BB36BC-4697-4D31-9A25-00498C50ED4B}" type="parTrans" cxnId="{D56EE3D8-390E-4544-933F-332C4EAE8274}">
      <dgm:prSet/>
      <dgm:spPr/>
      <dgm:t>
        <a:bodyPr/>
        <a:lstStyle/>
        <a:p>
          <a:endParaRPr lang="en-US"/>
        </a:p>
      </dgm:t>
    </dgm:pt>
    <dgm:pt modelId="{904E2C06-4A6B-4A07-90F3-F3D5887948A6}" type="sibTrans" cxnId="{D56EE3D8-390E-4544-933F-332C4EAE8274}">
      <dgm:prSet/>
      <dgm:spPr/>
      <dgm:t>
        <a:bodyPr/>
        <a:lstStyle/>
        <a:p>
          <a:endParaRPr lang="en-US"/>
        </a:p>
      </dgm:t>
    </dgm:pt>
    <dgm:pt modelId="{74270D7F-1151-4B08-914D-742C5FD01777}">
      <dgm:prSet custT="1"/>
      <dgm:spPr/>
      <dgm:t>
        <a:bodyPr/>
        <a:lstStyle/>
        <a:p>
          <a:r>
            <a:rPr lang="en-US" sz="2400"/>
            <a:t>Bajaj Committee</a:t>
          </a:r>
        </a:p>
      </dgm:t>
    </dgm:pt>
    <dgm:pt modelId="{36B55B8F-744F-413C-AB95-A3FB95E3BAE5}" type="parTrans" cxnId="{DE7531CF-CB17-46EC-A4E2-44BBDD293B9A}">
      <dgm:prSet/>
      <dgm:spPr/>
      <dgm:t>
        <a:bodyPr/>
        <a:lstStyle/>
        <a:p>
          <a:endParaRPr lang="en-US"/>
        </a:p>
      </dgm:t>
    </dgm:pt>
    <dgm:pt modelId="{8E45B7A9-5355-44BC-8570-24839D94D2BF}" type="sibTrans" cxnId="{DE7531CF-CB17-46EC-A4E2-44BBDD293B9A}">
      <dgm:prSet/>
      <dgm:spPr/>
      <dgm:t>
        <a:bodyPr/>
        <a:lstStyle/>
        <a:p>
          <a:endParaRPr lang="en-US"/>
        </a:p>
      </dgm:t>
    </dgm:pt>
    <dgm:pt modelId="{C4AE7EB7-647D-4585-B588-16085C633B66}">
      <dgm:prSet custT="1"/>
      <dgm:spPr/>
      <dgm:t>
        <a:bodyPr/>
        <a:lstStyle/>
        <a:p>
          <a:r>
            <a:rPr lang="en-US" sz="1600"/>
            <a:t>- Focus: Health manpower planning, production and management</a:t>
          </a:r>
        </a:p>
      </dgm:t>
    </dgm:pt>
    <dgm:pt modelId="{5B7BABD3-D6DF-43CA-9905-EEA3D9947612}" type="parTrans" cxnId="{571412BF-9980-414B-AF78-8279C49738D2}">
      <dgm:prSet/>
      <dgm:spPr/>
      <dgm:t>
        <a:bodyPr/>
        <a:lstStyle/>
        <a:p>
          <a:endParaRPr lang="en-US"/>
        </a:p>
      </dgm:t>
    </dgm:pt>
    <dgm:pt modelId="{B1765C15-BD8E-4CA8-B9BB-1AD7ED83F0C6}" type="sibTrans" cxnId="{571412BF-9980-414B-AF78-8279C49738D2}">
      <dgm:prSet/>
      <dgm:spPr/>
      <dgm:t>
        <a:bodyPr/>
        <a:lstStyle/>
        <a:p>
          <a:endParaRPr lang="en-US"/>
        </a:p>
      </dgm:t>
    </dgm:pt>
    <dgm:pt modelId="{41566E70-9D79-414B-BFEB-72A2114F1BF1}">
      <dgm:prSet custT="1"/>
      <dgm:spPr/>
      <dgm:t>
        <a:bodyPr/>
        <a:lstStyle/>
        <a:p>
          <a:r>
            <a:rPr lang="en-US" sz="1600" dirty="0"/>
            <a:t>- Addressed healthcare workforce shortages</a:t>
          </a:r>
        </a:p>
      </dgm:t>
    </dgm:pt>
    <dgm:pt modelId="{1CDB8F7A-B682-49D9-9DDF-4A1BA2A3E413}" type="parTrans" cxnId="{CC3874BB-6565-4D56-B940-0CDB675A1625}">
      <dgm:prSet/>
      <dgm:spPr/>
      <dgm:t>
        <a:bodyPr/>
        <a:lstStyle/>
        <a:p>
          <a:endParaRPr lang="en-US"/>
        </a:p>
      </dgm:t>
    </dgm:pt>
    <dgm:pt modelId="{568698A5-913C-47FC-A645-463763F557A9}" type="sibTrans" cxnId="{CC3874BB-6565-4D56-B940-0CDB675A1625}">
      <dgm:prSet/>
      <dgm:spPr/>
      <dgm:t>
        <a:bodyPr/>
        <a:lstStyle/>
        <a:p>
          <a:endParaRPr lang="en-US"/>
        </a:p>
      </dgm:t>
    </dgm:pt>
    <dgm:pt modelId="{6F39A25C-3D4D-489C-93B3-DD7E97A1D81D}">
      <dgm:prSet custT="1"/>
      <dgm:spPr/>
      <dgm:t>
        <a:bodyPr/>
        <a:lstStyle/>
        <a:p>
          <a:r>
            <a:rPr lang="en-US" sz="1600"/>
            <a:t>- Specialist services development and distribution</a:t>
          </a:r>
        </a:p>
      </dgm:t>
    </dgm:pt>
    <dgm:pt modelId="{6885BA2B-40CE-4CC6-9CE4-B0F83B6C1578}" type="parTrans" cxnId="{49C0953C-8C8F-45F3-89D5-25074A9BD337}">
      <dgm:prSet/>
      <dgm:spPr/>
      <dgm:t>
        <a:bodyPr/>
        <a:lstStyle/>
        <a:p>
          <a:endParaRPr lang="en-US"/>
        </a:p>
      </dgm:t>
    </dgm:pt>
    <dgm:pt modelId="{2960C7EB-E625-4FC4-BBA2-9DDB27F2AA1C}" type="sibTrans" cxnId="{49C0953C-8C8F-45F3-89D5-25074A9BD337}">
      <dgm:prSet/>
      <dgm:spPr/>
      <dgm:t>
        <a:bodyPr/>
        <a:lstStyle/>
        <a:p>
          <a:endParaRPr lang="en-US"/>
        </a:p>
      </dgm:t>
    </dgm:pt>
    <dgm:pt modelId="{78C0523A-5872-40DD-9957-A1164EA68A06}">
      <dgm:prSet custT="1"/>
      <dgm:spPr/>
      <dgm:t>
        <a:bodyPr/>
        <a:lstStyle/>
        <a:p>
          <a:r>
            <a:rPr lang="en-US" sz="1600"/>
            <a:t>- Training program optimization</a:t>
          </a:r>
        </a:p>
      </dgm:t>
    </dgm:pt>
    <dgm:pt modelId="{C0562185-D504-4146-83AC-3BFCDADB1845}" type="parTrans" cxnId="{617780C9-CEF7-4AAE-939E-397A7A5556FF}">
      <dgm:prSet/>
      <dgm:spPr/>
      <dgm:t>
        <a:bodyPr/>
        <a:lstStyle/>
        <a:p>
          <a:endParaRPr lang="en-US"/>
        </a:p>
      </dgm:t>
    </dgm:pt>
    <dgm:pt modelId="{94B617B4-607E-4777-A3D1-33FB53CC6E26}" type="sibTrans" cxnId="{617780C9-CEF7-4AAE-939E-397A7A5556FF}">
      <dgm:prSet/>
      <dgm:spPr/>
      <dgm:t>
        <a:bodyPr/>
        <a:lstStyle/>
        <a:p>
          <a:endParaRPr lang="en-US"/>
        </a:p>
      </dgm:t>
    </dgm:pt>
    <dgm:pt modelId="{A8D7DA08-8812-4396-8C0A-1269F3E38D49}">
      <dgm:prSet/>
      <dgm:spPr/>
      <dgm:t>
        <a:bodyPr/>
        <a:lstStyle/>
        <a:p>
          <a:r>
            <a:rPr lang="en-US"/>
            <a:t>1992</a:t>
          </a:r>
        </a:p>
      </dgm:t>
    </dgm:pt>
    <dgm:pt modelId="{31595BF7-4F9B-4649-93B6-F5C0E943D620}" type="parTrans" cxnId="{DEAAF371-85BB-4D86-87A6-47513E551D23}">
      <dgm:prSet/>
      <dgm:spPr/>
      <dgm:t>
        <a:bodyPr/>
        <a:lstStyle/>
        <a:p>
          <a:endParaRPr lang="en-US"/>
        </a:p>
      </dgm:t>
    </dgm:pt>
    <dgm:pt modelId="{3E0DFD46-33BD-4977-AFF2-BC39511EE4CA}" type="sibTrans" cxnId="{DEAAF371-85BB-4D86-87A6-47513E551D23}">
      <dgm:prSet/>
      <dgm:spPr/>
      <dgm:t>
        <a:bodyPr/>
        <a:lstStyle/>
        <a:p>
          <a:endParaRPr lang="en-US"/>
        </a:p>
      </dgm:t>
    </dgm:pt>
    <dgm:pt modelId="{37722CCC-56B2-474B-90BC-29466617B967}">
      <dgm:prSet custT="1"/>
      <dgm:spPr/>
      <dgm:t>
        <a:bodyPr/>
        <a:lstStyle/>
        <a:p>
          <a:r>
            <a:rPr lang="en-US" sz="2400"/>
            <a:t>Krishnan Committee</a:t>
          </a:r>
        </a:p>
      </dgm:t>
    </dgm:pt>
    <dgm:pt modelId="{AAEB568C-B22D-43EB-8060-5FBFECCBA016}" type="parTrans" cxnId="{F63B4FE0-4970-4FB3-A6B4-E5F312622291}">
      <dgm:prSet/>
      <dgm:spPr/>
      <dgm:t>
        <a:bodyPr/>
        <a:lstStyle/>
        <a:p>
          <a:endParaRPr lang="en-US"/>
        </a:p>
      </dgm:t>
    </dgm:pt>
    <dgm:pt modelId="{2666CE33-D094-4734-8A7F-18BFF582406B}" type="sibTrans" cxnId="{F63B4FE0-4970-4FB3-A6B4-E5F312622291}">
      <dgm:prSet/>
      <dgm:spPr/>
      <dgm:t>
        <a:bodyPr/>
        <a:lstStyle/>
        <a:p>
          <a:endParaRPr lang="en-US"/>
        </a:p>
      </dgm:t>
    </dgm:pt>
    <dgm:pt modelId="{C212D2A9-2773-4E1B-BC2F-3EBB42AF1158}">
      <dgm:prSet custT="1"/>
      <dgm:spPr/>
      <dgm:t>
        <a:bodyPr/>
        <a:lstStyle/>
        <a:p>
          <a:r>
            <a:rPr lang="en-US" sz="1600"/>
            <a:t>- Final major committee of 20th century</a:t>
          </a:r>
        </a:p>
      </dgm:t>
    </dgm:pt>
    <dgm:pt modelId="{C8B74EBC-ED0A-4EC1-A993-EF4DCFED117B}" type="parTrans" cxnId="{E139651C-1022-412B-873D-7CBB7455E499}">
      <dgm:prSet/>
      <dgm:spPr/>
      <dgm:t>
        <a:bodyPr/>
        <a:lstStyle/>
        <a:p>
          <a:endParaRPr lang="en-US"/>
        </a:p>
      </dgm:t>
    </dgm:pt>
    <dgm:pt modelId="{EA1FC8A5-AF59-436F-9CD4-85DFFFBBE044}" type="sibTrans" cxnId="{E139651C-1022-412B-873D-7CBB7455E499}">
      <dgm:prSet/>
      <dgm:spPr/>
      <dgm:t>
        <a:bodyPr/>
        <a:lstStyle/>
        <a:p>
          <a:endParaRPr lang="en-US"/>
        </a:p>
      </dgm:t>
    </dgm:pt>
    <dgm:pt modelId="{E0FD9FD5-ABE3-447F-9060-CBCD28637F18}">
      <dgm:prSet custT="1"/>
      <dgm:spPr/>
      <dgm:t>
        <a:bodyPr/>
        <a:lstStyle/>
        <a:p>
          <a:r>
            <a:rPr lang="en-US" sz="1600" dirty="0"/>
            <a:t>- Focused on achieving "Health for All by 2000" goal</a:t>
          </a:r>
        </a:p>
      </dgm:t>
    </dgm:pt>
    <dgm:pt modelId="{90463824-9FEE-4D45-A706-39CB3D7CEC59}" type="parTrans" cxnId="{F5B0B9A3-D697-4C83-A1CA-8C9F3F6AB9BE}">
      <dgm:prSet/>
      <dgm:spPr/>
      <dgm:t>
        <a:bodyPr/>
        <a:lstStyle/>
        <a:p>
          <a:endParaRPr lang="en-US"/>
        </a:p>
      </dgm:t>
    </dgm:pt>
    <dgm:pt modelId="{887CB002-F471-4C5D-86D5-88B58CEDA728}" type="sibTrans" cxnId="{F5B0B9A3-D697-4C83-A1CA-8C9F3F6AB9BE}">
      <dgm:prSet/>
      <dgm:spPr/>
      <dgm:t>
        <a:bodyPr/>
        <a:lstStyle/>
        <a:p>
          <a:endParaRPr lang="en-US"/>
        </a:p>
      </dgm:t>
    </dgm:pt>
    <dgm:pt modelId="{2DC52236-EEF1-45E4-9DEF-C28BD2B57937}">
      <dgm:prSet custT="1"/>
      <dgm:spPr/>
      <dgm:t>
        <a:bodyPr/>
        <a:lstStyle/>
        <a:p>
          <a:r>
            <a:rPr lang="en-US" sz="1600"/>
            <a:t>- Comprehensive review of all previous recommendations</a:t>
          </a:r>
        </a:p>
      </dgm:t>
    </dgm:pt>
    <dgm:pt modelId="{41A80F00-9A56-43C2-B569-8012E84E8AD2}" type="parTrans" cxnId="{78571032-DD82-46B6-89E2-B8A0204CA471}">
      <dgm:prSet/>
      <dgm:spPr/>
      <dgm:t>
        <a:bodyPr/>
        <a:lstStyle/>
        <a:p>
          <a:endParaRPr lang="en-US"/>
        </a:p>
      </dgm:t>
    </dgm:pt>
    <dgm:pt modelId="{76102801-DE35-4793-94CB-A29D5C8545EF}" type="sibTrans" cxnId="{78571032-DD82-46B6-89E2-B8A0204CA471}">
      <dgm:prSet/>
      <dgm:spPr/>
      <dgm:t>
        <a:bodyPr/>
        <a:lstStyle/>
        <a:p>
          <a:endParaRPr lang="en-US"/>
        </a:p>
      </dgm:t>
    </dgm:pt>
    <dgm:pt modelId="{108AF8A8-46D3-4F3F-880F-1DE515E84F0D}" type="pres">
      <dgm:prSet presAssocID="{BB4484E7-2FBF-4159-936B-FE0B84002B05}" presName="Name0" presStyleCnt="0">
        <dgm:presLayoutVars>
          <dgm:animLvl val="lvl"/>
          <dgm:resizeHandles val="exact"/>
        </dgm:presLayoutVars>
      </dgm:prSet>
      <dgm:spPr/>
    </dgm:pt>
    <dgm:pt modelId="{209C532A-56F4-4C23-91F9-E043F7C0EE86}" type="pres">
      <dgm:prSet presAssocID="{17D83D3A-392F-4E99-B7F2-07EFCF862680}" presName="composite" presStyleCnt="0"/>
      <dgm:spPr/>
    </dgm:pt>
    <dgm:pt modelId="{6BE78AC8-F53E-42D7-A605-44D8F9A97200}" type="pres">
      <dgm:prSet presAssocID="{17D83D3A-392F-4E99-B7F2-07EFCF862680}" presName="L" presStyleLbl="solidFgAcc1" presStyleIdx="0" presStyleCnt="2">
        <dgm:presLayoutVars>
          <dgm:chMax val="0"/>
          <dgm:chPref val="0"/>
        </dgm:presLayoutVars>
      </dgm:prSet>
      <dgm:spPr/>
    </dgm:pt>
    <dgm:pt modelId="{9C7039E1-87AA-438B-A725-00A4D1C16586}" type="pres">
      <dgm:prSet presAssocID="{17D83D3A-392F-4E99-B7F2-07EFCF862680}" presName="parTx" presStyleLbl="alignNode1" presStyleIdx="0" presStyleCnt="2">
        <dgm:presLayoutVars>
          <dgm:chMax val="0"/>
          <dgm:chPref val="0"/>
          <dgm:bulletEnabled val="1"/>
        </dgm:presLayoutVars>
      </dgm:prSet>
      <dgm:spPr/>
    </dgm:pt>
    <dgm:pt modelId="{DC0C0852-FE5F-4BBA-910C-ECF682D73EA2}" type="pres">
      <dgm:prSet presAssocID="{17D83D3A-392F-4E99-B7F2-07EFCF862680}" presName="desTx" presStyleLbl="revTx" presStyleIdx="0" presStyleCnt="2">
        <dgm:presLayoutVars>
          <dgm:chMax val="0"/>
          <dgm:chPref val="0"/>
          <dgm:bulletEnabled val="1"/>
        </dgm:presLayoutVars>
      </dgm:prSet>
      <dgm:spPr/>
    </dgm:pt>
    <dgm:pt modelId="{87266535-A37E-4FFE-BB58-7102EC2443E0}" type="pres">
      <dgm:prSet presAssocID="{17D83D3A-392F-4E99-B7F2-07EFCF862680}" presName="EmptyPlaceHolder" presStyleCnt="0"/>
      <dgm:spPr/>
    </dgm:pt>
    <dgm:pt modelId="{73989433-7F0A-4EEC-A733-1313F640705F}" type="pres">
      <dgm:prSet presAssocID="{904E2C06-4A6B-4A07-90F3-F3D5887948A6}" presName="space" presStyleCnt="0"/>
      <dgm:spPr/>
    </dgm:pt>
    <dgm:pt modelId="{3230B434-FCE1-448E-B0DE-DAAD7D2A87C1}" type="pres">
      <dgm:prSet presAssocID="{A8D7DA08-8812-4396-8C0A-1269F3E38D49}" presName="composite" presStyleCnt="0"/>
      <dgm:spPr/>
    </dgm:pt>
    <dgm:pt modelId="{6B215E0B-E491-4FF2-ACDB-5665C8B777D8}" type="pres">
      <dgm:prSet presAssocID="{A8D7DA08-8812-4396-8C0A-1269F3E38D49}" presName="L" presStyleLbl="solidFgAcc1" presStyleIdx="1" presStyleCnt="2">
        <dgm:presLayoutVars>
          <dgm:chMax val="0"/>
          <dgm:chPref val="0"/>
        </dgm:presLayoutVars>
      </dgm:prSet>
      <dgm:spPr/>
    </dgm:pt>
    <dgm:pt modelId="{641B93BD-AE8D-49C9-9BBA-1A662E9FD93B}" type="pres">
      <dgm:prSet presAssocID="{A8D7DA08-8812-4396-8C0A-1269F3E38D49}" presName="parTx" presStyleLbl="alignNode1" presStyleIdx="1" presStyleCnt="2">
        <dgm:presLayoutVars>
          <dgm:chMax val="0"/>
          <dgm:chPref val="0"/>
          <dgm:bulletEnabled val="1"/>
        </dgm:presLayoutVars>
      </dgm:prSet>
      <dgm:spPr/>
    </dgm:pt>
    <dgm:pt modelId="{40467896-0CCB-402C-9042-77E8EA140176}" type="pres">
      <dgm:prSet presAssocID="{A8D7DA08-8812-4396-8C0A-1269F3E38D49}" presName="desTx" presStyleLbl="revTx" presStyleIdx="1" presStyleCnt="2">
        <dgm:presLayoutVars>
          <dgm:chMax val="0"/>
          <dgm:chPref val="0"/>
          <dgm:bulletEnabled val="1"/>
        </dgm:presLayoutVars>
      </dgm:prSet>
      <dgm:spPr/>
    </dgm:pt>
    <dgm:pt modelId="{05B185DB-0072-45E1-BE58-805BBBE7EC10}" type="pres">
      <dgm:prSet presAssocID="{A8D7DA08-8812-4396-8C0A-1269F3E38D49}" presName="EmptyPlaceHolder" presStyleCnt="0"/>
      <dgm:spPr/>
    </dgm:pt>
  </dgm:ptLst>
  <dgm:cxnLst>
    <dgm:cxn modelId="{9EE11A0F-912E-493D-835B-ED35AFEEF781}" type="presOf" srcId="{E0FD9FD5-ABE3-447F-9060-CBCD28637F18}" destId="{40467896-0CCB-402C-9042-77E8EA140176}" srcOrd="0" destOrd="2" presId="urn:microsoft.com/office/officeart/2016/7/layout/AccentHomeChevronProcess"/>
    <dgm:cxn modelId="{E139651C-1022-412B-873D-7CBB7455E499}" srcId="{37722CCC-56B2-474B-90BC-29466617B967}" destId="{C212D2A9-2773-4E1B-BC2F-3EBB42AF1158}" srcOrd="0" destOrd="0" parTransId="{C8B74EBC-ED0A-4EC1-A993-EF4DCFED117B}" sibTransId="{EA1FC8A5-AF59-436F-9CD4-85DFFFBBE044}"/>
    <dgm:cxn modelId="{78571032-DD82-46B6-89E2-B8A0204CA471}" srcId="{37722CCC-56B2-474B-90BC-29466617B967}" destId="{2DC52236-EEF1-45E4-9DEF-C28BD2B57937}" srcOrd="2" destOrd="0" parTransId="{41A80F00-9A56-43C2-B569-8012E84E8AD2}" sibTransId="{76102801-DE35-4793-94CB-A29D5C8545EF}"/>
    <dgm:cxn modelId="{49C0953C-8C8F-45F3-89D5-25074A9BD337}" srcId="{74270D7F-1151-4B08-914D-742C5FD01777}" destId="{6F39A25C-3D4D-489C-93B3-DD7E97A1D81D}" srcOrd="2" destOrd="0" parTransId="{6885BA2B-40CE-4CC6-9CE4-B0F83B6C1578}" sibTransId="{2960C7EB-E625-4FC4-BBA2-9DDB27F2AA1C}"/>
    <dgm:cxn modelId="{324F283E-789F-41FD-8CEB-234120F754E3}" type="presOf" srcId="{74270D7F-1151-4B08-914D-742C5FD01777}" destId="{DC0C0852-FE5F-4BBA-910C-ECF682D73EA2}" srcOrd="0" destOrd="0" presId="urn:microsoft.com/office/officeart/2016/7/layout/AccentHomeChevronProcess"/>
    <dgm:cxn modelId="{236BB363-C313-4ADD-8228-7B1301FED930}" type="presOf" srcId="{37722CCC-56B2-474B-90BC-29466617B967}" destId="{40467896-0CCB-402C-9042-77E8EA140176}" srcOrd="0" destOrd="0" presId="urn:microsoft.com/office/officeart/2016/7/layout/AccentHomeChevronProcess"/>
    <dgm:cxn modelId="{8FD1094B-9823-475C-8688-EE196B3E5014}" type="presOf" srcId="{41566E70-9D79-414B-BFEB-72A2114F1BF1}" destId="{DC0C0852-FE5F-4BBA-910C-ECF682D73EA2}" srcOrd="0" destOrd="2" presId="urn:microsoft.com/office/officeart/2016/7/layout/AccentHomeChevronProcess"/>
    <dgm:cxn modelId="{BC8C336E-6998-428D-B8E7-A25CD08895D6}" type="presOf" srcId="{C4AE7EB7-647D-4585-B588-16085C633B66}" destId="{DC0C0852-FE5F-4BBA-910C-ECF682D73EA2}" srcOrd="0" destOrd="1" presId="urn:microsoft.com/office/officeart/2016/7/layout/AccentHomeChevronProcess"/>
    <dgm:cxn modelId="{5B60E971-7EE3-4A8B-B379-A3D4915C14CA}" type="presOf" srcId="{17D83D3A-392F-4E99-B7F2-07EFCF862680}" destId="{9C7039E1-87AA-438B-A725-00A4D1C16586}" srcOrd="0" destOrd="0" presId="urn:microsoft.com/office/officeart/2016/7/layout/AccentHomeChevronProcess"/>
    <dgm:cxn modelId="{DEAAF371-85BB-4D86-87A6-47513E551D23}" srcId="{BB4484E7-2FBF-4159-936B-FE0B84002B05}" destId="{A8D7DA08-8812-4396-8C0A-1269F3E38D49}" srcOrd="1" destOrd="0" parTransId="{31595BF7-4F9B-4649-93B6-F5C0E943D620}" sibTransId="{3E0DFD46-33BD-4977-AFF2-BC39511EE4CA}"/>
    <dgm:cxn modelId="{6133FC55-87BC-4F2C-8891-98F5A317E421}" type="presOf" srcId="{A8D7DA08-8812-4396-8C0A-1269F3E38D49}" destId="{641B93BD-AE8D-49C9-9BBA-1A662E9FD93B}" srcOrd="0" destOrd="0" presId="urn:microsoft.com/office/officeart/2016/7/layout/AccentHomeChevronProcess"/>
    <dgm:cxn modelId="{912AAA78-F436-4B5A-BE67-8CB8620F4D76}" type="presOf" srcId="{2DC52236-EEF1-45E4-9DEF-C28BD2B57937}" destId="{40467896-0CCB-402C-9042-77E8EA140176}" srcOrd="0" destOrd="3" presId="urn:microsoft.com/office/officeart/2016/7/layout/AccentHomeChevronProcess"/>
    <dgm:cxn modelId="{9258A359-F8B4-4237-AC09-425C6DC266E5}" type="presOf" srcId="{C212D2A9-2773-4E1B-BC2F-3EBB42AF1158}" destId="{40467896-0CCB-402C-9042-77E8EA140176}" srcOrd="0" destOrd="1" presId="urn:microsoft.com/office/officeart/2016/7/layout/AccentHomeChevronProcess"/>
    <dgm:cxn modelId="{9D7F5D85-935E-4B11-AE07-29F1BF86F239}" type="presOf" srcId="{6F39A25C-3D4D-489C-93B3-DD7E97A1D81D}" destId="{DC0C0852-FE5F-4BBA-910C-ECF682D73EA2}" srcOrd="0" destOrd="3" presId="urn:microsoft.com/office/officeart/2016/7/layout/AccentHomeChevronProcess"/>
    <dgm:cxn modelId="{F5B0B9A3-D697-4C83-A1CA-8C9F3F6AB9BE}" srcId="{37722CCC-56B2-474B-90BC-29466617B967}" destId="{E0FD9FD5-ABE3-447F-9060-CBCD28637F18}" srcOrd="1" destOrd="0" parTransId="{90463824-9FEE-4D45-A706-39CB3D7CEC59}" sibTransId="{887CB002-F471-4C5D-86D5-88B58CEDA728}"/>
    <dgm:cxn modelId="{CC3874BB-6565-4D56-B940-0CDB675A1625}" srcId="{74270D7F-1151-4B08-914D-742C5FD01777}" destId="{41566E70-9D79-414B-BFEB-72A2114F1BF1}" srcOrd="1" destOrd="0" parTransId="{1CDB8F7A-B682-49D9-9DDF-4A1BA2A3E413}" sibTransId="{568698A5-913C-47FC-A645-463763F557A9}"/>
    <dgm:cxn modelId="{571412BF-9980-414B-AF78-8279C49738D2}" srcId="{74270D7F-1151-4B08-914D-742C5FD01777}" destId="{C4AE7EB7-647D-4585-B588-16085C633B66}" srcOrd="0" destOrd="0" parTransId="{5B7BABD3-D6DF-43CA-9905-EEA3D9947612}" sibTransId="{B1765C15-BD8E-4CA8-B9BB-1AD7ED83F0C6}"/>
    <dgm:cxn modelId="{617780C9-CEF7-4AAE-939E-397A7A5556FF}" srcId="{74270D7F-1151-4B08-914D-742C5FD01777}" destId="{78C0523A-5872-40DD-9957-A1164EA68A06}" srcOrd="3" destOrd="0" parTransId="{C0562185-D504-4146-83AC-3BFCDADB1845}" sibTransId="{94B617B4-607E-4777-A3D1-33FB53CC6E26}"/>
    <dgm:cxn modelId="{DE7531CF-CB17-46EC-A4E2-44BBDD293B9A}" srcId="{17D83D3A-392F-4E99-B7F2-07EFCF862680}" destId="{74270D7F-1151-4B08-914D-742C5FD01777}" srcOrd="0" destOrd="0" parTransId="{36B55B8F-744F-413C-AB95-A3FB95E3BAE5}" sibTransId="{8E45B7A9-5355-44BC-8570-24839D94D2BF}"/>
    <dgm:cxn modelId="{D56EE3D8-390E-4544-933F-332C4EAE8274}" srcId="{BB4484E7-2FBF-4159-936B-FE0B84002B05}" destId="{17D83D3A-392F-4E99-B7F2-07EFCF862680}" srcOrd="0" destOrd="0" parTransId="{61BB36BC-4697-4D31-9A25-00498C50ED4B}" sibTransId="{904E2C06-4A6B-4A07-90F3-F3D5887948A6}"/>
    <dgm:cxn modelId="{AC6BF0DE-23AD-4CEA-8C6A-D7CC7211DD40}" type="presOf" srcId="{BB4484E7-2FBF-4159-936B-FE0B84002B05}" destId="{108AF8A8-46D3-4F3F-880F-1DE515E84F0D}" srcOrd="0" destOrd="0" presId="urn:microsoft.com/office/officeart/2016/7/layout/AccentHomeChevronProcess"/>
    <dgm:cxn modelId="{F63B4FE0-4970-4FB3-A6B4-E5F312622291}" srcId="{A8D7DA08-8812-4396-8C0A-1269F3E38D49}" destId="{37722CCC-56B2-474B-90BC-29466617B967}" srcOrd="0" destOrd="0" parTransId="{AAEB568C-B22D-43EB-8060-5FBFECCBA016}" sibTransId="{2666CE33-D094-4734-8A7F-18BFF582406B}"/>
    <dgm:cxn modelId="{556E9DF0-71EE-49BF-BEB3-60525001224A}" type="presOf" srcId="{78C0523A-5872-40DD-9957-A1164EA68A06}" destId="{DC0C0852-FE5F-4BBA-910C-ECF682D73EA2}" srcOrd="0" destOrd="4" presId="urn:microsoft.com/office/officeart/2016/7/layout/AccentHomeChevronProcess"/>
    <dgm:cxn modelId="{51D1D16A-2843-4D93-A132-74DAF41D02DF}" type="presParOf" srcId="{108AF8A8-46D3-4F3F-880F-1DE515E84F0D}" destId="{209C532A-56F4-4C23-91F9-E043F7C0EE86}" srcOrd="0" destOrd="0" presId="urn:microsoft.com/office/officeart/2016/7/layout/AccentHomeChevronProcess"/>
    <dgm:cxn modelId="{65EBC70C-9456-4989-959F-105B568C9DEF}" type="presParOf" srcId="{209C532A-56F4-4C23-91F9-E043F7C0EE86}" destId="{6BE78AC8-F53E-42D7-A605-44D8F9A97200}" srcOrd="0" destOrd="0" presId="urn:microsoft.com/office/officeart/2016/7/layout/AccentHomeChevronProcess"/>
    <dgm:cxn modelId="{F7D9C956-6FBC-49BB-B75C-9F1C08C3A435}" type="presParOf" srcId="{209C532A-56F4-4C23-91F9-E043F7C0EE86}" destId="{9C7039E1-87AA-438B-A725-00A4D1C16586}" srcOrd="1" destOrd="0" presId="urn:microsoft.com/office/officeart/2016/7/layout/AccentHomeChevronProcess"/>
    <dgm:cxn modelId="{AF1CEBAC-C180-4349-8990-22CF294B92D2}" type="presParOf" srcId="{209C532A-56F4-4C23-91F9-E043F7C0EE86}" destId="{DC0C0852-FE5F-4BBA-910C-ECF682D73EA2}" srcOrd="2" destOrd="0" presId="urn:microsoft.com/office/officeart/2016/7/layout/AccentHomeChevronProcess"/>
    <dgm:cxn modelId="{19C04E85-3AC3-4737-AB30-D343B775125D}" type="presParOf" srcId="{209C532A-56F4-4C23-91F9-E043F7C0EE86}" destId="{87266535-A37E-4FFE-BB58-7102EC2443E0}" srcOrd="3" destOrd="0" presId="urn:microsoft.com/office/officeart/2016/7/layout/AccentHomeChevronProcess"/>
    <dgm:cxn modelId="{9A103348-C68C-47E0-9060-F5DA7CA7399A}" type="presParOf" srcId="{108AF8A8-46D3-4F3F-880F-1DE515E84F0D}" destId="{73989433-7F0A-4EEC-A733-1313F640705F}" srcOrd="1" destOrd="0" presId="urn:microsoft.com/office/officeart/2016/7/layout/AccentHomeChevronProcess"/>
    <dgm:cxn modelId="{D33A53D4-999E-458A-AF33-02B166A59F82}" type="presParOf" srcId="{108AF8A8-46D3-4F3F-880F-1DE515E84F0D}" destId="{3230B434-FCE1-448E-B0DE-DAAD7D2A87C1}" srcOrd="2" destOrd="0" presId="urn:microsoft.com/office/officeart/2016/7/layout/AccentHomeChevronProcess"/>
    <dgm:cxn modelId="{CC5780F1-9E83-4F3A-954B-E92CC3F80F32}" type="presParOf" srcId="{3230B434-FCE1-448E-B0DE-DAAD7D2A87C1}" destId="{6B215E0B-E491-4FF2-ACDB-5665C8B777D8}" srcOrd="0" destOrd="0" presId="urn:microsoft.com/office/officeart/2016/7/layout/AccentHomeChevronProcess"/>
    <dgm:cxn modelId="{CE0C5EE2-77E9-4E15-A630-7B5A40ECF586}" type="presParOf" srcId="{3230B434-FCE1-448E-B0DE-DAAD7D2A87C1}" destId="{641B93BD-AE8D-49C9-9BBA-1A662E9FD93B}" srcOrd="1" destOrd="0" presId="urn:microsoft.com/office/officeart/2016/7/layout/AccentHomeChevronProcess"/>
    <dgm:cxn modelId="{9A21472D-B542-408B-989C-5865159A5A4F}" type="presParOf" srcId="{3230B434-FCE1-448E-B0DE-DAAD7D2A87C1}" destId="{40467896-0CCB-402C-9042-77E8EA140176}" srcOrd="2" destOrd="0" presId="urn:microsoft.com/office/officeart/2016/7/layout/AccentHomeChevronProcess"/>
    <dgm:cxn modelId="{A508A6B8-CF03-4ACE-A66C-B41A7E4E6947}" type="presParOf" srcId="{3230B434-FCE1-448E-B0DE-DAAD7D2A87C1}" destId="{05B185DB-0072-45E1-BE58-805BBBE7EC10}" srcOrd="3" destOrd="0" presId="urn:microsoft.com/office/officeart/2016/7/layout/AccentHomeChevron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17A84E0-8B46-48DB-AF79-A2B6A170C1F0}"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B1E61ED4-517D-4012-8EC6-35BC0CF4AD76}">
      <dgm:prSet/>
      <dgm:spPr/>
      <dgm:t>
        <a:bodyPr/>
        <a:lstStyle/>
        <a:p>
          <a:r>
            <a:rPr lang="en-US"/>
            <a:t>Three-Tier System: Sub-centre (3,000-5,000) → PHC (20,000-30,000) → CHC (80,000-120,000)</a:t>
          </a:r>
        </a:p>
      </dgm:t>
    </dgm:pt>
    <dgm:pt modelId="{99A29897-B6D5-418E-A91F-44C187D69219}" type="parTrans" cxnId="{7B2D19F1-39D0-4A85-B0E9-4318F6BB0FC7}">
      <dgm:prSet/>
      <dgm:spPr/>
      <dgm:t>
        <a:bodyPr/>
        <a:lstStyle/>
        <a:p>
          <a:endParaRPr lang="en-US"/>
        </a:p>
      </dgm:t>
    </dgm:pt>
    <dgm:pt modelId="{EE1829A8-36E2-4972-B8F9-A4121FA60546}" type="sibTrans" cxnId="{7B2D19F1-39D0-4A85-B0E9-4318F6BB0FC7}">
      <dgm:prSet/>
      <dgm:spPr/>
      <dgm:t>
        <a:bodyPr/>
        <a:lstStyle/>
        <a:p>
          <a:endParaRPr lang="en-US"/>
        </a:p>
      </dgm:t>
    </dgm:pt>
    <dgm:pt modelId="{FE199BFB-2A79-4E8D-8445-E265CC03AE3B}">
      <dgm:prSet/>
      <dgm:spPr/>
      <dgm:t>
        <a:bodyPr/>
        <a:lstStyle/>
        <a:p>
          <a:r>
            <a:rPr lang="en-US"/>
            <a:t>Integrated Services: Curative + Preventive + Promotive care at all levels</a:t>
          </a:r>
        </a:p>
      </dgm:t>
    </dgm:pt>
    <dgm:pt modelId="{84633571-14D7-43A3-9E0E-BFF6AF3FC141}" type="parTrans" cxnId="{9168CEEE-9457-4B45-AFD4-B43DE474912A}">
      <dgm:prSet/>
      <dgm:spPr/>
      <dgm:t>
        <a:bodyPr/>
        <a:lstStyle/>
        <a:p>
          <a:endParaRPr lang="en-US"/>
        </a:p>
      </dgm:t>
    </dgm:pt>
    <dgm:pt modelId="{D8C5777D-0EBC-4F9E-A38D-790F655C3862}" type="sibTrans" cxnId="{9168CEEE-9457-4B45-AFD4-B43DE474912A}">
      <dgm:prSet/>
      <dgm:spPr/>
      <dgm:t>
        <a:bodyPr/>
        <a:lstStyle/>
        <a:p>
          <a:endParaRPr lang="en-US"/>
        </a:p>
      </dgm:t>
    </dgm:pt>
    <dgm:pt modelId="{F7DC560C-ECF2-46D4-9647-43D95343873D}">
      <dgm:prSet/>
      <dgm:spPr/>
      <dgm:t>
        <a:bodyPr/>
        <a:lstStyle/>
        <a:p>
          <a:r>
            <a:rPr lang="en-US"/>
            <a:t>Community Workers: VHG → ASHA evolution from Shrivastav Committee</a:t>
          </a:r>
        </a:p>
      </dgm:t>
    </dgm:pt>
    <dgm:pt modelId="{2A4B98CD-4CCA-45BF-AB8F-EC9EC58587F0}" type="parTrans" cxnId="{11D0CB7E-6DA5-4B73-8A49-54F79B10CF1D}">
      <dgm:prSet/>
      <dgm:spPr/>
      <dgm:t>
        <a:bodyPr/>
        <a:lstStyle/>
        <a:p>
          <a:endParaRPr lang="en-US"/>
        </a:p>
      </dgm:t>
    </dgm:pt>
    <dgm:pt modelId="{2E12D519-6D76-4F0C-8B1D-9332CF905B24}" type="sibTrans" cxnId="{11D0CB7E-6DA5-4B73-8A49-54F79B10CF1D}">
      <dgm:prSet/>
      <dgm:spPr/>
      <dgm:t>
        <a:bodyPr/>
        <a:lstStyle/>
        <a:p>
          <a:endParaRPr lang="en-US"/>
        </a:p>
      </dgm:t>
    </dgm:pt>
    <dgm:pt modelId="{97FCE9BD-494E-4FA8-AFD5-D1951AF0D27E}">
      <dgm:prSet/>
      <dgm:spPr/>
      <dgm:t>
        <a:bodyPr/>
        <a:lstStyle/>
        <a:p>
          <a:r>
            <a:rPr lang="en-US"/>
            <a:t>Medical Education: Community Medicine mandatory (Bhore Committee legacy)</a:t>
          </a:r>
        </a:p>
      </dgm:t>
    </dgm:pt>
    <dgm:pt modelId="{1BE43384-5006-4174-AB37-04C89A78111E}" type="parTrans" cxnId="{CB9F8EED-4675-49DC-A487-C8D0A92660D0}">
      <dgm:prSet/>
      <dgm:spPr/>
      <dgm:t>
        <a:bodyPr/>
        <a:lstStyle/>
        <a:p>
          <a:endParaRPr lang="en-US"/>
        </a:p>
      </dgm:t>
    </dgm:pt>
    <dgm:pt modelId="{CC67EBA7-16F8-422E-B780-6DBC822B2992}" type="sibTrans" cxnId="{CB9F8EED-4675-49DC-A487-C8D0A92660D0}">
      <dgm:prSet/>
      <dgm:spPr/>
      <dgm:t>
        <a:bodyPr/>
        <a:lstStyle/>
        <a:p>
          <a:endParaRPr lang="en-US"/>
        </a:p>
      </dgm:t>
    </dgm:pt>
    <dgm:pt modelId="{FA78BBAF-2CA1-4F8F-8B97-71CB1A1AB861}">
      <dgm:prSet/>
      <dgm:spPr/>
      <dgm:t>
        <a:bodyPr/>
        <a:lstStyle/>
        <a:p>
          <a:r>
            <a:rPr lang="en-US"/>
            <a:t>Referral Systems: Systematic patient flow between healthcare levels</a:t>
          </a:r>
        </a:p>
      </dgm:t>
    </dgm:pt>
    <dgm:pt modelId="{1CABC42F-E1CD-4E21-843D-C280AD355691}" type="parTrans" cxnId="{D502463B-6BF9-4107-B1B8-362CD9A73453}">
      <dgm:prSet/>
      <dgm:spPr/>
      <dgm:t>
        <a:bodyPr/>
        <a:lstStyle/>
        <a:p>
          <a:endParaRPr lang="en-US"/>
        </a:p>
      </dgm:t>
    </dgm:pt>
    <dgm:pt modelId="{1E9470C2-3974-49D9-A582-B9A69915933D}" type="sibTrans" cxnId="{D502463B-6BF9-4107-B1B8-362CD9A73453}">
      <dgm:prSet/>
      <dgm:spPr/>
      <dgm:t>
        <a:bodyPr/>
        <a:lstStyle/>
        <a:p>
          <a:endParaRPr lang="en-US"/>
        </a:p>
      </dgm:t>
    </dgm:pt>
    <dgm:pt modelId="{65CD092B-4C1E-4CC0-974B-9FAA7EF900D9}" type="pres">
      <dgm:prSet presAssocID="{917A84E0-8B46-48DB-AF79-A2B6A170C1F0}" presName="root" presStyleCnt="0">
        <dgm:presLayoutVars>
          <dgm:dir/>
          <dgm:resizeHandles val="exact"/>
        </dgm:presLayoutVars>
      </dgm:prSet>
      <dgm:spPr/>
    </dgm:pt>
    <dgm:pt modelId="{F83C0B53-C10C-4BBC-A2AB-C44CD88D7853}" type="pres">
      <dgm:prSet presAssocID="{B1E61ED4-517D-4012-8EC6-35BC0CF4AD76}" presName="compNode" presStyleCnt="0"/>
      <dgm:spPr/>
    </dgm:pt>
    <dgm:pt modelId="{9B5C8F80-ECD4-47CC-91BB-6F7E6A3B4B3A}" type="pres">
      <dgm:prSet presAssocID="{B1E61ED4-517D-4012-8EC6-35BC0CF4AD76}" presName="bgRect" presStyleLbl="bgShp" presStyleIdx="0" presStyleCnt="5"/>
      <dgm:spPr/>
    </dgm:pt>
    <dgm:pt modelId="{F9BABE23-1E65-419A-8231-ED5379FA6A3F}" type="pres">
      <dgm:prSet presAssocID="{B1E61ED4-517D-4012-8EC6-35BC0CF4AD76}"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Network Diagram"/>
        </a:ext>
      </dgm:extLst>
    </dgm:pt>
    <dgm:pt modelId="{A6E70F87-F16F-425E-8687-6DD02214A30F}" type="pres">
      <dgm:prSet presAssocID="{B1E61ED4-517D-4012-8EC6-35BC0CF4AD76}" presName="spaceRect" presStyleCnt="0"/>
      <dgm:spPr/>
    </dgm:pt>
    <dgm:pt modelId="{666BE930-137A-4E64-8816-545F493D08F9}" type="pres">
      <dgm:prSet presAssocID="{B1E61ED4-517D-4012-8EC6-35BC0CF4AD76}" presName="parTx" presStyleLbl="revTx" presStyleIdx="0" presStyleCnt="5">
        <dgm:presLayoutVars>
          <dgm:chMax val="0"/>
          <dgm:chPref val="0"/>
        </dgm:presLayoutVars>
      </dgm:prSet>
      <dgm:spPr/>
    </dgm:pt>
    <dgm:pt modelId="{6D99FF56-CF4B-4BC2-BA76-ADEF1BD60859}" type="pres">
      <dgm:prSet presAssocID="{EE1829A8-36E2-4972-B8F9-A4121FA60546}" presName="sibTrans" presStyleCnt="0"/>
      <dgm:spPr/>
    </dgm:pt>
    <dgm:pt modelId="{F64FCBC8-1366-46C7-9866-9DC81CAF26A1}" type="pres">
      <dgm:prSet presAssocID="{FE199BFB-2A79-4E8D-8445-E265CC03AE3B}" presName="compNode" presStyleCnt="0"/>
      <dgm:spPr/>
    </dgm:pt>
    <dgm:pt modelId="{EAF471D3-A169-4E19-875D-8A3D3B1AC37A}" type="pres">
      <dgm:prSet presAssocID="{FE199BFB-2A79-4E8D-8445-E265CC03AE3B}" presName="bgRect" presStyleLbl="bgShp" presStyleIdx="1" presStyleCnt="5"/>
      <dgm:spPr/>
    </dgm:pt>
    <dgm:pt modelId="{9EA74210-A8C7-4372-BBE3-75CDD95980EB}" type="pres">
      <dgm:prSet presAssocID="{FE199BFB-2A79-4E8D-8445-E265CC03AE3B}"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ethoscope"/>
        </a:ext>
      </dgm:extLst>
    </dgm:pt>
    <dgm:pt modelId="{3F889494-2A5E-48A6-A8C9-BB980BDB2206}" type="pres">
      <dgm:prSet presAssocID="{FE199BFB-2A79-4E8D-8445-E265CC03AE3B}" presName="spaceRect" presStyleCnt="0"/>
      <dgm:spPr/>
    </dgm:pt>
    <dgm:pt modelId="{8278329A-1EA2-4704-9217-D6D5A59BF1C0}" type="pres">
      <dgm:prSet presAssocID="{FE199BFB-2A79-4E8D-8445-E265CC03AE3B}" presName="parTx" presStyleLbl="revTx" presStyleIdx="1" presStyleCnt="5">
        <dgm:presLayoutVars>
          <dgm:chMax val="0"/>
          <dgm:chPref val="0"/>
        </dgm:presLayoutVars>
      </dgm:prSet>
      <dgm:spPr/>
    </dgm:pt>
    <dgm:pt modelId="{8F054B9D-6F6F-42F8-BBEB-8D077C9B73F2}" type="pres">
      <dgm:prSet presAssocID="{D8C5777D-0EBC-4F9E-A38D-790F655C3862}" presName="sibTrans" presStyleCnt="0"/>
      <dgm:spPr/>
    </dgm:pt>
    <dgm:pt modelId="{BF8D324F-115C-4338-B030-98BBD9420664}" type="pres">
      <dgm:prSet presAssocID="{F7DC560C-ECF2-46D4-9647-43D95343873D}" presName="compNode" presStyleCnt="0"/>
      <dgm:spPr/>
    </dgm:pt>
    <dgm:pt modelId="{6C0DF1B5-2F22-407D-8F53-013EC070EFE2}" type="pres">
      <dgm:prSet presAssocID="{F7DC560C-ECF2-46D4-9647-43D95343873D}" presName="bgRect" presStyleLbl="bgShp" presStyleIdx="2" presStyleCnt="5"/>
      <dgm:spPr/>
    </dgm:pt>
    <dgm:pt modelId="{D0897423-DDB4-46EF-9C64-D0BB2C4CD217}" type="pres">
      <dgm:prSet presAssocID="{F7DC560C-ECF2-46D4-9647-43D95343873D}"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roup"/>
        </a:ext>
      </dgm:extLst>
    </dgm:pt>
    <dgm:pt modelId="{344ACA9A-D7FA-4C93-A847-DB47106C86DB}" type="pres">
      <dgm:prSet presAssocID="{F7DC560C-ECF2-46D4-9647-43D95343873D}" presName="spaceRect" presStyleCnt="0"/>
      <dgm:spPr/>
    </dgm:pt>
    <dgm:pt modelId="{66BB9FC6-3B12-484C-B02F-C9ECF10CF489}" type="pres">
      <dgm:prSet presAssocID="{F7DC560C-ECF2-46D4-9647-43D95343873D}" presName="parTx" presStyleLbl="revTx" presStyleIdx="2" presStyleCnt="5">
        <dgm:presLayoutVars>
          <dgm:chMax val="0"/>
          <dgm:chPref val="0"/>
        </dgm:presLayoutVars>
      </dgm:prSet>
      <dgm:spPr/>
    </dgm:pt>
    <dgm:pt modelId="{4B7821E2-475B-4915-8FF3-8149C4662E9D}" type="pres">
      <dgm:prSet presAssocID="{2E12D519-6D76-4F0C-8B1D-9332CF905B24}" presName="sibTrans" presStyleCnt="0"/>
      <dgm:spPr/>
    </dgm:pt>
    <dgm:pt modelId="{3018050C-E609-4192-816B-24D299FB2562}" type="pres">
      <dgm:prSet presAssocID="{97FCE9BD-494E-4FA8-AFD5-D1951AF0D27E}" presName="compNode" presStyleCnt="0"/>
      <dgm:spPr/>
    </dgm:pt>
    <dgm:pt modelId="{F24216A3-5971-4307-A4D6-ABED7C63EC39}" type="pres">
      <dgm:prSet presAssocID="{97FCE9BD-494E-4FA8-AFD5-D1951AF0D27E}" presName="bgRect" presStyleLbl="bgShp" presStyleIdx="3" presStyleCnt="5"/>
      <dgm:spPr/>
    </dgm:pt>
    <dgm:pt modelId="{B8474B6A-37AD-40C0-8D87-87FECF001109}" type="pres">
      <dgm:prSet presAssocID="{97FCE9BD-494E-4FA8-AFD5-D1951AF0D27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ospital"/>
        </a:ext>
      </dgm:extLst>
    </dgm:pt>
    <dgm:pt modelId="{CE550E27-AF3A-4978-B282-0C528B3D53E2}" type="pres">
      <dgm:prSet presAssocID="{97FCE9BD-494E-4FA8-AFD5-D1951AF0D27E}" presName="spaceRect" presStyleCnt="0"/>
      <dgm:spPr/>
    </dgm:pt>
    <dgm:pt modelId="{6319E5EE-93CA-4434-BB69-EA755F2E2E3C}" type="pres">
      <dgm:prSet presAssocID="{97FCE9BD-494E-4FA8-AFD5-D1951AF0D27E}" presName="parTx" presStyleLbl="revTx" presStyleIdx="3" presStyleCnt="5">
        <dgm:presLayoutVars>
          <dgm:chMax val="0"/>
          <dgm:chPref val="0"/>
        </dgm:presLayoutVars>
      </dgm:prSet>
      <dgm:spPr/>
    </dgm:pt>
    <dgm:pt modelId="{4B4B4AFE-F74B-4596-84FC-E991870671B8}" type="pres">
      <dgm:prSet presAssocID="{CC67EBA7-16F8-422E-B780-6DBC822B2992}" presName="sibTrans" presStyleCnt="0"/>
      <dgm:spPr/>
    </dgm:pt>
    <dgm:pt modelId="{A6F17907-6206-4F9D-B595-9F1C2B7DAB8D}" type="pres">
      <dgm:prSet presAssocID="{FA78BBAF-2CA1-4F8F-8B97-71CB1A1AB861}" presName="compNode" presStyleCnt="0"/>
      <dgm:spPr/>
    </dgm:pt>
    <dgm:pt modelId="{ABFC367C-AFDC-4E83-BD9F-DAC87A4A761C}" type="pres">
      <dgm:prSet presAssocID="{FA78BBAF-2CA1-4F8F-8B97-71CB1A1AB861}" presName="bgRect" presStyleLbl="bgShp" presStyleIdx="4" presStyleCnt="5"/>
      <dgm:spPr/>
    </dgm:pt>
    <dgm:pt modelId="{8B20B57C-88AA-42E6-9C3B-9C26C53C5E22}" type="pres">
      <dgm:prSet presAssocID="{FA78BBAF-2CA1-4F8F-8B97-71CB1A1AB86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Medical"/>
        </a:ext>
      </dgm:extLst>
    </dgm:pt>
    <dgm:pt modelId="{9FF7021C-EB79-4071-9D6C-E30BCAB906C4}" type="pres">
      <dgm:prSet presAssocID="{FA78BBAF-2CA1-4F8F-8B97-71CB1A1AB861}" presName="spaceRect" presStyleCnt="0"/>
      <dgm:spPr/>
    </dgm:pt>
    <dgm:pt modelId="{1FBD4EFF-8C5A-4364-A336-0BDC6FAABA8C}" type="pres">
      <dgm:prSet presAssocID="{FA78BBAF-2CA1-4F8F-8B97-71CB1A1AB861}" presName="parTx" presStyleLbl="revTx" presStyleIdx="4" presStyleCnt="5">
        <dgm:presLayoutVars>
          <dgm:chMax val="0"/>
          <dgm:chPref val="0"/>
        </dgm:presLayoutVars>
      </dgm:prSet>
      <dgm:spPr/>
    </dgm:pt>
  </dgm:ptLst>
  <dgm:cxnLst>
    <dgm:cxn modelId="{93B24311-61F6-44D2-B746-94CCA3AF2A2F}" type="presOf" srcId="{917A84E0-8B46-48DB-AF79-A2B6A170C1F0}" destId="{65CD092B-4C1E-4CC0-974B-9FAA7EF900D9}" srcOrd="0" destOrd="0" presId="urn:microsoft.com/office/officeart/2018/2/layout/IconVerticalSolidList"/>
    <dgm:cxn modelId="{19803326-6A68-40AD-863F-C02DB567992C}" type="presOf" srcId="{97FCE9BD-494E-4FA8-AFD5-D1951AF0D27E}" destId="{6319E5EE-93CA-4434-BB69-EA755F2E2E3C}" srcOrd="0" destOrd="0" presId="urn:microsoft.com/office/officeart/2018/2/layout/IconVerticalSolidList"/>
    <dgm:cxn modelId="{D502463B-6BF9-4107-B1B8-362CD9A73453}" srcId="{917A84E0-8B46-48DB-AF79-A2B6A170C1F0}" destId="{FA78BBAF-2CA1-4F8F-8B97-71CB1A1AB861}" srcOrd="4" destOrd="0" parTransId="{1CABC42F-E1CD-4E21-843D-C280AD355691}" sibTransId="{1E9470C2-3974-49D9-A582-B9A69915933D}"/>
    <dgm:cxn modelId="{24C3AC58-1EB5-4F89-8EEA-23474349685B}" type="presOf" srcId="{F7DC560C-ECF2-46D4-9647-43D95343873D}" destId="{66BB9FC6-3B12-484C-B02F-C9ECF10CF489}" srcOrd="0" destOrd="0" presId="urn:microsoft.com/office/officeart/2018/2/layout/IconVerticalSolidList"/>
    <dgm:cxn modelId="{11D0CB7E-6DA5-4B73-8A49-54F79B10CF1D}" srcId="{917A84E0-8B46-48DB-AF79-A2B6A170C1F0}" destId="{F7DC560C-ECF2-46D4-9647-43D95343873D}" srcOrd="2" destOrd="0" parTransId="{2A4B98CD-4CCA-45BF-AB8F-EC9EC58587F0}" sibTransId="{2E12D519-6D76-4F0C-8B1D-9332CF905B24}"/>
    <dgm:cxn modelId="{254B10D3-1679-4EF2-9A90-7AB46B96A59E}" type="presOf" srcId="{B1E61ED4-517D-4012-8EC6-35BC0CF4AD76}" destId="{666BE930-137A-4E64-8816-545F493D08F9}" srcOrd="0" destOrd="0" presId="urn:microsoft.com/office/officeart/2018/2/layout/IconVerticalSolidList"/>
    <dgm:cxn modelId="{CB9F8EED-4675-49DC-A487-C8D0A92660D0}" srcId="{917A84E0-8B46-48DB-AF79-A2B6A170C1F0}" destId="{97FCE9BD-494E-4FA8-AFD5-D1951AF0D27E}" srcOrd="3" destOrd="0" parTransId="{1BE43384-5006-4174-AB37-04C89A78111E}" sibTransId="{CC67EBA7-16F8-422E-B780-6DBC822B2992}"/>
    <dgm:cxn modelId="{9168CEEE-9457-4B45-AFD4-B43DE474912A}" srcId="{917A84E0-8B46-48DB-AF79-A2B6A170C1F0}" destId="{FE199BFB-2A79-4E8D-8445-E265CC03AE3B}" srcOrd="1" destOrd="0" parTransId="{84633571-14D7-43A3-9E0E-BFF6AF3FC141}" sibTransId="{D8C5777D-0EBC-4F9E-A38D-790F655C3862}"/>
    <dgm:cxn modelId="{595C81F0-21CA-451A-ABF1-62A26C0D43EA}" type="presOf" srcId="{FA78BBAF-2CA1-4F8F-8B97-71CB1A1AB861}" destId="{1FBD4EFF-8C5A-4364-A336-0BDC6FAABA8C}" srcOrd="0" destOrd="0" presId="urn:microsoft.com/office/officeart/2018/2/layout/IconVerticalSolidList"/>
    <dgm:cxn modelId="{7B2D19F1-39D0-4A85-B0E9-4318F6BB0FC7}" srcId="{917A84E0-8B46-48DB-AF79-A2B6A170C1F0}" destId="{B1E61ED4-517D-4012-8EC6-35BC0CF4AD76}" srcOrd="0" destOrd="0" parTransId="{99A29897-B6D5-418E-A91F-44C187D69219}" sibTransId="{EE1829A8-36E2-4972-B8F9-A4121FA60546}"/>
    <dgm:cxn modelId="{9918D1F1-730D-4B88-9543-536AB93C148A}" type="presOf" srcId="{FE199BFB-2A79-4E8D-8445-E265CC03AE3B}" destId="{8278329A-1EA2-4704-9217-D6D5A59BF1C0}" srcOrd="0" destOrd="0" presId="urn:microsoft.com/office/officeart/2018/2/layout/IconVerticalSolidList"/>
    <dgm:cxn modelId="{B31699FD-2D56-41C6-AD81-3677B876E1C5}" type="presParOf" srcId="{65CD092B-4C1E-4CC0-974B-9FAA7EF900D9}" destId="{F83C0B53-C10C-4BBC-A2AB-C44CD88D7853}" srcOrd="0" destOrd="0" presId="urn:microsoft.com/office/officeart/2018/2/layout/IconVerticalSolidList"/>
    <dgm:cxn modelId="{26589A49-11D1-44B2-BD0A-592EB31215C2}" type="presParOf" srcId="{F83C0B53-C10C-4BBC-A2AB-C44CD88D7853}" destId="{9B5C8F80-ECD4-47CC-91BB-6F7E6A3B4B3A}" srcOrd="0" destOrd="0" presId="urn:microsoft.com/office/officeart/2018/2/layout/IconVerticalSolidList"/>
    <dgm:cxn modelId="{0FD65890-4EDC-40C6-A0FF-3DB6F902468D}" type="presParOf" srcId="{F83C0B53-C10C-4BBC-A2AB-C44CD88D7853}" destId="{F9BABE23-1E65-419A-8231-ED5379FA6A3F}" srcOrd="1" destOrd="0" presId="urn:microsoft.com/office/officeart/2018/2/layout/IconVerticalSolidList"/>
    <dgm:cxn modelId="{B0022FA7-3887-4772-AB58-CCB3387181F5}" type="presParOf" srcId="{F83C0B53-C10C-4BBC-A2AB-C44CD88D7853}" destId="{A6E70F87-F16F-425E-8687-6DD02214A30F}" srcOrd="2" destOrd="0" presId="urn:microsoft.com/office/officeart/2018/2/layout/IconVerticalSolidList"/>
    <dgm:cxn modelId="{3911D0E3-C1F8-4879-B574-C08B7F371171}" type="presParOf" srcId="{F83C0B53-C10C-4BBC-A2AB-C44CD88D7853}" destId="{666BE930-137A-4E64-8816-545F493D08F9}" srcOrd="3" destOrd="0" presId="urn:microsoft.com/office/officeart/2018/2/layout/IconVerticalSolidList"/>
    <dgm:cxn modelId="{48955617-3C04-4615-A4F6-FA7D1CA22F4D}" type="presParOf" srcId="{65CD092B-4C1E-4CC0-974B-9FAA7EF900D9}" destId="{6D99FF56-CF4B-4BC2-BA76-ADEF1BD60859}" srcOrd="1" destOrd="0" presId="urn:microsoft.com/office/officeart/2018/2/layout/IconVerticalSolidList"/>
    <dgm:cxn modelId="{B97A7496-557C-4E80-9F06-A31C4B79580D}" type="presParOf" srcId="{65CD092B-4C1E-4CC0-974B-9FAA7EF900D9}" destId="{F64FCBC8-1366-46C7-9866-9DC81CAF26A1}" srcOrd="2" destOrd="0" presId="urn:microsoft.com/office/officeart/2018/2/layout/IconVerticalSolidList"/>
    <dgm:cxn modelId="{F81367A6-7AE6-4671-935A-6F3CB5A8C318}" type="presParOf" srcId="{F64FCBC8-1366-46C7-9866-9DC81CAF26A1}" destId="{EAF471D3-A169-4E19-875D-8A3D3B1AC37A}" srcOrd="0" destOrd="0" presId="urn:microsoft.com/office/officeart/2018/2/layout/IconVerticalSolidList"/>
    <dgm:cxn modelId="{2C4025AC-C528-4FC3-886F-A711D131CC47}" type="presParOf" srcId="{F64FCBC8-1366-46C7-9866-9DC81CAF26A1}" destId="{9EA74210-A8C7-4372-BBE3-75CDD95980EB}" srcOrd="1" destOrd="0" presId="urn:microsoft.com/office/officeart/2018/2/layout/IconVerticalSolidList"/>
    <dgm:cxn modelId="{E00E61FF-329A-4C90-86CF-41F1FD02D913}" type="presParOf" srcId="{F64FCBC8-1366-46C7-9866-9DC81CAF26A1}" destId="{3F889494-2A5E-48A6-A8C9-BB980BDB2206}" srcOrd="2" destOrd="0" presId="urn:microsoft.com/office/officeart/2018/2/layout/IconVerticalSolidList"/>
    <dgm:cxn modelId="{75A5E9D0-8AB5-4FCA-98D8-FC89BEA56329}" type="presParOf" srcId="{F64FCBC8-1366-46C7-9866-9DC81CAF26A1}" destId="{8278329A-1EA2-4704-9217-D6D5A59BF1C0}" srcOrd="3" destOrd="0" presId="urn:microsoft.com/office/officeart/2018/2/layout/IconVerticalSolidList"/>
    <dgm:cxn modelId="{9B0C41D9-368A-4E2D-B7E2-CCDD840727C3}" type="presParOf" srcId="{65CD092B-4C1E-4CC0-974B-9FAA7EF900D9}" destId="{8F054B9D-6F6F-42F8-BBEB-8D077C9B73F2}" srcOrd="3" destOrd="0" presId="urn:microsoft.com/office/officeart/2018/2/layout/IconVerticalSolidList"/>
    <dgm:cxn modelId="{A56E777B-30BE-42F0-BA32-9E29E69FDDF4}" type="presParOf" srcId="{65CD092B-4C1E-4CC0-974B-9FAA7EF900D9}" destId="{BF8D324F-115C-4338-B030-98BBD9420664}" srcOrd="4" destOrd="0" presId="urn:microsoft.com/office/officeart/2018/2/layout/IconVerticalSolidList"/>
    <dgm:cxn modelId="{234B54B2-13EC-4A19-88F1-65BE224F2AC7}" type="presParOf" srcId="{BF8D324F-115C-4338-B030-98BBD9420664}" destId="{6C0DF1B5-2F22-407D-8F53-013EC070EFE2}" srcOrd="0" destOrd="0" presId="urn:microsoft.com/office/officeart/2018/2/layout/IconVerticalSolidList"/>
    <dgm:cxn modelId="{26744D2F-455E-474A-A587-48DB3E5ABA7A}" type="presParOf" srcId="{BF8D324F-115C-4338-B030-98BBD9420664}" destId="{D0897423-DDB4-46EF-9C64-D0BB2C4CD217}" srcOrd="1" destOrd="0" presId="urn:microsoft.com/office/officeart/2018/2/layout/IconVerticalSolidList"/>
    <dgm:cxn modelId="{DF0D1CB9-9134-4533-BDB9-5816256C0E2B}" type="presParOf" srcId="{BF8D324F-115C-4338-B030-98BBD9420664}" destId="{344ACA9A-D7FA-4C93-A847-DB47106C86DB}" srcOrd="2" destOrd="0" presId="urn:microsoft.com/office/officeart/2018/2/layout/IconVerticalSolidList"/>
    <dgm:cxn modelId="{5E0F3BBC-A1BB-461C-9929-1B270681FD84}" type="presParOf" srcId="{BF8D324F-115C-4338-B030-98BBD9420664}" destId="{66BB9FC6-3B12-484C-B02F-C9ECF10CF489}" srcOrd="3" destOrd="0" presId="urn:microsoft.com/office/officeart/2018/2/layout/IconVerticalSolidList"/>
    <dgm:cxn modelId="{4963E9E5-8CC3-47B0-9FE3-9FD2C93C1C49}" type="presParOf" srcId="{65CD092B-4C1E-4CC0-974B-9FAA7EF900D9}" destId="{4B7821E2-475B-4915-8FF3-8149C4662E9D}" srcOrd="5" destOrd="0" presId="urn:microsoft.com/office/officeart/2018/2/layout/IconVerticalSolidList"/>
    <dgm:cxn modelId="{203DBBC7-5F3D-4825-8ABF-58C0CF7E0652}" type="presParOf" srcId="{65CD092B-4C1E-4CC0-974B-9FAA7EF900D9}" destId="{3018050C-E609-4192-816B-24D299FB2562}" srcOrd="6" destOrd="0" presId="urn:microsoft.com/office/officeart/2018/2/layout/IconVerticalSolidList"/>
    <dgm:cxn modelId="{B53482A8-1975-4DD1-9267-E96362992450}" type="presParOf" srcId="{3018050C-E609-4192-816B-24D299FB2562}" destId="{F24216A3-5971-4307-A4D6-ABED7C63EC39}" srcOrd="0" destOrd="0" presId="urn:microsoft.com/office/officeart/2018/2/layout/IconVerticalSolidList"/>
    <dgm:cxn modelId="{CB5825F4-023E-4D0D-9761-8829BFDC3165}" type="presParOf" srcId="{3018050C-E609-4192-816B-24D299FB2562}" destId="{B8474B6A-37AD-40C0-8D87-87FECF001109}" srcOrd="1" destOrd="0" presId="urn:microsoft.com/office/officeart/2018/2/layout/IconVerticalSolidList"/>
    <dgm:cxn modelId="{7163079C-A908-4511-B213-62032D0814F1}" type="presParOf" srcId="{3018050C-E609-4192-816B-24D299FB2562}" destId="{CE550E27-AF3A-4978-B282-0C528B3D53E2}" srcOrd="2" destOrd="0" presId="urn:microsoft.com/office/officeart/2018/2/layout/IconVerticalSolidList"/>
    <dgm:cxn modelId="{2033E4BF-1C3A-4F41-9C53-AE0513107095}" type="presParOf" srcId="{3018050C-E609-4192-816B-24D299FB2562}" destId="{6319E5EE-93CA-4434-BB69-EA755F2E2E3C}" srcOrd="3" destOrd="0" presId="urn:microsoft.com/office/officeart/2018/2/layout/IconVerticalSolidList"/>
    <dgm:cxn modelId="{8E1958C8-C7B0-47A9-8B84-C4E5C3AF1CAC}" type="presParOf" srcId="{65CD092B-4C1E-4CC0-974B-9FAA7EF900D9}" destId="{4B4B4AFE-F74B-4596-84FC-E991870671B8}" srcOrd="7" destOrd="0" presId="urn:microsoft.com/office/officeart/2018/2/layout/IconVerticalSolidList"/>
    <dgm:cxn modelId="{7FD21650-2563-4E96-A783-C37B6FBE1E08}" type="presParOf" srcId="{65CD092B-4C1E-4CC0-974B-9FAA7EF900D9}" destId="{A6F17907-6206-4F9D-B595-9F1C2B7DAB8D}" srcOrd="8" destOrd="0" presId="urn:microsoft.com/office/officeart/2018/2/layout/IconVerticalSolidList"/>
    <dgm:cxn modelId="{A860A42E-38C0-42B6-B06C-8F73A38B5F82}" type="presParOf" srcId="{A6F17907-6206-4F9D-B595-9F1C2B7DAB8D}" destId="{ABFC367C-AFDC-4E83-BD9F-DAC87A4A761C}" srcOrd="0" destOrd="0" presId="urn:microsoft.com/office/officeart/2018/2/layout/IconVerticalSolidList"/>
    <dgm:cxn modelId="{06B9E553-3182-40F5-89DF-3695216A01DE}" type="presParOf" srcId="{A6F17907-6206-4F9D-B595-9F1C2B7DAB8D}" destId="{8B20B57C-88AA-42E6-9C3B-9C26C53C5E22}" srcOrd="1" destOrd="0" presId="urn:microsoft.com/office/officeart/2018/2/layout/IconVerticalSolidList"/>
    <dgm:cxn modelId="{4298D5B7-57DC-46BE-A082-67078EA40E90}" type="presParOf" srcId="{A6F17907-6206-4F9D-B595-9F1C2B7DAB8D}" destId="{9FF7021C-EB79-4071-9D6C-E30BCAB906C4}" srcOrd="2" destOrd="0" presId="urn:microsoft.com/office/officeart/2018/2/layout/IconVerticalSolidList"/>
    <dgm:cxn modelId="{F428515A-61E0-4029-87C2-2AB2A2C49B5F}" type="presParOf" srcId="{A6F17907-6206-4F9D-B595-9F1C2B7DAB8D}" destId="{1FBD4EFF-8C5A-4364-A336-0BDC6FAABA8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8C25F9D-06FC-4B8A-90CF-A0AC74905E3E}"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8E6175B-3529-402C-AAA2-250A9A5BC3B4}">
      <dgm:prSet/>
      <dgm:spPr/>
      <dgm:t>
        <a:bodyPr/>
        <a:lstStyle/>
        <a:p>
          <a:r>
            <a:rPr lang="en-US"/>
            <a:t>Mashelkar Committee:</a:t>
          </a:r>
        </a:p>
      </dgm:t>
    </dgm:pt>
    <dgm:pt modelId="{4DABCF30-087F-41BB-B68B-A0E072D64F75}" type="parTrans" cxnId="{06842451-1C32-4E0B-9F10-39EC7FE56768}">
      <dgm:prSet/>
      <dgm:spPr/>
      <dgm:t>
        <a:bodyPr/>
        <a:lstStyle/>
        <a:p>
          <a:endParaRPr lang="en-US"/>
        </a:p>
      </dgm:t>
    </dgm:pt>
    <dgm:pt modelId="{A7335A00-4C58-46B2-8623-AF30353A3106}" type="sibTrans" cxnId="{06842451-1C32-4E0B-9F10-39EC7FE56768}">
      <dgm:prSet/>
      <dgm:spPr/>
      <dgm:t>
        <a:bodyPr/>
        <a:lstStyle/>
        <a:p>
          <a:endParaRPr lang="en-US"/>
        </a:p>
      </dgm:t>
    </dgm:pt>
    <dgm:pt modelId="{4E3B687D-8BAD-4567-9AB0-32C01CCF2814}">
      <dgm:prSet/>
      <dgm:spPr/>
      <dgm:t>
        <a:bodyPr/>
        <a:lstStyle/>
        <a:p>
          <a:r>
            <a:rPr lang="en-US"/>
            <a:t>- Technology integration in healthcare</a:t>
          </a:r>
        </a:p>
      </dgm:t>
    </dgm:pt>
    <dgm:pt modelId="{EE4576E1-4B50-4412-823F-1E0AA974BCAC}" type="parTrans" cxnId="{452F8EBB-AA91-4D0B-A567-E5815E61A8C1}">
      <dgm:prSet/>
      <dgm:spPr/>
      <dgm:t>
        <a:bodyPr/>
        <a:lstStyle/>
        <a:p>
          <a:endParaRPr lang="en-US"/>
        </a:p>
      </dgm:t>
    </dgm:pt>
    <dgm:pt modelId="{B0032AF3-76EC-4EAA-BC7F-C7CE795DCB54}" type="sibTrans" cxnId="{452F8EBB-AA91-4D0B-A567-E5815E61A8C1}">
      <dgm:prSet/>
      <dgm:spPr/>
      <dgm:t>
        <a:bodyPr/>
        <a:lstStyle/>
        <a:p>
          <a:endParaRPr lang="en-US"/>
        </a:p>
      </dgm:t>
    </dgm:pt>
    <dgm:pt modelId="{00799F7F-18A5-4089-B661-69A3E380E145}">
      <dgm:prSet/>
      <dgm:spPr/>
      <dgm:t>
        <a:bodyPr/>
        <a:lstStyle/>
        <a:p>
          <a:r>
            <a:rPr lang="en-US"/>
            <a:t>- Modern efficiency and quality standards</a:t>
          </a:r>
        </a:p>
      </dgm:t>
    </dgm:pt>
    <dgm:pt modelId="{84F8A3F8-9600-4247-8247-A76B79B2501F}" type="parTrans" cxnId="{7B84BDD3-AAF8-4D5A-B043-F8BDFD913A2C}">
      <dgm:prSet/>
      <dgm:spPr/>
      <dgm:t>
        <a:bodyPr/>
        <a:lstStyle/>
        <a:p>
          <a:endParaRPr lang="en-US"/>
        </a:p>
      </dgm:t>
    </dgm:pt>
    <dgm:pt modelId="{F494C9A5-C4FB-4D70-8831-2B0C8828BD6F}" type="sibTrans" cxnId="{7B84BDD3-AAF8-4D5A-B043-F8BDFD913A2C}">
      <dgm:prSet/>
      <dgm:spPr/>
      <dgm:t>
        <a:bodyPr/>
        <a:lstStyle/>
        <a:p>
          <a:endParaRPr lang="en-US"/>
        </a:p>
      </dgm:t>
    </dgm:pt>
    <dgm:pt modelId="{3EC1EE80-8296-42AC-8719-BC43C19E07F2}">
      <dgm:prSet/>
      <dgm:spPr/>
      <dgm:t>
        <a:bodyPr/>
        <a:lstStyle/>
        <a:p>
          <a:r>
            <a:rPr lang="en-US"/>
            <a:t>National Commission on Macroeconomics and Health:</a:t>
          </a:r>
        </a:p>
      </dgm:t>
    </dgm:pt>
    <dgm:pt modelId="{E044EF35-799E-4294-86C3-E8C7C75B191C}" type="parTrans" cxnId="{4E08F735-C5A6-44B3-A935-3BE9285CFD8F}">
      <dgm:prSet/>
      <dgm:spPr/>
      <dgm:t>
        <a:bodyPr/>
        <a:lstStyle/>
        <a:p>
          <a:endParaRPr lang="en-US"/>
        </a:p>
      </dgm:t>
    </dgm:pt>
    <dgm:pt modelId="{496E802A-9B77-43BC-8FF9-39BB4E6DB682}" type="sibTrans" cxnId="{4E08F735-C5A6-44B3-A935-3BE9285CFD8F}">
      <dgm:prSet/>
      <dgm:spPr/>
      <dgm:t>
        <a:bodyPr/>
        <a:lstStyle/>
        <a:p>
          <a:endParaRPr lang="en-US"/>
        </a:p>
      </dgm:t>
    </dgm:pt>
    <dgm:pt modelId="{82F557C7-156F-4C7C-8594-7358C3846209}">
      <dgm:prSet/>
      <dgm:spPr/>
      <dgm:t>
        <a:bodyPr/>
        <a:lstStyle/>
        <a:p>
          <a:r>
            <a:rPr lang="en-US"/>
            <a:t>- Economic aspects of healthcare planning</a:t>
          </a:r>
        </a:p>
      </dgm:t>
    </dgm:pt>
    <dgm:pt modelId="{2ABA64DC-575D-4344-9A3C-F2D28F4C831D}" type="parTrans" cxnId="{974B9053-C24E-4A09-808C-ED668FF39697}">
      <dgm:prSet/>
      <dgm:spPr/>
      <dgm:t>
        <a:bodyPr/>
        <a:lstStyle/>
        <a:p>
          <a:endParaRPr lang="en-US"/>
        </a:p>
      </dgm:t>
    </dgm:pt>
    <dgm:pt modelId="{D14BAAD7-85A3-497D-97C5-49A5A6374420}" type="sibTrans" cxnId="{974B9053-C24E-4A09-808C-ED668FF39697}">
      <dgm:prSet/>
      <dgm:spPr/>
      <dgm:t>
        <a:bodyPr/>
        <a:lstStyle/>
        <a:p>
          <a:endParaRPr lang="en-US"/>
        </a:p>
      </dgm:t>
    </dgm:pt>
    <dgm:pt modelId="{A7610F11-B7AE-4723-855D-1576008AEEE6}">
      <dgm:prSet/>
      <dgm:spPr/>
      <dgm:t>
        <a:bodyPr/>
        <a:lstStyle/>
        <a:p>
          <a:r>
            <a:rPr lang="en-US"/>
            <a:t>- Cost-effectiveness and resource allocation</a:t>
          </a:r>
        </a:p>
      </dgm:t>
    </dgm:pt>
    <dgm:pt modelId="{136177D8-3707-429C-9E91-1069941AB680}" type="parTrans" cxnId="{CC3164D3-BA4A-460D-8E43-F92155C572FD}">
      <dgm:prSet/>
      <dgm:spPr/>
      <dgm:t>
        <a:bodyPr/>
        <a:lstStyle/>
        <a:p>
          <a:endParaRPr lang="en-US"/>
        </a:p>
      </dgm:t>
    </dgm:pt>
    <dgm:pt modelId="{AF89E916-9EA3-44FD-A391-7FB3DC1E059E}" type="sibTrans" cxnId="{CC3164D3-BA4A-460D-8E43-F92155C572FD}">
      <dgm:prSet/>
      <dgm:spPr/>
      <dgm:t>
        <a:bodyPr/>
        <a:lstStyle/>
        <a:p>
          <a:endParaRPr lang="en-US"/>
        </a:p>
      </dgm:t>
    </dgm:pt>
    <dgm:pt modelId="{0E029311-FFD5-46C4-8002-14917DDF2336}">
      <dgm:prSet/>
      <dgm:spPr/>
      <dgm:t>
        <a:bodyPr/>
        <a:lstStyle/>
        <a:p>
          <a:r>
            <a:rPr lang="en-US"/>
            <a:t>- Healthcare financing mechanisms</a:t>
          </a:r>
        </a:p>
      </dgm:t>
    </dgm:pt>
    <dgm:pt modelId="{1BD29F86-B424-40BE-BF22-AF0480A3F106}" type="parTrans" cxnId="{1A4090D3-1D75-4B69-B4C0-38E7088A2CC2}">
      <dgm:prSet/>
      <dgm:spPr/>
      <dgm:t>
        <a:bodyPr/>
        <a:lstStyle/>
        <a:p>
          <a:endParaRPr lang="en-US"/>
        </a:p>
      </dgm:t>
    </dgm:pt>
    <dgm:pt modelId="{0FD69482-E2E9-4D2A-9C6B-AF317CD9C7DC}" type="sibTrans" cxnId="{1A4090D3-1D75-4B69-B4C0-38E7088A2CC2}">
      <dgm:prSet/>
      <dgm:spPr/>
      <dgm:t>
        <a:bodyPr/>
        <a:lstStyle/>
        <a:p>
          <a:endParaRPr lang="en-US"/>
        </a:p>
      </dgm:t>
    </dgm:pt>
    <dgm:pt modelId="{F7E6E80A-73B7-4C4F-A135-B044ACB66661}">
      <dgm:prSet/>
      <dgm:spPr/>
      <dgm:t>
        <a:bodyPr/>
        <a:lstStyle/>
        <a:p>
          <a:r>
            <a:rPr lang="en-US"/>
            <a:t>Impact: Influenced current health insurance schemes and economic policies</a:t>
          </a:r>
        </a:p>
      </dgm:t>
    </dgm:pt>
    <dgm:pt modelId="{B90DD155-2A8A-482A-A924-C64BB1DB9A49}" type="parTrans" cxnId="{3849CA14-9D46-465C-A8BF-552B4C131D2A}">
      <dgm:prSet/>
      <dgm:spPr/>
      <dgm:t>
        <a:bodyPr/>
        <a:lstStyle/>
        <a:p>
          <a:endParaRPr lang="en-US"/>
        </a:p>
      </dgm:t>
    </dgm:pt>
    <dgm:pt modelId="{44530B20-E491-4667-B4FC-4B5CB5BD60CF}" type="sibTrans" cxnId="{3849CA14-9D46-465C-A8BF-552B4C131D2A}">
      <dgm:prSet/>
      <dgm:spPr/>
      <dgm:t>
        <a:bodyPr/>
        <a:lstStyle/>
        <a:p>
          <a:endParaRPr lang="en-US"/>
        </a:p>
      </dgm:t>
    </dgm:pt>
    <dgm:pt modelId="{DE3A9B0C-F76B-446F-9915-5EDD03F5F524}" type="pres">
      <dgm:prSet presAssocID="{F8C25F9D-06FC-4B8A-90CF-A0AC74905E3E}" presName="linear" presStyleCnt="0">
        <dgm:presLayoutVars>
          <dgm:animLvl val="lvl"/>
          <dgm:resizeHandles val="exact"/>
        </dgm:presLayoutVars>
      </dgm:prSet>
      <dgm:spPr/>
    </dgm:pt>
    <dgm:pt modelId="{0BA99290-72AC-4217-B76D-87F0B420CBBC}" type="pres">
      <dgm:prSet presAssocID="{18E6175B-3529-402C-AAA2-250A9A5BC3B4}" presName="parentText" presStyleLbl="node1" presStyleIdx="0" presStyleCnt="3">
        <dgm:presLayoutVars>
          <dgm:chMax val="0"/>
          <dgm:bulletEnabled val="1"/>
        </dgm:presLayoutVars>
      </dgm:prSet>
      <dgm:spPr/>
    </dgm:pt>
    <dgm:pt modelId="{0BD87CA5-6C2C-40E0-9F06-57B17F3CCA98}" type="pres">
      <dgm:prSet presAssocID="{18E6175B-3529-402C-AAA2-250A9A5BC3B4}" presName="childText" presStyleLbl="revTx" presStyleIdx="0" presStyleCnt="2">
        <dgm:presLayoutVars>
          <dgm:bulletEnabled val="1"/>
        </dgm:presLayoutVars>
      </dgm:prSet>
      <dgm:spPr/>
    </dgm:pt>
    <dgm:pt modelId="{982FCC7A-B722-449F-9730-D3C0D14CBB7F}" type="pres">
      <dgm:prSet presAssocID="{3EC1EE80-8296-42AC-8719-BC43C19E07F2}" presName="parentText" presStyleLbl="node1" presStyleIdx="1" presStyleCnt="3">
        <dgm:presLayoutVars>
          <dgm:chMax val="0"/>
          <dgm:bulletEnabled val="1"/>
        </dgm:presLayoutVars>
      </dgm:prSet>
      <dgm:spPr/>
    </dgm:pt>
    <dgm:pt modelId="{2C8140AC-9F8F-4FB4-B0CE-2E0C5CD91428}" type="pres">
      <dgm:prSet presAssocID="{3EC1EE80-8296-42AC-8719-BC43C19E07F2}" presName="childText" presStyleLbl="revTx" presStyleIdx="1" presStyleCnt="2">
        <dgm:presLayoutVars>
          <dgm:bulletEnabled val="1"/>
        </dgm:presLayoutVars>
      </dgm:prSet>
      <dgm:spPr/>
    </dgm:pt>
    <dgm:pt modelId="{030364B3-4FD9-48A8-9AC7-D30837F190E5}" type="pres">
      <dgm:prSet presAssocID="{F7E6E80A-73B7-4C4F-A135-B044ACB66661}" presName="parentText" presStyleLbl="node1" presStyleIdx="2" presStyleCnt="3">
        <dgm:presLayoutVars>
          <dgm:chMax val="0"/>
          <dgm:bulletEnabled val="1"/>
        </dgm:presLayoutVars>
      </dgm:prSet>
      <dgm:spPr/>
    </dgm:pt>
  </dgm:ptLst>
  <dgm:cxnLst>
    <dgm:cxn modelId="{3849CA14-9D46-465C-A8BF-552B4C131D2A}" srcId="{F8C25F9D-06FC-4B8A-90CF-A0AC74905E3E}" destId="{F7E6E80A-73B7-4C4F-A135-B044ACB66661}" srcOrd="2" destOrd="0" parTransId="{B90DD155-2A8A-482A-A924-C64BB1DB9A49}" sibTransId="{44530B20-E491-4667-B4FC-4B5CB5BD60CF}"/>
    <dgm:cxn modelId="{60695F1A-D9E6-4A89-A7DB-52A0DD6585D3}" type="presOf" srcId="{F8C25F9D-06FC-4B8A-90CF-A0AC74905E3E}" destId="{DE3A9B0C-F76B-446F-9915-5EDD03F5F524}" srcOrd="0" destOrd="0" presId="urn:microsoft.com/office/officeart/2005/8/layout/vList2"/>
    <dgm:cxn modelId="{4E08F735-C5A6-44B3-A935-3BE9285CFD8F}" srcId="{F8C25F9D-06FC-4B8A-90CF-A0AC74905E3E}" destId="{3EC1EE80-8296-42AC-8719-BC43C19E07F2}" srcOrd="1" destOrd="0" parTransId="{E044EF35-799E-4294-86C3-E8C7C75B191C}" sibTransId="{496E802A-9B77-43BC-8FF9-39BB4E6DB682}"/>
    <dgm:cxn modelId="{C001E060-211A-4566-A22E-9D42D9E98282}" type="presOf" srcId="{3EC1EE80-8296-42AC-8719-BC43C19E07F2}" destId="{982FCC7A-B722-449F-9730-D3C0D14CBB7F}" srcOrd="0" destOrd="0" presId="urn:microsoft.com/office/officeart/2005/8/layout/vList2"/>
    <dgm:cxn modelId="{F272994C-5C88-41C2-ABF6-67FDF0C2D121}" type="presOf" srcId="{0E029311-FFD5-46C4-8002-14917DDF2336}" destId="{2C8140AC-9F8F-4FB4-B0CE-2E0C5CD91428}" srcOrd="0" destOrd="2" presId="urn:microsoft.com/office/officeart/2005/8/layout/vList2"/>
    <dgm:cxn modelId="{BFAB0B6F-8061-4350-8131-DC0B31A81860}" type="presOf" srcId="{A7610F11-B7AE-4723-855D-1576008AEEE6}" destId="{2C8140AC-9F8F-4FB4-B0CE-2E0C5CD91428}" srcOrd="0" destOrd="1" presId="urn:microsoft.com/office/officeart/2005/8/layout/vList2"/>
    <dgm:cxn modelId="{06842451-1C32-4E0B-9F10-39EC7FE56768}" srcId="{F8C25F9D-06FC-4B8A-90CF-A0AC74905E3E}" destId="{18E6175B-3529-402C-AAA2-250A9A5BC3B4}" srcOrd="0" destOrd="0" parTransId="{4DABCF30-087F-41BB-B68B-A0E072D64F75}" sibTransId="{A7335A00-4C58-46B2-8623-AF30353A3106}"/>
    <dgm:cxn modelId="{974B9053-C24E-4A09-808C-ED668FF39697}" srcId="{3EC1EE80-8296-42AC-8719-BC43C19E07F2}" destId="{82F557C7-156F-4C7C-8594-7358C3846209}" srcOrd="0" destOrd="0" parTransId="{2ABA64DC-575D-4344-9A3C-F2D28F4C831D}" sibTransId="{D14BAAD7-85A3-497D-97C5-49A5A6374420}"/>
    <dgm:cxn modelId="{7594D484-7B39-4539-904B-C147294C2F2A}" type="presOf" srcId="{18E6175B-3529-402C-AAA2-250A9A5BC3B4}" destId="{0BA99290-72AC-4217-B76D-87F0B420CBBC}" srcOrd="0" destOrd="0" presId="urn:microsoft.com/office/officeart/2005/8/layout/vList2"/>
    <dgm:cxn modelId="{E840358A-82D4-4DC6-8E36-F3EC811A652C}" type="presOf" srcId="{F7E6E80A-73B7-4C4F-A135-B044ACB66661}" destId="{030364B3-4FD9-48A8-9AC7-D30837F190E5}" srcOrd="0" destOrd="0" presId="urn:microsoft.com/office/officeart/2005/8/layout/vList2"/>
    <dgm:cxn modelId="{7A0A74A4-7300-419B-8A09-178F771143DB}" type="presOf" srcId="{00799F7F-18A5-4089-B661-69A3E380E145}" destId="{0BD87CA5-6C2C-40E0-9F06-57B17F3CCA98}" srcOrd="0" destOrd="1" presId="urn:microsoft.com/office/officeart/2005/8/layout/vList2"/>
    <dgm:cxn modelId="{61463BAD-C4D1-425F-8827-873A3828C218}" type="presOf" srcId="{82F557C7-156F-4C7C-8594-7358C3846209}" destId="{2C8140AC-9F8F-4FB4-B0CE-2E0C5CD91428}" srcOrd="0" destOrd="0" presId="urn:microsoft.com/office/officeart/2005/8/layout/vList2"/>
    <dgm:cxn modelId="{452F8EBB-AA91-4D0B-A567-E5815E61A8C1}" srcId="{18E6175B-3529-402C-AAA2-250A9A5BC3B4}" destId="{4E3B687D-8BAD-4567-9AB0-32C01CCF2814}" srcOrd="0" destOrd="0" parTransId="{EE4576E1-4B50-4412-823F-1E0AA974BCAC}" sibTransId="{B0032AF3-76EC-4EAA-BC7F-C7CE795DCB54}"/>
    <dgm:cxn modelId="{CC3164D3-BA4A-460D-8E43-F92155C572FD}" srcId="{3EC1EE80-8296-42AC-8719-BC43C19E07F2}" destId="{A7610F11-B7AE-4723-855D-1576008AEEE6}" srcOrd="1" destOrd="0" parTransId="{136177D8-3707-429C-9E91-1069941AB680}" sibTransId="{AF89E916-9EA3-44FD-A391-7FB3DC1E059E}"/>
    <dgm:cxn modelId="{1A4090D3-1D75-4B69-B4C0-38E7088A2CC2}" srcId="{3EC1EE80-8296-42AC-8719-BC43C19E07F2}" destId="{0E029311-FFD5-46C4-8002-14917DDF2336}" srcOrd="2" destOrd="0" parTransId="{1BD29F86-B424-40BE-BF22-AF0480A3F106}" sibTransId="{0FD69482-E2E9-4D2A-9C6B-AF317CD9C7DC}"/>
    <dgm:cxn modelId="{7B84BDD3-AAF8-4D5A-B043-F8BDFD913A2C}" srcId="{18E6175B-3529-402C-AAA2-250A9A5BC3B4}" destId="{00799F7F-18A5-4089-B661-69A3E380E145}" srcOrd="1" destOrd="0" parTransId="{84F8A3F8-9600-4247-8247-A76B79B2501F}" sibTransId="{F494C9A5-C4FB-4D70-8831-2B0C8828BD6F}"/>
    <dgm:cxn modelId="{FC1E63FC-34DD-4E5E-A250-193D134092D5}" type="presOf" srcId="{4E3B687D-8BAD-4567-9AB0-32C01CCF2814}" destId="{0BD87CA5-6C2C-40E0-9F06-57B17F3CCA98}" srcOrd="0" destOrd="0" presId="urn:microsoft.com/office/officeart/2005/8/layout/vList2"/>
    <dgm:cxn modelId="{EF4407E1-5F38-4529-9DAF-75417D7BC8D5}" type="presParOf" srcId="{DE3A9B0C-F76B-446F-9915-5EDD03F5F524}" destId="{0BA99290-72AC-4217-B76D-87F0B420CBBC}" srcOrd="0" destOrd="0" presId="urn:microsoft.com/office/officeart/2005/8/layout/vList2"/>
    <dgm:cxn modelId="{F1017CC3-4304-4C95-9340-7CAB626BC1F8}" type="presParOf" srcId="{DE3A9B0C-F76B-446F-9915-5EDD03F5F524}" destId="{0BD87CA5-6C2C-40E0-9F06-57B17F3CCA98}" srcOrd="1" destOrd="0" presId="urn:microsoft.com/office/officeart/2005/8/layout/vList2"/>
    <dgm:cxn modelId="{341B9D0B-9AE0-4C06-A43C-5C3C01DF73E9}" type="presParOf" srcId="{DE3A9B0C-F76B-446F-9915-5EDD03F5F524}" destId="{982FCC7A-B722-449F-9730-D3C0D14CBB7F}" srcOrd="2" destOrd="0" presId="urn:microsoft.com/office/officeart/2005/8/layout/vList2"/>
    <dgm:cxn modelId="{D980B7D7-2CF0-4D09-90E2-C01254661D89}" type="presParOf" srcId="{DE3A9B0C-F76B-446F-9915-5EDD03F5F524}" destId="{2C8140AC-9F8F-4FB4-B0CE-2E0C5CD91428}" srcOrd="3" destOrd="0" presId="urn:microsoft.com/office/officeart/2005/8/layout/vList2"/>
    <dgm:cxn modelId="{08594645-EA06-4084-91DD-DDD79AC25AD0}" type="presParOf" srcId="{DE3A9B0C-F76B-446F-9915-5EDD03F5F524}" destId="{030364B3-4FD9-48A8-9AC7-D30837F190E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0A2663B-8A50-497F-9AB9-250AF1C4DA40}"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9A921CA0-95E4-478C-A966-40DC9BC197B0}">
      <dgm:prSet/>
      <dgm:spPr/>
      <dgm:t>
        <a:bodyPr/>
        <a:lstStyle/>
        <a:p>
          <a:r>
            <a:rPr lang="en-US"/>
            <a:t>Direct Implementations:</a:t>
          </a:r>
        </a:p>
      </dgm:t>
    </dgm:pt>
    <dgm:pt modelId="{9757FFA9-2BF0-45C2-B5DC-BD384FA44353}" type="parTrans" cxnId="{CF5F3C98-FEB6-41AC-AA17-590C2681A72C}">
      <dgm:prSet/>
      <dgm:spPr/>
      <dgm:t>
        <a:bodyPr/>
        <a:lstStyle/>
        <a:p>
          <a:endParaRPr lang="en-US"/>
        </a:p>
      </dgm:t>
    </dgm:pt>
    <dgm:pt modelId="{4FAAA8BB-3B58-472C-ABE8-54D78F228252}" type="sibTrans" cxnId="{CF5F3C98-FEB6-41AC-AA17-590C2681A72C}">
      <dgm:prSet/>
      <dgm:spPr/>
      <dgm:t>
        <a:bodyPr/>
        <a:lstStyle/>
        <a:p>
          <a:endParaRPr lang="en-US"/>
        </a:p>
      </dgm:t>
    </dgm:pt>
    <dgm:pt modelId="{83C7E15D-69B9-4387-AA93-9F16B21BA82C}">
      <dgm:prSet/>
      <dgm:spPr/>
      <dgm:t>
        <a:bodyPr/>
        <a:lstStyle/>
        <a:p>
          <a:r>
            <a:rPr lang="en-US"/>
            <a:t>- PHCs: 25,000+ operational (Bhore Committee concept)</a:t>
          </a:r>
        </a:p>
      </dgm:t>
    </dgm:pt>
    <dgm:pt modelId="{CD313489-E4EB-4CC2-9099-62804B1AF99F}" type="parTrans" cxnId="{6F50BDC4-E902-40D6-81CB-595FC79853AA}">
      <dgm:prSet/>
      <dgm:spPr/>
      <dgm:t>
        <a:bodyPr/>
        <a:lstStyle/>
        <a:p>
          <a:endParaRPr lang="en-US"/>
        </a:p>
      </dgm:t>
    </dgm:pt>
    <dgm:pt modelId="{4269E2DD-0C7F-4906-9FA6-9CB952E87868}" type="sibTrans" cxnId="{6F50BDC4-E902-40D6-81CB-595FC79853AA}">
      <dgm:prSet/>
      <dgm:spPr/>
      <dgm:t>
        <a:bodyPr/>
        <a:lstStyle/>
        <a:p>
          <a:endParaRPr lang="en-US"/>
        </a:p>
      </dgm:t>
    </dgm:pt>
    <dgm:pt modelId="{0D70D5E9-8D98-4CBF-A5BA-866FFDBE0B0C}">
      <dgm:prSet/>
      <dgm:spPr/>
      <dgm:t>
        <a:bodyPr/>
        <a:lstStyle/>
        <a:p>
          <a:r>
            <a:rPr lang="en-US"/>
            <a:t>- CHCs: 5,600+ with 4 specialists (Mudaliar Committee upgrading)</a:t>
          </a:r>
        </a:p>
      </dgm:t>
    </dgm:pt>
    <dgm:pt modelId="{5E1D83BE-CD74-48C2-965D-D0CEDFE2F309}" type="parTrans" cxnId="{8E364739-EDDF-4285-9847-97C049BDD5EB}">
      <dgm:prSet/>
      <dgm:spPr/>
      <dgm:t>
        <a:bodyPr/>
        <a:lstStyle/>
        <a:p>
          <a:endParaRPr lang="en-US"/>
        </a:p>
      </dgm:t>
    </dgm:pt>
    <dgm:pt modelId="{9ADD7AE9-47E3-4C21-824D-0C8A2DCE5147}" type="sibTrans" cxnId="{8E364739-EDDF-4285-9847-97C049BDD5EB}">
      <dgm:prSet/>
      <dgm:spPr/>
      <dgm:t>
        <a:bodyPr/>
        <a:lstStyle/>
        <a:p>
          <a:endParaRPr lang="en-US"/>
        </a:p>
      </dgm:t>
    </dgm:pt>
    <dgm:pt modelId="{D3A61083-E727-4E4C-8E97-98368E0F351F}">
      <dgm:prSet/>
      <dgm:spPr/>
      <dgm:t>
        <a:bodyPr/>
        <a:lstStyle/>
        <a:p>
          <a:r>
            <a:rPr lang="en-US"/>
            <a:t>- Sub-centres: 156,000+ with ANM &amp; Health Workers (Chadha Committee)</a:t>
          </a:r>
        </a:p>
      </dgm:t>
    </dgm:pt>
    <dgm:pt modelId="{67963CD7-01AF-4C71-9ADD-2777729A0C22}" type="parTrans" cxnId="{C8C0CAFC-433E-433C-8145-C8DA48FD1566}">
      <dgm:prSet/>
      <dgm:spPr/>
      <dgm:t>
        <a:bodyPr/>
        <a:lstStyle/>
        <a:p>
          <a:endParaRPr lang="en-US"/>
        </a:p>
      </dgm:t>
    </dgm:pt>
    <dgm:pt modelId="{2B7D307D-6AC4-4146-9774-A112B1E46B37}" type="sibTrans" cxnId="{C8C0CAFC-433E-433C-8145-C8DA48FD1566}">
      <dgm:prSet/>
      <dgm:spPr/>
      <dgm:t>
        <a:bodyPr/>
        <a:lstStyle/>
        <a:p>
          <a:endParaRPr lang="en-US"/>
        </a:p>
      </dgm:t>
    </dgm:pt>
    <dgm:pt modelId="{2DF6C8A5-4607-438F-BCF4-1F8AF57C7862}">
      <dgm:prSet/>
      <dgm:spPr/>
      <dgm:t>
        <a:bodyPr/>
        <a:lstStyle/>
        <a:p>
          <a:r>
            <a:rPr lang="en-US"/>
            <a:t>- ASHA Workers: 900,000+ community health workers (Shrivastav Committee legacy)</a:t>
          </a:r>
        </a:p>
      </dgm:t>
    </dgm:pt>
    <dgm:pt modelId="{A1958429-6AA3-4A1A-98CE-C26256183F13}" type="parTrans" cxnId="{D45FCD02-1782-47BB-B418-9E5E1514CCAB}">
      <dgm:prSet/>
      <dgm:spPr/>
      <dgm:t>
        <a:bodyPr/>
        <a:lstStyle/>
        <a:p>
          <a:endParaRPr lang="en-US"/>
        </a:p>
      </dgm:t>
    </dgm:pt>
    <dgm:pt modelId="{9FCF1231-203E-4BFE-8733-36588CBFDCF1}" type="sibTrans" cxnId="{D45FCD02-1782-47BB-B418-9E5E1514CCAB}">
      <dgm:prSet/>
      <dgm:spPr/>
      <dgm:t>
        <a:bodyPr/>
        <a:lstStyle/>
        <a:p>
          <a:endParaRPr lang="en-US"/>
        </a:p>
      </dgm:t>
    </dgm:pt>
    <dgm:pt modelId="{2912DF0C-0366-4BBB-9543-9E4E6291DFE4}">
      <dgm:prSet/>
      <dgm:spPr/>
      <dgm:t>
        <a:bodyPr/>
        <a:lstStyle/>
        <a:p>
          <a:r>
            <a:rPr lang="en-US"/>
            <a:t>Modern Evolution:</a:t>
          </a:r>
        </a:p>
      </dgm:t>
    </dgm:pt>
    <dgm:pt modelId="{4C27BF70-7251-4949-898D-D20F45D0E3DD}" type="parTrans" cxnId="{F42A171E-6DAA-4BB7-897E-7EBE01B5DCBF}">
      <dgm:prSet/>
      <dgm:spPr/>
      <dgm:t>
        <a:bodyPr/>
        <a:lstStyle/>
        <a:p>
          <a:endParaRPr lang="en-US"/>
        </a:p>
      </dgm:t>
    </dgm:pt>
    <dgm:pt modelId="{632526BA-8B94-4680-9655-FDF3C8BF7CCB}" type="sibTrans" cxnId="{F42A171E-6DAA-4BB7-897E-7EBE01B5DCBF}">
      <dgm:prSet/>
      <dgm:spPr/>
      <dgm:t>
        <a:bodyPr/>
        <a:lstStyle/>
        <a:p>
          <a:endParaRPr lang="en-US"/>
        </a:p>
      </dgm:t>
    </dgm:pt>
    <dgm:pt modelId="{B193F35B-154F-4022-A359-AF8180CE0B26}">
      <dgm:prSet/>
      <dgm:spPr/>
      <dgm:t>
        <a:bodyPr/>
        <a:lstStyle/>
        <a:p>
          <a:r>
            <a:rPr lang="en-US"/>
            <a:t>- Health &amp; Wellness Centres: 150,000 target (building on all committee recommendations)</a:t>
          </a:r>
        </a:p>
      </dgm:t>
    </dgm:pt>
    <dgm:pt modelId="{84954265-36F9-4780-8228-54477E64C512}" type="parTrans" cxnId="{F0C440BA-E094-4646-B2C0-6F376D9AB44D}">
      <dgm:prSet/>
      <dgm:spPr/>
      <dgm:t>
        <a:bodyPr/>
        <a:lstStyle/>
        <a:p>
          <a:endParaRPr lang="en-US"/>
        </a:p>
      </dgm:t>
    </dgm:pt>
    <dgm:pt modelId="{1C7C3F2A-CC7A-476E-BDF1-8411FF0351D5}" type="sibTrans" cxnId="{F0C440BA-E094-4646-B2C0-6F376D9AB44D}">
      <dgm:prSet/>
      <dgm:spPr/>
      <dgm:t>
        <a:bodyPr/>
        <a:lstStyle/>
        <a:p>
          <a:endParaRPr lang="en-US"/>
        </a:p>
      </dgm:t>
    </dgm:pt>
    <dgm:pt modelId="{FC2A338D-4682-4595-8AC2-4E3FAFD56DED}">
      <dgm:prSet/>
      <dgm:spPr/>
      <dgm:t>
        <a:bodyPr/>
        <a:lstStyle/>
        <a:p>
          <a:r>
            <a:rPr lang="en-US"/>
            <a:t>- Ayushman Bharat: Universal health coverage (economic committee influence)</a:t>
          </a:r>
        </a:p>
      </dgm:t>
    </dgm:pt>
    <dgm:pt modelId="{6B45F1D7-CFC1-4624-944A-5C603198E8AB}" type="parTrans" cxnId="{971CF9CB-9E39-4A36-AB51-63FB197299E1}">
      <dgm:prSet/>
      <dgm:spPr/>
      <dgm:t>
        <a:bodyPr/>
        <a:lstStyle/>
        <a:p>
          <a:endParaRPr lang="en-US"/>
        </a:p>
      </dgm:t>
    </dgm:pt>
    <dgm:pt modelId="{E63DBCA3-A5FD-4B39-8B6E-C95FF190965A}" type="sibTrans" cxnId="{971CF9CB-9E39-4A36-AB51-63FB197299E1}">
      <dgm:prSet/>
      <dgm:spPr/>
      <dgm:t>
        <a:bodyPr/>
        <a:lstStyle/>
        <a:p>
          <a:endParaRPr lang="en-US"/>
        </a:p>
      </dgm:t>
    </dgm:pt>
    <dgm:pt modelId="{71B4B69E-CB62-4126-9C14-A541408882CE}" type="pres">
      <dgm:prSet presAssocID="{00A2663B-8A50-497F-9AB9-250AF1C4DA40}" presName="linear" presStyleCnt="0">
        <dgm:presLayoutVars>
          <dgm:animLvl val="lvl"/>
          <dgm:resizeHandles val="exact"/>
        </dgm:presLayoutVars>
      </dgm:prSet>
      <dgm:spPr/>
    </dgm:pt>
    <dgm:pt modelId="{C60D7589-F5E7-49AF-9A97-E7DD640488E6}" type="pres">
      <dgm:prSet presAssocID="{9A921CA0-95E4-478C-A966-40DC9BC197B0}" presName="parentText" presStyleLbl="node1" presStyleIdx="0" presStyleCnt="2">
        <dgm:presLayoutVars>
          <dgm:chMax val="0"/>
          <dgm:bulletEnabled val="1"/>
        </dgm:presLayoutVars>
      </dgm:prSet>
      <dgm:spPr/>
    </dgm:pt>
    <dgm:pt modelId="{E7BB93F0-0586-447E-9FD4-99C8918D80FF}" type="pres">
      <dgm:prSet presAssocID="{9A921CA0-95E4-478C-A966-40DC9BC197B0}" presName="childText" presStyleLbl="revTx" presStyleIdx="0" presStyleCnt="2">
        <dgm:presLayoutVars>
          <dgm:bulletEnabled val="1"/>
        </dgm:presLayoutVars>
      </dgm:prSet>
      <dgm:spPr/>
    </dgm:pt>
    <dgm:pt modelId="{DECBCA67-E61A-459E-94DD-89422AF372AC}" type="pres">
      <dgm:prSet presAssocID="{2912DF0C-0366-4BBB-9543-9E4E6291DFE4}" presName="parentText" presStyleLbl="node1" presStyleIdx="1" presStyleCnt="2">
        <dgm:presLayoutVars>
          <dgm:chMax val="0"/>
          <dgm:bulletEnabled val="1"/>
        </dgm:presLayoutVars>
      </dgm:prSet>
      <dgm:spPr/>
    </dgm:pt>
    <dgm:pt modelId="{8DA64824-31D9-4EBE-94B0-8B9F35174235}" type="pres">
      <dgm:prSet presAssocID="{2912DF0C-0366-4BBB-9543-9E4E6291DFE4}" presName="childText" presStyleLbl="revTx" presStyleIdx="1" presStyleCnt="2">
        <dgm:presLayoutVars>
          <dgm:bulletEnabled val="1"/>
        </dgm:presLayoutVars>
      </dgm:prSet>
      <dgm:spPr/>
    </dgm:pt>
  </dgm:ptLst>
  <dgm:cxnLst>
    <dgm:cxn modelId="{D45FCD02-1782-47BB-B418-9E5E1514CCAB}" srcId="{9A921CA0-95E4-478C-A966-40DC9BC197B0}" destId="{2DF6C8A5-4607-438F-BCF4-1F8AF57C7862}" srcOrd="3" destOrd="0" parTransId="{A1958429-6AA3-4A1A-98CE-C26256183F13}" sibTransId="{9FCF1231-203E-4BFE-8733-36588CBFDCF1}"/>
    <dgm:cxn modelId="{BCF4C416-675A-4918-8583-8A9141D6846C}" type="presOf" srcId="{2DF6C8A5-4607-438F-BCF4-1F8AF57C7862}" destId="{E7BB93F0-0586-447E-9FD4-99C8918D80FF}" srcOrd="0" destOrd="3" presId="urn:microsoft.com/office/officeart/2005/8/layout/vList2"/>
    <dgm:cxn modelId="{06EBD817-21B7-4D2D-803A-B0C466959753}" type="presOf" srcId="{2912DF0C-0366-4BBB-9543-9E4E6291DFE4}" destId="{DECBCA67-E61A-459E-94DD-89422AF372AC}" srcOrd="0" destOrd="0" presId="urn:microsoft.com/office/officeart/2005/8/layout/vList2"/>
    <dgm:cxn modelId="{F42A171E-6DAA-4BB7-897E-7EBE01B5DCBF}" srcId="{00A2663B-8A50-497F-9AB9-250AF1C4DA40}" destId="{2912DF0C-0366-4BBB-9543-9E4E6291DFE4}" srcOrd="1" destOrd="0" parTransId="{4C27BF70-7251-4949-898D-D20F45D0E3DD}" sibTransId="{632526BA-8B94-4680-9655-FDF3C8BF7CCB}"/>
    <dgm:cxn modelId="{12CCAB20-3F7D-441D-AF0E-AB2F062595F9}" type="presOf" srcId="{FC2A338D-4682-4595-8AC2-4E3FAFD56DED}" destId="{8DA64824-31D9-4EBE-94B0-8B9F35174235}" srcOrd="0" destOrd="1" presId="urn:microsoft.com/office/officeart/2005/8/layout/vList2"/>
    <dgm:cxn modelId="{25642728-9FC6-4820-AB75-224AA9B98D70}" type="presOf" srcId="{9A921CA0-95E4-478C-A966-40DC9BC197B0}" destId="{C60D7589-F5E7-49AF-9A97-E7DD640488E6}" srcOrd="0" destOrd="0" presId="urn:microsoft.com/office/officeart/2005/8/layout/vList2"/>
    <dgm:cxn modelId="{8E364739-EDDF-4285-9847-97C049BDD5EB}" srcId="{9A921CA0-95E4-478C-A966-40DC9BC197B0}" destId="{0D70D5E9-8D98-4CBF-A5BA-866FFDBE0B0C}" srcOrd="1" destOrd="0" parTransId="{5E1D83BE-CD74-48C2-965D-D0CEDFE2F309}" sibTransId="{9ADD7AE9-47E3-4C21-824D-0C8A2DCE5147}"/>
    <dgm:cxn modelId="{95F0FD5B-749A-411D-B979-A8E84E8CE320}" type="presOf" srcId="{D3A61083-E727-4E4C-8E97-98368E0F351F}" destId="{E7BB93F0-0586-447E-9FD4-99C8918D80FF}" srcOrd="0" destOrd="2" presId="urn:microsoft.com/office/officeart/2005/8/layout/vList2"/>
    <dgm:cxn modelId="{5AFB417D-D36E-4610-AED9-CE58BF0D4233}" type="presOf" srcId="{B193F35B-154F-4022-A359-AF8180CE0B26}" destId="{8DA64824-31D9-4EBE-94B0-8B9F35174235}" srcOrd="0" destOrd="0" presId="urn:microsoft.com/office/officeart/2005/8/layout/vList2"/>
    <dgm:cxn modelId="{CF5F3C98-FEB6-41AC-AA17-590C2681A72C}" srcId="{00A2663B-8A50-497F-9AB9-250AF1C4DA40}" destId="{9A921CA0-95E4-478C-A966-40DC9BC197B0}" srcOrd="0" destOrd="0" parTransId="{9757FFA9-2BF0-45C2-B5DC-BD384FA44353}" sibTransId="{4FAAA8BB-3B58-472C-ABE8-54D78F228252}"/>
    <dgm:cxn modelId="{F6C868B7-8EE3-4478-885C-2C655D62CB46}" type="presOf" srcId="{0D70D5E9-8D98-4CBF-A5BA-866FFDBE0B0C}" destId="{E7BB93F0-0586-447E-9FD4-99C8918D80FF}" srcOrd="0" destOrd="1" presId="urn:microsoft.com/office/officeart/2005/8/layout/vList2"/>
    <dgm:cxn modelId="{2B83E9B7-2E01-40EB-8078-583CFB84E80B}" type="presOf" srcId="{00A2663B-8A50-497F-9AB9-250AF1C4DA40}" destId="{71B4B69E-CB62-4126-9C14-A541408882CE}" srcOrd="0" destOrd="0" presId="urn:microsoft.com/office/officeart/2005/8/layout/vList2"/>
    <dgm:cxn modelId="{F0C440BA-E094-4646-B2C0-6F376D9AB44D}" srcId="{2912DF0C-0366-4BBB-9543-9E4E6291DFE4}" destId="{B193F35B-154F-4022-A359-AF8180CE0B26}" srcOrd="0" destOrd="0" parTransId="{84954265-36F9-4780-8228-54477E64C512}" sibTransId="{1C7C3F2A-CC7A-476E-BDF1-8411FF0351D5}"/>
    <dgm:cxn modelId="{6F50BDC4-E902-40D6-81CB-595FC79853AA}" srcId="{9A921CA0-95E4-478C-A966-40DC9BC197B0}" destId="{83C7E15D-69B9-4387-AA93-9F16B21BA82C}" srcOrd="0" destOrd="0" parTransId="{CD313489-E4EB-4CC2-9099-62804B1AF99F}" sibTransId="{4269E2DD-0C7F-4906-9FA6-9CB952E87868}"/>
    <dgm:cxn modelId="{971CF9CB-9E39-4A36-AB51-63FB197299E1}" srcId="{2912DF0C-0366-4BBB-9543-9E4E6291DFE4}" destId="{FC2A338D-4682-4595-8AC2-4E3FAFD56DED}" srcOrd="1" destOrd="0" parTransId="{6B45F1D7-CFC1-4624-944A-5C603198E8AB}" sibTransId="{E63DBCA3-A5FD-4B39-8B6E-C95FF190965A}"/>
    <dgm:cxn modelId="{CF42E0ED-C21C-4FE6-9AA3-A12108F3668A}" type="presOf" srcId="{83C7E15D-69B9-4387-AA93-9F16B21BA82C}" destId="{E7BB93F0-0586-447E-9FD4-99C8918D80FF}" srcOrd="0" destOrd="0" presId="urn:microsoft.com/office/officeart/2005/8/layout/vList2"/>
    <dgm:cxn modelId="{C8C0CAFC-433E-433C-8145-C8DA48FD1566}" srcId="{9A921CA0-95E4-478C-A966-40DC9BC197B0}" destId="{D3A61083-E727-4E4C-8E97-98368E0F351F}" srcOrd="2" destOrd="0" parTransId="{67963CD7-01AF-4C71-9ADD-2777729A0C22}" sibTransId="{2B7D307D-6AC4-4146-9774-A112B1E46B37}"/>
    <dgm:cxn modelId="{9FF6AECD-D3FE-49D0-B389-20DFD5BAB75F}" type="presParOf" srcId="{71B4B69E-CB62-4126-9C14-A541408882CE}" destId="{C60D7589-F5E7-49AF-9A97-E7DD640488E6}" srcOrd="0" destOrd="0" presId="urn:microsoft.com/office/officeart/2005/8/layout/vList2"/>
    <dgm:cxn modelId="{511C1C20-EF75-443E-9A13-E08DF85DF662}" type="presParOf" srcId="{71B4B69E-CB62-4126-9C14-A541408882CE}" destId="{E7BB93F0-0586-447E-9FD4-99C8918D80FF}" srcOrd="1" destOrd="0" presId="urn:microsoft.com/office/officeart/2005/8/layout/vList2"/>
    <dgm:cxn modelId="{67B7D4CD-BAA2-4693-AFB9-D6F1092CFC19}" type="presParOf" srcId="{71B4B69E-CB62-4126-9C14-A541408882CE}" destId="{DECBCA67-E61A-459E-94DD-89422AF372AC}" srcOrd="2" destOrd="0" presId="urn:microsoft.com/office/officeart/2005/8/layout/vList2"/>
    <dgm:cxn modelId="{A5330C54-783E-46F9-818F-5E5751CF8114}" type="presParOf" srcId="{71B4B69E-CB62-4126-9C14-A541408882CE}" destId="{8DA64824-31D9-4EBE-94B0-8B9F35174235}"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42B3693-749C-4DFA-95C9-0C0E36006A5E}"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C175E067-A5A5-4E86-BF22-5349AC7ACCA1}">
      <dgm:prSet/>
      <dgm:spPr/>
      <dgm:t>
        <a:bodyPr/>
        <a:lstStyle/>
        <a:p>
          <a:r>
            <a:rPr lang="en-US" dirty="0"/>
            <a:t>Essential Facts:</a:t>
          </a:r>
        </a:p>
      </dgm:t>
    </dgm:pt>
    <dgm:pt modelId="{0B15E2FB-9911-4A41-915C-CD4D6C859EBB}" type="parTrans" cxnId="{754365E9-A9DB-4101-8D9F-672333715544}">
      <dgm:prSet/>
      <dgm:spPr/>
      <dgm:t>
        <a:bodyPr/>
        <a:lstStyle/>
        <a:p>
          <a:endParaRPr lang="en-US"/>
        </a:p>
      </dgm:t>
    </dgm:pt>
    <dgm:pt modelId="{33F13DBA-915B-461A-B608-160692A6A413}" type="sibTrans" cxnId="{754365E9-A9DB-4101-8D9F-672333715544}">
      <dgm:prSet/>
      <dgm:spPr/>
      <dgm:t>
        <a:bodyPr/>
        <a:lstStyle/>
        <a:p>
          <a:endParaRPr lang="en-US"/>
        </a:p>
      </dgm:t>
    </dgm:pt>
    <dgm:pt modelId="{56482160-A434-4773-8466-CA2300B7D84D}">
      <dgm:prSet custT="1"/>
      <dgm:spPr/>
      <dgm:t>
        <a:bodyPr/>
        <a:lstStyle/>
        <a:p>
          <a:r>
            <a:rPr lang="en-US" sz="1800" dirty="0"/>
            <a:t>- </a:t>
          </a:r>
          <a:r>
            <a:rPr lang="en-US" sz="1800" dirty="0" err="1"/>
            <a:t>Bhore</a:t>
          </a:r>
          <a:r>
            <a:rPr lang="en-US" sz="1800" dirty="0"/>
            <a:t> Committee (1946): Created PHC concept and three-tier system</a:t>
          </a:r>
        </a:p>
      </dgm:t>
    </dgm:pt>
    <dgm:pt modelId="{FF687263-FED9-4778-AD07-212B037CD437}" type="parTrans" cxnId="{37277830-D9B1-4CB4-A61E-C8307252661E}">
      <dgm:prSet/>
      <dgm:spPr/>
      <dgm:t>
        <a:bodyPr/>
        <a:lstStyle/>
        <a:p>
          <a:endParaRPr lang="en-US"/>
        </a:p>
      </dgm:t>
    </dgm:pt>
    <dgm:pt modelId="{4CAF88B1-6001-4562-B33A-4F484A4731DA}" type="sibTrans" cxnId="{37277830-D9B1-4CB4-A61E-C8307252661E}">
      <dgm:prSet/>
      <dgm:spPr/>
      <dgm:t>
        <a:bodyPr/>
        <a:lstStyle/>
        <a:p>
          <a:endParaRPr lang="en-US"/>
        </a:p>
      </dgm:t>
    </dgm:pt>
    <dgm:pt modelId="{76235909-E2BD-43A0-AA28-5ABBD05F3455}">
      <dgm:prSet custT="1"/>
      <dgm:spPr/>
      <dgm:t>
        <a:bodyPr/>
        <a:lstStyle/>
        <a:p>
          <a:r>
            <a:rPr lang="en-US" sz="1800" dirty="0"/>
            <a:t>- Mudaliar Committee (1962): Optimized PHC population coverage (100,000 → 40,000)</a:t>
          </a:r>
        </a:p>
      </dgm:t>
    </dgm:pt>
    <dgm:pt modelId="{C225668C-A85F-4630-A1ED-D0A535EDD214}" type="parTrans" cxnId="{BC4C153C-EAF2-4F20-AD2F-C79CA3205098}">
      <dgm:prSet/>
      <dgm:spPr/>
      <dgm:t>
        <a:bodyPr/>
        <a:lstStyle/>
        <a:p>
          <a:endParaRPr lang="en-US"/>
        </a:p>
      </dgm:t>
    </dgm:pt>
    <dgm:pt modelId="{1FF14AF3-603B-4DD8-8D8F-7D2E9F198B4D}" type="sibTrans" cxnId="{BC4C153C-EAF2-4F20-AD2F-C79CA3205098}">
      <dgm:prSet/>
      <dgm:spPr/>
      <dgm:t>
        <a:bodyPr/>
        <a:lstStyle/>
        <a:p>
          <a:endParaRPr lang="en-US"/>
        </a:p>
      </dgm:t>
    </dgm:pt>
    <dgm:pt modelId="{AABFAAF7-DFEE-4FCF-8900-087429A4B672}">
      <dgm:prSet custT="1"/>
      <dgm:spPr/>
      <dgm:t>
        <a:bodyPr/>
        <a:lstStyle/>
        <a:p>
          <a:r>
            <a:rPr lang="en-US" sz="1800"/>
            <a:t>- Shrivastav Committee (1975): Community participation and health worker concepts</a:t>
          </a:r>
        </a:p>
      </dgm:t>
    </dgm:pt>
    <dgm:pt modelId="{CF74AAAE-232A-4F24-A0D3-DA74C5A25339}" type="parTrans" cxnId="{AF205242-FE1F-44C2-8CCC-6CF85AF9E350}">
      <dgm:prSet/>
      <dgm:spPr/>
      <dgm:t>
        <a:bodyPr/>
        <a:lstStyle/>
        <a:p>
          <a:endParaRPr lang="en-US"/>
        </a:p>
      </dgm:t>
    </dgm:pt>
    <dgm:pt modelId="{B4A34F3D-7325-4BF1-90A3-7F13CA435CB8}" type="sibTrans" cxnId="{AF205242-FE1F-44C2-8CCC-6CF85AF9E350}">
      <dgm:prSet/>
      <dgm:spPr/>
      <dgm:t>
        <a:bodyPr/>
        <a:lstStyle/>
        <a:p>
          <a:endParaRPr lang="en-US"/>
        </a:p>
      </dgm:t>
    </dgm:pt>
    <dgm:pt modelId="{421AC980-FF9B-4199-BFAB-5A455AB9BFDE}">
      <dgm:prSet/>
      <dgm:spPr/>
      <dgm:t>
        <a:bodyPr/>
        <a:lstStyle/>
        <a:p>
          <a:r>
            <a:rPr lang="en-US"/>
            <a:t>Core Principles:</a:t>
          </a:r>
        </a:p>
      </dgm:t>
    </dgm:pt>
    <dgm:pt modelId="{B3DEEA31-C028-44E9-A175-095AD927679D}" type="parTrans" cxnId="{7399584A-8310-4EB6-B4AE-96020685955E}">
      <dgm:prSet/>
      <dgm:spPr/>
      <dgm:t>
        <a:bodyPr/>
        <a:lstStyle/>
        <a:p>
          <a:endParaRPr lang="en-US"/>
        </a:p>
      </dgm:t>
    </dgm:pt>
    <dgm:pt modelId="{DFF24E87-E4F5-4C2E-9C4A-6AD7EE9E1FF6}" type="sibTrans" cxnId="{7399584A-8310-4EB6-B4AE-96020685955E}">
      <dgm:prSet/>
      <dgm:spPr/>
      <dgm:t>
        <a:bodyPr/>
        <a:lstStyle/>
        <a:p>
          <a:endParaRPr lang="en-US"/>
        </a:p>
      </dgm:t>
    </dgm:pt>
    <dgm:pt modelId="{52780ADA-2D75-4202-8B0F-1AEBD05946D6}">
      <dgm:prSet custT="1"/>
      <dgm:spPr/>
      <dgm:t>
        <a:bodyPr/>
        <a:lstStyle/>
        <a:p>
          <a:r>
            <a:rPr lang="en-US" sz="1800"/>
            <a:t>- Integration of preventive and curative services</a:t>
          </a:r>
        </a:p>
      </dgm:t>
    </dgm:pt>
    <dgm:pt modelId="{8C541B84-917C-4423-9A4B-786A49A21603}" type="parTrans" cxnId="{33CC9FC2-8248-4269-AD74-499E19800401}">
      <dgm:prSet/>
      <dgm:spPr/>
      <dgm:t>
        <a:bodyPr/>
        <a:lstStyle/>
        <a:p>
          <a:endParaRPr lang="en-US"/>
        </a:p>
      </dgm:t>
    </dgm:pt>
    <dgm:pt modelId="{37FA60D3-91F7-4671-A853-E306443DDE1D}" type="sibTrans" cxnId="{33CC9FC2-8248-4269-AD74-499E19800401}">
      <dgm:prSet/>
      <dgm:spPr/>
      <dgm:t>
        <a:bodyPr/>
        <a:lstStyle/>
        <a:p>
          <a:endParaRPr lang="en-US"/>
        </a:p>
      </dgm:t>
    </dgm:pt>
    <dgm:pt modelId="{8CE01E2B-9361-4BE1-9E16-A225B74EA1B8}">
      <dgm:prSet custT="1"/>
      <dgm:spPr/>
      <dgm:t>
        <a:bodyPr/>
        <a:lstStyle/>
        <a:p>
          <a:r>
            <a:rPr lang="en-US" sz="1800"/>
            <a:t>- Community-based healthcare delivery</a:t>
          </a:r>
        </a:p>
      </dgm:t>
    </dgm:pt>
    <dgm:pt modelId="{EDF46727-CD1F-4C17-BE34-17479347D513}" type="parTrans" cxnId="{F69178D7-372C-4F06-92DF-46C2B03DE137}">
      <dgm:prSet/>
      <dgm:spPr/>
      <dgm:t>
        <a:bodyPr/>
        <a:lstStyle/>
        <a:p>
          <a:endParaRPr lang="en-US"/>
        </a:p>
      </dgm:t>
    </dgm:pt>
    <dgm:pt modelId="{9B6F9564-0566-49C0-BF95-C3744D71934D}" type="sibTrans" cxnId="{F69178D7-372C-4F06-92DF-46C2B03DE137}">
      <dgm:prSet/>
      <dgm:spPr/>
      <dgm:t>
        <a:bodyPr/>
        <a:lstStyle/>
        <a:p>
          <a:endParaRPr lang="en-US"/>
        </a:p>
      </dgm:t>
    </dgm:pt>
    <dgm:pt modelId="{7D9EDB2A-8075-49D3-B87D-5FCEF1AA38D9}">
      <dgm:prSet custT="1"/>
      <dgm:spPr/>
      <dgm:t>
        <a:bodyPr/>
        <a:lstStyle/>
        <a:p>
          <a:r>
            <a:rPr lang="en-US" sz="1800"/>
            <a:t>- Systematic referral between healthcare levels</a:t>
          </a:r>
        </a:p>
      </dgm:t>
    </dgm:pt>
    <dgm:pt modelId="{02512D07-A444-4DB1-80B7-AA50D7C89B58}" type="parTrans" cxnId="{115F2202-A241-4AB9-BA5B-B3BDF9FA2477}">
      <dgm:prSet/>
      <dgm:spPr/>
      <dgm:t>
        <a:bodyPr/>
        <a:lstStyle/>
        <a:p>
          <a:endParaRPr lang="en-US"/>
        </a:p>
      </dgm:t>
    </dgm:pt>
    <dgm:pt modelId="{F405C6F0-3FDB-49A8-834E-3CE267E9CE20}" type="sibTrans" cxnId="{115F2202-A241-4AB9-BA5B-B3BDF9FA2477}">
      <dgm:prSet/>
      <dgm:spPr/>
      <dgm:t>
        <a:bodyPr/>
        <a:lstStyle/>
        <a:p>
          <a:endParaRPr lang="en-US"/>
        </a:p>
      </dgm:t>
    </dgm:pt>
    <dgm:pt modelId="{A0690EB4-00AC-4300-8D98-19F3790D0021}">
      <dgm:prSet custT="1"/>
      <dgm:spPr/>
      <dgm:t>
        <a:bodyPr/>
        <a:lstStyle/>
        <a:p>
          <a:r>
            <a:rPr lang="en-US" sz="1800" dirty="0"/>
            <a:t>- Continuous evolution based on ground realities</a:t>
          </a:r>
        </a:p>
      </dgm:t>
    </dgm:pt>
    <dgm:pt modelId="{75D17463-F57B-423E-8F4C-0FC15014482C}" type="parTrans" cxnId="{C639A08C-CB97-4A0D-8F3A-E42DD3B28451}">
      <dgm:prSet/>
      <dgm:spPr/>
      <dgm:t>
        <a:bodyPr/>
        <a:lstStyle/>
        <a:p>
          <a:endParaRPr lang="en-US"/>
        </a:p>
      </dgm:t>
    </dgm:pt>
    <dgm:pt modelId="{3BC830CE-FE8B-4884-A610-29CCD8039160}" type="sibTrans" cxnId="{C639A08C-CB97-4A0D-8F3A-E42DD3B28451}">
      <dgm:prSet/>
      <dgm:spPr/>
      <dgm:t>
        <a:bodyPr/>
        <a:lstStyle/>
        <a:p>
          <a:endParaRPr lang="en-US"/>
        </a:p>
      </dgm:t>
    </dgm:pt>
    <dgm:pt modelId="{5878FF2D-06C9-451D-B8D0-07D858092754}">
      <dgm:prSet/>
      <dgm:spPr/>
      <dgm:t>
        <a:bodyPr/>
        <a:lstStyle/>
        <a:p>
          <a:r>
            <a:rPr lang="en-US"/>
            <a:t>Modern Application:</a:t>
          </a:r>
        </a:p>
      </dgm:t>
    </dgm:pt>
    <dgm:pt modelId="{0F05994C-287B-4EC8-8096-33ABC3F80368}" type="parTrans" cxnId="{C0F97DDC-DEB0-4EA8-AAF2-4E41B59A9E2B}">
      <dgm:prSet/>
      <dgm:spPr/>
      <dgm:t>
        <a:bodyPr/>
        <a:lstStyle/>
        <a:p>
          <a:endParaRPr lang="en-US"/>
        </a:p>
      </dgm:t>
    </dgm:pt>
    <dgm:pt modelId="{E36DB7CC-95BF-4874-8DD0-463E0583BEB1}" type="sibTrans" cxnId="{C0F97DDC-DEB0-4EA8-AAF2-4E41B59A9E2B}">
      <dgm:prSet/>
      <dgm:spPr/>
      <dgm:t>
        <a:bodyPr/>
        <a:lstStyle/>
        <a:p>
          <a:endParaRPr lang="en-US"/>
        </a:p>
      </dgm:t>
    </dgm:pt>
    <dgm:pt modelId="{9AF11788-C7E5-4C13-8BD2-BB581928D458}">
      <dgm:prSet custT="1"/>
      <dgm:spPr/>
      <dgm:t>
        <a:bodyPr/>
        <a:lstStyle/>
        <a:p>
          <a:r>
            <a:rPr lang="en-US" sz="1800"/>
            <a:t>- Current PHC/CHC structure follows these historical recommendations</a:t>
          </a:r>
        </a:p>
      </dgm:t>
    </dgm:pt>
    <dgm:pt modelId="{51257489-EEDB-4550-8EAD-37898CE9F5C2}" type="parTrans" cxnId="{ADB992F5-7D2C-4632-9A07-2517A1D8272D}">
      <dgm:prSet/>
      <dgm:spPr/>
      <dgm:t>
        <a:bodyPr/>
        <a:lstStyle/>
        <a:p>
          <a:endParaRPr lang="en-US"/>
        </a:p>
      </dgm:t>
    </dgm:pt>
    <dgm:pt modelId="{1E299559-C11F-43C0-B24C-9C2C545893D9}" type="sibTrans" cxnId="{ADB992F5-7D2C-4632-9A07-2517A1D8272D}">
      <dgm:prSet/>
      <dgm:spPr/>
      <dgm:t>
        <a:bodyPr/>
        <a:lstStyle/>
        <a:p>
          <a:endParaRPr lang="en-US"/>
        </a:p>
      </dgm:t>
    </dgm:pt>
    <dgm:pt modelId="{713B0832-47D1-4FDC-B6ED-A851DF72919F}">
      <dgm:prSet custT="1"/>
      <dgm:spPr/>
      <dgm:t>
        <a:bodyPr/>
        <a:lstStyle/>
        <a:p>
          <a:r>
            <a:rPr lang="en-US" sz="1800"/>
            <a:t>- Health &amp; Wellness Centres build on 75+ years of committee insights</a:t>
          </a:r>
        </a:p>
      </dgm:t>
    </dgm:pt>
    <dgm:pt modelId="{DEE20186-6D65-470F-B61D-0D738FE5974A}" type="parTrans" cxnId="{8E9E7F98-E88E-4C75-BCE7-157A08D97263}">
      <dgm:prSet/>
      <dgm:spPr/>
      <dgm:t>
        <a:bodyPr/>
        <a:lstStyle/>
        <a:p>
          <a:endParaRPr lang="en-US"/>
        </a:p>
      </dgm:t>
    </dgm:pt>
    <dgm:pt modelId="{A14CDD51-47B1-4F58-BB25-A02DB6E1A55D}" type="sibTrans" cxnId="{8E9E7F98-E88E-4C75-BCE7-157A08D97263}">
      <dgm:prSet/>
      <dgm:spPr/>
      <dgm:t>
        <a:bodyPr/>
        <a:lstStyle/>
        <a:p>
          <a:endParaRPr lang="en-US"/>
        </a:p>
      </dgm:t>
    </dgm:pt>
    <dgm:pt modelId="{70B3C360-00E8-4A43-B9A0-7883492F96F3}" type="pres">
      <dgm:prSet presAssocID="{142B3693-749C-4DFA-95C9-0C0E36006A5E}" presName="Name0" presStyleCnt="0">
        <dgm:presLayoutVars>
          <dgm:dir/>
          <dgm:animLvl val="lvl"/>
          <dgm:resizeHandles val="exact"/>
        </dgm:presLayoutVars>
      </dgm:prSet>
      <dgm:spPr/>
    </dgm:pt>
    <dgm:pt modelId="{5C12EB93-C957-4D9A-B93C-7A1C53CD04B5}" type="pres">
      <dgm:prSet presAssocID="{C175E067-A5A5-4E86-BF22-5349AC7ACCA1}" presName="linNode" presStyleCnt="0"/>
      <dgm:spPr/>
    </dgm:pt>
    <dgm:pt modelId="{F2AAE313-597D-4D75-BE26-372AEE07096D}" type="pres">
      <dgm:prSet presAssocID="{C175E067-A5A5-4E86-BF22-5349AC7ACCA1}" presName="parentText" presStyleLbl="node1" presStyleIdx="0" presStyleCnt="3" custScaleX="73108">
        <dgm:presLayoutVars>
          <dgm:chMax val="1"/>
          <dgm:bulletEnabled val="1"/>
        </dgm:presLayoutVars>
      </dgm:prSet>
      <dgm:spPr/>
    </dgm:pt>
    <dgm:pt modelId="{634DEF4B-B8F3-4102-812C-17CCB0BFF32A}" type="pres">
      <dgm:prSet presAssocID="{C175E067-A5A5-4E86-BF22-5349AC7ACCA1}" presName="descendantText" presStyleLbl="alignAccFollowNode1" presStyleIdx="0" presStyleCnt="3">
        <dgm:presLayoutVars>
          <dgm:bulletEnabled val="1"/>
        </dgm:presLayoutVars>
      </dgm:prSet>
      <dgm:spPr/>
    </dgm:pt>
    <dgm:pt modelId="{2B4B0789-8906-4FAF-B6C7-BB2C3BF3E6F1}" type="pres">
      <dgm:prSet presAssocID="{33F13DBA-915B-461A-B608-160692A6A413}" presName="sp" presStyleCnt="0"/>
      <dgm:spPr/>
    </dgm:pt>
    <dgm:pt modelId="{8F8C6511-8B38-4282-BB9A-1AE688F546BA}" type="pres">
      <dgm:prSet presAssocID="{421AC980-FF9B-4199-BFAB-5A455AB9BFDE}" presName="linNode" presStyleCnt="0"/>
      <dgm:spPr/>
    </dgm:pt>
    <dgm:pt modelId="{335664DD-46B9-4CDB-A5AF-62EB0765D054}" type="pres">
      <dgm:prSet presAssocID="{421AC980-FF9B-4199-BFAB-5A455AB9BFDE}" presName="parentText" presStyleLbl="node1" presStyleIdx="1" presStyleCnt="3" custScaleX="73108">
        <dgm:presLayoutVars>
          <dgm:chMax val="1"/>
          <dgm:bulletEnabled val="1"/>
        </dgm:presLayoutVars>
      </dgm:prSet>
      <dgm:spPr/>
    </dgm:pt>
    <dgm:pt modelId="{24E5A03C-5DF1-41E5-8C24-CF995EF2AC25}" type="pres">
      <dgm:prSet presAssocID="{421AC980-FF9B-4199-BFAB-5A455AB9BFDE}" presName="descendantText" presStyleLbl="alignAccFollowNode1" presStyleIdx="1" presStyleCnt="3">
        <dgm:presLayoutVars>
          <dgm:bulletEnabled val="1"/>
        </dgm:presLayoutVars>
      </dgm:prSet>
      <dgm:spPr/>
    </dgm:pt>
    <dgm:pt modelId="{08D8B5EA-327F-41F7-976E-81D47E47864E}" type="pres">
      <dgm:prSet presAssocID="{DFF24E87-E4F5-4C2E-9C4A-6AD7EE9E1FF6}" presName="sp" presStyleCnt="0"/>
      <dgm:spPr/>
    </dgm:pt>
    <dgm:pt modelId="{42072B32-450D-49EF-8306-E4FA2ACC8867}" type="pres">
      <dgm:prSet presAssocID="{5878FF2D-06C9-451D-B8D0-07D858092754}" presName="linNode" presStyleCnt="0"/>
      <dgm:spPr/>
    </dgm:pt>
    <dgm:pt modelId="{B2591F2A-D3BC-4DAB-9238-B0F4B19E861A}" type="pres">
      <dgm:prSet presAssocID="{5878FF2D-06C9-451D-B8D0-07D858092754}" presName="parentText" presStyleLbl="node1" presStyleIdx="2" presStyleCnt="3" custScaleX="73108">
        <dgm:presLayoutVars>
          <dgm:chMax val="1"/>
          <dgm:bulletEnabled val="1"/>
        </dgm:presLayoutVars>
      </dgm:prSet>
      <dgm:spPr/>
    </dgm:pt>
    <dgm:pt modelId="{8307A29C-7698-4D29-943F-80CDE604DECA}" type="pres">
      <dgm:prSet presAssocID="{5878FF2D-06C9-451D-B8D0-07D858092754}" presName="descendantText" presStyleLbl="alignAccFollowNode1" presStyleIdx="2" presStyleCnt="3">
        <dgm:presLayoutVars>
          <dgm:bulletEnabled val="1"/>
        </dgm:presLayoutVars>
      </dgm:prSet>
      <dgm:spPr/>
    </dgm:pt>
  </dgm:ptLst>
  <dgm:cxnLst>
    <dgm:cxn modelId="{115F2202-A241-4AB9-BA5B-B3BDF9FA2477}" srcId="{421AC980-FF9B-4199-BFAB-5A455AB9BFDE}" destId="{7D9EDB2A-8075-49D3-B87D-5FCEF1AA38D9}" srcOrd="2" destOrd="0" parTransId="{02512D07-A444-4DB1-80B7-AA50D7C89B58}" sibTransId="{F405C6F0-3FDB-49A8-834E-3CE267E9CE20}"/>
    <dgm:cxn modelId="{37277830-D9B1-4CB4-A61E-C8307252661E}" srcId="{C175E067-A5A5-4E86-BF22-5349AC7ACCA1}" destId="{56482160-A434-4773-8466-CA2300B7D84D}" srcOrd="0" destOrd="0" parTransId="{FF687263-FED9-4778-AD07-212B037CD437}" sibTransId="{4CAF88B1-6001-4562-B33A-4F484A4731DA}"/>
    <dgm:cxn modelId="{BC4C153C-EAF2-4F20-AD2F-C79CA3205098}" srcId="{C175E067-A5A5-4E86-BF22-5349AC7ACCA1}" destId="{76235909-E2BD-43A0-AA28-5ABBD05F3455}" srcOrd="1" destOrd="0" parTransId="{C225668C-A85F-4630-A1ED-D0A535EDD214}" sibTransId="{1FF14AF3-603B-4DD8-8D8F-7D2E9F198B4D}"/>
    <dgm:cxn modelId="{6622FB5E-D6F0-4B0C-84A8-3BAC0507249C}" type="presOf" srcId="{C175E067-A5A5-4E86-BF22-5349AC7ACCA1}" destId="{F2AAE313-597D-4D75-BE26-372AEE07096D}" srcOrd="0" destOrd="0" presId="urn:microsoft.com/office/officeart/2005/8/layout/vList5"/>
    <dgm:cxn modelId="{FC733E62-869D-414C-B7C4-5A4ACBAF8686}" type="presOf" srcId="{7D9EDB2A-8075-49D3-B87D-5FCEF1AA38D9}" destId="{24E5A03C-5DF1-41E5-8C24-CF995EF2AC25}" srcOrd="0" destOrd="2" presId="urn:microsoft.com/office/officeart/2005/8/layout/vList5"/>
    <dgm:cxn modelId="{AF205242-FE1F-44C2-8CCC-6CF85AF9E350}" srcId="{C175E067-A5A5-4E86-BF22-5349AC7ACCA1}" destId="{AABFAAF7-DFEE-4FCF-8900-087429A4B672}" srcOrd="2" destOrd="0" parTransId="{CF74AAAE-232A-4F24-A0D3-DA74C5A25339}" sibTransId="{B4A34F3D-7325-4BF1-90A3-7F13CA435CB8}"/>
    <dgm:cxn modelId="{7399584A-8310-4EB6-B4AE-96020685955E}" srcId="{142B3693-749C-4DFA-95C9-0C0E36006A5E}" destId="{421AC980-FF9B-4199-BFAB-5A455AB9BFDE}" srcOrd="1" destOrd="0" parTransId="{B3DEEA31-C028-44E9-A175-095AD927679D}" sibTransId="{DFF24E87-E4F5-4C2E-9C4A-6AD7EE9E1FF6}"/>
    <dgm:cxn modelId="{F4BFCA7A-A342-4660-83AE-821D18802E79}" type="presOf" srcId="{142B3693-749C-4DFA-95C9-0C0E36006A5E}" destId="{70B3C360-00E8-4A43-B9A0-7883492F96F3}" srcOrd="0" destOrd="0" presId="urn:microsoft.com/office/officeart/2005/8/layout/vList5"/>
    <dgm:cxn modelId="{C3034E8B-7F1C-4DDC-A6B5-BF2BAFA3891D}" type="presOf" srcId="{A0690EB4-00AC-4300-8D98-19F3790D0021}" destId="{24E5A03C-5DF1-41E5-8C24-CF995EF2AC25}" srcOrd="0" destOrd="3" presId="urn:microsoft.com/office/officeart/2005/8/layout/vList5"/>
    <dgm:cxn modelId="{C639A08C-CB97-4A0D-8F3A-E42DD3B28451}" srcId="{421AC980-FF9B-4199-BFAB-5A455AB9BFDE}" destId="{A0690EB4-00AC-4300-8D98-19F3790D0021}" srcOrd="3" destOrd="0" parTransId="{75D17463-F57B-423E-8F4C-0FC15014482C}" sibTransId="{3BC830CE-FE8B-4884-A610-29CCD8039160}"/>
    <dgm:cxn modelId="{83B06E8E-FD38-48EE-95CF-E6E8C80740C2}" type="presOf" srcId="{8CE01E2B-9361-4BE1-9E16-A225B74EA1B8}" destId="{24E5A03C-5DF1-41E5-8C24-CF995EF2AC25}" srcOrd="0" destOrd="1" presId="urn:microsoft.com/office/officeart/2005/8/layout/vList5"/>
    <dgm:cxn modelId="{8E9E7F98-E88E-4C75-BCE7-157A08D97263}" srcId="{5878FF2D-06C9-451D-B8D0-07D858092754}" destId="{713B0832-47D1-4FDC-B6ED-A851DF72919F}" srcOrd="1" destOrd="0" parTransId="{DEE20186-6D65-470F-B61D-0D738FE5974A}" sibTransId="{A14CDD51-47B1-4F58-BB25-A02DB6E1A55D}"/>
    <dgm:cxn modelId="{D79B919A-CC9A-4F27-A636-5245DB2B9E03}" type="presOf" srcId="{421AC980-FF9B-4199-BFAB-5A455AB9BFDE}" destId="{335664DD-46B9-4CDB-A5AF-62EB0765D054}" srcOrd="0" destOrd="0" presId="urn:microsoft.com/office/officeart/2005/8/layout/vList5"/>
    <dgm:cxn modelId="{BCFFD59B-534F-405C-8E8B-6EC704DD1B66}" type="presOf" srcId="{76235909-E2BD-43A0-AA28-5ABBD05F3455}" destId="{634DEF4B-B8F3-4102-812C-17CCB0BFF32A}" srcOrd="0" destOrd="1" presId="urn:microsoft.com/office/officeart/2005/8/layout/vList5"/>
    <dgm:cxn modelId="{CB44DBB5-8DD6-4084-9B96-9FCCF7AA6C8D}" type="presOf" srcId="{713B0832-47D1-4FDC-B6ED-A851DF72919F}" destId="{8307A29C-7698-4D29-943F-80CDE604DECA}" srcOrd="0" destOrd="1" presId="urn:microsoft.com/office/officeart/2005/8/layout/vList5"/>
    <dgm:cxn modelId="{33CC9FC2-8248-4269-AD74-499E19800401}" srcId="{421AC980-FF9B-4199-BFAB-5A455AB9BFDE}" destId="{52780ADA-2D75-4202-8B0F-1AEBD05946D6}" srcOrd="0" destOrd="0" parTransId="{8C541B84-917C-4423-9A4B-786A49A21603}" sibTransId="{37FA60D3-91F7-4671-A853-E306443DDE1D}"/>
    <dgm:cxn modelId="{540A7DCA-A41D-4B69-8295-A2B799071FAC}" type="presOf" srcId="{52780ADA-2D75-4202-8B0F-1AEBD05946D6}" destId="{24E5A03C-5DF1-41E5-8C24-CF995EF2AC25}" srcOrd="0" destOrd="0" presId="urn:microsoft.com/office/officeart/2005/8/layout/vList5"/>
    <dgm:cxn modelId="{B0B53ED7-81ED-48F4-A51A-B8B56F99FA05}" type="presOf" srcId="{5878FF2D-06C9-451D-B8D0-07D858092754}" destId="{B2591F2A-D3BC-4DAB-9238-B0F4B19E861A}" srcOrd="0" destOrd="0" presId="urn:microsoft.com/office/officeart/2005/8/layout/vList5"/>
    <dgm:cxn modelId="{F69178D7-372C-4F06-92DF-46C2B03DE137}" srcId="{421AC980-FF9B-4199-BFAB-5A455AB9BFDE}" destId="{8CE01E2B-9361-4BE1-9E16-A225B74EA1B8}" srcOrd="1" destOrd="0" parTransId="{EDF46727-CD1F-4C17-BE34-17479347D513}" sibTransId="{9B6F9564-0566-49C0-BF95-C3744D71934D}"/>
    <dgm:cxn modelId="{82CA38DC-DDF5-4D0F-9FA9-D9ED8A38E61E}" type="presOf" srcId="{56482160-A434-4773-8466-CA2300B7D84D}" destId="{634DEF4B-B8F3-4102-812C-17CCB0BFF32A}" srcOrd="0" destOrd="0" presId="urn:microsoft.com/office/officeart/2005/8/layout/vList5"/>
    <dgm:cxn modelId="{C0F97DDC-DEB0-4EA8-AAF2-4E41B59A9E2B}" srcId="{142B3693-749C-4DFA-95C9-0C0E36006A5E}" destId="{5878FF2D-06C9-451D-B8D0-07D858092754}" srcOrd="2" destOrd="0" parTransId="{0F05994C-287B-4EC8-8096-33ABC3F80368}" sibTransId="{E36DB7CC-95BF-4874-8DD0-463E0583BEB1}"/>
    <dgm:cxn modelId="{4032E8DF-46E2-4FDC-BE55-FC1F1ECE83AC}" type="presOf" srcId="{9AF11788-C7E5-4C13-8BD2-BB581928D458}" destId="{8307A29C-7698-4D29-943F-80CDE604DECA}" srcOrd="0" destOrd="0" presId="urn:microsoft.com/office/officeart/2005/8/layout/vList5"/>
    <dgm:cxn modelId="{754365E9-A9DB-4101-8D9F-672333715544}" srcId="{142B3693-749C-4DFA-95C9-0C0E36006A5E}" destId="{C175E067-A5A5-4E86-BF22-5349AC7ACCA1}" srcOrd="0" destOrd="0" parTransId="{0B15E2FB-9911-4A41-915C-CD4D6C859EBB}" sibTransId="{33F13DBA-915B-461A-B608-160692A6A413}"/>
    <dgm:cxn modelId="{5FD98AEB-3E23-4CD8-A6FF-A7CB2B49DDDC}" type="presOf" srcId="{AABFAAF7-DFEE-4FCF-8900-087429A4B672}" destId="{634DEF4B-B8F3-4102-812C-17CCB0BFF32A}" srcOrd="0" destOrd="2" presId="urn:microsoft.com/office/officeart/2005/8/layout/vList5"/>
    <dgm:cxn modelId="{ADB992F5-7D2C-4632-9A07-2517A1D8272D}" srcId="{5878FF2D-06C9-451D-B8D0-07D858092754}" destId="{9AF11788-C7E5-4C13-8BD2-BB581928D458}" srcOrd="0" destOrd="0" parTransId="{51257489-EEDB-4550-8EAD-37898CE9F5C2}" sibTransId="{1E299559-C11F-43C0-B24C-9C2C545893D9}"/>
    <dgm:cxn modelId="{16EA7243-2350-4161-B839-74169A226F37}" type="presParOf" srcId="{70B3C360-00E8-4A43-B9A0-7883492F96F3}" destId="{5C12EB93-C957-4D9A-B93C-7A1C53CD04B5}" srcOrd="0" destOrd="0" presId="urn:microsoft.com/office/officeart/2005/8/layout/vList5"/>
    <dgm:cxn modelId="{F6AF6C2C-F4E3-42F0-BB9A-A93B30AD2187}" type="presParOf" srcId="{5C12EB93-C957-4D9A-B93C-7A1C53CD04B5}" destId="{F2AAE313-597D-4D75-BE26-372AEE07096D}" srcOrd="0" destOrd="0" presId="urn:microsoft.com/office/officeart/2005/8/layout/vList5"/>
    <dgm:cxn modelId="{D7275E8B-968F-46FC-B01F-D76E11BFDBFF}" type="presParOf" srcId="{5C12EB93-C957-4D9A-B93C-7A1C53CD04B5}" destId="{634DEF4B-B8F3-4102-812C-17CCB0BFF32A}" srcOrd="1" destOrd="0" presId="urn:microsoft.com/office/officeart/2005/8/layout/vList5"/>
    <dgm:cxn modelId="{63862E34-0DB0-47A1-B0FE-36759518BB4B}" type="presParOf" srcId="{70B3C360-00E8-4A43-B9A0-7883492F96F3}" destId="{2B4B0789-8906-4FAF-B6C7-BB2C3BF3E6F1}" srcOrd="1" destOrd="0" presId="urn:microsoft.com/office/officeart/2005/8/layout/vList5"/>
    <dgm:cxn modelId="{B2D8C558-46BA-4C38-B2B8-182D85CE9443}" type="presParOf" srcId="{70B3C360-00E8-4A43-B9A0-7883492F96F3}" destId="{8F8C6511-8B38-4282-BB9A-1AE688F546BA}" srcOrd="2" destOrd="0" presId="urn:microsoft.com/office/officeart/2005/8/layout/vList5"/>
    <dgm:cxn modelId="{C571E0CA-A054-459F-A3D9-7BD6D9EAB50D}" type="presParOf" srcId="{8F8C6511-8B38-4282-BB9A-1AE688F546BA}" destId="{335664DD-46B9-4CDB-A5AF-62EB0765D054}" srcOrd="0" destOrd="0" presId="urn:microsoft.com/office/officeart/2005/8/layout/vList5"/>
    <dgm:cxn modelId="{0221F38C-7A7B-4FA7-B1C6-E4E32B9AF9FE}" type="presParOf" srcId="{8F8C6511-8B38-4282-BB9A-1AE688F546BA}" destId="{24E5A03C-5DF1-41E5-8C24-CF995EF2AC25}" srcOrd="1" destOrd="0" presId="urn:microsoft.com/office/officeart/2005/8/layout/vList5"/>
    <dgm:cxn modelId="{7A54E2D1-F614-4BA4-8E67-519CE5E23BF2}" type="presParOf" srcId="{70B3C360-00E8-4A43-B9A0-7883492F96F3}" destId="{08D8B5EA-327F-41F7-976E-81D47E47864E}" srcOrd="3" destOrd="0" presId="urn:microsoft.com/office/officeart/2005/8/layout/vList5"/>
    <dgm:cxn modelId="{C00D99C2-FF5C-4D66-A822-CE10367B2E70}" type="presParOf" srcId="{70B3C360-00E8-4A43-B9A0-7883492F96F3}" destId="{42072B32-450D-49EF-8306-E4FA2ACC8867}" srcOrd="4" destOrd="0" presId="urn:microsoft.com/office/officeart/2005/8/layout/vList5"/>
    <dgm:cxn modelId="{C2E1310D-4ADB-474A-A144-8F22359A1489}" type="presParOf" srcId="{42072B32-450D-49EF-8306-E4FA2ACC8867}" destId="{B2591F2A-D3BC-4DAB-9238-B0F4B19E861A}" srcOrd="0" destOrd="0" presId="urn:microsoft.com/office/officeart/2005/8/layout/vList5"/>
    <dgm:cxn modelId="{3BE07A7B-FBBE-4EC6-801C-5E8DAFFDC283}" type="presParOf" srcId="{42072B32-450D-49EF-8306-E4FA2ACC8867}" destId="{8307A29C-7698-4D29-943F-80CDE604DEC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9523783-BC0B-4431-A2D0-2ACEAD982856}" type="doc">
      <dgm:prSet loTypeId="urn:microsoft.com/office/officeart/2018/5/layout/CenteredIconLabelDescriptionList" loCatId="icon" qsTypeId="urn:microsoft.com/office/officeart/2005/8/quickstyle/simple1" qsCatId="simple" csTypeId="urn:microsoft.com/office/officeart/2005/8/colors/accent1_2" csCatId="accent1" phldr="1"/>
      <dgm:spPr/>
      <dgm:t>
        <a:bodyPr/>
        <a:lstStyle/>
        <a:p>
          <a:endParaRPr lang="en-US"/>
        </a:p>
      </dgm:t>
    </dgm:pt>
    <dgm:pt modelId="{2918E5FB-7EE5-4E08-B062-E91527099DAB}">
      <dgm:prSet/>
      <dgm:spPr/>
      <dgm:t>
        <a:bodyPr/>
        <a:lstStyle/>
        <a:p>
          <a:pPr>
            <a:lnSpc>
              <a:spcPct val="100000"/>
            </a:lnSpc>
            <a:defRPr b="1"/>
          </a:pPr>
          <a:r>
            <a:rPr lang="en-US"/>
            <a:t>Short Answer Questions:</a:t>
          </a:r>
        </a:p>
      </dgm:t>
    </dgm:pt>
    <dgm:pt modelId="{CDD74B56-7761-4517-9BD9-EE17E6F2333C}" type="parTrans" cxnId="{12F8DA25-1428-4EAE-BD89-01AB4F05DAD0}">
      <dgm:prSet/>
      <dgm:spPr/>
      <dgm:t>
        <a:bodyPr/>
        <a:lstStyle/>
        <a:p>
          <a:endParaRPr lang="en-US"/>
        </a:p>
      </dgm:t>
    </dgm:pt>
    <dgm:pt modelId="{2E08C509-0A0A-43C7-ABB6-C5AD42C1E7EF}" type="sibTrans" cxnId="{12F8DA25-1428-4EAE-BD89-01AB4F05DAD0}">
      <dgm:prSet/>
      <dgm:spPr/>
      <dgm:t>
        <a:bodyPr/>
        <a:lstStyle/>
        <a:p>
          <a:endParaRPr lang="en-US"/>
        </a:p>
      </dgm:t>
    </dgm:pt>
    <dgm:pt modelId="{5B12687E-042B-46A4-BAA2-21199D5F0557}">
      <dgm:prSet/>
      <dgm:spPr/>
      <dgm:t>
        <a:bodyPr/>
        <a:lstStyle/>
        <a:p>
          <a:pPr>
            <a:lnSpc>
              <a:spcPct val="100000"/>
            </a:lnSpc>
          </a:pPr>
          <a:r>
            <a:rPr lang="en-US"/>
            <a:t>- "Committee that introduced PHCs" → Bhore Committee (1946)</a:t>
          </a:r>
        </a:p>
      </dgm:t>
    </dgm:pt>
    <dgm:pt modelId="{07B85BF3-F693-4ECC-B23B-3CEE420D4699}" type="parTrans" cxnId="{3C172BD6-18A9-42EF-8F99-1E1B53973668}">
      <dgm:prSet/>
      <dgm:spPr/>
      <dgm:t>
        <a:bodyPr/>
        <a:lstStyle/>
        <a:p>
          <a:endParaRPr lang="en-US"/>
        </a:p>
      </dgm:t>
    </dgm:pt>
    <dgm:pt modelId="{D602E747-EE49-48F7-B2E6-8B82CF1716D8}" type="sibTrans" cxnId="{3C172BD6-18A9-42EF-8F99-1E1B53973668}">
      <dgm:prSet/>
      <dgm:spPr/>
      <dgm:t>
        <a:bodyPr/>
        <a:lstStyle/>
        <a:p>
          <a:endParaRPr lang="en-US"/>
        </a:p>
      </dgm:t>
    </dgm:pt>
    <dgm:pt modelId="{5916B922-D559-4174-AA11-B04646AAFD6A}">
      <dgm:prSet/>
      <dgm:spPr/>
      <dgm:t>
        <a:bodyPr/>
        <a:lstStyle/>
        <a:p>
          <a:pPr>
            <a:lnSpc>
              <a:spcPct val="100000"/>
            </a:lnSpc>
          </a:pPr>
          <a:r>
            <a:rPr lang="en-US"/>
            <a:t>- "Committee that reduced PHC population coverage" → Mudaliar Committee (1962)</a:t>
          </a:r>
        </a:p>
      </dgm:t>
    </dgm:pt>
    <dgm:pt modelId="{EA6D4AF6-A957-40F0-B59C-6F878D47A001}" type="parTrans" cxnId="{87177370-42BC-4BCD-837B-ED378472EF67}">
      <dgm:prSet/>
      <dgm:spPr/>
      <dgm:t>
        <a:bodyPr/>
        <a:lstStyle/>
        <a:p>
          <a:endParaRPr lang="en-US"/>
        </a:p>
      </dgm:t>
    </dgm:pt>
    <dgm:pt modelId="{D6CAC1F1-9365-47C3-AEB4-D7B13B9B23B1}" type="sibTrans" cxnId="{87177370-42BC-4BCD-837B-ED378472EF67}">
      <dgm:prSet/>
      <dgm:spPr/>
      <dgm:t>
        <a:bodyPr/>
        <a:lstStyle/>
        <a:p>
          <a:endParaRPr lang="en-US"/>
        </a:p>
      </dgm:t>
    </dgm:pt>
    <dgm:pt modelId="{DEF8C114-07FC-4905-A57F-3050F1E637F3}">
      <dgm:prSet/>
      <dgm:spPr/>
      <dgm:t>
        <a:bodyPr/>
        <a:lstStyle/>
        <a:p>
          <a:pPr>
            <a:lnSpc>
              <a:spcPct val="100000"/>
            </a:lnSpc>
          </a:pPr>
          <a:r>
            <a:rPr lang="en-US"/>
            <a:t>- "Committee behind community health workers" → Shrivastav Committee (1975)</a:t>
          </a:r>
        </a:p>
      </dgm:t>
    </dgm:pt>
    <dgm:pt modelId="{27A4F1AA-1777-4D6A-B760-C84326CCFE49}" type="parTrans" cxnId="{A7946D91-3A4D-4CD3-8A27-CCB614610B76}">
      <dgm:prSet/>
      <dgm:spPr/>
      <dgm:t>
        <a:bodyPr/>
        <a:lstStyle/>
        <a:p>
          <a:endParaRPr lang="en-US"/>
        </a:p>
      </dgm:t>
    </dgm:pt>
    <dgm:pt modelId="{F96FF93B-0BE4-4184-86C4-CBCBEC0F6473}" type="sibTrans" cxnId="{A7946D91-3A4D-4CD3-8A27-CCB614610B76}">
      <dgm:prSet/>
      <dgm:spPr/>
      <dgm:t>
        <a:bodyPr/>
        <a:lstStyle/>
        <a:p>
          <a:endParaRPr lang="en-US"/>
        </a:p>
      </dgm:t>
    </dgm:pt>
    <dgm:pt modelId="{0390FFDB-E5AA-4AD9-A228-7EC72BEECA24}">
      <dgm:prSet/>
      <dgm:spPr/>
      <dgm:t>
        <a:bodyPr/>
        <a:lstStyle/>
        <a:p>
          <a:pPr>
            <a:lnSpc>
              <a:spcPct val="100000"/>
            </a:lnSpc>
            <a:defRPr b="1"/>
          </a:pPr>
          <a:r>
            <a:rPr lang="en-US"/>
            <a:t>Long Answer Approach:</a:t>
          </a:r>
        </a:p>
      </dgm:t>
    </dgm:pt>
    <dgm:pt modelId="{22000E69-612C-4ED1-8412-D30615790A3B}" type="parTrans" cxnId="{E7FF5DD1-5312-4C9B-BD0D-04D8B79FF12F}">
      <dgm:prSet/>
      <dgm:spPr/>
      <dgm:t>
        <a:bodyPr/>
        <a:lstStyle/>
        <a:p>
          <a:endParaRPr lang="en-US"/>
        </a:p>
      </dgm:t>
    </dgm:pt>
    <dgm:pt modelId="{FF98F148-7088-42B5-9D26-6FCB1AF5E6BB}" type="sibTrans" cxnId="{E7FF5DD1-5312-4C9B-BD0D-04D8B79FF12F}">
      <dgm:prSet/>
      <dgm:spPr/>
      <dgm:t>
        <a:bodyPr/>
        <a:lstStyle/>
        <a:p>
          <a:endParaRPr lang="en-US"/>
        </a:p>
      </dgm:t>
    </dgm:pt>
    <dgm:pt modelId="{61AEFAC3-280F-4EE4-A29A-DFC1066E0BDD}">
      <dgm:prSet/>
      <dgm:spPr/>
      <dgm:t>
        <a:bodyPr/>
        <a:lstStyle/>
        <a:p>
          <a:pPr>
            <a:lnSpc>
              <a:spcPct val="100000"/>
            </a:lnSpc>
          </a:pPr>
          <a:r>
            <a:rPr lang="en-US"/>
            <a:t>- Introduction: Importance of committees in health policy</a:t>
          </a:r>
        </a:p>
      </dgm:t>
    </dgm:pt>
    <dgm:pt modelId="{C0E5A63D-21AE-40BC-9838-6C64C86C2C47}" type="parTrans" cxnId="{CAAA6E5A-4861-451D-A59D-FFFE72E85964}">
      <dgm:prSet/>
      <dgm:spPr/>
      <dgm:t>
        <a:bodyPr/>
        <a:lstStyle/>
        <a:p>
          <a:endParaRPr lang="en-US"/>
        </a:p>
      </dgm:t>
    </dgm:pt>
    <dgm:pt modelId="{DC7CDBB2-1AE7-418F-AED7-D88055FB6947}" type="sibTrans" cxnId="{CAAA6E5A-4861-451D-A59D-FFFE72E85964}">
      <dgm:prSet/>
      <dgm:spPr/>
      <dgm:t>
        <a:bodyPr/>
        <a:lstStyle/>
        <a:p>
          <a:endParaRPr lang="en-US"/>
        </a:p>
      </dgm:t>
    </dgm:pt>
    <dgm:pt modelId="{189BFC1C-C21D-4525-8C83-E74C4D4623D9}">
      <dgm:prSet/>
      <dgm:spPr/>
      <dgm:t>
        <a:bodyPr/>
        <a:lstStyle/>
        <a:p>
          <a:pPr>
            <a:lnSpc>
              <a:spcPct val="100000"/>
            </a:lnSpc>
          </a:pPr>
          <a:r>
            <a:rPr lang="en-US"/>
            <a:t>- Body: Chronological discussion of 2-3 major committees</a:t>
          </a:r>
        </a:p>
      </dgm:t>
    </dgm:pt>
    <dgm:pt modelId="{05011E6F-F1C7-42EF-8C1E-07E1345907D6}" type="parTrans" cxnId="{0E0ECDB3-DC5B-4E6D-886B-169641147DD1}">
      <dgm:prSet/>
      <dgm:spPr/>
      <dgm:t>
        <a:bodyPr/>
        <a:lstStyle/>
        <a:p>
          <a:endParaRPr lang="en-US"/>
        </a:p>
      </dgm:t>
    </dgm:pt>
    <dgm:pt modelId="{919B1E5D-5065-44F0-BBEF-4A18DBC7B629}" type="sibTrans" cxnId="{0E0ECDB3-DC5B-4E6D-886B-169641147DD1}">
      <dgm:prSet/>
      <dgm:spPr/>
      <dgm:t>
        <a:bodyPr/>
        <a:lstStyle/>
        <a:p>
          <a:endParaRPr lang="en-US"/>
        </a:p>
      </dgm:t>
    </dgm:pt>
    <dgm:pt modelId="{088048D9-139A-4ABC-BECC-1271C7CD7508}">
      <dgm:prSet/>
      <dgm:spPr/>
      <dgm:t>
        <a:bodyPr/>
        <a:lstStyle/>
        <a:p>
          <a:pPr>
            <a:lnSpc>
              <a:spcPct val="100000"/>
            </a:lnSpc>
          </a:pPr>
          <a:r>
            <a:rPr lang="en-US"/>
            <a:t>- Conclusion: Impact on current healthcare system</a:t>
          </a:r>
        </a:p>
      </dgm:t>
    </dgm:pt>
    <dgm:pt modelId="{2E7D18E7-6204-4A96-9F8B-3AAB3E03AF96}" type="parTrans" cxnId="{7E0C26D7-9ACA-463A-ACD2-07F3597B8556}">
      <dgm:prSet/>
      <dgm:spPr/>
      <dgm:t>
        <a:bodyPr/>
        <a:lstStyle/>
        <a:p>
          <a:endParaRPr lang="en-US"/>
        </a:p>
      </dgm:t>
    </dgm:pt>
    <dgm:pt modelId="{89C55F38-1F2B-4276-8D49-7F850CA0F075}" type="sibTrans" cxnId="{7E0C26D7-9ACA-463A-ACD2-07F3597B8556}">
      <dgm:prSet/>
      <dgm:spPr/>
      <dgm:t>
        <a:bodyPr/>
        <a:lstStyle/>
        <a:p>
          <a:endParaRPr lang="en-US"/>
        </a:p>
      </dgm:t>
    </dgm:pt>
    <dgm:pt modelId="{F2485F99-FA6D-42E3-9760-69CDEFF83DD4}">
      <dgm:prSet/>
      <dgm:spPr/>
      <dgm:t>
        <a:bodyPr/>
        <a:lstStyle/>
        <a:p>
          <a:pPr>
            <a:lnSpc>
              <a:spcPct val="100000"/>
            </a:lnSpc>
            <a:defRPr b="1"/>
          </a:pPr>
          <a:r>
            <a:rPr lang="en-US"/>
            <a:t>Clinical Correlation:</a:t>
          </a:r>
        </a:p>
      </dgm:t>
    </dgm:pt>
    <dgm:pt modelId="{A083D03E-827B-4CCC-8EF6-582FECCE18C5}" type="parTrans" cxnId="{777DB9DA-45A6-4636-9673-893DC4C2EBA6}">
      <dgm:prSet/>
      <dgm:spPr/>
      <dgm:t>
        <a:bodyPr/>
        <a:lstStyle/>
        <a:p>
          <a:endParaRPr lang="en-US"/>
        </a:p>
      </dgm:t>
    </dgm:pt>
    <dgm:pt modelId="{812042AB-DB22-4ADA-BA5A-93C95AA1AD42}" type="sibTrans" cxnId="{777DB9DA-45A6-4636-9673-893DC4C2EBA6}">
      <dgm:prSet/>
      <dgm:spPr/>
      <dgm:t>
        <a:bodyPr/>
        <a:lstStyle/>
        <a:p>
          <a:endParaRPr lang="en-US"/>
        </a:p>
      </dgm:t>
    </dgm:pt>
    <dgm:pt modelId="{61186F37-D10F-437A-B86B-BA4AFBCA4146}">
      <dgm:prSet/>
      <dgm:spPr/>
      <dgm:t>
        <a:bodyPr/>
        <a:lstStyle/>
        <a:p>
          <a:pPr>
            <a:lnSpc>
              <a:spcPct val="100000"/>
            </a:lnSpc>
          </a:pPr>
          <a:r>
            <a:rPr lang="en-US"/>
            <a:t>- Always connect historical recommendations to current practice</a:t>
          </a:r>
        </a:p>
      </dgm:t>
    </dgm:pt>
    <dgm:pt modelId="{C8C97420-1742-4F6F-8201-C2E57EC9BF43}" type="parTrans" cxnId="{8250A4AF-CE9E-4B89-BF29-A8D09FCFCBFD}">
      <dgm:prSet/>
      <dgm:spPr/>
      <dgm:t>
        <a:bodyPr/>
        <a:lstStyle/>
        <a:p>
          <a:endParaRPr lang="en-US"/>
        </a:p>
      </dgm:t>
    </dgm:pt>
    <dgm:pt modelId="{E5B214EE-42FD-4497-8547-31BA573FE9F4}" type="sibTrans" cxnId="{8250A4AF-CE9E-4B89-BF29-A8D09FCFCBFD}">
      <dgm:prSet/>
      <dgm:spPr/>
      <dgm:t>
        <a:bodyPr/>
        <a:lstStyle/>
        <a:p>
          <a:endParaRPr lang="en-US"/>
        </a:p>
      </dgm:t>
    </dgm:pt>
    <dgm:pt modelId="{F09A39C6-EB69-4D41-83F5-B408FB5EACBC}">
      <dgm:prSet/>
      <dgm:spPr/>
      <dgm:t>
        <a:bodyPr/>
        <a:lstStyle/>
        <a:p>
          <a:pPr>
            <a:lnSpc>
              <a:spcPct val="100000"/>
            </a:lnSpc>
          </a:pPr>
          <a:r>
            <a:rPr lang="en-US"/>
            <a:t>- Explain why the system works as it does today</a:t>
          </a:r>
        </a:p>
      </dgm:t>
    </dgm:pt>
    <dgm:pt modelId="{67177CFA-81EB-440E-B252-39CB9C01550E}" type="parTrans" cxnId="{672CA0C7-BE0C-4690-962B-88628CF47C7B}">
      <dgm:prSet/>
      <dgm:spPr/>
      <dgm:t>
        <a:bodyPr/>
        <a:lstStyle/>
        <a:p>
          <a:endParaRPr lang="en-US"/>
        </a:p>
      </dgm:t>
    </dgm:pt>
    <dgm:pt modelId="{AF96F666-72A2-414C-9032-6DF43FAFA4DD}" type="sibTrans" cxnId="{672CA0C7-BE0C-4690-962B-88628CF47C7B}">
      <dgm:prSet/>
      <dgm:spPr/>
      <dgm:t>
        <a:bodyPr/>
        <a:lstStyle/>
        <a:p>
          <a:endParaRPr lang="en-US"/>
        </a:p>
      </dgm:t>
    </dgm:pt>
    <dgm:pt modelId="{A56CA983-2976-4654-9AEB-CEFBDAD5F8CE}" type="pres">
      <dgm:prSet presAssocID="{49523783-BC0B-4431-A2D0-2ACEAD982856}" presName="root" presStyleCnt="0">
        <dgm:presLayoutVars>
          <dgm:dir/>
          <dgm:resizeHandles val="exact"/>
        </dgm:presLayoutVars>
      </dgm:prSet>
      <dgm:spPr/>
    </dgm:pt>
    <dgm:pt modelId="{D0B120A3-571F-4107-B4AF-FF3598002830}" type="pres">
      <dgm:prSet presAssocID="{2918E5FB-7EE5-4E08-B062-E91527099DAB}" presName="compNode" presStyleCnt="0"/>
      <dgm:spPr/>
    </dgm:pt>
    <dgm:pt modelId="{AEB0D351-1EEB-45EC-860D-D6B81B71DC25}" type="pres">
      <dgm:prSet presAssocID="{2918E5FB-7EE5-4E08-B062-E91527099DAB}"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ustomer Review"/>
        </a:ext>
      </dgm:extLst>
    </dgm:pt>
    <dgm:pt modelId="{C77BA845-D89A-430A-954F-E98E91FC6EF3}" type="pres">
      <dgm:prSet presAssocID="{2918E5FB-7EE5-4E08-B062-E91527099DAB}" presName="iconSpace" presStyleCnt="0"/>
      <dgm:spPr/>
    </dgm:pt>
    <dgm:pt modelId="{664C3F9E-1AB2-4EBC-B557-B0E73EAF43F5}" type="pres">
      <dgm:prSet presAssocID="{2918E5FB-7EE5-4E08-B062-E91527099DAB}" presName="parTx" presStyleLbl="revTx" presStyleIdx="0" presStyleCnt="6">
        <dgm:presLayoutVars>
          <dgm:chMax val="0"/>
          <dgm:chPref val="0"/>
        </dgm:presLayoutVars>
      </dgm:prSet>
      <dgm:spPr/>
    </dgm:pt>
    <dgm:pt modelId="{3792CA5A-B3EB-45DF-A1C3-8A6CBE2A9F27}" type="pres">
      <dgm:prSet presAssocID="{2918E5FB-7EE5-4E08-B062-E91527099DAB}" presName="txSpace" presStyleCnt="0"/>
      <dgm:spPr/>
    </dgm:pt>
    <dgm:pt modelId="{E3435C55-AB75-4601-81AB-754B974EA6F1}" type="pres">
      <dgm:prSet presAssocID="{2918E5FB-7EE5-4E08-B062-E91527099DAB}" presName="desTx" presStyleLbl="revTx" presStyleIdx="1" presStyleCnt="6">
        <dgm:presLayoutVars/>
      </dgm:prSet>
      <dgm:spPr/>
    </dgm:pt>
    <dgm:pt modelId="{FD2DCC43-9211-426B-8E4D-67A73FD21882}" type="pres">
      <dgm:prSet presAssocID="{2E08C509-0A0A-43C7-ABB6-C5AD42C1E7EF}" presName="sibTrans" presStyleCnt="0"/>
      <dgm:spPr/>
    </dgm:pt>
    <dgm:pt modelId="{8194D11A-008B-4FEB-9F76-D501F925D52E}" type="pres">
      <dgm:prSet presAssocID="{0390FFDB-E5AA-4AD9-A228-7EC72BEECA24}" presName="compNode" presStyleCnt="0"/>
      <dgm:spPr/>
    </dgm:pt>
    <dgm:pt modelId="{E7EA9990-9257-4883-BC77-B37D075D3235}" type="pres">
      <dgm:prSet presAssocID="{0390FFDB-E5AA-4AD9-A228-7EC72BEECA2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eeting"/>
        </a:ext>
      </dgm:extLst>
    </dgm:pt>
    <dgm:pt modelId="{1548AE33-97A1-4834-9752-92FD151519D6}" type="pres">
      <dgm:prSet presAssocID="{0390FFDB-E5AA-4AD9-A228-7EC72BEECA24}" presName="iconSpace" presStyleCnt="0"/>
      <dgm:spPr/>
    </dgm:pt>
    <dgm:pt modelId="{04CB61D8-D021-4969-A57C-0C57F00F6BF2}" type="pres">
      <dgm:prSet presAssocID="{0390FFDB-E5AA-4AD9-A228-7EC72BEECA24}" presName="parTx" presStyleLbl="revTx" presStyleIdx="2" presStyleCnt="6">
        <dgm:presLayoutVars>
          <dgm:chMax val="0"/>
          <dgm:chPref val="0"/>
        </dgm:presLayoutVars>
      </dgm:prSet>
      <dgm:spPr/>
    </dgm:pt>
    <dgm:pt modelId="{86E68B6B-49DE-4172-A6B2-714F8F09C15C}" type="pres">
      <dgm:prSet presAssocID="{0390FFDB-E5AA-4AD9-A228-7EC72BEECA24}" presName="txSpace" presStyleCnt="0"/>
      <dgm:spPr/>
    </dgm:pt>
    <dgm:pt modelId="{BF08C85B-09BD-41FE-B854-F564A48D3072}" type="pres">
      <dgm:prSet presAssocID="{0390FFDB-E5AA-4AD9-A228-7EC72BEECA24}" presName="desTx" presStyleLbl="revTx" presStyleIdx="3" presStyleCnt="6">
        <dgm:presLayoutVars/>
      </dgm:prSet>
      <dgm:spPr/>
    </dgm:pt>
    <dgm:pt modelId="{E425FC6A-94E3-46E1-9276-779973BB4ECA}" type="pres">
      <dgm:prSet presAssocID="{FF98F148-7088-42B5-9D26-6FCB1AF5E6BB}" presName="sibTrans" presStyleCnt="0"/>
      <dgm:spPr/>
    </dgm:pt>
    <dgm:pt modelId="{85C655A5-563A-4118-87F8-AC368207645D}" type="pres">
      <dgm:prSet presAssocID="{F2485F99-FA6D-42E3-9760-69CDEFF83DD4}" presName="compNode" presStyleCnt="0"/>
      <dgm:spPr/>
    </dgm:pt>
    <dgm:pt modelId="{2C40FA53-7510-4E15-922E-07CE6860A550}" type="pres">
      <dgm:prSet presAssocID="{F2485F99-FA6D-42E3-9760-69CDEFF83DD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Questions"/>
        </a:ext>
      </dgm:extLst>
    </dgm:pt>
    <dgm:pt modelId="{E4FF9ABB-782E-45EE-93D9-A30D6606868B}" type="pres">
      <dgm:prSet presAssocID="{F2485F99-FA6D-42E3-9760-69CDEFF83DD4}" presName="iconSpace" presStyleCnt="0"/>
      <dgm:spPr/>
    </dgm:pt>
    <dgm:pt modelId="{41298924-33A3-4A11-9D58-587ABF2E1A44}" type="pres">
      <dgm:prSet presAssocID="{F2485F99-FA6D-42E3-9760-69CDEFF83DD4}" presName="parTx" presStyleLbl="revTx" presStyleIdx="4" presStyleCnt="6">
        <dgm:presLayoutVars>
          <dgm:chMax val="0"/>
          <dgm:chPref val="0"/>
        </dgm:presLayoutVars>
      </dgm:prSet>
      <dgm:spPr/>
    </dgm:pt>
    <dgm:pt modelId="{BE4F7A48-0C5B-468E-9061-0FD9FEA24147}" type="pres">
      <dgm:prSet presAssocID="{F2485F99-FA6D-42E3-9760-69CDEFF83DD4}" presName="txSpace" presStyleCnt="0"/>
      <dgm:spPr/>
    </dgm:pt>
    <dgm:pt modelId="{2DA552A8-1FA5-4C50-A02C-E140F0660601}" type="pres">
      <dgm:prSet presAssocID="{F2485F99-FA6D-42E3-9760-69CDEFF83DD4}" presName="desTx" presStyleLbl="revTx" presStyleIdx="5" presStyleCnt="6">
        <dgm:presLayoutVars/>
      </dgm:prSet>
      <dgm:spPr/>
    </dgm:pt>
  </dgm:ptLst>
  <dgm:cxnLst>
    <dgm:cxn modelId="{231E7110-63CE-4DDF-932C-1F092ABE11C5}" type="presOf" srcId="{0390FFDB-E5AA-4AD9-A228-7EC72BEECA24}" destId="{04CB61D8-D021-4969-A57C-0C57F00F6BF2}" srcOrd="0" destOrd="0" presId="urn:microsoft.com/office/officeart/2018/5/layout/CenteredIconLabelDescriptionList"/>
    <dgm:cxn modelId="{12F8DA25-1428-4EAE-BD89-01AB4F05DAD0}" srcId="{49523783-BC0B-4431-A2D0-2ACEAD982856}" destId="{2918E5FB-7EE5-4E08-B062-E91527099DAB}" srcOrd="0" destOrd="0" parTransId="{CDD74B56-7761-4517-9BD9-EE17E6F2333C}" sibTransId="{2E08C509-0A0A-43C7-ABB6-C5AD42C1E7EF}"/>
    <dgm:cxn modelId="{E4585234-4CB1-43B5-B5FD-66055214D853}" type="presOf" srcId="{61186F37-D10F-437A-B86B-BA4AFBCA4146}" destId="{2DA552A8-1FA5-4C50-A02C-E140F0660601}" srcOrd="0" destOrd="0" presId="urn:microsoft.com/office/officeart/2018/5/layout/CenteredIconLabelDescriptionList"/>
    <dgm:cxn modelId="{B8E1CD36-218C-4590-85C1-13B57A484D61}" type="presOf" srcId="{088048D9-139A-4ABC-BECC-1271C7CD7508}" destId="{BF08C85B-09BD-41FE-B854-F564A48D3072}" srcOrd="0" destOrd="2" presId="urn:microsoft.com/office/officeart/2018/5/layout/CenteredIconLabelDescriptionList"/>
    <dgm:cxn modelId="{9E467B3B-F9BF-4B9A-9F0E-64FD59BAC805}" type="presOf" srcId="{F09A39C6-EB69-4D41-83F5-B408FB5EACBC}" destId="{2DA552A8-1FA5-4C50-A02C-E140F0660601}" srcOrd="0" destOrd="1" presId="urn:microsoft.com/office/officeart/2018/5/layout/CenteredIconLabelDescriptionList"/>
    <dgm:cxn modelId="{772F3866-267B-4320-AB29-C5DE80D75C15}" type="presOf" srcId="{5916B922-D559-4174-AA11-B04646AAFD6A}" destId="{E3435C55-AB75-4601-81AB-754B974EA6F1}" srcOrd="0" destOrd="1" presId="urn:microsoft.com/office/officeart/2018/5/layout/CenteredIconLabelDescriptionList"/>
    <dgm:cxn modelId="{7AA44E6B-1B80-4590-B2DF-B40115D26FF2}" type="presOf" srcId="{61AEFAC3-280F-4EE4-A29A-DFC1066E0BDD}" destId="{BF08C85B-09BD-41FE-B854-F564A48D3072}" srcOrd="0" destOrd="0" presId="urn:microsoft.com/office/officeart/2018/5/layout/CenteredIconLabelDescriptionList"/>
    <dgm:cxn modelId="{71036D4C-60DC-4D63-8A77-D673A8DB3669}" type="presOf" srcId="{F2485F99-FA6D-42E3-9760-69CDEFF83DD4}" destId="{41298924-33A3-4A11-9D58-587ABF2E1A44}" srcOrd="0" destOrd="0" presId="urn:microsoft.com/office/officeart/2018/5/layout/CenteredIconLabelDescriptionList"/>
    <dgm:cxn modelId="{87177370-42BC-4BCD-837B-ED378472EF67}" srcId="{2918E5FB-7EE5-4E08-B062-E91527099DAB}" destId="{5916B922-D559-4174-AA11-B04646AAFD6A}" srcOrd="1" destOrd="0" parTransId="{EA6D4AF6-A957-40F0-B59C-6F878D47A001}" sibTransId="{D6CAC1F1-9365-47C3-AEB4-D7B13B9B23B1}"/>
    <dgm:cxn modelId="{CAAA6E5A-4861-451D-A59D-FFFE72E85964}" srcId="{0390FFDB-E5AA-4AD9-A228-7EC72BEECA24}" destId="{61AEFAC3-280F-4EE4-A29A-DFC1066E0BDD}" srcOrd="0" destOrd="0" parTransId="{C0E5A63D-21AE-40BC-9838-6C64C86C2C47}" sibTransId="{DC7CDBB2-1AE7-418F-AED7-D88055FB6947}"/>
    <dgm:cxn modelId="{F0D26C7F-B0FB-484F-BDEF-A517ED2B075E}" type="presOf" srcId="{49523783-BC0B-4431-A2D0-2ACEAD982856}" destId="{A56CA983-2976-4654-9AEB-CEFBDAD5F8CE}" srcOrd="0" destOrd="0" presId="urn:microsoft.com/office/officeart/2018/5/layout/CenteredIconLabelDescriptionList"/>
    <dgm:cxn modelId="{9AE9CC86-A7EE-4DCB-A3E2-63386C3BB228}" type="presOf" srcId="{DEF8C114-07FC-4905-A57F-3050F1E637F3}" destId="{E3435C55-AB75-4601-81AB-754B974EA6F1}" srcOrd="0" destOrd="2" presId="urn:microsoft.com/office/officeart/2018/5/layout/CenteredIconLabelDescriptionList"/>
    <dgm:cxn modelId="{7C56978C-461E-494E-A0CB-5D2ABCDF79BA}" type="presOf" srcId="{5B12687E-042B-46A4-BAA2-21199D5F0557}" destId="{E3435C55-AB75-4601-81AB-754B974EA6F1}" srcOrd="0" destOrd="0" presId="urn:microsoft.com/office/officeart/2018/5/layout/CenteredIconLabelDescriptionList"/>
    <dgm:cxn modelId="{A7946D91-3A4D-4CD3-8A27-CCB614610B76}" srcId="{2918E5FB-7EE5-4E08-B062-E91527099DAB}" destId="{DEF8C114-07FC-4905-A57F-3050F1E637F3}" srcOrd="2" destOrd="0" parTransId="{27A4F1AA-1777-4D6A-B760-C84326CCFE49}" sibTransId="{F96FF93B-0BE4-4184-86C4-CBCBEC0F6473}"/>
    <dgm:cxn modelId="{8250A4AF-CE9E-4B89-BF29-A8D09FCFCBFD}" srcId="{F2485F99-FA6D-42E3-9760-69CDEFF83DD4}" destId="{61186F37-D10F-437A-B86B-BA4AFBCA4146}" srcOrd="0" destOrd="0" parTransId="{C8C97420-1742-4F6F-8201-C2E57EC9BF43}" sibTransId="{E5B214EE-42FD-4497-8547-31BA573FE9F4}"/>
    <dgm:cxn modelId="{0E0ECDB3-DC5B-4E6D-886B-169641147DD1}" srcId="{0390FFDB-E5AA-4AD9-A228-7EC72BEECA24}" destId="{189BFC1C-C21D-4525-8C83-E74C4D4623D9}" srcOrd="1" destOrd="0" parTransId="{05011E6F-F1C7-42EF-8C1E-07E1345907D6}" sibTransId="{919B1E5D-5065-44F0-BBEF-4A18DBC7B629}"/>
    <dgm:cxn modelId="{672CA0C7-BE0C-4690-962B-88628CF47C7B}" srcId="{F2485F99-FA6D-42E3-9760-69CDEFF83DD4}" destId="{F09A39C6-EB69-4D41-83F5-B408FB5EACBC}" srcOrd="1" destOrd="0" parTransId="{67177CFA-81EB-440E-B252-39CB9C01550E}" sibTransId="{AF96F666-72A2-414C-9032-6DF43FAFA4DD}"/>
    <dgm:cxn modelId="{C53086CF-04B2-49FF-A352-DCA03F6AA075}" type="presOf" srcId="{2918E5FB-7EE5-4E08-B062-E91527099DAB}" destId="{664C3F9E-1AB2-4EBC-B557-B0E73EAF43F5}" srcOrd="0" destOrd="0" presId="urn:microsoft.com/office/officeart/2018/5/layout/CenteredIconLabelDescriptionList"/>
    <dgm:cxn modelId="{74F9E0CF-004F-447B-BD04-B7E7014E30C8}" type="presOf" srcId="{189BFC1C-C21D-4525-8C83-E74C4D4623D9}" destId="{BF08C85B-09BD-41FE-B854-F564A48D3072}" srcOrd="0" destOrd="1" presId="urn:microsoft.com/office/officeart/2018/5/layout/CenteredIconLabelDescriptionList"/>
    <dgm:cxn modelId="{E7FF5DD1-5312-4C9B-BD0D-04D8B79FF12F}" srcId="{49523783-BC0B-4431-A2D0-2ACEAD982856}" destId="{0390FFDB-E5AA-4AD9-A228-7EC72BEECA24}" srcOrd="1" destOrd="0" parTransId="{22000E69-612C-4ED1-8412-D30615790A3B}" sibTransId="{FF98F148-7088-42B5-9D26-6FCB1AF5E6BB}"/>
    <dgm:cxn modelId="{3C172BD6-18A9-42EF-8F99-1E1B53973668}" srcId="{2918E5FB-7EE5-4E08-B062-E91527099DAB}" destId="{5B12687E-042B-46A4-BAA2-21199D5F0557}" srcOrd="0" destOrd="0" parTransId="{07B85BF3-F693-4ECC-B23B-3CEE420D4699}" sibTransId="{D602E747-EE49-48F7-B2E6-8B82CF1716D8}"/>
    <dgm:cxn modelId="{7E0C26D7-9ACA-463A-ACD2-07F3597B8556}" srcId="{0390FFDB-E5AA-4AD9-A228-7EC72BEECA24}" destId="{088048D9-139A-4ABC-BECC-1271C7CD7508}" srcOrd="2" destOrd="0" parTransId="{2E7D18E7-6204-4A96-9F8B-3AAB3E03AF96}" sibTransId="{89C55F38-1F2B-4276-8D49-7F850CA0F075}"/>
    <dgm:cxn modelId="{777DB9DA-45A6-4636-9673-893DC4C2EBA6}" srcId="{49523783-BC0B-4431-A2D0-2ACEAD982856}" destId="{F2485F99-FA6D-42E3-9760-69CDEFF83DD4}" srcOrd="2" destOrd="0" parTransId="{A083D03E-827B-4CCC-8EF6-582FECCE18C5}" sibTransId="{812042AB-DB22-4ADA-BA5A-93C95AA1AD42}"/>
    <dgm:cxn modelId="{4549AA71-2A9C-43FA-9657-56D5324485B9}" type="presParOf" srcId="{A56CA983-2976-4654-9AEB-CEFBDAD5F8CE}" destId="{D0B120A3-571F-4107-B4AF-FF3598002830}" srcOrd="0" destOrd="0" presId="urn:microsoft.com/office/officeart/2018/5/layout/CenteredIconLabelDescriptionList"/>
    <dgm:cxn modelId="{3C11696C-3EA4-45B1-8D1F-91092B2F3880}" type="presParOf" srcId="{D0B120A3-571F-4107-B4AF-FF3598002830}" destId="{AEB0D351-1EEB-45EC-860D-D6B81B71DC25}" srcOrd="0" destOrd="0" presId="urn:microsoft.com/office/officeart/2018/5/layout/CenteredIconLabelDescriptionList"/>
    <dgm:cxn modelId="{5EB6FC84-D56A-45F4-AC44-E48611E76BAF}" type="presParOf" srcId="{D0B120A3-571F-4107-B4AF-FF3598002830}" destId="{C77BA845-D89A-430A-954F-E98E91FC6EF3}" srcOrd="1" destOrd="0" presId="urn:microsoft.com/office/officeart/2018/5/layout/CenteredIconLabelDescriptionList"/>
    <dgm:cxn modelId="{B4F7F081-C05F-40FB-B319-91F44914C9BB}" type="presParOf" srcId="{D0B120A3-571F-4107-B4AF-FF3598002830}" destId="{664C3F9E-1AB2-4EBC-B557-B0E73EAF43F5}" srcOrd="2" destOrd="0" presId="urn:microsoft.com/office/officeart/2018/5/layout/CenteredIconLabelDescriptionList"/>
    <dgm:cxn modelId="{DAD83B94-0913-4074-B07A-7FB14F28430D}" type="presParOf" srcId="{D0B120A3-571F-4107-B4AF-FF3598002830}" destId="{3792CA5A-B3EB-45DF-A1C3-8A6CBE2A9F27}" srcOrd="3" destOrd="0" presId="urn:microsoft.com/office/officeart/2018/5/layout/CenteredIconLabelDescriptionList"/>
    <dgm:cxn modelId="{3A5221DB-CBBA-4F4F-9E7D-03E1BC8779A9}" type="presParOf" srcId="{D0B120A3-571F-4107-B4AF-FF3598002830}" destId="{E3435C55-AB75-4601-81AB-754B974EA6F1}" srcOrd="4" destOrd="0" presId="urn:microsoft.com/office/officeart/2018/5/layout/CenteredIconLabelDescriptionList"/>
    <dgm:cxn modelId="{6AECCE08-BCFD-422B-AA80-60EBE514411B}" type="presParOf" srcId="{A56CA983-2976-4654-9AEB-CEFBDAD5F8CE}" destId="{FD2DCC43-9211-426B-8E4D-67A73FD21882}" srcOrd="1" destOrd="0" presId="urn:microsoft.com/office/officeart/2018/5/layout/CenteredIconLabelDescriptionList"/>
    <dgm:cxn modelId="{E8DC45C1-21F5-4FDD-A098-76A945E9F7CC}" type="presParOf" srcId="{A56CA983-2976-4654-9AEB-CEFBDAD5F8CE}" destId="{8194D11A-008B-4FEB-9F76-D501F925D52E}" srcOrd="2" destOrd="0" presId="urn:microsoft.com/office/officeart/2018/5/layout/CenteredIconLabelDescriptionList"/>
    <dgm:cxn modelId="{F38B9203-98D0-4A9B-9CB4-F8C7FE75D545}" type="presParOf" srcId="{8194D11A-008B-4FEB-9F76-D501F925D52E}" destId="{E7EA9990-9257-4883-BC77-B37D075D3235}" srcOrd="0" destOrd="0" presId="urn:microsoft.com/office/officeart/2018/5/layout/CenteredIconLabelDescriptionList"/>
    <dgm:cxn modelId="{DD024036-5B7B-487C-9EB3-A924FBEACD60}" type="presParOf" srcId="{8194D11A-008B-4FEB-9F76-D501F925D52E}" destId="{1548AE33-97A1-4834-9752-92FD151519D6}" srcOrd="1" destOrd="0" presId="urn:microsoft.com/office/officeart/2018/5/layout/CenteredIconLabelDescriptionList"/>
    <dgm:cxn modelId="{565FF35A-BD70-46CB-BA0A-3D597EF0E176}" type="presParOf" srcId="{8194D11A-008B-4FEB-9F76-D501F925D52E}" destId="{04CB61D8-D021-4969-A57C-0C57F00F6BF2}" srcOrd="2" destOrd="0" presId="urn:microsoft.com/office/officeart/2018/5/layout/CenteredIconLabelDescriptionList"/>
    <dgm:cxn modelId="{C6324157-B097-43D7-8064-8A70ADDC032B}" type="presParOf" srcId="{8194D11A-008B-4FEB-9F76-D501F925D52E}" destId="{86E68B6B-49DE-4172-A6B2-714F8F09C15C}" srcOrd="3" destOrd="0" presId="urn:microsoft.com/office/officeart/2018/5/layout/CenteredIconLabelDescriptionList"/>
    <dgm:cxn modelId="{847D54BA-A784-42D0-BADD-22F46DDB7D1D}" type="presParOf" srcId="{8194D11A-008B-4FEB-9F76-D501F925D52E}" destId="{BF08C85B-09BD-41FE-B854-F564A48D3072}" srcOrd="4" destOrd="0" presId="urn:microsoft.com/office/officeart/2018/5/layout/CenteredIconLabelDescriptionList"/>
    <dgm:cxn modelId="{9D8DF10C-FD97-444E-801F-51ECF2BAC8E8}" type="presParOf" srcId="{A56CA983-2976-4654-9AEB-CEFBDAD5F8CE}" destId="{E425FC6A-94E3-46E1-9276-779973BB4ECA}" srcOrd="3" destOrd="0" presId="urn:microsoft.com/office/officeart/2018/5/layout/CenteredIconLabelDescriptionList"/>
    <dgm:cxn modelId="{0EE3B2E3-F369-4589-9D50-B602168F1936}" type="presParOf" srcId="{A56CA983-2976-4654-9AEB-CEFBDAD5F8CE}" destId="{85C655A5-563A-4118-87F8-AC368207645D}" srcOrd="4" destOrd="0" presId="urn:microsoft.com/office/officeart/2018/5/layout/CenteredIconLabelDescriptionList"/>
    <dgm:cxn modelId="{934C6BC5-12BB-4CF8-BDE8-421203C6A7AD}" type="presParOf" srcId="{85C655A5-563A-4118-87F8-AC368207645D}" destId="{2C40FA53-7510-4E15-922E-07CE6860A550}" srcOrd="0" destOrd="0" presId="urn:microsoft.com/office/officeart/2018/5/layout/CenteredIconLabelDescriptionList"/>
    <dgm:cxn modelId="{B256DC46-47DA-46E5-B389-FD23BEBEFC61}" type="presParOf" srcId="{85C655A5-563A-4118-87F8-AC368207645D}" destId="{E4FF9ABB-782E-45EE-93D9-A30D6606868B}" srcOrd="1" destOrd="0" presId="urn:microsoft.com/office/officeart/2018/5/layout/CenteredIconLabelDescriptionList"/>
    <dgm:cxn modelId="{DC30BAC2-D340-4EBB-A413-354B55C7C0F6}" type="presParOf" srcId="{85C655A5-563A-4118-87F8-AC368207645D}" destId="{41298924-33A3-4A11-9D58-587ABF2E1A44}" srcOrd="2" destOrd="0" presId="urn:microsoft.com/office/officeart/2018/5/layout/CenteredIconLabelDescriptionList"/>
    <dgm:cxn modelId="{51E54F04-F29D-47DF-9D9E-C6A8C4B99E9D}" type="presParOf" srcId="{85C655A5-563A-4118-87F8-AC368207645D}" destId="{BE4F7A48-0C5B-468E-9061-0FD9FEA24147}" srcOrd="3" destOrd="0" presId="urn:microsoft.com/office/officeart/2018/5/layout/CenteredIconLabelDescriptionList"/>
    <dgm:cxn modelId="{5F392DD1-8979-4E28-8FA7-6D9D5B84810C}" type="presParOf" srcId="{85C655A5-563A-4118-87F8-AC368207645D}" destId="{2DA552A8-1FA5-4C50-A02C-E140F066060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F8892EBD-6A49-45FA-9A91-89E4D73C8FCA}" type="doc">
      <dgm:prSet loTypeId="urn:microsoft.com/office/officeart/2005/8/layout/list1" loCatId="list" qsTypeId="urn:microsoft.com/office/officeart/2005/8/quickstyle/simple4" qsCatId="simple" csTypeId="urn:microsoft.com/office/officeart/2005/8/colors/colorful2" csCatId="colorful"/>
      <dgm:spPr/>
      <dgm:t>
        <a:bodyPr/>
        <a:lstStyle/>
        <a:p>
          <a:endParaRPr lang="en-US"/>
        </a:p>
      </dgm:t>
    </dgm:pt>
    <dgm:pt modelId="{AE10E96D-F380-4D36-A0A1-CDC314F9C001}">
      <dgm:prSet/>
      <dgm:spPr/>
      <dgm:t>
        <a:bodyPr/>
        <a:lstStyle/>
        <a:p>
          <a:r>
            <a:rPr lang="en-US"/>
            <a:t>OPD services: </a:t>
          </a:r>
        </a:p>
      </dgm:t>
    </dgm:pt>
    <dgm:pt modelId="{1E7AA3AA-C54C-4760-84C5-094CF99671F3}" type="parTrans" cxnId="{43D9F24F-4F64-46C0-86CE-D421B0D00953}">
      <dgm:prSet/>
      <dgm:spPr/>
      <dgm:t>
        <a:bodyPr/>
        <a:lstStyle/>
        <a:p>
          <a:endParaRPr lang="en-US"/>
        </a:p>
      </dgm:t>
    </dgm:pt>
    <dgm:pt modelId="{BAE923FC-BC76-4228-ACE8-68506B82EDE8}" type="sibTrans" cxnId="{43D9F24F-4F64-46C0-86CE-D421B0D00953}">
      <dgm:prSet/>
      <dgm:spPr/>
      <dgm:t>
        <a:bodyPr/>
        <a:lstStyle/>
        <a:p>
          <a:endParaRPr lang="en-US"/>
        </a:p>
      </dgm:t>
    </dgm:pt>
    <dgm:pt modelId="{D7E9C828-DCFA-4BB2-9BFF-F1401CD92454}">
      <dgm:prSet/>
      <dgm:spPr/>
      <dgm:t>
        <a:bodyPr/>
        <a:lstStyle/>
        <a:p>
          <a:r>
            <a:rPr lang="en-US"/>
            <a:t>4 hours in the morning and 2 hours in the afternoon/evening. </a:t>
          </a:r>
        </a:p>
      </dgm:t>
    </dgm:pt>
    <dgm:pt modelId="{9BAAF397-1ECB-442B-9E61-F43119F8596A}" type="parTrans" cxnId="{53D59E20-802A-4965-8A9C-862B54348050}">
      <dgm:prSet/>
      <dgm:spPr/>
      <dgm:t>
        <a:bodyPr/>
        <a:lstStyle/>
        <a:p>
          <a:endParaRPr lang="en-US"/>
        </a:p>
      </dgm:t>
    </dgm:pt>
    <dgm:pt modelId="{3A4C372A-567C-47D4-8F12-8687BF4C7ECF}" type="sibTrans" cxnId="{53D59E20-802A-4965-8A9C-862B54348050}">
      <dgm:prSet/>
      <dgm:spPr/>
      <dgm:t>
        <a:bodyPr/>
        <a:lstStyle/>
        <a:p>
          <a:endParaRPr lang="en-US"/>
        </a:p>
      </dgm:t>
    </dgm:pt>
    <dgm:pt modelId="{BB4BC879-0E73-4810-8C15-92F8006EE066}">
      <dgm:prSet/>
      <dgm:spPr/>
      <dgm:t>
        <a:bodyPr/>
        <a:lstStyle/>
        <a:p>
          <a:r>
            <a:rPr lang="en-US"/>
            <a:t>Time schedule will vary from state to state. </a:t>
          </a:r>
        </a:p>
      </dgm:t>
    </dgm:pt>
    <dgm:pt modelId="{444DC3F3-CC8B-40E3-B41E-1B70543127D8}" type="parTrans" cxnId="{D17F5DB8-3890-43C9-AF01-129C922DB30A}">
      <dgm:prSet/>
      <dgm:spPr/>
      <dgm:t>
        <a:bodyPr/>
        <a:lstStyle/>
        <a:p>
          <a:endParaRPr lang="en-US"/>
        </a:p>
      </dgm:t>
    </dgm:pt>
    <dgm:pt modelId="{B4969991-3FDB-45E0-A08C-89E3A9B58983}" type="sibTrans" cxnId="{D17F5DB8-3890-43C9-AF01-129C922DB30A}">
      <dgm:prSet/>
      <dgm:spPr/>
      <dgm:t>
        <a:bodyPr/>
        <a:lstStyle/>
        <a:p>
          <a:endParaRPr lang="en-US"/>
        </a:p>
      </dgm:t>
    </dgm:pt>
    <dgm:pt modelId="{E98ED549-B6B4-449B-BA34-11E5BC44DD4E}">
      <dgm:prSet/>
      <dgm:spPr/>
      <dgm:t>
        <a:bodyPr/>
        <a:lstStyle/>
        <a:p>
          <a:r>
            <a:rPr lang="en-US"/>
            <a:t>Minimum OPD attendance should be 40 patients per doctor per day;</a:t>
          </a:r>
        </a:p>
      </dgm:t>
    </dgm:pt>
    <dgm:pt modelId="{D6A7D028-26D5-4C36-BF3A-50100C9B7B99}" type="parTrans" cxnId="{ACE786AC-1D8C-4C82-97D9-B145C683DF31}">
      <dgm:prSet/>
      <dgm:spPr/>
      <dgm:t>
        <a:bodyPr/>
        <a:lstStyle/>
        <a:p>
          <a:endParaRPr lang="en-US"/>
        </a:p>
      </dgm:t>
    </dgm:pt>
    <dgm:pt modelId="{F6AEADDC-CE1E-495E-9ED3-4DF3C65238AE}" type="sibTrans" cxnId="{ACE786AC-1D8C-4C82-97D9-B145C683DF31}">
      <dgm:prSet/>
      <dgm:spPr/>
      <dgm:t>
        <a:bodyPr/>
        <a:lstStyle/>
        <a:p>
          <a:endParaRPr lang="en-US"/>
        </a:p>
      </dgm:t>
    </dgm:pt>
    <dgm:pt modelId="{1E084418-5B6B-434D-86A7-2ACC5AC400D8}">
      <dgm:prSet/>
      <dgm:spPr/>
      <dgm:t>
        <a:bodyPr/>
        <a:lstStyle/>
        <a:p>
          <a:r>
            <a:rPr lang="en-US"/>
            <a:t>24 hours emergency services: </a:t>
          </a:r>
        </a:p>
      </dgm:t>
    </dgm:pt>
    <dgm:pt modelId="{4A068F8F-1522-45B1-81E4-68AA58B978FF}" type="parTrans" cxnId="{FC71038B-7E75-4B03-9121-C80BEAA51FBA}">
      <dgm:prSet/>
      <dgm:spPr/>
      <dgm:t>
        <a:bodyPr/>
        <a:lstStyle/>
        <a:p>
          <a:endParaRPr lang="en-US"/>
        </a:p>
      </dgm:t>
    </dgm:pt>
    <dgm:pt modelId="{55ED2CB4-9DA1-4EB0-998D-DE6AB93EDE3F}" type="sibTrans" cxnId="{FC71038B-7E75-4B03-9121-C80BEAA51FBA}">
      <dgm:prSet/>
      <dgm:spPr/>
      <dgm:t>
        <a:bodyPr/>
        <a:lstStyle/>
        <a:p>
          <a:endParaRPr lang="en-US"/>
        </a:p>
      </dgm:t>
    </dgm:pt>
    <dgm:pt modelId="{7394BBA8-F291-4D08-80D6-A052513A9B96}">
      <dgm:prSet/>
      <dgm:spPr/>
      <dgm:t>
        <a:bodyPr/>
        <a:lstStyle/>
        <a:p>
          <a:r>
            <a:rPr lang="en-US"/>
            <a:t>Appropriate management of injuries and accident, First-aid stabilization of the condition of patient before referral, dog bite/snake bite/scorpion bite cases, and other emergency conditions</a:t>
          </a:r>
        </a:p>
      </dgm:t>
    </dgm:pt>
    <dgm:pt modelId="{96E3EC7C-08BD-48AE-B788-F2634080C0F5}" type="parTrans" cxnId="{FFEB0CEA-CC15-43D6-900A-D5C8127ADE84}">
      <dgm:prSet/>
      <dgm:spPr/>
      <dgm:t>
        <a:bodyPr/>
        <a:lstStyle/>
        <a:p>
          <a:endParaRPr lang="en-US"/>
        </a:p>
      </dgm:t>
    </dgm:pt>
    <dgm:pt modelId="{9534196A-40CB-4FED-9AAF-B94776573691}" type="sibTrans" cxnId="{FFEB0CEA-CC15-43D6-900A-D5C8127ADE84}">
      <dgm:prSet/>
      <dgm:spPr/>
      <dgm:t>
        <a:bodyPr/>
        <a:lstStyle/>
        <a:p>
          <a:endParaRPr lang="en-US"/>
        </a:p>
      </dgm:t>
    </dgm:pt>
    <dgm:pt modelId="{7FA76199-7736-45C4-B666-9F0C095D6580}">
      <dgm:prSet/>
      <dgm:spPr/>
      <dgm:t>
        <a:bodyPr/>
        <a:lstStyle/>
        <a:p>
          <a:r>
            <a:rPr lang="en-US"/>
            <a:t>Referral services</a:t>
          </a:r>
        </a:p>
      </dgm:t>
    </dgm:pt>
    <dgm:pt modelId="{DF508C96-4711-469F-AD00-6EF27ED9C575}" type="parTrans" cxnId="{01EF5DA5-EBDD-4A4B-B472-8D0A3F041BA9}">
      <dgm:prSet/>
      <dgm:spPr/>
      <dgm:t>
        <a:bodyPr/>
        <a:lstStyle/>
        <a:p>
          <a:endParaRPr lang="en-US"/>
        </a:p>
      </dgm:t>
    </dgm:pt>
    <dgm:pt modelId="{448224FB-F2C7-43B3-B513-49004AE82C58}" type="sibTrans" cxnId="{01EF5DA5-EBDD-4A4B-B472-8D0A3F041BA9}">
      <dgm:prSet/>
      <dgm:spPr/>
      <dgm:t>
        <a:bodyPr/>
        <a:lstStyle/>
        <a:p>
          <a:endParaRPr lang="en-US"/>
        </a:p>
      </dgm:t>
    </dgm:pt>
    <dgm:pt modelId="{D2138D4E-C2CA-464D-B7FD-5EF693B416B6}">
      <dgm:prSet/>
      <dgm:spPr/>
      <dgm:t>
        <a:bodyPr/>
        <a:lstStyle/>
        <a:p>
          <a:r>
            <a:rPr lang="en-US"/>
            <a:t>In-patient services (6 beds)</a:t>
          </a:r>
        </a:p>
      </dgm:t>
    </dgm:pt>
    <dgm:pt modelId="{3687CBE6-F36A-4C91-92F4-8F814F81494C}" type="parTrans" cxnId="{E7648908-071F-4C9D-90A5-4AD76CDA3E0B}">
      <dgm:prSet/>
      <dgm:spPr/>
      <dgm:t>
        <a:bodyPr/>
        <a:lstStyle/>
        <a:p>
          <a:endParaRPr lang="en-US"/>
        </a:p>
      </dgm:t>
    </dgm:pt>
    <dgm:pt modelId="{F2FA4CD1-3969-4289-BE9B-3456D4EEEA3D}" type="sibTrans" cxnId="{E7648908-071F-4C9D-90A5-4AD76CDA3E0B}">
      <dgm:prSet/>
      <dgm:spPr/>
      <dgm:t>
        <a:bodyPr/>
        <a:lstStyle/>
        <a:p>
          <a:endParaRPr lang="en-US"/>
        </a:p>
      </dgm:t>
    </dgm:pt>
    <dgm:pt modelId="{E5F664C5-CA30-40A6-AC89-37C571F31AEA}" type="pres">
      <dgm:prSet presAssocID="{F8892EBD-6A49-45FA-9A91-89E4D73C8FCA}" presName="linear" presStyleCnt="0">
        <dgm:presLayoutVars>
          <dgm:dir/>
          <dgm:animLvl val="lvl"/>
          <dgm:resizeHandles val="exact"/>
        </dgm:presLayoutVars>
      </dgm:prSet>
      <dgm:spPr/>
    </dgm:pt>
    <dgm:pt modelId="{B843C669-3AAB-41D7-8583-691FEDE510AD}" type="pres">
      <dgm:prSet presAssocID="{AE10E96D-F380-4D36-A0A1-CDC314F9C001}" presName="parentLin" presStyleCnt="0"/>
      <dgm:spPr/>
    </dgm:pt>
    <dgm:pt modelId="{34A9FC66-BDB5-46C9-A909-75313E51EF8D}" type="pres">
      <dgm:prSet presAssocID="{AE10E96D-F380-4D36-A0A1-CDC314F9C001}" presName="parentLeftMargin" presStyleLbl="node1" presStyleIdx="0" presStyleCnt="4"/>
      <dgm:spPr/>
    </dgm:pt>
    <dgm:pt modelId="{6B9CC91A-524B-4CAB-BE6E-FC1772F90E92}" type="pres">
      <dgm:prSet presAssocID="{AE10E96D-F380-4D36-A0A1-CDC314F9C001}" presName="parentText" presStyleLbl="node1" presStyleIdx="0" presStyleCnt="4">
        <dgm:presLayoutVars>
          <dgm:chMax val="0"/>
          <dgm:bulletEnabled val="1"/>
        </dgm:presLayoutVars>
      </dgm:prSet>
      <dgm:spPr/>
    </dgm:pt>
    <dgm:pt modelId="{DCB062E9-B096-4557-87F2-F38CBB77A2EB}" type="pres">
      <dgm:prSet presAssocID="{AE10E96D-F380-4D36-A0A1-CDC314F9C001}" presName="negativeSpace" presStyleCnt="0"/>
      <dgm:spPr/>
    </dgm:pt>
    <dgm:pt modelId="{85058316-702C-4520-95D4-B36E25E24BE7}" type="pres">
      <dgm:prSet presAssocID="{AE10E96D-F380-4D36-A0A1-CDC314F9C001}" presName="childText" presStyleLbl="conFgAcc1" presStyleIdx="0" presStyleCnt="4">
        <dgm:presLayoutVars>
          <dgm:bulletEnabled val="1"/>
        </dgm:presLayoutVars>
      </dgm:prSet>
      <dgm:spPr/>
    </dgm:pt>
    <dgm:pt modelId="{A8190A5C-EE4E-4FAB-A729-B8044613D631}" type="pres">
      <dgm:prSet presAssocID="{BAE923FC-BC76-4228-ACE8-68506B82EDE8}" presName="spaceBetweenRectangles" presStyleCnt="0"/>
      <dgm:spPr/>
    </dgm:pt>
    <dgm:pt modelId="{6053EC6A-C131-4B9F-9F94-2D98E0D42AD8}" type="pres">
      <dgm:prSet presAssocID="{1E084418-5B6B-434D-86A7-2ACC5AC400D8}" presName="parentLin" presStyleCnt="0"/>
      <dgm:spPr/>
    </dgm:pt>
    <dgm:pt modelId="{75572981-DAAC-4EF9-BB4C-609630C7F413}" type="pres">
      <dgm:prSet presAssocID="{1E084418-5B6B-434D-86A7-2ACC5AC400D8}" presName="parentLeftMargin" presStyleLbl="node1" presStyleIdx="0" presStyleCnt="4"/>
      <dgm:spPr/>
    </dgm:pt>
    <dgm:pt modelId="{23DB3DDA-C167-4FB9-AEC3-0E82F6D3648E}" type="pres">
      <dgm:prSet presAssocID="{1E084418-5B6B-434D-86A7-2ACC5AC400D8}" presName="parentText" presStyleLbl="node1" presStyleIdx="1" presStyleCnt="4">
        <dgm:presLayoutVars>
          <dgm:chMax val="0"/>
          <dgm:bulletEnabled val="1"/>
        </dgm:presLayoutVars>
      </dgm:prSet>
      <dgm:spPr/>
    </dgm:pt>
    <dgm:pt modelId="{31BE1145-BC5D-4861-912F-F61494D52E0A}" type="pres">
      <dgm:prSet presAssocID="{1E084418-5B6B-434D-86A7-2ACC5AC400D8}" presName="negativeSpace" presStyleCnt="0"/>
      <dgm:spPr/>
    </dgm:pt>
    <dgm:pt modelId="{3DA10CE0-5DFB-4CE4-8DBF-790C478594FD}" type="pres">
      <dgm:prSet presAssocID="{1E084418-5B6B-434D-86A7-2ACC5AC400D8}" presName="childText" presStyleLbl="conFgAcc1" presStyleIdx="1" presStyleCnt="4">
        <dgm:presLayoutVars>
          <dgm:bulletEnabled val="1"/>
        </dgm:presLayoutVars>
      </dgm:prSet>
      <dgm:spPr/>
    </dgm:pt>
    <dgm:pt modelId="{C1164141-1522-474A-9EE6-BBA3DE7F79DB}" type="pres">
      <dgm:prSet presAssocID="{55ED2CB4-9DA1-4EB0-998D-DE6AB93EDE3F}" presName="spaceBetweenRectangles" presStyleCnt="0"/>
      <dgm:spPr/>
    </dgm:pt>
    <dgm:pt modelId="{92F530C7-5896-442E-B7B9-9A5D776E1754}" type="pres">
      <dgm:prSet presAssocID="{7FA76199-7736-45C4-B666-9F0C095D6580}" presName="parentLin" presStyleCnt="0"/>
      <dgm:spPr/>
    </dgm:pt>
    <dgm:pt modelId="{12475B35-71F4-4100-B925-7037FCA11A2D}" type="pres">
      <dgm:prSet presAssocID="{7FA76199-7736-45C4-B666-9F0C095D6580}" presName="parentLeftMargin" presStyleLbl="node1" presStyleIdx="1" presStyleCnt="4"/>
      <dgm:spPr/>
    </dgm:pt>
    <dgm:pt modelId="{C2FC93BC-10FD-41EE-A0C2-BA67999B59C7}" type="pres">
      <dgm:prSet presAssocID="{7FA76199-7736-45C4-B666-9F0C095D6580}" presName="parentText" presStyleLbl="node1" presStyleIdx="2" presStyleCnt="4">
        <dgm:presLayoutVars>
          <dgm:chMax val="0"/>
          <dgm:bulletEnabled val="1"/>
        </dgm:presLayoutVars>
      </dgm:prSet>
      <dgm:spPr/>
    </dgm:pt>
    <dgm:pt modelId="{4369768E-FFD3-40C4-BF3D-E3E405703F17}" type="pres">
      <dgm:prSet presAssocID="{7FA76199-7736-45C4-B666-9F0C095D6580}" presName="negativeSpace" presStyleCnt="0"/>
      <dgm:spPr/>
    </dgm:pt>
    <dgm:pt modelId="{376D4491-E395-4215-B56B-441AA8F50987}" type="pres">
      <dgm:prSet presAssocID="{7FA76199-7736-45C4-B666-9F0C095D6580}" presName="childText" presStyleLbl="conFgAcc1" presStyleIdx="2" presStyleCnt="4">
        <dgm:presLayoutVars>
          <dgm:bulletEnabled val="1"/>
        </dgm:presLayoutVars>
      </dgm:prSet>
      <dgm:spPr/>
    </dgm:pt>
    <dgm:pt modelId="{709EDE23-975D-460B-9646-E816F78E741F}" type="pres">
      <dgm:prSet presAssocID="{448224FB-F2C7-43B3-B513-49004AE82C58}" presName="spaceBetweenRectangles" presStyleCnt="0"/>
      <dgm:spPr/>
    </dgm:pt>
    <dgm:pt modelId="{99330E91-B703-4F59-9D80-8B52B8D1368B}" type="pres">
      <dgm:prSet presAssocID="{D2138D4E-C2CA-464D-B7FD-5EF693B416B6}" presName="parentLin" presStyleCnt="0"/>
      <dgm:spPr/>
    </dgm:pt>
    <dgm:pt modelId="{89EE0B9B-E66F-4BB0-AE7C-FEF402E541A9}" type="pres">
      <dgm:prSet presAssocID="{D2138D4E-C2CA-464D-B7FD-5EF693B416B6}" presName="parentLeftMargin" presStyleLbl="node1" presStyleIdx="2" presStyleCnt="4"/>
      <dgm:spPr/>
    </dgm:pt>
    <dgm:pt modelId="{4324314E-CD20-4604-A00B-7022C9C69EB2}" type="pres">
      <dgm:prSet presAssocID="{D2138D4E-C2CA-464D-B7FD-5EF693B416B6}" presName="parentText" presStyleLbl="node1" presStyleIdx="3" presStyleCnt="4">
        <dgm:presLayoutVars>
          <dgm:chMax val="0"/>
          <dgm:bulletEnabled val="1"/>
        </dgm:presLayoutVars>
      </dgm:prSet>
      <dgm:spPr/>
    </dgm:pt>
    <dgm:pt modelId="{C5128C5D-8F68-440A-8DD5-C9E344188421}" type="pres">
      <dgm:prSet presAssocID="{D2138D4E-C2CA-464D-B7FD-5EF693B416B6}" presName="negativeSpace" presStyleCnt="0"/>
      <dgm:spPr/>
    </dgm:pt>
    <dgm:pt modelId="{4CF1E329-31D1-4D42-BA4B-48943C346430}" type="pres">
      <dgm:prSet presAssocID="{D2138D4E-C2CA-464D-B7FD-5EF693B416B6}" presName="childText" presStyleLbl="conFgAcc1" presStyleIdx="3" presStyleCnt="4">
        <dgm:presLayoutVars>
          <dgm:bulletEnabled val="1"/>
        </dgm:presLayoutVars>
      </dgm:prSet>
      <dgm:spPr/>
    </dgm:pt>
  </dgm:ptLst>
  <dgm:cxnLst>
    <dgm:cxn modelId="{994A4404-3E19-405A-B6F1-ADC4E41BDE1D}" type="presOf" srcId="{BB4BC879-0E73-4810-8C15-92F8006EE066}" destId="{85058316-702C-4520-95D4-B36E25E24BE7}" srcOrd="0" destOrd="1" presId="urn:microsoft.com/office/officeart/2005/8/layout/list1"/>
    <dgm:cxn modelId="{E7648908-071F-4C9D-90A5-4AD76CDA3E0B}" srcId="{F8892EBD-6A49-45FA-9A91-89E4D73C8FCA}" destId="{D2138D4E-C2CA-464D-B7FD-5EF693B416B6}" srcOrd="3" destOrd="0" parTransId="{3687CBE6-F36A-4C91-92F4-8F814F81494C}" sibTransId="{F2FA4CD1-3969-4289-BE9B-3456D4EEEA3D}"/>
    <dgm:cxn modelId="{4743F20D-3B66-4CF2-9571-44AB483A1A64}" type="presOf" srcId="{E98ED549-B6B4-449B-BA34-11E5BC44DD4E}" destId="{85058316-702C-4520-95D4-B36E25E24BE7}" srcOrd="0" destOrd="2" presId="urn:microsoft.com/office/officeart/2005/8/layout/list1"/>
    <dgm:cxn modelId="{53D59E20-802A-4965-8A9C-862B54348050}" srcId="{AE10E96D-F380-4D36-A0A1-CDC314F9C001}" destId="{D7E9C828-DCFA-4BB2-9BFF-F1401CD92454}" srcOrd="0" destOrd="0" parTransId="{9BAAF397-1ECB-442B-9E61-F43119F8596A}" sibTransId="{3A4C372A-567C-47D4-8F12-8687BF4C7ECF}"/>
    <dgm:cxn modelId="{249E7423-81EC-46D8-8AB6-E423C65BEE4E}" type="presOf" srcId="{D2138D4E-C2CA-464D-B7FD-5EF693B416B6}" destId="{4324314E-CD20-4604-A00B-7022C9C69EB2}" srcOrd="1" destOrd="0" presId="urn:microsoft.com/office/officeart/2005/8/layout/list1"/>
    <dgm:cxn modelId="{D1B19224-66A5-4471-8DF2-8AA9D1225957}" type="presOf" srcId="{F8892EBD-6A49-45FA-9A91-89E4D73C8FCA}" destId="{E5F664C5-CA30-40A6-AC89-37C571F31AEA}" srcOrd="0" destOrd="0" presId="urn:microsoft.com/office/officeart/2005/8/layout/list1"/>
    <dgm:cxn modelId="{42144D26-E467-4383-A17D-62C23E87F5E2}" type="presOf" srcId="{D2138D4E-C2CA-464D-B7FD-5EF693B416B6}" destId="{89EE0B9B-E66F-4BB0-AE7C-FEF402E541A9}" srcOrd="0" destOrd="0" presId="urn:microsoft.com/office/officeart/2005/8/layout/list1"/>
    <dgm:cxn modelId="{E5DC8628-667F-47FF-B317-26831BE52F9D}" type="presOf" srcId="{7394BBA8-F291-4D08-80D6-A052513A9B96}" destId="{3DA10CE0-5DFB-4CE4-8DBF-790C478594FD}" srcOrd="0" destOrd="0" presId="urn:microsoft.com/office/officeart/2005/8/layout/list1"/>
    <dgm:cxn modelId="{3A916F67-8CCC-4824-8D11-F006893D5F52}" type="presOf" srcId="{1E084418-5B6B-434D-86A7-2ACC5AC400D8}" destId="{75572981-DAAC-4EF9-BB4C-609630C7F413}" srcOrd="0" destOrd="0" presId="urn:microsoft.com/office/officeart/2005/8/layout/list1"/>
    <dgm:cxn modelId="{43D9F24F-4F64-46C0-86CE-D421B0D00953}" srcId="{F8892EBD-6A49-45FA-9A91-89E4D73C8FCA}" destId="{AE10E96D-F380-4D36-A0A1-CDC314F9C001}" srcOrd="0" destOrd="0" parTransId="{1E7AA3AA-C54C-4760-84C5-094CF99671F3}" sibTransId="{BAE923FC-BC76-4228-ACE8-68506B82EDE8}"/>
    <dgm:cxn modelId="{4BC53758-D4F2-49BE-B189-C5A7EBDAFC0D}" type="presOf" srcId="{7FA76199-7736-45C4-B666-9F0C095D6580}" destId="{12475B35-71F4-4100-B925-7037FCA11A2D}" srcOrd="0" destOrd="0" presId="urn:microsoft.com/office/officeart/2005/8/layout/list1"/>
    <dgm:cxn modelId="{FC71038B-7E75-4B03-9121-C80BEAA51FBA}" srcId="{F8892EBD-6A49-45FA-9A91-89E4D73C8FCA}" destId="{1E084418-5B6B-434D-86A7-2ACC5AC400D8}" srcOrd="1" destOrd="0" parTransId="{4A068F8F-1522-45B1-81E4-68AA58B978FF}" sibTransId="{55ED2CB4-9DA1-4EB0-998D-DE6AB93EDE3F}"/>
    <dgm:cxn modelId="{2E271A8F-EFDC-4190-BE9C-F062C87BF024}" type="presOf" srcId="{1E084418-5B6B-434D-86A7-2ACC5AC400D8}" destId="{23DB3DDA-C167-4FB9-AEC3-0E82F6D3648E}" srcOrd="1" destOrd="0" presId="urn:microsoft.com/office/officeart/2005/8/layout/list1"/>
    <dgm:cxn modelId="{18B19A98-5B42-46DA-9B81-B02C60312CEA}" type="presOf" srcId="{AE10E96D-F380-4D36-A0A1-CDC314F9C001}" destId="{6B9CC91A-524B-4CAB-BE6E-FC1772F90E92}" srcOrd="1" destOrd="0" presId="urn:microsoft.com/office/officeart/2005/8/layout/list1"/>
    <dgm:cxn modelId="{01EF5DA5-EBDD-4A4B-B472-8D0A3F041BA9}" srcId="{F8892EBD-6A49-45FA-9A91-89E4D73C8FCA}" destId="{7FA76199-7736-45C4-B666-9F0C095D6580}" srcOrd="2" destOrd="0" parTransId="{DF508C96-4711-469F-AD00-6EF27ED9C575}" sibTransId="{448224FB-F2C7-43B3-B513-49004AE82C58}"/>
    <dgm:cxn modelId="{9DF7A9A9-BFE4-4DE4-B321-8F6FE00217A7}" type="presOf" srcId="{7FA76199-7736-45C4-B666-9F0C095D6580}" destId="{C2FC93BC-10FD-41EE-A0C2-BA67999B59C7}" srcOrd="1" destOrd="0" presId="urn:microsoft.com/office/officeart/2005/8/layout/list1"/>
    <dgm:cxn modelId="{ACE786AC-1D8C-4C82-97D9-B145C683DF31}" srcId="{AE10E96D-F380-4D36-A0A1-CDC314F9C001}" destId="{E98ED549-B6B4-449B-BA34-11E5BC44DD4E}" srcOrd="2" destOrd="0" parTransId="{D6A7D028-26D5-4C36-BF3A-50100C9B7B99}" sibTransId="{F6AEADDC-CE1E-495E-9ED3-4DF3C65238AE}"/>
    <dgm:cxn modelId="{C51FD9B5-7837-43A5-9A43-A1BE5758476C}" type="presOf" srcId="{AE10E96D-F380-4D36-A0A1-CDC314F9C001}" destId="{34A9FC66-BDB5-46C9-A909-75313E51EF8D}" srcOrd="0" destOrd="0" presId="urn:microsoft.com/office/officeart/2005/8/layout/list1"/>
    <dgm:cxn modelId="{D17F5DB8-3890-43C9-AF01-129C922DB30A}" srcId="{AE10E96D-F380-4D36-A0A1-CDC314F9C001}" destId="{BB4BC879-0E73-4810-8C15-92F8006EE066}" srcOrd="1" destOrd="0" parTransId="{444DC3F3-CC8B-40E3-B41E-1B70543127D8}" sibTransId="{B4969991-3FDB-45E0-A08C-89E3A9B58983}"/>
    <dgm:cxn modelId="{FFEB0CEA-CC15-43D6-900A-D5C8127ADE84}" srcId="{1E084418-5B6B-434D-86A7-2ACC5AC400D8}" destId="{7394BBA8-F291-4D08-80D6-A052513A9B96}" srcOrd="0" destOrd="0" parTransId="{96E3EC7C-08BD-48AE-B788-F2634080C0F5}" sibTransId="{9534196A-40CB-4FED-9AAF-B94776573691}"/>
    <dgm:cxn modelId="{778513FC-B246-4B71-95A2-D9F64BD743A4}" type="presOf" srcId="{D7E9C828-DCFA-4BB2-9BFF-F1401CD92454}" destId="{85058316-702C-4520-95D4-B36E25E24BE7}" srcOrd="0" destOrd="0" presId="urn:microsoft.com/office/officeart/2005/8/layout/list1"/>
    <dgm:cxn modelId="{B8714CC5-1BCB-4335-BAAC-B5E0610D92AB}" type="presParOf" srcId="{E5F664C5-CA30-40A6-AC89-37C571F31AEA}" destId="{B843C669-3AAB-41D7-8583-691FEDE510AD}" srcOrd="0" destOrd="0" presId="urn:microsoft.com/office/officeart/2005/8/layout/list1"/>
    <dgm:cxn modelId="{FB369D95-72D7-468D-84CB-C9003A5265A7}" type="presParOf" srcId="{B843C669-3AAB-41D7-8583-691FEDE510AD}" destId="{34A9FC66-BDB5-46C9-A909-75313E51EF8D}" srcOrd="0" destOrd="0" presId="urn:microsoft.com/office/officeart/2005/8/layout/list1"/>
    <dgm:cxn modelId="{70B204AC-F423-48C3-A6DE-42F34FCF0F71}" type="presParOf" srcId="{B843C669-3AAB-41D7-8583-691FEDE510AD}" destId="{6B9CC91A-524B-4CAB-BE6E-FC1772F90E92}" srcOrd="1" destOrd="0" presId="urn:microsoft.com/office/officeart/2005/8/layout/list1"/>
    <dgm:cxn modelId="{3A809B68-CCDA-41E8-9F99-942840AAA481}" type="presParOf" srcId="{E5F664C5-CA30-40A6-AC89-37C571F31AEA}" destId="{DCB062E9-B096-4557-87F2-F38CBB77A2EB}" srcOrd="1" destOrd="0" presId="urn:microsoft.com/office/officeart/2005/8/layout/list1"/>
    <dgm:cxn modelId="{200511C8-3658-44E8-A2C5-F27AF2C6A885}" type="presParOf" srcId="{E5F664C5-CA30-40A6-AC89-37C571F31AEA}" destId="{85058316-702C-4520-95D4-B36E25E24BE7}" srcOrd="2" destOrd="0" presId="urn:microsoft.com/office/officeart/2005/8/layout/list1"/>
    <dgm:cxn modelId="{66AD1B69-715B-4F38-8216-2237503AE91B}" type="presParOf" srcId="{E5F664C5-CA30-40A6-AC89-37C571F31AEA}" destId="{A8190A5C-EE4E-4FAB-A729-B8044613D631}" srcOrd="3" destOrd="0" presId="urn:microsoft.com/office/officeart/2005/8/layout/list1"/>
    <dgm:cxn modelId="{2B297BE1-3352-4444-BC58-5FB253C69068}" type="presParOf" srcId="{E5F664C5-CA30-40A6-AC89-37C571F31AEA}" destId="{6053EC6A-C131-4B9F-9F94-2D98E0D42AD8}" srcOrd="4" destOrd="0" presId="urn:microsoft.com/office/officeart/2005/8/layout/list1"/>
    <dgm:cxn modelId="{1096A260-DEA4-4951-921D-5AB1ACA6A670}" type="presParOf" srcId="{6053EC6A-C131-4B9F-9F94-2D98E0D42AD8}" destId="{75572981-DAAC-4EF9-BB4C-609630C7F413}" srcOrd="0" destOrd="0" presId="urn:microsoft.com/office/officeart/2005/8/layout/list1"/>
    <dgm:cxn modelId="{54E14DEC-C6C5-484C-B68A-54EFEF77EAC6}" type="presParOf" srcId="{6053EC6A-C131-4B9F-9F94-2D98E0D42AD8}" destId="{23DB3DDA-C167-4FB9-AEC3-0E82F6D3648E}" srcOrd="1" destOrd="0" presId="urn:microsoft.com/office/officeart/2005/8/layout/list1"/>
    <dgm:cxn modelId="{6E7E8E32-39D6-4811-A4B6-34A2CBB7452C}" type="presParOf" srcId="{E5F664C5-CA30-40A6-AC89-37C571F31AEA}" destId="{31BE1145-BC5D-4861-912F-F61494D52E0A}" srcOrd="5" destOrd="0" presId="urn:microsoft.com/office/officeart/2005/8/layout/list1"/>
    <dgm:cxn modelId="{BDB02ED3-7A23-4C6A-AAFD-96BB5CB66D85}" type="presParOf" srcId="{E5F664C5-CA30-40A6-AC89-37C571F31AEA}" destId="{3DA10CE0-5DFB-4CE4-8DBF-790C478594FD}" srcOrd="6" destOrd="0" presId="urn:microsoft.com/office/officeart/2005/8/layout/list1"/>
    <dgm:cxn modelId="{C557F9DC-7BD6-412E-AE86-EE9FD315DA13}" type="presParOf" srcId="{E5F664C5-CA30-40A6-AC89-37C571F31AEA}" destId="{C1164141-1522-474A-9EE6-BBA3DE7F79DB}" srcOrd="7" destOrd="0" presId="urn:microsoft.com/office/officeart/2005/8/layout/list1"/>
    <dgm:cxn modelId="{CE511653-0710-4244-BD7F-54350F218CD2}" type="presParOf" srcId="{E5F664C5-CA30-40A6-AC89-37C571F31AEA}" destId="{92F530C7-5896-442E-B7B9-9A5D776E1754}" srcOrd="8" destOrd="0" presId="urn:microsoft.com/office/officeart/2005/8/layout/list1"/>
    <dgm:cxn modelId="{4BC4D932-4C9F-4035-9D3C-6D784BFB6E2B}" type="presParOf" srcId="{92F530C7-5896-442E-B7B9-9A5D776E1754}" destId="{12475B35-71F4-4100-B925-7037FCA11A2D}" srcOrd="0" destOrd="0" presId="urn:microsoft.com/office/officeart/2005/8/layout/list1"/>
    <dgm:cxn modelId="{5FB95E04-96F7-4AE2-82BF-9BC29EB0B055}" type="presParOf" srcId="{92F530C7-5896-442E-B7B9-9A5D776E1754}" destId="{C2FC93BC-10FD-41EE-A0C2-BA67999B59C7}" srcOrd="1" destOrd="0" presId="urn:microsoft.com/office/officeart/2005/8/layout/list1"/>
    <dgm:cxn modelId="{8B08BD33-42F3-411D-BB46-D3CFF12637DC}" type="presParOf" srcId="{E5F664C5-CA30-40A6-AC89-37C571F31AEA}" destId="{4369768E-FFD3-40C4-BF3D-E3E405703F17}" srcOrd="9" destOrd="0" presId="urn:microsoft.com/office/officeart/2005/8/layout/list1"/>
    <dgm:cxn modelId="{93B1D268-ED63-4924-AA4D-41275BA0D3B5}" type="presParOf" srcId="{E5F664C5-CA30-40A6-AC89-37C571F31AEA}" destId="{376D4491-E395-4215-B56B-441AA8F50987}" srcOrd="10" destOrd="0" presId="urn:microsoft.com/office/officeart/2005/8/layout/list1"/>
    <dgm:cxn modelId="{9D4E543A-8077-4B22-B819-933C82382C08}" type="presParOf" srcId="{E5F664C5-CA30-40A6-AC89-37C571F31AEA}" destId="{709EDE23-975D-460B-9646-E816F78E741F}" srcOrd="11" destOrd="0" presId="urn:microsoft.com/office/officeart/2005/8/layout/list1"/>
    <dgm:cxn modelId="{02DDBB75-4869-4873-85D1-B71FE81A2B2C}" type="presParOf" srcId="{E5F664C5-CA30-40A6-AC89-37C571F31AEA}" destId="{99330E91-B703-4F59-9D80-8B52B8D1368B}" srcOrd="12" destOrd="0" presId="urn:microsoft.com/office/officeart/2005/8/layout/list1"/>
    <dgm:cxn modelId="{3D960159-7C5F-4C92-AB53-8396744CCA27}" type="presParOf" srcId="{99330E91-B703-4F59-9D80-8B52B8D1368B}" destId="{89EE0B9B-E66F-4BB0-AE7C-FEF402E541A9}" srcOrd="0" destOrd="0" presId="urn:microsoft.com/office/officeart/2005/8/layout/list1"/>
    <dgm:cxn modelId="{0F39EE93-ADF0-471C-9767-E91D0AEC1F0C}" type="presParOf" srcId="{99330E91-B703-4F59-9D80-8B52B8D1368B}" destId="{4324314E-CD20-4604-A00B-7022C9C69EB2}" srcOrd="1" destOrd="0" presId="urn:microsoft.com/office/officeart/2005/8/layout/list1"/>
    <dgm:cxn modelId="{37327DC9-4574-4D4A-81DF-4C8EFC5B4EB0}" type="presParOf" srcId="{E5F664C5-CA30-40A6-AC89-37C571F31AEA}" destId="{C5128C5D-8F68-440A-8DD5-C9E344188421}" srcOrd="13" destOrd="0" presId="urn:microsoft.com/office/officeart/2005/8/layout/list1"/>
    <dgm:cxn modelId="{D845B4B6-2B22-4366-8B41-4A438C1E448D}" type="presParOf" srcId="{E5F664C5-CA30-40A6-AC89-37C571F31AEA}" destId="{4CF1E329-31D1-4D42-BA4B-48943C346430}"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C462CED-BB19-45D8-9C8A-19A79E3CE021}" type="doc">
      <dgm:prSet loTypeId="urn:microsoft.com/office/officeart/2008/layout/LinedList" loCatId="list" qsTypeId="urn:microsoft.com/office/officeart/2005/8/quickstyle/simple1" qsCatId="simple" csTypeId="urn:microsoft.com/office/officeart/2005/8/colors/colorful1" csCatId="colorful" phldr="1"/>
      <dgm:spPr/>
      <dgm:t>
        <a:bodyPr/>
        <a:lstStyle/>
        <a:p>
          <a:endParaRPr lang="en-US"/>
        </a:p>
      </dgm:t>
    </dgm:pt>
    <dgm:pt modelId="{F411F496-B038-4F9C-A7EF-720D0F2A9243}">
      <dgm:prSet custT="1"/>
      <dgm:spPr/>
      <dgm:t>
        <a:bodyPr/>
        <a:lstStyle/>
        <a:p>
          <a:r>
            <a:rPr lang="en-US" sz="2400"/>
            <a:t>Management of pregnancy induced hypertension including referral</a:t>
          </a:r>
        </a:p>
      </dgm:t>
    </dgm:pt>
    <dgm:pt modelId="{CB7F96C3-8BA9-474E-83A4-C535686FA712}" type="parTrans" cxnId="{86B8A763-76E3-481A-A03C-738938E65CC2}">
      <dgm:prSet/>
      <dgm:spPr/>
      <dgm:t>
        <a:bodyPr/>
        <a:lstStyle/>
        <a:p>
          <a:endParaRPr lang="en-US" sz="2000"/>
        </a:p>
      </dgm:t>
    </dgm:pt>
    <dgm:pt modelId="{183D0093-F182-4827-A69F-7EEFEB6533A3}" type="sibTrans" cxnId="{86B8A763-76E3-481A-A03C-738938E65CC2}">
      <dgm:prSet/>
      <dgm:spPr/>
      <dgm:t>
        <a:bodyPr/>
        <a:lstStyle/>
        <a:p>
          <a:endParaRPr lang="en-US" sz="2000"/>
        </a:p>
      </dgm:t>
    </dgm:pt>
    <dgm:pt modelId="{0352B780-7C84-44D0-B989-24683922571F}">
      <dgm:prSet custT="1"/>
      <dgm:spPr/>
      <dgm:t>
        <a:bodyPr/>
        <a:lstStyle/>
        <a:p>
          <a:r>
            <a:rPr lang="en-US" sz="2400"/>
            <a:t>Pre-referred management in obstetric emergencies</a:t>
          </a:r>
        </a:p>
      </dgm:t>
    </dgm:pt>
    <dgm:pt modelId="{E6B7879C-DEB8-4482-BF2D-72F419AB58AF}" type="parTrans" cxnId="{3CDCEA09-C6B8-4CF4-B2F0-FB78E9CD4521}">
      <dgm:prSet/>
      <dgm:spPr/>
      <dgm:t>
        <a:bodyPr/>
        <a:lstStyle/>
        <a:p>
          <a:endParaRPr lang="en-US" sz="2000"/>
        </a:p>
      </dgm:t>
    </dgm:pt>
    <dgm:pt modelId="{763749B9-00B5-419D-B013-720FAE0BF7A8}" type="sibTrans" cxnId="{3CDCEA09-C6B8-4CF4-B2F0-FB78E9CD4521}">
      <dgm:prSet/>
      <dgm:spPr/>
      <dgm:t>
        <a:bodyPr/>
        <a:lstStyle/>
        <a:p>
          <a:endParaRPr lang="en-US" sz="2000"/>
        </a:p>
      </dgm:t>
    </dgm:pt>
    <dgm:pt modelId="{F75108A2-9164-4E2E-93E7-782427C94193}">
      <dgm:prSet custT="1"/>
      <dgm:spPr/>
      <dgm:t>
        <a:bodyPr/>
        <a:lstStyle/>
        <a:p>
          <a:r>
            <a:rPr lang="en-US" sz="2400"/>
            <a:t>Minimum 48 hours of stay after delivery</a:t>
          </a:r>
        </a:p>
      </dgm:t>
    </dgm:pt>
    <dgm:pt modelId="{F98D1FBE-CE5A-4F6F-A22B-8C427B39AAB7}" type="parTrans" cxnId="{F5D893E0-686A-4316-AF76-F5EBD35C0303}">
      <dgm:prSet/>
      <dgm:spPr/>
      <dgm:t>
        <a:bodyPr/>
        <a:lstStyle/>
        <a:p>
          <a:endParaRPr lang="en-US" sz="2000"/>
        </a:p>
      </dgm:t>
    </dgm:pt>
    <dgm:pt modelId="{16C69572-A33E-4A54-B47E-39C80667ECF6}" type="sibTrans" cxnId="{F5D893E0-686A-4316-AF76-F5EBD35C0303}">
      <dgm:prSet/>
      <dgm:spPr/>
      <dgm:t>
        <a:bodyPr/>
        <a:lstStyle/>
        <a:p>
          <a:endParaRPr lang="en-US" sz="2000"/>
        </a:p>
      </dgm:t>
    </dgm:pt>
    <dgm:pt modelId="{5DAAF0D4-8601-4CFE-B783-CE41CD8F2F7D}">
      <dgm:prSet custT="1"/>
      <dgm:spPr/>
      <dgm:t>
        <a:bodyPr/>
        <a:lstStyle/>
        <a:p>
          <a:r>
            <a:rPr lang="en-US" sz="2400" dirty="0"/>
            <a:t>Managing </a:t>
          </a:r>
          <a:r>
            <a:rPr lang="en-US" sz="2400" dirty="0" err="1"/>
            <a:t>labour</a:t>
          </a:r>
          <a:r>
            <a:rPr lang="en-US" sz="2400" dirty="0"/>
            <a:t> using Partograph</a:t>
          </a:r>
        </a:p>
      </dgm:t>
    </dgm:pt>
    <dgm:pt modelId="{99824CDF-8253-4C1F-A976-FD334E80D71B}" type="parTrans" cxnId="{399789A6-00EB-4FD2-9DF6-D3EBBEF28745}">
      <dgm:prSet/>
      <dgm:spPr/>
      <dgm:t>
        <a:bodyPr/>
        <a:lstStyle/>
        <a:p>
          <a:endParaRPr lang="en-US" sz="2000"/>
        </a:p>
      </dgm:t>
    </dgm:pt>
    <dgm:pt modelId="{4FF0832F-97A9-4AFB-AD59-D7752B3AB19E}" type="sibTrans" cxnId="{399789A6-00EB-4FD2-9DF6-D3EBBEF28745}">
      <dgm:prSet/>
      <dgm:spPr/>
      <dgm:t>
        <a:bodyPr/>
        <a:lstStyle/>
        <a:p>
          <a:endParaRPr lang="en-US" sz="2000"/>
        </a:p>
      </dgm:t>
    </dgm:pt>
    <dgm:pt modelId="{E250EB7E-5398-421D-A253-F9500F8E23D2}">
      <dgm:prSet custT="1"/>
      <dgm:spPr/>
      <dgm:t>
        <a:bodyPr/>
        <a:lstStyle/>
        <a:p>
          <a:r>
            <a:rPr lang="en-US" sz="2400" dirty="0"/>
            <a:t>Proficient in identification of PPH, eclampsia sepsis and prompt referral.</a:t>
          </a:r>
        </a:p>
      </dgm:t>
    </dgm:pt>
    <dgm:pt modelId="{3E55AB32-745C-4B80-B4A1-7BB173260AE1}" type="parTrans" cxnId="{87940006-AAE8-495F-82F1-B06132726155}">
      <dgm:prSet/>
      <dgm:spPr/>
      <dgm:t>
        <a:bodyPr/>
        <a:lstStyle/>
        <a:p>
          <a:endParaRPr lang="en-US" sz="2000"/>
        </a:p>
      </dgm:t>
    </dgm:pt>
    <dgm:pt modelId="{94B8F974-46E3-40F9-B999-277E57426DB1}" type="sibTrans" cxnId="{87940006-AAE8-495F-82F1-B06132726155}">
      <dgm:prSet/>
      <dgm:spPr/>
      <dgm:t>
        <a:bodyPr/>
        <a:lstStyle/>
        <a:p>
          <a:endParaRPr lang="en-US" sz="2000"/>
        </a:p>
      </dgm:t>
    </dgm:pt>
    <dgm:pt modelId="{E981DF3C-D9EB-4A8B-9655-DCA7181D463D}">
      <dgm:prSet custT="1"/>
      <dgm:spPr/>
      <dgm:t>
        <a:bodyPr/>
        <a:lstStyle/>
        <a:p>
          <a:r>
            <a:rPr lang="en-US" sz="2400"/>
            <a:t>Birth companion support, respectful maternity care protocols.</a:t>
          </a:r>
          <a:endParaRPr lang="en-US" sz="2400" dirty="0"/>
        </a:p>
      </dgm:t>
    </dgm:pt>
    <dgm:pt modelId="{477A2F59-952A-4EC0-BD0C-9B34943CA59A}" type="parTrans" cxnId="{930EEDB8-C64D-4857-8EC1-DDF714C50BB7}">
      <dgm:prSet/>
      <dgm:spPr/>
      <dgm:t>
        <a:bodyPr/>
        <a:lstStyle/>
        <a:p>
          <a:endParaRPr lang="en-US" sz="2000"/>
        </a:p>
      </dgm:t>
    </dgm:pt>
    <dgm:pt modelId="{84EF7D7A-C643-4179-A211-3789AA234069}" type="sibTrans" cxnId="{930EEDB8-C64D-4857-8EC1-DDF714C50BB7}">
      <dgm:prSet/>
      <dgm:spPr/>
      <dgm:t>
        <a:bodyPr/>
        <a:lstStyle/>
        <a:p>
          <a:endParaRPr lang="en-US" sz="2000"/>
        </a:p>
      </dgm:t>
    </dgm:pt>
    <dgm:pt modelId="{CA47A1BA-A5EE-4C43-8F48-B2D927B122FC}">
      <dgm:prSet custT="1"/>
      <dgm:spPr/>
      <dgm:t>
        <a:bodyPr/>
        <a:lstStyle/>
        <a:p>
          <a:r>
            <a:rPr lang="en-US" sz="2400" dirty="0"/>
            <a:t>"Digital partograph, outcome tracking in HMIS</a:t>
          </a:r>
        </a:p>
      </dgm:t>
    </dgm:pt>
    <dgm:pt modelId="{67074640-135B-4E0E-9BC7-9D06189E8C07}" type="parTrans" cxnId="{1E690FEA-6B85-4759-8BA1-6D4F60810713}">
      <dgm:prSet/>
      <dgm:spPr/>
      <dgm:t>
        <a:bodyPr/>
        <a:lstStyle/>
        <a:p>
          <a:endParaRPr lang="en-US" sz="2000"/>
        </a:p>
      </dgm:t>
    </dgm:pt>
    <dgm:pt modelId="{2EFDE90A-4338-496A-9FFC-10A8B241DC9A}" type="sibTrans" cxnId="{1E690FEA-6B85-4759-8BA1-6D4F60810713}">
      <dgm:prSet/>
      <dgm:spPr/>
      <dgm:t>
        <a:bodyPr/>
        <a:lstStyle/>
        <a:p>
          <a:endParaRPr lang="en-US" sz="2000"/>
        </a:p>
      </dgm:t>
    </dgm:pt>
    <dgm:pt modelId="{B115DFEC-EF10-4B49-B499-80AB8FE8310F}">
      <dgm:prSet custT="1"/>
      <dgm:spPr/>
      <dgm:t>
        <a:bodyPr/>
        <a:lstStyle/>
        <a:p>
          <a:r>
            <a:rPr lang="en-US" sz="2400" dirty="0"/>
            <a:t>"LaQshya guidelines for quality improvement"</a:t>
          </a:r>
        </a:p>
      </dgm:t>
    </dgm:pt>
    <dgm:pt modelId="{2E677929-3D06-4DF5-97F3-90E502DFA4AD}" type="parTrans" cxnId="{226C3D70-8C18-40CD-B4FB-81FEBD9D620E}">
      <dgm:prSet/>
      <dgm:spPr/>
      <dgm:t>
        <a:bodyPr/>
        <a:lstStyle/>
        <a:p>
          <a:endParaRPr lang="en-US" sz="2000"/>
        </a:p>
      </dgm:t>
    </dgm:pt>
    <dgm:pt modelId="{81E11BF0-E061-4C98-B803-36BA3062B174}" type="sibTrans" cxnId="{226C3D70-8C18-40CD-B4FB-81FEBD9D620E}">
      <dgm:prSet/>
      <dgm:spPr/>
      <dgm:t>
        <a:bodyPr/>
        <a:lstStyle/>
        <a:p>
          <a:endParaRPr lang="en-US" sz="2000"/>
        </a:p>
      </dgm:t>
    </dgm:pt>
    <dgm:pt modelId="{76A5F029-F5CC-462B-ADB0-97ED84348506}" type="pres">
      <dgm:prSet presAssocID="{9C462CED-BB19-45D8-9C8A-19A79E3CE021}" presName="vert0" presStyleCnt="0">
        <dgm:presLayoutVars>
          <dgm:dir/>
          <dgm:animOne val="branch"/>
          <dgm:animLvl val="lvl"/>
        </dgm:presLayoutVars>
      </dgm:prSet>
      <dgm:spPr/>
    </dgm:pt>
    <dgm:pt modelId="{BF02F5A6-F182-4D3B-9ADC-83978737E223}" type="pres">
      <dgm:prSet presAssocID="{F411F496-B038-4F9C-A7EF-720D0F2A9243}" presName="thickLine" presStyleLbl="alignNode1" presStyleIdx="0" presStyleCnt="8"/>
      <dgm:spPr/>
    </dgm:pt>
    <dgm:pt modelId="{0E83998C-8CBC-4D8F-945B-CA2E63865460}" type="pres">
      <dgm:prSet presAssocID="{F411F496-B038-4F9C-A7EF-720D0F2A9243}" presName="horz1" presStyleCnt="0"/>
      <dgm:spPr/>
    </dgm:pt>
    <dgm:pt modelId="{F629DA96-EA61-46FA-9F76-D3631027ED2A}" type="pres">
      <dgm:prSet presAssocID="{F411F496-B038-4F9C-A7EF-720D0F2A9243}" presName="tx1" presStyleLbl="revTx" presStyleIdx="0" presStyleCnt="8"/>
      <dgm:spPr/>
    </dgm:pt>
    <dgm:pt modelId="{78C954FF-9551-4B11-B0C7-53C04FB3B2B0}" type="pres">
      <dgm:prSet presAssocID="{F411F496-B038-4F9C-A7EF-720D0F2A9243}" presName="vert1" presStyleCnt="0"/>
      <dgm:spPr/>
    </dgm:pt>
    <dgm:pt modelId="{4056DF3A-6A89-417E-87A4-C40A5C38EAD4}" type="pres">
      <dgm:prSet presAssocID="{0352B780-7C84-44D0-B989-24683922571F}" presName="thickLine" presStyleLbl="alignNode1" presStyleIdx="1" presStyleCnt="8"/>
      <dgm:spPr/>
    </dgm:pt>
    <dgm:pt modelId="{E3690878-782F-41F4-8545-06DC234341F0}" type="pres">
      <dgm:prSet presAssocID="{0352B780-7C84-44D0-B989-24683922571F}" presName="horz1" presStyleCnt="0"/>
      <dgm:spPr/>
    </dgm:pt>
    <dgm:pt modelId="{2F1124B4-9941-4E05-9CC8-5957ECE502E1}" type="pres">
      <dgm:prSet presAssocID="{0352B780-7C84-44D0-B989-24683922571F}" presName="tx1" presStyleLbl="revTx" presStyleIdx="1" presStyleCnt="8"/>
      <dgm:spPr/>
    </dgm:pt>
    <dgm:pt modelId="{15867A22-8802-4506-98D5-26351BB457C5}" type="pres">
      <dgm:prSet presAssocID="{0352B780-7C84-44D0-B989-24683922571F}" presName="vert1" presStyleCnt="0"/>
      <dgm:spPr/>
    </dgm:pt>
    <dgm:pt modelId="{D48069B3-1CBF-450B-87CF-C2F641643270}" type="pres">
      <dgm:prSet presAssocID="{F75108A2-9164-4E2E-93E7-782427C94193}" presName="thickLine" presStyleLbl="alignNode1" presStyleIdx="2" presStyleCnt="8"/>
      <dgm:spPr/>
    </dgm:pt>
    <dgm:pt modelId="{3B5B55EF-C94B-45B9-8974-550FD1561E28}" type="pres">
      <dgm:prSet presAssocID="{F75108A2-9164-4E2E-93E7-782427C94193}" presName="horz1" presStyleCnt="0"/>
      <dgm:spPr/>
    </dgm:pt>
    <dgm:pt modelId="{A9B301D5-7A43-4962-81E0-6F16ECFCDCA0}" type="pres">
      <dgm:prSet presAssocID="{F75108A2-9164-4E2E-93E7-782427C94193}" presName="tx1" presStyleLbl="revTx" presStyleIdx="2" presStyleCnt="8"/>
      <dgm:spPr/>
    </dgm:pt>
    <dgm:pt modelId="{947408AE-C6ED-4DB7-8C63-10DAEE1F8262}" type="pres">
      <dgm:prSet presAssocID="{F75108A2-9164-4E2E-93E7-782427C94193}" presName="vert1" presStyleCnt="0"/>
      <dgm:spPr/>
    </dgm:pt>
    <dgm:pt modelId="{D2F45CB5-10E5-4BFD-A643-83323F5131BB}" type="pres">
      <dgm:prSet presAssocID="{5DAAF0D4-8601-4CFE-B783-CE41CD8F2F7D}" presName="thickLine" presStyleLbl="alignNode1" presStyleIdx="3" presStyleCnt="8"/>
      <dgm:spPr/>
    </dgm:pt>
    <dgm:pt modelId="{F68A43BE-6F1A-4211-AF58-2C4A9627AD0F}" type="pres">
      <dgm:prSet presAssocID="{5DAAF0D4-8601-4CFE-B783-CE41CD8F2F7D}" presName="horz1" presStyleCnt="0"/>
      <dgm:spPr/>
    </dgm:pt>
    <dgm:pt modelId="{BA6E6905-4D6B-47D3-8157-2B153FD122C0}" type="pres">
      <dgm:prSet presAssocID="{5DAAF0D4-8601-4CFE-B783-CE41CD8F2F7D}" presName="tx1" presStyleLbl="revTx" presStyleIdx="3" presStyleCnt="8"/>
      <dgm:spPr/>
    </dgm:pt>
    <dgm:pt modelId="{BB5147A8-1888-4203-845E-8883EFD267E6}" type="pres">
      <dgm:prSet presAssocID="{5DAAF0D4-8601-4CFE-B783-CE41CD8F2F7D}" presName="vert1" presStyleCnt="0"/>
      <dgm:spPr/>
    </dgm:pt>
    <dgm:pt modelId="{19B3659A-BAA4-40C6-93EA-7AF1CB0BA817}" type="pres">
      <dgm:prSet presAssocID="{E250EB7E-5398-421D-A253-F9500F8E23D2}" presName="thickLine" presStyleLbl="alignNode1" presStyleIdx="4" presStyleCnt="8"/>
      <dgm:spPr/>
    </dgm:pt>
    <dgm:pt modelId="{4B13EBFA-093C-4E45-B22D-78DDAEDC5EDE}" type="pres">
      <dgm:prSet presAssocID="{E250EB7E-5398-421D-A253-F9500F8E23D2}" presName="horz1" presStyleCnt="0"/>
      <dgm:spPr/>
    </dgm:pt>
    <dgm:pt modelId="{38FA1D86-DF63-4613-BED0-787008C23500}" type="pres">
      <dgm:prSet presAssocID="{E250EB7E-5398-421D-A253-F9500F8E23D2}" presName="tx1" presStyleLbl="revTx" presStyleIdx="4" presStyleCnt="8"/>
      <dgm:spPr/>
    </dgm:pt>
    <dgm:pt modelId="{14F099F5-9861-4F2D-9E7F-8FEDA8C26C6A}" type="pres">
      <dgm:prSet presAssocID="{E250EB7E-5398-421D-A253-F9500F8E23D2}" presName="vert1" presStyleCnt="0"/>
      <dgm:spPr/>
    </dgm:pt>
    <dgm:pt modelId="{9B4BD77C-DF88-4FAF-BB71-83E4FD45D197}" type="pres">
      <dgm:prSet presAssocID="{E981DF3C-D9EB-4A8B-9655-DCA7181D463D}" presName="thickLine" presStyleLbl="alignNode1" presStyleIdx="5" presStyleCnt="8"/>
      <dgm:spPr/>
    </dgm:pt>
    <dgm:pt modelId="{17A3176A-EDE6-4171-9DB0-331084718065}" type="pres">
      <dgm:prSet presAssocID="{E981DF3C-D9EB-4A8B-9655-DCA7181D463D}" presName="horz1" presStyleCnt="0"/>
      <dgm:spPr/>
    </dgm:pt>
    <dgm:pt modelId="{8BF8E421-1058-425C-8BFC-931369A1AC02}" type="pres">
      <dgm:prSet presAssocID="{E981DF3C-D9EB-4A8B-9655-DCA7181D463D}" presName="tx1" presStyleLbl="revTx" presStyleIdx="5" presStyleCnt="8"/>
      <dgm:spPr/>
    </dgm:pt>
    <dgm:pt modelId="{8A41BC69-FE08-4646-8AFE-A5760731A9E7}" type="pres">
      <dgm:prSet presAssocID="{E981DF3C-D9EB-4A8B-9655-DCA7181D463D}" presName="vert1" presStyleCnt="0"/>
      <dgm:spPr/>
    </dgm:pt>
    <dgm:pt modelId="{06B1CC26-D46D-49A2-A602-3D9DDAD64DBF}" type="pres">
      <dgm:prSet presAssocID="{CA47A1BA-A5EE-4C43-8F48-B2D927B122FC}" presName="thickLine" presStyleLbl="alignNode1" presStyleIdx="6" presStyleCnt="8"/>
      <dgm:spPr/>
    </dgm:pt>
    <dgm:pt modelId="{A4969EC5-06D4-4F22-9B45-0389325A03F2}" type="pres">
      <dgm:prSet presAssocID="{CA47A1BA-A5EE-4C43-8F48-B2D927B122FC}" presName="horz1" presStyleCnt="0"/>
      <dgm:spPr/>
    </dgm:pt>
    <dgm:pt modelId="{803D75F2-F10F-410B-9CD3-2666651ED551}" type="pres">
      <dgm:prSet presAssocID="{CA47A1BA-A5EE-4C43-8F48-B2D927B122FC}" presName="tx1" presStyleLbl="revTx" presStyleIdx="6" presStyleCnt="8"/>
      <dgm:spPr/>
    </dgm:pt>
    <dgm:pt modelId="{7081C2C2-91EE-4C20-AC0E-23958ED07DC6}" type="pres">
      <dgm:prSet presAssocID="{CA47A1BA-A5EE-4C43-8F48-B2D927B122FC}" presName="vert1" presStyleCnt="0"/>
      <dgm:spPr/>
    </dgm:pt>
    <dgm:pt modelId="{DC2592DE-EB98-44F8-82B8-525D7051773C}" type="pres">
      <dgm:prSet presAssocID="{B115DFEC-EF10-4B49-B499-80AB8FE8310F}" presName="thickLine" presStyleLbl="alignNode1" presStyleIdx="7" presStyleCnt="8"/>
      <dgm:spPr/>
    </dgm:pt>
    <dgm:pt modelId="{5A01333D-54E9-4171-A4E0-B0E73DE0C263}" type="pres">
      <dgm:prSet presAssocID="{B115DFEC-EF10-4B49-B499-80AB8FE8310F}" presName="horz1" presStyleCnt="0"/>
      <dgm:spPr/>
    </dgm:pt>
    <dgm:pt modelId="{DFB1E702-335A-4FB1-9A0F-577ADE00E19C}" type="pres">
      <dgm:prSet presAssocID="{B115DFEC-EF10-4B49-B499-80AB8FE8310F}" presName="tx1" presStyleLbl="revTx" presStyleIdx="7" presStyleCnt="8"/>
      <dgm:spPr/>
    </dgm:pt>
    <dgm:pt modelId="{D44FC14A-68D5-4A64-B0F3-4A7DADD256E2}" type="pres">
      <dgm:prSet presAssocID="{B115DFEC-EF10-4B49-B499-80AB8FE8310F}" presName="vert1" presStyleCnt="0"/>
      <dgm:spPr/>
    </dgm:pt>
  </dgm:ptLst>
  <dgm:cxnLst>
    <dgm:cxn modelId="{87940006-AAE8-495F-82F1-B06132726155}" srcId="{9C462CED-BB19-45D8-9C8A-19A79E3CE021}" destId="{E250EB7E-5398-421D-A253-F9500F8E23D2}" srcOrd="4" destOrd="0" parTransId="{3E55AB32-745C-4B80-B4A1-7BB173260AE1}" sibTransId="{94B8F974-46E3-40F9-B999-277E57426DB1}"/>
    <dgm:cxn modelId="{3CDCEA09-C6B8-4CF4-B2F0-FB78E9CD4521}" srcId="{9C462CED-BB19-45D8-9C8A-19A79E3CE021}" destId="{0352B780-7C84-44D0-B989-24683922571F}" srcOrd="1" destOrd="0" parTransId="{E6B7879C-DEB8-4482-BF2D-72F419AB58AF}" sibTransId="{763749B9-00B5-419D-B013-720FAE0BF7A8}"/>
    <dgm:cxn modelId="{5056D535-FF4E-44D5-AB6A-F5A31A109195}" type="presOf" srcId="{F411F496-B038-4F9C-A7EF-720D0F2A9243}" destId="{F629DA96-EA61-46FA-9F76-D3631027ED2A}" srcOrd="0" destOrd="0" presId="urn:microsoft.com/office/officeart/2008/layout/LinedList"/>
    <dgm:cxn modelId="{86B8A763-76E3-481A-A03C-738938E65CC2}" srcId="{9C462CED-BB19-45D8-9C8A-19A79E3CE021}" destId="{F411F496-B038-4F9C-A7EF-720D0F2A9243}" srcOrd="0" destOrd="0" parTransId="{CB7F96C3-8BA9-474E-83A4-C535686FA712}" sibTransId="{183D0093-F182-4827-A69F-7EEFEB6533A3}"/>
    <dgm:cxn modelId="{B2B57864-64BD-4D37-9845-D0A940F4412C}" type="presOf" srcId="{F75108A2-9164-4E2E-93E7-782427C94193}" destId="{A9B301D5-7A43-4962-81E0-6F16ECFCDCA0}" srcOrd="0" destOrd="0" presId="urn:microsoft.com/office/officeart/2008/layout/LinedList"/>
    <dgm:cxn modelId="{226C3D70-8C18-40CD-B4FB-81FEBD9D620E}" srcId="{9C462CED-BB19-45D8-9C8A-19A79E3CE021}" destId="{B115DFEC-EF10-4B49-B499-80AB8FE8310F}" srcOrd="7" destOrd="0" parTransId="{2E677929-3D06-4DF5-97F3-90E502DFA4AD}" sibTransId="{81E11BF0-E061-4C98-B803-36BA3062B174}"/>
    <dgm:cxn modelId="{35D463A2-211E-425D-8931-49B24B52DD38}" type="presOf" srcId="{E981DF3C-D9EB-4A8B-9655-DCA7181D463D}" destId="{8BF8E421-1058-425C-8BFC-931369A1AC02}" srcOrd="0" destOrd="0" presId="urn:microsoft.com/office/officeart/2008/layout/LinedList"/>
    <dgm:cxn modelId="{399789A6-00EB-4FD2-9DF6-D3EBBEF28745}" srcId="{9C462CED-BB19-45D8-9C8A-19A79E3CE021}" destId="{5DAAF0D4-8601-4CFE-B783-CE41CD8F2F7D}" srcOrd="3" destOrd="0" parTransId="{99824CDF-8253-4C1F-A976-FD334E80D71B}" sibTransId="{4FF0832F-97A9-4AFB-AD59-D7752B3AB19E}"/>
    <dgm:cxn modelId="{930EEDB8-C64D-4857-8EC1-DDF714C50BB7}" srcId="{9C462CED-BB19-45D8-9C8A-19A79E3CE021}" destId="{E981DF3C-D9EB-4A8B-9655-DCA7181D463D}" srcOrd="5" destOrd="0" parTransId="{477A2F59-952A-4EC0-BD0C-9B34943CA59A}" sibTransId="{84EF7D7A-C643-4179-A211-3789AA234069}"/>
    <dgm:cxn modelId="{8C216EC2-9C3B-4302-A90F-8865B67531D1}" type="presOf" srcId="{0352B780-7C84-44D0-B989-24683922571F}" destId="{2F1124B4-9941-4E05-9CC8-5957ECE502E1}" srcOrd="0" destOrd="0" presId="urn:microsoft.com/office/officeart/2008/layout/LinedList"/>
    <dgm:cxn modelId="{EC3F86CD-8360-4890-AF43-B82D34CB83B3}" type="presOf" srcId="{E250EB7E-5398-421D-A253-F9500F8E23D2}" destId="{38FA1D86-DF63-4613-BED0-787008C23500}" srcOrd="0" destOrd="0" presId="urn:microsoft.com/office/officeart/2008/layout/LinedList"/>
    <dgm:cxn modelId="{78C66BCE-68F7-4F98-8265-9DE7DA7BF8C7}" type="presOf" srcId="{CA47A1BA-A5EE-4C43-8F48-B2D927B122FC}" destId="{803D75F2-F10F-410B-9CD3-2666651ED551}" srcOrd="0" destOrd="0" presId="urn:microsoft.com/office/officeart/2008/layout/LinedList"/>
    <dgm:cxn modelId="{C2E61ECF-B910-445F-9054-17863846FA8D}" type="presOf" srcId="{B115DFEC-EF10-4B49-B499-80AB8FE8310F}" destId="{DFB1E702-335A-4FB1-9A0F-577ADE00E19C}" srcOrd="0" destOrd="0" presId="urn:microsoft.com/office/officeart/2008/layout/LinedList"/>
    <dgm:cxn modelId="{F45012DE-B29E-4B6A-92D9-37924F52F39E}" type="presOf" srcId="{5DAAF0D4-8601-4CFE-B783-CE41CD8F2F7D}" destId="{BA6E6905-4D6B-47D3-8157-2B153FD122C0}" srcOrd="0" destOrd="0" presId="urn:microsoft.com/office/officeart/2008/layout/LinedList"/>
    <dgm:cxn modelId="{71812BDE-259F-43FE-A994-6E9939D53A1C}" type="presOf" srcId="{9C462CED-BB19-45D8-9C8A-19A79E3CE021}" destId="{76A5F029-F5CC-462B-ADB0-97ED84348506}" srcOrd="0" destOrd="0" presId="urn:microsoft.com/office/officeart/2008/layout/LinedList"/>
    <dgm:cxn modelId="{F5D893E0-686A-4316-AF76-F5EBD35C0303}" srcId="{9C462CED-BB19-45D8-9C8A-19A79E3CE021}" destId="{F75108A2-9164-4E2E-93E7-782427C94193}" srcOrd="2" destOrd="0" parTransId="{F98D1FBE-CE5A-4F6F-A22B-8C427B39AAB7}" sibTransId="{16C69572-A33E-4A54-B47E-39C80667ECF6}"/>
    <dgm:cxn modelId="{1E690FEA-6B85-4759-8BA1-6D4F60810713}" srcId="{9C462CED-BB19-45D8-9C8A-19A79E3CE021}" destId="{CA47A1BA-A5EE-4C43-8F48-B2D927B122FC}" srcOrd="6" destOrd="0" parTransId="{67074640-135B-4E0E-9BC7-9D06189E8C07}" sibTransId="{2EFDE90A-4338-496A-9FFC-10A8B241DC9A}"/>
    <dgm:cxn modelId="{F79FD677-0BFC-474D-BE0B-64D0CDD8436B}" type="presParOf" srcId="{76A5F029-F5CC-462B-ADB0-97ED84348506}" destId="{BF02F5A6-F182-4D3B-9ADC-83978737E223}" srcOrd="0" destOrd="0" presId="urn:microsoft.com/office/officeart/2008/layout/LinedList"/>
    <dgm:cxn modelId="{EB65767D-FC8D-4E79-95E8-D5CEA093A11F}" type="presParOf" srcId="{76A5F029-F5CC-462B-ADB0-97ED84348506}" destId="{0E83998C-8CBC-4D8F-945B-CA2E63865460}" srcOrd="1" destOrd="0" presId="urn:microsoft.com/office/officeart/2008/layout/LinedList"/>
    <dgm:cxn modelId="{9C2E3388-CF1E-4A23-9F50-780EB2E631BF}" type="presParOf" srcId="{0E83998C-8CBC-4D8F-945B-CA2E63865460}" destId="{F629DA96-EA61-46FA-9F76-D3631027ED2A}" srcOrd="0" destOrd="0" presId="urn:microsoft.com/office/officeart/2008/layout/LinedList"/>
    <dgm:cxn modelId="{328CD884-6C94-433A-B358-0E65AEFD201A}" type="presParOf" srcId="{0E83998C-8CBC-4D8F-945B-CA2E63865460}" destId="{78C954FF-9551-4B11-B0C7-53C04FB3B2B0}" srcOrd="1" destOrd="0" presId="urn:microsoft.com/office/officeart/2008/layout/LinedList"/>
    <dgm:cxn modelId="{7A197E83-B451-41D1-84B2-28B2C35819C3}" type="presParOf" srcId="{76A5F029-F5CC-462B-ADB0-97ED84348506}" destId="{4056DF3A-6A89-417E-87A4-C40A5C38EAD4}" srcOrd="2" destOrd="0" presId="urn:microsoft.com/office/officeart/2008/layout/LinedList"/>
    <dgm:cxn modelId="{CCC0C2F7-A880-4A2E-86E4-2002782366DA}" type="presParOf" srcId="{76A5F029-F5CC-462B-ADB0-97ED84348506}" destId="{E3690878-782F-41F4-8545-06DC234341F0}" srcOrd="3" destOrd="0" presId="urn:microsoft.com/office/officeart/2008/layout/LinedList"/>
    <dgm:cxn modelId="{19DB27FA-B67A-4E7E-8C41-96FDE8FB6054}" type="presParOf" srcId="{E3690878-782F-41F4-8545-06DC234341F0}" destId="{2F1124B4-9941-4E05-9CC8-5957ECE502E1}" srcOrd="0" destOrd="0" presId="urn:microsoft.com/office/officeart/2008/layout/LinedList"/>
    <dgm:cxn modelId="{3AA9712A-FEC8-4E73-A360-D4C42F8EEB5A}" type="presParOf" srcId="{E3690878-782F-41F4-8545-06DC234341F0}" destId="{15867A22-8802-4506-98D5-26351BB457C5}" srcOrd="1" destOrd="0" presId="urn:microsoft.com/office/officeart/2008/layout/LinedList"/>
    <dgm:cxn modelId="{CD1C73E2-82C9-42B0-B548-761C7AC4C9CA}" type="presParOf" srcId="{76A5F029-F5CC-462B-ADB0-97ED84348506}" destId="{D48069B3-1CBF-450B-87CF-C2F641643270}" srcOrd="4" destOrd="0" presId="urn:microsoft.com/office/officeart/2008/layout/LinedList"/>
    <dgm:cxn modelId="{A628BB2C-2995-487D-BD8A-BB43DEBBD773}" type="presParOf" srcId="{76A5F029-F5CC-462B-ADB0-97ED84348506}" destId="{3B5B55EF-C94B-45B9-8974-550FD1561E28}" srcOrd="5" destOrd="0" presId="urn:microsoft.com/office/officeart/2008/layout/LinedList"/>
    <dgm:cxn modelId="{86B47098-EA60-498B-A614-F482B264F601}" type="presParOf" srcId="{3B5B55EF-C94B-45B9-8974-550FD1561E28}" destId="{A9B301D5-7A43-4962-81E0-6F16ECFCDCA0}" srcOrd="0" destOrd="0" presId="urn:microsoft.com/office/officeart/2008/layout/LinedList"/>
    <dgm:cxn modelId="{DA9C6B21-74AE-4AC3-8BEA-7445092D8BBA}" type="presParOf" srcId="{3B5B55EF-C94B-45B9-8974-550FD1561E28}" destId="{947408AE-C6ED-4DB7-8C63-10DAEE1F8262}" srcOrd="1" destOrd="0" presId="urn:microsoft.com/office/officeart/2008/layout/LinedList"/>
    <dgm:cxn modelId="{61C2D816-3780-4D9C-8320-3C04482490B9}" type="presParOf" srcId="{76A5F029-F5CC-462B-ADB0-97ED84348506}" destId="{D2F45CB5-10E5-4BFD-A643-83323F5131BB}" srcOrd="6" destOrd="0" presId="urn:microsoft.com/office/officeart/2008/layout/LinedList"/>
    <dgm:cxn modelId="{F61EA6C1-2EB0-442D-9440-5C65743D1CCA}" type="presParOf" srcId="{76A5F029-F5CC-462B-ADB0-97ED84348506}" destId="{F68A43BE-6F1A-4211-AF58-2C4A9627AD0F}" srcOrd="7" destOrd="0" presId="urn:microsoft.com/office/officeart/2008/layout/LinedList"/>
    <dgm:cxn modelId="{AF895AC1-57A6-4501-9C95-FFDE3B8A39F5}" type="presParOf" srcId="{F68A43BE-6F1A-4211-AF58-2C4A9627AD0F}" destId="{BA6E6905-4D6B-47D3-8157-2B153FD122C0}" srcOrd="0" destOrd="0" presId="urn:microsoft.com/office/officeart/2008/layout/LinedList"/>
    <dgm:cxn modelId="{4E17AF2B-BB05-46ED-AF0E-9ACE3D069BFE}" type="presParOf" srcId="{F68A43BE-6F1A-4211-AF58-2C4A9627AD0F}" destId="{BB5147A8-1888-4203-845E-8883EFD267E6}" srcOrd="1" destOrd="0" presId="urn:microsoft.com/office/officeart/2008/layout/LinedList"/>
    <dgm:cxn modelId="{0A88C6AF-A226-4DE8-B326-E0D99306CC08}" type="presParOf" srcId="{76A5F029-F5CC-462B-ADB0-97ED84348506}" destId="{19B3659A-BAA4-40C6-93EA-7AF1CB0BA817}" srcOrd="8" destOrd="0" presId="urn:microsoft.com/office/officeart/2008/layout/LinedList"/>
    <dgm:cxn modelId="{D587DE83-C505-474A-AB00-78D20DCB3F1E}" type="presParOf" srcId="{76A5F029-F5CC-462B-ADB0-97ED84348506}" destId="{4B13EBFA-093C-4E45-B22D-78DDAEDC5EDE}" srcOrd="9" destOrd="0" presId="urn:microsoft.com/office/officeart/2008/layout/LinedList"/>
    <dgm:cxn modelId="{BF0E9225-2DE2-4D30-AE20-805FBC6D1C96}" type="presParOf" srcId="{4B13EBFA-093C-4E45-B22D-78DDAEDC5EDE}" destId="{38FA1D86-DF63-4613-BED0-787008C23500}" srcOrd="0" destOrd="0" presId="urn:microsoft.com/office/officeart/2008/layout/LinedList"/>
    <dgm:cxn modelId="{60F3D8FE-0D97-47F9-B560-FADF7F9A36D9}" type="presParOf" srcId="{4B13EBFA-093C-4E45-B22D-78DDAEDC5EDE}" destId="{14F099F5-9861-4F2D-9E7F-8FEDA8C26C6A}" srcOrd="1" destOrd="0" presId="urn:microsoft.com/office/officeart/2008/layout/LinedList"/>
    <dgm:cxn modelId="{DA058FA8-00B7-4CDE-90B2-BD7339CFD8B3}" type="presParOf" srcId="{76A5F029-F5CC-462B-ADB0-97ED84348506}" destId="{9B4BD77C-DF88-4FAF-BB71-83E4FD45D197}" srcOrd="10" destOrd="0" presId="urn:microsoft.com/office/officeart/2008/layout/LinedList"/>
    <dgm:cxn modelId="{E80E1A7F-2352-4733-A0D2-0CB44D6E3C07}" type="presParOf" srcId="{76A5F029-F5CC-462B-ADB0-97ED84348506}" destId="{17A3176A-EDE6-4171-9DB0-331084718065}" srcOrd="11" destOrd="0" presId="urn:microsoft.com/office/officeart/2008/layout/LinedList"/>
    <dgm:cxn modelId="{C33DE6A4-253D-4D3B-B67A-335B1C656C2D}" type="presParOf" srcId="{17A3176A-EDE6-4171-9DB0-331084718065}" destId="{8BF8E421-1058-425C-8BFC-931369A1AC02}" srcOrd="0" destOrd="0" presId="urn:microsoft.com/office/officeart/2008/layout/LinedList"/>
    <dgm:cxn modelId="{E1C9DB3C-D379-46C5-A391-09BD2177A681}" type="presParOf" srcId="{17A3176A-EDE6-4171-9DB0-331084718065}" destId="{8A41BC69-FE08-4646-8AFE-A5760731A9E7}" srcOrd="1" destOrd="0" presId="urn:microsoft.com/office/officeart/2008/layout/LinedList"/>
    <dgm:cxn modelId="{E0A49A33-450B-4923-B0FB-3BDB9D97BABA}" type="presParOf" srcId="{76A5F029-F5CC-462B-ADB0-97ED84348506}" destId="{06B1CC26-D46D-49A2-A602-3D9DDAD64DBF}" srcOrd="12" destOrd="0" presId="urn:microsoft.com/office/officeart/2008/layout/LinedList"/>
    <dgm:cxn modelId="{0CA6246A-621D-4904-AEF4-4EC73A71EB59}" type="presParOf" srcId="{76A5F029-F5CC-462B-ADB0-97ED84348506}" destId="{A4969EC5-06D4-4F22-9B45-0389325A03F2}" srcOrd="13" destOrd="0" presId="urn:microsoft.com/office/officeart/2008/layout/LinedList"/>
    <dgm:cxn modelId="{43DFA110-7534-4874-B3F6-2F99FB401A4D}" type="presParOf" srcId="{A4969EC5-06D4-4F22-9B45-0389325A03F2}" destId="{803D75F2-F10F-410B-9CD3-2666651ED551}" srcOrd="0" destOrd="0" presId="urn:microsoft.com/office/officeart/2008/layout/LinedList"/>
    <dgm:cxn modelId="{23DAA786-EBE9-4FEA-B0AD-D564FD47D137}" type="presParOf" srcId="{A4969EC5-06D4-4F22-9B45-0389325A03F2}" destId="{7081C2C2-91EE-4C20-AC0E-23958ED07DC6}" srcOrd="1" destOrd="0" presId="urn:microsoft.com/office/officeart/2008/layout/LinedList"/>
    <dgm:cxn modelId="{C87970D1-4E2A-4400-84A0-1D8DF94EB251}" type="presParOf" srcId="{76A5F029-F5CC-462B-ADB0-97ED84348506}" destId="{DC2592DE-EB98-44F8-82B8-525D7051773C}" srcOrd="14" destOrd="0" presId="urn:microsoft.com/office/officeart/2008/layout/LinedList"/>
    <dgm:cxn modelId="{88AE8304-C455-49E6-A3D3-A5E195604341}" type="presParOf" srcId="{76A5F029-F5CC-462B-ADB0-97ED84348506}" destId="{5A01333D-54E9-4171-A4E0-B0E73DE0C263}" srcOrd="15" destOrd="0" presId="urn:microsoft.com/office/officeart/2008/layout/LinedList"/>
    <dgm:cxn modelId="{C177778E-37CB-4858-80E6-FD1DF1EF0D5D}" type="presParOf" srcId="{5A01333D-54E9-4171-A4E0-B0E73DE0C263}" destId="{DFB1E702-335A-4FB1-9A0F-577ADE00E19C}" srcOrd="0" destOrd="0" presId="urn:microsoft.com/office/officeart/2008/layout/LinedList"/>
    <dgm:cxn modelId="{97D2B540-9822-4189-A797-C033299BFB36}" type="presParOf" srcId="{5A01333D-54E9-4171-A4E0-B0E73DE0C263}" destId="{D44FC14A-68D5-4A64-B0F3-4A7DADD256E2}"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42ACD4B-B5F2-4A39-9E88-22FFCEA7A307}"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DDBE9589-3FE4-48C1-A0EE-CCD6A4949816}">
      <dgm:prSet/>
      <dgm:spPr/>
      <dgm:t>
        <a:bodyPr/>
        <a:lstStyle/>
        <a:p>
          <a:r>
            <a:rPr lang="en-US" dirty="0"/>
            <a:t>Ensure post-natal care for 0 and 3rd day at the health facility both for the mother and newborn and sending direction to the ANM of the concerned area for ensuring 7th and 42nd day post-natal home visits. </a:t>
          </a:r>
        </a:p>
      </dgm:t>
    </dgm:pt>
    <dgm:pt modelId="{5626BA34-BF4B-4F8A-962D-E38075386465}" type="parTrans" cxnId="{4900DDCE-95B4-427F-B385-1A6CE3C1F064}">
      <dgm:prSet/>
      <dgm:spPr/>
      <dgm:t>
        <a:bodyPr/>
        <a:lstStyle/>
        <a:p>
          <a:endParaRPr lang="en-US"/>
        </a:p>
      </dgm:t>
    </dgm:pt>
    <dgm:pt modelId="{9DBE6405-11E3-4449-9D6C-DBB5E153C769}" type="sibTrans" cxnId="{4900DDCE-95B4-427F-B385-1A6CE3C1F064}">
      <dgm:prSet/>
      <dgm:spPr/>
      <dgm:t>
        <a:bodyPr/>
        <a:lstStyle/>
        <a:p>
          <a:endParaRPr lang="en-US"/>
        </a:p>
      </dgm:t>
    </dgm:pt>
    <dgm:pt modelId="{0FF757B9-04D0-4D45-8969-1ACA3CFEC2E7}">
      <dgm:prSet/>
      <dgm:spPr/>
      <dgm:t>
        <a:bodyPr/>
        <a:lstStyle/>
        <a:p>
          <a:r>
            <a:rPr lang="en-US"/>
            <a:t>Initiation of early breast feeding within one hour of birth;</a:t>
          </a:r>
        </a:p>
      </dgm:t>
    </dgm:pt>
    <dgm:pt modelId="{C915742A-0A3F-4536-842E-BE84AE86ED24}" type="parTrans" cxnId="{88C6929F-E202-4D40-A5FB-3040E4578F7C}">
      <dgm:prSet/>
      <dgm:spPr/>
      <dgm:t>
        <a:bodyPr/>
        <a:lstStyle/>
        <a:p>
          <a:endParaRPr lang="en-US"/>
        </a:p>
      </dgm:t>
    </dgm:pt>
    <dgm:pt modelId="{68672A3A-D7BA-48BE-A230-8F8CE53D3606}" type="sibTrans" cxnId="{88C6929F-E202-4D40-A5FB-3040E4578F7C}">
      <dgm:prSet/>
      <dgm:spPr/>
      <dgm:t>
        <a:bodyPr/>
        <a:lstStyle/>
        <a:p>
          <a:endParaRPr lang="en-US"/>
        </a:p>
      </dgm:t>
    </dgm:pt>
    <dgm:pt modelId="{577F87D9-51FF-4FD6-9179-135468BC37B6}">
      <dgm:prSet/>
      <dgm:spPr/>
      <dgm:t>
        <a:bodyPr/>
        <a:lstStyle/>
        <a:p>
          <a:r>
            <a:rPr lang="en-US" dirty="0"/>
            <a:t>Counselling on nutrition, hygiene, contraception, essential new born care (As per guidelines of GOI on essential new-born care) and immunization;</a:t>
          </a:r>
        </a:p>
      </dgm:t>
    </dgm:pt>
    <dgm:pt modelId="{32D32428-4F50-4BDE-A09C-EACC444B6408}" type="parTrans" cxnId="{884EF894-8594-4379-ACFB-0D205323FD0A}">
      <dgm:prSet/>
      <dgm:spPr/>
      <dgm:t>
        <a:bodyPr/>
        <a:lstStyle/>
        <a:p>
          <a:endParaRPr lang="en-US"/>
        </a:p>
      </dgm:t>
    </dgm:pt>
    <dgm:pt modelId="{DF7BF4FA-24E6-4AAE-886C-216CF1CAF24C}" type="sibTrans" cxnId="{884EF894-8594-4379-ACFB-0D205323FD0A}">
      <dgm:prSet/>
      <dgm:spPr/>
      <dgm:t>
        <a:bodyPr/>
        <a:lstStyle/>
        <a:p>
          <a:endParaRPr lang="en-US"/>
        </a:p>
      </dgm:t>
    </dgm:pt>
    <dgm:pt modelId="{AE5896C8-2F3A-4BBA-9C8D-22FA3AAC55A8}">
      <dgm:prSet/>
      <dgm:spPr/>
      <dgm:t>
        <a:bodyPr/>
        <a:lstStyle/>
        <a:p>
          <a:r>
            <a:rPr lang="en-US"/>
            <a:t>Provision of facilities under Janani Suraksha Yojana (JSY)</a:t>
          </a:r>
        </a:p>
      </dgm:t>
    </dgm:pt>
    <dgm:pt modelId="{6C4FD5E7-4E30-475D-B7F5-6D4C8CF5C31B}" type="parTrans" cxnId="{6FF0FA43-49C2-4C05-9695-D999DCEE9CCB}">
      <dgm:prSet/>
      <dgm:spPr/>
      <dgm:t>
        <a:bodyPr/>
        <a:lstStyle/>
        <a:p>
          <a:endParaRPr lang="en-US"/>
        </a:p>
      </dgm:t>
    </dgm:pt>
    <dgm:pt modelId="{0D07C294-0228-4B87-B02C-F518233AF3EC}" type="sibTrans" cxnId="{6FF0FA43-49C2-4C05-9695-D999DCEE9CCB}">
      <dgm:prSet/>
      <dgm:spPr/>
      <dgm:t>
        <a:bodyPr/>
        <a:lstStyle/>
        <a:p>
          <a:endParaRPr lang="en-US"/>
        </a:p>
      </dgm:t>
    </dgm:pt>
    <dgm:pt modelId="{8E29C4CC-76F6-481F-8ACF-8A51B4A28073}">
      <dgm:prSet/>
      <dgm:spPr/>
      <dgm:t>
        <a:bodyPr/>
        <a:lstStyle/>
        <a:p>
          <a:r>
            <a:rPr lang="en-US"/>
            <a:t>Tracking of missed and left out PNC.</a:t>
          </a:r>
        </a:p>
      </dgm:t>
    </dgm:pt>
    <dgm:pt modelId="{1A2C7EB5-85A1-4A0B-B28E-F8342447A7EE}" type="parTrans" cxnId="{C78787E6-E887-4F00-AC1D-3A4E7E97C297}">
      <dgm:prSet/>
      <dgm:spPr/>
      <dgm:t>
        <a:bodyPr/>
        <a:lstStyle/>
        <a:p>
          <a:endParaRPr lang="en-US"/>
        </a:p>
      </dgm:t>
    </dgm:pt>
    <dgm:pt modelId="{BF18A8B4-5550-4395-9EA8-A7F48A5D85CF}" type="sibTrans" cxnId="{C78787E6-E887-4F00-AC1D-3A4E7E97C297}">
      <dgm:prSet/>
      <dgm:spPr/>
      <dgm:t>
        <a:bodyPr/>
        <a:lstStyle/>
        <a:p>
          <a:endParaRPr lang="en-US"/>
        </a:p>
      </dgm:t>
    </dgm:pt>
    <dgm:pt modelId="{FDEE31D6-62A0-4D38-B9AF-9C768B4C135B}">
      <dgm:prSet/>
      <dgm:spPr/>
      <dgm:t>
        <a:bodyPr/>
        <a:lstStyle/>
        <a:p>
          <a:r>
            <a:rPr lang="en-US"/>
            <a:t>3 additional visits for a low birth weight baby (less than 2500 gm) on 14th day, 21st day and on 28th day;</a:t>
          </a:r>
        </a:p>
      </dgm:t>
    </dgm:pt>
    <dgm:pt modelId="{19F308C9-F587-42E8-ACAE-87C3762B38BA}" type="parTrans" cxnId="{171A6439-B81D-4159-89B0-3F079EF88D6C}">
      <dgm:prSet/>
      <dgm:spPr/>
      <dgm:t>
        <a:bodyPr/>
        <a:lstStyle/>
        <a:p>
          <a:endParaRPr lang="en-US"/>
        </a:p>
      </dgm:t>
    </dgm:pt>
    <dgm:pt modelId="{A55A67E3-5D1E-41CB-9947-8EE0C33FFA06}" type="sibTrans" cxnId="{171A6439-B81D-4159-89B0-3F079EF88D6C}">
      <dgm:prSet/>
      <dgm:spPr/>
      <dgm:t>
        <a:bodyPr/>
        <a:lstStyle/>
        <a:p>
          <a:endParaRPr lang="en-US"/>
        </a:p>
      </dgm:t>
    </dgm:pt>
    <dgm:pt modelId="{B4DCBF22-7FD8-4CC6-851D-37754AAA8F2F}" type="pres">
      <dgm:prSet presAssocID="{E42ACD4B-B5F2-4A39-9E88-22FFCEA7A307}" presName="vert0" presStyleCnt="0">
        <dgm:presLayoutVars>
          <dgm:dir/>
          <dgm:animOne val="branch"/>
          <dgm:animLvl val="lvl"/>
        </dgm:presLayoutVars>
      </dgm:prSet>
      <dgm:spPr/>
    </dgm:pt>
    <dgm:pt modelId="{B34C25B2-EEFB-47E8-A5C5-71EDC5D3EAB5}" type="pres">
      <dgm:prSet presAssocID="{DDBE9589-3FE4-48C1-A0EE-CCD6A4949816}" presName="thickLine" presStyleLbl="alignNode1" presStyleIdx="0" presStyleCnt="6"/>
      <dgm:spPr/>
    </dgm:pt>
    <dgm:pt modelId="{E5495E05-A19D-4C67-89CB-C5AD8A33C651}" type="pres">
      <dgm:prSet presAssocID="{DDBE9589-3FE4-48C1-A0EE-CCD6A4949816}" presName="horz1" presStyleCnt="0"/>
      <dgm:spPr/>
    </dgm:pt>
    <dgm:pt modelId="{39D408D8-ACC9-4288-8C38-18EF1D8BF027}" type="pres">
      <dgm:prSet presAssocID="{DDBE9589-3FE4-48C1-A0EE-CCD6A4949816}" presName="tx1" presStyleLbl="revTx" presStyleIdx="0" presStyleCnt="6"/>
      <dgm:spPr/>
    </dgm:pt>
    <dgm:pt modelId="{13F63766-0387-46D7-AF01-D2E4757986B4}" type="pres">
      <dgm:prSet presAssocID="{DDBE9589-3FE4-48C1-A0EE-CCD6A4949816}" presName="vert1" presStyleCnt="0"/>
      <dgm:spPr/>
    </dgm:pt>
    <dgm:pt modelId="{97707750-D9E8-4794-B8E3-21D2AF69D39E}" type="pres">
      <dgm:prSet presAssocID="{FDEE31D6-62A0-4D38-B9AF-9C768B4C135B}" presName="thickLine" presStyleLbl="alignNode1" presStyleIdx="1" presStyleCnt="6"/>
      <dgm:spPr/>
    </dgm:pt>
    <dgm:pt modelId="{2A1F47E7-CAC8-4334-BB84-5CD31138F60A}" type="pres">
      <dgm:prSet presAssocID="{FDEE31D6-62A0-4D38-B9AF-9C768B4C135B}" presName="horz1" presStyleCnt="0"/>
      <dgm:spPr/>
    </dgm:pt>
    <dgm:pt modelId="{FFEFD3D7-64FC-42D3-A01B-85F2B4F39AA2}" type="pres">
      <dgm:prSet presAssocID="{FDEE31D6-62A0-4D38-B9AF-9C768B4C135B}" presName="tx1" presStyleLbl="revTx" presStyleIdx="1" presStyleCnt="6"/>
      <dgm:spPr/>
    </dgm:pt>
    <dgm:pt modelId="{651E65A2-0EEF-40FA-A685-2DAA0FAE88EC}" type="pres">
      <dgm:prSet presAssocID="{FDEE31D6-62A0-4D38-B9AF-9C768B4C135B}" presName="vert1" presStyleCnt="0"/>
      <dgm:spPr/>
    </dgm:pt>
    <dgm:pt modelId="{24E50EE2-8106-4877-8FED-1F998716E7F5}" type="pres">
      <dgm:prSet presAssocID="{0FF757B9-04D0-4D45-8969-1ACA3CFEC2E7}" presName="thickLine" presStyleLbl="alignNode1" presStyleIdx="2" presStyleCnt="6"/>
      <dgm:spPr/>
    </dgm:pt>
    <dgm:pt modelId="{FFA4C949-1678-44E6-B824-9D760EA8C407}" type="pres">
      <dgm:prSet presAssocID="{0FF757B9-04D0-4D45-8969-1ACA3CFEC2E7}" presName="horz1" presStyleCnt="0"/>
      <dgm:spPr/>
    </dgm:pt>
    <dgm:pt modelId="{8F9CA3DA-8D66-42ED-A055-B66DBEF7CF19}" type="pres">
      <dgm:prSet presAssocID="{0FF757B9-04D0-4D45-8969-1ACA3CFEC2E7}" presName="tx1" presStyleLbl="revTx" presStyleIdx="2" presStyleCnt="6"/>
      <dgm:spPr/>
    </dgm:pt>
    <dgm:pt modelId="{C0A9AA42-3D1F-42F5-BB44-4DB1EDE15067}" type="pres">
      <dgm:prSet presAssocID="{0FF757B9-04D0-4D45-8969-1ACA3CFEC2E7}" presName="vert1" presStyleCnt="0"/>
      <dgm:spPr/>
    </dgm:pt>
    <dgm:pt modelId="{6020A94A-7800-4E7F-A758-CFD3A1349A51}" type="pres">
      <dgm:prSet presAssocID="{577F87D9-51FF-4FD6-9179-135468BC37B6}" presName="thickLine" presStyleLbl="alignNode1" presStyleIdx="3" presStyleCnt="6"/>
      <dgm:spPr/>
    </dgm:pt>
    <dgm:pt modelId="{885A3187-2522-4948-A7F3-C3E16F04D0A9}" type="pres">
      <dgm:prSet presAssocID="{577F87D9-51FF-4FD6-9179-135468BC37B6}" presName="horz1" presStyleCnt="0"/>
      <dgm:spPr/>
    </dgm:pt>
    <dgm:pt modelId="{F0B197C7-F640-42A9-B7C8-6F9A9179A5EE}" type="pres">
      <dgm:prSet presAssocID="{577F87D9-51FF-4FD6-9179-135468BC37B6}" presName="tx1" presStyleLbl="revTx" presStyleIdx="3" presStyleCnt="6"/>
      <dgm:spPr/>
    </dgm:pt>
    <dgm:pt modelId="{F1A687F3-61C4-48BE-9B02-5EE265FFDC73}" type="pres">
      <dgm:prSet presAssocID="{577F87D9-51FF-4FD6-9179-135468BC37B6}" presName="vert1" presStyleCnt="0"/>
      <dgm:spPr/>
    </dgm:pt>
    <dgm:pt modelId="{213A601E-D123-40BD-A81D-6942404E0D98}" type="pres">
      <dgm:prSet presAssocID="{AE5896C8-2F3A-4BBA-9C8D-22FA3AAC55A8}" presName="thickLine" presStyleLbl="alignNode1" presStyleIdx="4" presStyleCnt="6"/>
      <dgm:spPr/>
    </dgm:pt>
    <dgm:pt modelId="{7CD4679D-FEA8-4BDF-B872-8FEB016808DD}" type="pres">
      <dgm:prSet presAssocID="{AE5896C8-2F3A-4BBA-9C8D-22FA3AAC55A8}" presName="horz1" presStyleCnt="0"/>
      <dgm:spPr/>
    </dgm:pt>
    <dgm:pt modelId="{5C541A2B-5036-4F10-A104-6907937DBCE6}" type="pres">
      <dgm:prSet presAssocID="{AE5896C8-2F3A-4BBA-9C8D-22FA3AAC55A8}" presName="tx1" presStyleLbl="revTx" presStyleIdx="4" presStyleCnt="6"/>
      <dgm:spPr/>
    </dgm:pt>
    <dgm:pt modelId="{A2DBE9F0-3AAC-46C7-BCAB-B56D178D7BF2}" type="pres">
      <dgm:prSet presAssocID="{AE5896C8-2F3A-4BBA-9C8D-22FA3AAC55A8}" presName="vert1" presStyleCnt="0"/>
      <dgm:spPr/>
    </dgm:pt>
    <dgm:pt modelId="{AC4F2919-4BB6-415A-8FEA-B143883DC5A8}" type="pres">
      <dgm:prSet presAssocID="{8E29C4CC-76F6-481F-8ACF-8A51B4A28073}" presName="thickLine" presStyleLbl="alignNode1" presStyleIdx="5" presStyleCnt="6"/>
      <dgm:spPr/>
    </dgm:pt>
    <dgm:pt modelId="{A05E5D2F-ABD7-421D-AD88-24B2E5AAD7B6}" type="pres">
      <dgm:prSet presAssocID="{8E29C4CC-76F6-481F-8ACF-8A51B4A28073}" presName="horz1" presStyleCnt="0"/>
      <dgm:spPr/>
    </dgm:pt>
    <dgm:pt modelId="{B3379E8B-1511-4446-8EAA-4F8451EC492B}" type="pres">
      <dgm:prSet presAssocID="{8E29C4CC-76F6-481F-8ACF-8A51B4A28073}" presName="tx1" presStyleLbl="revTx" presStyleIdx="5" presStyleCnt="6"/>
      <dgm:spPr/>
    </dgm:pt>
    <dgm:pt modelId="{431BD289-F678-41C9-9C8C-1EEF512C114B}" type="pres">
      <dgm:prSet presAssocID="{8E29C4CC-76F6-481F-8ACF-8A51B4A28073}" presName="vert1" presStyleCnt="0"/>
      <dgm:spPr/>
    </dgm:pt>
  </dgm:ptLst>
  <dgm:cxnLst>
    <dgm:cxn modelId="{7858A106-64EA-4912-87F9-5696C8AAD09C}" type="presOf" srcId="{DDBE9589-3FE4-48C1-A0EE-CCD6A4949816}" destId="{39D408D8-ACC9-4288-8C38-18EF1D8BF027}" srcOrd="0" destOrd="0" presId="urn:microsoft.com/office/officeart/2008/layout/LinedList"/>
    <dgm:cxn modelId="{49363F27-6338-40AE-AB8F-2D96526490A2}" type="presOf" srcId="{AE5896C8-2F3A-4BBA-9C8D-22FA3AAC55A8}" destId="{5C541A2B-5036-4F10-A104-6907937DBCE6}" srcOrd="0" destOrd="0" presId="urn:microsoft.com/office/officeart/2008/layout/LinedList"/>
    <dgm:cxn modelId="{171A6439-B81D-4159-89B0-3F079EF88D6C}" srcId="{E42ACD4B-B5F2-4A39-9E88-22FFCEA7A307}" destId="{FDEE31D6-62A0-4D38-B9AF-9C768B4C135B}" srcOrd="1" destOrd="0" parTransId="{19F308C9-F587-42E8-ACAE-87C3762B38BA}" sibTransId="{A55A67E3-5D1E-41CB-9947-8EE0C33FFA06}"/>
    <dgm:cxn modelId="{6FF0FA43-49C2-4C05-9695-D999DCEE9CCB}" srcId="{E42ACD4B-B5F2-4A39-9E88-22FFCEA7A307}" destId="{AE5896C8-2F3A-4BBA-9C8D-22FA3AAC55A8}" srcOrd="4" destOrd="0" parTransId="{6C4FD5E7-4E30-475D-B7F5-6D4C8CF5C31B}" sibTransId="{0D07C294-0228-4B87-B02C-F518233AF3EC}"/>
    <dgm:cxn modelId="{AD8BEF58-629C-4122-A9A7-CEF97A90718E}" type="presOf" srcId="{577F87D9-51FF-4FD6-9179-135468BC37B6}" destId="{F0B197C7-F640-42A9-B7C8-6F9A9179A5EE}" srcOrd="0" destOrd="0" presId="urn:microsoft.com/office/officeart/2008/layout/LinedList"/>
    <dgm:cxn modelId="{CA6E3A80-B118-4078-9767-112310DFFB1C}" type="presOf" srcId="{8E29C4CC-76F6-481F-8ACF-8A51B4A28073}" destId="{B3379E8B-1511-4446-8EAA-4F8451EC492B}" srcOrd="0" destOrd="0" presId="urn:microsoft.com/office/officeart/2008/layout/LinedList"/>
    <dgm:cxn modelId="{884EF894-8594-4379-ACFB-0D205323FD0A}" srcId="{E42ACD4B-B5F2-4A39-9E88-22FFCEA7A307}" destId="{577F87D9-51FF-4FD6-9179-135468BC37B6}" srcOrd="3" destOrd="0" parTransId="{32D32428-4F50-4BDE-A09C-EACC444B6408}" sibTransId="{DF7BF4FA-24E6-4AAE-886C-216CF1CAF24C}"/>
    <dgm:cxn modelId="{E8535E99-081D-442C-A31C-CD3C214582FC}" type="presOf" srcId="{0FF757B9-04D0-4D45-8969-1ACA3CFEC2E7}" destId="{8F9CA3DA-8D66-42ED-A055-B66DBEF7CF19}" srcOrd="0" destOrd="0" presId="urn:microsoft.com/office/officeart/2008/layout/LinedList"/>
    <dgm:cxn modelId="{88C6929F-E202-4D40-A5FB-3040E4578F7C}" srcId="{E42ACD4B-B5F2-4A39-9E88-22FFCEA7A307}" destId="{0FF757B9-04D0-4D45-8969-1ACA3CFEC2E7}" srcOrd="2" destOrd="0" parTransId="{C915742A-0A3F-4536-842E-BE84AE86ED24}" sibTransId="{68672A3A-D7BA-48BE-A230-8F8CE53D3606}"/>
    <dgm:cxn modelId="{2EBC66BF-FE0B-4258-B85D-D22612C90F2E}" type="presOf" srcId="{E42ACD4B-B5F2-4A39-9E88-22FFCEA7A307}" destId="{B4DCBF22-7FD8-4CC6-851D-37754AAA8F2F}" srcOrd="0" destOrd="0" presId="urn:microsoft.com/office/officeart/2008/layout/LinedList"/>
    <dgm:cxn modelId="{4900DDCE-95B4-427F-B385-1A6CE3C1F064}" srcId="{E42ACD4B-B5F2-4A39-9E88-22FFCEA7A307}" destId="{DDBE9589-3FE4-48C1-A0EE-CCD6A4949816}" srcOrd="0" destOrd="0" parTransId="{5626BA34-BF4B-4F8A-962D-E38075386465}" sibTransId="{9DBE6405-11E3-4449-9D6C-DBB5E153C769}"/>
    <dgm:cxn modelId="{B7252DD5-B776-49E6-9D0E-A6DEF01DD999}" type="presOf" srcId="{FDEE31D6-62A0-4D38-B9AF-9C768B4C135B}" destId="{FFEFD3D7-64FC-42D3-A01B-85F2B4F39AA2}" srcOrd="0" destOrd="0" presId="urn:microsoft.com/office/officeart/2008/layout/LinedList"/>
    <dgm:cxn modelId="{C78787E6-E887-4F00-AC1D-3A4E7E97C297}" srcId="{E42ACD4B-B5F2-4A39-9E88-22FFCEA7A307}" destId="{8E29C4CC-76F6-481F-8ACF-8A51B4A28073}" srcOrd="5" destOrd="0" parTransId="{1A2C7EB5-85A1-4A0B-B28E-F8342447A7EE}" sibTransId="{BF18A8B4-5550-4395-9EA8-A7F48A5D85CF}"/>
    <dgm:cxn modelId="{03554488-E994-47F0-BD40-6797E449FDF8}" type="presParOf" srcId="{B4DCBF22-7FD8-4CC6-851D-37754AAA8F2F}" destId="{B34C25B2-EEFB-47E8-A5C5-71EDC5D3EAB5}" srcOrd="0" destOrd="0" presId="urn:microsoft.com/office/officeart/2008/layout/LinedList"/>
    <dgm:cxn modelId="{F59274E0-8191-4ED5-9EF7-8A8B685385AF}" type="presParOf" srcId="{B4DCBF22-7FD8-4CC6-851D-37754AAA8F2F}" destId="{E5495E05-A19D-4C67-89CB-C5AD8A33C651}" srcOrd="1" destOrd="0" presId="urn:microsoft.com/office/officeart/2008/layout/LinedList"/>
    <dgm:cxn modelId="{36FF058E-2992-44E8-B5F6-2865E0EE35B4}" type="presParOf" srcId="{E5495E05-A19D-4C67-89CB-C5AD8A33C651}" destId="{39D408D8-ACC9-4288-8C38-18EF1D8BF027}" srcOrd="0" destOrd="0" presId="urn:microsoft.com/office/officeart/2008/layout/LinedList"/>
    <dgm:cxn modelId="{6AD05E07-1327-43B4-8775-58DBC1A84D35}" type="presParOf" srcId="{E5495E05-A19D-4C67-89CB-C5AD8A33C651}" destId="{13F63766-0387-46D7-AF01-D2E4757986B4}" srcOrd="1" destOrd="0" presId="urn:microsoft.com/office/officeart/2008/layout/LinedList"/>
    <dgm:cxn modelId="{1AA11624-9B08-4430-9E38-0006B84DD613}" type="presParOf" srcId="{B4DCBF22-7FD8-4CC6-851D-37754AAA8F2F}" destId="{97707750-D9E8-4794-B8E3-21D2AF69D39E}" srcOrd="2" destOrd="0" presId="urn:microsoft.com/office/officeart/2008/layout/LinedList"/>
    <dgm:cxn modelId="{99422618-C43A-4468-B1D0-69E8496C86E5}" type="presParOf" srcId="{B4DCBF22-7FD8-4CC6-851D-37754AAA8F2F}" destId="{2A1F47E7-CAC8-4334-BB84-5CD31138F60A}" srcOrd="3" destOrd="0" presId="urn:microsoft.com/office/officeart/2008/layout/LinedList"/>
    <dgm:cxn modelId="{4C579149-0033-493F-A75C-9A593CCFB597}" type="presParOf" srcId="{2A1F47E7-CAC8-4334-BB84-5CD31138F60A}" destId="{FFEFD3D7-64FC-42D3-A01B-85F2B4F39AA2}" srcOrd="0" destOrd="0" presId="urn:microsoft.com/office/officeart/2008/layout/LinedList"/>
    <dgm:cxn modelId="{6EE6D403-EF6C-4F14-953E-A199F3014FE6}" type="presParOf" srcId="{2A1F47E7-CAC8-4334-BB84-5CD31138F60A}" destId="{651E65A2-0EEF-40FA-A685-2DAA0FAE88EC}" srcOrd="1" destOrd="0" presId="urn:microsoft.com/office/officeart/2008/layout/LinedList"/>
    <dgm:cxn modelId="{5DE4E393-4F19-4590-97DC-B08747016E7A}" type="presParOf" srcId="{B4DCBF22-7FD8-4CC6-851D-37754AAA8F2F}" destId="{24E50EE2-8106-4877-8FED-1F998716E7F5}" srcOrd="4" destOrd="0" presId="urn:microsoft.com/office/officeart/2008/layout/LinedList"/>
    <dgm:cxn modelId="{6059975F-D170-45BD-97D3-0B452DF7B8A8}" type="presParOf" srcId="{B4DCBF22-7FD8-4CC6-851D-37754AAA8F2F}" destId="{FFA4C949-1678-44E6-B824-9D760EA8C407}" srcOrd="5" destOrd="0" presId="urn:microsoft.com/office/officeart/2008/layout/LinedList"/>
    <dgm:cxn modelId="{7E614725-DB70-45EB-A6D6-93757957EAAA}" type="presParOf" srcId="{FFA4C949-1678-44E6-B824-9D760EA8C407}" destId="{8F9CA3DA-8D66-42ED-A055-B66DBEF7CF19}" srcOrd="0" destOrd="0" presId="urn:microsoft.com/office/officeart/2008/layout/LinedList"/>
    <dgm:cxn modelId="{86F00D75-5ECA-4AFD-B502-709AF991632F}" type="presParOf" srcId="{FFA4C949-1678-44E6-B824-9D760EA8C407}" destId="{C0A9AA42-3D1F-42F5-BB44-4DB1EDE15067}" srcOrd="1" destOrd="0" presId="urn:microsoft.com/office/officeart/2008/layout/LinedList"/>
    <dgm:cxn modelId="{E15EEA78-459F-4D14-8BEB-D3814E3FC53A}" type="presParOf" srcId="{B4DCBF22-7FD8-4CC6-851D-37754AAA8F2F}" destId="{6020A94A-7800-4E7F-A758-CFD3A1349A51}" srcOrd="6" destOrd="0" presId="urn:microsoft.com/office/officeart/2008/layout/LinedList"/>
    <dgm:cxn modelId="{160ACD84-7ECB-47E1-B36C-948697AB5B45}" type="presParOf" srcId="{B4DCBF22-7FD8-4CC6-851D-37754AAA8F2F}" destId="{885A3187-2522-4948-A7F3-C3E16F04D0A9}" srcOrd="7" destOrd="0" presId="urn:microsoft.com/office/officeart/2008/layout/LinedList"/>
    <dgm:cxn modelId="{8ED19EE0-B32C-49F1-9AF0-8D4268CFE077}" type="presParOf" srcId="{885A3187-2522-4948-A7F3-C3E16F04D0A9}" destId="{F0B197C7-F640-42A9-B7C8-6F9A9179A5EE}" srcOrd="0" destOrd="0" presId="urn:microsoft.com/office/officeart/2008/layout/LinedList"/>
    <dgm:cxn modelId="{7D082E9E-56CC-4A2E-8F9B-D394D469FEF8}" type="presParOf" srcId="{885A3187-2522-4948-A7F3-C3E16F04D0A9}" destId="{F1A687F3-61C4-48BE-9B02-5EE265FFDC73}" srcOrd="1" destOrd="0" presId="urn:microsoft.com/office/officeart/2008/layout/LinedList"/>
    <dgm:cxn modelId="{5809F40C-C6F4-44E5-9C57-9C01EF23C6AC}" type="presParOf" srcId="{B4DCBF22-7FD8-4CC6-851D-37754AAA8F2F}" destId="{213A601E-D123-40BD-A81D-6942404E0D98}" srcOrd="8" destOrd="0" presId="urn:microsoft.com/office/officeart/2008/layout/LinedList"/>
    <dgm:cxn modelId="{89F341F9-79CF-4BC0-8994-9E14F9D06B9A}" type="presParOf" srcId="{B4DCBF22-7FD8-4CC6-851D-37754AAA8F2F}" destId="{7CD4679D-FEA8-4BDF-B872-8FEB016808DD}" srcOrd="9" destOrd="0" presId="urn:microsoft.com/office/officeart/2008/layout/LinedList"/>
    <dgm:cxn modelId="{7EDF167D-CE16-4E30-88F6-187C7783517D}" type="presParOf" srcId="{7CD4679D-FEA8-4BDF-B872-8FEB016808DD}" destId="{5C541A2B-5036-4F10-A104-6907937DBCE6}" srcOrd="0" destOrd="0" presId="urn:microsoft.com/office/officeart/2008/layout/LinedList"/>
    <dgm:cxn modelId="{E80E4DC6-F8FB-40C7-A7B4-AD2E05B50AD9}" type="presParOf" srcId="{7CD4679D-FEA8-4BDF-B872-8FEB016808DD}" destId="{A2DBE9F0-3AAC-46C7-BCAB-B56D178D7BF2}" srcOrd="1" destOrd="0" presId="urn:microsoft.com/office/officeart/2008/layout/LinedList"/>
    <dgm:cxn modelId="{D4CD0697-C1BE-45CE-A825-197F3D055EFA}" type="presParOf" srcId="{B4DCBF22-7FD8-4CC6-851D-37754AAA8F2F}" destId="{AC4F2919-4BB6-415A-8FEA-B143883DC5A8}" srcOrd="10" destOrd="0" presId="urn:microsoft.com/office/officeart/2008/layout/LinedList"/>
    <dgm:cxn modelId="{836DDE09-36B4-4464-9A58-43C97352C115}" type="presParOf" srcId="{B4DCBF22-7FD8-4CC6-851D-37754AAA8F2F}" destId="{A05E5D2F-ABD7-421D-AD88-24B2E5AAD7B6}" srcOrd="11" destOrd="0" presId="urn:microsoft.com/office/officeart/2008/layout/LinedList"/>
    <dgm:cxn modelId="{A9022AB3-D249-458E-96C8-08F1506DDE2B}" type="presParOf" srcId="{A05E5D2F-ABD7-421D-AD88-24B2E5AAD7B6}" destId="{B3379E8B-1511-4446-8EAA-4F8451EC492B}" srcOrd="0" destOrd="0" presId="urn:microsoft.com/office/officeart/2008/layout/LinedList"/>
    <dgm:cxn modelId="{15D19780-777E-4F5C-A932-F2EEBDEDAD7F}" type="presParOf" srcId="{A05E5D2F-ABD7-421D-AD88-24B2E5AAD7B6}" destId="{431BD289-F678-41C9-9C8C-1EEF512C114B}"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D4DC909-EF2B-4EA7-BCEC-73EB59D9086C}" type="doc">
      <dgm:prSet loTypeId="urn:microsoft.com/office/officeart/2005/8/layout/matrix3" loCatId="matrix" qsTypeId="urn:microsoft.com/office/officeart/2005/8/quickstyle/simple4" qsCatId="simple" csTypeId="urn:microsoft.com/office/officeart/2005/8/colors/colorful1" csCatId="colorful"/>
      <dgm:spPr/>
      <dgm:t>
        <a:bodyPr/>
        <a:lstStyle/>
        <a:p>
          <a:endParaRPr lang="en-US"/>
        </a:p>
      </dgm:t>
    </dgm:pt>
    <dgm:pt modelId="{43F73A71-4076-4FA1-ADBF-B56C62CB3F87}">
      <dgm:prSet custT="1"/>
      <dgm:spPr/>
      <dgm:t>
        <a:bodyPr/>
        <a:lstStyle/>
        <a:p>
          <a:r>
            <a:rPr lang="en-US" sz="2000"/>
            <a:t>Facilities for Essential New Born Care (ENBC) and resuscitation (Newborn Care Corner in labour room/OT)</a:t>
          </a:r>
        </a:p>
      </dgm:t>
    </dgm:pt>
    <dgm:pt modelId="{7C5E7729-8388-40CB-9F5E-4263DCF29C3B}" type="parTrans" cxnId="{A6E85B7F-FC7E-4C4C-8F51-70D161D44C7D}">
      <dgm:prSet/>
      <dgm:spPr/>
      <dgm:t>
        <a:bodyPr/>
        <a:lstStyle/>
        <a:p>
          <a:endParaRPr lang="en-US" sz="2000"/>
        </a:p>
      </dgm:t>
    </dgm:pt>
    <dgm:pt modelId="{76AFAFEF-3DD5-411E-BD3F-EB9F0B92D6BE}" type="sibTrans" cxnId="{A6E85B7F-FC7E-4C4C-8F51-70D161D44C7D}">
      <dgm:prSet/>
      <dgm:spPr/>
      <dgm:t>
        <a:bodyPr/>
        <a:lstStyle/>
        <a:p>
          <a:endParaRPr lang="en-US" sz="2000"/>
        </a:p>
      </dgm:t>
    </dgm:pt>
    <dgm:pt modelId="{C7649DDA-BA47-421B-AB30-372E9717E11D}">
      <dgm:prSet custT="1"/>
      <dgm:spPr/>
      <dgm:t>
        <a:bodyPr/>
        <a:lstStyle/>
        <a:p>
          <a:r>
            <a:rPr lang="en-US" sz="2000"/>
            <a:t>Early initiation of breast feeding within one hour of birth</a:t>
          </a:r>
        </a:p>
      </dgm:t>
    </dgm:pt>
    <dgm:pt modelId="{4D8DD272-6817-4D94-BC13-9F0DBFB80A27}" type="parTrans" cxnId="{6C09AFE0-E49B-4072-8026-A913E1234A4A}">
      <dgm:prSet/>
      <dgm:spPr/>
      <dgm:t>
        <a:bodyPr/>
        <a:lstStyle/>
        <a:p>
          <a:endParaRPr lang="en-US" sz="2000"/>
        </a:p>
      </dgm:t>
    </dgm:pt>
    <dgm:pt modelId="{4B0FA710-9998-42FC-92B6-0FCE81C66A62}" type="sibTrans" cxnId="{6C09AFE0-E49B-4072-8026-A913E1234A4A}">
      <dgm:prSet/>
      <dgm:spPr/>
      <dgm:t>
        <a:bodyPr/>
        <a:lstStyle/>
        <a:p>
          <a:endParaRPr lang="en-US" sz="2000"/>
        </a:p>
      </dgm:t>
    </dgm:pt>
    <dgm:pt modelId="{79EA6C41-3CF9-4741-A0D1-93CAD64D5286}">
      <dgm:prSet custT="1"/>
      <dgm:spPr/>
      <dgm:t>
        <a:bodyPr/>
        <a:lstStyle/>
        <a:p>
          <a:r>
            <a:rPr lang="en-US" sz="2000"/>
            <a:t>Management of neonatal hypothermia (provision of warmth/Kangaroo Mother Care (KMC), infection protection, cord care </a:t>
          </a:r>
        </a:p>
      </dgm:t>
    </dgm:pt>
    <dgm:pt modelId="{07537890-E9A6-4A67-B8DC-E546ECCFB773}" type="parTrans" cxnId="{DC0C8411-EAC4-447D-A157-2F3AB446C338}">
      <dgm:prSet/>
      <dgm:spPr/>
      <dgm:t>
        <a:bodyPr/>
        <a:lstStyle/>
        <a:p>
          <a:endParaRPr lang="en-US" sz="2000"/>
        </a:p>
      </dgm:t>
    </dgm:pt>
    <dgm:pt modelId="{27D76852-0C7F-425C-BE04-53F9015F8DD6}" type="sibTrans" cxnId="{DC0C8411-EAC4-447D-A157-2F3AB446C338}">
      <dgm:prSet/>
      <dgm:spPr/>
      <dgm:t>
        <a:bodyPr/>
        <a:lstStyle/>
        <a:p>
          <a:endParaRPr lang="en-US" sz="2000"/>
        </a:p>
      </dgm:t>
    </dgm:pt>
    <dgm:pt modelId="{A684796F-74C4-4AE9-8390-B6D9FAC6F34D}">
      <dgm:prSet custT="1"/>
      <dgm:spPr/>
      <dgm:t>
        <a:bodyPr/>
        <a:lstStyle/>
        <a:p>
          <a:r>
            <a:rPr lang="en-US" sz="2000"/>
            <a:t>Identification of sick newborn and prompt referral.</a:t>
          </a:r>
        </a:p>
      </dgm:t>
    </dgm:pt>
    <dgm:pt modelId="{C81E20CB-9102-4B92-8139-F6902EE7FBE4}" type="parTrans" cxnId="{09CFA0FB-E977-4862-AF82-1CF368A6BB27}">
      <dgm:prSet/>
      <dgm:spPr/>
      <dgm:t>
        <a:bodyPr/>
        <a:lstStyle/>
        <a:p>
          <a:endParaRPr lang="en-US" sz="2000"/>
        </a:p>
      </dgm:t>
    </dgm:pt>
    <dgm:pt modelId="{09074530-E420-4F76-BD56-8FB3E5EF5828}" type="sibTrans" cxnId="{09CFA0FB-E977-4862-AF82-1CF368A6BB27}">
      <dgm:prSet/>
      <dgm:spPr/>
      <dgm:t>
        <a:bodyPr/>
        <a:lstStyle/>
        <a:p>
          <a:endParaRPr lang="en-US" sz="2000"/>
        </a:p>
      </dgm:t>
    </dgm:pt>
    <dgm:pt modelId="{890C057F-F0D4-4566-B175-7C8C3B8B8267}" type="pres">
      <dgm:prSet presAssocID="{7D4DC909-EF2B-4EA7-BCEC-73EB59D9086C}" presName="matrix" presStyleCnt="0">
        <dgm:presLayoutVars>
          <dgm:chMax val="1"/>
          <dgm:dir/>
          <dgm:resizeHandles val="exact"/>
        </dgm:presLayoutVars>
      </dgm:prSet>
      <dgm:spPr/>
    </dgm:pt>
    <dgm:pt modelId="{24BF7BA9-C7BF-49FD-8837-23BED417AD55}" type="pres">
      <dgm:prSet presAssocID="{7D4DC909-EF2B-4EA7-BCEC-73EB59D9086C}" presName="diamond" presStyleLbl="bgShp" presStyleIdx="0" presStyleCnt="1"/>
      <dgm:spPr/>
    </dgm:pt>
    <dgm:pt modelId="{162D80F1-3D2B-43E7-88F6-FAD2EFDF4CE8}" type="pres">
      <dgm:prSet presAssocID="{7D4DC909-EF2B-4EA7-BCEC-73EB59D9086C}" presName="quad1" presStyleLbl="node1" presStyleIdx="0" presStyleCnt="4">
        <dgm:presLayoutVars>
          <dgm:chMax val="0"/>
          <dgm:chPref val="0"/>
          <dgm:bulletEnabled val="1"/>
        </dgm:presLayoutVars>
      </dgm:prSet>
      <dgm:spPr/>
    </dgm:pt>
    <dgm:pt modelId="{3B9DDE82-78CE-4258-A374-D9D91EDA95C7}" type="pres">
      <dgm:prSet presAssocID="{7D4DC909-EF2B-4EA7-BCEC-73EB59D9086C}" presName="quad2" presStyleLbl="node1" presStyleIdx="1" presStyleCnt="4">
        <dgm:presLayoutVars>
          <dgm:chMax val="0"/>
          <dgm:chPref val="0"/>
          <dgm:bulletEnabled val="1"/>
        </dgm:presLayoutVars>
      </dgm:prSet>
      <dgm:spPr/>
    </dgm:pt>
    <dgm:pt modelId="{A3ACC387-95FB-4A59-A915-E733421074B3}" type="pres">
      <dgm:prSet presAssocID="{7D4DC909-EF2B-4EA7-BCEC-73EB59D9086C}" presName="quad3" presStyleLbl="node1" presStyleIdx="2" presStyleCnt="4">
        <dgm:presLayoutVars>
          <dgm:chMax val="0"/>
          <dgm:chPref val="0"/>
          <dgm:bulletEnabled val="1"/>
        </dgm:presLayoutVars>
      </dgm:prSet>
      <dgm:spPr/>
    </dgm:pt>
    <dgm:pt modelId="{9A5B7804-AF3C-4E05-97FC-8C4DDEC40116}" type="pres">
      <dgm:prSet presAssocID="{7D4DC909-EF2B-4EA7-BCEC-73EB59D9086C}" presName="quad4" presStyleLbl="node1" presStyleIdx="3" presStyleCnt="4">
        <dgm:presLayoutVars>
          <dgm:chMax val="0"/>
          <dgm:chPref val="0"/>
          <dgm:bulletEnabled val="1"/>
        </dgm:presLayoutVars>
      </dgm:prSet>
      <dgm:spPr/>
    </dgm:pt>
  </dgm:ptLst>
  <dgm:cxnLst>
    <dgm:cxn modelId="{DC0C8411-EAC4-447D-A157-2F3AB446C338}" srcId="{7D4DC909-EF2B-4EA7-BCEC-73EB59D9086C}" destId="{79EA6C41-3CF9-4741-A0D1-93CAD64D5286}" srcOrd="2" destOrd="0" parTransId="{07537890-E9A6-4A67-B8DC-E546ECCFB773}" sibTransId="{27D76852-0C7F-425C-BE04-53F9015F8DD6}"/>
    <dgm:cxn modelId="{86E2612D-7511-4F96-A309-32D14FEF558F}" type="presOf" srcId="{79EA6C41-3CF9-4741-A0D1-93CAD64D5286}" destId="{A3ACC387-95FB-4A59-A915-E733421074B3}" srcOrd="0" destOrd="0" presId="urn:microsoft.com/office/officeart/2005/8/layout/matrix3"/>
    <dgm:cxn modelId="{A6E85B7F-FC7E-4C4C-8F51-70D161D44C7D}" srcId="{7D4DC909-EF2B-4EA7-BCEC-73EB59D9086C}" destId="{43F73A71-4076-4FA1-ADBF-B56C62CB3F87}" srcOrd="0" destOrd="0" parTransId="{7C5E7729-8388-40CB-9F5E-4263DCF29C3B}" sibTransId="{76AFAFEF-3DD5-411E-BD3F-EB9F0B92D6BE}"/>
    <dgm:cxn modelId="{AA94008D-3928-43AC-8198-B3E96E118B03}" type="presOf" srcId="{C7649DDA-BA47-421B-AB30-372E9717E11D}" destId="{3B9DDE82-78CE-4258-A374-D9D91EDA95C7}" srcOrd="0" destOrd="0" presId="urn:microsoft.com/office/officeart/2005/8/layout/matrix3"/>
    <dgm:cxn modelId="{55303D97-03AE-450C-8163-90DD9D59D371}" type="presOf" srcId="{7D4DC909-EF2B-4EA7-BCEC-73EB59D9086C}" destId="{890C057F-F0D4-4566-B175-7C8C3B8B8267}" srcOrd="0" destOrd="0" presId="urn:microsoft.com/office/officeart/2005/8/layout/matrix3"/>
    <dgm:cxn modelId="{7081D2D5-7D60-4A30-9BCA-129262295B4A}" type="presOf" srcId="{A684796F-74C4-4AE9-8390-B6D9FAC6F34D}" destId="{9A5B7804-AF3C-4E05-97FC-8C4DDEC40116}" srcOrd="0" destOrd="0" presId="urn:microsoft.com/office/officeart/2005/8/layout/matrix3"/>
    <dgm:cxn modelId="{6C09AFE0-E49B-4072-8026-A913E1234A4A}" srcId="{7D4DC909-EF2B-4EA7-BCEC-73EB59D9086C}" destId="{C7649DDA-BA47-421B-AB30-372E9717E11D}" srcOrd="1" destOrd="0" parTransId="{4D8DD272-6817-4D94-BC13-9F0DBFB80A27}" sibTransId="{4B0FA710-9998-42FC-92B6-0FCE81C66A62}"/>
    <dgm:cxn modelId="{0D3146F8-8724-4A23-A957-26EC01CBE1B3}" type="presOf" srcId="{43F73A71-4076-4FA1-ADBF-B56C62CB3F87}" destId="{162D80F1-3D2B-43E7-88F6-FAD2EFDF4CE8}" srcOrd="0" destOrd="0" presId="urn:microsoft.com/office/officeart/2005/8/layout/matrix3"/>
    <dgm:cxn modelId="{09CFA0FB-E977-4862-AF82-1CF368A6BB27}" srcId="{7D4DC909-EF2B-4EA7-BCEC-73EB59D9086C}" destId="{A684796F-74C4-4AE9-8390-B6D9FAC6F34D}" srcOrd="3" destOrd="0" parTransId="{C81E20CB-9102-4B92-8139-F6902EE7FBE4}" sibTransId="{09074530-E420-4F76-BD56-8FB3E5EF5828}"/>
    <dgm:cxn modelId="{0CF45B45-A08C-4524-96C0-A9799393E144}" type="presParOf" srcId="{890C057F-F0D4-4566-B175-7C8C3B8B8267}" destId="{24BF7BA9-C7BF-49FD-8837-23BED417AD55}" srcOrd="0" destOrd="0" presId="urn:microsoft.com/office/officeart/2005/8/layout/matrix3"/>
    <dgm:cxn modelId="{F5A4BE94-0235-403E-8B3F-EABA3AD5059A}" type="presParOf" srcId="{890C057F-F0D4-4566-B175-7C8C3B8B8267}" destId="{162D80F1-3D2B-43E7-88F6-FAD2EFDF4CE8}" srcOrd="1" destOrd="0" presId="urn:microsoft.com/office/officeart/2005/8/layout/matrix3"/>
    <dgm:cxn modelId="{03ABBCEF-BF27-41CE-B98E-8664F3C89FDF}" type="presParOf" srcId="{890C057F-F0D4-4566-B175-7C8C3B8B8267}" destId="{3B9DDE82-78CE-4258-A374-D9D91EDA95C7}" srcOrd="2" destOrd="0" presId="urn:microsoft.com/office/officeart/2005/8/layout/matrix3"/>
    <dgm:cxn modelId="{0D1B6B26-9F0E-4EEF-91FA-DEDAB7B84CBF}" type="presParOf" srcId="{890C057F-F0D4-4566-B175-7C8C3B8B8267}" destId="{A3ACC387-95FB-4A59-A915-E733421074B3}" srcOrd="3" destOrd="0" presId="urn:microsoft.com/office/officeart/2005/8/layout/matrix3"/>
    <dgm:cxn modelId="{C78E2CD9-3BB5-47CB-95DA-60B008FB7C62}" type="presParOf" srcId="{890C057F-F0D4-4566-B175-7C8C3B8B8267}" destId="{9A5B7804-AF3C-4E05-97FC-8C4DDEC40116}"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215FB78-47E6-4092-B18C-3CA9EEE99E67}" type="doc">
      <dgm:prSet loTypeId="urn:microsoft.com/office/officeart/2005/8/layout/matrix3" loCatId="matrix" qsTypeId="urn:microsoft.com/office/officeart/2005/8/quickstyle/simple1" qsCatId="simple" csTypeId="urn:microsoft.com/office/officeart/2005/8/colors/colorful1" csCatId="colorful"/>
      <dgm:spPr/>
      <dgm:t>
        <a:bodyPr/>
        <a:lstStyle/>
        <a:p>
          <a:endParaRPr lang="en-US"/>
        </a:p>
      </dgm:t>
    </dgm:pt>
    <dgm:pt modelId="{72FFDD3A-6631-445D-9DF0-1215D60F3567}">
      <dgm:prSet custT="1"/>
      <dgm:spPr/>
      <dgm:t>
        <a:bodyPr/>
        <a:lstStyle/>
        <a:p>
          <a:r>
            <a:rPr lang="en-US" sz="1800"/>
            <a:t>Emergency care of sick child including Integrated Management of Neonatal and Childhood Illness (IMNCI)</a:t>
          </a:r>
        </a:p>
      </dgm:t>
    </dgm:pt>
    <dgm:pt modelId="{176FBBB8-1F54-4305-8CBC-66B4B9A8491C}" type="parTrans" cxnId="{74DCEE5A-1A46-409A-AE08-960DF780BBD5}">
      <dgm:prSet/>
      <dgm:spPr/>
      <dgm:t>
        <a:bodyPr/>
        <a:lstStyle/>
        <a:p>
          <a:endParaRPr lang="en-US" sz="2000"/>
        </a:p>
      </dgm:t>
    </dgm:pt>
    <dgm:pt modelId="{CC832874-BFAF-4774-BEB3-7C0E3B39A7E5}" type="sibTrans" cxnId="{74DCEE5A-1A46-409A-AE08-960DF780BBD5}">
      <dgm:prSet/>
      <dgm:spPr/>
      <dgm:t>
        <a:bodyPr/>
        <a:lstStyle/>
        <a:p>
          <a:endParaRPr lang="en-US" sz="2000"/>
        </a:p>
      </dgm:t>
    </dgm:pt>
    <dgm:pt modelId="{17BCFCE8-8148-4136-94EA-F1ADDE6ADB12}">
      <dgm:prSet custT="1"/>
      <dgm:spPr/>
      <dgm:t>
        <a:bodyPr/>
        <a:lstStyle/>
        <a:p>
          <a:r>
            <a:rPr lang="en-US" sz="1800"/>
            <a:t>Care of routine childhood illness;</a:t>
          </a:r>
        </a:p>
      </dgm:t>
    </dgm:pt>
    <dgm:pt modelId="{D340B706-15B2-4BAE-87AC-BE89F3364265}" type="parTrans" cxnId="{AA620E6F-205B-4033-9A07-D905D84BA69F}">
      <dgm:prSet/>
      <dgm:spPr/>
      <dgm:t>
        <a:bodyPr/>
        <a:lstStyle/>
        <a:p>
          <a:endParaRPr lang="en-US" sz="2000"/>
        </a:p>
      </dgm:t>
    </dgm:pt>
    <dgm:pt modelId="{606BDC69-5E25-4117-88D6-1F0BD2631F51}" type="sibTrans" cxnId="{AA620E6F-205B-4033-9A07-D905D84BA69F}">
      <dgm:prSet/>
      <dgm:spPr/>
      <dgm:t>
        <a:bodyPr/>
        <a:lstStyle/>
        <a:p>
          <a:endParaRPr lang="en-US" sz="2000"/>
        </a:p>
      </dgm:t>
    </dgm:pt>
    <dgm:pt modelId="{0FFF8942-6381-462C-837A-68938F05EE43}">
      <dgm:prSet custT="1"/>
      <dgm:spPr/>
      <dgm:t>
        <a:bodyPr/>
        <a:lstStyle/>
        <a:p>
          <a:r>
            <a:rPr lang="en-US" sz="1800"/>
            <a:t>Promotion of breast-feeding for 6 months;</a:t>
          </a:r>
        </a:p>
      </dgm:t>
    </dgm:pt>
    <dgm:pt modelId="{D9826FD6-FC86-4E12-98D3-364960868385}" type="parTrans" cxnId="{324676C5-3271-42D3-AEF0-35A28CF6291A}">
      <dgm:prSet/>
      <dgm:spPr/>
      <dgm:t>
        <a:bodyPr/>
        <a:lstStyle/>
        <a:p>
          <a:endParaRPr lang="en-US" sz="2000"/>
        </a:p>
      </dgm:t>
    </dgm:pt>
    <dgm:pt modelId="{768DA58D-39FD-4545-80C6-5DF32B11FF76}" type="sibTrans" cxnId="{324676C5-3271-42D3-AEF0-35A28CF6291A}">
      <dgm:prSet/>
      <dgm:spPr/>
      <dgm:t>
        <a:bodyPr/>
        <a:lstStyle/>
        <a:p>
          <a:endParaRPr lang="en-US" sz="2000"/>
        </a:p>
      </dgm:t>
    </dgm:pt>
    <dgm:pt modelId="{4F48799E-7AD0-41C0-836E-2D19E0C32275}">
      <dgm:prSet custT="1"/>
      <dgm:spPr/>
      <dgm:t>
        <a:bodyPr/>
        <a:lstStyle/>
        <a:p>
          <a:r>
            <a:rPr lang="en-US" sz="1800" dirty="0"/>
            <a:t>Immunization of all infants and children against vaccine preventable diseases as per guidelines.</a:t>
          </a:r>
        </a:p>
      </dgm:t>
    </dgm:pt>
    <dgm:pt modelId="{E095FB77-5D74-4AD6-A7D0-C8046079D68F}" type="parTrans" cxnId="{40B285AF-69E3-4129-8DE7-9978D6B891E3}">
      <dgm:prSet/>
      <dgm:spPr/>
      <dgm:t>
        <a:bodyPr/>
        <a:lstStyle/>
        <a:p>
          <a:endParaRPr lang="en-US" sz="2000"/>
        </a:p>
      </dgm:t>
    </dgm:pt>
    <dgm:pt modelId="{952C7450-0349-435E-AEA2-2D651F69AF34}" type="sibTrans" cxnId="{40B285AF-69E3-4129-8DE7-9978D6B891E3}">
      <dgm:prSet/>
      <dgm:spPr/>
      <dgm:t>
        <a:bodyPr/>
        <a:lstStyle/>
        <a:p>
          <a:endParaRPr lang="en-US" sz="2000"/>
        </a:p>
      </dgm:t>
    </dgm:pt>
    <dgm:pt modelId="{30AEE176-2A12-4D2F-9D83-BA92FF9F7EA2}" type="pres">
      <dgm:prSet presAssocID="{2215FB78-47E6-4092-B18C-3CA9EEE99E67}" presName="matrix" presStyleCnt="0">
        <dgm:presLayoutVars>
          <dgm:chMax val="1"/>
          <dgm:dir/>
          <dgm:resizeHandles val="exact"/>
        </dgm:presLayoutVars>
      </dgm:prSet>
      <dgm:spPr/>
    </dgm:pt>
    <dgm:pt modelId="{D77B07E8-B458-4B23-BAED-216CBEF2FD94}" type="pres">
      <dgm:prSet presAssocID="{2215FB78-47E6-4092-B18C-3CA9EEE99E67}" presName="diamond" presStyleLbl="bgShp" presStyleIdx="0" presStyleCnt="1"/>
      <dgm:spPr/>
    </dgm:pt>
    <dgm:pt modelId="{4E275D41-3189-44A6-A11D-96779C930D09}" type="pres">
      <dgm:prSet presAssocID="{2215FB78-47E6-4092-B18C-3CA9EEE99E67}" presName="quad1" presStyleLbl="node1" presStyleIdx="0" presStyleCnt="4">
        <dgm:presLayoutVars>
          <dgm:chMax val="0"/>
          <dgm:chPref val="0"/>
          <dgm:bulletEnabled val="1"/>
        </dgm:presLayoutVars>
      </dgm:prSet>
      <dgm:spPr/>
    </dgm:pt>
    <dgm:pt modelId="{ABEC2C7B-1067-4083-B21C-86975E47EAF1}" type="pres">
      <dgm:prSet presAssocID="{2215FB78-47E6-4092-B18C-3CA9EEE99E67}" presName="quad2" presStyleLbl="node1" presStyleIdx="1" presStyleCnt="4">
        <dgm:presLayoutVars>
          <dgm:chMax val="0"/>
          <dgm:chPref val="0"/>
          <dgm:bulletEnabled val="1"/>
        </dgm:presLayoutVars>
      </dgm:prSet>
      <dgm:spPr/>
    </dgm:pt>
    <dgm:pt modelId="{A21260E8-ED49-465D-9990-83F2B2607A15}" type="pres">
      <dgm:prSet presAssocID="{2215FB78-47E6-4092-B18C-3CA9EEE99E67}" presName="quad3" presStyleLbl="node1" presStyleIdx="2" presStyleCnt="4">
        <dgm:presLayoutVars>
          <dgm:chMax val="0"/>
          <dgm:chPref val="0"/>
          <dgm:bulletEnabled val="1"/>
        </dgm:presLayoutVars>
      </dgm:prSet>
      <dgm:spPr/>
    </dgm:pt>
    <dgm:pt modelId="{5D433CB9-CD92-4F65-BF71-351E6A7278F7}" type="pres">
      <dgm:prSet presAssocID="{2215FB78-47E6-4092-B18C-3CA9EEE99E67}" presName="quad4" presStyleLbl="node1" presStyleIdx="3" presStyleCnt="4">
        <dgm:presLayoutVars>
          <dgm:chMax val="0"/>
          <dgm:chPref val="0"/>
          <dgm:bulletEnabled val="1"/>
        </dgm:presLayoutVars>
      </dgm:prSet>
      <dgm:spPr/>
    </dgm:pt>
  </dgm:ptLst>
  <dgm:cxnLst>
    <dgm:cxn modelId="{D538AF2B-2E82-4E9E-8817-53F5DA06A6B0}" type="presOf" srcId="{0FFF8942-6381-462C-837A-68938F05EE43}" destId="{A21260E8-ED49-465D-9990-83F2B2607A15}" srcOrd="0" destOrd="0" presId="urn:microsoft.com/office/officeart/2005/8/layout/matrix3"/>
    <dgm:cxn modelId="{F995D85F-73E8-44A3-8F4F-A9111DC94FDB}" type="presOf" srcId="{72FFDD3A-6631-445D-9DF0-1215D60F3567}" destId="{4E275D41-3189-44A6-A11D-96779C930D09}" srcOrd="0" destOrd="0" presId="urn:microsoft.com/office/officeart/2005/8/layout/matrix3"/>
    <dgm:cxn modelId="{AA620E6F-205B-4033-9A07-D905D84BA69F}" srcId="{2215FB78-47E6-4092-B18C-3CA9EEE99E67}" destId="{17BCFCE8-8148-4136-94EA-F1ADDE6ADB12}" srcOrd="1" destOrd="0" parTransId="{D340B706-15B2-4BAE-87AC-BE89F3364265}" sibTransId="{606BDC69-5E25-4117-88D6-1F0BD2631F51}"/>
    <dgm:cxn modelId="{4BAC5472-BF41-4D4B-B3F9-EAB9780AFDDF}" type="presOf" srcId="{4F48799E-7AD0-41C0-836E-2D19E0C32275}" destId="{5D433CB9-CD92-4F65-BF71-351E6A7278F7}" srcOrd="0" destOrd="0" presId="urn:microsoft.com/office/officeart/2005/8/layout/matrix3"/>
    <dgm:cxn modelId="{74DCEE5A-1A46-409A-AE08-960DF780BBD5}" srcId="{2215FB78-47E6-4092-B18C-3CA9EEE99E67}" destId="{72FFDD3A-6631-445D-9DF0-1215D60F3567}" srcOrd="0" destOrd="0" parTransId="{176FBBB8-1F54-4305-8CBC-66B4B9A8491C}" sibTransId="{CC832874-BFAF-4774-BEB3-7C0E3B39A7E5}"/>
    <dgm:cxn modelId="{74AF39AF-0A64-49F9-A044-FF9D1DE84CF4}" type="presOf" srcId="{2215FB78-47E6-4092-B18C-3CA9EEE99E67}" destId="{30AEE176-2A12-4D2F-9D83-BA92FF9F7EA2}" srcOrd="0" destOrd="0" presId="urn:microsoft.com/office/officeart/2005/8/layout/matrix3"/>
    <dgm:cxn modelId="{40B285AF-69E3-4129-8DE7-9978D6B891E3}" srcId="{2215FB78-47E6-4092-B18C-3CA9EEE99E67}" destId="{4F48799E-7AD0-41C0-836E-2D19E0C32275}" srcOrd="3" destOrd="0" parTransId="{E095FB77-5D74-4AD6-A7D0-C8046079D68F}" sibTransId="{952C7450-0349-435E-AEA2-2D651F69AF34}"/>
    <dgm:cxn modelId="{324676C5-3271-42D3-AEF0-35A28CF6291A}" srcId="{2215FB78-47E6-4092-B18C-3CA9EEE99E67}" destId="{0FFF8942-6381-462C-837A-68938F05EE43}" srcOrd="2" destOrd="0" parTransId="{D9826FD6-FC86-4E12-98D3-364960868385}" sibTransId="{768DA58D-39FD-4545-80C6-5DF32B11FF76}"/>
    <dgm:cxn modelId="{E638C7F5-361D-4861-AF85-37C385B3DADE}" type="presOf" srcId="{17BCFCE8-8148-4136-94EA-F1ADDE6ADB12}" destId="{ABEC2C7B-1067-4083-B21C-86975E47EAF1}" srcOrd="0" destOrd="0" presId="urn:microsoft.com/office/officeart/2005/8/layout/matrix3"/>
    <dgm:cxn modelId="{E63D7F23-D7CB-4E71-A17D-A0525736F911}" type="presParOf" srcId="{30AEE176-2A12-4D2F-9D83-BA92FF9F7EA2}" destId="{D77B07E8-B458-4B23-BAED-216CBEF2FD94}" srcOrd="0" destOrd="0" presId="urn:microsoft.com/office/officeart/2005/8/layout/matrix3"/>
    <dgm:cxn modelId="{186D298D-0B95-4151-9F6F-17400326AC58}" type="presParOf" srcId="{30AEE176-2A12-4D2F-9D83-BA92FF9F7EA2}" destId="{4E275D41-3189-44A6-A11D-96779C930D09}" srcOrd="1" destOrd="0" presId="urn:microsoft.com/office/officeart/2005/8/layout/matrix3"/>
    <dgm:cxn modelId="{8216D822-0454-4B50-8756-145996AF060F}" type="presParOf" srcId="{30AEE176-2A12-4D2F-9D83-BA92FF9F7EA2}" destId="{ABEC2C7B-1067-4083-B21C-86975E47EAF1}" srcOrd="2" destOrd="0" presId="urn:microsoft.com/office/officeart/2005/8/layout/matrix3"/>
    <dgm:cxn modelId="{12D89C6B-75E2-4BBC-8260-D6C36F6A5DCD}" type="presParOf" srcId="{30AEE176-2A12-4D2F-9D83-BA92FF9F7EA2}" destId="{A21260E8-ED49-465D-9990-83F2B2607A15}" srcOrd="3" destOrd="0" presId="urn:microsoft.com/office/officeart/2005/8/layout/matrix3"/>
    <dgm:cxn modelId="{72F2E903-97EB-4686-B704-A453232AC113}" type="presParOf" srcId="{30AEE176-2A12-4D2F-9D83-BA92FF9F7EA2}" destId="{5D433CB9-CD92-4F65-BF71-351E6A7278F7}"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A8D8371-81E3-42B5-8069-23027BBB13B3}"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AEB241E-B4FB-490E-B077-127C1F1141FC}">
      <dgm:prSet/>
      <dgm:spPr/>
      <dgm:t>
        <a:bodyPr/>
        <a:lstStyle/>
        <a:p>
          <a:r>
            <a:rPr lang="en-US"/>
            <a:t>To be provided preferably through adolescent friendly clinic for 2 hours once a week on a fixed day. </a:t>
          </a:r>
        </a:p>
      </dgm:t>
    </dgm:pt>
    <dgm:pt modelId="{FA9F111B-2AC9-4519-8C59-B53E8DB706C2}" type="parTrans" cxnId="{077D5157-97C3-4390-ADB0-E54A2687439A}">
      <dgm:prSet/>
      <dgm:spPr/>
      <dgm:t>
        <a:bodyPr/>
        <a:lstStyle/>
        <a:p>
          <a:endParaRPr lang="en-US"/>
        </a:p>
      </dgm:t>
    </dgm:pt>
    <dgm:pt modelId="{114896D2-6A32-4229-BBBC-821EB1EEF00C}" type="sibTrans" cxnId="{077D5157-97C3-4390-ADB0-E54A2687439A}">
      <dgm:prSet/>
      <dgm:spPr/>
      <dgm:t>
        <a:bodyPr/>
        <a:lstStyle/>
        <a:p>
          <a:endParaRPr lang="en-US"/>
        </a:p>
      </dgm:t>
    </dgm:pt>
    <dgm:pt modelId="{E1203683-6F39-43DF-9C07-4DE98ACA557A}">
      <dgm:prSet/>
      <dgm:spPr/>
      <dgm:t>
        <a:bodyPr/>
        <a:lstStyle/>
        <a:p>
          <a:r>
            <a:rPr lang="en-US"/>
            <a:t>Services should be comprehensive i.e., a judicious mix of promotive, preventive, curative and referral services.</a:t>
          </a:r>
        </a:p>
      </dgm:t>
    </dgm:pt>
    <dgm:pt modelId="{F4B4A566-2811-4D90-9721-7B42BA49A66C}" type="parTrans" cxnId="{BE69C54B-3C30-4811-90B6-170FD5479B04}">
      <dgm:prSet/>
      <dgm:spPr/>
      <dgm:t>
        <a:bodyPr/>
        <a:lstStyle/>
        <a:p>
          <a:endParaRPr lang="en-US"/>
        </a:p>
      </dgm:t>
    </dgm:pt>
    <dgm:pt modelId="{E56C48E0-8FE9-4CF4-84F5-DA8FCFC1273E}" type="sibTrans" cxnId="{BE69C54B-3C30-4811-90B6-170FD5479B04}">
      <dgm:prSet/>
      <dgm:spPr/>
      <dgm:t>
        <a:bodyPr/>
        <a:lstStyle/>
        <a:p>
          <a:endParaRPr lang="en-US"/>
        </a:p>
      </dgm:t>
    </dgm:pt>
    <dgm:pt modelId="{103370DB-3E4C-495B-BC79-15E1606AC3B6}" type="pres">
      <dgm:prSet presAssocID="{AA8D8371-81E3-42B5-8069-23027BBB13B3}" presName="linear" presStyleCnt="0">
        <dgm:presLayoutVars>
          <dgm:animLvl val="lvl"/>
          <dgm:resizeHandles val="exact"/>
        </dgm:presLayoutVars>
      </dgm:prSet>
      <dgm:spPr/>
    </dgm:pt>
    <dgm:pt modelId="{1473765F-A4CD-4445-A220-875236B36888}" type="pres">
      <dgm:prSet presAssocID="{8AEB241E-B4FB-490E-B077-127C1F1141FC}" presName="parentText" presStyleLbl="node1" presStyleIdx="0" presStyleCnt="2">
        <dgm:presLayoutVars>
          <dgm:chMax val="0"/>
          <dgm:bulletEnabled val="1"/>
        </dgm:presLayoutVars>
      </dgm:prSet>
      <dgm:spPr/>
    </dgm:pt>
    <dgm:pt modelId="{D19B1B57-C3A5-4EF9-A0CC-7EF2631A4348}" type="pres">
      <dgm:prSet presAssocID="{114896D2-6A32-4229-BBBC-821EB1EEF00C}" presName="spacer" presStyleCnt="0"/>
      <dgm:spPr/>
    </dgm:pt>
    <dgm:pt modelId="{F24AC6E3-FA44-4BE3-94B7-3D6A81295BF4}" type="pres">
      <dgm:prSet presAssocID="{E1203683-6F39-43DF-9C07-4DE98ACA557A}" presName="parentText" presStyleLbl="node1" presStyleIdx="1" presStyleCnt="2">
        <dgm:presLayoutVars>
          <dgm:chMax val="0"/>
          <dgm:bulletEnabled val="1"/>
        </dgm:presLayoutVars>
      </dgm:prSet>
      <dgm:spPr/>
    </dgm:pt>
  </dgm:ptLst>
  <dgm:cxnLst>
    <dgm:cxn modelId="{EB4B4D07-67FF-4687-BBC7-BF19DC7F86FA}" type="presOf" srcId="{8AEB241E-B4FB-490E-B077-127C1F1141FC}" destId="{1473765F-A4CD-4445-A220-875236B36888}" srcOrd="0" destOrd="0" presId="urn:microsoft.com/office/officeart/2005/8/layout/vList2"/>
    <dgm:cxn modelId="{BE69C54B-3C30-4811-90B6-170FD5479B04}" srcId="{AA8D8371-81E3-42B5-8069-23027BBB13B3}" destId="{E1203683-6F39-43DF-9C07-4DE98ACA557A}" srcOrd="1" destOrd="0" parTransId="{F4B4A566-2811-4D90-9721-7B42BA49A66C}" sibTransId="{E56C48E0-8FE9-4CF4-84F5-DA8FCFC1273E}"/>
    <dgm:cxn modelId="{077D5157-97C3-4390-ADB0-E54A2687439A}" srcId="{AA8D8371-81E3-42B5-8069-23027BBB13B3}" destId="{8AEB241E-B4FB-490E-B077-127C1F1141FC}" srcOrd="0" destOrd="0" parTransId="{FA9F111B-2AC9-4519-8C59-B53E8DB706C2}" sibTransId="{114896D2-6A32-4229-BBBC-821EB1EEF00C}"/>
    <dgm:cxn modelId="{BC27FC94-D62B-49BD-9980-AFFAA6C34D71}" type="presOf" srcId="{E1203683-6F39-43DF-9C07-4DE98ACA557A}" destId="{F24AC6E3-FA44-4BE3-94B7-3D6A81295BF4}" srcOrd="0" destOrd="0" presId="urn:microsoft.com/office/officeart/2005/8/layout/vList2"/>
    <dgm:cxn modelId="{1175B6AF-DDF5-4286-BBAE-CE811B59A0ED}" type="presOf" srcId="{AA8D8371-81E3-42B5-8069-23027BBB13B3}" destId="{103370DB-3E4C-495B-BC79-15E1606AC3B6}" srcOrd="0" destOrd="0" presId="urn:microsoft.com/office/officeart/2005/8/layout/vList2"/>
    <dgm:cxn modelId="{2908B706-11DC-423F-8396-D985029C1C36}" type="presParOf" srcId="{103370DB-3E4C-495B-BC79-15E1606AC3B6}" destId="{1473765F-A4CD-4445-A220-875236B36888}" srcOrd="0" destOrd="0" presId="urn:microsoft.com/office/officeart/2005/8/layout/vList2"/>
    <dgm:cxn modelId="{C4344C98-7860-4C36-97F7-DD898F47F1FE}" type="presParOf" srcId="{103370DB-3E4C-495B-BC79-15E1606AC3B6}" destId="{D19B1B57-C3A5-4EF9-A0CC-7EF2631A4348}" srcOrd="1" destOrd="0" presId="urn:microsoft.com/office/officeart/2005/8/layout/vList2"/>
    <dgm:cxn modelId="{B9B0E650-92D6-4694-8FDB-3EE00A9B63EF}" type="presParOf" srcId="{103370DB-3E4C-495B-BC79-15E1606AC3B6}" destId="{F24AC6E3-FA44-4BE3-94B7-3D6A81295BF4}"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8B41E91D-4944-427A-8592-5F0B8C9E0A44}"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80BCCC50-3761-40A3-A2A1-FF2022F157F4}">
      <dgm:prSet/>
      <dgm:spPr/>
      <dgm:t>
        <a:bodyPr/>
        <a:lstStyle/>
        <a:p>
          <a:r>
            <a:rPr lang="en-US"/>
            <a:t>Prevention and control of locally endemic diseases like malaria, kala-azar, Japanese encephalitis etc. (essential).</a:t>
          </a:r>
        </a:p>
      </dgm:t>
    </dgm:pt>
    <dgm:pt modelId="{B2238A2D-3877-4F79-A10F-8818AB7C1078}" type="parTrans" cxnId="{B0560227-9A7E-4D43-A425-50CE20DFFA58}">
      <dgm:prSet/>
      <dgm:spPr/>
      <dgm:t>
        <a:bodyPr/>
        <a:lstStyle/>
        <a:p>
          <a:endParaRPr lang="en-US"/>
        </a:p>
      </dgm:t>
    </dgm:pt>
    <dgm:pt modelId="{5628662C-9817-4506-9A5B-941F1B003C6F}" type="sibTrans" cxnId="{B0560227-9A7E-4D43-A425-50CE20DFFA58}">
      <dgm:prSet/>
      <dgm:spPr/>
      <dgm:t>
        <a:bodyPr/>
        <a:lstStyle/>
        <a:p>
          <a:endParaRPr lang="en-US"/>
        </a:p>
      </dgm:t>
    </dgm:pt>
    <dgm:pt modelId="{434CBF1A-6B4E-4824-8512-51AC37F6EF45}">
      <dgm:prSet/>
      <dgm:spPr/>
      <dgm:t>
        <a:bodyPr/>
        <a:lstStyle/>
        <a:p>
          <a:r>
            <a:rPr lang="en-US"/>
            <a:t>Collection and reporting of vital events (essential).</a:t>
          </a:r>
        </a:p>
      </dgm:t>
    </dgm:pt>
    <dgm:pt modelId="{874D5C5B-2F21-43A6-8A34-DE0F7C25D269}" type="parTrans" cxnId="{1C8922F7-07CB-4932-A513-FF1F6D540419}">
      <dgm:prSet/>
      <dgm:spPr/>
      <dgm:t>
        <a:bodyPr/>
        <a:lstStyle/>
        <a:p>
          <a:endParaRPr lang="en-US"/>
        </a:p>
      </dgm:t>
    </dgm:pt>
    <dgm:pt modelId="{7938D529-00B6-4606-8D14-A2E5D251E0CA}" type="sibTrans" cxnId="{1C8922F7-07CB-4932-A513-FF1F6D540419}">
      <dgm:prSet/>
      <dgm:spPr/>
      <dgm:t>
        <a:bodyPr/>
        <a:lstStyle/>
        <a:p>
          <a:endParaRPr lang="en-US"/>
        </a:p>
      </dgm:t>
    </dgm:pt>
    <dgm:pt modelId="{9628DF72-4559-4A5B-86FE-FF9E3F51F4EE}">
      <dgm:prSet/>
      <dgm:spPr/>
      <dgm:t>
        <a:bodyPr/>
        <a:lstStyle/>
        <a:p>
          <a:r>
            <a:rPr lang="en-US"/>
            <a:t>Health education and behavioural change communication (essential).</a:t>
          </a:r>
        </a:p>
      </dgm:t>
    </dgm:pt>
    <dgm:pt modelId="{31F197F8-BBEF-41F6-A76E-1464E7547769}" type="parTrans" cxnId="{EE69056A-DACC-4F86-986B-0A6B0DDF63BD}">
      <dgm:prSet/>
      <dgm:spPr/>
      <dgm:t>
        <a:bodyPr/>
        <a:lstStyle/>
        <a:p>
          <a:endParaRPr lang="en-US"/>
        </a:p>
      </dgm:t>
    </dgm:pt>
    <dgm:pt modelId="{3209B1D6-E40F-4C60-BC2D-98992437A9A5}" type="sibTrans" cxnId="{EE69056A-DACC-4F86-986B-0A6B0DDF63BD}">
      <dgm:prSet/>
      <dgm:spPr/>
      <dgm:t>
        <a:bodyPr/>
        <a:lstStyle/>
        <a:p>
          <a:endParaRPr lang="en-US"/>
        </a:p>
      </dgm:t>
    </dgm:pt>
    <dgm:pt modelId="{8BE1B4FC-662F-4246-BC1F-7FA391DF791A}">
      <dgm:prSet/>
      <dgm:spPr/>
      <dgm:t>
        <a:bodyPr/>
        <a:lstStyle/>
        <a:p>
          <a:r>
            <a:rPr lang="en-US"/>
            <a:t>Promotion of sanitation including use of toilet and appropriate garbage disposal.</a:t>
          </a:r>
        </a:p>
      </dgm:t>
    </dgm:pt>
    <dgm:pt modelId="{B91994A3-5DAF-4A3E-AEC1-3C5DCFDEE4CC}" type="parTrans" cxnId="{6DEC7FBA-56CA-47CF-AF79-BD64486BF4C9}">
      <dgm:prSet/>
      <dgm:spPr/>
      <dgm:t>
        <a:bodyPr/>
        <a:lstStyle/>
        <a:p>
          <a:endParaRPr lang="en-US"/>
        </a:p>
      </dgm:t>
    </dgm:pt>
    <dgm:pt modelId="{3A11CB94-604F-4DDA-A688-61F8DA5BB363}" type="sibTrans" cxnId="{6DEC7FBA-56CA-47CF-AF79-BD64486BF4C9}">
      <dgm:prSet/>
      <dgm:spPr/>
      <dgm:t>
        <a:bodyPr/>
        <a:lstStyle/>
        <a:p>
          <a:endParaRPr lang="en-US"/>
        </a:p>
      </dgm:t>
    </dgm:pt>
    <dgm:pt modelId="{16EC9C64-A450-4B3C-9CE0-35228A304C80}">
      <dgm:prSet/>
      <dgm:spPr/>
      <dgm:t>
        <a:bodyPr/>
        <a:lstStyle/>
        <a:p>
          <a:r>
            <a:rPr lang="en-US"/>
            <a:t>Testing of water quality and disinfection of water sources.</a:t>
          </a:r>
        </a:p>
      </dgm:t>
    </dgm:pt>
    <dgm:pt modelId="{8AB97CBF-231B-46A0-9A30-E03CF2E45063}" type="parTrans" cxnId="{57C5F8AE-7D76-4719-AC85-FA2C0EA24667}">
      <dgm:prSet/>
      <dgm:spPr/>
      <dgm:t>
        <a:bodyPr/>
        <a:lstStyle/>
        <a:p>
          <a:endParaRPr lang="en-US"/>
        </a:p>
      </dgm:t>
    </dgm:pt>
    <dgm:pt modelId="{986BCCAC-ADAE-4D05-A834-C4482A2CEA27}" type="sibTrans" cxnId="{57C5F8AE-7D76-4719-AC85-FA2C0EA24667}">
      <dgm:prSet/>
      <dgm:spPr/>
      <dgm:t>
        <a:bodyPr/>
        <a:lstStyle/>
        <a:p>
          <a:endParaRPr lang="en-US"/>
        </a:p>
      </dgm:t>
    </dgm:pt>
    <dgm:pt modelId="{AA9F5AA1-CC18-45CB-8F02-C3A8B708C2EE}" type="pres">
      <dgm:prSet presAssocID="{8B41E91D-4944-427A-8592-5F0B8C9E0A44}" presName="linear" presStyleCnt="0">
        <dgm:presLayoutVars>
          <dgm:animLvl val="lvl"/>
          <dgm:resizeHandles val="exact"/>
        </dgm:presLayoutVars>
      </dgm:prSet>
      <dgm:spPr/>
    </dgm:pt>
    <dgm:pt modelId="{11B46411-55C7-4C4F-92D8-E045B06FDB88}" type="pres">
      <dgm:prSet presAssocID="{80BCCC50-3761-40A3-A2A1-FF2022F157F4}" presName="parentText" presStyleLbl="node1" presStyleIdx="0" presStyleCnt="5">
        <dgm:presLayoutVars>
          <dgm:chMax val="0"/>
          <dgm:bulletEnabled val="1"/>
        </dgm:presLayoutVars>
      </dgm:prSet>
      <dgm:spPr/>
    </dgm:pt>
    <dgm:pt modelId="{433DD924-F5D7-43C3-9024-6E8EEB834AFD}" type="pres">
      <dgm:prSet presAssocID="{5628662C-9817-4506-9A5B-941F1B003C6F}" presName="spacer" presStyleCnt="0"/>
      <dgm:spPr/>
    </dgm:pt>
    <dgm:pt modelId="{46AC919C-FD5F-4F6D-9E1A-ACB3DC65663C}" type="pres">
      <dgm:prSet presAssocID="{434CBF1A-6B4E-4824-8512-51AC37F6EF45}" presName="parentText" presStyleLbl="node1" presStyleIdx="1" presStyleCnt="5">
        <dgm:presLayoutVars>
          <dgm:chMax val="0"/>
          <dgm:bulletEnabled val="1"/>
        </dgm:presLayoutVars>
      </dgm:prSet>
      <dgm:spPr/>
    </dgm:pt>
    <dgm:pt modelId="{A9BCE126-200E-4F39-9E1B-9D5CAA10C30F}" type="pres">
      <dgm:prSet presAssocID="{7938D529-00B6-4606-8D14-A2E5D251E0CA}" presName="spacer" presStyleCnt="0"/>
      <dgm:spPr/>
    </dgm:pt>
    <dgm:pt modelId="{6B20F682-74DB-46DC-A78D-B6C31C14D0D9}" type="pres">
      <dgm:prSet presAssocID="{9628DF72-4559-4A5B-86FE-FF9E3F51F4EE}" presName="parentText" presStyleLbl="node1" presStyleIdx="2" presStyleCnt="5">
        <dgm:presLayoutVars>
          <dgm:chMax val="0"/>
          <dgm:bulletEnabled val="1"/>
        </dgm:presLayoutVars>
      </dgm:prSet>
      <dgm:spPr/>
    </dgm:pt>
    <dgm:pt modelId="{ADCB9434-AA06-463D-9358-5285CA268E4A}" type="pres">
      <dgm:prSet presAssocID="{3209B1D6-E40F-4C60-BC2D-98992437A9A5}" presName="spacer" presStyleCnt="0"/>
      <dgm:spPr/>
    </dgm:pt>
    <dgm:pt modelId="{8536FE37-C9B7-4F6B-949E-40DA3297E2C4}" type="pres">
      <dgm:prSet presAssocID="{8BE1B4FC-662F-4246-BC1F-7FA391DF791A}" presName="parentText" presStyleLbl="node1" presStyleIdx="3" presStyleCnt="5">
        <dgm:presLayoutVars>
          <dgm:chMax val="0"/>
          <dgm:bulletEnabled val="1"/>
        </dgm:presLayoutVars>
      </dgm:prSet>
      <dgm:spPr/>
    </dgm:pt>
    <dgm:pt modelId="{10833C50-8561-44AB-A978-E7BD4D4D950E}" type="pres">
      <dgm:prSet presAssocID="{3A11CB94-604F-4DDA-A688-61F8DA5BB363}" presName="spacer" presStyleCnt="0"/>
      <dgm:spPr/>
    </dgm:pt>
    <dgm:pt modelId="{2ADB70C6-C845-481D-BCDF-30449B62AE1D}" type="pres">
      <dgm:prSet presAssocID="{16EC9C64-A450-4B3C-9CE0-35228A304C80}" presName="parentText" presStyleLbl="node1" presStyleIdx="4" presStyleCnt="5">
        <dgm:presLayoutVars>
          <dgm:chMax val="0"/>
          <dgm:bulletEnabled val="1"/>
        </dgm:presLayoutVars>
      </dgm:prSet>
      <dgm:spPr/>
    </dgm:pt>
  </dgm:ptLst>
  <dgm:cxnLst>
    <dgm:cxn modelId="{B0560227-9A7E-4D43-A425-50CE20DFFA58}" srcId="{8B41E91D-4944-427A-8592-5F0B8C9E0A44}" destId="{80BCCC50-3761-40A3-A2A1-FF2022F157F4}" srcOrd="0" destOrd="0" parTransId="{B2238A2D-3877-4F79-A10F-8818AB7C1078}" sibTransId="{5628662C-9817-4506-9A5B-941F1B003C6F}"/>
    <dgm:cxn modelId="{3CC6FD67-D803-4AA3-9751-8BB7DED76DA0}" type="presOf" srcId="{16EC9C64-A450-4B3C-9CE0-35228A304C80}" destId="{2ADB70C6-C845-481D-BCDF-30449B62AE1D}" srcOrd="0" destOrd="0" presId="urn:microsoft.com/office/officeart/2005/8/layout/vList2"/>
    <dgm:cxn modelId="{684AA048-ABE0-44F1-A02E-A5B891C545CE}" type="presOf" srcId="{8BE1B4FC-662F-4246-BC1F-7FA391DF791A}" destId="{8536FE37-C9B7-4F6B-949E-40DA3297E2C4}" srcOrd="0" destOrd="0" presId="urn:microsoft.com/office/officeart/2005/8/layout/vList2"/>
    <dgm:cxn modelId="{EE69056A-DACC-4F86-986B-0A6B0DDF63BD}" srcId="{8B41E91D-4944-427A-8592-5F0B8C9E0A44}" destId="{9628DF72-4559-4A5B-86FE-FF9E3F51F4EE}" srcOrd="2" destOrd="0" parTransId="{31F197F8-BBEF-41F6-A76E-1464E7547769}" sibTransId="{3209B1D6-E40F-4C60-BC2D-98992437A9A5}"/>
    <dgm:cxn modelId="{32073656-CA62-4FAB-8E39-17B217A8BA0D}" type="presOf" srcId="{8B41E91D-4944-427A-8592-5F0B8C9E0A44}" destId="{AA9F5AA1-CC18-45CB-8F02-C3A8B708C2EE}" srcOrd="0" destOrd="0" presId="urn:microsoft.com/office/officeart/2005/8/layout/vList2"/>
    <dgm:cxn modelId="{240B6A57-B148-4F24-9E05-BD9BC2CCD385}" type="presOf" srcId="{80BCCC50-3761-40A3-A2A1-FF2022F157F4}" destId="{11B46411-55C7-4C4F-92D8-E045B06FDB88}" srcOrd="0" destOrd="0" presId="urn:microsoft.com/office/officeart/2005/8/layout/vList2"/>
    <dgm:cxn modelId="{0C27D198-D300-46D1-AAC9-95BE48D441D0}" type="presOf" srcId="{434CBF1A-6B4E-4824-8512-51AC37F6EF45}" destId="{46AC919C-FD5F-4F6D-9E1A-ACB3DC65663C}" srcOrd="0" destOrd="0" presId="urn:microsoft.com/office/officeart/2005/8/layout/vList2"/>
    <dgm:cxn modelId="{57C5F8AE-7D76-4719-AC85-FA2C0EA24667}" srcId="{8B41E91D-4944-427A-8592-5F0B8C9E0A44}" destId="{16EC9C64-A450-4B3C-9CE0-35228A304C80}" srcOrd="4" destOrd="0" parTransId="{8AB97CBF-231B-46A0-9A30-E03CF2E45063}" sibTransId="{986BCCAC-ADAE-4D05-A834-C4482A2CEA27}"/>
    <dgm:cxn modelId="{634680B4-5606-4163-88F5-1C640FBE7477}" type="presOf" srcId="{9628DF72-4559-4A5B-86FE-FF9E3F51F4EE}" destId="{6B20F682-74DB-46DC-A78D-B6C31C14D0D9}" srcOrd="0" destOrd="0" presId="urn:microsoft.com/office/officeart/2005/8/layout/vList2"/>
    <dgm:cxn modelId="{6DEC7FBA-56CA-47CF-AF79-BD64486BF4C9}" srcId="{8B41E91D-4944-427A-8592-5F0B8C9E0A44}" destId="{8BE1B4FC-662F-4246-BC1F-7FA391DF791A}" srcOrd="3" destOrd="0" parTransId="{B91994A3-5DAF-4A3E-AEC1-3C5DCFDEE4CC}" sibTransId="{3A11CB94-604F-4DDA-A688-61F8DA5BB363}"/>
    <dgm:cxn modelId="{1C8922F7-07CB-4932-A513-FF1F6D540419}" srcId="{8B41E91D-4944-427A-8592-5F0B8C9E0A44}" destId="{434CBF1A-6B4E-4824-8512-51AC37F6EF45}" srcOrd="1" destOrd="0" parTransId="{874D5C5B-2F21-43A6-8A34-DE0F7C25D269}" sibTransId="{7938D529-00B6-4606-8D14-A2E5D251E0CA}"/>
    <dgm:cxn modelId="{014C7286-D337-471D-A7D3-34A9697C15C0}" type="presParOf" srcId="{AA9F5AA1-CC18-45CB-8F02-C3A8B708C2EE}" destId="{11B46411-55C7-4C4F-92D8-E045B06FDB88}" srcOrd="0" destOrd="0" presId="urn:microsoft.com/office/officeart/2005/8/layout/vList2"/>
    <dgm:cxn modelId="{1FB819C5-1409-487A-93B9-F89CA61C8F09}" type="presParOf" srcId="{AA9F5AA1-CC18-45CB-8F02-C3A8B708C2EE}" destId="{433DD924-F5D7-43C3-9024-6E8EEB834AFD}" srcOrd="1" destOrd="0" presId="urn:microsoft.com/office/officeart/2005/8/layout/vList2"/>
    <dgm:cxn modelId="{0B1564A3-DF31-4FAA-A2E2-D1D3FB97435B}" type="presParOf" srcId="{AA9F5AA1-CC18-45CB-8F02-C3A8B708C2EE}" destId="{46AC919C-FD5F-4F6D-9E1A-ACB3DC65663C}" srcOrd="2" destOrd="0" presId="urn:microsoft.com/office/officeart/2005/8/layout/vList2"/>
    <dgm:cxn modelId="{57DB4FAB-1844-40BF-88E5-E48BDB30B9D8}" type="presParOf" srcId="{AA9F5AA1-CC18-45CB-8F02-C3A8B708C2EE}" destId="{A9BCE126-200E-4F39-9E1B-9D5CAA10C30F}" srcOrd="3" destOrd="0" presId="urn:microsoft.com/office/officeart/2005/8/layout/vList2"/>
    <dgm:cxn modelId="{B6A7BD39-66A1-4E84-BC1E-7F1F99C43551}" type="presParOf" srcId="{AA9F5AA1-CC18-45CB-8F02-C3A8B708C2EE}" destId="{6B20F682-74DB-46DC-A78D-B6C31C14D0D9}" srcOrd="4" destOrd="0" presId="urn:microsoft.com/office/officeart/2005/8/layout/vList2"/>
    <dgm:cxn modelId="{16470103-C3E4-40E6-9A0B-D63D6A959303}" type="presParOf" srcId="{AA9F5AA1-CC18-45CB-8F02-C3A8B708C2EE}" destId="{ADCB9434-AA06-463D-9358-5285CA268E4A}" srcOrd="5" destOrd="0" presId="urn:microsoft.com/office/officeart/2005/8/layout/vList2"/>
    <dgm:cxn modelId="{4AE3651E-74EE-4FE6-8C74-F051119BED68}" type="presParOf" srcId="{AA9F5AA1-CC18-45CB-8F02-C3A8B708C2EE}" destId="{8536FE37-C9B7-4F6B-949E-40DA3297E2C4}" srcOrd="6" destOrd="0" presId="urn:microsoft.com/office/officeart/2005/8/layout/vList2"/>
    <dgm:cxn modelId="{9BF4F391-07DB-4C39-95B9-BA5230F2C82A}" type="presParOf" srcId="{AA9F5AA1-CC18-45CB-8F02-C3A8B708C2EE}" destId="{10833C50-8561-44AB-A978-E7BD4D4D950E}" srcOrd="7" destOrd="0" presId="urn:microsoft.com/office/officeart/2005/8/layout/vList2"/>
    <dgm:cxn modelId="{4F1322D7-397A-4D28-B544-0952D20A44AC}" type="presParOf" srcId="{AA9F5AA1-CC18-45CB-8F02-C3A8B708C2EE}" destId="{2ADB70C6-C845-481D-BCDF-30449B62AE1D}"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4B10853E-649A-4841-93DE-357AFFBE0338}" type="doc">
      <dgm:prSet loTypeId="urn:microsoft.com/office/officeart/2005/8/layout/vList2" loCatId="list" qsTypeId="urn:microsoft.com/office/officeart/2005/8/quickstyle/simple4" qsCatId="simple" csTypeId="urn:microsoft.com/office/officeart/2005/8/colors/colorful2" csCatId="colorful"/>
      <dgm:spPr/>
      <dgm:t>
        <a:bodyPr/>
        <a:lstStyle/>
        <a:p>
          <a:endParaRPr lang="en-US"/>
        </a:p>
      </dgm:t>
    </dgm:pt>
    <dgm:pt modelId="{8DE49FD0-7A3C-47FC-9F1E-C622E8CC3F9C}">
      <dgm:prSet/>
      <dgm:spPr/>
      <dgm:t>
        <a:bodyPr/>
        <a:lstStyle/>
        <a:p>
          <a:r>
            <a:rPr lang="en-US"/>
            <a:t>Physical Medicine and Rehabilitation (PMR) services.</a:t>
          </a:r>
        </a:p>
      </dgm:t>
    </dgm:pt>
    <dgm:pt modelId="{4F87C172-CC2D-431E-94B1-7861130B7BBB}" type="parTrans" cxnId="{D1ED08E2-0BDD-45CE-863A-958C23C8BB6F}">
      <dgm:prSet/>
      <dgm:spPr/>
      <dgm:t>
        <a:bodyPr/>
        <a:lstStyle/>
        <a:p>
          <a:endParaRPr lang="en-US"/>
        </a:p>
      </dgm:t>
    </dgm:pt>
    <dgm:pt modelId="{2E5AB0B9-AB9E-4007-B9B6-A34C22307DA9}" type="sibTrans" cxnId="{D1ED08E2-0BDD-45CE-863A-958C23C8BB6F}">
      <dgm:prSet/>
      <dgm:spPr/>
      <dgm:t>
        <a:bodyPr/>
        <a:lstStyle/>
        <a:p>
          <a:endParaRPr lang="en-US"/>
        </a:p>
      </dgm:t>
    </dgm:pt>
    <dgm:pt modelId="{A8F60010-031A-4B1F-95F3-87897350C26F}">
      <dgm:prSet/>
      <dgm:spPr/>
      <dgm:t>
        <a:bodyPr/>
        <a:lstStyle/>
        <a:p>
          <a:r>
            <a:rPr lang="en-US"/>
            <a:t>Primary prevention of disabilities;</a:t>
          </a:r>
        </a:p>
      </dgm:t>
    </dgm:pt>
    <dgm:pt modelId="{3A3E74E1-4F53-4C71-88F8-901CC12F4181}" type="parTrans" cxnId="{0E07DC30-2C39-4104-B26C-0340F4D628A3}">
      <dgm:prSet/>
      <dgm:spPr/>
      <dgm:t>
        <a:bodyPr/>
        <a:lstStyle/>
        <a:p>
          <a:endParaRPr lang="en-US"/>
        </a:p>
      </dgm:t>
    </dgm:pt>
    <dgm:pt modelId="{1B49516E-AA76-4E34-AB38-64472C7E6899}" type="sibTrans" cxnId="{0E07DC30-2C39-4104-B26C-0340F4D628A3}">
      <dgm:prSet/>
      <dgm:spPr/>
      <dgm:t>
        <a:bodyPr/>
        <a:lstStyle/>
        <a:p>
          <a:endParaRPr lang="en-US"/>
        </a:p>
      </dgm:t>
    </dgm:pt>
    <dgm:pt modelId="{EC979A52-ED99-4842-83DA-693E93B768DD}">
      <dgm:prSet/>
      <dgm:spPr/>
      <dgm:t>
        <a:bodyPr/>
        <a:lstStyle/>
        <a:p>
          <a:r>
            <a:rPr lang="en-US"/>
            <a:t>Screening, early identification and detection;</a:t>
          </a:r>
        </a:p>
      </dgm:t>
    </dgm:pt>
    <dgm:pt modelId="{15A5143B-8BAA-4344-BD84-276112EA7CFD}" type="parTrans" cxnId="{9543E70F-0F3C-4195-ADAF-F3076B9350D9}">
      <dgm:prSet/>
      <dgm:spPr/>
      <dgm:t>
        <a:bodyPr/>
        <a:lstStyle/>
        <a:p>
          <a:endParaRPr lang="en-US"/>
        </a:p>
      </dgm:t>
    </dgm:pt>
    <dgm:pt modelId="{C6862DA1-8D02-47A5-B318-4EA825317ABF}" type="sibTrans" cxnId="{9543E70F-0F3C-4195-ADAF-F3076B9350D9}">
      <dgm:prSet/>
      <dgm:spPr/>
      <dgm:t>
        <a:bodyPr/>
        <a:lstStyle/>
        <a:p>
          <a:endParaRPr lang="en-US"/>
        </a:p>
      </dgm:t>
    </dgm:pt>
    <dgm:pt modelId="{4E1E1197-69F3-4AAA-A214-B1B5749C8006}">
      <dgm:prSet/>
      <dgm:spPr/>
      <dgm:t>
        <a:bodyPr/>
        <a:lstStyle/>
        <a:p>
          <a:r>
            <a:rPr lang="en-US"/>
            <a:t>Counselling; and</a:t>
          </a:r>
        </a:p>
      </dgm:t>
    </dgm:pt>
    <dgm:pt modelId="{40588FDF-1F35-44F0-B884-4E9EEEFADFDD}" type="parTrans" cxnId="{EFF60878-0BB8-4958-AB1C-18402D31DA2E}">
      <dgm:prSet/>
      <dgm:spPr/>
      <dgm:t>
        <a:bodyPr/>
        <a:lstStyle/>
        <a:p>
          <a:endParaRPr lang="en-US"/>
        </a:p>
      </dgm:t>
    </dgm:pt>
    <dgm:pt modelId="{F1DAE6A6-EDEC-4F70-93DF-3EE8DE074D6A}" type="sibTrans" cxnId="{EFF60878-0BB8-4958-AB1C-18402D31DA2E}">
      <dgm:prSet/>
      <dgm:spPr/>
      <dgm:t>
        <a:bodyPr/>
        <a:lstStyle/>
        <a:p>
          <a:endParaRPr lang="en-US"/>
        </a:p>
      </dgm:t>
    </dgm:pt>
    <dgm:pt modelId="{785EC616-DDF1-4C26-BAE0-CC487D4B7D80}">
      <dgm:prSet/>
      <dgm:spPr/>
      <dgm:t>
        <a:bodyPr/>
        <a:lstStyle/>
        <a:p>
          <a:r>
            <a:rPr lang="en-US"/>
            <a:t>Issue of disability certificate.</a:t>
          </a:r>
        </a:p>
      </dgm:t>
    </dgm:pt>
    <dgm:pt modelId="{C3E57E29-8BDC-40AA-ADC2-6E96A50113C2}" type="parTrans" cxnId="{22A33AD2-10B4-430B-9F2E-4DB9CAEF2D3C}">
      <dgm:prSet/>
      <dgm:spPr/>
      <dgm:t>
        <a:bodyPr/>
        <a:lstStyle/>
        <a:p>
          <a:endParaRPr lang="en-US"/>
        </a:p>
      </dgm:t>
    </dgm:pt>
    <dgm:pt modelId="{337D7ECE-523B-4B1D-AD5B-83971D3B9E00}" type="sibTrans" cxnId="{22A33AD2-10B4-430B-9F2E-4DB9CAEF2D3C}">
      <dgm:prSet/>
      <dgm:spPr/>
      <dgm:t>
        <a:bodyPr/>
        <a:lstStyle/>
        <a:p>
          <a:endParaRPr lang="en-US"/>
        </a:p>
      </dgm:t>
    </dgm:pt>
    <dgm:pt modelId="{3A3ACB09-3B40-402B-B1EF-35C5B057F004}">
      <dgm:prSet/>
      <dgm:spPr/>
      <dgm:t>
        <a:bodyPr/>
        <a:lstStyle/>
        <a:p>
          <a:r>
            <a:rPr lang="en-US"/>
            <a:t>Maternal Death Review (MDR).</a:t>
          </a:r>
          <a:br>
            <a:rPr lang="en-US"/>
          </a:br>
          <a:r>
            <a:rPr lang="en-US"/>
            <a:t>Desirable: </a:t>
          </a:r>
        </a:p>
      </dgm:t>
    </dgm:pt>
    <dgm:pt modelId="{2FA91EEE-2DA9-4DAE-8995-9A7B509191E0}" type="parTrans" cxnId="{46BADA7B-FE65-438E-8D4B-38F41885F1C2}">
      <dgm:prSet/>
      <dgm:spPr/>
      <dgm:t>
        <a:bodyPr/>
        <a:lstStyle/>
        <a:p>
          <a:endParaRPr lang="en-US"/>
        </a:p>
      </dgm:t>
    </dgm:pt>
    <dgm:pt modelId="{C34353D2-FC88-43ED-80FB-5B12CAF5E437}" type="sibTrans" cxnId="{46BADA7B-FE65-438E-8D4B-38F41885F1C2}">
      <dgm:prSet/>
      <dgm:spPr/>
      <dgm:t>
        <a:bodyPr/>
        <a:lstStyle/>
        <a:p>
          <a:endParaRPr lang="en-US"/>
        </a:p>
      </dgm:t>
    </dgm:pt>
    <dgm:pt modelId="{BCD55DA5-F0E4-4CFB-B384-26245CA0AC25}">
      <dgm:prSet/>
      <dgm:spPr/>
      <dgm:t>
        <a:bodyPr/>
        <a:lstStyle/>
        <a:p>
          <a:r>
            <a:rPr lang="en-US"/>
            <a:t>Facility based MDR shall be conducted at the PHC.</a:t>
          </a:r>
        </a:p>
      </dgm:t>
    </dgm:pt>
    <dgm:pt modelId="{28FC6128-4FA4-4425-B590-6BEE0A06FCFD}" type="parTrans" cxnId="{7F59679E-3FB9-495F-9383-2B8F4280F115}">
      <dgm:prSet/>
      <dgm:spPr/>
      <dgm:t>
        <a:bodyPr/>
        <a:lstStyle/>
        <a:p>
          <a:endParaRPr lang="en-US"/>
        </a:p>
      </dgm:t>
    </dgm:pt>
    <dgm:pt modelId="{EC051912-ED7C-4100-8752-BD72DC237068}" type="sibTrans" cxnId="{7F59679E-3FB9-495F-9383-2B8F4280F115}">
      <dgm:prSet/>
      <dgm:spPr/>
      <dgm:t>
        <a:bodyPr/>
        <a:lstStyle/>
        <a:p>
          <a:endParaRPr lang="en-US"/>
        </a:p>
      </dgm:t>
    </dgm:pt>
    <dgm:pt modelId="{E6C3FD90-EAD9-459C-822B-08C0B121B114}">
      <dgm:prSet/>
      <dgm:spPr/>
      <dgm:t>
        <a:bodyPr/>
        <a:lstStyle/>
        <a:p>
          <a:r>
            <a:rPr lang="en-US"/>
            <a:t>Functional Linkages with sub-centres</a:t>
          </a:r>
        </a:p>
      </dgm:t>
    </dgm:pt>
    <dgm:pt modelId="{BAED5A0D-1BF0-4507-BC6E-23DAD8821048}" type="parTrans" cxnId="{127D87EF-48EF-4D6C-BEB7-90AE540C92A0}">
      <dgm:prSet/>
      <dgm:spPr/>
      <dgm:t>
        <a:bodyPr/>
        <a:lstStyle/>
        <a:p>
          <a:endParaRPr lang="en-US"/>
        </a:p>
      </dgm:t>
    </dgm:pt>
    <dgm:pt modelId="{35CE4BB6-E182-4440-9267-F639060F195E}" type="sibTrans" cxnId="{127D87EF-48EF-4D6C-BEB7-90AE540C92A0}">
      <dgm:prSet/>
      <dgm:spPr/>
      <dgm:t>
        <a:bodyPr/>
        <a:lstStyle/>
        <a:p>
          <a:endParaRPr lang="en-US"/>
        </a:p>
      </dgm:t>
    </dgm:pt>
    <dgm:pt modelId="{93A7075D-1FE9-4C5A-9833-ABC6C621D65D}" type="pres">
      <dgm:prSet presAssocID="{4B10853E-649A-4841-93DE-357AFFBE0338}" presName="linear" presStyleCnt="0">
        <dgm:presLayoutVars>
          <dgm:animLvl val="lvl"/>
          <dgm:resizeHandles val="exact"/>
        </dgm:presLayoutVars>
      </dgm:prSet>
      <dgm:spPr/>
    </dgm:pt>
    <dgm:pt modelId="{B2D29E61-1FB2-41EB-A96E-BB59CA6346FC}" type="pres">
      <dgm:prSet presAssocID="{8DE49FD0-7A3C-47FC-9F1E-C622E8CC3F9C}" presName="parentText" presStyleLbl="node1" presStyleIdx="0" presStyleCnt="3">
        <dgm:presLayoutVars>
          <dgm:chMax val="0"/>
          <dgm:bulletEnabled val="1"/>
        </dgm:presLayoutVars>
      </dgm:prSet>
      <dgm:spPr/>
    </dgm:pt>
    <dgm:pt modelId="{2A3AD103-B8AC-4BF8-90EA-D15A2E75B919}" type="pres">
      <dgm:prSet presAssocID="{8DE49FD0-7A3C-47FC-9F1E-C622E8CC3F9C}" presName="childText" presStyleLbl="revTx" presStyleIdx="0" presStyleCnt="2">
        <dgm:presLayoutVars>
          <dgm:bulletEnabled val="1"/>
        </dgm:presLayoutVars>
      </dgm:prSet>
      <dgm:spPr/>
    </dgm:pt>
    <dgm:pt modelId="{9FC8F795-C1D2-4406-8D4D-FC125300B7EB}" type="pres">
      <dgm:prSet presAssocID="{3A3ACB09-3B40-402B-B1EF-35C5B057F004}" presName="parentText" presStyleLbl="node1" presStyleIdx="1" presStyleCnt="3">
        <dgm:presLayoutVars>
          <dgm:chMax val="0"/>
          <dgm:bulletEnabled val="1"/>
        </dgm:presLayoutVars>
      </dgm:prSet>
      <dgm:spPr/>
    </dgm:pt>
    <dgm:pt modelId="{A4CE2378-42D4-4D09-AF5C-8B09612E7FB1}" type="pres">
      <dgm:prSet presAssocID="{3A3ACB09-3B40-402B-B1EF-35C5B057F004}" presName="childText" presStyleLbl="revTx" presStyleIdx="1" presStyleCnt="2">
        <dgm:presLayoutVars>
          <dgm:bulletEnabled val="1"/>
        </dgm:presLayoutVars>
      </dgm:prSet>
      <dgm:spPr/>
    </dgm:pt>
    <dgm:pt modelId="{AB55CCF0-B469-4BD2-92B5-9DC7ADC621AA}" type="pres">
      <dgm:prSet presAssocID="{E6C3FD90-EAD9-459C-822B-08C0B121B114}" presName="parentText" presStyleLbl="node1" presStyleIdx="2" presStyleCnt="3">
        <dgm:presLayoutVars>
          <dgm:chMax val="0"/>
          <dgm:bulletEnabled val="1"/>
        </dgm:presLayoutVars>
      </dgm:prSet>
      <dgm:spPr/>
    </dgm:pt>
  </dgm:ptLst>
  <dgm:cxnLst>
    <dgm:cxn modelId="{9543E70F-0F3C-4195-ADAF-F3076B9350D9}" srcId="{8DE49FD0-7A3C-47FC-9F1E-C622E8CC3F9C}" destId="{EC979A52-ED99-4842-83DA-693E93B768DD}" srcOrd="1" destOrd="0" parTransId="{15A5143B-8BAA-4344-BD84-276112EA7CFD}" sibTransId="{C6862DA1-8D02-47A5-B318-4EA825317ABF}"/>
    <dgm:cxn modelId="{DF77E411-F38C-40D8-BFD3-94397BC532C4}" type="presOf" srcId="{3A3ACB09-3B40-402B-B1EF-35C5B057F004}" destId="{9FC8F795-C1D2-4406-8D4D-FC125300B7EB}" srcOrd="0" destOrd="0" presId="urn:microsoft.com/office/officeart/2005/8/layout/vList2"/>
    <dgm:cxn modelId="{9A40AA22-547E-4373-AF24-CAB8625DC11C}" type="presOf" srcId="{E6C3FD90-EAD9-459C-822B-08C0B121B114}" destId="{AB55CCF0-B469-4BD2-92B5-9DC7ADC621AA}" srcOrd="0" destOrd="0" presId="urn:microsoft.com/office/officeart/2005/8/layout/vList2"/>
    <dgm:cxn modelId="{0E07DC30-2C39-4104-B26C-0340F4D628A3}" srcId="{8DE49FD0-7A3C-47FC-9F1E-C622E8CC3F9C}" destId="{A8F60010-031A-4B1F-95F3-87897350C26F}" srcOrd="0" destOrd="0" parTransId="{3A3E74E1-4F53-4C71-88F8-901CC12F4181}" sibTransId="{1B49516E-AA76-4E34-AB38-64472C7E6899}"/>
    <dgm:cxn modelId="{F13B9E6A-D8EA-4471-8C3B-D424B8BE1942}" type="presOf" srcId="{8DE49FD0-7A3C-47FC-9F1E-C622E8CC3F9C}" destId="{B2D29E61-1FB2-41EB-A96E-BB59CA6346FC}" srcOrd="0" destOrd="0" presId="urn:microsoft.com/office/officeart/2005/8/layout/vList2"/>
    <dgm:cxn modelId="{9EE7426D-8DAE-4243-8556-8D8A2EA22780}" type="presOf" srcId="{785EC616-DDF1-4C26-BAE0-CC487D4B7D80}" destId="{2A3AD103-B8AC-4BF8-90EA-D15A2E75B919}" srcOrd="0" destOrd="3" presId="urn:microsoft.com/office/officeart/2005/8/layout/vList2"/>
    <dgm:cxn modelId="{DF8C0B51-C28C-4CAF-A194-8EBFBBC5E8B6}" type="presOf" srcId="{EC979A52-ED99-4842-83DA-693E93B768DD}" destId="{2A3AD103-B8AC-4BF8-90EA-D15A2E75B919}" srcOrd="0" destOrd="1" presId="urn:microsoft.com/office/officeart/2005/8/layout/vList2"/>
    <dgm:cxn modelId="{EFF60878-0BB8-4958-AB1C-18402D31DA2E}" srcId="{8DE49FD0-7A3C-47FC-9F1E-C622E8CC3F9C}" destId="{4E1E1197-69F3-4AAA-A214-B1B5749C8006}" srcOrd="2" destOrd="0" parTransId="{40588FDF-1F35-44F0-B884-4E9EEEFADFDD}" sibTransId="{F1DAE6A6-EDEC-4F70-93DF-3EE8DE074D6A}"/>
    <dgm:cxn modelId="{8B705B7A-FF33-48D9-9B3A-48426A4A4B73}" type="presOf" srcId="{BCD55DA5-F0E4-4CFB-B384-26245CA0AC25}" destId="{A4CE2378-42D4-4D09-AF5C-8B09612E7FB1}" srcOrd="0" destOrd="0" presId="urn:microsoft.com/office/officeart/2005/8/layout/vList2"/>
    <dgm:cxn modelId="{46BADA7B-FE65-438E-8D4B-38F41885F1C2}" srcId="{4B10853E-649A-4841-93DE-357AFFBE0338}" destId="{3A3ACB09-3B40-402B-B1EF-35C5B057F004}" srcOrd="1" destOrd="0" parTransId="{2FA91EEE-2DA9-4DAE-8995-9A7B509191E0}" sibTransId="{C34353D2-FC88-43ED-80FB-5B12CAF5E437}"/>
    <dgm:cxn modelId="{B732EA89-D641-4800-B3F0-7A73377E24FE}" type="presOf" srcId="{4E1E1197-69F3-4AAA-A214-B1B5749C8006}" destId="{2A3AD103-B8AC-4BF8-90EA-D15A2E75B919}" srcOrd="0" destOrd="2" presId="urn:microsoft.com/office/officeart/2005/8/layout/vList2"/>
    <dgm:cxn modelId="{7F59679E-3FB9-495F-9383-2B8F4280F115}" srcId="{3A3ACB09-3B40-402B-B1EF-35C5B057F004}" destId="{BCD55DA5-F0E4-4CFB-B384-26245CA0AC25}" srcOrd="0" destOrd="0" parTransId="{28FC6128-4FA4-4425-B590-6BEE0A06FCFD}" sibTransId="{EC051912-ED7C-4100-8752-BD72DC237068}"/>
    <dgm:cxn modelId="{A7F834C1-D68A-440D-A48E-599EEA1C6311}" type="presOf" srcId="{A8F60010-031A-4B1F-95F3-87897350C26F}" destId="{2A3AD103-B8AC-4BF8-90EA-D15A2E75B919}" srcOrd="0" destOrd="0" presId="urn:microsoft.com/office/officeart/2005/8/layout/vList2"/>
    <dgm:cxn modelId="{B048E0C5-B565-4EDF-8CDD-DD64F0E880CD}" type="presOf" srcId="{4B10853E-649A-4841-93DE-357AFFBE0338}" destId="{93A7075D-1FE9-4C5A-9833-ABC6C621D65D}" srcOrd="0" destOrd="0" presId="urn:microsoft.com/office/officeart/2005/8/layout/vList2"/>
    <dgm:cxn modelId="{22A33AD2-10B4-430B-9F2E-4DB9CAEF2D3C}" srcId="{8DE49FD0-7A3C-47FC-9F1E-C622E8CC3F9C}" destId="{785EC616-DDF1-4C26-BAE0-CC487D4B7D80}" srcOrd="3" destOrd="0" parTransId="{C3E57E29-8BDC-40AA-ADC2-6E96A50113C2}" sibTransId="{337D7ECE-523B-4B1D-AD5B-83971D3B9E00}"/>
    <dgm:cxn modelId="{D1ED08E2-0BDD-45CE-863A-958C23C8BB6F}" srcId="{4B10853E-649A-4841-93DE-357AFFBE0338}" destId="{8DE49FD0-7A3C-47FC-9F1E-C622E8CC3F9C}" srcOrd="0" destOrd="0" parTransId="{4F87C172-CC2D-431E-94B1-7861130B7BBB}" sibTransId="{2E5AB0B9-AB9E-4007-B9B6-A34C22307DA9}"/>
    <dgm:cxn modelId="{127D87EF-48EF-4D6C-BEB7-90AE540C92A0}" srcId="{4B10853E-649A-4841-93DE-357AFFBE0338}" destId="{E6C3FD90-EAD9-459C-822B-08C0B121B114}" srcOrd="2" destOrd="0" parTransId="{BAED5A0D-1BF0-4507-BC6E-23DAD8821048}" sibTransId="{35CE4BB6-E182-4440-9267-F639060F195E}"/>
    <dgm:cxn modelId="{BF877EB0-4C85-4B98-9557-9A19719E495D}" type="presParOf" srcId="{93A7075D-1FE9-4C5A-9833-ABC6C621D65D}" destId="{B2D29E61-1FB2-41EB-A96E-BB59CA6346FC}" srcOrd="0" destOrd="0" presId="urn:microsoft.com/office/officeart/2005/8/layout/vList2"/>
    <dgm:cxn modelId="{0FED59E6-B4FF-4E7B-9123-0048E69CB42A}" type="presParOf" srcId="{93A7075D-1FE9-4C5A-9833-ABC6C621D65D}" destId="{2A3AD103-B8AC-4BF8-90EA-D15A2E75B919}" srcOrd="1" destOrd="0" presId="urn:microsoft.com/office/officeart/2005/8/layout/vList2"/>
    <dgm:cxn modelId="{0CFB4D91-0335-4E3C-8719-DD26FE469EC4}" type="presParOf" srcId="{93A7075D-1FE9-4C5A-9833-ABC6C621D65D}" destId="{9FC8F795-C1D2-4406-8D4D-FC125300B7EB}" srcOrd="2" destOrd="0" presId="urn:microsoft.com/office/officeart/2005/8/layout/vList2"/>
    <dgm:cxn modelId="{FD7313CD-0717-4387-AE88-4065556748E4}" type="presParOf" srcId="{93A7075D-1FE9-4C5A-9833-ABC6C621D65D}" destId="{A4CE2378-42D4-4D09-AF5C-8B09612E7FB1}" srcOrd="3" destOrd="0" presId="urn:microsoft.com/office/officeart/2005/8/layout/vList2"/>
    <dgm:cxn modelId="{83118D3F-F8FC-43AD-925C-4995439116AD}" type="presParOf" srcId="{93A7075D-1FE9-4C5A-9833-ABC6C621D65D}" destId="{AB55CCF0-B469-4BD2-92B5-9DC7ADC621AA}"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6E24E4B-0A36-44DA-96A8-8C0743819397}"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A5512B53-D299-49B8-8527-D60F8531D536}">
      <dgm:prSet/>
      <dgm:spPr/>
      <dgm:t>
        <a:bodyPr/>
        <a:lstStyle/>
        <a:p>
          <a:r>
            <a:rPr lang="en-US" b="1"/>
            <a:t>National Programme for Health Care of Elderly</a:t>
          </a:r>
          <a:endParaRPr lang="en-US"/>
        </a:p>
      </dgm:t>
    </dgm:pt>
    <dgm:pt modelId="{DE5C370A-BF85-447F-AC50-58238921C82B}" type="parTrans" cxnId="{32C1BEB9-2C9D-4B5F-8491-7AB42DBC3C40}">
      <dgm:prSet/>
      <dgm:spPr/>
      <dgm:t>
        <a:bodyPr/>
        <a:lstStyle/>
        <a:p>
          <a:endParaRPr lang="en-US"/>
        </a:p>
      </dgm:t>
    </dgm:pt>
    <dgm:pt modelId="{1353925B-FA1C-4A61-A79B-472B2273101D}" type="sibTrans" cxnId="{32C1BEB9-2C9D-4B5F-8491-7AB42DBC3C40}">
      <dgm:prSet/>
      <dgm:spPr/>
      <dgm:t>
        <a:bodyPr/>
        <a:lstStyle/>
        <a:p>
          <a:endParaRPr lang="en-US"/>
        </a:p>
      </dgm:t>
    </dgm:pt>
    <dgm:pt modelId="{371E278A-63AE-45B8-B540-5D1F51C31BB7}">
      <dgm:prSet/>
      <dgm:spPr/>
      <dgm:t>
        <a:bodyPr/>
        <a:lstStyle/>
        <a:p>
          <a:r>
            <a:rPr lang="en-US" b="1"/>
            <a:t>Desirable:</a:t>
          </a:r>
          <a:endParaRPr lang="en-US"/>
        </a:p>
      </dgm:t>
    </dgm:pt>
    <dgm:pt modelId="{6CED8163-4B82-4651-9D7B-9632106E1975}" type="parTrans" cxnId="{1438AB18-6D19-448D-BEB9-568780195764}">
      <dgm:prSet/>
      <dgm:spPr/>
      <dgm:t>
        <a:bodyPr/>
        <a:lstStyle/>
        <a:p>
          <a:endParaRPr lang="en-US"/>
        </a:p>
      </dgm:t>
    </dgm:pt>
    <dgm:pt modelId="{1DA2DAFC-3625-420E-AC14-9DA07A8A8BCE}" type="sibTrans" cxnId="{1438AB18-6D19-448D-BEB9-568780195764}">
      <dgm:prSet/>
      <dgm:spPr/>
      <dgm:t>
        <a:bodyPr/>
        <a:lstStyle/>
        <a:p>
          <a:endParaRPr lang="en-US"/>
        </a:p>
      </dgm:t>
    </dgm:pt>
    <dgm:pt modelId="{8E02DA62-04C3-4523-883A-0D2809C33446}">
      <dgm:prSet/>
      <dgm:spPr/>
      <dgm:t>
        <a:bodyPr/>
        <a:lstStyle/>
        <a:p>
          <a:r>
            <a:rPr lang="en-US"/>
            <a:t>Medical rehabilitation services</a:t>
          </a:r>
        </a:p>
      </dgm:t>
    </dgm:pt>
    <dgm:pt modelId="{FE5C3E44-1213-4DE3-8953-2133E7FA54A6}" type="parTrans" cxnId="{4205453B-9E3E-400C-BC41-1C86B5EB3CC0}">
      <dgm:prSet/>
      <dgm:spPr/>
      <dgm:t>
        <a:bodyPr/>
        <a:lstStyle/>
        <a:p>
          <a:endParaRPr lang="en-US"/>
        </a:p>
      </dgm:t>
    </dgm:pt>
    <dgm:pt modelId="{BAD5F57C-7DFA-4472-8999-543AF1713A25}" type="sibTrans" cxnId="{4205453B-9E3E-400C-BC41-1C86B5EB3CC0}">
      <dgm:prSet/>
      <dgm:spPr/>
      <dgm:t>
        <a:bodyPr/>
        <a:lstStyle/>
        <a:p>
          <a:endParaRPr lang="en-US"/>
        </a:p>
      </dgm:t>
    </dgm:pt>
    <dgm:pt modelId="{B719E26C-3D4C-44C0-84ED-0116161B039D}">
      <dgm:prSet/>
      <dgm:spPr/>
      <dgm:t>
        <a:bodyPr/>
        <a:lstStyle/>
        <a:p>
          <a:r>
            <a:rPr lang="en-US"/>
            <a:t>Compilation of elderly data from PHC and forwarding the same to district nodal officers</a:t>
          </a:r>
        </a:p>
      </dgm:t>
    </dgm:pt>
    <dgm:pt modelId="{B4E68E0D-C370-480E-8C6A-7AADE68D6FFE}" type="parTrans" cxnId="{A8AE8AFA-3204-408E-B2AF-278C7928C123}">
      <dgm:prSet/>
      <dgm:spPr/>
      <dgm:t>
        <a:bodyPr/>
        <a:lstStyle/>
        <a:p>
          <a:endParaRPr lang="en-US"/>
        </a:p>
      </dgm:t>
    </dgm:pt>
    <dgm:pt modelId="{13D1707E-24EC-4B69-A665-9E1184377CCB}" type="sibTrans" cxnId="{A8AE8AFA-3204-408E-B2AF-278C7928C123}">
      <dgm:prSet/>
      <dgm:spPr/>
      <dgm:t>
        <a:bodyPr/>
        <a:lstStyle/>
        <a:p>
          <a:endParaRPr lang="en-US"/>
        </a:p>
      </dgm:t>
    </dgm:pt>
    <dgm:pt modelId="{1C93ED48-FF6B-406D-A6C4-7AEA1C7B14E6}">
      <dgm:prSet/>
      <dgm:spPr/>
      <dgm:t>
        <a:bodyPr/>
        <a:lstStyle/>
        <a:p>
          <a:r>
            <a:rPr lang="en-US"/>
            <a:t>Visits to the homes of disabled/bed ridden persons by rehabilitation worker on receiving information from PHC/sub-centre</a:t>
          </a:r>
        </a:p>
      </dgm:t>
    </dgm:pt>
    <dgm:pt modelId="{0A298517-7AAE-46C6-9A83-0ECDCF286D0C}" type="parTrans" cxnId="{7BB0B39C-CE7D-4416-913D-72A27B47C39C}">
      <dgm:prSet/>
      <dgm:spPr/>
      <dgm:t>
        <a:bodyPr/>
        <a:lstStyle/>
        <a:p>
          <a:endParaRPr lang="en-US"/>
        </a:p>
      </dgm:t>
    </dgm:pt>
    <dgm:pt modelId="{11FDE24D-5D76-4F60-8323-673A93A32F64}" type="sibTrans" cxnId="{7BB0B39C-CE7D-4416-913D-72A27B47C39C}">
      <dgm:prSet/>
      <dgm:spPr/>
      <dgm:t>
        <a:bodyPr/>
        <a:lstStyle/>
        <a:p>
          <a:endParaRPr lang="en-US"/>
        </a:p>
      </dgm:t>
    </dgm:pt>
    <dgm:pt modelId="{1211D138-82E2-4A64-BA6F-CD92487CCF9B}">
      <dgm:prSet/>
      <dgm:spPr/>
      <dgm:t>
        <a:bodyPr/>
        <a:lstStyle/>
        <a:p>
          <a:r>
            <a:rPr lang="en-US"/>
            <a:t>Geriatric clinic twice a week</a:t>
          </a:r>
        </a:p>
      </dgm:t>
    </dgm:pt>
    <dgm:pt modelId="{DDD0E282-8CDF-46BF-8699-5B62F3E7AA2E}" type="parTrans" cxnId="{1FEC1F47-4E5C-494C-9653-A1BB8C169F5D}">
      <dgm:prSet/>
      <dgm:spPr/>
      <dgm:t>
        <a:bodyPr/>
        <a:lstStyle/>
        <a:p>
          <a:endParaRPr lang="en-US"/>
        </a:p>
      </dgm:t>
    </dgm:pt>
    <dgm:pt modelId="{1ED1B804-FE52-420D-A868-F5F2823CAFBE}" type="sibTrans" cxnId="{1FEC1F47-4E5C-494C-9653-A1BB8C169F5D}">
      <dgm:prSet/>
      <dgm:spPr/>
      <dgm:t>
        <a:bodyPr/>
        <a:lstStyle/>
        <a:p>
          <a:endParaRPr lang="en-US"/>
        </a:p>
      </dgm:t>
    </dgm:pt>
    <dgm:pt modelId="{4B61CDB4-EE4B-4442-9AB1-73A23FE61CC6}" type="pres">
      <dgm:prSet presAssocID="{06E24E4B-0A36-44DA-96A8-8C0743819397}" presName="linear" presStyleCnt="0">
        <dgm:presLayoutVars>
          <dgm:animLvl val="lvl"/>
          <dgm:resizeHandles val="exact"/>
        </dgm:presLayoutVars>
      </dgm:prSet>
      <dgm:spPr/>
    </dgm:pt>
    <dgm:pt modelId="{684D9201-0491-4C5B-BC3F-E26C34CDA834}" type="pres">
      <dgm:prSet presAssocID="{A5512B53-D299-49B8-8527-D60F8531D536}" presName="parentText" presStyleLbl="node1" presStyleIdx="0" presStyleCnt="2">
        <dgm:presLayoutVars>
          <dgm:chMax val="0"/>
          <dgm:bulletEnabled val="1"/>
        </dgm:presLayoutVars>
      </dgm:prSet>
      <dgm:spPr/>
    </dgm:pt>
    <dgm:pt modelId="{00A6F8F6-B98A-4B19-A2D1-50AF958CE523}" type="pres">
      <dgm:prSet presAssocID="{1353925B-FA1C-4A61-A79B-472B2273101D}" presName="spacer" presStyleCnt="0"/>
      <dgm:spPr/>
    </dgm:pt>
    <dgm:pt modelId="{C104A4D2-7FF1-4D8C-B3D3-27C7C4D8903A}" type="pres">
      <dgm:prSet presAssocID="{371E278A-63AE-45B8-B540-5D1F51C31BB7}" presName="parentText" presStyleLbl="node1" presStyleIdx="1" presStyleCnt="2">
        <dgm:presLayoutVars>
          <dgm:chMax val="0"/>
          <dgm:bulletEnabled val="1"/>
        </dgm:presLayoutVars>
      </dgm:prSet>
      <dgm:spPr/>
    </dgm:pt>
    <dgm:pt modelId="{A5551168-0693-4036-B21D-3C319413E9B8}" type="pres">
      <dgm:prSet presAssocID="{371E278A-63AE-45B8-B540-5D1F51C31BB7}" presName="childText" presStyleLbl="revTx" presStyleIdx="0" presStyleCnt="1">
        <dgm:presLayoutVars>
          <dgm:bulletEnabled val="1"/>
        </dgm:presLayoutVars>
      </dgm:prSet>
      <dgm:spPr/>
    </dgm:pt>
  </dgm:ptLst>
  <dgm:cxnLst>
    <dgm:cxn modelId="{330CE410-75B6-481E-B53F-53C6773364CE}" type="presOf" srcId="{A5512B53-D299-49B8-8527-D60F8531D536}" destId="{684D9201-0491-4C5B-BC3F-E26C34CDA834}" srcOrd="0" destOrd="0" presId="urn:microsoft.com/office/officeart/2005/8/layout/vList2"/>
    <dgm:cxn modelId="{1EB66A18-E740-4803-877A-DEEAF8D7B339}" type="presOf" srcId="{1211D138-82E2-4A64-BA6F-CD92487CCF9B}" destId="{A5551168-0693-4036-B21D-3C319413E9B8}" srcOrd="0" destOrd="3" presId="urn:microsoft.com/office/officeart/2005/8/layout/vList2"/>
    <dgm:cxn modelId="{1438AB18-6D19-448D-BEB9-568780195764}" srcId="{06E24E4B-0A36-44DA-96A8-8C0743819397}" destId="{371E278A-63AE-45B8-B540-5D1F51C31BB7}" srcOrd="1" destOrd="0" parTransId="{6CED8163-4B82-4651-9D7B-9632106E1975}" sibTransId="{1DA2DAFC-3625-420E-AC14-9DA07A8A8BCE}"/>
    <dgm:cxn modelId="{65414228-6CDE-4F66-A476-7AEA1D2F0C0B}" type="presOf" srcId="{1C93ED48-FF6B-406D-A6C4-7AEA1C7B14E6}" destId="{A5551168-0693-4036-B21D-3C319413E9B8}" srcOrd="0" destOrd="2" presId="urn:microsoft.com/office/officeart/2005/8/layout/vList2"/>
    <dgm:cxn modelId="{4205453B-9E3E-400C-BC41-1C86B5EB3CC0}" srcId="{371E278A-63AE-45B8-B540-5D1F51C31BB7}" destId="{8E02DA62-04C3-4523-883A-0D2809C33446}" srcOrd="0" destOrd="0" parTransId="{FE5C3E44-1213-4DE3-8953-2133E7FA54A6}" sibTransId="{BAD5F57C-7DFA-4472-8999-543AF1713A25}"/>
    <dgm:cxn modelId="{1FEC1F47-4E5C-494C-9653-A1BB8C169F5D}" srcId="{371E278A-63AE-45B8-B540-5D1F51C31BB7}" destId="{1211D138-82E2-4A64-BA6F-CD92487CCF9B}" srcOrd="3" destOrd="0" parTransId="{DDD0E282-8CDF-46BF-8699-5B62F3E7AA2E}" sibTransId="{1ED1B804-FE52-420D-A868-F5F2823CAFBE}"/>
    <dgm:cxn modelId="{3F1D068C-EF7E-46F8-8900-5965450E3B8E}" type="presOf" srcId="{06E24E4B-0A36-44DA-96A8-8C0743819397}" destId="{4B61CDB4-EE4B-4442-9AB1-73A23FE61CC6}" srcOrd="0" destOrd="0" presId="urn:microsoft.com/office/officeart/2005/8/layout/vList2"/>
    <dgm:cxn modelId="{7BB0B39C-CE7D-4416-913D-72A27B47C39C}" srcId="{371E278A-63AE-45B8-B540-5D1F51C31BB7}" destId="{1C93ED48-FF6B-406D-A6C4-7AEA1C7B14E6}" srcOrd="2" destOrd="0" parTransId="{0A298517-7AAE-46C6-9A83-0ECDCF286D0C}" sibTransId="{11FDE24D-5D76-4F60-8323-673A93A32F64}"/>
    <dgm:cxn modelId="{32C1BEB9-2C9D-4B5F-8491-7AB42DBC3C40}" srcId="{06E24E4B-0A36-44DA-96A8-8C0743819397}" destId="{A5512B53-D299-49B8-8527-D60F8531D536}" srcOrd="0" destOrd="0" parTransId="{DE5C370A-BF85-447F-AC50-58238921C82B}" sibTransId="{1353925B-FA1C-4A61-A79B-472B2273101D}"/>
    <dgm:cxn modelId="{91773FC1-1968-4688-9F35-E1D0D09FDC48}" type="presOf" srcId="{371E278A-63AE-45B8-B540-5D1F51C31BB7}" destId="{C104A4D2-7FF1-4D8C-B3D3-27C7C4D8903A}" srcOrd="0" destOrd="0" presId="urn:microsoft.com/office/officeart/2005/8/layout/vList2"/>
    <dgm:cxn modelId="{AD8C21C3-81CB-469F-9CDB-4CE06AB397D3}" type="presOf" srcId="{8E02DA62-04C3-4523-883A-0D2809C33446}" destId="{A5551168-0693-4036-B21D-3C319413E9B8}" srcOrd="0" destOrd="0" presId="urn:microsoft.com/office/officeart/2005/8/layout/vList2"/>
    <dgm:cxn modelId="{33F815E9-12E4-4782-BCCE-2727A734D84E}" type="presOf" srcId="{B719E26C-3D4C-44C0-84ED-0116161B039D}" destId="{A5551168-0693-4036-B21D-3C319413E9B8}" srcOrd="0" destOrd="1" presId="urn:microsoft.com/office/officeart/2005/8/layout/vList2"/>
    <dgm:cxn modelId="{A8AE8AFA-3204-408E-B2AF-278C7928C123}" srcId="{371E278A-63AE-45B8-B540-5D1F51C31BB7}" destId="{B719E26C-3D4C-44C0-84ED-0116161B039D}" srcOrd="1" destOrd="0" parTransId="{B4E68E0D-C370-480E-8C6A-7AADE68D6FFE}" sibTransId="{13D1707E-24EC-4B69-A665-9E1184377CCB}"/>
    <dgm:cxn modelId="{EAFE9E31-83CD-4814-B9EF-FA2DD9172463}" type="presParOf" srcId="{4B61CDB4-EE4B-4442-9AB1-73A23FE61CC6}" destId="{684D9201-0491-4C5B-BC3F-E26C34CDA834}" srcOrd="0" destOrd="0" presId="urn:microsoft.com/office/officeart/2005/8/layout/vList2"/>
    <dgm:cxn modelId="{4B8060E3-7285-4B21-9429-4C5C780B877B}" type="presParOf" srcId="{4B61CDB4-EE4B-4442-9AB1-73A23FE61CC6}" destId="{00A6F8F6-B98A-4B19-A2D1-50AF958CE523}" srcOrd="1" destOrd="0" presId="urn:microsoft.com/office/officeart/2005/8/layout/vList2"/>
    <dgm:cxn modelId="{AB9AAFB1-432A-4A09-A09C-3C7DB50EABE1}" type="presParOf" srcId="{4B61CDB4-EE4B-4442-9AB1-73A23FE61CC6}" destId="{C104A4D2-7FF1-4D8C-B3D3-27C7C4D8903A}" srcOrd="2" destOrd="0" presId="urn:microsoft.com/office/officeart/2005/8/layout/vList2"/>
    <dgm:cxn modelId="{FDE08217-DCA0-4E85-9E44-0B395790AB19}" type="presParOf" srcId="{4B61CDB4-EE4B-4442-9AB1-73A23FE61CC6}" destId="{A5551168-0693-4036-B21D-3C319413E9B8}"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E60632AA-E867-4946-86BA-A9ABC703AA3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469B975-B93F-4895-B793-D1B9567DE07B}">
      <dgm:prSet/>
      <dgm:spPr/>
      <dgm:t>
        <a:bodyPr/>
        <a:lstStyle/>
        <a:p>
          <a:r>
            <a:rPr lang="en-US" b="1"/>
            <a:t>Physical Medicine and Rehabilitation (PMR)</a:t>
          </a:r>
          <a:endParaRPr lang="en-US"/>
        </a:p>
      </dgm:t>
    </dgm:pt>
    <dgm:pt modelId="{B64BCB1C-38AF-4BF5-9FB6-61E3D177EDE5}" type="parTrans" cxnId="{ED850B0F-AF88-4421-971D-21CA38251789}">
      <dgm:prSet/>
      <dgm:spPr/>
      <dgm:t>
        <a:bodyPr/>
        <a:lstStyle/>
        <a:p>
          <a:endParaRPr lang="en-US"/>
        </a:p>
      </dgm:t>
    </dgm:pt>
    <dgm:pt modelId="{5B3D5D29-95F5-4CB3-B9C1-DA181CB1D677}" type="sibTrans" cxnId="{ED850B0F-AF88-4421-971D-21CA38251789}">
      <dgm:prSet/>
      <dgm:spPr/>
      <dgm:t>
        <a:bodyPr/>
        <a:lstStyle/>
        <a:p>
          <a:endParaRPr lang="en-US"/>
        </a:p>
      </dgm:t>
    </dgm:pt>
    <dgm:pt modelId="{D9196BE4-0DE7-4FE1-A4DB-7C54A8FFFCF5}">
      <dgm:prSet/>
      <dgm:spPr/>
      <dgm:t>
        <a:bodyPr/>
        <a:lstStyle/>
        <a:p>
          <a:r>
            <a:rPr lang="en-US" b="1"/>
            <a:t>Essential:</a:t>
          </a:r>
          <a:endParaRPr lang="en-US"/>
        </a:p>
      </dgm:t>
    </dgm:pt>
    <dgm:pt modelId="{1691584F-4863-4A2E-895A-FE461EB9476E}" type="parTrans" cxnId="{D6BD303D-A9CD-4E5D-A5AB-E77B0EB6A894}">
      <dgm:prSet/>
      <dgm:spPr/>
      <dgm:t>
        <a:bodyPr/>
        <a:lstStyle/>
        <a:p>
          <a:endParaRPr lang="en-US"/>
        </a:p>
      </dgm:t>
    </dgm:pt>
    <dgm:pt modelId="{7F6F63A2-FB4E-4368-BFCB-CBC9B0CD0196}" type="sibTrans" cxnId="{D6BD303D-A9CD-4E5D-A5AB-E77B0EB6A894}">
      <dgm:prSet/>
      <dgm:spPr/>
      <dgm:t>
        <a:bodyPr/>
        <a:lstStyle/>
        <a:p>
          <a:endParaRPr lang="en-US"/>
        </a:p>
      </dgm:t>
    </dgm:pt>
    <dgm:pt modelId="{157D0B5C-9419-4A88-BA83-5D5D0E3D8552}">
      <dgm:prSet/>
      <dgm:spPr/>
      <dgm:t>
        <a:bodyPr/>
        <a:lstStyle/>
        <a:p>
          <a:r>
            <a:rPr lang="en-US"/>
            <a:t>Primary prevention of disabilities.</a:t>
          </a:r>
        </a:p>
      </dgm:t>
    </dgm:pt>
    <dgm:pt modelId="{F182B30C-411F-4EDE-854F-8C5487B42415}" type="parTrans" cxnId="{892D952F-1878-469A-B938-A894C1DEAC49}">
      <dgm:prSet/>
      <dgm:spPr/>
      <dgm:t>
        <a:bodyPr/>
        <a:lstStyle/>
        <a:p>
          <a:endParaRPr lang="en-US"/>
        </a:p>
      </dgm:t>
    </dgm:pt>
    <dgm:pt modelId="{502BE08C-A780-4F4F-8BA2-B352312CC132}" type="sibTrans" cxnId="{892D952F-1878-469A-B938-A894C1DEAC49}">
      <dgm:prSet/>
      <dgm:spPr/>
      <dgm:t>
        <a:bodyPr/>
        <a:lstStyle/>
        <a:p>
          <a:endParaRPr lang="en-US"/>
        </a:p>
      </dgm:t>
    </dgm:pt>
    <dgm:pt modelId="{594FB3AD-5E7C-4200-9E44-DBCE5F67A99B}">
      <dgm:prSet/>
      <dgm:spPr/>
      <dgm:t>
        <a:bodyPr/>
        <a:lstStyle/>
        <a:p>
          <a:r>
            <a:rPr lang="en-US"/>
            <a:t>Screening, early identification and detection.</a:t>
          </a:r>
        </a:p>
      </dgm:t>
    </dgm:pt>
    <dgm:pt modelId="{220ACA6E-0460-4445-A4B8-EDDDA3AA5106}" type="parTrans" cxnId="{54A13796-3CBE-4F20-8868-209F8537B619}">
      <dgm:prSet/>
      <dgm:spPr/>
      <dgm:t>
        <a:bodyPr/>
        <a:lstStyle/>
        <a:p>
          <a:endParaRPr lang="en-US"/>
        </a:p>
      </dgm:t>
    </dgm:pt>
    <dgm:pt modelId="{AC98E847-A243-4801-9385-8CEE93B50F5A}" type="sibTrans" cxnId="{54A13796-3CBE-4F20-8868-209F8537B619}">
      <dgm:prSet/>
      <dgm:spPr/>
      <dgm:t>
        <a:bodyPr/>
        <a:lstStyle/>
        <a:p>
          <a:endParaRPr lang="en-US"/>
        </a:p>
      </dgm:t>
    </dgm:pt>
    <dgm:pt modelId="{B0ABAA80-0E7C-40A5-8498-0C8F89294F04}">
      <dgm:prSet/>
      <dgm:spPr/>
      <dgm:t>
        <a:bodyPr/>
        <a:lstStyle/>
        <a:p>
          <a:r>
            <a:rPr lang="en-US"/>
            <a:t>Counselling.</a:t>
          </a:r>
        </a:p>
      </dgm:t>
    </dgm:pt>
    <dgm:pt modelId="{337A8FF3-5F68-4301-B2B3-6275115D2033}" type="parTrans" cxnId="{15DC5B3F-D867-44CA-8C24-0F4707315818}">
      <dgm:prSet/>
      <dgm:spPr/>
      <dgm:t>
        <a:bodyPr/>
        <a:lstStyle/>
        <a:p>
          <a:endParaRPr lang="en-US"/>
        </a:p>
      </dgm:t>
    </dgm:pt>
    <dgm:pt modelId="{994271B8-4C9D-495F-95A2-0738C3F6DBAE}" type="sibTrans" cxnId="{15DC5B3F-D867-44CA-8C24-0F4707315818}">
      <dgm:prSet/>
      <dgm:spPr/>
      <dgm:t>
        <a:bodyPr/>
        <a:lstStyle/>
        <a:p>
          <a:endParaRPr lang="en-US"/>
        </a:p>
      </dgm:t>
    </dgm:pt>
    <dgm:pt modelId="{D6AF1EF1-0890-4F36-901C-2E6B25917739}">
      <dgm:prSet/>
      <dgm:spPr/>
      <dgm:t>
        <a:bodyPr/>
        <a:lstStyle/>
        <a:p>
          <a:r>
            <a:rPr lang="en-US"/>
            <a:t>Issue of disability certificate for obvious disabilities by CHC doctors.</a:t>
          </a:r>
        </a:p>
      </dgm:t>
    </dgm:pt>
    <dgm:pt modelId="{6AB4FE9F-EFE9-4458-86A3-0B74A30DCA0F}" type="parTrans" cxnId="{968BCDB8-E2C6-49D6-B001-90698C4791A5}">
      <dgm:prSet/>
      <dgm:spPr/>
      <dgm:t>
        <a:bodyPr/>
        <a:lstStyle/>
        <a:p>
          <a:endParaRPr lang="en-US"/>
        </a:p>
      </dgm:t>
    </dgm:pt>
    <dgm:pt modelId="{32BD3E56-030F-4F36-9290-DA07CA9E21F0}" type="sibTrans" cxnId="{968BCDB8-E2C6-49D6-B001-90698C4791A5}">
      <dgm:prSet/>
      <dgm:spPr/>
      <dgm:t>
        <a:bodyPr/>
        <a:lstStyle/>
        <a:p>
          <a:endParaRPr lang="en-US"/>
        </a:p>
      </dgm:t>
    </dgm:pt>
    <dgm:pt modelId="{60BA01A4-6F5A-4A3F-9D6B-8ECFAC4C0A73}">
      <dgm:prSet/>
      <dgm:spPr/>
      <dgm:t>
        <a:bodyPr/>
        <a:lstStyle/>
        <a:p>
          <a:r>
            <a:rPr lang="en-US"/>
            <a:t>Community based rehabilitation services.</a:t>
          </a:r>
        </a:p>
      </dgm:t>
    </dgm:pt>
    <dgm:pt modelId="{F08E49D5-1A6F-47E6-BF05-5536AF2C52C1}" type="parTrans" cxnId="{CAFF65C3-5F4D-4868-927F-65DA9921702C}">
      <dgm:prSet/>
      <dgm:spPr/>
      <dgm:t>
        <a:bodyPr/>
        <a:lstStyle/>
        <a:p>
          <a:endParaRPr lang="en-US"/>
        </a:p>
      </dgm:t>
    </dgm:pt>
    <dgm:pt modelId="{9E654F8B-BCB0-4B22-B055-A9E98AB02B92}" type="sibTrans" cxnId="{CAFF65C3-5F4D-4868-927F-65DA9921702C}">
      <dgm:prSet/>
      <dgm:spPr/>
      <dgm:t>
        <a:bodyPr/>
        <a:lstStyle/>
        <a:p>
          <a:endParaRPr lang="en-US"/>
        </a:p>
      </dgm:t>
    </dgm:pt>
    <dgm:pt modelId="{D81C6ED5-2339-4CFB-89F3-015A6263E44D}">
      <dgm:prSet/>
      <dgm:spPr/>
      <dgm:t>
        <a:bodyPr/>
        <a:lstStyle/>
        <a:p>
          <a:r>
            <a:rPr lang="en-US" i="1"/>
            <a:t>Desirable:</a:t>
          </a:r>
          <a:endParaRPr lang="en-US"/>
        </a:p>
      </dgm:t>
    </dgm:pt>
    <dgm:pt modelId="{C2340C3C-0889-4A65-92E8-857022F019C3}" type="parTrans" cxnId="{B863A720-914A-4700-AEFF-28BCB68D4F41}">
      <dgm:prSet/>
      <dgm:spPr/>
      <dgm:t>
        <a:bodyPr/>
        <a:lstStyle/>
        <a:p>
          <a:endParaRPr lang="en-US"/>
        </a:p>
      </dgm:t>
    </dgm:pt>
    <dgm:pt modelId="{45B4160B-DCDB-40BB-AD1F-3C27213AAF14}" type="sibTrans" cxnId="{B863A720-914A-4700-AEFF-28BCB68D4F41}">
      <dgm:prSet/>
      <dgm:spPr/>
      <dgm:t>
        <a:bodyPr/>
        <a:lstStyle/>
        <a:p>
          <a:endParaRPr lang="en-US"/>
        </a:p>
      </dgm:t>
    </dgm:pt>
    <dgm:pt modelId="{40477982-E9ED-447F-B497-C4971148717B}">
      <dgm:prSet/>
      <dgm:spPr/>
      <dgm:t>
        <a:bodyPr/>
        <a:lstStyle/>
        <a:p>
          <a:r>
            <a:rPr lang="en-US"/>
            <a:t>Basic treatments like exercise and heat therapy, ROM exercises, cervical and lumbar traction, referral to higher centres and follow up.</a:t>
          </a:r>
        </a:p>
      </dgm:t>
    </dgm:pt>
    <dgm:pt modelId="{B2520BF0-2C8D-44B7-BDA5-9155EB20D435}" type="parTrans" cxnId="{2E3EB717-EAA7-446A-B243-C2DA6F78D204}">
      <dgm:prSet/>
      <dgm:spPr/>
      <dgm:t>
        <a:bodyPr/>
        <a:lstStyle/>
        <a:p>
          <a:endParaRPr lang="en-US"/>
        </a:p>
      </dgm:t>
    </dgm:pt>
    <dgm:pt modelId="{EC174BE9-39AB-4900-BF73-BE39B4754951}" type="sibTrans" cxnId="{2E3EB717-EAA7-446A-B243-C2DA6F78D204}">
      <dgm:prSet/>
      <dgm:spPr/>
      <dgm:t>
        <a:bodyPr/>
        <a:lstStyle/>
        <a:p>
          <a:endParaRPr lang="en-US"/>
        </a:p>
      </dgm:t>
    </dgm:pt>
    <dgm:pt modelId="{17228891-6810-406F-B93A-D0E393E64BA8}" type="pres">
      <dgm:prSet presAssocID="{E60632AA-E867-4946-86BA-A9ABC703AA39}" presName="linear" presStyleCnt="0">
        <dgm:presLayoutVars>
          <dgm:animLvl val="lvl"/>
          <dgm:resizeHandles val="exact"/>
        </dgm:presLayoutVars>
      </dgm:prSet>
      <dgm:spPr/>
    </dgm:pt>
    <dgm:pt modelId="{88A2E697-32B4-4FB4-B83B-F88FF0B16953}" type="pres">
      <dgm:prSet presAssocID="{E469B975-B93F-4895-B793-D1B9567DE07B}" presName="parentText" presStyleLbl="node1" presStyleIdx="0" presStyleCnt="3">
        <dgm:presLayoutVars>
          <dgm:chMax val="0"/>
          <dgm:bulletEnabled val="1"/>
        </dgm:presLayoutVars>
      </dgm:prSet>
      <dgm:spPr/>
    </dgm:pt>
    <dgm:pt modelId="{432E8757-C6E4-4558-B870-A820AED4CA0B}" type="pres">
      <dgm:prSet presAssocID="{5B3D5D29-95F5-4CB3-B9C1-DA181CB1D677}" presName="spacer" presStyleCnt="0"/>
      <dgm:spPr/>
    </dgm:pt>
    <dgm:pt modelId="{4AA31EC8-C5C2-49F8-A630-9A5F51A252F6}" type="pres">
      <dgm:prSet presAssocID="{D9196BE4-0DE7-4FE1-A4DB-7C54A8FFFCF5}" presName="parentText" presStyleLbl="node1" presStyleIdx="1" presStyleCnt="3">
        <dgm:presLayoutVars>
          <dgm:chMax val="0"/>
          <dgm:bulletEnabled val="1"/>
        </dgm:presLayoutVars>
      </dgm:prSet>
      <dgm:spPr/>
    </dgm:pt>
    <dgm:pt modelId="{66060E96-53A5-4BF4-AF95-338D46476C9A}" type="pres">
      <dgm:prSet presAssocID="{D9196BE4-0DE7-4FE1-A4DB-7C54A8FFFCF5}" presName="childText" presStyleLbl="revTx" presStyleIdx="0" presStyleCnt="2">
        <dgm:presLayoutVars>
          <dgm:bulletEnabled val="1"/>
        </dgm:presLayoutVars>
      </dgm:prSet>
      <dgm:spPr/>
    </dgm:pt>
    <dgm:pt modelId="{DA415EE4-03DE-47BC-8A2C-924D97DEB917}" type="pres">
      <dgm:prSet presAssocID="{D81C6ED5-2339-4CFB-89F3-015A6263E44D}" presName="parentText" presStyleLbl="node1" presStyleIdx="2" presStyleCnt="3">
        <dgm:presLayoutVars>
          <dgm:chMax val="0"/>
          <dgm:bulletEnabled val="1"/>
        </dgm:presLayoutVars>
      </dgm:prSet>
      <dgm:spPr/>
    </dgm:pt>
    <dgm:pt modelId="{03A81B29-506B-4E50-81F0-1540F73CE724}" type="pres">
      <dgm:prSet presAssocID="{D81C6ED5-2339-4CFB-89F3-015A6263E44D}" presName="childText" presStyleLbl="revTx" presStyleIdx="1" presStyleCnt="2">
        <dgm:presLayoutVars>
          <dgm:bulletEnabled val="1"/>
        </dgm:presLayoutVars>
      </dgm:prSet>
      <dgm:spPr/>
    </dgm:pt>
  </dgm:ptLst>
  <dgm:cxnLst>
    <dgm:cxn modelId="{ED850B0F-AF88-4421-971D-21CA38251789}" srcId="{E60632AA-E867-4946-86BA-A9ABC703AA39}" destId="{E469B975-B93F-4895-B793-D1B9567DE07B}" srcOrd="0" destOrd="0" parTransId="{B64BCB1C-38AF-4BF5-9FB6-61E3D177EDE5}" sibTransId="{5B3D5D29-95F5-4CB3-B9C1-DA181CB1D677}"/>
    <dgm:cxn modelId="{2E3EB717-EAA7-446A-B243-C2DA6F78D204}" srcId="{D81C6ED5-2339-4CFB-89F3-015A6263E44D}" destId="{40477982-E9ED-447F-B497-C4971148717B}" srcOrd="0" destOrd="0" parTransId="{B2520BF0-2C8D-44B7-BDA5-9155EB20D435}" sibTransId="{EC174BE9-39AB-4900-BF73-BE39B4754951}"/>
    <dgm:cxn modelId="{5CBAE91B-883D-406F-8379-41E0072CB882}" type="presOf" srcId="{40477982-E9ED-447F-B497-C4971148717B}" destId="{03A81B29-506B-4E50-81F0-1540F73CE724}" srcOrd="0" destOrd="0" presId="urn:microsoft.com/office/officeart/2005/8/layout/vList2"/>
    <dgm:cxn modelId="{B863A720-914A-4700-AEFF-28BCB68D4F41}" srcId="{E60632AA-E867-4946-86BA-A9ABC703AA39}" destId="{D81C6ED5-2339-4CFB-89F3-015A6263E44D}" srcOrd="2" destOrd="0" parTransId="{C2340C3C-0889-4A65-92E8-857022F019C3}" sibTransId="{45B4160B-DCDB-40BB-AD1F-3C27213AAF14}"/>
    <dgm:cxn modelId="{5AE9892A-E7B3-4FDD-BA94-39036C328653}" type="presOf" srcId="{E60632AA-E867-4946-86BA-A9ABC703AA39}" destId="{17228891-6810-406F-B93A-D0E393E64BA8}" srcOrd="0" destOrd="0" presId="urn:microsoft.com/office/officeart/2005/8/layout/vList2"/>
    <dgm:cxn modelId="{BF0CFB2D-C79A-4EE0-B942-652D07F268A2}" type="presOf" srcId="{157D0B5C-9419-4A88-BA83-5D5D0E3D8552}" destId="{66060E96-53A5-4BF4-AF95-338D46476C9A}" srcOrd="0" destOrd="0" presId="urn:microsoft.com/office/officeart/2005/8/layout/vList2"/>
    <dgm:cxn modelId="{892D952F-1878-469A-B938-A894C1DEAC49}" srcId="{D9196BE4-0DE7-4FE1-A4DB-7C54A8FFFCF5}" destId="{157D0B5C-9419-4A88-BA83-5D5D0E3D8552}" srcOrd="0" destOrd="0" parTransId="{F182B30C-411F-4EDE-854F-8C5487B42415}" sibTransId="{502BE08C-A780-4F4F-8BA2-B352312CC132}"/>
    <dgm:cxn modelId="{EF443F3C-3209-47D9-A0CF-25AD8DD714F6}" type="presOf" srcId="{E469B975-B93F-4895-B793-D1B9567DE07B}" destId="{88A2E697-32B4-4FB4-B83B-F88FF0B16953}" srcOrd="0" destOrd="0" presId="urn:microsoft.com/office/officeart/2005/8/layout/vList2"/>
    <dgm:cxn modelId="{D6BD303D-A9CD-4E5D-A5AB-E77B0EB6A894}" srcId="{E60632AA-E867-4946-86BA-A9ABC703AA39}" destId="{D9196BE4-0DE7-4FE1-A4DB-7C54A8FFFCF5}" srcOrd="1" destOrd="0" parTransId="{1691584F-4863-4A2E-895A-FE461EB9476E}" sibTransId="{7F6F63A2-FB4E-4368-BFCB-CBC9B0CD0196}"/>
    <dgm:cxn modelId="{15DC5B3F-D867-44CA-8C24-0F4707315818}" srcId="{D9196BE4-0DE7-4FE1-A4DB-7C54A8FFFCF5}" destId="{B0ABAA80-0E7C-40A5-8498-0C8F89294F04}" srcOrd="2" destOrd="0" parTransId="{337A8FF3-5F68-4301-B2B3-6275115D2033}" sibTransId="{994271B8-4C9D-495F-95A2-0738C3F6DBAE}"/>
    <dgm:cxn modelId="{47D1264C-E8C1-4910-B72E-031C20A5F647}" type="presOf" srcId="{60BA01A4-6F5A-4A3F-9D6B-8ECFAC4C0A73}" destId="{66060E96-53A5-4BF4-AF95-338D46476C9A}" srcOrd="0" destOrd="4" presId="urn:microsoft.com/office/officeart/2005/8/layout/vList2"/>
    <dgm:cxn modelId="{9C232E4F-242C-4E7F-96F4-453468065878}" type="presOf" srcId="{594FB3AD-5E7C-4200-9E44-DBCE5F67A99B}" destId="{66060E96-53A5-4BF4-AF95-338D46476C9A}" srcOrd="0" destOrd="1" presId="urn:microsoft.com/office/officeart/2005/8/layout/vList2"/>
    <dgm:cxn modelId="{9312ED57-13B6-4498-9C07-9E40C9F13DB9}" type="presOf" srcId="{D81C6ED5-2339-4CFB-89F3-015A6263E44D}" destId="{DA415EE4-03DE-47BC-8A2C-924D97DEB917}" srcOrd="0" destOrd="0" presId="urn:microsoft.com/office/officeart/2005/8/layout/vList2"/>
    <dgm:cxn modelId="{91713C95-AA27-47E3-9686-B4144EAF34E1}" type="presOf" srcId="{D6AF1EF1-0890-4F36-901C-2E6B25917739}" destId="{66060E96-53A5-4BF4-AF95-338D46476C9A}" srcOrd="0" destOrd="3" presId="urn:microsoft.com/office/officeart/2005/8/layout/vList2"/>
    <dgm:cxn modelId="{54A13796-3CBE-4F20-8868-209F8537B619}" srcId="{D9196BE4-0DE7-4FE1-A4DB-7C54A8FFFCF5}" destId="{594FB3AD-5E7C-4200-9E44-DBCE5F67A99B}" srcOrd="1" destOrd="0" parTransId="{220ACA6E-0460-4445-A4B8-EDDDA3AA5106}" sibTransId="{AC98E847-A243-4801-9385-8CEE93B50F5A}"/>
    <dgm:cxn modelId="{95A639AE-0790-470C-B81C-3BF82CA9802B}" type="presOf" srcId="{D9196BE4-0DE7-4FE1-A4DB-7C54A8FFFCF5}" destId="{4AA31EC8-C5C2-49F8-A630-9A5F51A252F6}" srcOrd="0" destOrd="0" presId="urn:microsoft.com/office/officeart/2005/8/layout/vList2"/>
    <dgm:cxn modelId="{968BCDB8-E2C6-49D6-B001-90698C4791A5}" srcId="{D9196BE4-0DE7-4FE1-A4DB-7C54A8FFFCF5}" destId="{D6AF1EF1-0890-4F36-901C-2E6B25917739}" srcOrd="3" destOrd="0" parTransId="{6AB4FE9F-EFE9-4458-86A3-0B74A30DCA0F}" sibTransId="{32BD3E56-030F-4F36-9290-DA07CA9E21F0}"/>
    <dgm:cxn modelId="{5AF7CCC2-653D-4BF2-85C3-7B406C48AA65}" type="presOf" srcId="{B0ABAA80-0E7C-40A5-8498-0C8F89294F04}" destId="{66060E96-53A5-4BF4-AF95-338D46476C9A}" srcOrd="0" destOrd="2" presId="urn:microsoft.com/office/officeart/2005/8/layout/vList2"/>
    <dgm:cxn modelId="{CAFF65C3-5F4D-4868-927F-65DA9921702C}" srcId="{D9196BE4-0DE7-4FE1-A4DB-7C54A8FFFCF5}" destId="{60BA01A4-6F5A-4A3F-9D6B-8ECFAC4C0A73}" srcOrd="4" destOrd="0" parTransId="{F08E49D5-1A6F-47E6-BF05-5536AF2C52C1}" sibTransId="{9E654F8B-BCB0-4B22-B055-A9E98AB02B92}"/>
    <dgm:cxn modelId="{85B7E6FE-23CC-4DB7-8C37-BA4057B91790}" type="presParOf" srcId="{17228891-6810-406F-B93A-D0E393E64BA8}" destId="{88A2E697-32B4-4FB4-B83B-F88FF0B16953}" srcOrd="0" destOrd="0" presId="urn:microsoft.com/office/officeart/2005/8/layout/vList2"/>
    <dgm:cxn modelId="{160A214B-C769-46EA-940B-804B70EC0091}" type="presParOf" srcId="{17228891-6810-406F-B93A-D0E393E64BA8}" destId="{432E8757-C6E4-4558-B870-A820AED4CA0B}" srcOrd="1" destOrd="0" presId="urn:microsoft.com/office/officeart/2005/8/layout/vList2"/>
    <dgm:cxn modelId="{0F246A4D-BB61-4D5B-AE30-5E5E337F7C40}" type="presParOf" srcId="{17228891-6810-406F-B93A-D0E393E64BA8}" destId="{4AA31EC8-C5C2-49F8-A630-9A5F51A252F6}" srcOrd="2" destOrd="0" presId="urn:microsoft.com/office/officeart/2005/8/layout/vList2"/>
    <dgm:cxn modelId="{8CC4E520-FA9B-4C57-B58D-0DEC19176001}" type="presParOf" srcId="{17228891-6810-406F-B93A-D0E393E64BA8}" destId="{66060E96-53A5-4BF4-AF95-338D46476C9A}" srcOrd="3" destOrd="0" presId="urn:microsoft.com/office/officeart/2005/8/layout/vList2"/>
    <dgm:cxn modelId="{22F1AA88-44F8-4732-8522-13408EE81CFD}" type="presParOf" srcId="{17228891-6810-406F-B93A-D0E393E64BA8}" destId="{DA415EE4-03DE-47BC-8A2C-924D97DEB917}" srcOrd="4" destOrd="0" presId="urn:microsoft.com/office/officeart/2005/8/layout/vList2"/>
    <dgm:cxn modelId="{E97462A0-15D3-4AD4-89B9-C3FF720D55CC}" type="presParOf" srcId="{17228891-6810-406F-B93A-D0E393E64BA8}" destId="{03A81B29-506B-4E50-81F0-1540F73CE724}"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06EAC5-4134-44B8-8533-6F78617149C4}">
      <dsp:nvSpPr>
        <dsp:cNvPr id="0" name=""/>
        <dsp:cNvSpPr/>
      </dsp:nvSpPr>
      <dsp:spPr>
        <a:xfrm>
          <a:off x="2103120" y="1359"/>
          <a:ext cx="8412480" cy="1393787"/>
        </a:xfrm>
        <a:prstGeom prst="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711200">
            <a:lnSpc>
              <a:spcPct val="90000"/>
            </a:lnSpc>
            <a:spcBef>
              <a:spcPct val="0"/>
            </a:spcBef>
            <a:spcAft>
              <a:spcPct val="35000"/>
            </a:spcAft>
            <a:buNone/>
          </a:pPr>
          <a:r>
            <a:rPr lang="en-US" sz="1600" kern="1200" dirty="0"/>
            <a:t>1940s-1950s: Foundation and concept development</a:t>
          </a:r>
        </a:p>
        <a:p>
          <a:pPr marL="0" lvl="0" indent="0" algn="l" defTabSz="711200">
            <a:lnSpc>
              <a:spcPct val="90000"/>
            </a:lnSpc>
            <a:spcBef>
              <a:spcPct val="0"/>
            </a:spcBef>
            <a:spcAft>
              <a:spcPct val="35000"/>
            </a:spcAft>
            <a:buNone/>
          </a:pPr>
          <a:r>
            <a:rPr lang="en-US" sz="1600" kern="1200"/>
            <a:t>1960s: Quality improvement and integration</a:t>
          </a:r>
        </a:p>
        <a:p>
          <a:pPr marL="0" lvl="0" indent="0" algn="l" defTabSz="711200">
            <a:lnSpc>
              <a:spcPct val="90000"/>
            </a:lnSpc>
            <a:spcBef>
              <a:spcPct val="0"/>
            </a:spcBef>
            <a:spcAft>
              <a:spcPct val="35000"/>
            </a:spcAft>
            <a:buNone/>
          </a:pPr>
          <a:r>
            <a:rPr lang="en-US" sz="1600" kern="1200"/>
            <a:t>1970s: Community participation and worker training</a:t>
          </a:r>
        </a:p>
        <a:p>
          <a:pPr marL="0" lvl="0" indent="0" algn="l" defTabSz="711200">
            <a:lnSpc>
              <a:spcPct val="90000"/>
            </a:lnSpc>
            <a:spcBef>
              <a:spcPct val="0"/>
            </a:spcBef>
            <a:spcAft>
              <a:spcPct val="35000"/>
            </a:spcAft>
            <a:buNone/>
          </a:pPr>
          <a:r>
            <a:rPr lang="en-US" sz="1600" kern="1200"/>
            <a:t>1980s-1990s: Manpower planning and specialization</a:t>
          </a:r>
        </a:p>
        <a:p>
          <a:pPr marL="0" lvl="0" indent="0" algn="l" defTabSz="711200">
            <a:lnSpc>
              <a:spcPct val="90000"/>
            </a:lnSpc>
            <a:spcBef>
              <a:spcPct val="0"/>
            </a:spcBef>
            <a:spcAft>
              <a:spcPct val="35000"/>
            </a:spcAft>
            <a:buNone/>
          </a:pPr>
          <a:r>
            <a:rPr lang="en-US" sz="1600" kern="1200"/>
            <a:t>2000s onward: Economic efficiency and technology</a:t>
          </a:r>
        </a:p>
      </dsp:txBody>
      <dsp:txXfrm>
        <a:off x="2103120" y="1359"/>
        <a:ext cx="8412480" cy="1393787"/>
      </dsp:txXfrm>
    </dsp:sp>
    <dsp:sp modelId="{E36D10ED-5CE1-444B-8640-0D2F02420B53}">
      <dsp:nvSpPr>
        <dsp:cNvPr id="0" name=""/>
        <dsp:cNvSpPr/>
      </dsp:nvSpPr>
      <dsp:spPr>
        <a:xfrm>
          <a:off x="0" y="1359"/>
          <a:ext cx="2103120" cy="139378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w="12700" cap="flat" cmpd="sng" algn="ctr">
          <a:solidFill>
            <a:schemeClr val="accent2">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844550">
            <a:lnSpc>
              <a:spcPct val="90000"/>
            </a:lnSpc>
            <a:spcBef>
              <a:spcPct val="0"/>
            </a:spcBef>
            <a:spcAft>
              <a:spcPct val="35000"/>
            </a:spcAft>
            <a:buNone/>
          </a:pPr>
          <a:r>
            <a:rPr lang="en-US" sz="1900" kern="1200"/>
            <a:t>Evolution of Recommendations:</a:t>
          </a:r>
        </a:p>
      </dsp:txBody>
      <dsp:txXfrm>
        <a:off x="0" y="1359"/>
        <a:ext cx="2103120" cy="1393787"/>
      </dsp:txXfrm>
    </dsp:sp>
    <dsp:sp modelId="{8105E93F-3345-4AEF-936D-0B9ECAD512F3}">
      <dsp:nvSpPr>
        <dsp:cNvPr id="0" name=""/>
        <dsp:cNvSpPr/>
      </dsp:nvSpPr>
      <dsp:spPr>
        <a:xfrm>
          <a:off x="2103120" y="1478775"/>
          <a:ext cx="8412480" cy="1393787"/>
        </a:xfrm>
        <a:prstGeom prst="rect">
          <a:avLst/>
        </a:prstGeom>
        <a:solidFill>
          <a:schemeClr val="accent2">
            <a:tint val="40000"/>
            <a:alpha val="90000"/>
            <a:hueOff val="3367359"/>
            <a:satOff val="-31116"/>
            <a:lumOff val="-3508"/>
            <a:alphaOff val="0"/>
          </a:schemeClr>
        </a:solidFill>
        <a:ln w="12700" cap="flat" cmpd="sng" algn="ctr">
          <a:solidFill>
            <a:schemeClr val="accent2">
              <a:tint val="40000"/>
              <a:alpha val="90000"/>
              <a:hueOff val="3367359"/>
              <a:satOff val="-31116"/>
              <a:lumOff val="-35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711200">
            <a:lnSpc>
              <a:spcPct val="90000"/>
            </a:lnSpc>
            <a:spcBef>
              <a:spcPct val="0"/>
            </a:spcBef>
            <a:spcAft>
              <a:spcPct val="35000"/>
            </a:spcAft>
            <a:buNone/>
          </a:pPr>
          <a:r>
            <a:rPr lang="en-US" sz="1600" kern="1200"/>
            <a:t>Integration of preventive, curative, and promotive services</a:t>
          </a:r>
        </a:p>
        <a:p>
          <a:pPr marL="0" lvl="0" indent="0" algn="l" defTabSz="711200">
            <a:lnSpc>
              <a:spcPct val="90000"/>
            </a:lnSpc>
            <a:spcBef>
              <a:spcPct val="0"/>
            </a:spcBef>
            <a:spcAft>
              <a:spcPct val="35000"/>
            </a:spcAft>
            <a:buNone/>
          </a:pPr>
          <a:r>
            <a:rPr lang="en-US" sz="1600" kern="1200"/>
            <a:t>Community participation in health programs</a:t>
          </a:r>
        </a:p>
        <a:p>
          <a:pPr marL="0" lvl="0" indent="0" algn="l" defTabSz="711200">
            <a:lnSpc>
              <a:spcPct val="90000"/>
            </a:lnSpc>
            <a:spcBef>
              <a:spcPct val="0"/>
            </a:spcBef>
            <a:spcAft>
              <a:spcPct val="35000"/>
            </a:spcAft>
            <a:buNone/>
          </a:pPr>
          <a:r>
            <a:rPr lang="en-US" sz="1600" kern="1200"/>
            <a:t>Training of healthcare workers at all levels</a:t>
          </a:r>
        </a:p>
        <a:p>
          <a:pPr marL="0" lvl="0" indent="0" algn="l" defTabSz="711200">
            <a:lnSpc>
              <a:spcPct val="90000"/>
            </a:lnSpc>
            <a:spcBef>
              <a:spcPct val="0"/>
            </a:spcBef>
            <a:spcAft>
              <a:spcPct val="35000"/>
            </a:spcAft>
            <a:buNone/>
          </a:pPr>
          <a:r>
            <a:rPr lang="en-US" sz="1600" kern="1200"/>
            <a:t>Referral systems linking different levels of care</a:t>
          </a:r>
        </a:p>
        <a:p>
          <a:pPr marL="0" lvl="0" indent="0" algn="l" defTabSz="711200">
            <a:lnSpc>
              <a:spcPct val="90000"/>
            </a:lnSpc>
            <a:spcBef>
              <a:spcPct val="0"/>
            </a:spcBef>
            <a:spcAft>
              <a:spcPct val="35000"/>
            </a:spcAft>
            <a:buNone/>
          </a:pPr>
          <a:r>
            <a:rPr lang="en-US" sz="1600" kern="1200"/>
            <a:t>Rural focus addressing India's predominantly rural population</a:t>
          </a:r>
        </a:p>
      </dsp:txBody>
      <dsp:txXfrm>
        <a:off x="2103120" y="1478775"/>
        <a:ext cx="8412480" cy="1393787"/>
      </dsp:txXfrm>
    </dsp:sp>
    <dsp:sp modelId="{1A2795FC-2EDC-4EC9-B720-8B6F5C687B25}">
      <dsp:nvSpPr>
        <dsp:cNvPr id="0" name=""/>
        <dsp:cNvSpPr/>
      </dsp:nvSpPr>
      <dsp:spPr>
        <a:xfrm>
          <a:off x="0" y="1478775"/>
          <a:ext cx="2103120" cy="1393787"/>
        </a:xfrm>
        <a:prstGeom prst="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w="12700" cap="flat" cmpd="sng" algn="ctr">
          <a:solidFill>
            <a:schemeClr val="accent2">
              <a:hueOff val="3221807"/>
              <a:satOff val="-9246"/>
              <a:lumOff val="-1480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844550">
            <a:lnSpc>
              <a:spcPct val="90000"/>
            </a:lnSpc>
            <a:spcBef>
              <a:spcPct val="0"/>
            </a:spcBef>
            <a:spcAft>
              <a:spcPct val="35000"/>
            </a:spcAft>
            <a:buNone/>
          </a:pPr>
          <a:r>
            <a:rPr lang="en-US" sz="1900" kern="1200"/>
            <a:t>Common Recommendations:</a:t>
          </a:r>
        </a:p>
      </dsp:txBody>
      <dsp:txXfrm>
        <a:off x="0" y="1478775"/>
        <a:ext cx="2103120" cy="1393787"/>
      </dsp:txXfrm>
    </dsp:sp>
    <dsp:sp modelId="{A9C9F71B-012C-43C0-AD4F-DA49DD0D745A}">
      <dsp:nvSpPr>
        <dsp:cNvPr id="0" name=""/>
        <dsp:cNvSpPr/>
      </dsp:nvSpPr>
      <dsp:spPr>
        <a:xfrm>
          <a:off x="2103120" y="2956190"/>
          <a:ext cx="8412480" cy="1393787"/>
        </a:xfrm>
        <a:prstGeom prst="rect">
          <a:avLst/>
        </a:prstGeom>
        <a:solidFill>
          <a:schemeClr val="accent2">
            <a:tint val="40000"/>
            <a:alpha val="90000"/>
            <a:hueOff val="6734718"/>
            <a:satOff val="-62232"/>
            <a:lumOff val="-7015"/>
            <a:alphaOff val="0"/>
          </a:schemeClr>
        </a:solidFill>
        <a:ln w="12700" cap="flat" cmpd="sng" algn="ctr">
          <a:solidFill>
            <a:schemeClr val="accent2">
              <a:tint val="40000"/>
              <a:alpha val="90000"/>
              <a:hueOff val="6734718"/>
              <a:satOff val="-62232"/>
              <a:lumOff val="-7015"/>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63225" tIns="354022" rIns="163225" bIns="354022" numCol="1" spcCol="1270" anchor="ctr" anchorCtr="0">
          <a:noAutofit/>
        </a:bodyPr>
        <a:lstStyle/>
        <a:p>
          <a:pPr marL="0" lvl="0" indent="0" algn="l" defTabSz="711200">
            <a:lnSpc>
              <a:spcPct val="90000"/>
            </a:lnSpc>
            <a:spcBef>
              <a:spcPct val="0"/>
            </a:spcBef>
            <a:spcAft>
              <a:spcPct val="35000"/>
            </a:spcAft>
            <a:buNone/>
          </a:pPr>
          <a:r>
            <a:rPr lang="en-US" sz="1600" kern="1200"/>
            <a:t>Three-tier system: Sub-centre → PHC → CHC (from Bhore Committee)</a:t>
          </a:r>
        </a:p>
        <a:p>
          <a:pPr marL="0" lvl="0" indent="0" algn="l" defTabSz="711200">
            <a:lnSpc>
              <a:spcPct val="90000"/>
            </a:lnSpc>
            <a:spcBef>
              <a:spcPct val="0"/>
            </a:spcBef>
            <a:spcAft>
              <a:spcPct val="35000"/>
            </a:spcAft>
            <a:buNone/>
          </a:pPr>
          <a:r>
            <a:rPr lang="en-US" sz="1600" kern="1200"/>
            <a:t>Multipurpose workers: ANMs and Health Workers (from Chadha/Mukherjee)</a:t>
          </a:r>
        </a:p>
        <a:p>
          <a:pPr marL="0" lvl="0" indent="0" algn="l" defTabSz="711200">
            <a:lnSpc>
              <a:spcPct val="90000"/>
            </a:lnSpc>
            <a:spcBef>
              <a:spcPct val="0"/>
            </a:spcBef>
            <a:spcAft>
              <a:spcPct val="35000"/>
            </a:spcAft>
            <a:buNone/>
          </a:pPr>
          <a:r>
            <a:rPr lang="en-US" sz="1600" kern="1200"/>
            <a:t>Community participation: ASHA workers (from Shrivastav Committee concepts)</a:t>
          </a:r>
        </a:p>
        <a:p>
          <a:pPr marL="0" lvl="0" indent="0" algn="l" defTabSz="711200">
            <a:lnSpc>
              <a:spcPct val="90000"/>
            </a:lnSpc>
            <a:spcBef>
              <a:spcPct val="0"/>
            </a:spcBef>
            <a:spcAft>
              <a:spcPct val="35000"/>
            </a:spcAft>
            <a:buNone/>
          </a:pPr>
          <a:r>
            <a:rPr lang="en-US" sz="1600" kern="1200"/>
            <a:t>Medical education: Community Medicine as mandatory subject (from Bhore Committee)</a:t>
          </a:r>
        </a:p>
      </dsp:txBody>
      <dsp:txXfrm>
        <a:off x="2103120" y="2956190"/>
        <a:ext cx="8412480" cy="1393787"/>
      </dsp:txXfrm>
    </dsp:sp>
    <dsp:sp modelId="{53B5AE67-97AD-454F-86F5-13E69513BC81}">
      <dsp:nvSpPr>
        <dsp:cNvPr id="0" name=""/>
        <dsp:cNvSpPr/>
      </dsp:nvSpPr>
      <dsp:spPr>
        <a:xfrm>
          <a:off x="0" y="2956190"/>
          <a:ext cx="2103120" cy="1393787"/>
        </a:xfrm>
        <a:prstGeom prst="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11290" tIns="137675" rIns="111290" bIns="137675" numCol="1" spcCol="1270" anchor="ctr" anchorCtr="0">
          <a:noAutofit/>
        </a:bodyPr>
        <a:lstStyle/>
        <a:p>
          <a:pPr marL="0" lvl="0" indent="0" algn="ctr" defTabSz="844550">
            <a:lnSpc>
              <a:spcPct val="90000"/>
            </a:lnSpc>
            <a:spcBef>
              <a:spcPct val="0"/>
            </a:spcBef>
            <a:spcAft>
              <a:spcPct val="35000"/>
            </a:spcAft>
            <a:buNone/>
          </a:pPr>
          <a:r>
            <a:rPr lang="en-US" sz="1900" kern="1200"/>
            <a:t>Impact on Current System:</a:t>
          </a:r>
        </a:p>
      </dsp:txBody>
      <dsp:txXfrm>
        <a:off x="0" y="2956190"/>
        <a:ext cx="2103120" cy="1393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175795-229F-44D6-87F8-11DE52FB67DC}">
      <dsp:nvSpPr>
        <dsp:cNvPr id="0" name=""/>
        <dsp:cNvSpPr/>
      </dsp:nvSpPr>
      <dsp:spPr>
        <a:xfrm>
          <a:off x="0" y="697688"/>
          <a:ext cx="10515600" cy="5382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Key Innovation: First to recommend integration of preventive and curative functions</a:t>
          </a:r>
        </a:p>
      </dsp:txBody>
      <dsp:txXfrm>
        <a:off x="26273" y="723961"/>
        <a:ext cx="10463054" cy="485654"/>
      </dsp:txXfrm>
    </dsp:sp>
    <dsp:sp modelId="{397E36AA-6A58-4BA6-8DB0-41E2DEA2B132}">
      <dsp:nvSpPr>
        <dsp:cNvPr id="0" name=""/>
        <dsp:cNvSpPr/>
      </dsp:nvSpPr>
      <dsp:spPr>
        <a:xfrm>
          <a:off x="0" y="1302128"/>
          <a:ext cx="10515600" cy="53820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Training Focus: Emphasized need for large number of trained health workers</a:t>
          </a:r>
        </a:p>
      </dsp:txBody>
      <dsp:txXfrm>
        <a:off x="26273" y="1328401"/>
        <a:ext cx="10463054" cy="485654"/>
      </dsp:txXfrm>
    </dsp:sp>
    <dsp:sp modelId="{F406014E-3DAB-4AAC-8BEE-3DDD07DC34FE}">
      <dsp:nvSpPr>
        <dsp:cNvPr id="0" name=""/>
        <dsp:cNvSpPr/>
      </dsp:nvSpPr>
      <dsp:spPr>
        <a:xfrm>
          <a:off x="0" y="1906569"/>
          <a:ext cx="10515600" cy="53820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Legacy: Set conceptual groundwork for all subsequent committee recommendations</a:t>
          </a:r>
        </a:p>
      </dsp:txBody>
      <dsp:txXfrm>
        <a:off x="26273" y="1932842"/>
        <a:ext cx="10463054" cy="485654"/>
      </dsp:txXfrm>
    </dsp:sp>
    <dsp:sp modelId="{78241889-D5AB-479F-87FA-E4984B602236}">
      <dsp:nvSpPr>
        <dsp:cNvPr id="0" name=""/>
        <dsp:cNvSpPr/>
      </dsp:nvSpPr>
      <dsp:spPr>
        <a:xfrm>
          <a:off x="0" y="2511009"/>
          <a:ext cx="10515600" cy="53820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Impact: Influenced the integrated approach adopted by Bhore Committee</a:t>
          </a:r>
        </a:p>
      </dsp:txBody>
      <dsp:txXfrm>
        <a:off x="26273" y="2537282"/>
        <a:ext cx="10463054" cy="485654"/>
      </dsp:txXfrm>
    </dsp:sp>
    <dsp:sp modelId="{8C8CBC75-0B06-4793-BD75-88237E41AB05}">
      <dsp:nvSpPr>
        <dsp:cNvPr id="0" name=""/>
        <dsp:cNvSpPr/>
      </dsp:nvSpPr>
      <dsp:spPr>
        <a:xfrm>
          <a:off x="0" y="3115449"/>
          <a:ext cx="10515600" cy="53820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kern="1200"/>
            <a:t>Clinical Relevance: Why doctors today practice both curative and preventive medicine</a:t>
          </a:r>
        </a:p>
      </dsp:txBody>
      <dsp:txXfrm>
        <a:off x="26273" y="3141722"/>
        <a:ext cx="10463054" cy="48565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4DCAC5-27FD-47F7-B41D-08D63A261358}">
      <dsp:nvSpPr>
        <dsp:cNvPr id="0" name=""/>
        <dsp:cNvSpPr/>
      </dsp:nvSpPr>
      <dsp:spPr>
        <a:xfrm>
          <a:off x="0" y="44513"/>
          <a:ext cx="10515600" cy="6084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Revolutionary Concept: Primary Health Centre as basic health unit</a:t>
          </a:r>
        </a:p>
      </dsp:txBody>
      <dsp:txXfrm>
        <a:off x="29700" y="74213"/>
        <a:ext cx="10456200" cy="549000"/>
      </dsp:txXfrm>
    </dsp:sp>
    <dsp:sp modelId="{9CF71A53-D994-462B-9745-744D3F99E818}">
      <dsp:nvSpPr>
        <dsp:cNvPr id="0" name=""/>
        <dsp:cNvSpPr/>
      </dsp:nvSpPr>
      <dsp:spPr>
        <a:xfrm>
          <a:off x="0" y="727793"/>
          <a:ext cx="10515600" cy="60840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Key Principles:</a:t>
          </a:r>
        </a:p>
      </dsp:txBody>
      <dsp:txXfrm>
        <a:off x="29700" y="757493"/>
        <a:ext cx="10456200" cy="549000"/>
      </dsp:txXfrm>
    </dsp:sp>
    <dsp:sp modelId="{4CE322B0-EA36-41F0-80E0-7641D6439001}">
      <dsp:nvSpPr>
        <dsp:cNvPr id="0" name=""/>
        <dsp:cNvSpPr/>
      </dsp:nvSpPr>
      <dsp:spPr>
        <a:xfrm>
          <a:off x="0" y="1336194"/>
          <a:ext cx="10515600" cy="9956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 Integration of preventive, curative, and promotive care</a:t>
          </a:r>
        </a:p>
        <a:p>
          <a:pPr marL="228600" lvl="1" indent="-228600" algn="l" defTabSz="889000">
            <a:lnSpc>
              <a:spcPct val="90000"/>
            </a:lnSpc>
            <a:spcBef>
              <a:spcPct val="0"/>
            </a:spcBef>
            <a:spcAft>
              <a:spcPct val="20000"/>
            </a:spcAft>
            <a:buChar char="•"/>
          </a:pPr>
          <a:r>
            <a:rPr lang="en-US" sz="2000" kern="1200"/>
            <a:t>- Healthcare delivery close to rural population</a:t>
          </a:r>
        </a:p>
        <a:p>
          <a:pPr marL="228600" lvl="1" indent="-228600" algn="l" defTabSz="889000">
            <a:lnSpc>
              <a:spcPct val="90000"/>
            </a:lnSpc>
            <a:spcBef>
              <a:spcPct val="0"/>
            </a:spcBef>
            <a:spcAft>
              <a:spcPct val="20000"/>
            </a:spcAft>
            <a:buChar char="•"/>
          </a:pPr>
          <a:r>
            <a:rPr lang="en-US" sz="2000" kern="1200"/>
            <a:t>- Three-tier referral system (Sub-centre → PHC → District Hospital)</a:t>
          </a:r>
        </a:p>
      </dsp:txBody>
      <dsp:txXfrm>
        <a:off x="0" y="1336194"/>
        <a:ext cx="10515600" cy="995670"/>
      </dsp:txXfrm>
    </dsp:sp>
    <dsp:sp modelId="{F67508E3-FF69-4993-AC68-2D5A96935495}">
      <dsp:nvSpPr>
        <dsp:cNvPr id="0" name=""/>
        <dsp:cNvSpPr/>
      </dsp:nvSpPr>
      <dsp:spPr>
        <a:xfrm>
          <a:off x="0" y="2331864"/>
          <a:ext cx="10515600" cy="60840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Medical Education: Recommended 3 months Community Medicine training</a:t>
          </a:r>
        </a:p>
      </dsp:txBody>
      <dsp:txXfrm>
        <a:off x="29700" y="2361564"/>
        <a:ext cx="10456200" cy="549000"/>
      </dsp:txXfrm>
    </dsp:sp>
    <dsp:sp modelId="{A7CD5C3C-271C-4D0C-A9B3-6EB9F496FB96}">
      <dsp:nvSpPr>
        <dsp:cNvPr id="0" name=""/>
        <dsp:cNvSpPr/>
      </dsp:nvSpPr>
      <dsp:spPr>
        <a:xfrm>
          <a:off x="0" y="3015144"/>
          <a:ext cx="10515600" cy="6084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Long-term Impact: Foundation of current rural health infrastructure</a:t>
          </a:r>
        </a:p>
      </dsp:txBody>
      <dsp:txXfrm>
        <a:off x="29700" y="3044844"/>
        <a:ext cx="10456200" cy="549000"/>
      </dsp:txXfrm>
    </dsp:sp>
    <dsp:sp modelId="{2D57E432-84ED-446D-B042-4A19AEA1312C}">
      <dsp:nvSpPr>
        <dsp:cNvPr id="0" name=""/>
        <dsp:cNvSpPr/>
      </dsp:nvSpPr>
      <dsp:spPr>
        <a:xfrm>
          <a:off x="0" y="3698424"/>
          <a:ext cx="10515600" cy="608400"/>
        </a:xfrm>
        <a:prstGeom prst="roundRect">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Modern Connection: Basis for today's PHCs and Health &amp; Wellness Centres</a:t>
          </a:r>
        </a:p>
      </dsp:txBody>
      <dsp:txXfrm>
        <a:off x="29700" y="3728124"/>
        <a:ext cx="10456200" cy="549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15D63C-8657-44D1-9B01-29C1382BCF51}">
      <dsp:nvSpPr>
        <dsp:cNvPr id="0" name=""/>
        <dsp:cNvSpPr/>
      </dsp:nvSpPr>
      <dsp:spPr>
        <a:xfrm>
          <a:off x="0" y="69373"/>
          <a:ext cx="7559504" cy="111969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Major Problem Identified: PHCs covering 100,000 population were ineffective</a:t>
          </a:r>
        </a:p>
      </dsp:txBody>
      <dsp:txXfrm>
        <a:off x="54659" y="124032"/>
        <a:ext cx="7450186" cy="1010372"/>
      </dsp:txXfrm>
    </dsp:sp>
    <dsp:sp modelId="{0D874F93-CDA3-4577-AA25-D5F2793E10AB}">
      <dsp:nvSpPr>
        <dsp:cNvPr id="0" name=""/>
        <dsp:cNvSpPr/>
      </dsp:nvSpPr>
      <dsp:spPr>
        <a:xfrm>
          <a:off x="0" y="1272583"/>
          <a:ext cx="7559504" cy="111969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Key Recommendations:</a:t>
          </a:r>
        </a:p>
      </dsp:txBody>
      <dsp:txXfrm>
        <a:off x="54659" y="1327242"/>
        <a:ext cx="7450186" cy="1010372"/>
      </dsp:txXfrm>
    </dsp:sp>
    <dsp:sp modelId="{0029130A-F974-4D7E-A47B-6FEEE332B55E}">
      <dsp:nvSpPr>
        <dsp:cNvPr id="0" name=""/>
        <dsp:cNvSpPr/>
      </dsp:nvSpPr>
      <dsp:spPr>
        <a:xfrm>
          <a:off x="0" y="2392273"/>
          <a:ext cx="7559504" cy="150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14"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 Reduce PHC population coverage to 40,000</a:t>
          </a:r>
        </a:p>
        <a:p>
          <a:pPr marL="228600" lvl="1" indent="-228600" algn="l" defTabSz="1022350">
            <a:lnSpc>
              <a:spcPct val="90000"/>
            </a:lnSpc>
            <a:spcBef>
              <a:spcPct val="0"/>
            </a:spcBef>
            <a:spcAft>
              <a:spcPct val="20000"/>
            </a:spcAft>
            <a:buChar char="•"/>
          </a:pPr>
          <a:r>
            <a:rPr lang="en-US" sz="2300" kern="1200"/>
            <a:t>- Strengthen existing PHCs with better staffing</a:t>
          </a:r>
        </a:p>
        <a:p>
          <a:pPr marL="228600" lvl="1" indent="-228600" algn="l" defTabSz="1022350">
            <a:lnSpc>
              <a:spcPct val="90000"/>
            </a:lnSpc>
            <a:spcBef>
              <a:spcPct val="0"/>
            </a:spcBef>
            <a:spcAft>
              <a:spcPct val="20000"/>
            </a:spcAft>
            <a:buChar char="•"/>
          </a:pPr>
          <a:r>
            <a:rPr lang="en-US" sz="2300" kern="1200"/>
            <a:t>- Improve equipment and infrastructure</a:t>
          </a:r>
        </a:p>
        <a:p>
          <a:pPr marL="228600" lvl="1" indent="-228600" algn="l" defTabSz="1022350">
            <a:lnSpc>
              <a:spcPct val="90000"/>
            </a:lnSpc>
            <a:spcBef>
              <a:spcPct val="0"/>
            </a:spcBef>
            <a:spcAft>
              <a:spcPct val="20000"/>
            </a:spcAft>
            <a:buChar char="•"/>
          </a:pPr>
          <a:r>
            <a:rPr lang="en-US" sz="2300" kern="1200"/>
            <a:t>- Create All India Health Service</a:t>
          </a:r>
        </a:p>
      </dsp:txBody>
      <dsp:txXfrm>
        <a:off x="0" y="2392273"/>
        <a:ext cx="7559504" cy="1500750"/>
      </dsp:txXfrm>
    </dsp:sp>
    <dsp:sp modelId="{4995B286-7B08-4C21-986C-863D2F6D84F3}">
      <dsp:nvSpPr>
        <dsp:cNvPr id="0" name=""/>
        <dsp:cNvSpPr/>
      </dsp:nvSpPr>
      <dsp:spPr>
        <a:xfrm>
          <a:off x="0" y="3893023"/>
          <a:ext cx="7559504" cy="111969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Results: Led to improved PHC performance and coverage</a:t>
          </a:r>
        </a:p>
      </dsp:txBody>
      <dsp:txXfrm>
        <a:off x="54659" y="3947682"/>
        <a:ext cx="7450186" cy="1010372"/>
      </dsp:txXfrm>
    </dsp:sp>
    <dsp:sp modelId="{FF58CE1C-7447-4DB6-B1D1-C0489CF6DAE5}">
      <dsp:nvSpPr>
        <dsp:cNvPr id="0" name=""/>
        <dsp:cNvSpPr/>
      </dsp:nvSpPr>
      <dsp:spPr>
        <a:xfrm>
          <a:off x="0" y="5096233"/>
          <a:ext cx="7559504" cy="111969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Modern Relevance: Current IPHS standards (20,000-30,000 population) follow this principle</a:t>
          </a:r>
        </a:p>
      </dsp:txBody>
      <dsp:txXfrm>
        <a:off x="54659" y="5150892"/>
        <a:ext cx="7450186" cy="101037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2588A9-6A89-4CFC-B511-4101962F3837}">
      <dsp:nvSpPr>
        <dsp:cNvPr id="0" name=""/>
        <dsp:cNvSpPr/>
      </dsp:nvSpPr>
      <dsp:spPr>
        <a:xfrm>
          <a:off x="0" y="2439987"/>
          <a:ext cx="11201399" cy="0"/>
        </a:xfrm>
        <a:prstGeom prst="line">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tailEnd type="triangle" w="lg" len="lg"/>
        </a:ln>
        <a:effectLst/>
      </dsp:spPr>
      <dsp:style>
        <a:lnRef idx="2">
          <a:scrgbClr r="0" g="0" b="0"/>
        </a:lnRef>
        <a:fillRef idx="1">
          <a:scrgbClr r="0" g="0" b="0"/>
        </a:fillRef>
        <a:effectRef idx="0">
          <a:scrgbClr r="0" g="0" b="0"/>
        </a:effectRef>
        <a:fontRef idx="minor"/>
      </dsp:style>
    </dsp:sp>
    <dsp:sp modelId="{15FB697A-C290-4079-8800-C889949398C0}">
      <dsp:nvSpPr>
        <dsp:cNvPr id="0" name=""/>
        <dsp:cNvSpPr/>
      </dsp:nvSpPr>
      <dsp:spPr>
        <a:xfrm rot="8100000">
          <a:off x="75825" y="562321"/>
          <a:ext cx="358868" cy="358868"/>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B1866B9-B8CC-43BC-BAD9-BEF5C29831A6}">
      <dsp:nvSpPr>
        <dsp:cNvPr id="0" name=""/>
        <dsp:cNvSpPr/>
      </dsp:nvSpPr>
      <dsp:spPr>
        <a:xfrm>
          <a:off x="115693" y="602188"/>
          <a:ext cx="279134" cy="27913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9308DD1A-6710-41F3-92DC-39AFC0B89E23}">
      <dsp:nvSpPr>
        <dsp:cNvPr id="0" name=""/>
        <dsp:cNvSpPr/>
      </dsp:nvSpPr>
      <dsp:spPr>
        <a:xfrm>
          <a:off x="509019" y="995514"/>
          <a:ext cx="4656829" cy="1444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1600" rIns="101600" bIns="152400" numCol="1" spcCol="1270" anchor="t" anchorCtr="0">
          <a:noAutofit/>
        </a:bodyPr>
        <a:lstStyle/>
        <a:p>
          <a:pPr marL="0" lvl="0" indent="0" algn="l" defTabSz="711200">
            <a:lnSpc>
              <a:spcPct val="90000"/>
            </a:lnSpc>
            <a:spcBef>
              <a:spcPct val="0"/>
            </a:spcBef>
            <a:spcAft>
              <a:spcPct val="35000"/>
            </a:spcAft>
            <a:buNone/>
          </a:pPr>
          <a:r>
            <a:rPr lang="en-US" sz="1600" kern="1200" dirty="0"/>
            <a:t>Chadha Committee</a:t>
          </a:r>
        </a:p>
        <a:p>
          <a:pPr marL="114300" lvl="1" indent="-114300" algn="l" defTabSz="622300">
            <a:lnSpc>
              <a:spcPct val="90000"/>
            </a:lnSpc>
            <a:spcBef>
              <a:spcPct val="0"/>
            </a:spcBef>
            <a:spcAft>
              <a:spcPct val="15000"/>
            </a:spcAft>
            <a:buChar char="•"/>
          </a:pPr>
          <a:r>
            <a:rPr lang="en-US" sz="1400" kern="1200"/>
            <a:t>- One basic health worker per 10,000 population</a:t>
          </a:r>
        </a:p>
        <a:p>
          <a:pPr marL="114300" lvl="1" indent="-114300" algn="l" defTabSz="622300">
            <a:lnSpc>
              <a:spcPct val="90000"/>
            </a:lnSpc>
            <a:spcBef>
              <a:spcPct val="0"/>
            </a:spcBef>
            <a:spcAft>
              <a:spcPct val="15000"/>
            </a:spcAft>
            <a:buChar char="•"/>
          </a:pPr>
          <a:r>
            <a:rPr lang="en-US" sz="1400" kern="1200" dirty="0"/>
            <a:t>- Multipurpose workers for malaria and family planning</a:t>
          </a:r>
        </a:p>
        <a:p>
          <a:pPr marL="114300" lvl="1" indent="-114300" algn="l" defTabSz="622300">
            <a:lnSpc>
              <a:spcPct val="90000"/>
            </a:lnSpc>
            <a:spcBef>
              <a:spcPct val="0"/>
            </a:spcBef>
            <a:spcAft>
              <a:spcPct val="15000"/>
            </a:spcAft>
            <a:buChar char="•"/>
          </a:pPr>
          <a:r>
            <a:rPr lang="en-US" sz="1400" kern="1200"/>
            <a:t>- Monthly home visits under National Malaria Eradication Programme</a:t>
          </a:r>
        </a:p>
      </dsp:txBody>
      <dsp:txXfrm>
        <a:off x="509019" y="995514"/>
        <a:ext cx="4656829" cy="1444472"/>
      </dsp:txXfrm>
    </dsp:sp>
    <dsp:sp modelId="{DD64869D-E591-401B-B0C9-ED31E3E2FD54}">
      <dsp:nvSpPr>
        <dsp:cNvPr id="0" name=""/>
        <dsp:cNvSpPr/>
      </dsp:nvSpPr>
      <dsp:spPr>
        <a:xfrm>
          <a:off x="509019" y="487997"/>
          <a:ext cx="4656829" cy="507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52400" bIns="0" numCol="1" spcCol="1270" anchor="ctr" anchorCtr="0">
          <a:noAutofit/>
        </a:bodyPr>
        <a:lstStyle/>
        <a:p>
          <a:pPr marL="0" lvl="0" indent="0" algn="l" defTabSz="1066800">
            <a:lnSpc>
              <a:spcPct val="90000"/>
            </a:lnSpc>
            <a:spcBef>
              <a:spcPct val="0"/>
            </a:spcBef>
            <a:spcAft>
              <a:spcPct val="35000"/>
            </a:spcAft>
            <a:buNone/>
            <a:defRPr b="1"/>
          </a:pPr>
          <a:r>
            <a:rPr lang="en-US" sz="2400" kern="1200"/>
            <a:t>1963</a:t>
          </a:r>
        </a:p>
      </dsp:txBody>
      <dsp:txXfrm>
        <a:off x="509019" y="487997"/>
        <a:ext cx="4656829" cy="507517"/>
      </dsp:txXfrm>
    </dsp:sp>
    <dsp:sp modelId="{CC9B1070-6178-466B-B5ED-AF38BD20D831}">
      <dsp:nvSpPr>
        <dsp:cNvPr id="0" name=""/>
        <dsp:cNvSpPr/>
      </dsp:nvSpPr>
      <dsp:spPr>
        <a:xfrm>
          <a:off x="255260" y="995514"/>
          <a:ext cx="0" cy="1444472"/>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9D6C1009-86A3-405F-BF67-B74942B30C93}">
      <dsp:nvSpPr>
        <dsp:cNvPr id="0" name=""/>
        <dsp:cNvSpPr/>
      </dsp:nvSpPr>
      <dsp:spPr>
        <a:xfrm>
          <a:off x="208553" y="2394310"/>
          <a:ext cx="91353" cy="9135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907A9F-8DB3-4BAA-B47B-D3C3B706526D}">
      <dsp:nvSpPr>
        <dsp:cNvPr id="0" name=""/>
        <dsp:cNvSpPr/>
      </dsp:nvSpPr>
      <dsp:spPr>
        <a:xfrm rot="18900000">
          <a:off x="2869705" y="3958784"/>
          <a:ext cx="358868" cy="358868"/>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3FC77A-F8BB-487E-9B9A-72FA22CE8697}">
      <dsp:nvSpPr>
        <dsp:cNvPr id="0" name=""/>
        <dsp:cNvSpPr/>
      </dsp:nvSpPr>
      <dsp:spPr>
        <a:xfrm>
          <a:off x="2909572" y="3998651"/>
          <a:ext cx="279134" cy="27913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5FF37531-0FAF-4F08-9D95-35B7FC1EBAF8}">
      <dsp:nvSpPr>
        <dsp:cNvPr id="0" name=""/>
        <dsp:cNvSpPr/>
      </dsp:nvSpPr>
      <dsp:spPr>
        <a:xfrm>
          <a:off x="3302898" y="2439987"/>
          <a:ext cx="4656829" cy="1444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52400" rIns="0" bIns="101600" numCol="1" spcCol="1270" anchor="b" anchorCtr="0">
          <a:noAutofit/>
        </a:bodyPr>
        <a:lstStyle/>
        <a:p>
          <a:pPr marL="0" lvl="0" indent="0" algn="l" defTabSz="711200">
            <a:lnSpc>
              <a:spcPct val="90000"/>
            </a:lnSpc>
            <a:spcBef>
              <a:spcPct val="0"/>
            </a:spcBef>
            <a:spcAft>
              <a:spcPct val="35000"/>
            </a:spcAft>
            <a:buNone/>
          </a:pPr>
          <a:r>
            <a:rPr lang="en-US" sz="1600" kern="1200"/>
            <a:t>Mukherjee Committee</a:t>
          </a:r>
        </a:p>
        <a:p>
          <a:pPr marL="114300" lvl="1" indent="-114300" algn="l" defTabSz="622300">
            <a:lnSpc>
              <a:spcPct val="90000"/>
            </a:lnSpc>
            <a:spcBef>
              <a:spcPct val="0"/>
            </a:spcBef>
            <a:spcAft>
              <a:spcPct val="15000"/>
            </a:spcAft>
            <a:buChar char="•"/>
          </a:pPr>
          <a:r>
            <a:rPr lang="en-US" sz="1400" kern="1200"/>
            <a:t>- Realized limitations: malaria and family planning need separate staff</a:t>
          </a:r>
        </a:p>
        <a:p>
          <a:pPr marL="114300" lvl="1" indent="-114300" algn="l" defTabSz="622300">
            <a:lnSpc>
              <a:spcPct val="90000"/>
            </a:lnSpc>
            <a:spcBef>
              <a:spcPct val="0"/>
            </a:spcBef>
            <a:spcAft>
              <a:spcPct val="15000"/>
            </a:spcAft>
            <a:buChar char="•"/>
          </a:pPr>
          <a:r>
            <a:rPr lang="en-US" sz="1400" kern="1200"/>
            <a:t>- Recommended focused approach for specialized programs</a:t>
          </a:r>
        </a:p>
      </dsp:txBody>
      <dsp:txXfrm>
        <a:off x="3302898" y="2439987"/>
        <a:ext cx="4656829" cy="1444472"/>
      </dsp:txXfrm>
    </dsp:sp>
    <dsp:sp modelId="{B151FCC9-AC82-4341-A113-982393CE14D6}">
      <dsp:nvSpPr>
        <dsp:cNvPr id="0" name=""/>
        <dsp:cNvSpPr/>
      </dsp:nvSpPr>
      <dsp:spPr>
        <a:xfrm>
          <a:off x="3302898" y="3884460"/>
          <a:ext cx="4656829" cy="507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52400" bIns="0" numCol="1" spcCol="1270" anchor="ctr" anchorCtr="0">
          <a:noAutofit/>
        </a:bodyPr>
        <a:lstStyle/>
        <a:p>
          <a:pPr marL="0" lvl="0" indent="0" algn="l" defTabSz="1066800">
            <a:lnSpc>
              <a:spcPct val="90000"/>
            </a:lnSpc>
            <a:spcBef>
              <a:spcPct val="0"/>
            </a:spcBef>
            <a:spcAft>
              <a:spcPct val="35000"/>
            </a:spcAft>
            <a:buNone/>
            <a:defRPr b="1"/>
          </a:pPr>
          <a:r>
            <a:rPr lang="en-US" sz="2400" kern="1200"/>
            <a:t>1965–1966</a:t>
          </a:r>
        </a:p>
      </dsp:txBody>
      <dsp:txXfrm>
        <a:off x="3302898" y="3884460"/>
        <a:ext cx="4656829" cy="507517"/>
      </dsp:txXfrm>
    </dsp:sp>
    <dsp:sp modelId="{F06FAF60-3605-4555-A1ED-D9FA4BBD6320}">
      <dsp:nvSpPr>
        <dsp:cNvPr id="0" name=""/>
        <dsp:cNvSpPr/>
      </dsp:nvSpPr>
      <dsp:spPr>
        <a:xfrm>
          <a:off x="3049139" y="2439987"/>
          <a:ext cx="0" cy="1444472"/>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408563-C4F6-408C-B0BA-D87F8A8FBB57}">
      <dsp:nvSpPr>
        <dsp:cNvPr id="0" name=""/>
        <dsp:cNvSpPr/>
      </dsp:nvSpPr>
      <dsp:spPr>
        <a:xfrm>
          <a:off x="3002432" y="2394310"/>
          <a:ext cx="91353" cy="9135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3992C0-DFC4-4FFF-A896-0C148FB98C78}">
      <dsp:nvSpPr>
        <dsp:cNvPr id="0" name=""/>
        <dsp:cNvSpPr/>
      </dsp:nvSpPr>
      <dsp:spPr>
        <a:xfrm rot="8100000">
          <a:off x="5663584" y="562321"/>
          <a:ext cx="358868" cy="358868"/>
        </a:xfrm>
        <a:prstGeom prst="teardrop">
          <a:avLst>
            <a:gd name="adj" fmla="val 11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19DA6B-9261-40E0-A1CC-7DC5217EAA0E}">
      <dsp:nvSpPr>
        <dsp:cNvPr id="0" name=""/>
        <dsp:cNvSpPr/>
      </dsp:nvSpPr>
      <dsp:spPr>
        <a:xfrm>
          <a:off x="5703452" y="602188"/>
          <a:ext cx="279134" cy="279134"/>
        </a:xfrm>
        <a:prstGeom prst="ellipse">
          <a:avLst/>
        </a:prstGeom>
        <a:solidFill>
          <a:schemeClr val="lt1">
            <a:alpha val="90000"/>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dsp:style>
    </dsp:sp>
    <dsp:sp modelId="{4356F3AF-5355-4DDA-BF23-9A959AA82F11}">
      <dsp:nvSpPr>
        <dsp:cNvPr id="0" name=""/>
        <dsp:cNvSpPr/>
      </dsp:nvSpPr>
      <dsp:spPr>
        <a:xfrm>
          <a:off x="6096777" y="995514"/>
          <a:ext cx="4656829" cy="14444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01600" rIns="101600" bIns="152400" numCol="1" spcCol="1270" anchor="t" anchorCtr="0">
          <a:noAutofit/>
        </a:bodyPr>
        <a:lstStyle/>
        <a:p>
          <a:pPr marL="0" lvl="0" indent="0" algn="l" defTabSz="711200">
            <a:lnSpc>
              <a:spcPct val="90000"/>
            </a:lnSpc>
            <a:spcBef>
              <a:spcPct val="0"/>
            </a:spcBef>
            <a:spcAft>
              <a:spcPct val="35000"/>
            </a:spcAft>
            <a:buNone/>
          </a:pPr>
          <a:r>
            <a:rPr lang="en-US" sz="1600" kern="1200"/>
            <a:t>Jungalwalla Committee</a:t>
          </a:r>
        </a:p>
        <a:p>
          <a:pPr marL="114300" lvl="1" indent="-114300" algn="l" defTabSz="622300">
            <a:lnSpc>
              <a:spcPct val="90000"/>
            </a:lnSpc>
            <a:spcBef>
              <a:spcPct val="0"/>
            </a:spcBef>
            <a:spcAft>
              <a:spcPct val="15000"/>
            </a:spcAft>
            <a:buChar char="•"/>
          </a:pPr>
          <a:r>
            <a:rPr lang="en-US" sz="1400" kern="1200"/>
            <a:t>- Full integration of medical care and public health programs</a:t>
          </a:r>
        </a:p>
        <a:p>
          <a:pPr marL="114300" lvl="1" indent="-114300" algn="l" defTabSz="622300">
            <a:lnSpc>
              <a:spcPct val="90000"/>
            </a:lnSpc>
            <a:spcBef>
              <a:spcPct val="0"/>
            </a:spcBef>
            <a:spcAft>
              <a:spcPct val="15000"/>
            </a:spcAft>
            <a:buChar char="•"/>
          </a:pPr>
          <a:r>
            <a:rPr lang="en-US" sz="1400" kern="1200"/>
            <a:t>- Eliminate private practice by government doctors</a:t>
          </a:r>
        </a:p>
        <a:p>
          <a:pPr marL="114300" lvl="1" indent="-114300" algn="l" defTabSz="622300">
            <a:lnSpc>
              <a:spcPct val="90000"/>
            </a:lnSpc>
            <a:spcBef>
              <a:spcPct val="0"/>
            </a:spcBef>
            <a:spcAft>
              <a:spcPct val="15000"/>
            </a:spcAft>
            <a:buChar char="•"/>
          </a:pPr>
          <a:r>
            <a:rPr lang="en-US" sz="1400" kern="1200"/>
            <a:t>- Strengthen PHC-higher center linkages</a:t>
          </a:r>
        </a:p>
      </dsp:txBody>
      <dsp:txXfrm>
        <a:off x="6096777" y="995514"/>
        <a:ext cx="4656829" cy="1444472"/>
      </dsp:txXfrm>
    </dsp:sp>
    <dsp:sp modelId="{F1CC0A3B-0850-4652-AB79-D1C55021783E}">
      <dsp:nvSpPr>
        <dsp:cNvPr id="0" name=""/>
        <dsp:cNvSpPr/>
      </dsp:nvSpPr>
      <dsp:spPr>
        <a:xfrm>
          <a:off x="6096777" y="487997"/>
          <a:ext cx="4656829" cy="5075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152400" bIns="0" numCol="1" spcCol="1270" anchor="ctr" anchorCtr="0">
          <a:noAutofit/>
        </a:bodyPr>
        <a:lstStyle/>
        <a:p>
          <a:pPr marL="0" lvl="0" indent="0" algn="l" defTabSz="1066800">
            <a:lnSpc>
              <a:spcPct val="90000"/>
            </a:lnSpc>
            <a:spcBef>
              <a:spcPct val="0"/>
            </a:spcBef>
            <a:spcAft>
              <a:spcPct val="35000"/>
            </a:spcAft>
            <a:buNone/>
            <a:defRPr b="1"/>
          </a:pPr>
          <a:r>
            <a:rPr lang="en-US" sz="2400" kern="1200"/>
            <a:t>1967</a:t>
          </a:r>
        </a:p>
      </dsp:txBody>
      <dsp:txXfrm>
        <a:off x="6096777" y="487997"/>
        <a:ext cx="4656829" cy="507517"/>
      </dsp:txXfrm>
    </dsp:sp>
    <dsp:sp modelId="{3E019BB7-E1DC-4459-B5E1-F7D46CB83B27}">
      <dsp:nvSpPr>
        <dsp:cNvPr id="0" name=""/>
        <dsp:cNvSpPr/>
      </dsp:nvSpPr>
      <dsp:spPr>
        <a:xfrm>
          <a:off x="5843019" y="995514"/>
          <a:ext cx="0" cy="1444472"/>
        </a:xfrm>
        <a:prstGeom prst="line">
          <a:avLst/>
        </a:prstGeom>
        <a:noFill/>
        <a:ln w="12700" cap="flat" cmpd="sng" algn="ctr">
          <a:solidFill>
            <a:schemeClr val="accent1">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E2AD21B0-1067-4616-AF8E-6D7D28EDC7CC}">
      <dsp:nvSpPr>
        <dsp:cNvPr id="0" name=""/>
        <dsp:cNvSpPr/>
      </dsp:nvSpPr>
      <dsp:spPr>
        <a:xfrm>
          <a:off x="5796312" y="2394310"/>
          <a:ext cx="91353" cy="91353"/>
        </a:xfrm>
        <a:prstGeom prst="ellipse">
          <a:avLst/>
        </a:prstGeom>
        <a:solidFill>
          <a:schemeClr val="accent1">
            <a:hueOff val="0"/>
            <a:satOff val="0"/>
            <a:lumOff val="0"/>
            <a:alphaOff val="0"/>
          </a:schemeClr>
        </a:solidFill>
        <a:ln w="63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C6E8B5-60C4-4489-829F-013C7ED50880}">
      <dsp:nvSpPr>
        <dsp:cNvPr id="0" name=""/>
        <dsp:cNvSpPr/>
      </dsp:nvSpPr>
      <dsp:spPr>
        <a:xfrm>
          <a:off x="0" y="315390"/>
          <a:ext cx="6900512" cy="751275"/>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374904" rIns="53555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"Placing people's health in people's hands"</a:t>
          </a:r>
        </a:p>
      </dsp:txBody>
      <dsp:txXfrm>
        <a:off x="0" y="315390"/>
        <a:ext cx="6900512" cy="751275"/>
      </dsp:txXfrm>
    </dsp:sp>
    <dsp:sp modelId="{2EE726EA-ED13-4DB3-A38F-1FEDCF7CF06B}">
      <dsp:nvSpPr>
        <dsp:cNvPr id="0" name=""/>
        <dsp:cNvSpPr/>
      </dsp:nvSpPr>
      <dsp:spPr>
        <a:xfrm>
          <a:off x="345025" y="49710"/>
          <a:ext cx="4830358" cy="5313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00100">
            <a:lnSpc>
              <a:spcPct val="90000"/>
            </a:lnSpc>
            <a:spcBef>
              <a:spcPct val="0"/>
            </a:spcBef>
            <a:spcAft>
              <a:spcPct val="35000"/>
            </a:spcAft>
            <a:buNone/>
          </a:pPr>
          <a:r>
            <a:rPr lang="en-US" sz="1800" kern="1200"/>
            <a:t>Revolutionary Principle: </a:t>
          </a:r>
        </a:p>
      </dsp:txBody>
      <dsp:txXfrm>
        <a:off x="370964" y="75649"/>
        <a:ext cx="4778480" cy="479482"/>
      </dsp:txXfrm>
    </dsp:sp>
    <dsp:sp modelId="{16C34DA7-E214-4EC4-88A1-BB5CE36AEE7F}">
      <dsp:nvSpPr>
        <dsp:cNvPr id="0" name=""/>
        <dsp:cNvSpPr/>
      </dsp:nvSpPr>
      <dsp:spPr>
        <a:xfrm>
          <a:off x="0" y="1429545"/>
          <a:ext cx="6900512" cy="1587600"/>
        </a:xfrm>
        <a:prstGeom prst="rect">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374904" rIns="53555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 Rural Health Scheme (1977)</a:t>
          </a:r>
        </a:p>
        <a:p>
          <a:pPr marL="171450" lvl="1" indent="-171450" algn="l" defTabSz="800100">
            <a:lnSpc>
              <a:spcPct val="90000"/>
            </a:lnSpc>
            <a:spcBef>
              <a:spcPct val="0"/>
            </a:spcBef>
            <a:spcAft>
              <a:spcPct val="15000"/>
            </a:spcAft>
            <a:buChar char="•"/>
          </a:pPr>
          <a:r>
            <a:rPr lang="en-US" sz="1800" kern="1200"/>
            <a:t>- Village Health Guide (VHG) Scheme</a:t>
          </a:r>
        </a:p>
        <a:p>
          <a:pPr marL="171450" lvl="1" indent="-171450" algn="l" defTabSz="800100">
            <a:lnSpc>
              <a:spcPct val="90000"/>
            </a:lnSpc>
            <a:spcBef>
              <a:spcPct val="0"/>
            </a:spcBef>
            <a:spcAft>
              <a:spcPct val="15000"/>
            </a:spcAft>
            <a:buChar char="•"/>
          </a:pPr>
          <a:r>
            <a:rPr lang="en-US" sz="1800" kern="1200"/>
            <a:t>- Community Health Worker training programs</a:t>
          </a:r>
        </a:p>
        <a:p>
          <a:pPr marL="171450" lvl="1" indent="-171450" algn="l" defTabSz="800100">
            <a:lnSpc>
              <a:spcPct val="90000"/>
            </a:lnSpc>
            <a:spcBef>
              <a:spcPct val="0"/>
            </a:spcBef>
            <a:spcAft>
              <a:spcPct val="15000"/>
            </a:spcAft>
            <a:buChar char="•"/>
          </a:pPr>
          <a:r>
            <a:rPr lang="en-US" sz="1800" kern="1200"/>
            <a:t>- ROME (Reorientation of Medical Education) program</a:t>
          </a:r>
        </a:p>
      </dsp:txBody>
      <dsp:txXfrm>
        <a:off x="0" y="1429545"/>
        <a:ext cx="6900512" cy="1587600"/>
      </dsp:txXfrm>
    </dsp:sp>
    <dsp:sp modelId="{784A094F-64A2-4873-AD25-FA539A6D18C6}">
      <dsp:nvSpPr>
        <dsp:cNvPr id="0" name=""/>
        <dsp:cNvSpPr/>
      </dsp:nvSpPr>
      <dsp:spPr>
        <a:xfrm>
          <a:off x="345025" y="1163865"/>
          <a:ext cx="4830358" cy="53136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00100">
            <a:lnSpc>
              <a:spcPct val="90000"/>
            </a:lnSpc>
            <a:spcBef>
              <a:spcPct val="0"/>
            </a:spcBef>
            <a:spcAft>
              <a:spcPct val="35000"/>
            </a:spcAft>
            <a:buNone/>
          </a:pPr>
          <a:r>
            <a:rPr lang="en-US" sz="1800" kern="1200"/>
            <a:t>Major Outcomes:</a:t>
          </a:r>
        </a:p>
      </dsp:txBody>
      <dsp:txXfrm>
        <a:off x="370964" y="1189804"/>
        <a:ext cx="4778480" cy="479482"/>
      </dsp:txXfrm>
    </dsp:sp>
    <dsp:sp modelId="{055AB24C-2D80-4DE7-8F06-45928F5F5A99}">
      <dsp:nvSpPr>
        <dsp:cNvPr id="0" name=""/>
        <dsp:cNvSpPr/>
      </dsp:nvSpPr>
      <dsp:spPr>
        <a:xfrm>
          <a:off x="0" y="3380025"/>
          <a:ext cx="6900512" cy="751275"/>
        </a:xfrm>
        <a:prstGeom prst="rect">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374904" rIns="53555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Concept led to current ASHA worker program</a:t>
          </a:r>
        </a:p>
      </dsp:txBody>
      <dsp:txXfrm>
        <a:off x="0" y="3380025"/>
        <a:ext cx="6900512" cy="751275"/>
      </dsp:txXfrm>
    </dsp:sp>
    <dsp:sp modelId="{8D2FC62C-0F7B-4E61-9F66-10AE1CE3CD72}">
      <dsp:nvSpPr>
        <dsp:cNvPr id="0" name=""/>
        <dsp:cNvSpPr/>
      </dsp:nvSpPr>
      <dsp:spPr>
        <a:xfrm>
          <a:off x="345025" y="3114345"/>
          <a:ext cx="4830358" cy="53136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00100">
            <a:lnSpc>
              <a:spcPct val="90000"/>
            </a:lnSpc>
            <a:spcBef>
              <a:spcPct val="0"/>
            </a:spcBef>
            <a:spcAft>
              <a:spcPct val="35000"/>
            </a:spcAft>
            <a:buNone/>
          </a:pPr>
          <a:r>
            <a:rPr lang="en-US" sz="1800" kern="1200"/>
            <a:t>Modern Legacy: </a:t>
          </a:r>
        </a:p>
      </dsp:txBody>
      <dsp:txXfrm>
        <a:off x="370964" y="3140284"/>
        <a:ext cx="4778480" cy="479482"/>
      </dsp:txXfrm>
    </dsp:sp>
    <dsp:sp modelId="{A81C669A-41DF-44D2-A256-4A471921274F}">
      <dsp:nvSpPr>
        <dsp:cNvPr id="0" name=""/>
        <dsp:cNvSpPr/>
      </dsp:nvSpPr>
      <dsp:spPr>
        <a:xfrm>
          <a:off x="0" y="4494180"/>
          <a:ext cx="6900512" cy="992250"/>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5556" tIns="374904" rIns="535556" bIns="128016" numCol="1" spcCol="1270" anchor="t" anchorCtr="0">
          <a:noAutofit/>
        </a:bodyPr>
        <a:lstStyle/>
        <a:p>
          <a:pPr marL="171450" lvl="1" indent="-171450" algn="l" defTabSz="800100">
            <a:lnSpc>
              <a:spcPct val="90000"/>
            </a:lnSpc>
            <a:spcBef>
              <a:spcPct val="0"/>
            </a:spcBef>
            <a:spcAft>
              <a:spcPct val="15000"/>
            </a:spcAft>
            <a:buChar char="•"/>
          </a:pPr>
          <a:r>
            <a:rPr lang="en-US" sz="1800" kern="1200"/>
            <a:t>Community participation became integral to healthcare delivery</a:t>
          </a:r>
        </a:p>
      </dsp:txBody>
      <dsp:txXfrm>
        <a:off x="0" y="4494180"/>
        <a:ext cx="6900512" cy="992250"/>
      </dsp:txXfrm>
    </dsp:sp>
    <dsp:sp modelId="{872DDE7C-ABA1-4B0F-9683-B9A209900728}">
      <dsp:nvSpPr>
        <dsp:cNvPr id="0" name=""/>
        <dsp:cNvSpPr/>
      </dsp:nvSpPr>
      <dsp:spPr>
        <a:xfrm>
          <a:off x="345025" y="4228500"/>
          <a:ext cx="4830358" cy="5313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2576" tIns="0" rIns="182576" bIns="0" numCol="1" spcCol="1270" anchor="ctr" anchorCtr="0">
          <a:noAutofit/>
        </a:bodyPr>
        <a:lstStyle/>
        <a:p>
          <a:pPr marL="0" lvl="0" indent="0" algn="l" defTabSz="800100">
            <a:lnSpc>
              <a:spcPct val="90000"/>
            </a:lnSpc>
            <a:spcBef>
              <a:spcPct val="0"/>
            </a:spcBef>
            <a:spcAft>
              <a:spcPct val="35000"/>
            </a:spcAft>
            <a:buNone/>
          </a:pPr>
          <a:r>
            <a:rPr lang="en-US" sz="1800" kern="1200"/>
            <a:t>Clinical Impact: </a:t>
          </a:r>
        </a:p>
      </dsp:txBody>
      <dsp:txXfrm>
        <a:off x="370964" y="4254439"/>
        <a:ext cx="4778480" cy="47948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A3D37A-FDF4-46CC-9927-1EEA36A5084D}">
      <dsp:nvSpPr>
        <dsp:cNvPr id="0" name=""/>
        <dsp:cNvSpPr/>
      </dsp:nvSpPr>
      <dsp:spPr>
        <a:xfrm>
          <a:off x="0" y="74145"/>
          <a:ext cx="6900512" cy="98865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Kartar Singh Committee (1973):</a:t>
          </a:r>
        </a:p>
      </dsp:txBody>
      <dsp:txXfrm>
        <a:off x="48262" y="122407"/>
        <a:ext cx="6803988" cy="892126"/>
      </dsp:txXfrm>
    </dsp:sp>
    <dsp:sp modelId="{C1D6431D-6D92-4AC0-879E-3EEEA87217CE}">
      <dsp:nvSpPr>
        <dsp:cNvPr id="0" name=""/>
        <dsp:cNvSpPr/>
      </dsp:nvSpPr>
      <dsp:spPr>
        <a:xfrm>
          <a:off x="0" y="1062795"/>
          <a:ext cx="6900512" cy="9149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 Reviewed and refined multipurpose worker scheme</a:t>
          </a:r>
        </a:p>
        <a:p>
          <a:pPr marL="228600" lvl="1" indent="-228600" algn="l" defTabSz="889000">
            <a:lnSpc>
              <a:spcPct val="90000"/>
            </a:lnSpc>
            <a:spcBef>
              <a:spcPct val="0"/>
            </a:spcBef>
            <a:spcAft>
              <a:spcPct val="20000"/>
            </a:spcAft>
            <a:buChar char="•"/>
          </a:pPr>
          <a:r>
            <a:rPr lang="en-US" sz="2000" kern="1200"/>
            <a:t>- Enhanced community health worker roles and responsibilities</a:t>
          </a:r>
        </a:p>
      </dsp:txBody>
      <dsp:txXfrm>
        <a:off x="0" y="1062795"/>
        <a:ext cx="6900512" cy="914940"/>
      </dsp:txXfrm>
    </dsp:sp>
    <dsp:sp modelId="{E75046EA-5B88-4592-AD0B-DB4C1F3BB1CB}">
      <dsp:nvSpPr>
        <dsp:cNvPr id="0" name=""/>
        <dsp:cNvSpPr/>
      </dsp:nvSpPr>
      <dsp:spPr>
        <a:xfrm>
          <a:off x="0" y="1977735"/>
          <a:ext cx="6900512" cy="98865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Shivaraman Committee:</a:t>
          </a:r>
        </a:p>
      </dsp:txBody>
      <dsp:txXfrm>
        <a:off x="48262" y="2025997"/>
        <a:ext cx="6803988" cy="892126"/>
      </dsp:txXfrm>
    </dsp:sp>
    <dsp:sp modelId="{7B2E68B5-5733-4FF6-BE5C-012B5684B828}">
      <dsp:nvSpPr>
        <dsp:cNvPr id="0" name=""/>
        <dsp:cNvSpPr/>
      </dsp:nvSpPr>
      <dsp:spPr>
        <a:xfrm>
          <a:off x="0" y="2966385"/>
          <a:ext cx="6900512" cy="15069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9091"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a:t>- Innovation: Basic Rural Doctors concept</a:t>
          </a:r>
        </a:p>
        <a:p>
          <a:pPr marL="228600" lvl="1" indent="-228600" algn="l" defTabSz="889000">
            <a:lnSpc>
              <a:spcPct val="90000"/>
            </a:lnSpc>
            <a:spcBef>
              <a:spcPct val="0"/>
            </a:spcBef>
            <a:spcAft>
              <a:spcPct val="20000"/>
            </a:spcAft>
            <a:buChar char="•"/>
          </a:pPr>
          <a:r>
            <a:rPr lang="en-US" sz="2000" kern="1200"/>
            <a:t>- Trained paraprofessionals specifically for rural healthcare needs</a:t>
          </a:r>
        </a:p>
        <a:p>
          <a:pPr marL="228600" lvl="1" indent="-228600" algn="l" defTabSz="889000">
            <a:lnSpc>
              <a:spcPct val="90000"/>
            </a:lnSpc>
            <a:spcBef>
              <a:spcPct val="0"/>
            </a:spcBef>
            <a:spcAft>
              <a:spcPct val="20000"/>
            </a:spcAft>
            <a:buChar char="•"/>
          </a:pPr>
          <a:r>
            <a:rPr lang="en-US" sz="2000" kern="1200"/>
            <a:t>- Comprehensive health care delivery to underserved rural communities</a:t>
          </a:r>
        </a:p>
      </dsp:txBody>
      <dsp:txXfrm>
        <a:off x="0" y="2966385"/>
        <a:ext cx="6900512" cy="1506960"/>
      </dsp:txXfrm>
    </dsp:sp>
    <dsp:sp modelId="{29BABE13-5CB0-4D9D-BA3E-F1E3CBEE2E97}">
      <dsp:nvSpPr>
        <dsp:cNvPr id="0" name=""/>
        <dsp:cNvSpPr/>
      </dsp:nvSpPr>
      <dsp:spPr>
        <a:xfrm>
          <a:off x="0" y="4473345"/>
          <a:ext cx="6900512" cy="98865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Legacy: Influenced current Rural Medical Assistant programs</a:t>
          </a:r>
        </a:p>
      </dsp:txBody>
      <dsp:txXfrm>
        <a:off x="48262" y="4521607"/>
        <a:ext cx="6803988" cy="89212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E78AC8-F53E-42D7-A605-44D8F9A97200}">
      <dsp:nvSpPr>
        <dsp:cNvPr id="0" name=""/>
        <dsp:cNvSpPr/>
      </dsp:nvSpPr>
      <dsp:spPr>
        <a:xfrm rot="5400000">
          <a:off x="-1085073" y="2174343"/>
          <a:ext cx="2448306" cy="275890"/>
        </a:xfrm>
        <a:prstGeom prst="corner">
          <a:avLst>
            <a:gd name="adj1" fmla="val 1000"/>
            <a:gd name="adj2" fmla="val 100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C7039E1-87AA-438B-A725-00A4D1C16586}">
      <dsp:nvSpPr>
        <dsp:cNvPr id="0" name=""/>
        <dsp:cNvSpPr/>
      </dsp:nvSpPr>
      <dsp:spPr>
        <a:xfrm>
          <a:off x="1133" y="3536442"/>
          <a:ext cx="3448636" cy="816102"/>
        </a:xfrm>
        <a:prstGeom prst="homePlate">
          <a:avLst>
            <a:gd name="adj" fmla="val 2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254000" rIns="127000" bIns="254000" numCol="1" spcCol="1270" anchor="ctr" anchorCtr="0">
          <a:noAutofit/>
        </a:bodyPr>
        <a:lstStyle/>
        <a:p>
          <a:pPr marL="0" lvl="0" indent="0" algn="ctr" defTabSz="889000">
            <a:lnSpc>
              <a:spcPct val="90000"/>
            </a:lnSpc>
            <a:spcBef>
              <a:spcPct val="0"/>
            </a:spcBef>
            <a:spcAft>
              <a:spcPct val="35000"/>
            </a:spcAft>
            <a:buNone/>
          </a:pPr>
          <a:r>
            <a:rPr lang="en-US" sz="2000" kern="1200"/>
            <a:t>1986</a:t>
          </a:r>
        </a:p>
      </dsp:txBody>
      <dsp:txXfrm>
        <a:off x="1133" y="3536442"/>
        <a:ext cx="3346623" cy="816102"/>
      </dsp:txXfrm>
    </dsp:sp>
    <dsp:sp modelId="{DC0C0852-FE5F-4BBA-910C-ECF682D73EA2}">
      <dsp:nvSpPr>
        <dsp:cNvPr id="0" name=""/>
        <dsp:cNvSpPr/>
      </dsp:nvSpPr>
      <dsp:spPr>
        <a:xfrm>
          <a:off x="277024" y="1253670"/>
          <a:ext cx="2800292" cy="195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Bajaj Committee</a:t>
          </a:r>
        </a:p>
        <a:p>
          <a:pPr marL="171450" lvl="1" indent="-171450" algn="l" defTabSz="711200">
            <a:lnSpc>
              <a:spcPct val="90000"/>
            </a:lnSpc>
            <a:spcBef>
              <a:spcPct val="0"/>
            </a:spcBef>
            <a:spcAft>
              <a:spcPct val="15000"/>
            </a:spcAft>
            <a:buChar char="•"/>
          </a:pPr>
          <a:r>
            <a:rPr lang="en-US" sz="1600" kern="1200"/>
            <a:t>- Focus: Health manpower planning, production and management</a:t>
          </a:r>
        </a:p>
        <a:p>
          <a:pPr marL="171450" lvl="1" indent="-171450" algn="l" defTabSz="711200">
            <a:lnSpc>
              <a:spcPct val="90000"/>
            </a:lnSpc>
            <a:spcBef>
              <a:spcPct val="0"/>
            </a:spcBef>
            <a:spcAft>
              <a:spcPct val="15000"/>
            </a:spcAft>
            <a:buChar char="•"/>
          </a:pPr>
          <a:r>
            <a:rPr lang="en-US" sz="1600" kern="1200" dirty="0"/>
            <a:t>- Addressed healthcare workforce shortages</a:t>
          </a:r>
        </a:p>
        <a:p>
          <a:pPr marL="171450" lvl="1" indent="-171450" algn="l" defTabSz="711200">
            <a:lnSpc>
              <a:spcPct val="90000"/>
            </a:lnSpc>
            <a:spcBef>
              <a:spcPct val="0"/>
            </a:spcBef>
            <a:spcAft>
              <a:spcPct val="15000"/>
            </a:spcAft>
            <a:buChar char="•"/>
          </a:pPr>
          <a:r>
            <a:rPr lang="en-US" sz="1600" kern="1200"/>
            <a:t>- Specialist services development and distribution</a:t>
          </a:r>
        </a:p>
        <a:p>
          <a:pPr marL="171450" lvl="1" indent="-171450" algn="l" defTabSz="711200">
            <a:lnSpc>
              <a:spcPct val="90000"/>
            </a:lnSpc>
            <a:spcBef>
              <a:spcPct val="0"/>
            </a:spcBef>
            <a:spcAft>
              <a:spcPct val="15000"/>
            </a:spcAft>
            <a:buChar char="•"/>
          </a:pPr>
          <a:r>
            <a:rPr lang="en-US" sz="1600" kern="1200"/>
            <a:t>- Training program optimization</a:t>
          </a:r>
        </a:p>
      </dsp:txBody>
      <dsp:txXfrm>
        <a:off x="277024" y="1253670"/>
        <a:ext cx="2800292" cy="1954904"/>
      </dsp:txXfrm>
    </dsp:sp>
    <dsp:sp modelId="{6B215E0B-E491-4FF2-ACDB-5665C8B777D8}">
      <dsp:nvSpPr>
        <dsp:cNvPr id="0" name=""/>
        <dsp:cNvSpPr/>
      </dsp:nvSpPr>
      <dsp:spPr>
        <a:xfrm rot="5400000">
          <a:off x="2294590" y="2174343"/>
          <a:ext cx="2448306" cy="275890"/>
        </a:xfrm>
        <a:prstGeom prst="corner">
          <a:avLst>
            <a:gd name="adj1" fmla="val 1000"/>
            <a:gd name="adj2" fmla="val 1000"/>
          </a:avLst>
        </a:prstGeom>
        <a:solidFill>
          <a:schemeClr val="l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1B93BD-AE8D-49C9-9BBA-1A662E9FD93B}">
      <dsp:nvSpPr>
        <dsp:cNvPr id="0" name=""/>
        <dsp:cNvSpPr/>
      </dsp:nvSpPr>
      <dsp:spPr>
        <a:xfrm>
          <a:off x="3380797" y="3536442"/>
          <a:ext cx="3448636" cy="816102"/>
        </a:xfrm>
        <a:prstGeom prst="chevron">
          <a:avLst>
            <a:gd name="adj" fmla="val 25000"/>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7000" tIns="254000" rIns="127000" bIns="254000" numCol="1" spcCol="1270" anchor="ctr" anchorCtr="0">
          <a:noAutofit/>
        </a:bodyPr>
        <a:lstStyle/>
        <a:p>
          <a:pPr marL="0" lvl="0" indent="0" algn="ctr" defTabSz="889000">
            <a:lnSpc>
              <a:spcPct val="90000"/>
            </a:lnSpc>
            <a:spcBef>
              <a:spcPct val="0"/>
            </a:spcBef>
            <a:spcAft>
              <a:spcPct val="35000"/>
            </a:spcAft>
            <a:buNone/>
          </a:pPr>
          <a:r>
            <a:rPr lang="en-US" sz="2000" kern="1200"/>
            <a:t>1992</a:t>
          </a:r>
        </a:p>
      </dsp:txBody>
      <dsp:txXfrm>
        <a:off x="3584823" y="3536442"/>
        <a:ext cx="3040585" cy="816102"/>
      </dsp:txXfrm>
    </dsp:sp>
    <dsp:sp modelId="{40467896-0CCB-402C-9042-77E8EA140176}">
      <dsp:nvSpPr>
        <dsp:cNvPr id="0" name=""/>
        <dsp:cNvSpPr/>
      </dsp:nvSpPr>
      <dsp:spPr>
        <a:xfrm>
          <a:off x="3656688" y="1253670"/>
          <a:ext cx="2800292" cy="195490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a:t>Krishnan Committee</a:t>
          </a:r>
        </a:p>
        <a:p>
          <a:pPr marL="171450" lvl="1" indent="-171450" algn="l" defTabSz="711200">
            <a:lnSpc>
              <a:spcPct val="90000"/>
            </a:lnSpc>
            <a:spcBef>
              <a:spcPct val="0"/>
            </a:spcBef>
            <a:spcAft>
              <a:spcPct val="15000"/>
            </a:spcAft>
            <a:buChar char="•"/>
          </a:pPr>
          <a:r>
            <a:rPr lang="en-US" sz="1600" kern="1200"/>
            <a:t>- Final major committee of 20th century</a:t>
          </a:r>
        </a:p>
        <a:p>
          <a:pPr marL="171450" lvl="1" indent="-171450" algn="l" defTabSz="711200">
            <a:lnSpc>
              <a:spcPct val="90000"/>
            </a:lnSpc>
            <a:spcBef>
              <a:spcPct val="0"/>
            </a:spcBef>
            <a:spcAft>
              <a:spcPct val="15000"/>
            </a:spcAft>
            <a:buChar char="•"/>
          </a:pPr>
          <a:r>
            <a:rPr lang="en-US" sz="1600" kern="1200" dirty="0"/>
            <a:t>- Focused on achieving "Health for All by 2000" goal</a:t>
          </a:r>
        </a:p>
        <a:p>
          <a:pPr marL="171450" lvl="1" indent="-171450" algn="l" defTabSz="711200">
            <a:lnSpc>
              <a:spcPct val="90000"/>
            </a:lnSpc>
            <a:spcBef>
              <a:spcPct val="0"/>
            </a:spcBef>
            <a:spcAft>
              <a:spcPct val="15000"/>
            </a:spcAft>
            <a:buChar char="•"/>
          </a:pPr>
          <a:r>
            <a:rPr lang="en-US" sz="1600" kern="1200"/>
            <a:t>- Comprehensive review of all previous recommendations</a:t>
          </a:r>
        </a:p>
      </dsp:txBody>
      <dsp:txXfrm>
        <a:off x="3656688" y="1253670"/>
        <a:ext cx="2800292" cy="195490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5C8F80-ECD4-47CC-91BB-6F7E6A3B4B3A}">
      <dsp:nvSpPr>
        <dsp:cNvPr id="0" name=""/>
        <dsp:cNvSpPr/>
      </dsp:nvSpPr>
      <dsp:spPr>
        <a:xfrm>
          <a:off x="0" y="4170"/>
          <a:ext cx="6651253" cy="88840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BABE23-1E65-419A-8231-ED5379FA6A3F}">
      <dsp:nvSpPr>
        <dsp:cNvPr id="0" name=""/>
        <dsp:cNvSpPr/>
      </dsp:nvSpPr>
      <dsp:spPr>
        <a:xfrm>
          <a:off x="268742" y="204061"/>
          <a:ext cx="488622" cy="48862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6BE930-137A-4E64-8816-545F493D08F9}">
      <dsp:nvSpPr>
        <dsp:cNvPr id="0" name=""/>
        <dsp:cNvSpPr/>
      </dsp:nvSpPr>
      <dsp:spPr>
        <a:xfrm>
          <a:off x="1026106" y="4170"/>
          <a:ext cx="5625146"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844550">
            <a:lnSpc>
              <a:spcPct val="90000"/>
            </a:lnSpc>
            <a:spcBef>
              <a:spcPct val="0"/>
            </a:spcBef>
            <a:spcAft>
              <a:spcPct val="35000"/>
            </a:spcAft>
            <a:buNone/>
          </a:pPr>
          <a:r>
            <a:rPr lang="en-US" sz="1900" kern="1200"/>
            <a:t>Three-Tier System: Sub-centre (3,000-5,000) → PHC (20,000-30,000) → CHC (80,000-120,000)</a:t>
          </a:r>
        </a:p>
      </dsp:txBody>
      <dsp:txXfrm>
        <a:off x="1026106" y="4170"/>
        <a:ext cx="5625146" cy="888403"/>
      </dsp:txXfrm>
    </dsp:sp>
    <dsp:sp modelId="{EAF471D3-A169-4E19-875D-8A3D3B1AC37A}">
      <dsp:nvSpPr>
        <dsp:cNvPr id="0" name=""/>
        <dsp:cNvSpPr/>
      </dsp:nvSpPr>
      <dsp:spPr>
        <a:xfrm>
          <a:off x="0" y="1114675"/>
          <a:ext cx="6651253" cy="88840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A74210-A8C7-4372-BBE3-75CDD95980EB}">
      <dsp:nvSpPr>
        <dsp:cNvPr id="0" name=""/>
        <dsp:cNvSpPr/>
      </dsp:nvSpPr>
      <dsp:spPr>
        <a:xfrm>
          <a:off x="268742" y="1314566"/>
          <a:ext cx="488622" cy="48862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78329A-1EA2-4704-9217-D6D5A59BF1C0}">
      <dsp:nvSpPr>
        <dsp:cNvPr id="0" name=""/>
        <dsp:cNvSpPr/>
      </dsp:nvSpPr>
      <dsp:spPr>
        <a:xfrm>
          <a:off x="1026106" y="1114675"/>
          <a:ext cx="5625146"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844550">
            <a:lnSpc>
              <a:spcPct val="90000"/>
            </a:lnSpc>
            <a:spcBef>
              <a:spcPct val="0"/>
            </a:spcBef>
            <a:spcAft>
              <a:spcPct val="35000"/>
            </a:spcAft>
            <a:buNone/>
          </a:pPr>
          <a:r>
            <a:rPr lang="en-US" sz="1900" kern="1200"/>
            <a:t>Integrated Services: Curative + Preventive + Promotive care at all levels</a:t>
          </a:r>
        </a:p>
      </dsp:txBody>
      <dsp:txXfrm>
        <a:off x="1026106" y="1114675"/>
        <a:ext cx="5625146" cy="888403"/>
      </dsp:txXfrm>
    </dsp:sp>
    <dsp:sp modelId="{6C0DF1B5-2F22-407D-8F53-013EC070EFE2}">
      <dsp:nvSpPr>
        <dsp:cNvPr id="0" name=""/>
        <dsp:cNvSpPr/>
      </dsp:nvSpPr>
      <dsp:spPr>
        <a:xfrm>
          <a:off x="0" y="2225180"/>
          <a:ext cx="6651253" cy="888403"/>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897423-DDB4-46EF-9C64-D0BB2C4CD217}">
      <dsp:nvSpPr>
        <dsp:cNvPr id="0" name=""/>
        <dsp:cNvSpPr/>
      </dsp:nvSpPr>
      <dsp:spPr>
        <a:xfrm>
          <a:off x="268742" y="2425070"/>
          <a:ext cx="488622" cy="48862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BB9FC6-3B12-484C-B02F-C9ECF10CF489}">
      <dsp:nvSpPr>
        <dsp:cNvPr id="0" name=""/>
        <dsp:cNvSpPr/>
      </dsp:nvSpPr>
      <dsp:spPr>
        <a:xfrm>
          <a:off x="1026106" y="2225180"/>
          <a:ext cx="5625146"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844550">
            <a:lnSpc>
              <a:spcPct val="90000"/>
            </a:lnSpc>
            <a:spcBef>
              <a:spcPct val="0"/>
            </a:spcBef>
            <a:spcAft>
              <a:spcPct val="35000"/>
            </a:spcAft>
            <a:buNone/>
          </a:pPr>
          <a:r>
            <a:rPr lang="en-US" sz="1900" kern="1200"/>
            <a:t>Community Workers: VHG → ASHA evolution from Shrivastav Committee</a:t>
          </a:r>
        </a:p>
      </dsp:txBody>
      <dsp:txXfrm>
        <a:off x="1026106" y="2225180"/>
        <a:ext cx="5625146" cy="888403"/>
      </dsp:txXfrm>
    </dsp:sp>
    <dsp:sp modelId="{F24216A3-5971-4307-A4D6-ABED7C63EC39}">
      <dsp:nvSpPr>
        <dsp:cNvPr id="0" name=""/>
        <dsp:cNvSpPr/>
      </dsp:nvSpPr>
      <dsp:spPr>
        <a:xfrm>
          <a:off x="0" y="3335684"/>
          <a:ext cx="6651253" cy="888403"/>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8474B6A-37AD-40C0-8D87-87FECF001109}">
      <dsp:nvSpPr>
        <dsp:cNvPr id="0" name=""/>
        <dsp:cNvSpPr/>
      </dsp:nvSpPr>
      <dsp:spPr>
        <a:xfrm>
          <a:off x="268742" y="3535575"/>
          <a:ext cx="488622" cy="48862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319E5EE-93CA-4434-BB69-EA755F2E2E3C}">
      <dsp:nvSpPr>
        <dsp:cNvPr id="0" name=""/>
        <dsp:cNvSpPr/>
      </dsp:nvSpPr>
      <dsp:spPr>
        <a:xfrm>
          <a:off x="1026106" y="3335684"/>
          <a:ext cx="5625146"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844550">
            <a:lnSpc>
              <a:spcPct val="90000"/>
            </a:lnSpc>
            <a:spcBef>
              <a:spcPct val="0"/>
            </a:spcBef>
            <a:spcAft>
              <a:spcPct val="35000"/>
            </a:spcAft>
            <a:buNone/>
          </a:pPr>
          <a:r>
            <a:rPr lang="en-US" sz="1900" kern="1200"/>
            <a:t>Medical Education: Community Medicine mandatory (Bhore Committee legacy)</a:t>
          </a:r>
        </a:p>
      </dsp:txBody>
      <dsp:txXfrm>
        <a:off x="1026106" y="3335684"/>
        <a:ext cx="5625146" cy="888403"/>
      </dsp:txXfrm>
    </dsp:sp>
    <dsp:sp modelId="{ABFC367C-AFDC-4E83-BD9F-DAC87A4A761C}">
      <dsp:nvSpPr>
        <dsp:cNvPr id="0" name=""/>
        <dsp:cNvSpPr/>
      </dsp:nvSpPr>
      <dsp:spPr>
        <a:xfrm>
          <a:off x="0" y="4446189"/>
          <a:ext cx="6651253" cy="888403"/>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20B57C-88AA-42E6-9C3B-9C26C53C5E22}">
      <dsp:nvSpPr>
        <dsp:cNvPr id="0" name=""/>
        <dsp:cNvSpPr/>
      </dsp:nvSpPr>
      <dsp:spPr>
        <a:xfrm>
          <a:off x="268742" y="4646080"/>
          <a:ext cx="488622" cy="48862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BD4EFF-8C5A-4364-A336-0BDC6FAABA8C}">
      <dsp:nvSpPr>
        <dsp:cNvPr id="0" name=""/>
        <dsp:cNvSpPr/>
      </dsp:nvSpPr>
      <dsp:spPr>
        <a:xfrm>
          <a:off x="1026106" y="4446189"/>
          <a:ext cx="5625146" cy="8884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4023" tIns="94023" rIns="94023" bIns="94023" numCol="1" spcCol="1270" anchor="ctr" anchorCtr="0">
          <a:noAutofit/>
        </a:bodyPr>
        <a:lstStyle/>
        <a:p>
          <a:pPr marL="0" lvl="0" indent="0" algn="l" defTabSz="844550">
            <a:lnSpc>
              <a:spcPct val="90000"/>
            </a:lnSpc>
            <a:spcBef>
              <a:spcPct val="0"/>
            </a:spcBef>
            <a:spcAft>
              <a:spcPct val="35000"/>
            </a:spcAft>
            <a:buNone/>
          </a:pPr>
          <a:r>
            <a:rPr lang="en-US" sz="1900" kern="1200"/>
            <a:t>Referral Systems: Systematic patient flow between healthcare levels</a:t>
          </a:r>
        </a:p>
      </dsp:txBody>
      <dsp:txXfrm>
        <a:off x="1026106" y="4446189"/>
        <a:ext cx="5625146" cy="88840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A99290-72AC-4217-B76D-87F0B420CBBC}">
      <dsp:nvSpPr>
        <dsp:cNvPr id="0" name=""/>
        <dsp:cNvSpPr/>
      </dsp:nvSpPr>
      <dsp:spPr>
        <a:xfrm>
          <a:off x="0" y="69821"/>
          <a:ext cx="6651253" cy="110272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Mashelkar Committee:</a:t>
          </a:r>
        </a:p>
      </dsp:txBody>
      <dsp:txXfrm>
        <a:off x="53831" y="123652"/>
        <a:ext cx="6543591" cy="995063"/>
      </dsp:txXfrm>
    </dsp:sp>
    <dsp:sp modelId="{0BD87CA5-6C2C-40E0-9F06-57B17F3CCA98}">
      <dsp:nvSpPr>
        <dsp:cNvPr id="0" name=""/>
        <dsp:cNvSpPr/>
      </dsp:nvSpPr>
      <dsp:spPr>
        <a:xfrm>
          <a:off x="0" y="1172547"/>
          <a:ext cx="6651253" cy="750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177"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 Technology integration in healthcare</a:t>
          </a:r>
        </a:p>
        <a:p>
          <a:pPr marL="228600" lvl="1" indent="-228600" algn="l" defTabSz="1022350">
            <a:lnSpc>
              <a:spcPct val="90000"/>
            </a:lnSpc>
            <a:spcBef>
              <a:spcPct val="0"/>
            </a:spcBef>
            <a:spcAft>
              <a:spcPct val="20000"/>
            </a:spcAft>
            <a:buChar char="•"/>
          </a:pPr>
          <a:r>
            <a:rPr lang="en-US" sz="2300" kern="1200"/>
            <a:t>- Modern efficiency and quality standards</a:t>
          </a:r>
        </a:p>
      </dsp:txBody>
      <dsp:txXfrm>
        <a:off x="0" y="1172547"/>
        <a:ext cx="6651253" cy="750375"/>
      </dsp:txXfrm>
    </dsp:sp>
    <dsp:sp modelId="{982FCC7A-B722-449F-9730-D3C0D14CBB7F}">
      <dsp:nvSpPr>
        <dsp:cNvPr id="0" name=""/>
        <dsp:cNvSpPr/>
      </dsp:nvSpPr>
      <dsp:spPr>
        <a:xfrm>
          <a:off x="0" y="1922922"/>
          <a:ext cx="6651253" cy="110272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National Commission on Macroeconomics and Health:</a:t>
          </a:r>
        </a:p>
      </dsp:txBody>
      <dsp:txXfrm>
        <a:off x="53831" y="1976753"/>
        <a:ext cx="6543591" cy="995063"/>
      </dsp:txXfrm>
    </dsp:sp>
    <dsp:sp modelId="{2C8140AC-9F8F-4FB4-B0CE-2E0C5CD91428}">
      <dsp:nvSpPr>
        <dsp:cNvPr id="0" name=""/>
        <dsp:cNvSpPr/>
      </dsp:nvSpPr>
      <dsp:spPr>
        <a:xfrm>
          <a:off x="0" y="3025647"/>
          <a:ext cx="6651253" cy="11405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177" tIns="36830" rIns="206248" bIns="36830" numCol="1" spcCol="1270" anchor="t" anchorCtr="0">
          <a:noAutofit/>
        </a:bodyPr>
        <a:lstStyle/>
        <a:p>
          <a:pPr marL="228600" lvl="1" indent="-228600" algn="l" defTabSz="1022350">
            <a:lnSpc>
              <a:spcPct val="90000"/>
            </a:lnSpc>
            <a:spcBef>
              <a:spcPct val="0"/>
            </a:spcBef>
            <a:spcAft>
              <a:spcPct val="20000"/>
            </a:spcAft>
            <a:buChar char="•"/>
          </a:pPr>
          <a:r>
            <a:rPr lang="en-US" sz="2300" kern="1200"/>
            <a:t>- Economic aspects of healthcare planning</a:t>
          </a:r>
        </a:p>
        <a:p>
          <a:pPr marL="228600" lvl="1" indent="-228600" algn="l" defTabSz="1022350">
            <a:lnSpc>
              <a:spcPct val="90000"/>
            </a:lnSpc>
            <a:spcBef>
              <a:spcPct val="0"/>
            </a:spcBef>
            <a:spcAft>
              <a:spcPct val="20000"/>
            </a:spcAft>
            <a:buChar char="•"/>
          </a:pPr>
          <a:r>
            <a:rPr lang="en-US" sz="2300" kern="1200"/>
            <a:t>- Cost-effectiveness and resource allocation</a:t>
          </a:r>
        </a:p>
        <a:p>
          <a:pPr marL="228600" lvl="1" indent="-228600" algn="l" defTabSz="1022350">
            <a:lnSpc>
              <a:spcPct val="90000"/>
            </a:lnSpc>
            <a:spcBef>
              <a:spcPct val="0"/>
            </a:spcBef>
            <a:spcAft>
              <a:spcPct val="20000"/>
            </a:spcAft>
            <a:buChar char="•"/>
          </a:pPr>
          <a:r>
            <a:rPr lang="en-US" sz="2300" kern="1200"/>
            <a:t>- Healthcare financing mechanisms</a:t>
          </a:r>
        </a:p>
      </dsp:txBody>
      <dsp:txXfrm>
        <a:off x="0" y="3025647"/>
        <a:ext cx="6651253" cy="1140569"/>
      </dsp:txXfrm>
    </dsp:sp>
    <dsp:sp modelId="{030364B3-4FD9-48A8-9AC7-D30837F190E5}">
      <dsp:nvSpPr>
        <dsp:cNvPr id="0" name=""/>
        <dsp:cNvSpPr/>
      </dsp:nvSpPr>
      <dsp:spPr>
        <a:xfrm>
          <a:off x="0" y="4166217"/>
          <a:ext cx="6651253" cy="110272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a:t>Impact: Influenced current health insurance schemes and economic policies</a:t>
          </a:r>
        </a:p>
      </dsp:txBody>
      <dsp:txXfrm>
        <a:off x="53831" y="4220048"/>
        <a:ext cx="6543591" cy="99506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0D7589-F5E7-49AF-9A97-E7DD640488E6}">
      <dsp:nvSpPr>
        <dsp:cNvPr id="0" name=""/>
        <dsp:cNvSpPr/>
      </dsp:nvSpPr>
      <dsp:spPr>
        <a:xfrm>
          <a:off x="0" y="58031"/>
          <a:ext cx="6651253" cy="65520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Direct Implementations:</a:t>
          </a:r>
        </a:p>
      </dsp:txBody>
      <dsp:txXfrm>
        <a:off x="31984" y="90015"/>
        <a:ext cx="6587285" cy="591232"/>
      </dsp:txXfrm>
    </dsp:sp>
    <dsp:sp modelId="{E7BB93F0-0586-447E-9FD4-99C8918D80FF}">
      <dsp:nvSpPr>
        <dsp:cNvPr id="0" name=""/>
        <dsp:cNvSpPr/>
      </dsp:nvSpPr>
      <dsp:spPr>
        <a:xfrm>
          <a:off x="0" y="713231"/>
          <a:ext cx="6651253" cy="2608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177"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 PHCs: 25,000+ operational (Bhore Committee concept)</a:t>
          </a:r>
        </a:p>
        <a:p>
          <a:pPr marL="228600" lvl="1" indent="-228600" algn="l" defTabSz="977900">
            <a:lnSpc>
              <a:spcPct val="90000"/>
            </a:lnSpc>
            <a:spcBef>
              <a:spcPct val="0"/>
            </a:spcBef>
            <a:spcAft>
              <a:spcPct val="20000"/>
            </a:spcAft>
            <a:buChar char="•"/>
          </a:pPr>
          <a:r>
            <a:rPr lang="en-US" sz="2200" kern="1200"/>
            <a:t>- CHCs: 5,600+ with 4 specialists (Mudaliar Committee upgrading)</a:t>
          </a:r>
        </a:p>
        <a:p>
          <a:pPr marL="228600" lvl="1" indent="-228600" algn="l" defTabSz="977900">
            <a:lnSpc>
              <a:spcPct val="90000"/>
            </a:lnSpc>
            <a:spcBef>
              <a:spcPct val="0"/>
            </a:spcBef>
            <a:spcAft>
              <a:spcPct val="20000"/>
            </a:spcAft>
            <a:buChar char="•"/>
          </a:pPr>
          <a:r>
            <a:rPr lang="en-US" sz="2200" kern="1200"/>
            <a:t>- Sub-centres: 156,000+ with ANM &amp; Health Workers (Chadha Committee)</a:t>
          </a:r>
        </a:p>
        <a:p>
          <a:pPr marL="228600" lvl="1" indent="-228600" algn="l" defTabSz="977900">
            <a:lnSpc>
              <a:spcPct val="90000"/>
            </a:lnSpc>
            <a:spcBef>
              <a:spcPct val="0"/>
            </a:spcBef>
            <a:spcAft>
              <a:spcPct val="20000"/>
            </a:spcAft>
            <a:buChar char="•"/>
          </a:pPr>
          <a:r>
            <a:rPr lang="en-US" sz="2200" kern="1200"/>
            <a:t>- ASHA Workers: 900,000+ community health workers (Shrivastav Committee legacy)</a:t>
          </a:r>
        </a:p>
      </dsp:txBody>
      <dsp:txXfrm>
        <a:off x="0" y="713231"/>
        <a:ext cx="6651253" cy="2608200"/>
      </dsp:txXfrm>
    </dsp:sp>
    <dsp:sp modelId="{DECBCA67-E61A-459E-94DD-89422AF372AC}">
      <dsp:nvSpPr>
        <dsp:cNvPr id="0" name=""/>
        <dsp:cNvSpPr/>
      </dsp:nvSpPr>
      <dsp:spPr>
        <a:xfrm>
          <a:off x="0" y="3321432"/>
          <a:ext cx="6651253" cy="65520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Modern Evolution:</a:t>
          </a:r>
        </a:p>
      </dsp:txBody>
      <dsp:txXfrm>
        <a:off x="31984" y="3353416"/>
        <a:ext cx="6587285" cy="591232"/>
      </dsp:txXfrm>
    </dsp:sp>
    <dsp:sp modelId="{8DA64824-31D9-4EBE-94B0-8B9F35174235}">
      <dsp:nvSpPr>
        <dsp:cNvPr id="0" name=""/>
        <dsp:cNvSpPr/>
      </dsp:nvSpPr>
      <dsp:spPr>
        <a:xfrm>
          <a:off x="0" y="3976632"/>
          <a:ext cx="6651253" cy="1304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177"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 Health &amp; Wellness Centres: 150,000 target (building on all committee recommendations)</a:t>
          </a:r>
        </a:p>
        <a:p>
          <a:pPr marL="228600" lvl="1" indent="-228600" algn="l" defTabSz="977900">
            <a:lnSpc>
              <a:spcPct val="90000"/>
            </a:lnSpc>
            <a:spcBef>
              <a:spcPct val="0"/>
            </a:spcBef>
            <a:spcAft>
              <a:spcPct val="20000"/>
            </a:spcAft>
            <a:buChar char="•"/>
          </a:pPr>
          <a:r>
            <a:rPr lang="en-US" sz="2200" kern="1200"/>
            <a:t>- Ayushman Bharat: Universal health coverage (economic committee influence)</a:t>
          </a:r>
        </a:p>
      </dsp:txBody>
      <dsp:txXfrm>
        <a:off x="0" y="3976632"/>
        <a:ext cx="6651253" cy="130410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4DEF4B-B8F3-4102-812C-17CCB0BFF32A}">
      <dsp:nvSpPr>
        <dsp:cNvPr id="0" name=""/>
        <dsp:cNvSpPr/>
      </dsp:nvSpPr>
      <dsp:spPr>
        <a:xfrm rot="5400000">
          <a:off x="6006190" y="-2568331"/>
          <a:ext cx="1270806"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 </a:t>
          </a:r>
          <a:r>
            <a:rPr lang="en-US" sz="1800" kern="1200" dirty="0" err="1"/>
            <a:t>Bhore</a:t>
          </a:r>
          <a:r>
            <a:rPr lang="en-US" sz="1800" kern="1200" dirty="0"/>
            <a:t> Committee (1946): Created PHC concept and three-tier system</a:t>
          </a:r>
        </a:p>
        <a:p>
          <a:pPr marL="171450" lvl="1" indent="-171450" algn="l" defTabSz="800100">
            <a:lnSpc>
              <a:spcPct val="90000"/>
            </a:lnSpc>
            <a:spcBef>
              <a:spcPct val="0"/>
            </a:spcBef>
            <a:spcAft>
              <a:spcPct val="15000"/>
            </a:spcAft>
            <a:buChar char="•"/>
          </a:pPr>
          <a:r>
            <a:rPr lang="en-US" sz="1800" kern="1200" dirty="0"/>
            <a:t>- Mudaliar Committee (1962): Optimized PHC population coverage (100,000 → 40,000)</a:t>
          </a:r>
        </a:p>
        <a:p>
          <a:pPr marL="171450" lvl="1" indent="-171450" algn="l" defTabSz="800100">
            <a:lnSpc>
              <a:spcPct val="90000"/>
            </a:lnSpc>
            <a:spcBef>
              <a:spcPct val="0"/>
            </a:spcBef>
            <a:spcAft>
              <a:spcPct val="15000"/>
            </a:spcAft>
            <a:buChar char="•"/>
          </a:pPr>
          <a:r>
            <a:rPr lang="en-US" sz="1800" kern="1200"/>
            <a:t>- Shrivastav Committee (1975): Community participation and health worker concepts</a:t>
          </a:r>
        </a:p>
      </dsp:txBody>
      <dsp:txXfrm rot="-5400000">
        <a:off x="3276601" y="223294"/>
        <a:ext cx="6667948" cy="1146734"/>
      </dsp:txXfrm>
    </dsp:sp>
    <dsp:sp modelId="{F2AAE313-597D-4D75-BE26-372AEE07096D}">
      <dsp:nvSpPr>
        <dsp:cNvPr id="0" name=""/>
        <dsp:cNvSpPr/>
      </dsp:nvSpPr>
      <dsp:spPr>
        <a:xfrm>
          <a:off x="509013" y="2406"/>
          <a:ext cx="2767588" cy="15885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n-US" sz="3500" kern="1200" dirty="0"/>
            <a:t>Essential Facts:</a:t>
          </a:r>
        </a:p>
      </dsp:txBody>
      <dsp:txXfrm>
        <a:off x="586558" y="79951"/>
        <a:ext cx="2612498" cy="1433417"/>
      </dsp:txXfrm>
    </dsp:sp>
    <dsp:sp modelId="{24E5A03C-5DF1-41E5-8C24-CF995EF2AC25}">
      <dsp:nvSpPr>
        <dsp:cNvPr id="0" name=""/>
        <dsp:cNvSpPr/>
      </dsp:nvSpPr>
      <dsp:spPr>
        <a:xfrm rot="5400000">
          <a:off x="6006190" y="-900398"/>
          <a:ext cx="1270806"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a:t>- Integration of preventive and curative services</a:t>
          </a:r>
        </a:p>
        <a:p>
          <a:pPr marL="171450" lvl="1" indent="-171450" algn="l" defTabSz="800100">
            <a:lnSpc>
              <a:spcPct val="90000"/>
            </a:lnSpc>
            <a:spcBef>
              <a:spcPct val="0"/>
            </a:spcBef>
            <a:spcAft>
              <a:spcPct val="15000"/>
            </a:spcAft>
            <a:buChar char="•"/>
          </a:pPr>
          <a:r>
            <a:rPr lang="en-US" sz="1800" kern="1200"/>
            <a:t>- Community-based healthcare delivery</a:t>
          </a:r>
        </a:p>
        <a:p>
          <a:pPr marL="171450" lvl="1" indent="-171450" algn="l" defTabSz="800100">
            <a:lnSpc>
              <a:spcPct val="90000"/>
            </a:lnSpc>
            <a:spcBef>
              <a:spcPct val="0"/>
            </a:spcBef>
            <a:spcAft>
              <a:spcPct val="15000"/>
            </a:spcAft>
            <a:buChar char="•"/>
          </a:pPr>
          <a:r>
            <a:rPr lang="en-US" sz="1800" kern="1200"/>
            <a:t>- Systematic referral between healthcare levels</a:t>
          </a:r>
        </a:p>
        <a:p>
          <a:pPr marL="171450" lvl="1" indent="-171450" algn="l" defTabSz="800100">
            <a:lnSpc>
              <a:spcPct val="90000"/>
            </a:lnSpc>
            <a:spcBef>
              <a:spcPct val="0"/>
            </a:spcBef>
            <a:spcAft>
              <a:spcPct val="15000"/>
            </a:spcAft>
            <a:buChar char="•"/>
          </a:pPr>
          <a:r>
            <a:rPr lang="en-US" sz="1800" kern="1200" dirty="0"/>
            <a:t>- Continuous evolution based on ground realities</a:t>
          </a:r>
        </a:p>
      </dsp:txBody>
      <dsp:txXfrm rot="-5400000">
        <a:off x="3276601" y="1891227"/>
        <a:ext cx="6667948" cy="1146734"/>
      </dsp:txXfrm>
    </dsp:sp>
    <dsp:sp modelId="{335664DD-46B9-4CDB-A5AF-62EB0765D054}">
      <dsp:nvSpPr>
        <dsp:cNvPr id="0" name=""/>
        <dsp:cNvSpPr/>
      </dsp:nvSpPr>
      <dsp:spPr>
        <a:xfrm>
          <a:off x="509013" y="1670340"/>
          <a:ext cx="2767588" cy="15885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n-US" sz="3500" kern="1200"/>
            <a:t>Core Principles:</a:t>
          </a:r>
        </a:p>
      </dsp:txBody>
      <dsp:txXfrm>
        <a:off x="586558" y="1747885"/>
        <a:ext cx="2612498" cy="1433417"/>
      </dsp:txXfrm>
    </dsp:sp>
    <dsp:sp modelId="{8307A29C-7698-4D29-943F-80CDE604DECA}">
      <dsp:nvSpPr>
        <dsp:cNvPr id="0" name=""/>
        <dsp:cNvSpPr/>
      </dsp:nvSpPr>
      <dsp:spPr>
        <a:xfrm rot="5400000">
          <a:off x="6006190" y="767535"/>
          <a:ext cx="1270806" cy="6729984"/>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kern="1200"/>
            <a:t>- Current PHC/CHC structure follows these historical recommendations</a:t>
          </a:r>
        </a:p>
        <a:p>
          <a:pPr marL="171450" lvl="1" indent="-171450" algn="l" defTabSz="800100">
            <a:lnSpc>
              <a:spcPct val="90000"/>
            </a:lnSpc>
            <a:spcBef>
              <a:spcPct val="0"/>
            </a:spcBef>
            <a:spcAft>
              <a:spcPct val="15000"/>
            </a:spcAft>
            <a:buChar char="•"/>
          </a:pPr>
          <a:r>
            <a:rPr lang="en-US" sz="1800" kern="1200"/>
            <a:t>- Health &amp; Wellness Centres build on 75+ years of committee insights</a:t>
          </a:r>
        </a:p>
      </dsp:txBody>
      <dsp:txXfrm rot="-5400000">
        <a:off x="3276601" y="3559160"/>
        <a:ext cx="6667948" cy="1146734"/>
      </dsp:txXfrm>
    </dsp:sp>
    <dsp:sp modelId="{B2591F2A-D3BC-4DAB-9238-B0F4B19E861A}">
      <dsp:nvSpPr>
        <dsp:cNvPr id="0" name=""/>
        <dsp:cNvSpPr/>
      </dsp:nvSpPr>
      <dsp:spPr>
        <a:xfrm>
          <a:off x="509013" y="3338273"/>
          <a:ext cx="2767588" cy="1588507"/>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3350" tIns="66675" rIns="133350" bIns="66675" numCol="1" spcCol="1270" anchor="ctr" anchorCtr="0">
          <a:noAutofit/>
        </a:bodyPr>
        <a:lstStyle/>
        <a:p>
          <a:pPr marL="0" lvl="0" indent="0" algn="ctr" defTabSz="1555750">
            <a:lnSpc>
              <a:spcPct val="90000"/>
            </a:lnSpc>
            <a:spcBef>
              <a:spcPct val="0"/>
            </a:spcBef>
            <a:spcAft>
              <a:spcPct val="35000"/>
            </a:spcAft>
            <a:buNone/>
          </a:pPr>
          <a:r>
            <a:rPr lang="en-US" sz="3500" kern="1200"/>
            <a:t>Modern Application:</a:t>
          </a:r>
        </a:p>
      </dsp:txBody>
      <dsp:txXfrm>
        <a:off x="586558" y="3415818"/>
        <a:ext cx="2612498" cy="1433417"/>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B0D351-1EEB-45EC-860D-D6B81B71DC25}">
      <dsp:nvSpPr>
        <dsp:cNvPr id="0" name=""/>
        <dsp:cNvSpPr/>
      </dsp:nvSpPr>
      <dsp:spPr>
        <a:xfrm>
          <a:off x="1020487" y="169761"/>
          <a:ext cx="1098562" cy="109856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64C3F9E-1AB2-4EBC-B557-B0E73EAF43F5}">
      <dsp:nvSpPr>
        <dsp:cNvPr id="0" name=""/>
        <dsp:cNvSpPr/>
      </dsp:nvSpPr>
      <dsp:spPr>
        <a:xfrm>
          <a:off x="393" y="144083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a:t>Short Answer Questions:</a:t>
          </a:r>
        </a:p>
      </dsp:txBody>
      <dsp:txXfrm>
        <a:off x="393" y="1440832"/>
        <a:ext cx="3138750" cy="470812"/>
      </dsp:txXfrm>
    </dsp:sp>
    <dsp:sp modelId="{E3435C55-AB75-4601-81AB-754B974EA6F1}">
      <dsp:nvSpPr>
        <dsp:cNvPr id="0" name=""/>
        <dsp:cNvSpPr/>
      </dsp:nvSpPr>
      <dsp:spPr>
        <a:xfrm>
          <a:off x="393" y="1991880"/>
          <a:ext cx="3138750" cy="2189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 "Committee that introduced PHCs" → Bhore Committee (1946)</a:t>
          </a:r>
        </a:p>
        <a:p>
          <a:pPr marL="0" lvl="0" indent="0" algn="ctr" defTabSz="755650">
            <a:lnSpc>
              <a:spcPct val="100000"/>
            </a:lnSpc>
            <a:spcBef>
              <a:spcPct val="0"/>
            </a:spcBef>
            <a:spcAft>
              <a:spcPct val="35000"/>
            </a:spcAft>
            <a:buNone/>
          </a:pPr>
          <a:r>
            <a:rPr lang="en-US" sz="1700" kern="1200"/>
            <a:t>- "Committee that reduced PHC population coverage" → Mudaliar Committee (1962)</a:t>
          </a:r>
        </a:p>
        <a:p>
          <a:pPr marL="0" lvl="0" indent="0" algn="ctr" defTabSz="755650">
            <a:lnSpc>
              <a:spcPct val="100000"/>
            </a:lnSpc>
            <a:spcBef>
              <a:spcPct val="0"/>
            </a:spcBef>
            <a:spcAft>
              <a:spcPct val="35000"/>
            </a:spcAft>
            <a:buNone/>
          </a:pPr>
          <a:r>
            <a:rPr lang="en-US" sz="1700" kern="1200"/>
            <a:t>- "Committee behind community health workers" → Shrivastav Committee (1975)</a:t>
          </a:r>
        </a:p>
      </dsp:txBody>
      <dsp:txXfrm>
        <a:off x="393" y="1991880"/>
        <a:ext cx="3138750" cy="2189695"/>
      </dsp:txXfrm>
    </dsp:sp>
    <dsp:sp modelId="{E7EA9990-9257-4883-BC77-B37D075D3235}">
      <dsp:nvSpPr>
        <dsp:cNvPr id="0" name=""/>
        <dsp:cNvSpPr/>
      </dsp:nvSpPr>
      <dsp:spPr>
        <a:xfrm>
          <a:off x="4708518" y="169761"/>
          <a:ext cx="1098562" cy="109856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CB61D8-D021-4969-A57C-0C57F00F6BF2}">
      <dsp:nvSpPr>
        <dsp:cNvPr id="0" name=""/>
        <dsp:cNvSpPr/>
      </dsp:nvSpPr>
      <dsp:spPr>
        <a:xfrm>
          <a:off x="3688425" y="144083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a:t>Long Answer Approach:</a:t>
          </a:r>
        </a:p>
      </dsp:txBody>
      <dsp:txXfrm>
        <a:off x="3688425" y="1440832"/>
        <a:ext cx="3138750" cy="470812"/>
      </dsp:txXfrm>
    </dsp:sp>
    <dsp:sp modelId="{BF08C85B-09BD-41FE-B854-F564A48D3072}">
      <dsp:nvSpPr>
        <dsp:cNvPr id="0" name=""/>
        <dsp:cNvSpPr/>
      </dsp:nvSpPr>
      <dsp:spPr>
        <a:xfrm>
          <a:off x="3688425" y="1991880"/>
          <a:ext cx="3138750" cy="2189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 Introduction: Importance of committees in health policy</a:t>
          </a:r>
        </a:p>
        <a:p>
          <a:pPr marL="0" lvl="0" indent="0" algn="ctr" defTabSz="755650">
            <a:lnSpc>
              <a:spcPct val="100000"/>
            </a:lnSpc>
            <a:spcBef>
              <a:spcPct val="0"/>
            </a:spcBef>
            <a:spcAft>
              <a:spcPct val="35000"/>
            </a:spcAft>
            <a:buNone/>
          </a:pPr>
          <a:r>
            <a:rPr lang="en-US" sz="1700" kern="1200"/>
            <a:t>- Body: Chronological discussion of 2-3 major committees</a:t>
          </a:r>
        </a:p>
        <a:p>
          <a:pPr marL="0" lvl="0" indent="0" algn="ctr" defTabSz="755650">
            <a:lnSpc>
              <a:spcPct val="100000"/>
            </a:lnSpc>
            <a:spcBef>
              <a:spcPct val="0"/>
            </a:spcBef>
            <a:spcAft>
              <a:spcPct val="35000"/>
            </a:spcAft>
            <a:buNone/>
          </a:pPr>
          <a:r>
            <a:rPr lang="en-US" sz="1700" kern="1200"/>
            <a:t>- Conclusion: Impact on current healthcare system</a:t>
          </a:r>
        </a:p>
      </dsp:txBody>
      <dsp:txXfrm>
        <a:off x="3688425" y="1991880"/>
        <a:ext cx="3138750" cy="2189695"/>
      </dsp:txXfrm>
    </dsp:sp>
    <dsp:sp modelId="{2C40FA53-7510-4E15-922E-07CE6860A550}">
      <dsp:nvSpPr>
        <dsp:cNvPr id="0" name=""/>
        <dsp:cNvSpPr/>
      </dsp:nvSpPr>
      <dsp:spPr>
        <a:xfrm>
          <a:off x="8396550" y="169761"/>
          <a:ext cx="1098562" cy="109856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298924-33A3-4A11-9D58-587ABF2E1A44}">
      <dsp:nvSpPr>
        <dsp:cNvPr id="0" name=""/>
        <dsp:cNvSpPr/>
      </dsp:nvSpPr>
      <dsp:spPr>
        <a:xfrm>
          <a:off x="7376456" y="1440832"/>
          <a:ext cx="3138750" cy="4708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b="1"/>
          </a:pPr>
          <a:r>
            <a:rPr lang="en-US" sz="2300" kern="1200"/>
            <a:t>Clinical Correlation:</a:t>
          </a:r>
        </a:p>
      </dsp:txBody>
      <dsp:txXfrm>
        <a:off x="7376456" y="1440832"/>
        <a:ext cx="3138750" cy="470812"/>
      </dsp:txXfrm>
    </dsp:sp>
    <dsp:sp modelId="{2DA552A8-1FA5-4C50-A02C-E140F0660601}">
      <dsp:nvSpPr>
        <dsp:cNvPr id="0" name=""/>
        <dsp:cNvSpPr/>
      </dsp:nvSpPr>
      <dsp:spPr>
        <a:xfrm>
          <a:off x="7376456" y="1991880"/>
          <a:ext cx="3138750" cy="21896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 Always connect historical recommendations to current practice</a:t>
          </a:r>
        </a:p>
        <a:p>
          <a:pPr marL="0" lvl="0" indent="0" algn="ctr" defTabSz="755650">
            <a:lnSpc>
              <a:spcPct val="100000"/>
            </a:lnSpc>
            <a:spcBef>
              <a:spcPct val="0"/>
            </a:spcBef>
            <a:spcAft>
              <a:spcPct val="35000"/>
            </a:spcAft>
            <a:buNone/>
          </a:pPr>
          <a:r>
            <a:rPr lang="en-US" sz="1700" kern="1200"/>
            <a:t>- Explain why the system works as it does today</a:t>
          </a:r>
        </a:p>
      </dsp:txBody>
      <dsp:txXfrm>
        <a:off x="7376456" y="1991880"/>
        <a:ext cx="3138750" cy="218969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058316-702C-4520-95D4-B36E25E24BE7}">
      <dsp:nvSpPr>
        <dsp:cNvPr id="0" name=""/>
        <dsp:cNvSpPr/>
      </dsp:nvSpPr>
      <dsp:spPr>
        <a:xfrm>
          <a:off x="0" y="490864"/>
          <a:ext cx="6666833" cy="1445850"/>
        </a:xfrm>
        <a:prstGeom prst="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54076" rIns="517420"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4 hours in the morning and 2 hours in the afternoon/evening. </a:t>
          </a:r>
        </a:p>
        <a:p>
          <a:pPr marL="171450" lvl="1" indent="-171450" algn="l" defTabSz="755650">
            <a:lnSpc>
              <a:spcPct val="90000"/>
            </a:lnSpc>
            <a:spcBef>
              <a:spcPct val="0"/>
            </a:spcBef>
            <a:spcAft>
              <a:spcPct val="15000"/>
            </a:spcAft>
            <a:buChar char="•"/>
          </a:pPr>
          <a:r>
            <a:rPr lang="en-US" sz="1700" kern="1200"/>
            <a:t>Time schedule will vary from state to state. </a:t>
          </a:r>
        </a:p>
        <a:p>
          <a:pPr marL="171450" lvl="1" indent="-171450" algn="l" defTabSz="755650">
            <a:lnSpc>
              <a:spcPct val="90000"/>
            </a:lnSpc>
            <a:spcBef>
              <a:spcPct val="0"/>
            </a:spcBef>
            <a:spcAft>
              <a:spcPct val="15000"/>
            </a:spcAft>
            <a:buChar char="•"/>
          </a:pPr>
          <a:r>
            <a:rPr lang="en-US" sz="1700" kern="1200"/>
            <a:t>Minimum OPD attendance should be 40 patients per doctor per day;</a:t>
          </a:r>
        </a:p>
      </dsp:txBody>
      <dsp:txXfrm>
        <a:off x="0" y="490864"/>
        <a:ext cx="6666833" cy="1445850"/>
      </dsp:txXfrm>
    </dsp:sp>
    <dsp:sp modelId="{6B9CC91A-524B-4CAB-BE6E-FC1772F90E92}">
      <dsp:nvSpPr>
        <dsp:cNvPr id="0" name=""/>
        <dsp:cNvSpPr/>
      </dsp:nvSpPr>
      <dsp:spPr>
        <a:xfrm>
          <a:off x="333341" y="239944"/>
          <a:ext cx="4666783" cy="50184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55650">
            <a:lnSpc>
              <a:spcPct val="90000"/>
            </a:lnSpc>
            <a:spcBef>
              <a:spcPct val="0"/>
            </a:spcBef>
            <a:spcAft>
              <a:spcPct val="35000"/>
            </a:spcAft>
            <a:buNone/>
          </a:pPr>
          <a:r>
            <a:rPr lang="en-US" sz="1700" kern="1200"/>
            <a:t>OPD services: </a:t>
          </a:r>
        </a:p>
      </dsp:txBody>
      <dsp:txXfrm>
        <a:off x="357839" y="264442"/>
        <a:ext cx="4617787" cy="452844"/>
      </dsp:txXfrm>
    </dsp:sp>
    <dsp:sp modelId="{3DA10CE0-5DFB-4CE4-8DBF-790C478594FD}">
      <dsp:nvSpPr>
        <dsp:cNvPr id="0" name=""/>
        <dsp:cNvSpPr/>
      </dsp:nvSpPr>
      <dsp:spPr>
        <a:xfrm>
          <a:off x="0" y="2279434"/>
          <a:ext cx="6666833" cy="1392300"/>
        </a:xfrm>
        <a:prstGeom prst="rect">
          <a:avLst/>
        </a:prstGeom>
        <a:solidFill>
          <a:schemeClr val="lt1">
            <a:alpha val="90000"/>
            <a:hueOff val="0"/>
            <a:satOff val="0"/>
            <a:lumOff val="0"/>
            <a:alphaOff val="0"/>
          </a:schemeClr>
        </a:solidFill>
        <a:ln w="12700" cap="flat" cmpd="sng" algn="ctr">
          <a:solidFill>
            <a:schemeClr val="accent2">
              <a:hueOff val="2147871"/>
              <a:satOff val="-6164"/>
              <a:lumOff val="-987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517420" tIns="354076" rIns="517420"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Appropriate management of injuries and accident, First-aid stabilization of the condition of patient before referral, dog bite/snake bite/scorpion bite cases, and other emergency conditions</a:t>
          </a:r>
        </a:p>
      </dsp:txBody>
      <dsp:txXfrm>
        <a:off x="0" y="2279434"/>
        <a:ext cx="6666833" cy="1392300"/>
      </dsp:txXfrm>
    </dsp:sp>
    <dsp:sp modelId="{23DB3DDA-C167-4FB9-AEC3-0E82F6D3648E}">
      <dsp:nvSpPr>
        <dsp:cNvPr id="0" name=""/>
        <dsp:cNvSpPr/>
      </dsp:nvSpPr>
      <dsp:spPr>
        <a:xfrm>
          <a:off x="333341" y="2028514"/>
          <a:ext cx="4666783" cy="501840"/>
        </a:xfrm>
        <a:prstGeom prst="roundRect">
          <a:avLst/>
        </a:prstGeom>
        <a:gradFill rotWithShape="0">
          <a:gsLst>
            <a:gs pos="0">
              <a:schemeClr val="accent2">
                <a:hueOff val="2147871"/>
                <a:satOff val="-6164"/>
                <a:lumOff val="-9870"/>
                <a:alphaOff val="0"/>
                <a:satMod val="103000"/>
                <a:lumMod val="102000"/>
                <a:tint val="94000"/>
              </a:schemeClr>
            </a:gs>
            <a:gs pos="50000">
              <a:schemeClr val="accent2">
                <a:hueOff val="2147871"/>
                <a:satOff val="-6164"/>
                <a:lumOff val="-9870"/>
                <a:alphaOff val="0"/>
                <a:satMod val="110000"/>
                <a:lumMod val="100000"/>
                <a:shade val="100000"/>
              </a:schemeClr>
            </a:gs>
            <a:gs pos="100000">
              <a:schemeClr val="accent2">
                <a:hueOff val="2147871"/>
                <a:satOff val="-6164"/>
                <a:lumOff val="-987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55650">
            <a:lnSpc>
              <a:spcPct val="90000"/>
            </a:lnSpc>
            <a:spcBef>
              <a:spcPct val="0"/>
            </a:spcBef>
            <a:spcAft>
              <a:spcPct val="35000"/>
            </a:spcAft>
            <a:buNone/>
          </a:pPr>
          <a:r>
            <a:rPr lang="en-US" sz="1700" kern="1200"/>
            <a:t>24 hours emergency services: </a:t>
          </a:r>
        </a:p>
      </dsp:txBody>
      <dsp:txXfrm>
        <a:off x="357839" y="2053012"/>
        <a:ext cx="4617787" cy="452844"/>
      </dsp:txXfrm>
    </dsp:sp>
    <dsp:sp modelId="{376D4491-E395-4215-B56B-441AA8F50987}">
      <dsp:nvSpPr>
        <dsp:cNvPr id="0" name=""/>
        <dsp:cNvSpPr/>
      </dsp:nvSpPr>
      <dsp:spPr>
        <a:xfrm>
          <a:off x="0" y="4014455"/>
          <a:ext cx="6666833" cy="428400"/>
        </a:xfrm>
        <a:prstGeom prst="rect">
          <a:avLst/>
        </a:prstGeom>
        <a:solidFill>
          <a:schemeClr val="lt1">
            <a:alpha val="90000"/>
            <a:hueOff val="0"/>
            <a:satOff val="0"/>
            <a:lumOff val="0"/>
            <a:alphaOff val="0"/>
          </a:schemeClr>
        </a:solidFill>
        <a:ln w="12700" cap="flat" cmpd="sng" algn="ctr">
          <a:solidFill>
            <a:schemeClr val="accent2">
              <a:hueOff val="4295743"/>
              <a:satOff val="-12329"/>
              <a:lumOff val="-19739"/>
              <a:alphaOff val="0"/>
            </a:schemeClr>
          </a:solidFill>
          <a:prstDash val="solid"/>
          <a:miter lim="800000"/>
        </a:ln>
        <a:effectLst/>
      </dsp:spPr>
      <dsp:style>
        <a:lnRef idx="1">
          <a:scrgbClr r="0" g="0" b="0"/>
        </a:lnRef>
        <a:fillRef idx="1">
          <a:scrgbClr r="0" g="0" b="0"/>
        </a:fillRef>
        <a:effectRef idx="0">
          <a:scrgbClr r="0" g="0" b="0"/>
        </a:effectRef>
        <a:fontRef idx="minor"/>
      </dsp:style>
    </dsp:sp>
    <dsp:sp modelId="{C2FC93BC-10FD-41EE-A0C2-BA67999B59C7}">
      <dsp:nvSpPr>
        <dsp:cNvPr id="0" name=""/>
        <dsp:cNvSpPr/>
      </dsp:nvSpPr>
      <dsp:spPr>
        <a:xfrm>
          <a:off x="333341" y="3763535"/>
          <a:ext cx="4666783" cy="501840"/>
        </a:xfrm>
        <a:prstGeom prst="roundRect">
          <a:avLst/>
        </a:prstGeom>
        <a:gradFill rotWithShape="0">
          <a:gsLst>
            <a:gs pos="0">
              <a:schemeClr val="accent2">
                <a:hueOff val="4295743"/>
                <a:satOff val="-12329"/>
                <a:lumOff val="-19739"/>
                <a:alphaOff val="0"/>
                <a:satMod val="103000"/>
                <a:lumMod val="102000"/>
                <a:tint val="94000"/>
              </a:schemeClr>
            </a:gs>
            <a:gs pos="50000">
              <a:schemeClr val="accent2">
                <a:hueOff val="4295743"/>
                <a:satOff val="-12329"/>
                <a:lumOff val="-19739"/>
                <a:alphaOff val="0"/>
                <a:satMod val="110000"/>
                <a:lumMod val="100000"/>
                <a:shade val="100000"/>
              </a:schemeClr>
            </a:gs>
            <a:gs pos="100000">
              <a:schemeClr val="accent2">
                <a:hueOff val="4295743"/>
                <a:satOff val="-12329"/>
                <a:lumOff val="-1973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55650">
            <a:lnSpc>
              <a:spcPct val="90000"/>
            </a:lnSpc>
            <a:spcBef>
              <a:spcPct val="0"/>
            </a:spcBef>
            <a:spcAft>
              <a:spcPct val="35000"/>
            </a:spcAft>
            <a:buNone/>
          </a:pPr>
          <a:r>
            <a:rPr lang="en-US" sz="1700" kern="1200"/>
            <a:t>Referral services</a:t>
          </a:r>
        </a:p>
      </dsp:txBody>
      <dsp:txXfrm>
        <a:off x="357839" y="3788033"/>
        <a:ext cx="4617787" cy="452844"/>
      </dsp:txXfrm>
    </dsp:sp>
    <dsp:sp modelId="{4CF1E329-31D1-4D42-BA4B-48943C346430}">
      <dsp:nvSpPr>
        <dsp:cNvPr id="0" name=""/>
        <dsp:cNvSpPr/>
      </dsp:nvSpPr>
      <dsp:spPr>
        <a:xfrm>
          <a:off x="0" y="4785575"/>
          <a:ext cx="6666833" cy="428400"/>
        </a:xfrm>
        <a:prstGeom prst="rect">
          <a:avLst/>
        </a:prstGeom>
        <a:solidFill>
          <a:schemeClr val="lt1">
            <a:alpha val="90000"/>
            <a:hueOff val="0"/>
            <a:satOff val="0"/>
            <a:lumOff val="0"/>
            <a:alphaOff val="0"/>
          </a:schemeClr>
        </a:solidFill>
        <a:ln w="12700" cap="flat" cmpd="sng" algn="ctr">
          <a:solidFill>
            <a:schemeClr val="accent2">
              <a:hueOff val="6443614"/>
              <a:satOff val="-18493"/>
              <a:lumOff val="-29609"/>
              <a:alphaOff val="0"/>
            </a:schemeClr>
          </a:solidFill>
          <a:prstDash val="solid"/>
          <a:miter lim="800000"/>
        </a:ln>
        <a:effectLst/>
      </dsp:spPr>
      <dsp:style>
        <a:lnRef idx="1">
          <a:scrgbClr r="0" g="0" b="0"/>
        </a:lnRef>
        <a:fillRef idx="1">
          <a:scrgbClr r="0" g="0" b="0"/>
        </a:fillRef>
        <a:effectRef idx="0">
          <a:scrgbClr r="0" g="0" b="0"/>
        </a:effectRef>
        <a:fontRef idx="minor"/>
      </dsp:style>
    </dsp:sp>
    <dsp:sp modelId="{4324314E-CD20-4604-A00B-7022C9C69EB2}">
      <dsp:nvSpPr>
        <dsp:cNvPr id="0" name=""/>
        <dsp:cNvSpPr/>
      </dsp:nvSpPr>
      <dsp:spPr>
        <a:xfrm>
          <a:off x="333341" y="4534655"/>
          <a:ext cx="4666783" cy="50184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755650">
            <a:lnSpc>
              <a:spcPct val="90000"/>
            </a:lnSpc>
            <a:spcBef>
              <a:spcPct val="0"/>
            </a:spcBef>
            <a:spcAft>
              <a:spcPct val="35000"/>
            </a:spcAft>
            <a:buNone/>
          </a:pPr>
          <a:r>
            <a:rPr lang="en-US" sz="1700" kern="1200"/>
            <a:t>In-patient services (6 beds)</a:t>
          </a:r>
        </a:p>
      </dsp:txBody>
      <dsp:txXfrm>
        <a:off x="357839" y="4559153"/>
        <a:ext cx="4617787" cy="45284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02F5A6-F182-4D3B-9ADC-83978737E223}">
      <dsp:nvSpPr>
        <dsp:cNvPr id="0" name=""/>
        <dsp:cNvSpPr/>
      </dsp:nvSpPr>
      <dsp:spPr>
        <a:xfrm>
          <a:off x="0" y="0"/>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629DA96-EA61-46FA-9F76-D3631027ED2A}">
      <dsp:nvSpPr>
        <dsp:cNvPr id="0" name=""/>
        <dsp:cNvSpPr/>
      </dsp:nvSpPr>
      <dsp:spPr>
        <a:xfrm>
          <a:off x="0" y="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Management of pregnancy induced hypertension including referral</a:t>
          </a:r>
        </a:p>
      </dsp:txBody>
      <dsp:txXfrm>
        <a:off x="0" y="0"/>
        <a:ext cx="6900512" cy="692017"/>
      </dsp:txXfrm>
    </dsp:sp>
    <dsp:sp modelId="{4056DF3A-6A89-417E-87A4-C40A5C38EAD4}">
      <dsp:nvSpPr>
        <dsp:cNvPr id="0" name=""/>
        <dsp:cNvSpPr/>
      </dsp:nvSpPr>
      <dsp:spPr>
        <a:xfrm>
          <a:off x="0" y="692017"/>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F1124B4-9941-4E05-9CC8-5957ECE502E1}">
      <dsp:nvSpPr>
        <dsp:cNvPr id="0" name=""/>
        <dsp:cNvSpPr/>
      </dsp:nvSpPr>
      <dsp:spPr>
        <a:xfrm>
          <a:off x="0" y="692017"/>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Pre-referred management in obstetric emergencies</a:t>
          </a:r>
        </a:p>
      </dsp:txBody>
      <dsp:txXfrm>
        <a:off x="0" y="692017"/>
        <a:ext cx="6900512" cy="692017"/>
      </dsp:txXfrm>
    </dsp:sp>
    <dsp:sp modelId="{D48069B3-1CBF-450B-87CF-C2F641643270}">
      <dsp:nvSpPr>
        <dsp:cNvPr id="0" name=""/>
        <dsp:cNvSpPr/>
      </dsp:nvSpPr>
      <dsp:spPr>
        <a:xfrm>
          <a:off x="0" y="1384035"/>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B301D5-7A43-4962-81E0-6F16ECFCDCA0}">
      <dsp:nvSpPr>
        <dsp:cNvPr id="0" name=""/>
        <dsp:cNvSpPr/>
      </dsp:nvSpPr>
      <dsp:spPr>
        <a:xfrm>
          <a:off x="0" y="138403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Minimum 48 hours of stay after delivery</a:t>
          </a:r>
        </a:p>
      </dsp:txBody>
      <dsp:txXfrm>
        <a:off x="0" y="1384035"/>
        <a:ext cx="6900512" cy="692017"/>
      </dsp:txXfrm>
    </dsp:sp>
    <dsp:sp modelId="{D2F45CB5-10E5-4BFD-A643-83323F5131BB}">
      <dsp:nvSpPr>
        <dsp:cNvPr id="0" name=""/>
        <dsp:cNvSpPr/>
      </dsp:nvSpPr>
      <dsp:spPr>
        <a:xfrm>
          <a:off x="0" y="2076052"/>
          <a:ext cx="6900512" cy="0"/>
        </a:xfrm>
        <a:prstGeom prst="lin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6E6905-4D6B-47D3-8157-2B153FD122C0}">
      <dsp:nvSpPr>
        <dsp:cNvPr id="0" name=""/>
        <dsp:cNvSpPr/>
      </dsp:nvSpPr>
      <dsp:spPr>
        <a:xfrm>
          <a:off x="0" y="2076052"/>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Managing </a:t>
          </a:r>
          <a:r>
            <a:rPr lang="en-US" sz="2400" kern="1200" dirty="0" err="1"/>
            <a:t>labour</a:t>
          </a:r>
          <a:r>
            <a:rPr lang="en-US" sz="2400" kern="1200" dirty="0"/>
            <a:t> using Partograph</a:t>
          </a:r>
        </a:p>
      </dsp:txBody>
      <dsp:txXfrm>
        <a:off x="0" y="2076052"/>
        <a:ext cx="6900512" cy="692017"/>
      </dsp:txXfrm>
    </dsp:sp>
    <dsp:sp modelId="{19B3659A-BAA4-40C6-93EA-7AF1CB0BA817}">
      <dsp:nvSpPr>
        <dsp:cNvPr id="0" name=""/>
        <dsp:cNvSpPr/>
      </dsp:nvSpPr>
      <dsp:spPr>
        <a:xfrm>
          <a:off x="0" y="2768070"/>
          <a:ext cx="6900512" cy="0"/>
        </a:xfrm>
        <a:prstGeom prst="lin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FA1D86-DF63-4613-BED0-787008C23500}">
      <dsp:nvSpPr>
        <dsp:cNvPr id="0" name=""/>
        <dsp:cNvSpPr/>
      </dsp:nvSpPr>
      <dsp:spPr>
        <a:xfrm>
          <a:off x="0" y="2768070"/>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Proficient in identification of PPH, eclampsia sepsis and prompt referral.</a:t>
          </a:r>
        </a:p>
      </dsp:txBody>
      <dsp:txXfrm>
        <a:off x="0" y="2768070"/>
        <a:ext cx="6900512" cy="692017"/>
      </dsp:txXfrm>
    </dsp:sp>
    <dsp:sp modelId="{9B4BD77C-DF88-4FAF-BB71-83E4FD45D197}">
      <dsp:nvSpPr>
        <dsp:cNvPr id="0" name=""/>
        <dsp:cNvSpPr/>
      </dsp:nvSpPr>
      <dsp:spPr>
        <a:xfrm>
          <a:off x="0" y="3460088"/>
          <a:ext cx="6900512"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8E421-1058-425C-8BFC-931369A1AC02}">
      <dsp:nvSpPr>
        <dsp:cNvPr id="0" name=""/>
        <dsp:cNvSpPr/>
      </dsp:nvSpPr>
      <dsp:spPr>
        <a:xfrm>
          <a:off x="0" y="3460088"/>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a:t>Birth companion support, respectful maternity care protocols.</a:t>
          </a:r>
          <a:endParaRPr lang="en-US" sz="2400" kern="1200" dirty="0"/>
        </a:p>
      </dsp:txBody>
      <dsp:txXfrm>
        <a:off x="0" y="3460088"/>
        <a:ext cx="6900512" cy="692017"/>
      </dsp:txXfrm>
    </dsp:sp>
    <dsp:sp modelId="{06B1CC26-D46D-49A2-A602-3D9DDAD64DBF}">
      <dsp:nvSpPr>
        <dsp:cNvPr id="0" name=""/>
        <dsp:cNvSpPr/>
      </dsp:nvSpPr>
      <dsp:spPr>
        <a:xfrm>
          <a:off x="0" y="4152105"/>
          <a:ext cx="6900512" cy="0"/>
        </a:xfrm>
        <a:prstGeom prst="lin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03D75F2-F10F-410B-9CD3-2666651ED551}">
      <dsp:nvSpPr>
        <dsp:cNvPr id="0" name=""/>
        <dsp:cNvSpPr/>
      </dsp:nvSpPr>
      <dsp:spPr>
        <a:xfrm>
          <a:off x="0" y="4152105"/>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"Digital partograph, outcome tracking in HMIS</a:t>
          </a:r>
        </a:p>
      </dsp:txBody>
      <dsp:txXfrm>
        <a:off x="0" y="4152105"/>
        <a:ext cx="6900512" cy="692017"/>
      </dsp:txXfrm>
    </dsp:sp>
    <dsp:sp modelId="{DC2592DE-EB98-44F8-82B8-525D7051773C}">
      <dsp:nvSpPr>
        <dsp:cNvPr id="0" name=""/>
        <dsp:cNvSpPr/>
      </dsp:nvSpPr>
      <dsp:spPr>
        <a:xfrm>
          <a:off x="0" y="4844123"/>
          <a:ext cx="6900512" cy="0"/>
        </a:xfrm>
        <a:prstGeom prst="lin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B1E702-335A-4FB1-9A0F-577ADE00E19C}">
      <dsp:nvSpPr>
        <dsp:cNvPr id="0" name=""/>
        <dsp:cNvSpPr/>
      </dsp:nvSpPr>
      <dsp:spPr>
        <a:xfrm>
          <a:off x="0" y="4844123"/>
          <a:ext cx="6900512" cy="6920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"LaQshya guidelines for quality improvement"</a:t>
          </a:r>
        </a:p>
      </dsp:txBody>
      <dsp:txXfrm>
        <a:off x="0" y="4844123"/>
        <a:ext cx="6900512" cy="69201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34C25B2-EEFB-47E8-A5C5-71EDC5D3EAB5}">
      <dsp:nvSpPr>
        <dsp:cNvPr id="0" name=""/>
        <dsp:cNvSpPr/>
      </dsp:nvSpPr>
      <dsp:spPr>
        <a:xfrm>
          <a:off x="0" y="212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D408D8-ACC9-4288-8C38-18EF1D8BF027}">
      <dsp:nvSpPr>
        <dsp:cNvPr id="0" name=""/>
        <dsp:cNvSpPr/>
      </dsp:nvSpPr>
      <dsp:spPr>
        <a:xfrm>
          <a:off x="0" y="212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Ensure post-natal care for 0 and 3rd day at the health facility both for the mother and newborn and sending direction to the ANM of the concerned area for ensuring 7th and 42nd day post-natal home visits. </a:t>
          </a:r>
        </a:p>
      </dsp:txBody>
      <dsp:txXfrm>
        <a:off x="0" y="2124"/>
        <a:ext cx="10515600" cy="724514"/>
      </dsp:txXfrm>
    </dsp:sp>
    <dsp:sp modelId="{97707750-D9E8-4794-B8E3-21D2AF69D39E}">
      <dsp:nvSpPr>
        <dsp:cNvPr id="0" name=""/>
        <dsp:cNvSpPr/>
      </dsp:nvSpPr>
      <dsp:spPr>
        <a:xfrm>
          <a:off x="0" y="72663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EFD3D7-64FC-42D3-A01B-85F2B4F39AA2}">
      <dsp:nvSpPr>
        <dsp:cNvPr id="0" name=""/>
        <dsp:cNvSpPr/>
      </dsp:nvSpPr>
      <dsp:spPr>
        <a:xfrm>
          <a:off x="0" y="72663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3 additional visits for a low birth weight baby (less than 2500 gm) on 14th day, 21st day and on 28th day;</a:t>
          </a:r>
        </a:p>
      </dsp:txBody>
      <dsp:txXfrm>
        <a:off x="0" y="726639"/>
        <a:ext cx="10515600" cy="724514"/>
      </dsp:txXfrm>
    </dsp:sp>
    <dsp:sp modelId="{24E50EE2-8106-4877-8FED-1F998716E7F5}">
      <dsp:nvSpPr>
        <dsp:cNvPr id="0" name=""/>
        <dsp:cNvSpPr/>
      </dsp:nvSpPr>
      <dsp:spPr>
        <a:xfrm>
          <a:off x="0" y="1451154"/>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9CA3DA-8D66-42ED-A055-B66DBEF7CF19}">
      <dsp:nvSpPr>
        <dsp:cNvPr id="0" name=""/>
        <dsp:cNvSpPr/>
      </dsp:nvSpPr>
      <dsp:spPr>
        <a:xfrm>
          <a:off x="0" y="1451154"/>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Initiation of early breast feeding within one hour of birth;</a:t>
          </a:r>
        </a:p>
      </dsp:txBody>
      <dsp:txXfrm>
        <a:off x="0" y="1451154"/>
        <a:ext cx="10515600" cy="724514"/>
      </dsp:txXfrm>
    </dsp:sp>
    <dsp:sp modelId="{6020A94A-7800-4E7F-A758-CFD3A1349A51}">
      <dsp:nvSpPr>
        <dsp:cNvPr id="0" name=""/>
        <dsp:cNvSpPr/>
      </dsp:nvSpPr>
      <dsp:spPr>
        <a:xfrm>
          <a:off x="0" y="2175669"/>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0B197C7-F640-42A9-B7C8-6F9A9179A5EE}">
      <dsp:nvSpPr>
        <dsp:cNvPr id="0" name=""/>
        <dsp:cNvSpPr/>
      </dsp:nvSpPr>
      <dsp:spPr>
        <a:xfrm>
          <a:off x="0" y="2175669"/>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dirty="0"/>
            <a:t>Counselling on nutrition, hygiene, contraception, essential new born care (As per guidelines of GOI on essential new-born care) and immunization;</a:t>
          </a:r>
        </a:p>
      </dsp:txBody>
      <dsp:txXfrm>
        <a:off x="0" y="2175669"/>
        <a:ext cx="10515600" cy="724514"/>
      </dsp:txXfrm>
    </dsp:sp>
    <dsp:sp modelId="{213A601E-D123-40BD-A81D-6942404E0D98}">
      <dsp:nvSpPr>
        <dsp:cNvPr id="0" name=""/>
        <dsp:cNvSpPr/>
      </dsp:nvSpPr>
      <dsp:spPr>
        <a:xfrm>
          <a:off x="0" y="2900183"/>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C541A2B-5036-4F10-A104-6907937DBCE6}">
      <dsp:nvSpPr>
        <dsp:cNvPr id="0" name=""/>
        <dsp:cNvSpPr/>
      </dsp:nvSpPr>
      <dsp:spPr>
        <a:xfrm>
          <a:off x="0" y="2900183"/>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Provision of facilities under Janani Suraksha Yojana (JSY)</a:t>
          </a:r>
        </a:p>
      </dsp:txBody>
      <dsp:txXfrm>
        <a:off x="0" y="2900183"/>
        <a:ext cx="10515600" cy="724514"/>
      </dsp:txXfrm>
    </dsp:sp>
    <dsp:sp modelId="{AC4F2919-4BB6-415A-8FEA-B143883DC5A8}">
      <dsp:nvSpPr>
        <dsp:cNvPr id="0" name=""/>
        <dsp:cNvSpPr/>
      </dsp:nvSpPr>
      <dsp:spPr>
        <a:xfrm>
          <a:off x="0" y="3624698"/>
          <a:ext cx="10515600" cy="0"/>
        </a:xfrm>
        <a:prstGeom prst="line">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379E8B-1511-4446-8EAA-4F8451EC492B}">
      <dsp:nvSpPr>
        <dsp:cNvPr id="0" name=""/>
        <dsp:cNvSpPr/>
      </dsp:nvSpPr>
      <dsp:spPr>
        <a:xfrm>
          <a:off x="0" y="3624698"/>
          <a:ext cx="10515600" cy="7245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kern="1200"/>
            <a:t>Tracking of missed and left out PNC.</a:t>
          </a:r>
        </a:p>
      </dsp:txBody>
      <dsp:txXfrm>
        <a:off x="0" y="3624698"/>
        <a:ext cx="10515600" cy="72451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BF7BA9-C7BF-49FD-8837-23BED417AD55}">
      <dsp:nvSpPr>
        <dsp:cNvPr id="0" name=""/>
        <dsp:cNvSpPr/>
      </dsp:nvSpPr>
      <dsp:spPr>
        <a:xfrm>
          <a:off x="528268" y="0"/>
          <a:ext cx="6027897" cy="6027897"/>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162D80F1-3D2B-43E7-88F6-FAD2EFDF4CE8}">
      <dsp:nvSpPr>
        <dsp:cNvPr id="0" name=""/>
        <dsp:cNvSpPr/>
      </dsp:nvSpPr>
      <dsp:spPr>
        <a:xfrm>
          <a:off x="1100918" y="572650"/>
          <a:ext cx="2350879" cy="2350879"/>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Facilities for Essential New Born Care (ENBC) and resuscitation (Newborn Care Corner in labour room/OT)</a:t>
          </a:r>
        </a:p>
      </dsp:txBody>
      <dsp:txXfrm>
        <a:off x="1215678" y="687410"/>
        <a:ext cx="2121359" cy="2121359"/>
      </dsp:txXfrm>
    </dsp:sp>
    <dsp:sp modelId="{3B9DDE82-78CE-4258-A374-D9D91EDA95C7}">
      <dsp:nvSpPr>
        <dsp:cNvPr id="0" name=""/>
        <dsp:cNvSpPr/>
      </dsp:nvSpPr>
      <dsp:spPr>
        <a:xfrm>
          <a:off x="3632635" y="572650"/>
          <a:ext cx="2350879" cy="2350879"/>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Early initiation of breast feeding within one hour of birth</a:t>
          </a:r>
        </a:p>
      </dsp:txBody>
      <dsp:txXfrm>
        <a:off x="3747395" y="687410"/>
        <a:ext cx="2121359" cy="2121359"/>
      </dsp:txXfrm>
    </dsp:sp>
    <dsp:sp modelId="{A3ACC387-95FB-4A59-A915-E733421074B3}">
      <dsp:nvSpPr>
        <dsp:cNvPr id="0" name=""/>
        <dsp:cNvSpPr/>
      </dsp:nvSpPr>
      <dsp:spPr>
        <a:xfrm>
          <a:off x="1100918" y="3104366"/>
          <a:ext cx="2350879" cy="2350879"/>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Management of neonatal hypothermia (provision of warmth/Kangaroo Mother Care (KMC), infection protection, cord care </a:t>
          </a:r>
        </a:p>
      </dsp:txBody>
      <dsp:txXfrm>
        <a:off x="1215678" y="3219126"/>
        <a:ext cx="2121359" cy="2121359"/>
      </dsp:txXfrm>
    </dsp:sp>
    <dsp:sp modelId="{9A5B7804-AF3C-4E05-97FC-8C4DDEC40116}">
      <dsp:nvSpPr>
        <dsp:cNvPr id="0" name=""/>
        <dsp:cNvSpPr/>
      </dsp:nvSpPr>
      <dsp:spPr>
        <a:xfrm>
          <a:off x="3632635" y="3104366"/>
          <a:ext cx="2350879" cy="2350879"/>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Identification of sick newborn and prompt referral.</a:t>
          </a:r>
        </a:p>
      </dsp:txBody>
      <dsp:txXfrm>
        <a:off x="3747395" y="3219126"/>
        <a:ext cx="2121359" cy="212135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7B07E8-B458-4B23-BAED-216CBEF2FD94}">
      <dsp:nvSpPr>
        <dsp:cNvPr id="0" name=""/>
        <dsp:cNvSpPr/>
      </dsp:nvSpPr>
      <dsp:spPr>
        <a:xfrm>
          <a:off x="672633" y="0"/>
          <a:ext cx="5243992" cy="5243992"/>
        </a:xfrm>
        <a:prstGeom prst="diamond">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275D41-3189-44A6-A11D-96779C930D09}">
      <dsp:nvSpPr>
        <dsp:cNvPr id="0" name=""/>
        <dsp:cNvSpPr/>
      </dsp:nvSpPr>
      <dsp:spPr>
        <a:xfrm>
          <a:off x="1170812" y="498179"/>
          <a:ext cx="2045157" cy="204515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Emergency care of sick child including Integrated Management of Neonatal and Childhood Illness (IMNCI)</a:t>
          </a:r>
        </a:p>
      </dsp:txBody>
      <dsp:txXfrm>
        <a:off x="1270648" y="598015"/>
        <a:ext cx="1845485" cy="1845485"/>
      </dsp:txXfrm>
    </dsp:sp>
    <dsp:sp modelId="{ABEC2C7B-1067-4083-B21C-86975E47EAF1}">
      <dsp:nvSpPr>
        <dsp:cNvPr id="0" name=""/>
        <dsp:cNvSpPr/>
      </dsp:nvSpPr>
      <dsp:spPr>
        <a:xfrm>
          <a:off x="3373289" y="498179"/>
          <a:ext cx="2045157" cy="2045157"/>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Care of routine childhood illness;</a:t>
          </a:r>
        </a:p>
      </dsp:txBody>
      <dsp:txXfrm>
        <a:off x="3473125" y="598015"/>
        <a:ext cx="1845485" cy="1845485"/>
      </dsp:txXfrm>
    </dsp:sp>
    <dsp:sp modelId="{A21260E8-ED49-465D-9990-83F2B2607A15}">
      <dsp:nvSpPr>
        <dsp:cNvPr id="0" name=""/>
        <dsp:cNvSpPr/>
      </dsp:nvSpPr>
      <dsp:spPr>
        <a:xfrm>
          <a:off x="1170812" y="2700656"/>
          <a:ext cx="2045157" cy="2045157"/>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Promotion of breast-feeding for 6 months;</a:t>
          </a:r>
        </a:p>
      </dsp:txBody>
      <dsp:txXfrm>
        <a:off x="1270648" y="2800492"/>
        <a:ext cx="1845485" cy="1845485"/>
      </dsp:txXfrm>
    </dsp:sp>
    <dsp:sp modelId="{5D433CB9-CD92-4F65-BF71-351E6A7278F7}">
      <dsp:nvSpPr>
        <dsp:cNvPr id="0" name=""/>
        <dsp:cNvSpPr/>
      </dsp:nvSpPr>
      <dsp:spPr>
        <a:xfrm>
          <a:off x="3373289" y="2700656"/>
          <a:ext cx="2045157" cy="2045157"/>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Immunization of all infants and children against vaccine preventable diseases as per guidelines.</a:t>
          </a:r>
        </a:p>
      </dsp:txBody>
      <dsp:txXfrm>
        <a:off x="3473125" y="2800492"/>
        <a:ext cx="1845485" cy="184548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73765F-A4CD-4445-A220-875236B36888}">
      <dsp:nvSpPr>
        <dsp:cNvPr id="0" name=""/>
        <dsp:cNvSpPr/>
      </dsp:nvSpPr>
      <dsp:spPr>
        <a:xfrm>
          <a:off x="0" y="57896"/>
          <a:ext cx="6589260" cy="25108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To be provided preferably through adolescent friendly clinic for 2 hours once a week on a fixed day. </a:t>
          </a:r>
        </a:p>
      </dsp:txBody>
      <dsp:txXfrm>
        <a:off x="122568" y="180464"/>
        <a:ext cx="6344124" cy="2265684"/>
      </dsp:txXfrm>
    </dsp:sp>
    <dsp:sp modelId="{F24AC6E3-FA44-4BE3-94B7-3D6A81295BF4}">
      <dsp:nvSpPr>
        <dsp:cNvPr id="0" name=""/>
        <dsp:cNvSpPr/>
      </dsp:nvSpPr>
      <dsp:spPr>
        <a:xfrm>
          <a:off x="0" y="2675276"/>
          <a:ext cx="6589260" cy="25108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Services should be comprehensive i.e., a judicious mix of promotive, preventive, curative and referral services.</a:t>
          </a:r>
        </a:p>
      </dsp:txBody>
      <dsp:txXfrm>
        <a:off x="122568" y="2797844"/>
        <a:ext cx="6344124" cy="2265684"/>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B46411-55C7-4C4F-92D8-E045B06FDB88}">
      <dsp:nvSpPr>
        <dsp:cNvPr id="0" name=""/>
        <dsp:cNvSpPr/>
      </dsp:nvSpPr>
      <dsp:spPr>
        <a:xfrm>
          <a:off x="0" y="371726"/>
          <a:ext cx="6589260" cy="849420"/>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Prevention and control of locally endemic diseases like malaria, kala-azar, Japanese encephalitis etc. (essential).</a:t>
          </a:r>
        </a:p>
      </dsp:txBody>
      <dsp:txXfrm>
        <a:off x="41465" y="413191"/>
        <a:ext cx="6506330" cy="766490"/>
      </dsp:txXfrm>
    </dsp:sp>
    <dsp:sp modelId="{46AC919C-FD5F-4F6D-9E1A-ACB3DC65663C}">
      <dsp:nvSpPr>
        <dsp:cNvPr id="0" name=""/>
        <dsp:cNvSpPr/>
      </dsp:nvSpPr>
      <dsp:spPr>
        <a:xfrm>
          <a:off x="0" y="1284506"/>
          <a:ext cx="6589260" cy="849420"/>
        </a:xfrm>
        <a:prstGeom prst="roundRect">
          <a:avLst/>
        </a:prstGeom>
        <a:solidFill>
          <a:schemeClr val="accent5">
            <a:hueOff val="-3038037"/>
            <a:satOff val="-207"/>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Collection and reporting of vital events (essential).</a:t>
          </a:r>
        </a:p>
      </dsp:txBody>
      <dsp:txXfrm>
        <a:off x="41465" y="1325971"/>
        <a:ext cx="6506330" cy="766490"/>
      </dsp:txXfrm>
    </dsp:sp>
    <dsp:sp modelId="{6B20F682-74DB-46DC-A78D-B6C31C14D0D9}">
      <dsp:nvSpPr>
        <dsp:cNvPr id="0" name=""/>
        <dsp:cNvSpPr/>
      </dsp:nvSpPr>
      <dsp:spPr>
        <a:xfrm>
          <a:off x="0" y="2197286"/>
          <a:ext cx="6589260" cy="849420"/>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Health education and behavioural change communication (essential).</a:t>
          </a:r>
        </a:p>
      </dsp:txBody>
      <dsp:txXfrm>
        <a:off x="41465" y="2238751"/>
        <a:ext cx="6506330" cy="766490"/>
      </dsp:txXfrm>
    </dsp:sp>
    <dsp:sp modelId="{8536FE37-C9B7-4F6B-949E-40DA3297E2C4}">
      <dsp:nvSpPr>
        <dsp:cNvPr id="0" name=""/>
        <dsp:cNvSpPr/>
      </dsp:nvSpPr>
      <dsp:spPr>
        <a:xfrm>
          <a:off x="0" y="3110066"/>
          <a:ext cx="6589260" cy="849420"/>
        </a:xfrm>
        <a:prstGeom prst="roundRect">
          <a:avLst/>
        </a:prstGeom>
        <a:solidFill>
          <a:schemeClr val="accent5">
            <a:hueOff val="-9114112"/>
            <a:satOff val="-620"/>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Promotion of sanitation including use of toilet and appropriate garbage disposal.</a:t>
          </a:r>
        </a:p>
      </dsp:txBody>
      <dsp:txXfrm>
        <a:off x="41465" y="3151531"/>
        <a:ext cx="6506330" cy="766490"/>
      </dsp:txXfrm>
    </dsp:sp>
    <dsp:sp modelId="{2ADB70C6-C845-481D-BCDF-30449B62AE1D}">
      <dsp:nvSpPr>
        <dsp:cNvPr id="0" name=""/>
        <dsp:cNvSpPr/>
      </dsp:nvSpPr>
      <dsp:spPr>
        <a:xfrm>
          <a:off x="0" y="4022846"/>
          <a:ext cx="6589260" cy="849420"/>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Testing of water quality and disinfection of water sources.</a:t>
          </a:r>
        </a:p>
      </dsp:txBody>
      <dsp:txXfrm>
        <a:off x="41465" y="4064311"/>
        <a:ext cx="6506330" cy="76649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D29E61-1FB2-41EB-A96E-BB59CA6346FC}">
      <dsp:nvSpPr>
        <dsp:cNvPr id="0" name=""/>
        <dsp:cNvSpPr/>
      </dsp:nvSpPr>
      <dsp:spPr>
        <a:xfrm>
          <a:off x="0" y="148999"/>
          <a:ext cx="6666833" cy="108108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Physical Medicine and Rehabilitation (PMR) services.</a:t>
          </a:r>
        </a:p>
      </dsp:txBody>
      <dsp:txXfrm>
        <a:off x="52774" y="201773"/>
        <a:ext cx="6561285" cy="975532"/>
      </dsp:txXfrm>
    </dsp:sp>
    <dsp:sp modelId="{2A3AD103-B8AC-4BF8-90EA-D15A2E75B919}">
      <dsp:nvSpPr>
        <dsp:cNvPr id="0" name=""/>
        <dsp:cNvSpPr/>
      </dsp:nvSpPr>
      <dsp:spPr>
        <a:xfrm>
          <a:off x="0" y="1230080"/>
          <a:ext cx="6666833" cy="1449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Primary prevention of disabilities;</a:t>
          </a:r>
        </a:p>
        <a:p>
          <a:pPr marL="228600" lvl="1" indent="-228600" algn="l" defTabSz="977900">
            <a:lnSpc>
              <a:spcPct val="90000"/>
            </a:lnSpc>
            <a:spcBef>
              <a:spcPct val="0"/>
            </a:spcBef>
            <a:spcAft>
              <a:spcPct val="20000"/>
            </a:spcAft>
            <a:buChar char="•"/>
          </a:pPr>
          <a:r>
            <a:rPr lang="en-US" sz="2200" kern="1200"/>
            <a:t>Screening, early identification and detection;</a:t>
          </a:r>
        </a:p>
        <a:p>
          <a:pPr marL="228600" lvl="1" indent="-228600" algn="l" defTabSz="977900">
            <a:lnSpc>
              <a:spcPct val="90000"/>
            </a:lnSpc>
            <a:spcBef>
              <a:spcPct val="0"/>
            </a:spcBef>
            <a:spcAft>
              <a:spcPct val="20000"/>
            </a:spcAft>
            <a:buChar char="•"/>
          </a:pPr>
          <a:r>
            <a:rPr lang="en-US" sz="2200" kern="1200"/>
            <a:t>Counselling; and</a:t>
          </a:r>
        </a:p>
        <a:p>
          <a:pPr marL="228600" lvl="1" indent="-228600" algn="l" defTabSz="977900">
            <a:lnSpc>
              <a:spcPct val="90000"/>
            </a:lnSpc>
            <a:spcBef>
              <a:spcPct val="0"/>
            </a:spcBef>
            <a:spcAft>
              <a:spcPct val="20000"/>
            </a:spcAft>
            <a:buChar char="•"/>
          </a:pPr>
          <a:r>
            <a:rPr lang="en-US" sz="2200" kern="1200"/>
            <a:t>Issue of disability certificate.</a:t>
          </a:r>
        </a:p>
      </dsp:txBody>
      <dsp:txXfrm>
        <a:off x="0" y="1230080"/>
        <a:ext cx="6666833" cy="1449000"/>
      </dsp:txXfrm>
    </dsp:sp>
    <dsp:sp modelId="{9FC8F795-C1D2-4406-8D4D-FC125300B7EB}">
      <dsp:nvSpPr>
        <dsp:cNvPr id="0" name=""/>
        <dsp:cNvSpPr/>
      </dsp:nvSpPr>
      <dsp:spPr>
        <a:xfrm>
          <a:off x="0" y="2679080"/>
          <a:ext cx="6666833" cy="1081080"/>
        </a:xfrm>
        <a:prstGeom prst="roundRect">
          <a:avLst/>
        </a:prstGeom>
        <a:gradFill rotWithShape="0">
          <a:gsLst>
            <a:gs pos="0">
              <a:schemeClr val="accent2">
                <a:hueOff val="3221807"/>
                <a:satOff val="-9246"/>
                <a:lumOff val="-14805"/>
                <a:alphaOff val="0"/>
                <a:satMod val="103000"/>
                <a:lumMod val="102000"/>
                <a:tint val="94000"/>
              </a:schemeClr>
            </a:gs>
            <a:gs pos="50000">
              <a:schemeClr val="accent2">
                <a:hueOff val="3221807"/>
                <a:satOff val="-9246"/>
                <a:lumOff val="-14805"/>
                <a:alphaOff val="0"/>
                <a:satMod val="110000"/>
                <a:lumMod val="100000"/>
                <a:shade val="100000"/>
              </a:schemeClr>
            </a:gs>
            <a:gs pos="100000">
              <a:schemeClr val="accent2">
                <a:hueOff val="3221807"/>
                <a:satOff val="-9246"/>
                <a:lumOff val="-1480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Maternal Death Review (MDR).</a:t>
          </a:r>
          <a:br>
            <a:rPr lang="en-US" sz="2800" kern="1200"/>
          </a:br>
          <a:r>
            <a:rPr lang="en-US" sz="2800" kern="1200"/>
            <a:t>Desirable: </a:t>
          </a:r>
        </a:p>
      </dsp:txBody>
      <dsp:txXfrm>
        <a:off x="52774" y="2731854"/>
        <a:ext cx="6561285" cy="975532"/>
      </dsp:txXfrm>
    </dsp:sp>
    <dsp:sp modelId="{A4CE2378-42D4-4D09-AF5C-8B09612E7FB1}">
      <dsp:nvSpPr>
        <dsp:cNvPr id="0" name=""/>
        <dsp:cNvSpPr/>
      </dsp:nvSpPr>
      <dsp:spPr>
        <a:xfrm>
          <a:off x="0" y="3760160"/>
          <a:ext cx="6666833" cy="4636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1672" tIns="35560" rIns="199136" bIns="35560" numCol="1" spcCol="1270" anchor="t" anchorCtr="0">
          <a:noAutofit/>
        </a:bodyPr>
        <a:lstStyle/>
        <a:p>
          <a:pPr marL="228600" lvl="1" indent="-228600" algn="l" defTabSz="977900">
            <a:lnSpc>
              <a:spcPct val="90000"/>
            </a:lnSpc>
            <a:spcBef>
              <a:spcPct val="0"/>
            </a:spcBef>
            <a:spcAft>
              <a:spcPct val="20000"/>
            </a:spcAft>
            <a:buChar char="•"/>
          </a:pPr>
          <a:r>
            <a:rPr lang="en-US" sz="2200" kern="1200"/>
            <a:t>Facility based MDR shall be conducted at the PHC.</a:t>
          </a:r>
        </a:p>
      </dsp:txBody>
      <dsp:txXfrm>
        <a:off x="0" y="3760160"/>
        <a:ext cx="6666833" cy="463680"/>
      </dsp:txXfrm>
    </dsp:sp>
    <dsp:sp modelId="{AB55CCF0-B469-4BD2-92B5-9DC7ADC621AA}">
      <dsp:nvSpPr>
        <dsp:cNvPr id="0" name=""/>
        <dsp:cNvSpPr/>
      </dsp:nvSpPr>
      <dsp:spPr>
        <a:xfrm>
          <a:off x="0" y="4223840"/>
          <a:ext cx="6666833" cy="1081080"/>
        </a:xfrm>
        <a:prstGeom prst="roundRect">
          <a:avLst/>
        </a:prstGeom>
        <a:gradFill rotWithShape="0">
          <a:gsLst>
            <a:gs pos="0">
              <a:schemeClr val="accent2">
                <a:hueOff val="6443614"/>
                <a:satOff val="-18493"/>
                <a:lumOff val="-29609"/>
                <a:alphaOff val="0"/>
                <a:satMod val="103000"/>
                <a:lumMod val="102000"/>
                <a:tint val="94000"/>
              </a:schemeClr>
            </a:gs>
            <a:gs pos="50000">
              <a:schemeClr val="accent2">
                <a:hueOff val="6443614"/>
                <a:satOff val="-18493"/>
                <a:lumOff val="-29609"/>
                <a:alphaOff val="0"/>
                <a:satMod val="110000"/>
                <a:lumMod val="100000"/>
                <a:shade val="100000"/>
              </a:schemeClr>
            </a:gs>
            <a:gs pos="100000">
              <a:schemeClr val="accent2">
                <a:hueOff val="6443614"/>
                <a:satOff val="-18493"/>
                <a:lumOff val="-2960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Functional Linkages with sub-centres</a:t>
          </a:r>
        </a:p>
      </dsp:txBody>
      <dsp:txXfrm>
        <a:off x="52774" y="4276614"/>
        <a:ext cx="6561285" cy="975532"/>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D9201-0491-4C5B-BC3F-E26C34CDA834}">
      <dsp:nvSpPr>
        <dsp:cNvPr id="0" name=""/>
        <dsp:cNvSpPr/>
      </dsp:nvSpPr>
      <dsp:spPr>
        <a:xfrm>
          <a:off x="0" y="74619"/>
          <a:ext cx="10515600" cy="818999"/>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a:t>National Programme for Health Care of Elderly</a:t>
          </a:r>
          <a:endParaRPr lang="en-US" sz="3500" kern="1200"/>
        </a:p>
      </dsp:txBody>
      <dsp:txXfrm>
        <a:off x="39980" y="114599"/>
        <a:ext cx="10435640" cy="739039"/>
      </dsp:txXfrm>
    </dsp:sp>
    <dsp:sp modelId="{C104A4D2-7FF1-4D8C-B3D3-27C7C4D8903A}">
      <dsp:nvSpPr>
        <dsp:cNvPr id="0" name=""/>
        <dsp:cNvSpPr/>
      </dsp:nvSpPr>
      <dsp:spPr>
        <a:xfrm>
          <a:off x="0" y="994419"/>
          <a:ext cx="10515600" cy="818999"/>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b="1" kern="1200"/>
            <a:t>Desirable:</a:t>
          </a:r>
          <a:endParaRPr lang="en-US" sz="3500" kern="1200"/>
        </a:p>
      </dsp:txBody>
      <dsp:txXfrm>
        <a:off x="39980" y="1034399"/>
        <a:ext cx="10435640" cy="739039"/>
      </dsp:txXfrm>
    </dsp:sp>
    <dsp:sp modelId="{A5551168-0693-4036-B21D-3C319413E9B8}">
      <dsp:nvSpPr>
        <dsp:cNvPr id="0" name=""/>
        <dsp:cNvSpPr/>
      </dsp:nvSpPr>
      <dsp:spPr>
        <a:xfrm>
          <a:off x="0" y="1813419"/>
          <a:ext cx="10515600" cy="24633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Medical rehabilitation services</a:t>
          </a:r>
        </a:p>
        <a:p>
          <a:pPr marL="228600" lvl="1" indent="-228600" algn="l" defTabSz="1200150">
            <a:lnSpc>
              <a:spcPct val="90000"/>
            </a:lnSpc>
            <a:spcBef>
              <a:spcPct val="0"/>
            </a:spcBef>
            <a:spcAft>
              <a:spcPct val="20000"/>
            </a:spcAft>
            <a:buChar char="•"/>
          </a:pPr>
          <a:r>
            <a:rPr lang="en-US" sz="2700" kern="1200"/>
            <a:t>Compilation of elderly data from PHC and forwarding the same to district nodal officers</a:t>
          </a:r>
        </a:p>
        <a:p>
          <a:pPr marL="228600" lvl="1" indent="-228600" algn="l" defTabSz="1200150">
            <a:lnSpc>
              <a:spcPct val="90000"/>
            </a:lnSpc>
            <a:spcBef>
              <a:spcPct val="0"/>
            </a:spcBef>
            <a:spcAft>
              <a:spcPct val="20000"/>
            </a:spcAft>
            <a:buChar char="•"/>
          </a:pPr>
          <a:r>
            <a:rPr lang="en-US" sz="2700" kern="1200"/>
            <a:t>Visits to the homes of disabled/bed ridden persons by rehabilitation worker on receiving information from PHC/sub-centre</a:t>
          </a:r>
        </a:p>
        <a:p>
          <a:pPr marL="228600" lvl="1" indent="-228600" algn="l" defTabSz="1200150">
            <a:lnSpc>
              <a:spcPct val="90000"/>
            </a:lnSpc>
            <a:spcBef>
              <a:spcPct val="0"/>
            </a:spcBef>
            <a:spcAft>
              <a:spcPct val="20000"/>
            </a:spcAft>
            <a:buChar char="•"/>
          </a:pPr>
          <a:r>
            <a:rPr lang="en-US" sz="2700" kern="1200"/>
            <a:t>Geriatric clinic twice a week</a:t>
          </a:r>
        </a:p>
      </dsp:txBody>
      <dsp:txXfrm>
        <a:off x="0" y="1813419"/>
        <a:ext cx="10515600" cy="246330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2E697-32B4-4FB4-B83B-F88FF0B16953}">
      <dsp:nvSpPr>
        <dsp:cNvPr id="0" name=""/>
        <dsp:cNvSpPr/>
      </dsp:nvSpPr>
      <dsp:spPr>
        <a:xfrm>
          <a:off x="0" y="22385"/>
          <a:ext cx="10515600" cy="63180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Physical Medicine and Rehabilitation (PMR)</a:t>
          </a:r>
          <a:endParaRPr lang="en-US" sz="2700" kern="1200"/>
        </a:p>
      </dsp:txBody>
      <dsp:txXfrm>
        <a:off x="30842" y="53227"/>
        <a:ext cx="10453916" cy="570116"/>
      </dsp:txXfrm>
    </dsp:sp>
    <dsp:sp modelId="{4AA31EC8-C5C2-49F8-A630-9A5F51A252F6}">
      <dsp:nvSpPr>
        <dsp:cNvPr id="0" name=""/>
        <dsp:cNvSpPr/>
      </dsp:nvSpPr>
      <dsp:spPr>
        <a:xfrm>
          <a:off x="0" y="731945"/>
          <a:ext cx="10515600" cy="63180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b="1" kern="1200"/>
            <a:t>Essential:</a:t>
          </a:r>
          <a:endParaRPr lang="en-US" sz="2700" kern="1200"/>
        </a:p>
      </dsp:txBody>
      <dsp:txXfrm>
        <a:off x="30842" y="762787"/>
        <a:ext cx="10453916" cy="570116"/>
      </dsp:txXfrm>
    </dsp:sp>
    <dsp:sp modelId="{66060E96-53A5-4BF4-AF95-338D46476C9A}">
      <dsp:nvSpPr>
        <dsp:cNvPr id="0" name=""/>
        <dsp:cNvSpPr/>
      </dsp:nvSpPr>
      <dsp:spPr>
        <a:xfrm>
          <a:off x="0" y="1363745"/>
          <a:ext cx="10515600" cy="17046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Primary prevention of disabilities.</a:t>
          </a:r>
        </a:p>
        <a:p>
          <a:pPr marL="228600" lvl="1" indent="-228600" algn="l" defTabSz="933450">
            <a:lnSpc>
              <a:spcPct val="90000"/>
            </a:lnSpc>
            <a:spcBef>
              <a:spcPct val="0"/>
            </a:spcBef>
            <a:spcAft>
              <a:spcPct val="20000"/>
            </a:spcAft>
            <a:buChar char="•"/>
          </a:pPr>
          <a:r>
            <a:rPr lang="en-US" sz="2100" kern="1200"/>
            <a:t>Screening, early identification and detection.</a:t>
          </a:r>
        </a:p>
        <a:p>
          <a:pPr marL="228600" lvl="1" indent="-228600" algn="l" defTabSz="933450">
            <a:lnSpc>
              <a:spcPct val="90000"/>
            </a:lnSpc>
            <a:spcBef>
              <a:spcPct val="0"/>
            </a:spcBef>
            <a:spcAft>
              <a:spcPct val="20000"/>
            </a:spcAft>
            <a:buChar char="•"/>
          </a:pPr>
          <a:r>
            <a:rPr lang="en-US" sz="2100" kern="1200"/>
            <a:t>Counselling.</a:t>
          </a:r>
        </a:p>
        <a:p>
          <a:pPr marL="228600" lvl="1" indent="-228600" algn="l" defTabSz="933450">
            <a:lnSpc>
              <a:spcPct val="90000"/>
            </a:lnSpc>
            <a:spcBef>
              <a:spcPct val="0"/>
            </a:spcBef>
            <a:spcAft>
              <a:spcPct val="20000"/>
            </a:spcAft>
            <a:buChar char="•"/>
          </a:pPr>
          <a:r>
            <a:rPr lang="en-US" sz="2100" kern="1200"/>
            <a:t>Issue of disability certificate for obvious disabilities by CHC doctors.</a:t>
          </a:r>
        </a:p>
        <a:p>
          <a:pPr marL="228600" lvl="1" indent="-228600" algn="l" defTabSz="933450">
            <a:lnSpc>
              <a:spcPct val="90000"/>
            </a:lnSpc>
            <a:spcBef>
              <a:spcPct val="0"/>
            </a:spcBef>
            <a:spcAft>
              <a:spcPct val="20000"/>
            </a:spcAft>
            <a:buChar char="•"/>
          </a:pPr>
          <a:r>
            <a:rPr lang="en-US" sz="2100" kern="1200"/>
            <a:t>Community based rehabilitation services.</a:t>
          </a:r>
        </a:p>
      </dsp:txBody>
      <dsp:txXfrm>
        <a:off x="0" y="1363745"/>
        <a:ext cx="10515600" cy="1704645"/>
      </dsp:txXfrm>
    </dsp:sp>
    <dsp:sp modelId="{DA415EE4-03DE-47BC-8A2C-924D97DEB917}">
      <dsp:nvSpPr>
        <dsp:cNvPr id="0" name=""/>
        <dsp:cNvSpPr/>
      </dsp:nvSpPr>
      <dsp:spPr>
        <a:xfrm>
          <a:off x="0" y="3068390"/>
          <a:ext cx="10515600" cy="63180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i="1" kern="1200"/>
            <a:t>Desirable:</a:t>
          </a:r>
          <a:endParaRPr lang="en-US" sz="2700" kern="1200"/>
        </a:p>
      </dsp:txBody>
      <dsp:txXfrm>
        <a:off x="30842" y="3099232"/>
        <a:ext cx="10453916" cy="570116"/>
      </dsp:txXfrm>
    </dsp:sp>
    <dsp:sp modelId="{03A81B29-506B-4E50-81F0-1540F73CE724}">
      <dsp:nvSpPr>
        <dsp:cNvPr id="0" name=""/>
        <dsp:cNvSpPr/>
      </dsp:nvSpPr>
      <dsp:spPr>
        <a:xfrm>
          <a:off x="0" y="3700190"/>
          <a:ext cx="10515600" cy="628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3870"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Basic treatments like exercise and heat therapy, ROM exercises, cervical and lumbar traction, referral to higher centres and follow up.</a:t>
          </a:r>
        </a:p>
      </dsp:txBody>
      <dsp:txXfrm>
        <a:off x="0" y="3700190"/>
        <a:ext cx="10515600" cy="628762"/>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7/3/layout/DropPinTimeline">
  <dgm:title val="Drop Pin Timeline"/>
  <dgm:desc val="Use to show a list of events in chronological order. An invisible box next to the pin contains the date and the description is immediately below. It can display a medium amount of text and medium length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
    <dgm:varLst>
      <dgm:chMax/>
      <dgm:chPref/>
      <dgm:animLvl val="lvl"/>
    </dgm:varLst>
    <dgm:alg type="composite"/>
    <dgm:shape xmlns:r="http://schemas.openxmlformats.org/officeDocument/2006/relationships" r:blip="">
      <dgm:adjLst/>
    </dgm:shape>
    <dgm:constrLst>
      <dgm:constr type="w" for="ch" forName="divider" refType="w"/>
      <dgm:constr type="h" for="ch" forName="divider"/>
      <dgm:constr type="ctrY" for="ch" forName="divider" refType="h" fact="0.5"/>
      <dgm:constr type="l" for="ch" forName="divider"/>
      <dgm:constr type="w" for="ch" forName="nodes" refType="w"/>
      <dgm:constr type="h" for="ch" forName="nodes" refType="h" fact="0.8"/>
      <dgm:constr type="ctrY" for="ch" forName="nodes" refType="h" fact="0.5"/>
    </dgm:constrLst>
    <dgm:layoutNode name="divider" styleLbl="fgAcc1">
      <dgm:alg type="sp"/>
      <dgm:choose name="ArrowShape">
        <dgm:if name="ArrowShapeLTR" func="var" arg="dir" op="equ" val="norm">
          <dgm:shape xmlns:r="http://schemas.openxmlformats.org/officeDocument/2006/relationships" type="line" r:blip="" zOrderOff="-1">
            <dgm:adjLst/>
            <dgm:extLst>
              <a:ext uri="{B698B0E9-8C71-41B9-8309-B3DCBF30829C}">
                <dgm1612:spPr xmlns:dgm1612="http://schemas.microsoft.com/office/drawing/2016/12/diagram">
                  <a:ln w="19050">
                    <a:solidFill>
                      <a:srgbClr val="000000"/>
                    </a:solidFill>
                    <a:tailEnd type="triangle" w="lg" len="lg"/>
                  </a:ln>
                </dgm1612:spPr>
              </a:ext>
            </dgm:extLst>
          </dgm:shape>
        </dgm:if>
        <dgm:else name="ArrowShapeRTL">
          <dgm:shape xmlns:r="http://schemas.openxmlformats.org/officeDocument/2006/relationships" type="line" r:blip="" zOrderOff="-1">
            <dgm:adjLst/>
            <dgm:extLst>
              <a:ext uri="{B698B0E9-8C71-41B9-8309-B3DCBF30829C}">
                <dgm1612:spPr xmlns:dgm1612="http://schemas.microsoft.com/office/drawing/2016/12/diagram">
                  <a:ln>
                    <a:solidFill>
                      <a:srgbClr val="000000"/>
                    </a:solidFill>
                    <a:headEnd type="triangle" w="lg" len="lg"/>
                  </a:ln>
                </dgm1612:spPr>
              </a:ext>
            </dgm:extLst>
          </dgm:shape>
        </dgm:else>
      </dgm:choose>
      <dgm:presOf/>
      <dgm:constrLst/>
      <dgm:ruleLst/>
    </dgm:layoutNode>
    <dgm:layoutNode name="nodes">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L1TextContainer" val="20"/>
        <dgm:constr type="primFontSz" for="des" forName="L2TextContainer" refType="primFontSz" refFor="des" refForName="L1TextContainer" op="equ" fact="0.75"/>
        <dgm:constr type="w" for="ch" forName="composite" refType="w"/>
        <dgm:constr type="h" for="ch" forName="composite" refType="h"/>
        <dgm:constr type="w" for="ch" forName="spaceBetweenRectangles" refType="w" refFor="ch" refForName="composite" fact="-0.5"/>
        <dgm:constr type="w" for="ch" ptType="sibTrans" op="equ"/>
        <dgm:constr type="primFontSz" for="des" forName="L1TextContainer" op="equ"/>
        <dgm:constr type="primFontSz" for="des" forName="L2TextContainer" op="equ"/>
        <dgm:constr type="primFontSz" for="des" forName="L1TextContainer1" val="20"/>
        <dgm:constr type="primFontSz" for="des" forName="L2TextContainer1" refType="primFontSz" refFor="des" refForName="L1TextContainer1" op="equ" fact="0.75"/>
        <dgm:constr type="w" for="ch" forName="composite1" refType="w"/>
        <dgm:constr type="h" for="ch" forName="composite1" refType="h"/>
        <dgm:constr type="w" for="ch" forName="spaceBetweenRectangles1" refType="w" refFor="ch" refForName="composite1" fact="0.28"/>
        <dgm:constr type="primFontSz" for="des" forName="L1TextContainer1" op="equ"/>
        <dgm:constr type="primFontSz" for="des" forName="L2TextContainer1" op="equ"/>
      </dgm:constrLst>
      <dgm:choose name="LayoutBasedOnCountOfNodes">
        <dgm:if name="LessThanOrEqualToTwoNodes" axis="ch" ptType="node" func="cnt" op="lte" val="2">
          <dgm:forEach name="nodesForEach1" axis="ch" ptType="node">
            <dgm:layoutNode name="composite1">
              <dgm:alg type="composite"/>
              <dgm:shape xmlns:r="http://schemas.openxmlformats.org/officeDocument/2006/relationships" r:blip="">
                <dgm:adjLst/>
              </dgm:shape>
              <dgm:choose name="CaseForLayoutDirection1">
                <dgm:if name="CaseForLayoutDirectionLTR1" func="var" arg="dir" op="equ" val="norm">
                  <dgm:choose name="CaseForPlacingNodesAboveAndBelowDividerLTR1">
                    <dgm:if name="CaseForPlacingNodeAboveDividerLTR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LTR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if>
                <dgm:else name="CaseForLayoutDirectionRTL1">
                  <dgm:choose name="CaseForPlacingNodesAboveAndBelowDividerRTL1">
                    <dgm:if name="CaseForPlacingNodeAboveDividerRTL1" axis="self" ptType="node" func="posOdd" op="equ" va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t" for="ch" forName="DropPinPlaceHolder1" refType="h" fact="0"/>
                        <dgm:constr type="l" for="ch" forName="DropPinPlaceHolder1" refType="w" fact="0"/>
                        <dgm:constr type="w" for="ch" forName="L2TextContainer1" refType="w" fact="0.83"/>
                        <dgm:constr type="l" for="ch" forName="L2TextContainer1" refType="r" refFor="ch" refForName="DropPinPlaceHolder1"/>
                        <dgm:constr type="t" for="ch" forName="L2TextContainer1" refType="b" refFor="ch" refForName="DropPinPlaceHolder1"/>
                        <dgm:constr type="b"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b" for="ch" forName="ConnectLine1" refType="h" fact="0.5"/>
                        <dgm:constr type="t" for="ch" forName="ConnectLine1" refType="b" refFor="ch" refForName="DropPinPlaceHolder1"/>
                        <dgm:constr type="w" for="ch" forName="EmptyPlaceHolder1" refType="w"/>
                        <dgm:constr type="h" for="ch" forName="EmptyPlaceHolder1" refType="h" fact="0.5"/>
                        <dgm:constr type="t" for="ch" forName="EmptyPlaceHolder1" refType="h" fact="0.5"/>
                      </dgm:constrLst>
                    </dgm:if>
                    <dgm:else name="CaseForPlacingNodeBelowDividerRTL1">
                      <dgm:constrLst>
                        <dgm:constr type="w" for="ch" forName="ConnectorPoint1" refType="h" refFor="ch" refForName="DropPinPlaceHolder1" fact="0.18"/>
                        <dgm:constr type="h" for="ch" forName="ConnectorPoint1" refType="h" refFor="ch" refForName="DropPinPlaceHolder1" fact="0.18"/>
                        <dgm:constr type="ctrX" for="ch" forName="ConnectorPoint1" refType="ctrX" refFor="ch" refForName="ConnectLine1"/>
                        <dgm:constr type="ctrY" for="ch" forName="ConnectorPoint1" refType="h" fact="0.5"/>
                        <dgm:constr type="w" for="ch" forName="DropPinPlaceHolder1" refType="h" fact="0.13"/>
                        <dgm:constr type="h" for="ch" forName="DropPinPlaceHolder1" refType="h" fact="0.13"/>
                        <dgm:constr type="b" for="ch" forName="DropPinPlaceHolder1" refType="h"/>
                        <dgm:constr type="l" for="ch" forName="DropPinPlaceHolder1" refType="w" fact="0"/>
                        <dgm:constr type="w" for="ch" forName="L2TextContainer1" refType="w" fact="0.83"/>
                        <dgm:constr type="l" for="ch" forName="L2TextContainer1" refType="r" refFor="ch" refForName="DropPinPlaceHolder1"/>
                        <dgm:constr type="b" for="ch" forName="L2TextContainer1" refType="t" refFor="ch" refForName="DropPinPlaceHolder1"/>
                        <dgm:constr type="t" for="ch" forName="L2TextContainer1" refType="h" fact="0.5"/>
                        <dgm:constr type="w" for="ch" forName="L1TextContainer1" refType="w" fact="0.83"/>
                        <dgm:constr type="l" for="ch" forName="L1TextContainer1" refType="r" refFor="ch" refForName="DropPinPlaceHolder1"/>
                        <dgm:constr type="b" for="ch" forName="L1TextContainer1" refType="b" refFor="ch" refForName="DropPinPlaceHolder1"/>
                        <dgm:constr type="t" for="ch" forName="L1TextContainer1" refType="t" refFor="ch" refForName="DropPinPlaceHolder1"/>
                        <dgm:constr type="w" for="ch" forName="ConnectLine1"/>
                        <dgm:constr type="ctrX" for="ch" forName="ConnectLine1" refType="ctrX" refFor="ch" refForName="DropPinPlaceHolder1"/>
                        <dgm:constr type="t" for="ch" forName="ConnectLine1" refType="h" fact="0.5"/>
                        <dgm:constr type="b" for="ch" forName="ConnectLine1" refType="t" refFor="ch" refForName="DropPinPlaceHolder1"/>
                        <dgm:constr type="w" for="ch" forName="EmptyPlaceHolder1" refType="w"/>
                        <dgm:constr type="h" for="ch" forName="EmptyPlaceHolder1" refType="h" fact="0.5"/>
                        <dgm:constr type="t" for="ch" forName="EmptyPlaceHolder1" refType="h" fact="0"/>
                      </dgm:constrLst>
                    </dgm:else>
                  </dgm:choose>
                </dgm:else>
              </dgm:choose>
              <dgm:layoutNode name="ConnectorPoint1" styleLbl="lnNode1" moveWith="ConnectLine1">
                <dgm:alg type="sp"/>
                <dgm:shape xmlns:r="http://schemas.openxmlformats.org/officeDocument/2006/relationships" type="ellipse" r:blip="" zOrderOff="10">
                  <dgm:adjLst/>
                </dgm:shape>
                <dgm:presOf/>
                <dgm:constrLst>
                  <dgm:constr type="w" refType="h" op="equ"/>
                </dgm:constrLst>
              </dgm:layoutNode>
              <dgm:layoutNode name="DropPinPlaceHolder1">
                <dgm:alg type="composite"/>
                <dgm:shape xmlns:r="http://schemas.openxmlformats.org/officeDocument/2006/relationships" r:blip="">
                  <dgm:adjLst/>
                </dgm:shape>
                <dgm:constrLst>
                  <dgm:constr type="w" for="ch" forName="DropPin1" refType="w"/>
                  <dgm:constr type="h" for="ch" forName="DropPin1" refType="h"/>
                  <dgm:constr type="ctrX" for="ch" forName="DropPin1" refType="w" fact="0.5"/>
                  <dgm:constr type="ctrY" for="ch" forName="DropPin1" refType="h" fact="0.5"/>
                  <dgm:constr type="w" for="ch" forName="Ellipse1" refType="w" refFor="ch" refForName="DropPin1" fact="0.55"/>
                  <dgm:constr type="h" for="ch" forName="Ellipse1" refType="w" refFor="ch" refForName="DropPin1" fact="0.55"/>
                  <dgm:constr type="ctrX" for="ch" forName="Ellipse1" refType="ctrX" refFor="ch" refForName="DropPin1"/>
                  <dgm:constr type="ctrY" for="ch" forName="Ellipse1" refType="ctrY" refFor="ch" refForName="DropPin1"/>
                </dgm:constrLst>
                <dgm:layoutNode name="DropPin1" styleLbl="alignNode1">
                  <dgm:alg type="sp"/>
                  <dgm:choose name="CaseForPlacingTearDropAboveAndBelowDivider1">
                    <dgm:if name="CaseForPlacingTearDropAboveDivider1" axis="self" ptType="node" func="posOdd" op="equ" val="1">
                      <dgm:shape xmlns:r="http://schemas.openxmlformats.org/officeDocument/2006/relationships" rot="135" type="teardrop" r:blip="">
                        <dgm:adjLst>
                          <dgm:adj idx="1" val="1.15"/>
                        </dgm:adjLst>
                      </dgm:shape>
                    </dgm:if>
                    <dgm:else name="CaseForPlacingTearDropBelowDivider1">
                      <dgm:shape xmlns:r="http://schemas.openxmlformats.org/officeDocument/2006/relationships" rot="-45" type="teardrop" r:blip="">
                        <dgm:adjLst>
                          <dgm:adj idx="1" val="1.15"/>
                        </dgm:adjLst>
                      </dgm:shape>
                    </dgm:else>
                  </dgm:choose>
                  <dgm:presOf/>
                  <dgm:constrLst/>
                </dgm:layoutNode>
                <dgm:layoutNode name="Ellipse1" styleLbl="fgAcc1" moveWith="DropPin1">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1" styleLbl="revTx" moveWith="L1TextContainer">
                <dgm:varLst>
                  <dgm:bulletEnabled val="1"/>
                </dgm:varLst>
                <dgm:choose name="casesForTxtDirLogic1">
                  <dgm:if name="Name771"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dgm:constr type="tMarg" refType="primFontSz" fact="0.5"/>
                      <dgm:constr type="bMarg" refType="primFontSz" fact="0.75"/>
                    </dgm:constrLst>
                  </dgm:if>
                  <dgm:else name="Name881">
                    <dgm:alg type="tx">
                      <dgm:param type="txAnchorVert" val="b"/>
                      <dgm:param type="parTxLTRAlign" val="l"/>
                      <dgm:param type="parTxRTLAlign" val="l"/>
                      <dgm:param type="txAnchorVertCh" val="b"/>
                      <dgm:param type="shpTxRTLAlignCh" val="l"/>
                      <dgm:param type="shpTxLTRAlignCh" val="l"/>
                    </dgm:alg>
                    <dgm:constrLst>
                      <dgm:constr type="lMarg"/>
                      <dgm:constr type="rMarg" refType="primFontSz" fact="0.5"/>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1"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if>
        <dgm:else name="MoreThanTwoNodes">
          <dgm:forEach name="nodesForEach" axis="ch" ptType="node">
            <dgm:layoutNode name="composite">
              <dgm:alg type="composite"/>
              <dgm:shape xmlns:r="http://schemas.openxmlformats.org/officeDocument/2006/relationships" r:blip="">
                <dgm:adjLst/>
              </dgm:shape>
              <dgm:choose name="CaseForLayoutDirection">
                <dgm:if name="CaseForLayoutDirectionLTR" func="var" arg="dir" op="equ" val="norm">
                  <dgm:choose name="CaseForPlacingNodesAboveAndBelowDividerLTR">
                    <dgm:if name="CaseForPlacingNodeAboveDividerLTR"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LTR">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ConnectLine"/>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if>
                <dgm:else name="CaseForLayoutDirectionRTL">
                  <dgm:choose name="CaseForPlacingNodesAboveAndBelowDividerRTL">
                    <dgm:if name="CaseForPlacingNodeAboveDividerRTL" axis="self" ptType="node" func="posOdd" op="equ" val="1">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t" for="ch" forName="DropPinPlaceHolder" refType="h" fact="0"/>
                        <dgm:constr type="l" for="ch" forName="DropPinPlaceHolder" refType="w" fact="0"/>
                        <dgm:constr type="w" for="ch" forName="L2TextContainer" refType="w" fact="0.83"/>
                        <dgm:constr type="l" for="ch" forName="L2TextContainer" refType="r" refFor="ch" refForName="DropPinPlaceHolder"/>
                        <dgm:constr type="t" for="ch" forName="L2TextContainer" refType="b" refFor="ch" refForName="DropPinPlaceHolder"/>
                        <dgm:constr type="b"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b" for="ch" forName="ConnectLine" refType="h" fact="0.5"/>
                        <dgm:constr type="t" for="ch" forName="ConnectLine" refType="b" refFor="ch" refForName="DropPinPlaceHolder"/>
                        <dgm:constr type="w" for="ch" forName="EmptyPlaceHolder" refType="w"/>
                        <dgm:constr type="h" for="ch" forName="EmptyPlaceHolder" refType="h" fact="0.5"/>
                        <dgm:constr type="t" for="ch" forName="EmptyPlaceHolder" refType="h" fact="0.5"/>
                      </dgm:constrLst>
                    </dgm:if>
                    <dgm:else name="CaseForPlacingNodeBelowDividerRTL">
                      <dgm:constrLst>
                        <dgm:constr type="w" for="ch" forName="ConnectorPoint" refType="h" refFor="ch" refForName="DropPinPlaceHolder" fact="0.18"/>
                        <dgm:constr type="h" for="ch" forName="ConnectorPoint" refType="h" refFor="ch" refForName="DropPinPlaceHolder" fact="0.18"/>
                        <dgm:constr type="ctrX" for="ch" forName="ConnectorPoint" refType="ctrX" refFor="ch" refForName="DropPinPlaceHolder"/>
                        <dgm:constr type="ctrY" for="ch" forName="ConnectorPoint" refType="h" fact="0.5"/>
                        <dgm:constr type="w" for="ch" forName="DropPinPlaceHolder" refType="h" fact="0.13"/>
                        <dgm:constr type="h" for="ch" forName="DropPinPlaceHolder" refType="h" fact="0.13"/>
                        <dgm:constr type="b" for="ch" forName="DropPinPlaceHolder" refType="h"/>
                        <dgm:constr type="l" for="ch" forName="DropPinPlaceHolder" refType="w" fact="0"/>
                        <dgm:constr type="w" for="ch" forName="L2TextContainer" refType="w" fact="0.83"/>
                        <dgm:constr type="l" for="ch" forName="L2TextContainer" refType="r" refFor="ch" refForName="DropPinPlaceHolder"/>
                        <dgm:constr type="b" for="ch" forName="L2TextContainer" refType="t" refFor="ch" refForName="DropPinPlaceHolder"/>
                        <dgm:constr type="t" for="ch" forName="L2TextContainer" refType="h" fact="0.5"/>
                        <dgm:constr type="w" for="ch" forName="L1TextContainer" refType="w" fact="0.83"/>
                        <dgm:constr type="l" for="ch" forName="L1TextContainer" refType="r" refFor="ch" refForName="DropPinPlaceHolder"/>
                        <dgm:constr type="b" for="ch" forName="L1TextContainer" refType="b" refFor="ch" refForName="DropPinPlaceHolder"/>
                        <dgm:constr type="t" for="ch" forName="L1TextContainer" refType="t" refFor="ch" refForName="DropPinPlaceHolder"/>
                        <dgm:constr type="w" for="ch" forName="ConnectLine"/>
                        <dgm:constr type="ctrX" for="ch" forName="ConnectLine" refType="ctrX" refFor="ch" refForName="DropPinPlaceHolder"/>
                        <dgm:constr type="t" for="ch" forName="ConnectLine" refType="h" fact="0.5"/>
                        <dgm:constr type="b" for="ch" forName="ConnectLine" refType="t" refFor="ch" refForName="DropPinPlaceHolder"/>
                        <dgm:constr type="w" for="ch" forName="EmptyPlaceHolder" refType="w"/>
                        <dgm:constr type="h" for="ch" forName="EmptyPlaceHolder" refType="h" fact="0.5"/>
                        <dgm:constr type="t" for="ch" forName="EmptyPlaceHolder" refType="h" fact="0"/>
                      </dgm:constrLst>
                    </dgm:else>
                  </dgm:choose>
                </dgm:else>
              </dgm:choose>
              <dgm:layoutNode name="ConnectorPoint" styleLbl="lnNode1" moveWith="ConnectLine">
                <dgm:alg type="sp"/>
                <dgm:shape xmlns:r="http://schemas.openxmlformats.org/officeDocument/2006/relationships" type="ellipse" r:blip="" zOrderOff="10">
                  <dgm:adjLst/>
                  <dgm:extLst>
                    <a:ext uri="{B698B0E9-8C71-41B9-8309-B3DCBF30829C}">
                      <dgm1612:spPr xmlns:dgm1612="http://schemas.microsoft.com/office/drawing/2016/12/diagram">
                        <a:ln w="6350"/>
                      </dgm1612:spPr>
                    </a:ext>
                  </dgm:extLst>
                </dgm:shape>
                <dgm:presOf/>
                <dgm:constrLst>
                  <dgm:constr type="w" refType="h" op="equ"/>
                </dgm:constrLst>
              </dgm:layoutNode>
              <dgm:layoutNode name="DropPinPlaceHolder">
                <dgm:alg type="composite"/>
                <dgm:shape xmlns:r="http://schemas.openxmlformats.org/officeDocument/2006/relationships" r:blip="">
                  <dgm:adjLst/>
                </dgm:shape>
                <dgm:constrLst>
                  <dgm:constr type="w" for="ch" forName="DropPin" refType="w"/>
                  <dgm:constr type="h" for="ch" forName="DropPin" refType="h"/>
                  <dgm:constr type="ctrX" for="ch" forName="DropPin" refType="w" fact="0.5"/>
                  <dgm:constr type="ctrY" for="ch" forName="DropPin" refType="h" fact="0.5"/>
                  <dgm:constr type="w" for="ch" forName="Ellipse" refType="w" refFor="ch" refForName="DropPin" fact="0.55"/>
                  <dgm:constr type="h" for="ch" forName="Ellipse" refType="w" refFor="ch" refForName="DropPin" fact="0.55"/>
                  <dgm:constr type="ctrX" for="ch" forName="Ellipse" refType="ctrX" refFor="ch" refForName="DropPin"/>
                  <dgm:constr type="ctrY" for="ch" forName="Ellipse" refType="ctrY" refFor="ch" refForName="DropPin"/>
                </dgm:constrLst>
                <dgm:layoutNode name="DropPin" styleLbl="alignNode1">
                  <dgm:alg type="sp"/>
                  <dgm:choose name="CaseForPlacingTearDropAboveAndBelowDivider">
                    <dgm:if name="CaseForPlacingTearDropAboveDivider" axis="self" ptType="node" func="posOdd" op="equ" val="1">
                      <dgm:shape xmlns:r="http://schemas.openxmlformats.org/officeDocument/2006/relationships" rot="135" type="teardrop" r:blip="">
                        <dgm:adjLst>
                          <dgm:adj idx="1" val="1.15"/>
                        </dgm:adjLst>
                      </dgm:shape>
                    </dgm:if>
                    <dgm:else name="CaseForPlacingTearDropBelowDivider">
                      <dgm:shape xmlns:r="http://schemas.openxmlformats.org/officeDocument/2006/relationships" rot="-45" type="teardrop" r:blip="">
                        <dgm:adjLst>
                          <dgm:adj idx="1" val="1.15"/>
                        </dgm:adjLst>
                      </dgm:shape>
                    </dgm:else>
                  </dgm:choose>
                  <dgm:presOf/>
                  <dgm:constrLst/>
                </dgm:layoutNode>
                <dgm:layoutNode name="Ellipse" styleLbl="fgAcc1" moveWith="DropPin">
                  <dgm:alg type="sp"/>
                  <dgm:shape xmlns:r="http://schemas.openxmlformats.org/officeDocument/2006/relationships" type="ellipse" r:blip="">
                    <dgm:adjLst/>
                    <dgm:extLst>
                      <a:ext uri="{B698B0E9-8C71-41B9-8309-B3DCBF30829C}">
                        <dgm1612:spPr xmlns:dgm1612="http://schemas.microsoft.com/office/drawing/2016/12/diagram">
                          <a:ln>
                            <a:noFill/>
                          </a:ln>
                        </dgm1612:spPr>
                      </a:ext>
                    </dgm:extLst>
                  </dgm:shape>
                  <dgm:presOf/>
                  <dgm:constrLst/>
                </dgm:layoutNode>
              </dgm:layoutNode>
              <dgm:layoutNode name="L2TextContainer" styleLbl="revTx" moveWith="L1TextContainer">
                <dgm:varLst>
                  <dgm:bulletEnabled val="1"/>
                </dgm:varLst>
                <dgm:choose name="casesForTxtDirLogic">
                  <dgm:if name="Name77" axis="self" ptType="node" func="posOdd" op="equ" val="1">
                    <dgm:alg type="tx">
                      <dgm:param type="txAnchorVert" val="t"/>
                      <dgm:param type="parTxLTRAlign" val="l"/>
                      <dgm:param type="parTxRTLAlign" val="l"/>
                      <dgm:param type="txAnchorVertCh" val="t"/>
                      <dgm:param type="shpTxRTLAlignCh" val="l"/>
                      <dgm:param type="shpTxLTRAlignCh" val="l"/>
                    </dgm:alg>
                    <dgm:constrLst>
                      <dgm:constr type="lMarg"/>
                      <dgm:constr type="rMarg" refType="primFontSz" fact="0.5"/>
                      <dgm:constr type="tMarg" refType="primFontSz" fact="0.5"/>
                      <dgm:constr type="bMarg" refType="primFontSz" fact="0.75"/>
                    </dgm:constrLst>
                  </dgm:if>
                  <dgm:else name="Name88">
                    <dgm:alg type="tx">
                      <dgm:param type="txAnchorVert" val="b"/>
                      <dgm:param type="parTxLTRAlign" val="l"/>
                      <dgm:param type="parTxRTLAlign" val="l"/>
                      <dgm:param type="txAnchorVertCh" val="b"/>
                      <dgm:param type="shpTxRTLAlignCh" val="l"/>
                      <dgm:param type="shpTxLTRAlignCh" val="l"/>
                    </dgm:alg>
                    <dgm:constrLst>
                      <dgm:constr type="lMarg"/>
                      <dgm:constr type="rMarg"/>
                      <dgm:constr type="tMarg" refType="primFontSz" fact="0.75"/>
                      <dgm:constr type="bMarg" refType="primFontSz" fact="0.5"/>
                    </dgm:constrLst>
                  </dgm:else>
                </dgm:choose>
                <dgm:shape xmlns:r="http://schemas.openxmlformats.org/officeDocument/2006/relationships" type="rect" r:blip="">
                  <dgm:adjLst/>
                </dgm:shape>
                <dgm:presOf axis="des" ptType="node"/>
                <dgm:ruleLst>
                  <dgm:rule type="primFontSz" val="11" fact="NaN" max="NaN"/>
                </dgm:ruleLst>
              </dgm:layoutNode>
              <dgm:layoutNode name="L1TextContainer" styleLbl="revTx">
                <dgm:varLst>
                  <dgm:chMax val="1"/>
                  <dgm:chPref val="1"/>
                  <dgm:bulletEnabled val="1"/>
                </dgm:varLst>
                <dgm:alg type="tx">
                  <dgm:param type="txAnchorVert" val="mid"/>
                  <dgm:param type="parTxLTRAlign" val="l"/>
                  <dgm:param type="parTxRTLAlign" val="l"/>
                </dgm:alg>
                <dgm:shape xmlns:r="http://schemas.openxmlformats.org/officeDocument/2006/relationships" type="rect" r:blip="">
                  <dgm:adjLst/>
                </dgm:shape>
                <dgm:presOf axis="self"/>
                <dgm:constrLst>
                  <dgm:constr type="lMarg"/>
                  <dgm:constr type="rMarg" refType="primFontSz" fact="0.5"/>
                  <dgm:constr type="tMarg"/>
                  <dgm:constr type="bMarg"/>
                </dgm:constrLst>
                <dgm:ruleLst>
                  <dgm:rule type="primFontSz" val="13"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w="12700">
                          <a:prstDash val="dash"/>
                        </a:ln>
                      </dgm1612:spPr>
                    </a:ext>
                  </dgm:extLst>
                </dgm:shape>
                <dgm:presOf/>
                <dgm:constrLst/>
              </dgm:layoutNode>
              <dgm:layoutNode name="EmptyPlaceHolder">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else>
      </dgm:choose>
    </dgm:layoutNode>
  </dgm:layoutNode>
  <dgm:extLst>
    <a:ext uri="{68A01E43-0DF5-4B5B-8FA6-DAF915123BFB}">
      <dgm1612:lstStyle xmlns:dgm1612="http://schemas.microsoft.com/office/drawing/2016/12/diagram">
        <a:lvl1pPr>
          <a:defRPr b="1"/>
        </a:lvl1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16/7/layout/AccentHomeChevronProcess">
  <dgm:title val="Accent Home Chevron Process"/>
  <dgm:desc val="Use to show a progression; a timeline; sequential steps in a task, process, or workflow; or to emphasize movement or direction. Level 1 text appears inside an chevron shape, except the first shape which comes in a home shape, while Level 2 text appears above the invisible rectangle shapes."/>
  <dgm:catLst>
    <dgm:cat type="process" pri="500"/>
    <dgm:cat type="timeline"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contrsBasedOnsibTransCount">
      <dgm:if name="oneSibTrans" axis="ch" ptType="sibTrans" func="cnt" op="equ" val="1">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2"/>
          <dgm:constr type="w" for="ch" ptType="sibTrans" op="equ"/>
        </dgm:constrLst>
      </dgm:if>
      <dgm:else name="moreThanOneSibTrans">
        <dgm:choose name="contrsForMoreThanOneSibTrans">
          <dgm:if name="twoSibTrans" axis="ch" ptType="sibTrans" func="cnt" op="equ" val="2">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3"/>
              <dgm:constr type="w" for="ch" ptType="sibTrans" op="equ"/>
            </dgm:constrLst>
          </dgm:if>
          <dgm:else name="moreThanTwoSibTrans">
            <dgm:choose name="contrsForMoreThanTwoSibTrans">
              <dgm:if name="threeSibTrans" axis="ch" ptType="sibTrans" func="cnt" op="equ" val="3">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4"/>
                  <dgm:constr type="w" for="ch" ptType="sibTrans" op="equ"/>
                </dgm:constrLst>
              </dgm:if>
              <dgm:else name="moreThanThreeSibTrans">
                <dgm:choose name="contrsForMoreThanThreeSibTrans">
                  <dgm:if name="fourToSixSibTrans" axis="ch" ptType="sibTrans" func="cnt" op="lte" val="6">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5"/>
                      <dgm:constr type="w" for="ch" ptType="sibTrans" op="equ"/>
                    </dgm:constrLst>
                  </dgm:if>
                  <dgm:else name="moreThanSixSibTrans">
                    <dgm:choose name="contrsForMoreThanSixSibTrans">
                      <dgm:if name="sevenToEightSibTrans" axis="ch" ptType="sibTrans" func="cnt" op="lte" val="8">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7"/>
                          <dgm:constr type="w" for="ch" ptType="sibTrans" op="equ"/>
                        </dgm:constrLst>
                      </dgm:if>
                      <dgm:else name="moreThanEightSibTrans">
                        <dgm:constrLst>
                          <dgm:constr type="h" for="ch" forName="composite" refType="h" fact="0.6"/>
                          <dgm:constr type="w" for="ch" forName="composite" refType="w"/>
                          <dgm:constr type="primFontSz" for="des" forName="parTx" val="20"/>
                          <dgm:constr type="primFontSz" for="des" forName="desTx" refType="primFontSz" refFor="des" refForName="parTx" op="lte"/>
                          <dgm:constr type="primFontSz" for="des" forName="parTx" op="equ"/>
                          <dgm:constr type="primFontSz" for="des" forName="desTx" op="equ"/>
                          <dgm:constr type="w" for="ch" forName="space" refType="w" refFor="ch" refForName="composite" fact="-0.09"/>
                          <dgm:constr type="w" for="ch" ptType="sibTrans" op="equ"/>
                        </dgm:constrLst>
                      </dgm:else>
                    </dgm:choose>
                  </dgm:else>
                </dgm:choose>
              </dgm:else>
            </dgm:choose>
          </dgm:else>
        </dgm:choose>
      </dgm:else>
    </dgm:choose>
    <dgm:ruleLst/>
    <dgm:forEach name="Name6" axis="ch" ptType="node">
      <dgm:layoutNode name="composite">
        <dgm:alg type="composite"/>
        <dgm:shape xmlns:r="http://schemas.openxmlformats.org/officeDocument/2006/relationships" r:blip="">
          <dgm:adjLst/>
        </dgm:shape>
        <dgm:presOf/>
        <dgm:choose name="LayoutLTRorRTL">
          <dgm:if name="LayoutLTR" func="var" arg="dir" op="equ" val="norm">
            <dgm:constrLst>
              <dgm:constr type="w" for="ch" forName="L" refType="w" fact="0.08"/>
              <dgm:constr type="h" for="ch" forName="L" refType="h" fact="0.75"/>
              <dgm:constr type="l" for="ch" forName="L"/>
              <dgm:constr type="l" for="ch" forName="parTx"/>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l" for="ch" forName="desTx" refType="r" refFor="ch" refForName="L"/>
              <dgm:constr type="w" for="ch" forName="desTx" refType="w" fact="0.812"/>
              <dgm:constr type="w" for="ch" forName="EmptyPlaceHolder" refType="w" fact="0.82"/>
              <dgm:constr type="l" for="ch" forName="EmptyPlaceHolder" refType="r" refFor="ch" refForName="L"/>
              <dgm:constr type="b" for="ch" forName="EmptyPlaceHolder" refType="b" refFor="ch" refForName="L"/>
              <dgm:constr type="h" for="ch" forName="EmptyPlaceHolder" refType="t" refFor="ch" refForName="desTx"/>
            </dgm:constrLst>
          </dgm:if>
          <dgm:else name="LayoutRTL">
            <dgm:constrLst>
              <dgm:constr type="w" for="ch" forName="L" refType="w" fact="0.08"/>
              <dgm:constr type="h" for="ch" forName="L" refType="h" fact="0.75"/>
              <dgm:constr type="r" for="ch" forName="L" refType="w"/>
              <dgm:constr type="r" for="ch" forName="parTx" refType="w"/>
              <dgm:constr type="w" for="ch" forName="parTx" refType="w"/>
              <dgm:constr type="h" for="ch" forName="parTx" refType="h" fact="0.25"/>
              <dgm:constr type="t" for="ch" forName="parTx" refType="b" refFor="ch" refForName="L"/>
              <dgm:constr type="t" for="ch" forName="desTx" refType="w" refFor="ch" refForName="L" fact="0.6"/>
              <dgm:constr type="b" for="ch" forName="desTx" refType="t" refFor="ch" refForName="EmptyPlaceHolder"/>
              <dgm:constr type="r" for="ch" forName="desTx" refType="l" refFor="ch" refForName="L"/>
              <dgm:constr type="w" for="ch" forName="desTx" refType="w" fact="0.812"/>
              <dgm:constr type="w" for="ch" forName="EmptyPlaceHolder" refType="w" fact="0.82"/>
              <dgm:constr type="h" for="ch" forName="EmptyPlaceHolder" refType="w" refFor="ch" refForName="L" fact="0.6"/>
              <dgm:constr type="b" for="ch" forName="EmptyPlaceHolder" refType="b" refFor="ch" refForName="L"/>
            </dgm:constrLst>
          </dgm:else>
        </dgm:choose>
        <dgm:layoutNode name="L" styleLbl="solidFgAcc1" moveWith="parTx">
          <dgm:varLst>
            <dgm:chMax val="0"/>
            <dgm:chPref val="0"/>
          </dgm:varLst>
          <dgm:alg type="sp"/>
          <dgm:choose name="Name310">
            <dgm:if name="Name311" func="var" arg="dir" op="equ" val="norm">
              <dgm:shape xmlns:r="http://schemas.openxmlformats.org/officeDocument/2006/relationships" rot="90" type="corner" r:blip="">
                <dgm:adjLst>
                  <dgm:adj idx="1" val="0.01"/>
                  <dgm:adj idx="2" val="0.01"/>
                </dgm:adjLst>
              </dgm:shape>
            </dgm:if>
            <dgm:else name="Name312">
              <dgm:shape xmlns:r="http://schemas.openxmlformats.org/officeDocument/2006/relationships" rot="180" type="corner" r:blip="">
                <dgm:adjLst>
                  <dgm:adj idx="1" val="0.01"/>
                  <dgm:adj idx="2" val="0.01"/>
                </dgm:adjLst>
              </dgm:shape>
            </dgm:else>
          </dgm:choose>
          <dgm:presOf/>
          <dgm:constrLst/>
          <dgm:ruleLst/>
        </dgm:layoutNode>
        <dgm:layoutNode name="parTx" styleLbl="alignNode1">
          <dgm:varLst>
            <dgm:chMax val="0"/>
            <dgm:chPref val="0"/>
            <dgm:bulletEnabled val="1"/>
          </dgm:varLst>
          <dgm:alg type="tx">
            <dgm:param type="txAnchorVert" val="mid"/>
            <dgm:param type="parTxLTRAlign" val="ctr"/>
            <dgm:param type="parTxRTLAlign" val="ctr"/>
          </dgm:alg>
          <dgm:choose name="MakeFirstNodeHomePlate">
            <dgm:if name="IfFirstNode" axis="self" ptType="node" func="pos" op="equ" val="1">
              <dgm:choose name="Name110">
                <dgm:if name="Name111" func="var" arg="dir" op="equ" val="norm">
                  <dgm:shape xmlns:r="http://schemas.openxmlformats.org/officeDocument/2006/relationships" type="homePlate" r:blip="">
                    <dgm:adjLst>
                      <dgm:adj idx="1" val="0.25"/>
                    </dgm:adjLst>
                  </dgm:shape>
                </dgm:if>
                <dgm:else name="Name112">
                  <dgm:shape xmlns:r="http://schemas.openxmlformats.org/officeDocument/2006/relationships" rot="180" type="homePlate" r:blip="">
                    <dgm:adjLst>
                      <dgm:adj idx="1" val="0.25"/>
                    </dgm:adjLst>
                  </dgm:shape>
                </dgm:else>
              </dgm:choose>
            </dgm:if>
            <dgm:else name="MakeRestOfNodesChevrons">
              <dgm:choose name="Name10">
                <dgm:if name="Name11" func="var" arg="dir" op="equ" val="norm">
                  <dgm:shape xmlns:r="http://schemas.openxmlformats.org/officeDocument/2006/relationships" type="chevron" r:blip="">
                    <dgm:adjLst>
                      <dgm:adj idx="1" val="0.25"/>
                    </dgm:adjLst>
                  </dgm:shape>
                </dgm:if>
                <dgm:else name="Name12">
                  <dgm:shape xmlns:r="http://schemas.openxmlformats.org/officeDocument/2006/relationships" rot="180" type="chevron" r:blip="">
                    <dgm:adjLst>
                      <dgm:adj idx="1" val="0.25"/>
                    </dgm:adjLst>
                  </dgm:shape>
                </dgm:else>
              </dgm:choose>
            </dgm:else>
          </dgm:choose>
          <dgm:presOf axis="self" ptType="node"/>
          <dgm:constrLst>
            <dgm:constr type="tMarg" refType="primFontSz"/>
            <dgm:constr type="bMarg" refType="primFontSz"/>
            <dgm:constr type="lMarg" refType="primFontSz" fact="0.5"/>
            <dgm:constr type="rMarg" refType="primFontSz" fact="0.5"/>
          </dgm:constrLst>
          <dgm:ruleLst>
            <dgm:rule type="primFontSz" val="13" fact="NaN" max="NaN"/>
          </dgm:ruleLst>
        </dgm:layoutNode>
        <dgm:layoutNode name="desTx" styleLbl="revTx" moveWith="parTx">
          <dgm:varLst>
            <dgm:chMax val="0"/>
            <dgm:chPref val="0"/>
            <dgm:bulletEnabled val="1"/>
          </dgm:varLst>
          <dgm:choose name="Name210">
            <dgm:if name="Name211" func="var" arg="dir" op="equ" val="norm">
              <dgm:alg type="tx">
                <dgm:param type="txAnchorVert" val="t"/>
                <dgm:param type="parTxLTRAlign" val="l"/>
                <dgm:param type="shpTxLTRAlignCh" val="l"/>
                <dgm:param type="parTxRTLAlign" val="l"/>
                <dgm:param type="shpTxRTLAlignCh" val="l"/>
              </dgm:alg>
            </dgm:if>
            <dgm:else name="Name212">
              <dgm:alg type="tx">
                <dgm:param type="txAnchorVert" val="t"/>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 ptType="node"/>
          <dgm:constrLst>
            <dgm:constr type="tMarg"/>
            <dgm:constr type="bMarg"/>
            <dgm:constr type="lMarg"/>
            <dgm:constr type="rMarg"/>
          </dgm:constrLst>
          <dgm:ruleLst>
            <dgm:rule type="primFontSz" val="11" fact="NaN" max="NaN"/>
            <dgm:rule type="secFontSz" val="9" fact="NaN" max="NaN"/>
          </dgm:ruleLst>
        </dgm:layoutNode>
        <dgm:layoutNode name="EmptyPlaceHolder">
          <dgm:alg type="sp"/>
          <dgm:shape xmlns:r="http://schemas.openxmlformats.org/officeDocument/2006/relationships" r:blip="">
            <dgm:adjLst/>
          </dgm:shape>
          <dgm:presOf/>
          <dgm:constr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7.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8.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6E4BD-49DA-B6EC-5279-7C8FB31063B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2ACD4E7-9CB2-CB16-8141-2860FE7A59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5065F49-FAB1-6320-73AF-1FE77E366126}"/>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807BD17E-6AB4-C794-DE13-D9347B2552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52BDC7-7288-D294-7450-62D2C1EFB1C0}"/>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2830187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EA37-58DF-9BC8-ED6D-F17D663DC4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E7F3C76-E196-0C5B-18A4-0E88780DBF8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6185B0-4FA0-DA80-2E39-DB58789EC008}"/>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7C294F5A-6104-D842-BC0E-B1A6340045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98242C-F0A1-282D-66F9-F6FA28D3DC6E}"/>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3500031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3D780-4C26-B6FF-EA70-D276C0E33B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AE3EC5-0139-A15D-4707-197D28EA079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1429974-08E9-F51E-CC15-7215C26EB25D}"/>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F998DC53-82BC-599E-0EE4-C9A0FB4A45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A4A607-7B45-B260-CE4E-5453254A6352}"/>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2699393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C2877-EBBE-013F-49A5-CD45E30E91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A862A65-95A0-1253-85EC-744471BB6E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E498FF0-93A8-3B9C-7A54-0AEE3244B78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5A1E98-2E60-3D49-6EEE-B1B21C2DCE65}"/>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6" name="Footer Placeholder 5">
            <a:extLst>
              <a:ext uri="{FF2B5EF4-FFF2-40B4-BE49-F238E27FC236}">
                <a16:creationId xmlns:a16="http://schemas.microsoft.com/office/drawing/2014/main" id="{29BE9E9F-D086-786B-CBD4-B40581BE12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4BA32F-74F9-0050-F58D-6C3066A04007}"/>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7851140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26738-2811-7B65-D14D-5CD96F4AF16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B647A36-7A37-7BFF-CB24-93915FEE03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A5A889-C6B6-CCF7-4ECA-AA55AA08F0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8821CDD-B57D-F27D-50A1-A54074E491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9FB8E0-718D-2000-1F6D-BEC2C91850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9ABB118-1E89-8015-4EC5-CB2F181377E8}"/>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8" name="Footer Placeholder 7">
            <a:extLst>
              <a:ext uri="{FF2B5EF4-FFF2-40B4-BE49-F238E27FC236}">
                <a16:creationId xmlns:a16="http://schemas.microsoft.com/office/drawing/2014/main" id="{FA252591-C175-2A5E-E9B8-B4AE66BCD97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048E26B-ED31-F348-2E77-1A3307CE6238}"/>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3500284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FA874-C7BC-BBEF-80A4-5A0BC724619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1559C2F-AC87-7CDE-11D7-907361D74931}"/>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4" name="Footer Placeholder 3">
            <a:extLst>
              <a:ext uri="{FF2B5EF4-FFF2-40B4-BE49-F238E27FC236}">
                <a16:creationId xmlns:a16="http://schemas.microsoft.com/office/drawing/2014/main" id="{A780ABE4-B58A-F743-FC79-A5970D8ABD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F0886AF-5B2A-5A51-C548-D446C5F065DC}"/>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9039247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8A1139-7A11-9DDF-1858-1E0971AEDD17}"/>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3" name="Footer Placeholder 2">
            <a:extLst>
              <a:ext uri="{FF2B5EF4-FFF2-40B4-BE49-F238E27FC236}">
                <a16:creationId xmlns:a16="http://schemas.microsoft.com/office/drawing/2014/main" id="{A65ED2E3-59DC-D3D9-77DA-1B3CF8601F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6C80061-7BD0-409C-9D86-5A47D14FE57C}"/>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21055657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BBD3-258E-0F64-B184-D36B778BF4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7B109BB-2228-BB28-2BB6-F502813518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D7DD5AD-8118-97AA-F440-A2719DFB9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284359-5BC6-AD81-55CE-269DF81FFCA3}"/>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6" name="Footer Placeholder 5">
            <a:extLst>
              <a:ext uri="{FF2B5EF4-FFF2-40B4-BE49-F238E27FC236}">
                <a16:creationId xmlns:a16="http://schemas.microsoft.com/office/drawing/2014/main" id="{58587170-CCCE-0793-A547-7E3A15CE83F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647D80E-56E5-711E-1F6A-2C664ECA1AAC}"/>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3778044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A80CB-A593-A2A3-DDD4-E9BAD42681E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6C5587-3101-5E23-2345-B38C8D3367C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950ED5-7C62-1D88-98F4-BA52E0BFB5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9ED643-5CD6-C150-F929-4AB22640D5CC}"/>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6" name="Footer Placeholder 5">
            <a:extLst>
              <a:ext uri="{FF2B5EF4-FFF2-40B4-BE49-F238E27FC236}">
                <a16:creationId xmlns:a16="http://schemas.microsoft.com/office/drawing/2014/main" id="{62221795-51AE-2E8B-6441-4F5FD8B875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5651E3-B516-8088-F270-B2B4663F51C4}"/>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3674971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A1C5D-359E-5B52-77BC-73C4B2A20A5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28B887-E823-68F5-0F1A-000AC33DEF2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97BF6D-3C07-6EB5-58CD-1C5D9AF7885D}"/>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40A16FF5-43E6-1F17-5953-943F52BA5C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0023AF-1A9C-1E76-E3E0-52009328154C}"/>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989269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D40A60-D7EB-015B-BCD0-29D3578928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82C613B-112D-7C89-940B-7B77CB136D9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F860AE-4628-0CFF-C631-1929EC8FB265}"/>
              </a:ext>
            </a:extLst>
          </p:cNvPr>
          <p:cNvSpPr>
            <a:spLocks noGrp="1"/>
          </p:cNvSpPr>
          <p:nvPr>
            <p:ph type="dt" sz="half" idx="10"/>
          </p:nvPr>
        </p:nvSpPr>
        <p:spPr/>
        <p:txBody>
          <a:body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11E8C2A2-3F21-5C31-F64F-A9476A1A2F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C382D5-A30E-B641-67DB-323D6BEF7A13}"/>
              </a:ext>
            </a:extLst>
          </p:cNvPr>
          <p:cNvSpPr>
            <a:spLocks noGrp="1"/>
          </p:cNvSpPr>
          <p:nvPr>
            <p:ph type="sldNum" sz="quarter" idx="12"/>
          </p:nvPr>
        </p:nvSpPr>
        <p:spPr/>
        <p:txBody>
          <a:bodyPr/>
          <a:lstStyle/>
          <a:p>
            <a:fld id="{60807B47-72CE-4FF6-8515-7541D62AAEA9}" type="slidenum">
              <a:rPr lang="en-US" smtClean="0"/>
              <a:t>‹#›</a:t>
            </a:fld>
            <a:endParaRPr lang="en-US"/>
          </a:p>
        </p:txBody>
      </p:sp>
    </p:spTree>
    <p:extLst>
      <p:ext uri="{BB962C8B-B14F-4D97-AF65-F5344CB8AC3E}">
        <p14:creationId xmlns:p14="http://schemas.microsoft.com/office/powerpoint/2010/main" val="3023521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and two Content 2 with sub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hasCustomPrompt="1"/>
          </p:nvPr>
        </p:nvSpPr>
        <p:spPr>
          <a:xfrm>
            <a:off x="420624" y="365125"/>
            <a:ext cx="10654936" cy="1325563"/>
          </a:xfrm>
        </p:spPr>
        <p:txBody>
          <a:bodyPr>
            <a:normAutofit/>
          </a:bodyPr>
          <a:lstStyle>
            <a:lvl1pPr>
              <a:defRPr sz="4400"/>
            </a:lvl1pPr>
          </a:lstStyle>
          <a:p>
            <a:r>
              <a:rPr lang="en-US" sz="4400" dirty="0"/>
              <a:t>Click to add title </a:t>
            </a:r>
            <a:endParaRPr lang="en-US" dirty="0"/>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hasCustomPrompt="1"/>
          </p:nvPr>
        </p:nvSpPr>
        <p:spPr>
          <a:xfrm>
            <a:off x="7105342" y="2198914"/>
            <a:ext cx="3970218" cy="3445987"/>
          </a:xfrm>
        </p:spPr>
        <p:txBody>
          <a:bodyPr>
            <a:normAutofit/>
          </a:bodyPr>
          <a:lstStyle>
            <a:lvl1pPr>
              <a:defRPr sz="1800"/>
            </a:lvl1pPr>
            <a:lvl2pPr>
              <a:defRPr sz="1800"/>
            </a:lvl2pPr>
            <a:lvl3pPr>
              <a:defRPr sz="1400"/>
            </a:lvl3pPr>
            <a:lvl4pPr>
              <a:defRPr sz="1200"/>
            </a:lvl4pPr>
            <a:lvl5pPr>
              <a:defRPr sz="11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5">
            <a:extLst>
              <a:ext uri="{FF2B5EF4-FFF2-40B4-BE49-F238E27FC236}">
                <a16:creationId xmlns:a16="http://schemas.microsoft.com/office/drawing/2014/main" id="{B845EA08-ECD8-E8B5-40BF-E899F315098D}"/>
              </a:ext>
            </a:extLst>
          </p:cNvPr>
          <p:cNvSpPr>
            <a:spLocks noGrp="1"/>
          </p:cNvSpPr>
          <p:nvPr>
            <p:ph type="sldNum" sz="quarter" idx="1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sp>
        <p:nvSpPr>
          <p:cNvPr id="12" name="Rectangle 11">
            <a:extLst>
              <a:ext uri="{FF2B5EF4-FFF2-40B4-BE49-F238E27FC236}">
                <a16:creationId xmlns:a16="http://schemas.microsoft.com/office/drawing/2014/main" id="{100C4E27-95CA-78A5-BD7A-6109D75C8AE0}"/>
              </a:ext>
              <a:ext uri="{C183D7F6-B498-43B3-948B-1728B52AA6E4}">
                <adec:decorative xmlns:adec="http://schemas.microsoft.com/office/drawing/2017/decorative" val="1"/>
              </a:ext>
            </a:extLst>
          </p:cNvPr>
          <p:cNvSpPr/>
          <p:nvPr userDrawn="1"/>
        </p:nvSpPr>
        <p:spPr>
          <a:xfrm rot="10800000">
            <a:off x="11504656" y="2020824"/>
            <a:ext cx="687343" cy="1896697"/>
          </a:xfrm>
          <a:prstGeom prst="rect">
            <a:avLst/>
          </a:prstGeom>
          <a:solidFill>
            <a:schemeClr val="accent3">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sp>
        <p:nvSpPr>
          <p:cNvPr id="3" name="Content Placeholder 3">
            <a:extLst>
              <a:ext uri="{FF2B5EF4-FFF2-40B4-BE49-F238E27FC236}">
                <a16:creationId xmlns:a16="http://schemas.microsoft.com/office/drawing/2014/main" id="{8AE4F7BC-B724-2456-4104-1C5E254EEF37}"/>
              </a:ext>
            </a:extLst>
          </p:cNvPr>
          <p:cNvSpPr>
            <a:spLocks noGrp="1"/>
          </p:cNvSpPr>
          <p:nvPr>
            <p:ph sz="half" idx="15" hasCustomPrompt="1"/>
          </p:nvPr>
        </p:nvSpPr>
        <p:spPr>
          <a:xfrm>
            <a:off x="422178" y="2198914"/>
            <a:ext cx="6487908" cy="3455925"/>
          </a:xfrm>
        </p:spPr>
        <p:txBody>
          <a:bodyPr>
            <a:normAutofit/>
          </a:bodyPr>
          <a:lstStyle>
            <a:lvl1pPr marL="0" indent="0">
              <a:spcBef>
                <a:spcPts val="1000"/>
              </a:spcBef>
              <a:buNone/>
              <a:defRPr sz="1800"/>
            </a:lvl1pPr>
            <a:lvl2pPr marL="228600">
              <a:spcBef>
                <a:spcPts val="1000"/>
              </a:spcBef>
              <a:defRPr sz="1800"/>
            </a:lvl2pPr>
            <a:lvl3pPr marL="685800">
              <a:spcBef>
                <a:spcPts val="1000"/>
              </a:spcBef>
              <a:defRPr sz="1800"/>
            </a:lvl3pPr>
            <a:lvl4pPr marL="1143000">
              <a:spcBef>
                <a:spcPts val="1000"/>
              </a:spcBef>
              <a:defRPr sz="1800"/>
            </a:lvl4pPr>
            <a:lvl5pPr marL="1600200">
              <a:spcBef>
                <a:spcPts val="1000"/>
              </a:spcBef>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80702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F9E0CFE-F27B-4D50-AA2F-7146CA90E1F0}"/>
              </a:ext>
              <a:ext uri="{C183D7F6-B498-43B3-948B-1728B52AA6E4}">
                <adec:decorative xmlns:adec="http://schemas.microsoft.com/office/drawing/2017/decorative" val="1"/>
              </a:ext>
            </a:extLst>
          </p:cNvPr>
          <p:cNvSpPr/>
          <p:nvPr userDrawn="1"/>
        </p:nvSpPr>
        <p:spPr>
          <a:xfrm>
            <a:off x="3048" y="2138289"/>
            <a:ext cx="12188952" cy="4033912"/>
          </a:xfrm>
          <a:prstGeom prst="rect">
            <a:avLst/>
          </a:prstGeom>
          <a:solidFill>
            <a:schemeClr val="accent3">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2C488A36-B0CB-7B46-C2A6-BA57D39EC479}"/>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27860" r="37853" b="27738"/>
          <a:stretch/>
        </p:blipFill>
        <p:spPr>
          <a:xfrm>
            <a:off x="6962087" y="2143124"/>
            <a:ext cx="5226865" cy="4033839"/>
          </a:xfrm>
          <a:prstGeom prst="rect">
            <a:avLst/>
          </a:prstGeom>
        </p:spPr>
      </p:pic>
      <p:sp>
        <p:nvSpPr>
          <p:cNvPr id="16" name="Title 1">
            <a:extLst>
              <a:ext uri="{FF2B5EF4-FFF2-40B4-BE49-F238E27FC236}">
                <a16:creationId xmlns:a16="http://schemas.microsoft.com/office/drawing/2014/main" id="{A8614BA2-9387-F1B5-B7DB-B34DAE90FEDE}"/>
              </a:ext>
            </a:extLst>
          </p:cNvPr>
          <p:cNvSpPr>
            <a:spLocks noGrp="1"/>
          </p:cNvSpPr>
          <p:nvPr>
            <p:ph type="title" hasCustomPrompt="1"/>
          </p:nvPr>
        </p:nvSpPr>
        <p:spPr>
          <a:xfrm>
            <a:off x="422177" y="365125"/>
            <a:ext cx="10778937" cy="1325563"/>
          </a:xfrm>
        </p:spPr>
        <p:txBody>
          <a:bodyPr>
            <a:normAutofit/>
          </a:bodyPr>
          <a:lstStyle>
            <a:lvl1pPr>
              <a:defRPr sz="4400"/>
            </a:lvl1pPr>
          </a:lstStyle>
          <a:p>
            <a:r>
              <a:rPr lang="en-US" dirty="0"/>
              <a:t>Click to add title</a:t>
            </a:r>
          </a:p>
        </p:txBody>
      </p:sp>
      <p:sp>
        <p:nvSpPr>
          <p:cNvPr id="12" name="Content Placeholder 2">
            <a:extLst>
              <a:ext uri="{FF2B5EF4-FFF2-40B4-BE49-F238E27FC236}">
                <a16:creationId xmlns:a16="http://schemas.microsoft.com/office/drawing/2014/main" id="{6994EC89-4FAE-445C-A6E8-D55E4A34DE4E}"/>
              </a:ext>
            </a:extLst>
          </p:cNvPr>
          <p:cNvSpPr>
            <a:spLocks noGrp="1"/>
          </p:cNvSpPr>
          <p:nvPr>
            <p:ph idx="1" hasCustomPrompt="1"/>
          </p:nvPr>
        </p:nvSpPr>
        <p:spPr>
          <a:xfrm>
            <a:off x="422899" y="2350108"/>
            <a:ext cx="10778221" cy="3609461"/>
          </a:xfrm>
        </p:spPr>
        <p:txBody>
          <a:bodyPr anchor="ctr" anchorCtr="0">
            <a:normAutofit/>
          </a:bodyPr>
          <a:lstStyle>
            <a:lvl1pPr>
              <a:buNone/>
              <a:defRPr sz="2400"/>
            </a:lvl1pPr>
            <a:lvl2pPr>
              <a:defRPr sz="2400"/>
            </a:lvl2pPr>
            <a:lvl3pPr>
              <a:defRPr sz="2400"/>
            </a:lvl3pPr>
            <a:lvl4pPr>
              <a:defRPr sz="2400"/>
            </a:lvl4pPr>
            <a:lvl5pP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solidFill>
                <a:schemeClr val="tx1"/>
              </a:solidFill>
            </a:endParaRPr>
          </a:p>
        </p:txBody>
      </p:sp>
      <p:cxnSp>
        <p:nvCxnSpPr>
          <p:cNvPr id="14" name="Straight Connector 13">
            <a:extLst>
              <a:ext uri="{FF2B5EF4-FFF2-40B4-BE49-F238E27FC236}">
                <a16:creationId xmlns:a16="http://schemas.microsoft.com/office/drawing/2014/main" id="{09ECF93F-3E86-4C44-BAF1-ADE160CADF49}"/>
              </a:ext>
              <a:ext uri="{C183D7F6-B498-43B3-948B-1728B52AA6E4}">
                <adec:decorative xmlns:adec="http://schemas.microsoft.com/office/drawing/2017/decorative" val="1"/>
              </a:ext>
            </a:extLst>
          </p:cNvPr>
          <p:cNvCxnSpPr>
            <a:cxnSpLocks/>
          </p:cNvCxnSpPr>
          <p:nvPr userDrawn="1"/>
        </p:nvCxnSpPr>
        <p:spPr>
          <a:xfrm flipV="1">
            <a:off x="11496184" y="5610"/>
            <a:ext cx="0" cy="685800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
        <p:nvSpPr>
          <p:cNvPr id="2" name="Slide Number Placeholder 5">
            <a:extLst>
              <a:ext uri="{FF2B5EF4-FFF2-40B4-BE49-F238E27FC236}">
                <a16:creationId xmlns:a16="http://schemas.microsoft.com/office/drawing/2014/main" id="{7A80DA6A-71F3-6286-F60A-EEEC9188718C}"/>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200">
                <a:solidFill>
                  <a:schemeClr val="tx2"/>
                </a:solidFill>
              </a:defRPr>
            </a:lvl1pPr>
          </a:lstStyle>
          <a:p>
            <a:fld id="{3A4F6043-7A67-491B-98BC-F933DED7226D}" type="slidenum">
              <a:rPr lang="en-US" smtClean="0"/>
              <a:pPr/>
              <a:t>‹#›</a:t>
            </a:fld>
            <a:endParaRPr lang="en-US" dirty="0"/>
          </a:p>
        </p:txBody>
      </p:sp>
      <p:cxnSp>
        <p:nvCxnSpPr>
          <p:cNvPr id="3" name="Straight Connector 2">
            <a:extLst>
              <a:ext uri="{FF2B5EF4-FFF2-40B4-BE49-F238E27FC236}">
                <a16:creationId xmlns:a16="http://schemas.microsoft.com/office/drawing/2014/main" id="{75F98B46-5DFC-3487-EB05-148905CA6507}"/>
              </a:ext>
              <a:ext uri="{C183D7F6-B498-43B3-948B-1728B52AA6E4}">
                <adec:decorative xmlns:adec="http://schemas.microsoft.com/office/drawing/2017/decorative" val="1"/>
              </a:ext>
            </a:extLst>
          </p:cNvPr>
          <p:cNvCxnSpPr>
            <a:cxnSpLocks/>
          </p:cNvCxnSpPr>
          <p:nvPr userDrawn="1"/>
        </p:nvCxnSpPr>
        <p:spPr>
          <a:xfrm>
            <a:off x="0" y="2138288"/>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5D768F8E-3DFF-8D92-E3CF-5AE5F6DA5422}"/>
              </a:ext>
              <a:ext uri="{C183D7F6-B498-43B3-948B-1728B52AA6E4}">
                <adec:decorative xmlns:adec="http://schemas.microsoft.com/office/drawing/2017/decorative" val="1"/>
              </a:ext>
            </a:extLst>
          </p:cNvPr>
          <p:cNvCxnSpPr>
            <a:cxnSpLocks/>
          </p:cNvCxnSpPr>
          <p:nvPr userDrawn="1"/>
        </p:nvCxnSpPr>
        <p:spPr>
          <a:xfrm>
            <a:off x="0" y="2045761"/>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E83A1EA-5EE3-D81A-D135-860F481F6740}"/>
              </a:ext>
              <a:ext uri="{C183D7F6-B498-43B3-948B-1728B52AA6E4}">
                <adec:decorative xmlns:adec="http://schemas.microsoft.com/office/drawing/2017/decorative" val="1"/>
              </a:ext>
            </a:extLst>
          </p:cNvPr>
          <p:cNvCxnSpPr>
            <a:cxnSpLocks/>
          </p:cNvCxnSpPr>
          <p:nvPr userDrawn="1"/>
        </p:nvCxnSpPr>
        <p:spPr>
          <a:xfrm>
            <a:off x="0" y="6264727"/>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4EA58FF-2FB1-3B78-FDCF-E5DC2EFE5D57}"/>
              </a:ext>
              <a:ext uri="{C183D7F6-B498-43B3-948B-1728B52AA6E4}">
                <adec:decorative xmlns:adec="http://schemas.microsoft.com/office/drawing/2017/decorative" val="1"/>
              </a:ext>
            </a:extLst>
          </p:cNvPr>
          <p:cNvCxnSpPr>
            <a:cxnSpLocks/>
          </p:cNvCxnSpPr>
          <p:nvPr userDrawn="1"/>
        </p:nvCxnSpPr>
        <p:spPr>
          <a:xfrm>
            <a:off x="0" y="6172200"/>
            <a:ext cx="12192000" cy="0"/>
          </a:xfrm>
          <a:prstGeom prst="line">
            <a:avLst/>
          </a:prstGeom>
          <a:ln w="9525" cap="rnd">
            <a:solidFill>
              <a:schemeClr val="accent3"/>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6404505"/>
      </p:ext>
    </p:extLst>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E30649-328B-6216-F7B9-DCD75201CD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2A0430-125F-B0CF-6237-70BBCA87FE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A4ACA8-622A-1BE6-CA68-97329FE0C5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E6F92B-C425-4468-B64F-FC3141416204}" type="datetimeFigureOut">
              <a:rPr lang="en-US" smtClean="0"/>
              <a:t>8/21/2025</a:t>
            </a:fld>
            <a:endParaRPr lang="en-US"/>
          </a:p>
        </p:txBody>
      </p:sp>
      <p:sp>
        <p:nvSpPr>
          <p:cNvPr id="5" name="Footer Placeholder 4">
            <a:extLst>
              <a:ext uri="{FF2B5EF4-FFF2-40B4-BE49-F238E27FC236}">
                <a16:creationId xmlns:a16="http://schemas.microsoft.com/office/drawing/2014/main" id="{9DA84BD8-CDA0-D19A-EDFD-972F12179D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8C17EB5-CC86-FBBB-6898-C9B033F68B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0807B47-72CE-4FF6-8515-7541D62AAEA9}" type="slidenum">
              <a:rPr lang="en-US" smtClean="0"/>
              <a:t>‹#›</a:t>
            </a:fld>
            <a:endParaRPr lang="en-US"/>
          </a:p>
        </p:txBody>
      </p:sp>
    </p:spTree>
    <p:extLst>
      <p:ext uri="{BB962C8B-B14F-4D97-AF65-F5344CB8AC3E}">
        <p14:creationId xmlns:p14="http://schemas.microsoft.com/office/powerpoint/2010/main" val="2829428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image" Target="../media/image19.jpeg"/><Relationship Id="rId1" Type="http://schemas.openxmlformats.org/officeDocument/2006/relationships/slideLayout" Target="../slideLayouts/slideLayout2.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diagramLayout" Target="../diagrams/layout21.xml"/><Relationship Id="rId2" Type="http://schemas.openxmlformats.org/officeDocument/2006/relationships/diagramData" Target="../diagrams/data21.xml"/><Relationship Id="rId1" Type="http://schemas.openxmlformats.org/officeDocument/2006/relationships/slideLayout" Target="../slideLayouts/slideLayout2.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diagramData" Target="../diagrams/data22.xml"/><Relationship Id="rId7" Type="http://schemas.microsoft.com/office/2007/relationships/diagramDrawing" Target="../diagrams/drawing22.xml"/><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diagramColors" Target="../diagrams/colors22.xml"/><Relationship Id="rId5" Type="http://schemas.openxmlformats.org/officeDocument/2006/relationships/diagramQuickStyle" Target="../diagrams/quickStyle22.xml"/><Relationship Id="rId4" Type="http://schemas.openxmlformats.org/officeDocument/2006/relationships/diagramLayout" Target="../diagrams/layout22.xml"/></Relationships>
</file>

<file path=ppt/slides/_rels/slide86.xml.rels><?xml version="1.0" encoding="UTF-8" standalone="yes"?>
<Relationships xmlns="http://schemas.openxmlformats.org/package/2006/relationships"><Relationship Id="rId3" Type="http://schemas.openxmlformats.org/officeDocument/2006/relationships/diagramData" Target="../diagrams/data23.xml"/><Relationship Id="rId7" Type="http://schemas.microsoft.com/office/2007/relationships/diagramDrawing" Target="../diagrams/drawing23.xml"/><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diagramColors" Target="../diagrams/colors23.xml"/><Relationship Id="rId5" Type="http://schemas.openxmlformats.org/officeDocument/2006/relationships/diagramQuickStyle" Target="../diagrams/quickStyle23.xml"/><Relationship Id="rId4" Type="http://schemas.openxmlformats.org/officeDocument/2006/relationships/diagramLayout" Target="../diagrams/layout2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Ingredients in jar">
            <a:extLst>
              <a:ext uri="{FF2B5EF4-FFF2-40B4-BE49-F238E27FC236}">
                <a16:creationId xmlns:a16="http://schemas.microsoft.com/office/drawing/2014/main" id="{AEC8CEAC-55F2-507C-1D85-D088619E0417}"/>
              </a:ext>
            </a:extLst>
          </p:cNvPr>
          <p:cNvPicPr>
            <a:picLocks noChangeAspect="1"/>
          </p:cNvPicPr>
          <p:nvPr/>
        </p:nvPicPr>
        <p:blipFill>
          <a:blip r:embed="rId2">
            <a:alphaModFix amt="50000"/>
          </a:blip>
          <a:srcRect t="15730"/>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1E57A218-881B-D6E2-0E0E-1583702C652D}"/>
              </a:ext>
            </a:extLst>
          </p:cNvPr>
          <p:cNvSpPr>
            <a:spLocks noGrp="1"/>
          </p:cNvSpPr>
          <p:nvPr>
            <p:ph type="ctrTitle"/>
          </p:nvPr>
        </p:nvSpPr>
        <p:spPr>
          <a:xfrm>
            <a:off x="1524000" y="1122362"/>
            <a:ext cx="9144000" cy="2900518"/>
          </a:xfrm>
        </p:spPr>
        <p:txBody>
          <a:bodyPr>
            <a:normAutofit/>
          </a:bodyPr>
          <a:lstStyle/>
          <a:p>
            <a:r>
              <a:rPr lang="en-US">
                <a:solidFill>
                  <a:srgbClr val="FFFFFF"/>
                </a:solidFill>
              </a:rPr>
              <a:t>Health systems in India </a:t>
            </a:r>
          </a:p>
        </p:txBody>
      </p:sp>
      <p:sp>
        <p:nvSpPr>
          <p:cNvPr id="3" name="Subtitle 2">
            <a:extLst>
              <a:ext uri="{FF2B5EF4-FFF2-40B4-BE49-F238E27FC236}">
                <a16:creationId xmlns:a16="http://schemas.microsoft.com/office/drawing/2014/main" id="{ED28D7B5-ED81-14D3-3C26-719EF347D375}"/>
              </a:ext>
            </a:extLst>
          </p:cNvPr>
          <p:cNvSpPr>
            <a:spLocks noGrp="1"/>
          </p:cNvSpPr>
          <p:nvPr>
            <p:ph type="subTitle" idx="1"/>
          </p:nvPr>
        </p:nvSpPr>
        <p:spPr>
          <a:xfrm>
            <a:off x="1524000" y="4159404"/>
            <a:ext cx="9144000" cy="1098395"/>
          </a:xfrm>
        </p:spPr>
        <p:txBody>
          <a:bodyPr>
            <a:normAutofit/>
          </a:bodyPr>
          <a:lstStyle/>
          <a:p>
            <a:r>
              <a:rPr lang="en-US" dirty="0">
                <a:solidFill>
                  <a:srgbClr val="FFFFFF"/>
                </a:solidFill>
              </a:rPr>
              <a:t>PHCs, CHCs, and Health &amp; Wellness </a:t>
            </a:r>
            <a:r>
              <a:rPr lang="en-US" dirty="0" err="1">
                <a:solidFill>
                  <a:srgbClr val="FFFFFF"/>
                </a:solidFill>
              </a:rPr>
              <a:t>Centres</a:t>
            </a:r>
            <a:endParaRPr lang="en-US" dirty="0">
              <a:solidFill>
                <a:srgbClr val="FFFFFF"/>
              </a:solidFill>
            </a:endParaRPr>
          </a:p>
        </p:txBody>
      </p:sp>
    </p:spTree>
    <p:extLst>
      <p:ext uri="{BB962C8B-B14F-4D97-AF65-F5344CB8AC3E}">
        <p14:creationId xmlns:p14="http://schemas.microsoft.com/office/powerpoint/2010/main" val="271476433"/>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5BD33-5D33-1610-DEE2-4AB581EBA3E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7D6B2AD4-CBE4-90BD-DD5A-DF2C056812FF}"/>
              </a:ext>
            </a:extLst>
          </p:cNvPr>
          <p:cNvSpPr>
            <a:spLocks noGrp="1"/>
          </p:cNvSpPr>
          <p:nvPr>
            <p:ph type="sldNum" sz="quarter" idx="14"/>
          </p:nvPr>
        </p:nvSpPr>
        <p:spPr/>
        <p:txBody>
          <a:bodyPr/>
          <a:lstStyle/>
          <a:p>
            <a:fld id="{3A4F6043-7A67-491B-98BC-F933DED7226D}" type="slidenum">
              <a:rPr lang="en-US" smtClean="0"/>
              <a:pPr/>
              <a:t>2</a:t>
            </a:fld>
            <a:endParaRPr lang="en-US" dirty="0"/>
          </a:p>
        </p:txBody>
      </p:sp>
      <p:sp>
        <p:nvSpPr>
          <p:cNvPr id="5" name="Content Placeholder 4">
            <a:extLst>
              <a:ext uri="{FF2B5EF4-FFF2-40B4-BE49-F238E27FC236}">
                <a16:creationId xmlns:a16="http://schemas.microsoft.com/office/drawing/2014/main" id="{0450FA76-ABD2-B51F-DAD2-60CE1DAA3F2D}"/>
              </a:ext>
            </a:extLst>
          </p:cNvPr>
          <p:cNvSpPr>
            <a:spLocks noGrp="1"/>
          </p:cNvSpPr>
          <p:nvPr>
            <p:ph sz="half" idx="15"/>
          </p:nvPr>
        </p:nvSpPr>
        <p:spPr>
          <a:xfrm>
            <a:off x="422178" y="589280"/>
            <a:ext cx="11080974" cy="5831839"/>
          </a:xfrm>
        </p:spPr>
        <p:txBody>
          <a:bodyPr>
            <a:normAutofit lnSpcReduction="10000"/>
          </a:bodyPr>
          <a:lstStyle/>
          <a:p>
            <a:r>
              <a:rPr lang="en-US" sz="4300" b="1" dirty="0"/>
              <a:t>Sub-</a:t>
            </a:r>
            <a:r>
              <a:rPr lang="en-US" sz="4300" b="1" dirty="0" err="1"/>
              <a:t>centre</a:t>
            </a:r>
            <a:r>
              <a:rPr lang="en-US" sz="4300" b="1" dirty="0"/>
              <a:t> Level </a:t>
            </a:r>
          </a:p>
          <a:p>
            <a:pPr marL="457200" indent="-457200">
              <a:buFont typeface="Arial" panose="020B0604020202020204" pitchFamily="34" charset="0"/>
              <a:buChar char="•"/>
            </a:pPr>
            <a:r>
              <a:rPr lang="en-US" sz="2800" dirty="0"/>
              <a:t>The sub-</a:t>
            </a:r>
            <a:r>
              <a:rPr lang="en-US" sz="2800" dirty="0" err="1"/>
              <a:t>centre</a:t>
            </a:r>
            <a:r>
              <a:rPr lang="en-US" sz="2800" dirty="0"/>
              <a:t> is the peripheral outpost of the existing health delivery system in rural areas. </a:t>
            </a:r>
          </a:p>
          <a:p>
            <a:pPr marL="457200" indent="-457200">
              <a:buFont typeface="Arial" panose="020B0604020202020204" pitchFamily="34" charset="0"/>
              <a:buChar char="•"/>
            </a:pPr>
            <a:r>
              <a:rPr lang="en-US" sz="2800" dirty="0"/>
              <a:t>They are being established on the basis of one sub-</a:t>
            </a:r>
            <a:r>
              <a:rPr lang="en-US" sz="2800" dirty="0" err="1"/>
              <a:t>centre</a:t>
            </a:r>
            <a:r>
              <a:rPr lang="en-US" sz="2800" dirty="0"/>
              <a:t> for every 5000 population in general and one for every 3000 population in hilly, tribal and backward areas. </a:t>
            </a:r>
          </a:p>
          <a:p>
            <a:pPr marL="457200" indent="-457200">
              <a:buFont typeface="Arial" panose="020B0604020202020204" pitchFamily="34" charset="0"/>
              <a:buChar char="•"/>
            </a:pPr>
            <a:r>
              <a:rPr lang="en-US" sz="2800" dirty="0"/>
              <a:t>As of March 2017, 25,650 PHCs were working with 6 sub-</a:t>
            </a:r>
            <a:r>
              <a:rPr lang="en-US" sz="2800" dirty="0" err="1"/>
              <a:t>centres</a:t>
            </a:r>
            <a:r>
              <a:rPr lang="en-US" sz="2800" dirty="0"/>
              <a:t> under each. A sub-</a:t>
            </a:r>
            <a:r>
              <a:rPr lang="en-US" sz="2800" dirty="0" err="1"/>
              <a:t>centre</a:t>
            </a:r>
            <a:r>
              <a:rPr lang="en-US" sz="2800" dirty="0"/>
              <a:t> provides interface with the community at the grass-root level, providing all the primary health care services. </a:t>
            </a:r>
          </a:p>
          <a:p>
            <a:pPr marL="457200" indent="-457200">
              <a:buFont typeface="Arial" panose="020B0604020202020204" pitchFamily="34" charset="0"/>
              <a:buChar char="•"/>
            </a:pPr>
            <a:r>
              <a:rPr lang="en-US" sz="2800" dirty="0"/>
              <a:t>One LHV and one health assistant (male) located at PHC are entrusted with the task of supervision of six sub </a:t>
            </a:r>
            <a:r>
              <a:rPr lang="en-US" sz="2800" dirty="0" err="1"/>
              <a:t>centres</a:t>
            </a:r>
            <a:r>
              <a:rPr lang="en-US" sz="2800" dirty="0"/>
              <a:t>.</a:t>
            </a:r>
          </a:p>
          <a:p>
            <a:pPr marL="457200" indent="-457200">
              <a:buFont typeface="Arial" panose="020B0604020202020204" pitchFamily="34" charset="0"/>
              <a:buChar char="•"/>
            </a:pPr>
            <a:r>
              <a:rPr lang="en-US" sz="2800" dirty="0">
                <a:highlight>
                  <a:srgbClr val="FFFF00"/>
                </a:highlight>
              </a:rPr>
              <a:t>“now transforming to Health &amp; Wellness Centre – Sub Centre (HWC-SC) aka Ayushman Arogya Mandirs” </a:t>
            </a:r>
          </a:p>
          <a:p>
            <a:pPr marL="457200" indent="-457200">
              <a:buFont typeface="Arial" panose="020B0604020202020204" pitchFamily="34" charset="0"/>
              <a:buChar char="•"/>
            </a:pPr>
            <a:r>
              <a:rPr lang="en-US" sz="2800" dirty="0">
                <a:highlight>
                  <a:srgbClr val="FFFF00"/>
                </a:highlight>
              </a:rPr>
              <a:t>“Staffing now includes Mid-Level Health Provider/CHO at HWCs.”</a:t>
            </a:r>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2686420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1271D-4443-2404-C2BF-DF7B2ED512B9}"/>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E5C136-E530-5692-7FB5-F07B06B74FEF}"/>
              </a:ext>
            </a:extLst>
          </p:cNvPr>
          <p:cNvSpPr>
            <a:spLocks noGrp="1"/>
          </p:cNvSpPr>
          <p:nvPr>
            <p:ph type="sldNum" sz="quarter" idx="14"/>
          </p:nvPr>
        </p:nvSpPr>
        <p:spPr/>
        <p:txBody>
          <a:bodyPr/>
          <a:lstStyle/>
          <a:p>
            <a:fld id="{3A4F6043-7A67-491B-98BC-F933DED7226D}" type="slidenum">
              <a:rPr lang="en-US" smtClean="0"/>
              <a:pPr/>
              <a:t>3</a:t>
            </a:fld>
            <a:endParaRPr lang="en-US" dirty="0"/>
          </a:p>
        </p:txBody>
      </p:sp>
      <p:sp>
        <p:nvSpPr>
          <p:cNvPr id="5" name="Content Placeholder 4">
            <a:extLst>
              <a:ext uri="{FF2B5EF4-FFF2-40B4-BE49-F238E27FC236}">
                <a16:creationId xmlns:a16="http://schemas.microsoft.com/office/drawing/2014/main" id="{4E02305E-C51C-DA92-884C-DD4DB803506A}"/>
              </a:ext>
            </a:extLst>
          </p:cNvPr>
          <p:cNvSpPr>
            <a:spLocks noGrp="1"/>
          </p:cNvSpPr>
          <p:nvPr>
            <p:ph sz="half" idx="15"/>
          </p:nvPr>
        </p:nvSpPr>
        <p:spPr>
          <a:xfrm>
            <a:off x="422178" y="589280"/>
            <a:ext cx="11080974" cy="5831839"/>
          </a:xfrm>
        </p:spPr>
        <p:txBody>
          <a:bodyPr>
            <a:normAutofit/>
          </a:bodyPr>
          <a:lstStyle/>
          <a:p>
            <a:r>
              <a:rPr lang="en-US" sz="4000" b="1" dirty="0"/>
              <a:t>Indian Public Health Standards for sub-</a:t>
            </a:r>
            <a:r>
              <a:rPr lang="en-US" sz="4000" b="1" dirty="0" err="1"/>
              <a:t>centres</a:t>
            </a:r>
            <a:r>
              <a:rPr lang="en-US" sz="4000" b="1" dirty="0"/>
              <a:t> </a:t>
            </a:r>
          </a:p>
          <a:p>
            <a:pPr marL="457200" indent="-457200">
              <a:buFont typeface="Arial" panose="020B0604020202020204" pitchFamily="34" charset="0"/>
              <a:buChar char="•"/>
            </a:pPr>
            <a:r>
              <a:rPr lang="en-US" sz="2800" dirty="0"/>
              <a:t>In order to provide quality care in these sub-</a:t>
            </a:r>
            <a:r>
              <a:rPr lang="en-US" sz="2800" dirty="0" err="1"/>
              <a:t>centres</a:t>
            </a:r>
            <a:r>
              <a:rPr lang="en-US" sz="2800" dirty="0"/>
              <a:t>, Indian Public Health Standards (IPHS) are being prescribed to provide basic promotive, preventive and few curative primary health care services to the community and achieve and maintain an acceptable standard of quality of care. </a:t>
            </a:r>
          </a:p>
          <a:p>
            <a:pPr marL="457200" indent="-457200">
              <a:buFont typeface="Arial" panose="020B0604020202020204" pitchFamily="34" charset="0"/>
              <a:buChar char="•"/>
            </a:pPr>
            <a:r>
              <a:rPr lang="en-US" sz="2800" dirty="0"/>
              <a:t>These standards would help monitor and improve functioning of the sub-</a:t>
            </a:r>
            <a:r>
              <a:rPr lang="en-US" sz="2800" dirty="0" err="1"/>
              <a:t>centres</a:t>
            </a:r>
            <a:r>
              <a:rPr lang="en-US" sz="2800" dirty="0"/>
              <a:t>. Currently, the IPHS for sub </a:t>
            </a:r>
            <a:r>
              <a:rPr lang="en-US" sz="2800" dirty="0" err="1">
                <a:highlight>
                  <a:srgbClr val="FFFF00"/>
                </a:highlight>
              </a:rPr>
              <a:t>centre</a:t>
            </a:r>
            <a:r>
              <a:rPr lang="en-US" sz="2800" dirty="0">
                <a:highlight>
                  <a:srgbClr val="FFFF00"/>
                </a:highlight>
              </a:rPr>
              <a:t> revised in 2022 </a:t>
            </a:r>
            <a:r>
              <a:rPr lang="en-US" sz="2800" dirty="0"/>
              <a:t>is being followed. </a:t>
            </a:r>
          </a:p>
          <a:p>
            <a:pPr marL="457200" indent="-457200">
              <a:buFont typeface="Arial" panose="020B0604020202020204" pitchFamily="34" charset="0"/>
              <a:buChar char="•"/>
            </a:pPr>
            <a:r>
              <a:rPr lang="en-US" sz="2800" dirty="0"/>
              <a:t>As per IPHS 2022, sub-</a:t>
            </a:r>
            <a:r>
              <a:rPr lang="en-US" sz="2800" dirty="0" err="1"/>
              <a:t>centres</a:t>
            </a:r>
            <a:r>
              <a:rPr lang="en-US" sz="2800" dirty="0"/>
              <a:t> upgraded to HWCs with enhanced services</a:t>
            </a:r>
          </a:p>
          <a:p>
            <a:pPr marL="457200" indent="-457200">
              <a:buFont typeface="Arial" panose="020B0604020202020204" pitchFamily="34" charset="0"/>
              <a:buChar char="•"/>
            </a:pPr>
            <a:r>
              <a:rPr lang="en-US" sz="2800" dirty="0"/>
              <a:t>The services have been classified on Essential (minimum assured services) or Desirable (that all states/UTs should aspire to achieve).</a:t>
            </a:r>
            <a:endParaRPr lang="en-IN" sz="2800" dirty="0"/>
          </a:p>
        </p:txBody>
      </p:sp>
    </p:spTree>
    <p:extLst>
      <p:ext uri="{BB962C8B-B14F-4D97-AF65-F5344CB8AC3E}">
        <p14:creationId xmlns:p14="http://schemas.microsoft.com/office/powerpoint/2010/main" val="2362875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97BAAE-F718-497F-1947-02A1DE82E090}"/>
              </a:ext>
            </a:extLst>
          </p:cNvPr>
          <p:cNvSpPr>
            <a:spLocks noGrp="1"/>
          </p:cNvSpPr>
          <p:nvPr>
            <p:ph idx="1"/>
          </p:nvPr>
        </p:nvSpPr>
        <p:spPr>
          <a:xfrm>
            <a:off x="422899" y="-375920"/>
            <a:ext cx="10778221" cy="7325360"/>
          </a:xfrm>
        </p:spPr>
        <p:txBody>
          <a:bodyPr/>
          <a:lstStyle/>
          <a:p>
            <a:r>
              <a:rPr lang="en-US" sz="4000" b="1" dirty="0"/>
              <a:t>Categorization of sub-</a:t>
            </a:r>
            <a:r>
              <a:rPr lang="en-US" sz="4000" b="1" dirty="0" err="1"/>
              <a:t>centres</a:t>
            </a:r>
            <a:r>
              <a:rPr lang="en-US" sz="4000" b="1" dirty="0"/>
              <a:t> </a:t>
            </a:r>
          </a:p>
          <a:p>
            <a:pPr marL="342900" indent="-342900" algn="just">
              <a:buFont typeface="Arial" panose="020B0604020202020204" pitchFamily="34" charset="0"/>
              <a:buChar char="•"/>
            </a:pPr>
            <a:r>
              <a:rPr lang="en-US" sz="2800" dirty="0"/>
              <a:t>In view of the current highly variable situation of sub </a:t>
            </a:r>
            <a:r>
              <a:rPr lang="en-US" sz="2800" dirty="0" err="1"/>
              <a:t>centres</a:t>
            </a:r>
            <a:r>
              <a:rPr lang="en-US" sz="2800" dirty="0"/>
              <a:t> in different parts of the country and even within the same state, they have been categorized into two types - Type A and Type B. </a:t>
            </a:r>
          </a:p>
          <a:p>
            <a:pPr marL="342900" indent="-342900" algn="just">
              <a:buFont typeface="Arial" panose="020B0604020202020204" pitchFamily="34" charset="0"/>
              <a:buChar char="•"/>
            </a:pPr>
            <a:r>
              <a:rPr lang="en-US" sz="2800" dirty="0"/>
              <a:t>Categorization has taken into consideration various factors namely catchment area, health seeking </a:t>
            </a:r>
            <a:r>
              <a:rPr lang="en-US" sz="2800" dirty="0" err="1"/>
              <a:t>behaviour</a:t>
            </a:r>
            <a:r>
              <a:rPr lang="en-US" sz="2800" dirty="0"/>
              <a:t>, case load, location of other facilities like PHC/CHC/FRU/Hospitals in the vicinity of the sub-</a:t>
            </a:r>
            <a:r>
              <a:rPr lang="en-US" sz="2800" dirty="0" err="1"/>
              <a:t>centre</a:t>
            </a:r>
            <a:r>
              <a:rPr lang="en-US" sz="2800" dirty="0"/>
              <a:t>. </a:t>
            </a:r>
          </a:p>
          <a:p>
            <a:pPr marL="342900" indent="-342900" algn="just">
              <a:buFont typeface="Arial" panose="020B0604020202020204" pitchFamily="34" charset="0"/>
              <a:buChar char="•"/>
            </a:pPr>
            <a:r>
              <a:rPr lang="en-US" sz="2800" dirty="0"/>
              <a:t>States shall be required to categorize their sub-</a:t>
            </a:r>
            <a:r>
              <a:rPr lang="en-US" sz="2800" dirty="0" err="1"/>
              <a:t>centres</a:t>
            </a:r>
            <a:r>
              <a:rPr lang="en-US" sz="2800" dirty="0"/>
              <a:t> into two types as per the guidelines given below and provide services and infrastructure accordingly. </a:t>
            </a:r>
          </a:p>
          <a:p>
            <a:pPr marL="342900" indent="-342900" algn="just">
              <a:buFont typeface="Arial" panose="020B0604020202020204" pitchFamily="34" charset="0"/>
              <a:buChar char="•"/>
            </a:pPr>
            <a:r>
              <a:rPr lang="en-US" sz="2800" dirty="0"/>
              <a:t>This shall result in optimum use of available resources</a:t>
            </a:r>
            <a:endParaRPr lang="en-IN" sz="2800" dirty="0"/>
          </a:p>
        </p:txBody>
      </p:sp>
      <p:sp>
        <p:nvSpPr>
          <p:cNvPr id="4" name="Slide Number Placeholder 3">
            <a:extLst>
              <a:ext uri="{FF2B5EF4-FFF2-40B4-BE49-F238E27FC236}">
                <a16:creationId xmlns:a16="http://schemas.microsoft.com/office/drawing/2014/main" id="{924BB0F0-C5A5-623F-193B-AD665469AF27}"/>
              </a:ext>
            </a:extLst>
          </p:cNvPr>
          <p:cNvSpPr>
            <a:spLocks noGrp="1"/>
          </p:cNvSpPr>
          <p:nvPr>
            <p:ph type="sldNum" sz="quarter" idx="4"/>
          </p:nvPr>
        </p:nvSpPr>
        <p:spPr/>
        <p:txBody>
          <a:bodyPr/>
          <a:lstStyle/>
          <a:p>
            <a:fld id="{3A4F6043-7A67-491B-98BC-F933DED7226D}" type="slidenum">
              <a:rPr lang="en-US" smtClean="0"/>
              <a:pPr/>
              <a:t>4</a:t>
            </a:fld>
            <a:endParaRPr lang="en-US" dirty="0"/>
          </a:p>
        </p:txBody>
      </p:sp>
    </p:spTree>
    <p:extLst>
      <p:ext uri="{BB962C8B-B14F-4D97-AF65-F5344CB8AC3E}">
        <p14:creationId xmlns:p14="http://schemas.microsoft.com/office/powerpoint/2010/main" val="21587424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C0784D-3AC8-B351-F968-4DB56D4BD7DB}"/>
              </a:ext>
            </a:extLst>
          </p:cNvPr>
          <p:cNvSpPr>
            <a:spLocks noGrp="1"/>
          </p:cNvSpPr>
          <p:nvPr>
            <p:ph type="sldNum" sz="quarter" idx="14"/>
          </p:nvPr>
        </p:nvSpPr>
        <p:spPr/>
        <p:txBody>
          <a:bodyPr/>
          <a:lstStyle/>
          <a:p>
            <a:fld id="{3A4F6043-7A67-491B-98BC-F933DED7226D}" type="slidenum">
              <a:rPr lang="en-US" smtClean="0"/>
              <a:pPr/>
              <a:t>5</a:t>
            </a:fld>
            <a:endParaRPr lang="en-US" dirty="0"/>
          </a:p>
        </p:txBody>
      </p:sp>
      <p:sp>
        <p:nvSpPr>
          <p:cNvPr id="5" name="Content Placeholder 4">
            <a:extLst>
              <a:ext uri="{FF2B5EF4-FFF2-40B4-BE49-F238E27FC236}">
                <a16:creationId xmlns:a16="http://schemas.microsoft.com/office/drawing/2014/main" id="{B00A038A-5BAD-5F4F-AC18-6D08D596EFDF}"/>
              </a:ext>
            </a:extLst>
          </p:cNvPr>
          <p:cNvSpPr>
            <a:spLocks noGrp="1"/>
          </p:cNvSpPr>
          <p:nvPr>
            <p:ph sz="half" idx="15"/>
          </p:nvPr>
        </p:nvSpPr>
        <p:spPr>
          <a:xfrm>
            <a:off x="422178" y="863600"/>
            <a:ext cx="11080974" cy="4791239"/>
          </a:xfrm>
        </p:spPr>
        <p:txBody>
          <a:bodyPr>
            <a:normAutofit fontScale="92500" lnSpcReduction="20000"/>
          </a:bodyPr>
          <a:lstStyle/>
          <a:p>
            <a:r>
              <a:rPr lang="en-US" sz="4000" dirty="0"/>
              <a:t>Type A </a:t>
            </a:r>
          </a:p>
          <a:p>
            <a:pPr marL="457200" indent="-457200">
              <a:buFont typeface="Arial" panose="020B0604020202020204" pitchFamily="34" charset="0"/>
              <a:buChar char="•"/>
            </a:pPr>
            <a:r>
              <a:rPr lang="en-US" sz="2800" dirty="0"/>
              <a:t>Type A sub-</a:t>
            </a:r>
            <a:r>
              <a:rPr lang="en-US" sz="2800" dirty="0" err="1"/>
              <a:t>centre</a:t>
            </a:r>
            <a:r>
              <a:rPr lang="en-US" sz="2800" dirty="0"/>
              <a:t> will provide all recommended services except that the facilities for conducting delivery will not be available here. </a:t>
            </a:r>
          </a:p>
          <a:p>
            <a:pPr marL="457200" indent="-457200">
              <a:buFont typeface="Arial" panose="020B0604020202020204" pitchFamily="34" charset="0"/>
              <a:buChar char="•"/>
            </a:pPr>
            <a:r>
              <a:rPr lang="en-US" sz="2800" dirty="0"/>
              <a:t>However, the ANMs have been trained in midwifery, they may conduct normal delivery in case of need. </a:t>
            </a:r>
          </a:p>
          <a:p>
            <a:pPr marL="457200" indent="-457200">
              <a:buFont typeface="Arial" panose="020B0604020202020204" pitchFamily="34" charset="0"/>
              <a:buChar char="•"/>
            </a:pPr>
            <a:r>
              <a:rPr lang="en-US" sz="2800" dirty="0"/>
              <a:t>If the requirement for this goes up, the sub </a:t>
            </a:r>
            <a:r>
              <a:rPr lang="en-US" sz="2800" dirty="0" err="1"/>
              <a:t>centre</a:t>
            </a:r>
            <a:r>
              <a:rPr lang="en-US" sz="2800" dirty="0"/>
              <a:t> may be considered for up gradation to Type B. </a:t>
            </a:r>
          </a:p>
          <a:p>
            <a:pPr marL="457200" indent="-457200">
              <a:buFont typeface="Arial" panose="020B0604020202020204" pitchFamily="34" charset="0"/>
              <a:buChar char="•"/>
            </a:pPr>
            <a:r>
              <a:rPr lang="en-US" sz="2800" dirty="0"/>
              <a:t>The sub-</a:t>
            </a:r>
            <a:r>
              <a:rPr lang="en-US" sz="2800" dirty="0" err="1"/>
              <a:t>centres</a:t>
            </a:r>
            <a:r>
              <a:rPr lang="en-US" sz="2800" dirty="0"/>
              <a:t> in the following situations may be included in this category.</a:t>
            </a:r>
          </a:p>
          <a:p>
            <a:pPr marL="685800" lvl="1" indent="-457200"/>
            <a:r>
              <a:rPr lang="en-US" sz="2400" dirty="0"/>
              <a:t>Sub-</a:t>
            </a:r>
            <a:r>
              <a:rPr lang="en-US" sz="2400" dirty="0" err="1"/>
              <a:t>centres</a:t>
            </a:r>
            <a:r>
              <a:rPr lang="en-US" sz="2400" dirty="0"/>
              <a:t> not having adequate space and physical infrastructure for conducting deliveries.</a:t>
            </a:r>
          </a:p>
          <a:p>
            <a:pPr marL="685800" lvl="1" indent="-457200"/>
            <a:r>
              <a:rPr lang="en-US" sz="2400" dirty="0"/>
              <a:t>However, there may still be demand for delivery services from the community in these areas e.g., sub-</a:t>
            </a:r>
            <a:r>
              <a:rPr lang="en-US" sz="2400" dirty="0" err="1"/>
              <a:t>centres</a:t>
            </a:r>
            <a:r>
              <a:rPr lang="en-US" sz="2400" dirty="0"/>
              <a:t> located in remote, difficult, hilly, desert or tribal area. In such areas, the transport facility is likely to be poor and the population is still </a:t>
            </a:r>
            <a:r>
              <a:rPr lang="en-US" sz="2400" dirty="0" err="1"/>
              <a:t>dependant</a:t>
            </a:r>
            <a:r>
              <a:rPr lang="en-US" sz="2400" dirty="0"/>
              <a:t> on these sub-</a:t>
            </a:r>
            <a:r>
              <a:rPr lang="en-US" sz="2400" dirty="0" err="1"/>
              <a:t>centres</a:t>
            </a:r>
            <a:r>
              <a:rPr lang="en-US" sz="2400" dirty="0"/>
              <a:t> for availing delivery facilities. </a:t>
            </a:r>
          </a:p>
          <a:p>
            <a:pPr marL="457200" indent="-457200">
              <a:buFont typeface="Arial" panose="020B0604020202020204" pitchFamily="34" charset="0"/>
              <a:buChar char="•"/>
            </a:pPr>
            <a:endParaRPr lang="en-IN" sz="2800" dirty="0"/>
          </a:p>
        </p:txBody>
      </p:sp>
    </p:spTree>
    <p:extLst>
      <p:ext uri="{BB962C8B-B14F-4D97-AF65-F5344CB8AC3E}">
        <p14:creationId xmlns:p14="http://schemas.microsoft.com/office/powerpoint/2010/main" val="11736090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E2296-6B82-00D8-FFA5-E1DBA3423B4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7DD8D5-2A8E-5B91-3B41-AF9B966347C9}"/>
              </a:ext>
            </a:extLst>
          </p:cNvPr>
          <p:cNvSpPr>
            <a:spLocks noGrp="1"/>
          </p:cNvSpPr>
          <p:nvPr>
            <p:ph type="sldNum" sz="quarter" idx="14"/>
          </p:nvPr>
        </p:nvSpPr>
        <p:spPr/>
        <p:txBody>
          <a:bodyPr/>
          <a:lstStyle/>
          <a:p>
            <a:fld id="{3A4F6043-7A67-491B-98BC-F933DED7226D}" type="slidenum">
              <a:rPr lang="en-US" smtClean="0"/>
              <a:pPr/>
              <a:t>6</a:t>
            </a:fld>
            <a:endParaRPr lang="en-US" dirty="0"/>
          </a:p>
        </p:txBody>
      </p:sp>
      <p:sp>
        <p:nvSpPr>
          <p:cNvPr id="5" name="Content Placeholder 4">
            <a:extLst>
              <a:ext uri="{FF2B5EF4-FFF2-40B4-BE49-F238E27FC236}">
                <a16:creationId xmlns:a16="http://schemas.microsoft.com/office/drawing/2014/main" id="{6D789BAF-A791-3FFE-02DB-CF5BA57A5DC4}"/>
              </a:ext>
            </a:extLst>
          </p:cNvPr>
          <p:cNvSpPr>
            <a:spLocks noGrp="1"/>
          </p:cNvSpPr>
          <p:nvPr>
            <p:ph sz="half" idx="15"/>
          </p:nvPr>
        </p:nvSpPr>
        <p:spPr>
          <a:xfrm>
            <a:off x="422178" y="1137920"/>
            <a:ext cx="11080974" cy="4791239"/>
          </a:xfrm>
        </p:spPr>
        <p:txBody>
          <a:bodyPr>
            <a:noAutofit/>
          </a:bodyPr>
          <a:lstStyle/>
          <a:p>
            <a:pPr marL="457200" indent="-457200">
              <a:buFont typeface="Arial" panose="020B0604020202020204" pitchFamily="34" charset="0"/>
              <a:buChar char="•"/>
            </a:pPr>
            <a:r>
              <a:rPr lang="en-US" sz="2800" dirty="0"/>
              <a:t>In such situations, ANMs would be required to conduct deliveries at homes and ANMs of these sub </a:t>
            </a:r>
            <a:r>
              <a:rPr lang="en-US" sz="2800" dirty="0" err="1"/>
              <a:t>centres</a:t>
            </a:r>
            <a:r>
              <a:rPr lang="en-US" sz="2800" dirty="0"/>
              <a:t> should mandatorily be Skilled Birth Attendance (SBA) trained. Such sub-</a:t>
            </a:r>
            <a:r>
              <a:rPr lang="en-US" sz="2800" dirty="0" err="1"/>
              <a:t>centres</a:t>
            </a:r>
            <a:r>
              <a:rPr lang="en-US" sz="2800" dirty="0"/>
              <a:t> should be identified for infrastructure up-gradation for conversion to Type B sub </a:t>
            </a:r>
            <a:r>
              <a:rPr lang="en-US" sz="2800" dirty="0" err="1"/>
              <a:t>centres</a:t>
            </a:r>
            <a:r>
              <a:rPr lang="en-US" sz="2800" dirty="0"/>
              <a:t> on priority.</a:t>
            </a:r>
            <a:endParaRPr lang="en-IN" sz="2800" dirty="0"/>
          </a:p>
          <a:p>
            <a:pPr marL="457200" indent="-457200">
              <a:buFont typeface="Arial" panose="020B0604020202020204" pitchFamily="34" charset="0"/>
              <a:buChar char="•"/>
            </a:pPr>
            <a:r>
              <a:rPr lang="en-US" sz="2800" dirty="0"/>
              <a:t>Sub-</a:t>
            </a:r>
            <a:r>
              <a:rPr lang="en-US" sz="2800" dirty="0" err="1"/>
              <a:t>centres</a:t>
            </a:r>
            <a:r>
              <a:rPr lang="en-US" sz="2800" dirty="0"/>
              <a:t> situated in the vicinity of other higher health facilities like PHC/CHC/FRU/Hospital, where delivery facilities are available. </a:t>
            </a:r>
          </a:p>
          <a:p>
            <a:pPr marL="457200" indent="-457200">
              <a:buFont typeface="Arial" panose="020B0604020202020204" pitchFamily="34" charset="0"/>
              <a:buChar char="•"/>
            </a:pPr>
            <a:r>
              <a:rPr lang="en-US" sz="2800" dirty="0"/>
              <a:t>Sub-</a:t>
            </a:r>
            <a:r>
              <a:rPr lang="en-US" sz="2800" dirty="0" err="1"/>
              <a:t>centres</a:t>
            </a:r>
            <a:r>
              <a:rPr lang="en-US" sz="2800" dirty="0"/>
              <a:t> in headquarter area.</a:t>
            </a:r>
          </a:p>
          <a:p>
            <a:pPr marL="457200" indent="-457200">
              <a:buFont typeface="Arial" panose="020B0604020202020204" pitchFamily="34" charset="0"/>
              <a:buChar char="•"/>
            </a:pPr>
            <a:r>
              <a:rPr lang="en-US" sz="2800" dirty="0"/>
              <a:t>As per IPHS 2022, many sub-</a:t>
            </a:r>
            <a:r>
              <a:rPr lang="en-US" sz="2800" dirty="0" err="1"/>
              <a:t>centres</a:t>
            </a:r>
            <a:r>
              <a:rPr lang="en-US" sz="2800" dirty="0"/>
              <a:t> transitioning to HWC-SCs regardless of delivery load”</a:t>
            </a:r>
          </a:p>
        </p:txBody>
      </p:sp>
    </p:spTree>
    <p:extLst>
      <p:ext uri="{BB962C8B-B14F-4D97-AF65-F5344CB8AC3E}">
        <p14:creationId xmlns:p14="http://schemas.microsoft.com/office/powerpoint/2010/main" val="23052830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51860-B135-9EFB-459C-C7FC26B088EB}"/>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30DD3BD-0FEA-F367-B851-48E378FF820E}"/>
              </a:ext>
            </a:extLst>
          </p:cNvPr>
          <p:cNvSpPr>
            <a:spLocks noGrp="1"/>
          </p:cNvSpPr>
          <p:nvPr>
            <p:ph type="sldNum" sz="quarter" idx="14"/>
          </p:nvPr>
        </p:nvSpPr>
        <p:spPr/>
        <p:txBody>
          <a:bodyPr/>
          <a:lstStyle/>
          <a:p>
            <a:fld id="{3A4F6043-7A67-491B-98BC-F933DED7226D}" type="slidenum">
              <a:rPr lang="en-US" smtClean="0"/>
              <a:pPr/>
              <a:t>7</a:t>
            </a:fld>
            <a:endParaRPr lang="en-US" dirty="0"/>
          </a:p>
        </p:txBody>
      </p:sp>
      <p:sp>
        <p:nvSpPr>
          <p:cNvPr id="5" name="Content Placeholder 4">
            <a:extLst>
              <a:ext uri="{FF2B5EF4-FFF2-40B4-BE49-F238E27FC236}">
                <a16:creationId xmlns:a16="http://schemas.microsoft.com/office/drawing/2014/main" id="{E4E633EA-D203-59E2-1B3A-A19EE6640A12}"/>
              </a:ext>
            </a:extLst>
          </p:cNvPr>
          <p:cNvSpPr>
            <a:spLocks noGrp="1"/>
          </p:cNvSpPr>
          <p:nvPr>
            <p:ph sz="half" idx="15"/>
          </p:nvPr>
        </p:nvSpPr>
        <p:spPr>
          <a:xfrm>
            <a:off x="422178" y="741680"/>
            <a:ext cx="11080974" cy="5374640"/>
          </a:xfrm>
        </p:spPr>
        <p:txBody>
          <a:bodyPr>
            <a:noAutofit/>
          </a:bodyPr>
          <a:lstStyle/>
          <a:p>
            <a:r>
              <a:rPr lang="en-US" sz="4000" b="1" dirty="0"/>
              <a:t>Type B (MCH sub-</a:t>
            </a:r>
            <a:r>
              <a:rPr lang="en-US" sz="4000" b="1" dirty="0" err="1"/>
              <a:t>centre</a:t>
            </a:r>
            <a:r>
              <a:rPr lang="en-US" sz="4000" b="1" dirty="0"/>
              <a:t>) </a:t>
            </a:r>
          </a:p>
          <a:p>
            <a:pPr marL="457200" indent="-457200">
              <a:buFont typeface="Arial" panose="020B0604020202020204" pitchFamily="34" charset="0"/>
              <a:buChar char="•"/>
            </a:pPr>
            <a:r>
              <a:rPr lang="en-US" sz="2800" dirty="0"/>
              <a:t>This would include following types of sub-</a:t>
            </a:r>
            <a:r>
              <a:rPr lang="en-US" sz="2800" dirty="0" err="1"/>
              <a:t>centres</a:t>
            </a:r>
            <a:r>
              <a:rPr lang="en-US" sz="2800" dirty="0"/>
              <a:t>. </a:t>
            </a:r>
          </a:p>
          <a:p>
            <a:pPr marL="457200" indent="-457200">
              <a:buFont typeface="Arial" panose="020B0604020202020204" pitchFamily="34" charset="0"/>
              <a:buChar char="•"/>
            </a:pPr>
            <a:r>
              <a:rPr lang="en-US" sz="2800" dirty="0"/>
              <a:t>Centrally or better located sub-</a:t>
            </a:r>
            <a:r>
              <a:rPr lang="en-US" sz="2800" dirty="0" err="1"/>
              <a:t>centres</a:t>
            </a:r>
            <a:r>
              <a:rPr lang="en-US" sz="2800" dirty="0"/>
              <a:t> with good connectivity to catchment areas.</a:t>
            </a:r>
          </a:p>
          <a:p>
            <a:pPr marL="457200" indent="-457200">
              <a:buFont typeface="Arial" panose="020B0604020202020204" pitchFamily="34" charset="0"/>
              <a:buChar char="•"/>
            </a:pPr>
            <a:r>
              <a:rPr lang="en-US" sz="2800" dirty="0"/>
              <a:t>They have good physical infrastructure preferable with own building, adequate space, residential accommodation and </a:t>
            </a:r>
            <a:r>
              <a:rPr lang="en-US" sz="2800" dirty="0" err="1"/>
              <a:t>labour</a:t>
            </a:r>
            <a:r>
              <a:rPr lang="en-US" sz="2800" dirty="0"/>
              <a:t> room facilities. </a:t>
            </a:r>
          </a:p>
          <a:p>
            <a:pPr marL="457200" indent="-457200">
              <a:buFont typeface="Arial" panose="020B0604020202020204" pitchFamily="34" charset="0"/>
              <a:buChar char="•"/>
            </a:pPr>
            <a:r>
              <a:rPr lang="en-US" sz="2800" dirty="0"/>
              <a:t>They already have good case load of deliveries from the catchment areas.</a:t>
            </a:r>
          </a:p>
          <a:p>
            <a:pPr marL="457200" indent="-457200">
              <a:buFont typeface="Arial" panose="020B0604020202020204" pitchFamily="34" charset="0"/>
              <a:buChar char="•"/>
            </a:pPr>
            <a:r>
              <a:rPr lang="en-US" sz="2800" dirty="0"/>
              <a:t>There are no nearby higher-level delivery facilities.</a:t>
            </a:r>
          </a:p>
        </p:txBody>
      </p:sp>
    </p:spTree>
    <p:extLst>
      <p:ext uri="{BB962C8B-B14F-4D97-AF65-F5344CB8AC3E}">
        <p14:creationId xmlns:p14="http://schemas.microsoft.com/office/powerpoint/2010/main" val="3599716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420383-DDA9-3B7B-4841-FFAC21D6A66F}"/>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dirty="0">
                <a:solidFill>
                  <a:srgbClr val="FFFFFF"/>
                </a:solidFill>
                <a:latin typeface="+mj-lt"/>
                <a:ea typeface="+mj-ea"/>
                <a:cs typeface="+mj-cs"/>
              </a:rPr>
              <a:t>Sub </a:t>
            </a:r>
            <a:r>
              <a:rPr lang="en-US" sz="3600" kern="1200" dirty="0" err="1">
                <a:solidFill>
                  <a:srgbClr val="FFFFFF"/>
                </a:solidFill>
                <a:latin typeface="+mj-lt"/>
                <a:ea typeface="+mj-ea"/>
                <a:cs typeface="+mj-cs"/>
              </a:rPr>
              <a:t>centre</a:t>
            </a:r>
            <a:endParaRPr lang="en-US" sz="3600" kern="1200" dirty="0">
              <a:solidFill>
                <a:srgbClr val="FFFFFF"/>
              </a:solidFill>
              <a:latin typeface="+mj-lt"/>
              <a:ea typeface="+mj-ea"/>
              <a:cs typeface="+mj-cs"/>
            </a:endParaRPr>
          </a:p>
        </p:txBody>
      </p:sp>
      <p:pic>
        <p:nvPicPr>
          <p:cNvPr id="5" name="Content Placeholder 4">
            <a:extLst>
              <a:ext uri="{FF2B5EF4-FFF2-40B4-BE49-F238E27FC236}">
                <a16:creationId xmlns:a16="http://schemas.microsoft.com/office/drawing/2014/main" id="{C593545D-B4C2-F197-53B9-5FF2EB66ADF1}"/>
              </a:ext>
            </a:extLst>
          </p:cNvPr>
          <p:cNvPicPr>
            <a:picLocks noGrp="1" noChangeAspect="1"/>
          </p:cNvPicPr>
          <p:nvPr>
            <p:ph idx="1"/>
          </p:nvPr>
        </p:nvPicPr>
        <p:blipFill>
          <a:blip r:embed="rId2"/>
          <a:stretch>
            <a:fillRect/>
          </a:stretch>
        </p:blipFill>
        <p:spPr>
          <a:xfrm>
            <a:off x="4777316" y="1427529"/>
            <a:ext cx="6780700" cy="4000613"/>
          </a:xfrm>
          <a:prstGeom prst="rect">
            <a:avLst/>
          </a:prstGeom>
        </p:spPr>
      </p:pic>
    </p:spTree>
    <p:extLst>
      <p:ext uri="{BB962C8B-B14F-4D97-AF65-F5344CB8AC3E}">
        <p14:creationId xmlns:p14="http://schemas.microsoft.com/office/powerpoint/2010/main" val="3699203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04A324-3E95-A2E6-3334-E25F3D84F876}"/>
              </a:ext>
            </a:extLst>
          </p:cNvPr>
          <p:cNvSpPr>
            <a:spLocks noGrp="1"/>
          </p:cNvSpPr>
          <p:nvPr>
            <p:ph type="title"/>
          </p:nvPr>
        </p:nvSpPr>
        <p:spPr>
          <a:xfrm>
            <a:off x="761803" y="350196"/>
            <a:ext cx="4646904" cy="1624520"/>
          </a:xfrm>
        </p:spPr>
        <p:txBody>
          <a:bodyPr anchor="ctr">
            <a:normAutofit/>
          </a:bodyPr>
          <a:lstStyle/>
          <a:p>
            <a:r>
              <a:rPr lang="en-US" sz="4000"/>
              <a:t>Primary health care</a:t>
            </a:r>
          </a:p>
        </p:txBody>
      </p:sp>
      <p:sp>
        <p:nvSpPr>
          <p:cNvPr id="3" name="Content Placeholder 2">
            <a:extLst>
              <a:ext uri="{FF2B5EF4-FFF2-40B4-BE49-F238E27FC236}">
                <a16:creationId xmlns:a16="http://schemas.microsoft.com/office/drawing/2014/main" id="{CDB4A00A-9E62-C852-7F03-40CC219D30FA}"/>
              </a:ext>
            </a:extLst>
          </p:cNvPr>
          <p:cNvSpPr>
            <a:spLocks noGrp="1"/>
          </p:cNvSpPr>
          <p:nvPr>
            <p:ph idx="1"/>
          </p:nvPr>
        </p:nvSpPr>
        <p:spPr>
          <a:xfrm>
            <a:off x="761802" y="2743200"/>
            <a:ext cx="4646905" cy="3613149"/>
          </a:xfrm>
        </p:spPr>
        <p:txBody>
          <a:bodyPr anchor="ctr">
            <a:normAutofit/>
          </a:bodyPr>
          <a:lstStyle/>
          <a:p>
            <a:r>
              <a:rPr lang="en-US" sz="1900"/>
              <a:t>1946: Bhore Committee recommends comprehensive health services for all</a:t>
            </a:r>
          </a:p>
          <a:p>
            <a:pPr lvl="1"/>
            <a:r>
              <a:rPr lang="en-US" sz="1900"/>
              <a:t>Basic health unit, to provide, as close to the people as possible, an integrated curative and preventive health care to the rural population with emphasis on preventive and promotive aspects of health care.</a:t>
            </a:r>
          </a:p>
          <a:p>
            <a:r>
              <a:rPr lang="en-US" sz="1900"/>
              <a:t>Emphasis on integration of preventive and curative care</a:t>
            </a:r>
          </a:p>
          <a:p>
            <a:r>
              <a:rPr lang="en-US" sz="1900"/>
              <a:t>PHCs envisioned as the cornerstone of rural healthcare</a:t>
            </a:r>
          </a:p>
        </p:txBody>
      </p:sp>
      <p:pic>
        <p:nvPicPr>
          <p:cNvPr id="5" name="Picture 4" descr="Two people holding each other's hands">
            <a:extLst>
              <a:ext uri="{FF2B5EF4-FFF2-40B4-BE49-F238E27FC236}">
                <a16:creationId xmlns:a16="http://schemas.microsoft.com/office/drawing/2014/main" id="{C0B3B197-709B-00D8-B8AA-A912B35C3F75}"/>
              </a:ext>
            </a:extLst>
          </p:cNvPr>
          <p:cNvPicPr>
            <a:picLocks noChangeAspect="1"/>
          </p:cNvPicPr>
          <p:nvPr/>
        </p:nvPicPr>
        <p:blipFill>
          <a:blip r:embed="rId2"/>
          <a:srcRect l="17246" r="23353" b="-2"/>
          <a:stretch>
            <a:fillRect/>
          </a:stretch>
        </p:blipFill>
        <p:spPr>
          <a:xfrm>
            <a:off x="6096000" y="1"/>
            <a:ext cx="6102825" cy="6858000"/>
          </a:xfrm>
          <a:prstGeom prst="rect">
            <a:avLst/>
          </a:prstGeom>
        </p:spPr>
      </p:pic>
    </p:spTree>
    <p:extLst>
      <p:ext uri="{BB962C8B-B14F-4D97-AF65-F5344CB8AC3E}">
        <p14:creationId xmlns:p14="http://schemas.microsoft.com/office/powerpoint/2010/main" val="37727839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43F6ED-008D-66BF-9073-1A9D8AE34435}"/>
              </a:ext>
            </a:extLst>
          </p:cNvPr>
          <p:cNvSpPr>
            <a:spLocks noGrp="1"/>
          </p:cNvSpPr>
          <p:nvPr>
            <p:ph type="title"/>
          </p:nvPr>
        </p:nvSpPr>
        <p:spPr>
          <a:xfrm>
            <a:off x="686834" y="1153572"/>
            <a:ext cx="3200400" cy="4461163"/>
          </a:xfrm>
        </p:spPr>
        <p:txBody>
          <a:bodyPr>
            <a:normAutofit/>
          </a:bodyPr>
          <a:lstStyle/>
          <a:p>
            <a:r>
              <a:rPr lang="en-US">
                <a:solidFill>
                  <a:srgbClr val="FFFFFF"/>
                </a:solidFill>
              </a:rPr>
              <a:t>Health Committees?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39F3990-3992-6FE5-072B-F4747A3D1E09}"/>
              </a:ext>
            </a:extLst>
          </p:cNvPr>
          <p:cNvSpPr>
            <a:spLocks noGrp="1"/>
          </p:cNvSpPr>
          <p:nvPr>
            <p:ph idx="1"/>
          </p:nvPr>
        </p:nvSpPr>
        <p:spPr>
          <a:xfrm>
            <a:off x="4447308" y="591344"/>
            <a:ext cx="6906491" cy="5585619"/>
          </a:xfrm>
        </p:spPr>
        <p:txBody>
          <a:bodyPr anchor="ctr">
            <a:normAutofit/>
          </a:bodyPr>
          <a:lstStyle/>
          <a:p>
            <a:r>
              <a:rPr lang="en-US" dirty="0"/>
              <a:t>Understanding India's Healthcare Evolution Through Committee Recommendations</a:t>
            </a:r>
          </a:p>
          <a:p>
            <a:pPr lvl="1"/>
            <a:r>
              <a:rPr lang="en-US" dirty="0"/>
              <a:t>Health committees shaped India's entire healthcare delivery system</a:t>
            </a:r>
          </a:p>
          <a:p>
            <a:pPr lvl="1"/>
            <a:r>
              <a:rPr lang="en-US" dirty="0"/>
              <a:t>Each committee addressed specific challenges of their time period</a:t>
            </a:r>
          </a:p>
          <a:p>
            <a:pPr lvl="1"/>
            <a:r>
              <a:rPr lang="en-US" dirty="0"/>
              <a:t>Understanding these helps explain why our current system works as it does</a:t>
            </a:r>
          </a:p>
          <a:p>
            <a:pPr lvl="1"/>
            <a:r>
              <a:rPr lang="en-US" dirty="0"/>
              <a:t>Essential knowledge for Community Medicine and Public Health practice</a:t>
            </a:r>
          </a:p>
          <a:p>
            <a:pPr lvl="1"/>
            <a:r>
              <a:rPr lang="en-US" dirty="0"/>
              <a:t>Forms foundation for understanding PHC, CHC, and current Ayushman Bharat policies</a:t>
            </a:r>
          </a:p>
          <a:p>
            <a:endParaRPr lang="en-US" dirty="0"/>
          </a:p>
        </p:txBody>
      </p:sp>
    </p:spTree>
    <p:extLst>
      <p:ext uri="{BB962C8B-B14F-4D97-AF65-F5344CB8AC3E}">
        <p14:creationId xmlns:p14="http://schemas.microsoft.com/office/powerpoint/2010/main" val="2344517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15A44BB-A0EB-63F0-026B-09B3C49E9461}"/>
              </a:ext>
            </a:extLst>
          </p:cNvPr>
          <p:cNvSpPr>
            <a:spLocks noGrp="1"/>
          </p:cNvSpPr>
          <p:nvPr>
            <p:ph type="title"/>
          </p:nvPr>
        </p:nvSpPr>
        <p:spPr>
          <a:xfrm>
            <a:off x="686834" y="1153572"/>
            <a:ext cx="3200400" cy="4461163"/>
          </a:xfrm>
        </p:spPr>
        <p:txBody>
          <a:bodyPr>
            <a:normAutofit/>
          </a:bodyPr>
          <a:lstStyle/>
          <a:p>
            <a:r>
              <a:rPr lang="en-US">
                <a:solidFill>
                  <a:srgbClr val="FFFFFF"/>
                </a:solidFill>
              </a:rPr>
              <a:t>Timeline of Major Health Committees</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88719ABE-561B-53A1-957D-36D66B024C68}"/>
              </a:ext>
            </a:extLst>
          </p:cNvPr>
          <p:cNvSpPr>
            <a:spLocks noGrp="1"/>
          </p:cNvSpPr>
          <p:nvPr>
            <p:ph idx="1"/>
          </p:nvPr>
        </p:nvSpPr>
        <p:spPr>
          <a:xfrm>
            <a:off x="4447308" y="591344"/>
            <a:ext cx="6906491" cy="5585619"/>
          </a:xfrm>
        </p:spPr>
        <p:txBody>
          <a:bodyPr anchor="ctr">
            <a:normAutofit/>
          </a:bodyPr>
          <a:lstStyle/>
          <a:p>
            <a:r>
              <a:rPr lang="en-US" dirty="0"/>
              <a:t>Six Decades of Healthcare Policy Evolution (1940-2000)</a:t>
            </a:r>
          </a:p>
          <a:p>
            <a:pPr lvl="1"/>
            <a:r>
              <a:rPr lang="en-US" dirty="0"/>
              <a:t>Foundation Era (1940s-1950s): </a:t>
            </a:r>
            <a:r>
              <a:rPr lang="en-US" dirty="0" err="1"/>
              <a:t>Sokhey</a:t>
            </a:r>
            <a:r>
              <a:rPr lang="en-US" dirty="0"/>
              <a:t>, </a:t>
            </a:r>
            <a:r>
              <a:rPr lang="en-US" dirty="0" err="1"/>
              <a:t>Bhore</a:t>
            </a:r>
            <a:r>
              <a:rPr lang="en-US" dirty="0"/>
              <a:t> Committees</a:t>
            </a:r>
          </a:p>
          <a:p>
            <a:pPr lvl="1"/>
            <a:r>
              <a:rPr lang="en-US" dirty="0"/>
              <a:t>Integration Phase (1960s): Mudaliar, Chadha, Mukherjee, </a:t>
            </a:r>
            <a:r>
              <a:rPr lang="en-US" dirty="0" err="1"/>
              <a:t>Jungalwalla</a:t>
            </a:r>
            <a:endParaRPr lang="en-US" dirty="0"/>
          </a:p>
          <a:p>
            <a:pPr lvl="1"/>
            <a:r>
              <a:rPr lang="en-US" dirty="0"/>
              <a:t>Community Focus (1970s): Kartar Singh, Shrivastav, </a:t>
            </a:r>
            <a:r>
              <a:rPr lang="en-US" dirty="0" err="1"/>
              <a:t>Shivaraman</a:t>
            </a:r>
            <a:endParaRPr lang="en-US" dirty="0"/>
          </a:p>
          <a:p>
            <a:pPr lvl="1"/>
            <a:r>
              <a:rPr lang="en-US" dirty="0"/>
              <a:t>Manpower Planning (1980s-1990s): Bajaj, Mehta, Krishnan</a:t>
            </a:r>
          </a:p>
          <a:p>
            <a:pPr lvl="1"/>
            <a:r>
              <a:rPr lang="en-US" dirty="0"/>
              <a:t>Modern Era (2000s): Mashelkar, National Commission on Macroeconomics</a:t>
            </a:r>
          </a:p>
          <a:p>
            <a:endParaRPr lang="en-US" dirty="0"/>
          </a:p>
        </p:txBody>
      </p:sp>
    </p:spTree>
    <p:extLst>
      <p:ext uri="{BB962C8B-B14F-4D97-AF65-F5344CB8AC3E}">
        <p14:creationId xmlns:p14="http://schemas.microsoft.com/office/powerpoint/2010/main" val="4206369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3EA8F68-B2E9-3CB3-7F4F-791DF593DA20}"/>
              </a:ext>
            </a:extLst>
          </p:cNvPr>
          <p:cNvPicPr>
            <a:picLocks noChangeAspect="1"/>
          </p:cNvPicPr>
          <p:nvPr/>
        </p:nvPicPr>
        <p:blipFill>
          <a:blip r:embed="rId2">
            <a:duotone>
              <a:schemeClr val="bg2">
                <a:shade val="45000"/>
                <a:satMod val="135000"/>
              </a:schemeClr>
              <a:prstClr val="white"/>
            </a:duotone>
          </a:blip>
          <a:srcRect/>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DE5CDF-D61E-FA43-BA92-B253B779EA1F}"/>
              </a:ext>
            </a:extLst>
          </p:cNvPr>
          <p:cNvSpPr>
            <a:spLocks noGrp="1"/>
          </p:cNvSpPr>
          <p:nvPr>
            <p:ph type="title"/>
          </p:nvPr>
        </p:nvSpPr>
        <p:spPr>
          <a:xfrm>
            <a:off x="838200" y="365125"/>
            <a:ext cx="10515600" cy="1325563"/>
          </a:xfrm>
        </p:spPr>
        <p:txBody>
          <a:bodyPr>
            <a:normAutofit/>
          </a:bodyPr>
          <a:lstStyle/>
          <a:p>
            <a:r>
              <a:rPr lang="en-US" dirty="0"/>
              <a:t>Key themes across committees</a:t>
            </a:r>
          </a:p>
        </p:txBody>
      </p:sp>
      <p:graphicFrame>
        <p:nvGraphicFramePr>
          <p:cNvPr id="5" name="Content Placeholder 2">
            <a:extLst>
              <a:ext uri="{FF2B5EF4-FFF2-40B4-BE49-F238E27FC236}">
                <a16:creationId xmlns:a16="http://schemas.microsoft.com/office/drawing/2014/main" id="{C481AC1E-5526-0FD3-7928-20DB927B88AB}"/>
              </a:ext>
            </a:extLst>
          </p:cNvPr>
          <p:cNvGraphicFramePr>
            <a:graphicFrameLocks noGrp="1"/>
          </p:cNvGraphicFramePr>
          <p:nvPr>
            <p:ph idx="1"/>
            <p:extLst>
              <p:ext uri="{D42A27DB-BD31-4B8C-83A1-F6EECF244321}">
                <p14:modId xmlns:p14="http://schemas.microsoft.com/office/powerpoint/2010/main" val="88118380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97793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13AD965-B2E1-5564-B251-1B50682B1C3A}"/>
              </a:ext>
            </a:extLst>
          </p:cNvPr>
          <p:cNvPicPr>
            <a:picLocks noChangeAspect="1"/>
          </p:cNvPicPr>
          <p:nvPr/>
        </p:nvPicPr>
        <p:blipFill>
          <a:blip r:embed="rId2">
            <a:duotone>
              <a:schemeClr val="bg2">
                <a:shade val="45000"/>
                <a:satMod val="135000"/>
              </a:schemeClr>
              <a:prstClr val="white"/>
            </a:duotone>
          </a:blip>
          <a:srcRect r="8444" b="-1"/>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t>Sokhey Committee (1940s)</a:t>
            </a:r>
          </a:p>
          <a:p>
            <a:r>
              <a:t>Early Foundation - Integration Concept</a:t>
            </a:r>
          </a:p>
        </p:txBody>
      </p:sp>
      <p:graphicFrame>
        <p:nvGraphicFramePr>
          <p:cNvPr id="5" name="Content Placeholder 2">
            <a:extLst>
              <a:ext uri="{FF2B5EF4-FFF2-40B4-BE49-F238E27FC236}">
                <a16:creationId xmlns:a16="http://schemas.microsoft.com/office/drawing/2014/main" id="{3B931931-597F-397C-DC91-C7791CA07A3E}"/>
              </a:ext>
            </a:extLst>
          </p:cNvPr>
          <p:cNvGraphicFramePr>
            <a:graphicFrameLocks noGrp="1"/>
          </p:cNvGraphicFramePr>
          <p:nvPr>
            <p:ph idx="1"/>
            <p:extLst>
              <p:ext uri="{D42A27DB-BD31-4B8C-83A1-F6EECF244321}">
                <p14:modId xmlns:p14="http://schemas.microsoft.com/office/powerpoint/2010/main" val="142803619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534824B-3697-5CB8-E885-8D1FBC6BFA52}"/>
              </a:ext>
            </a:extLst>
          </p:cNvPr>
          <p:cNvPicPr>
            <a:picLocks noChangeAspect="1"/>
          </p:cNvPicPr>
          <p:nvPr/>
        </p:nvPicPr>
        <p:blipFill>
          <a:blip r:embed="rId2">
            <a:duotone>
              <a:schemeClr val="bg2">
                <a:shade val="45000"/>
                <a:satMod val="135000"/>
              </a:schemeClr>
              <a:prstClr val="white"/>
            </a:duotone>
          </a:blip>
          <a:srcRect t="25325" b="9457"/>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t>Bhore Committee (1946)</a:t>
            </a:r>
          </a:p>
          <a:p>
            <a:r>
              <a:t>Birth of India's Primary Healthcare System</a:t>
            </a:r>
          </a:p>
        </p:txBody>
      </p:sp>
      <p:graphicFrame>
        <p:nvGraphicFramePr>
          <p:cNvPr id="5" name="Content Placeholder 2">
            <a:extLst>
              <a:ext uri="{FF2B5EF4-FFF2-40B4-BE49-F238E27FC236}">
                <a16:creationId xmlns:a16="http://schemas.microsoft.com/office/drawing/2014/main" id="{19A74731-DC05-1FB5-BDB3-76E156AFF675}"/>
              </a:ext>
            </a:extLst>
          </p:cNvPr>
          <p:cNvGraphicFramePr>
            <a:graphicFrameLocks noGrp="1"/>
          </p:cNvGraphicFramePr>
          <p:nvPr>
            <p:ph idx="1"/>
            <p:extLst>
              <p:ext uri="{D42A27DB-BD31-4B8C-83A1-F6EECF244321}">
                <p14:modId xmlns:p14="http://schemas.microsoft.com/office/powerpoint/2010/main" val="191072569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B49665F-0298-4449-8D2D-209989CB9E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Color 2">
            <a:extLst>
              <a:ext uri="{FF2B5EF4-FFF2-40B4-BE49-F238E27FC236}">
                <a16:creationId xmlns:a16="http://schemas.microsoft.com/office/drawing/2014/main" id="{A71EEC14-174A-46FA-B046-474750457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EEB6CB95-E653-4C6C-AE51-62FD848E8D5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89" y="-2"/>
            <a:ext cx="3468234" cy="6858000"/>
            <a:chOff x="651279" y="598259"/>
            <a:chExt cx="10889442" cy="5680742"/>
          </a:xfrm>
        </p:grpSpPr>
        <p:sp>
          <p:nvSpPr>
            <p:cNvPr id="14" name="Color">
              <a:extLst>
                <a:ext uri="{FF2B5EF4-FFF2-40B4-BE49-F238E27FC236}">
                  <a16:creationId xmlns:a16="http://schemas.microsoft.com/office/drawing/2014/main" id="{BDD3CB8E-ABA7-4F37-BB2C-64FFD19813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Color">
              <a:extLst>
                <a:ext uri="{FF2B5EF4-FFF2-40B4-BE49-F238E27FC236}">
                  <a16:creationId xmlns:a16="http://schemas.microsoft.com/office/drawing/2014/main" id="{C2CA788A-B2FD-494C-BED0-83E31F6DFF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17" name="Group 16">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8" name="Freeform: Shape 17">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p:cNvSpPr>
            <a:spLocks noGrp="1"/>
          </p:cNvSpPr>
          <p:nvPr>
            <p:ph type="title"/>
          </p:nvPr>
        </p:nvSpPr>
        <p:spPr>
          <a:xfrm rot="16200000">
            <a:off x="-1325880" y="1947672"/>
            <a:ext cx="5961888" cy="2788920"/>
          </a:xfrm>
        </p:spPr>
        <p:txBody>
          <a:bodyPr anchor="ctr">
            <a:normAutofit/>
          </a:bodyPr>
          <a:lstStyle/>
          <a:p>
            <a:r>
              <a:rPr lang="en-US" sz="4800">
                <a:solidFill>
                  <a:schemeClr val="bg1"/>
                </a:solidFill>
              </a:rPr>
              <a:t>Mudaliar Committee (1962)</a:t>
            </a:r>
          </a:p>
          <a:p>
            <a:r>
              <a:rPr lang="en-US" sz="4800">
                <a:solidFill>
                  <a:schemeClr val="bg1"/>
                </a:solidFill>
              </a:rPr>
              <a:t>Optimizing Primary Healthcare Delivery</a:t>
            </a:r>
          </a:p>
        </p:txBody>
      </p:sp>
      <p:graphicFrame>
        <p:nvGraphicFramePr>
          <p:cNvPr id="12" name="Content Placeholder 2">
            <a:extLst>
              <a:ext uri="{FF2B5EF4-FFF2-40B4-BE49-F238E27FC236}">
                <a16:creationId xmlns:a16="http://schemas.microsoft.com/office/drawing/2014/main" id="{A5FA33F9-C964-3A42-739B-8B6DCBC0AE7A}"/>
              </a:ext>
            </a:extLst>
          </p:cNvPr>
          <p:cNvGraphicFramePr>
            <a:graphicFrameLocks noGrp="1"/>
          </p:cNvGraphicFramePr>
          <p:nvPr>
            <p:ph idx="1"/>
            <p:extLst>
              <p:ext uri="{D42A27DB-BD31-4B8C-83A1-F6EECF244321}">
                <p14:modId xmlns:p14="http://schemas.microsoft.com/office/powerpoint/2010/main" val="2601022640"/>
              </p:ext>
            </p:extLst>
          </p:nvPr>
        </p:nvGraphicFramePr>
        <p:xfrm>
          <a:off x="3794296" y="288758"/>
          <a:ext cx="7559504" cy="6285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Integration Phase Committees (1963-1967)</a:t>
            </a:r>
          </a:p>
          <a:p>
            <a:r>
              <a:rPr lang="en-US"/>
              <a:t>Addressing Specialized vs. Integrated Approaches</a:t>
            </a:r>
          </a:p>
        </p:txBody>
      </p:sp>
      <p:graphicFrame>
        <p:nvGraphicFramePr>
          <p:cNvPr id="38" name="Content Placeholder 2">
            <a:extLst>
              <a:ext uri="{FF2B5EF4-FFF2-40B4-BE49-F238E27FC236}">
                <a16:creationId xmlns:a16="http://schemas.microsoft.com/office/drawing/2014/main" id="{866A5330-5715-253B-149B-A9815B4B6509}"/>
              </a:ext>
            </a:extLst>
          </p:cNvPr>
          <p:cNvGraphicFramePr>
            <a:graphicFrameLocks noGrp="1"/>
          </p:cNvGraphicFramePr>
          <p:nvPr>
            <p:ph idx="1"/>
            <p:extLst>
              <p:ext uri="{D42A27DB-BD31-4B8C-83A1-F6EECF244321}">
                <p14:modId xmlns:p14="http://schemas.microsoft.com/office/powerpoint/2010/main" val="2099632451"/>
              </p:ext>
            </p:extLst>
          </p:nvPr>
        </p:nvGraphicFramePr>
        <p:xfrm>
          <a:off x="838200" y="1825624"/>
          <a:ext cx="11201400" cy="4879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US" sz="3800" dirty="0"/>
              <a:t>Community Health Revolution (1970s)</a:t>
            </a:r>
          </a:p>
          <a:p>
            <a:r>
              <a:rPr lang="en-US" sz="3800" dirty="0"/>
              <a:t>Shrivastav Committee (1975)</a:t>
            </a:r>
          </a:p>
        </p:txBody>
      </p:sp>
      <p:sp>
        <p:nvSpPr>
          <p:cNvPr id="16"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7" name="Content Placeholder 2">
            <a:extLst>
              <a:ext uri="{FF2B5EF4-FFF2-40B4-BE49-F238E27FC236}">
                <a16:creationId xmlns:a16="http://schemas.microsoft.com/office/drawing/2014/main" id="{543C1148-6B3F-6023-CE39-13D50D6B8090}"/>
              </a:ext>
            </a:extLst>
          </p:cNvPr>
          <p:cNvGraphicFramePr>
            <a:graphicFrameLocks noGrp="1"/>
          </p:cNvGraphicFramePr>
          <p:nvPr>
            <p:ph idx="1"/>
            <p:extLst>
              <p:ext uri="{D42A27DB-BD31-4B8C-83A1-F6EECF244321}">
                <p14:modId xmlns:p14="http://schemas.microsoft.com/office/powerpoint/2010/main" val="843355477"/>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35000" y="640823"/>
            <a:ext cx="3418659" cy="5583148"/>
          </a:xfrm>
        </p:spPr>
        <p:txBody>
          <a:bodyPr anchor="ctr">
            <a:normAutofit/>
          </a:bodyPr>
          <a:lstStyle/>
          <a:p>
            <a:r>
              <a:rPr lang="en-US" sz="5000"/>
              <a:t>Supporting Committees of 1970s</a:t>
            </a:r>
          </a:p>
          <a:p>
            <a:r>
              <a:rPr lang="en-US" sz="5000"/>
              <a:t>Kartar Singh &amp; Shivaraman Committees</a:t>
            </a:r>
          </a:p>
        </p:txBody>
      </p:sp>
      <p:sp>
        <p:nvSpPr>
          <p:cNvPr id="11"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B36FBC63-71BB-6A8E-0793-0400C45FAF84}"/>
              </a:ext>
            </a:extLst>
          </p:cNvPr>
          <p:cNvGraphicFramePr>
            <a:graphicFrameLocks noGrp="1"/>
          </p:cNvGraphicFramePr>
          <p:nvPr>
            <p:ph idx="1"/>
            <p:extLst>
              <p:ext uri="{D42A27DB-BD31-4B8C-83A1-F6EECF244321}">
                <p14:modId xmlns:p14="http://schemas.microsoft.com/office/powerpoint/2010/main" val="965770811"/>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AD29B6-BF3B-4407-9E75-52DF8E3B2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55F8BA08-3E38-4B70-B93A-74F08E092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260019"/>
            <a:ext cx="11167447" cy="5933012"/>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045029" y="507160"/>
            <a:ext cx="2993571" cy="5438730"/>
          </a:xfrm>
        </p:spPr>
        <p:txBody>
          <a:bodyPr>
            <a:normAutofit/>
          </a:bodyPr>
          <a:lstStyle/>
          <a:p>
            <a:r>
              <a:rPr lang="en-US" sz="3200"/>
              <a:t>Manpower Planning Era (1980s-1990s)</a:t>
            </a:r>
          </a:p>
          <a:p>
            <a:r>
              <a:rPr lang="en-US" sz="3200"/>
              <a:t>Bajaj Committee (1986) &amp; Late Century Developments</a:t>
            </a:r>
          </a:p>
        </p:txBody>
      </p:sp>
      <p:sp>
        <p:nvSpPr>
          <p:cNvPr id="13" name="Rectangle 12">
            <a:extLst>
              <a:ext uri="{FF2B5EF4-FFF2-40B4-BE49-F238E27FC236}">
                <a16:creationId xmlns:a16="http://schemas.microsoft.com/office/drawing/2014/main" id="{357F1B33-79AB-4A71-8CEC-4546D709B8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2874481"/>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01B0CB7B-66F8-EB8F-3866-F8D4DD69FF1D}"/>
              </a:ext>
            </a:extLst>
          </p:cNvPr>
          <p:cNvGraphicFramePr>
            <a:graphicFrameLocks noGrp="1"/>
          </p:cNvGraphicFramePr>
          <p:nvPr>
            <p:ph idx="1"/>
            <p:extLst>
              <p:ext uri="{D42A27DB-BD31-4B8C-83A1-F6EECF244321}">
                <p14:modId xmlns:p14="http://schemas.microsoft.com/office/powerpoint/2010/main" val="2829716353"/>
              </p:ext>
            </p:extLst>
          </p:nvPr>
        </p:nvGraphicFramePr>
        <p:xfrm>
          <a:off x="4526280" y="512064"/>
          <a:ext cx="6830568" cy="5440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5E1F9F8B-061E-AC2E-C825-A128AEF8C385}"/>
              </a:ext>
            </a:extLst>
          </p:cNvPr>
          <p:cNvSpPr txBox="1"/>
          <p:nvPr/>
        </p:nvSpPr>
        <p:spPr>
          <a:xfrm>
            <a:off x="3048000" y="5306413"/>
            <a:ext cx="6096000" cy="646331"/>
          </a:xfrm>
          <a:prstGeom prst="rect">
            <a:avLst/>
          </a:prstGeom>
          <a:noFill/>
        </p:spPr>
        <p:txBody>
          <a:bodyPr wrap="square">
            <a:spAutoFit/>
          </a:bodyPr>
          <a:lstStyle/>
          <a:p>
            <a:r>
              <a:rPr lang="en-US" b="0" i="0" dirty="0">
                <a:effectLst/>
                <a:latin typeface="fkGroteskNeue"/>
              </a:rPr>
              <a:t>"Manpower planning principles guide current CHO/MLHP deployment and HWC staffing norms"</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1000941" y="685801"/>
            <a:ext cx="3494859" cy="5491162"/>
          </a:xfrm>
        </p:spPr>
        <p:txBody>
          <a:bodyPr>
            <a:normAutofit/>
          </a:bodyPr>
          <a:lstStyle/>
          <a:p>
            <a:r>
              <a:rPr lang="en-US"/>
              <a:t>Evolution of Key Concepts</a:t>
            </a:r>
            <a:endParaRPr lang="en-US" dirty="0"/>
          </a:p>
        </p:txBody>
      </p:sp>
      <p:graphicFrame>
        <p:nvGraphicFramePr>
          <p:cNvPr id="17" name="Content Placeholder 2">
            <a:extLst>
              <a:ext uri="{FF2B5EF4-FFF2-40B4-BE49-F238E27FC236}">
                <a16:creationId xmlns:a16="http://schemas.microsoft.com/office/drawing/2014/main" id="{1C47FC29-8BF0-57D3-3CCF-2D7FE594D368}"/>
              </a:ext>
            </a:extLst>
          </p:cNvPr>
          <p:cNvGraphicFramePr>
            <a:graphicFrameLocks noGrp="1"/>
          </p:cNvGraphicFramePr>
          <p:nvPr>
            <p:ph idx="1"/>
            <p:extLst>
              <p:ext uri="{D42A27DB-BD31-4B8C-83A1-F6EECF244321}">
                <p14:modId xmlns:p14="http://schemas.microsoft.com/office/powerpoint/2010/main" val="647045594"/>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1000941" y="685801"/>
            <a:ext cx="3494859" cy="5491162"/>
          </a:xfrm>
        </p:spPr>
        <p:txBody>
          <a:bodyPr>
            <a:normAutofit/>
          </a:bodyPr>
          <a:lstStyle/>
          <a:p>
            <a:r>
              <a:t>Modern Era Committees (2000s)</a:t>
            </a:r>
          </a:p>
          <a:p>
            <a:r>
              <a:t>Contemporary Healthcare Challenges</a:t>
            </a:r>
          </a:p>
        </p:txBody>
      </p:sp>
      <p:graphicFrame>
        <p:nvGraphicFramePr>
          <p:cNvPr id="5" name="Content Placeholder 2">
            <a:extLst>
              <a:ext uri="{FF2B5EF4-FFF2-40B4-BE49-F238E27FC236}">
                <a16:creationId xmlns:a16="http://schemas.microsoft.com/office/drawing/2014/main" id="{BDCB11F0-1225-39C1-BF41-A8B32049AE05}"/>
              </a:ext>
            </a:extLst>
          </p:cNvPr>
          <p:cNvGraphicFramePr>
            <a:graphicFrameLocks noGrp="1"/>
          </p:cNvGraphicFramePr>
          <p:nvPr>
            <p:ph idx="1"/>
            <p:extLst>
              <p:ext uri="{D42A27DB-BD31-4B8C-83A1-F6EECF244321}">
                <p14:modId xmlns:p14="http://schemas.microsoft.com/office/powerpoint/2010/main" val="1539146827"/>
              </p:ext>
            </p:extLst>
          </p:nvPr>
        </p:nvGraphicFramePr>
        <p:xfrm>
          <a:off x="4702547" y="497206"/>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4F7A3BD1-E451-2A03-F3DF-3B1A61951B70}"/>
              </a:ext>
            </a:extLst>
          </p:cNvPr>
          <p:cNvSpPr txBox="1"/>
          <p:nvPr/>
        </p:nvSpPr>
        <p:spPr>
          <a:xfrm>
            <a:off x="0" y="5934670"/>
            <a:ext cx="11387312" cy="923330"/>
          </a:xfrm>
          <a:prstGeom prst="rect">
            <a:avLst/>
          </a:prstGeom>
          <a:noFill/>
        </p:spPr>
        <p:txBody>
          <a:bodyPr wrap="square">
            <a:spAutoFit/>
          </a:bodyPr>
          <a:lstStyle/>
          <a:p>
            <a:r>
              <a:rPr lang="en-US" dirty="0"/>
              <a:t>National Health Policy 2017, Ayushman Bharat committees/task forces</a:t>
            </a:r>
          </a:p>
          <a:p>
            <a:r>
              <a:rPr lang="en-US" dirty="0"/>
              <a:t>Include: "High Level Expert Group (HLEG) on Universal Health Coverage, National Sample Survey Office health surveys"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8DED6BC-9A3E-48D4-AD7C-A56D63F547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6B6E033A-DB2E-49B8-B600-B38E0C280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73235" y="1371600"/>
            <a:ext cx="4529312" cy="3589977"/>
          </a:xfrm>
          <a:custGeom>
            <a:avLst/>
            <a:gdLst>
              <a:gd name="connsiteX0" fmla="*/ 5462602 w 5470628"/>
              <a:gd name="connsiteY0" fmla="*/ 1413608 h 3193741"/>
              <a:gd name="connsiteX1" fmla="*/ 5465724 w 5470628"/>
              <a:gd name="connsiteY1" fmla="*/ 1421881 h 3193741"/>
              <a:gd name="connsiteX2" fmla="*/ 5465025 w 5470628"/>
              <a:gd name="connsiteY2" fmla="*/ 1466556 h 3193741"/>
              <a:gd name="connsiteX3" fmla="*/ 5463208 w 5470628"/>
              <a:gd name="connsiteY3" fmla="*/ 1466226 h 3193741"/>
              <a:gd name="connsiteX4" fmla="*/ 5463242 w 5470628"/>
              <a:gd name="connsiteY4" fmla="*/ 1451866 h 3193741"/>
              <a:gd name="connsiteX5" fmla="*/ 5462894 w 5470628"/>
              <a:gd name="connsiteY5" fmla="*/ 1423194 h 3193741"/>
              <a:gd name="connsiteX6" fmla="*/ 5461417 w 5470628"/>
              <a:gd name="connsiteY6" fmla="*/ 1391849 h 3193741"/>
              <a:gd name="connsiteX7" fmla="*/ 5462246 w 5470628"/>
              <a:gd name="connsiteY7" fmla="*/ 1401944 h 3193741"/>
              <a:gd name="connsiteX8" fmla="*/ 5462602 w 5470628"/>
              <a:gd name="connsiteY8" fmla="*/ 1413608 h 3193741"/>
              <a:gd name="connsiteX9" fmla="*/ 5459078 w 5470628"/>
              <a:gd name="connsiteY9" fmla="*/ 1404268 h 3193741"/>
              <a:gd name="connsiteX10" fmla="*/ 5460137 w 5470628"/>
              <a:gd name="connsiteY10" fmla="*/ 1393780 h 3193741"/>
              <a:gd name="connsiteX11" fmla="*/ 5461417 w 5470628"/>
              <a:gd name="connsiteY11" fmla="*/ 1391849 h 3193741"/>
              <a:gd name="connsiteX12" fmla="*/ 614271 w 5470628"/>
              <a:gd name="connsiteY12" fmla="*/ 1052206 h 3193741"/>
              <a:gd name="connsiteX13" fmla="*/ 611497 w 5470628"/>
              <a:gd name="connsiteY13" fmla="*/ 1055389 h 3193741"/>
              <a:gd name="connsiteX14" fmla="*/ 630277 w 5470628"/>
              <a:gd name="connsiteY14" fmla="*/ 1065215 h 3193741"/>
              <a:gd name="connsiteX15" fmla="*/ 651856 w 5470628"/>
              <a:gd name="connsiteY15" fmla="*/ 1067584 h 3193741"/>
              <a:gd name="connsiteX16" fmla="*/ 614271 w 5470628"/>
              <a:gd name="connsiteY16" fmla="*/ 1052206 h 3193741"/>
              <a:gd name="connsiteX17" fmla="*/ 810628 w 5470628"/>
              <a:gd name="connsiteY17" fmla="*/ 695550 h 3193741"/>
              <a:gd name="connsiteX18" fmla="*/ 1033084 w 5470628"/>
              <a:gd name="connsiteY18" fmla="*/ 791270 h 3193741"/>
              <a:gd name="connsiteX19" fmla="*/ 1036153 w 5470628"/>
              <a:gd name="connsiteY19" fmla="*/ 788050 h 3193741"/>
              <a:gd name="connsiteX20" fmla="*/ 810628 w 5470628"/>
              <a:gd name="connsiteY20" fmla="*/ 695550 h 3193741"/>
              <a:gd name="connsiteX21" fmla="*/ 4850908 w 5470628"/>
              <a:gd name="connsiteY21" fmla="*/ 727 h 3193741"/>
              <a:gd name="connsiteX22" fmla="*/ 4858584 w 5470628"/>
              <a:gd name="connsiteY22" fmla="*/ 13795 h 3193741"/>
              <a:gd name="connsiteX23" fmla="*/ 4843408 w 5470628"/>
              <a:gd name="connsiteY23" fmla="*/ 37224 h 3193741"/>
              <a:gd name="connsiteX24" fmla="*/ 4871062 w 5470628"/>
              <a:gd name="connsiteY24" fmla="*/ 78954 h 3193741"/>
              <a:gd name="connsiteX25" fmla="*/ 4989038 w 5470628"/>
              <a:gd name="connsiteY25" fmla="*/ 66799 h 3193741"/>
              <a:gd name="connsiteX26" fmla="*/ 5002636 w 5470628"/>
              <a:gd name="connsiteY26" fmla="*/ 79388 h 3193741"/>
              <a:gd name="connsiteX27" fmla="*/ 5008332 w 5470628"/>
              <a:gd name="connsiteY27" fmla="*/ 140859 h 3193741"/>
              <a:gd name="connsiteX28" fmla="*/ 5014326 w 5470628"/>
              <a:gd name="connsiteY28" fmla="*/ 155555 h 3193741"/>
              <a:gd name="connsiteX29" fmla="*/ 5030704 w 5470628"/>
              <a:gd name="connsiteY29" fmla="*/ 221190 h 3193741"/>
              <a:gd name="connsiteX30" fmla="*/ 5097262 w 5470628"/>
              <a:gd name="connsiteY30" fmla="*/ 317759 h 3193741"/>
              <a:gd name="connsiteX31" fmla="*/ 5165084 w 5470628"/>
              <a:gd name="connsiteY31" fmla="*/ 373367 h 3193741"/>
              <a:gd name="connsiteX32" fmla="*/ 5174137 w 5470628"/>
              <a:gd name="connsiteY32" fmla="*/ 389353 h 3193741"/>
              <a:gd name="connsiteX33" fmla="*/ 5192507 w 5470628"/>
              <a:gd name="connsiteY33" fmla="*/ 453561 h 3193741"/>
              <a:gd name="connsiteX34" fmla="*/ 5187160 w 5470628"/>
              <a:gd name="connsiteY34" fmla="*/ 467732 h 3193741"/>
              <a:gd name="connsiteX35" fmla="*/ 5160106 w 5470628"/>
              <a:gd name="connsiteY35" fmla="*/ 486904 h 3193741"/>
              <a:gd name="connsiteX36" fmla="*/ 5138948 w 5470628"/>
              <a:gd name="connsiteY36" fmla="*/ 528614 h 3193741"/>
              <a:gd name="connsiteX37" fmla="*/ 5097016 w 5470628"/>
              <a:gd name="connsiteY37" fmla="*/ 589923 h 3193741"/>
              <a:gd name="connsiteX38" fmla="*/ 5075869 w 5470628"/>
              <a:gd name="connsiteY38" fmla="*/ 608381 h 3193741"/>
              <a:gd name="connsiteX39" fmla="*/ 5093172 w 5470628"/>
              <a:gd name="connsiteY39" fmla="*/ 618385 h 3193741"/>
              <a:gd name="connsiteX40" fmla="*/ 5153518 w 5470628"/>
              <a:gd name="connsiteY40" fmla="*/ 687474 h 3193741"/>
              <a:gd name="connsiteX41" fmla="*/ 5074984 w 5470628"/>
              <a:gd name="connsiteY41" fmla="*/ 776941 h 3193741"/>
              <a:gd name="connsiteX42" fmla="*/ 5033348 w 5470628"/>
              <a:gd name="connsiteY42" fmla="*/ 805473 h 3193741"/>
              <a:gd name="connsiteX43" fmla="*/ 5116847 w 5470628"/>
              <a:gd name="connsiteY43" fmla="*/ 803426 h 3193741"/>
              <a:gd name="connsiteX44" fmla="*/ 5147902 w 5470628"/>
              <a:gd name="connsiteY44" fmla="*/ 833118 h 3193741"/>
              <a:gd name="connsiteX45" fmla="*/ 5161665 w 5470628"/>
              <a:gd name="connsiteY45" fmla="*/ 848297 h 3193741"/>
              <a:gd name="connsiteX46" fmla="*/ 5246520 w 5470628"/>
              <a:gd name="connsiteY46" fmla="*/ 942412 h 3193741"/>
              <a:gd name="connsiteX47" fmla="*/ 5235368 w 5470628"/>
              <a:gd name="connsiteY47" fmla="*/ 972946 h 3193741"/>
              <a:gd name="connsiteX48" fmla="*/ 5113739 w 5470628"/>
              <a:gd name="connsiteY48" fmla="*/ 1128845 h 3193741"/>
              <a:gd name="connsiteX49" fmla="*/ 5255034 w 5470628"/>
              <a:gd name="connsiteY49" fmla="*/ 1151117 h 3193741"/>
              <a:gd name="connsiteX50" fmla="*/ 5267513 w 5470628"/>
              <a:gd name="connsiteY50" fmla="*/ 1216275 h 3193741"/>
              <a:gd name="connsiteX51" fmla="*/ 5343113 w 5470628"/>
              <a:gd name="connsiteY51" fmla="*/ 1281854 h 3193741"/>
              <a:gd name="connsiteX52" fmla="*/ 5452014 w 5470628"/>
              <a:gd name="connsiteY52" fmla="*/ 1385543 h 3193741"/>
              <a:gd name="connsiteX53" fmla="*/ 5459078 w 5470628"/>
              <a:gd name="connsiteY53" fmla="*/ 1404268 h 3193741"/>
              <a:gd name="connsiteX54" fmla="*/ 5458838 w 5470628"/>
              <a:gd name="connsiteY54" fmla="*/ 1406644 h 3193741"/>
              <a:gd name="connsiteX55" fmla="*/ 5455752 w 5470628"/>
              <a:gd name="connsiteY55" fmla="*/ 1450751 h 3193741"/>
              <a:gd name="connsiteX56" fmla="*/ 5454594 w 5470628"/>
              <a:gd name="connsiteY56" fmla="*/ 1464662 h 3193741"/>
              <a:gd name="connsiteX57" fmla="*/ 5447215 w 5470628"/>
              <a:gd name="connsiteY57" fmla="*/ 1463321 h 3193741"/>
              <a:gd name="connsiteX58" fmla="*/ 5433934 w 5470628"/>
              <a:gd name="connsiteY58" fmla="*/ 1458428 h 3193741"/>
              <a:gd name="connsiteX59" fmla="*/ 5424276 w 5470628"/>
              <a:gd name="connsiteY59" fmla="*/ 1477014 h 3193741"/>
              <a:gd name="connsiteX60" fmla="*/ 5444628 w 5470628"/>
              <a:gd name="connsiteY60" fmla="*/ 1511562 h 3193741"/>
              <a:gd name="connsiteX61" fmla="*/ 5453752 w 5470628"/>
              <a:gd name="connsiteY61" fmla="*/ 1474786 h 3193741"/>
              <a:gd name="connsiteX62" fmla="*/ 5454594 w 5470628"/>
              <a:gd name="connsiteY62" fmla="*/ 1464662 h 3193741"/>
              <a:gd name="connsiteX63" fmla="*/ 5463208 w 5470628"/>
              <a:gd name="connsiteY63" fmla="*/ 1466226 h 3193741"/>
              <a:gd name="connsiteX64" fmla="*/ 5463164 w 5470628"/>
              <a:gd name="connsiteY64" fmla="*/ 1484226 h 3193741"/>
              <a:gd name="connsiteX65" fmla="*/ 5456160 w 5470628"/>
              <a:gd name="connsiteY65" fmla="*/ 1575885 h 3193741"/>
              <a:gd name="connsiteX66" fmla="*/ 5345636 w 5470628"/>
              <a:gd name="connsiteY66" fmla="*/ 1714543 h 3193741"/>
              <a:gd name="connsiteX67" fmla="*/ 5251319 w 5470628"/>
              <a:gd name="connsiteY67" fmla="*/ 1775792 h 3193741"/>
              <a:gd name="connsiteX68" fmla="*/ 5043512 w 5470628"/>
              <a:gd name="connsiteY68" fmla="*/ 2027305 h 3193741"/>
              <a:gd name="connsiteX69" fmla="*/ 4978144 w 5470628"/>
              <a:gd name="connsiteY69" fmla="*/ 2108535 h 3193741"/>
              <a:gd name="connsiteX70" fmla="*/ 5031476 w 5470628"/>
              <a:gd name="connsiteY70" fmla="*/ 2128173 h 3193741"/>
              <a:gd name="connsiteX71" fmla="*/ 4937389 w 5470628"/>
              <a:gd name="connsiteY71" fmla="*/ 2216441 h 3193741"/>
              <a:gd name="connsiteX72" fmla="*/ 4826122 w 5470628"/>
              <a:gd name="connsiteY72" fmla="*/ 2315331 h 3193741"/>
              <a:gd name="connsiteX73" fmla="*/ 2544647 w 5470628"/>
              <a:gd name="connsiteY73" fmla="*/ 3190975 h 3193741"/>
              <a:gd name="connsiteX74" fmla="*/ 1328257 w 5470628"/>
              <a:gd name="connsiteY74" fmla="*/ 3153006 h 3193741"/>
              <a:gd name="connsiteX75" fmla="*/ 977943 w 5470628"/>
              <a:gd name="connsiteY75" fmla="*/ 3082502 h 3193741"/>
              <a:gd name="connsiteX76" fmla="*/ 854473 w 5470628"/>
              <a:gd name="connsiteY76" fmla="*/ 2994250 h 3193741"/>
              <a:gd name="connsiteX77" fmla="*/ 811593 w 5470628"/>
              <a:gd name="connsiteY77" fmla="*/ 2970498 h 3193741"/>
              <a:gd name="connsiteX78" fmla="*/ 707024 w 5470628"/>
              <a:gd name="connsiteY78" fmla="*/ 2945439 h 3193741"/>
              <a:gd name="connsiteX79" fmla="*/ 523487 w 5470628"/>
              <a:gd name="connsiteY79" fmla="*/ 2886053 h 3193741"/>
              <a:gd name="connsiteX80" fmla="*/ 587884 w 5470628"/>
              <a:gd name="connsiteY80" fmla="*/ 2859746 h 3193741"/>
              <a:gd name="connsiteX81" fmla="*/ 779426 w 5470628"/>
              <a:gd name="connsiteY81" fmla="*/ 2885897 h 3193741"/>
              <a:gd name="connsiteX82" fmla="*/ 917288 w 5470628"/>
              <a:gd name="connsiteY82" fmla="*/ 2882248 h 3193741"/>
              <a:gd name="connsiteX83" fmla="*/ 718684 w 5470628"/>
              <a:gd name="connsiteY83" fmla="*/ 2819941 h 3193741"/>
              <a:gd name="connsiteX84" fmla="*/ 524650 w 5470628"/>
              <a:gd name="connsiteY84" fmla="*/ 2731220 h 3193741"/>
              <a:gd name="connsiteX85" fmla="*/ 670138 w 5470628"/>
              <a:gd name="connsiteY85" fmla="*/ 2735189 h 3193741"/>
              <a:gd name="connsiteX86" fmla="*/ 675382 w 5470628"/>
              <a:gd name="connsiteY86" fmla="*/ 2719369 h 3193741"/>
              <a:gd name="connsiteX87" fmla="*/ 542021 w 5470628"/>
              <a:gd name="connsiteY87" fmla="*/ 2601946 h 3193741"/>
              <a:gd name="connsiteX88" fmla="*/ 476895 w 5470628"/>
              <a:gd name="connsiteY88" fmla="*/ 2555976 h 3193741"/>
              <a:gd name="connsiteX89" fmla="*/ 188751 w 5470628"/>
              <a:gd name="connsiteY89" fmla="*/ 2428830 h 3193741"/>
              <a:gd name="connsiteX90" fmla="*/ 456762 w 5470628"/>
              <a:gd name="connsiteY90" fmla="*/ 2468731 h 3193741"/>
              <a:gd name="connsiteX91" fmla="*/ 174514 w 5470628"/>
              <a:gd name="connsiteY91" fmla="*/ 2345378 h 3193741"/>
              <a:gd name="connsiteX92" fmla="*/ 38827 w 5470628"/>
              <a:gd name="connsiteY92" fmla="*/ 2303685 h 3193741"/>
              <a:gd name="connsiteX93" fmla="*/ 3281 w 5470628"/>
              <a:gd name="connsiteY93" fmla="*/ 2273587 h 3193741"/>
              <a:gd name="connsiteX94" fmla="*/ 61590 w 5470628"/>
              <a:gd name="connsiteY94" fmla="*/ 2259170 h 3193741"/>
              <a:gd name="connsiteX95" fmla="*/ 242291 w 5470628"/>
              <a:gd name="connsiteY95" fmla="*/ 2250569 h 3193741"/>
              <a:gd name="connsiteX96" fmla="*/ 13205 w 5470628"/>
              <a:gd name="connsiteY96" fmla="*/ 2172263 h 3193741"/>
              <a:gd name="connsiteX97" fmla="*/ 180810 w 5470628"/>
              <a:gd name="connsiteY97" fmla="*/ 2168333 h 3193741"/>
              <a:gd name="connsiteX98" fmla="*/ 226020 w 5470628"/>
              <a:gd name="connsiteY98" fmla="*/ 2121100 h 3193741"/>
              <a:gd name="connsiteX99" fmla="*/ 299145 w 5470628"/>
              <a:gd name="connsiteY99" fmla="*/ 2044862 h 3193741"/>
              <a:gd name="connsiteX100" fmla="*/ 350236 w 5470628"/>
              <a:gd name="connsiteY100" fmla="*/ 2001187 h 3193741"/>
              <a:gd name="connsiteX101" fmla="*/ 365223 w 5470628"/>
              <a:gd name="connsiteY101" fmla="*/ 1881218 h 3193741"/>
              <a:gd name="connsiteX102" fmla="*/ 310707 w 5470628"/>
              <a:gd name="connsiteY102" fmla="*/ 1758752 h 3193741"/>
              <a:gd name="connsiteX103" fmla="*/ 181659 w 5470628"/>
              <a:gd name="connsiteY103" fmla="*/ 1709137 h 3193741"/>
              <a:gd name="connsiteX104" fmla="*/ 213063 w 5470628"/>
              <a:gd name="connsiteY104" fmla="*/ 1632021 h 3193741"/>
              <a:gd name="connsiteX105" fmla="*/ 481390 w 5470628"/>
              <a:gd name="connsiteY105" fmla="*/ 1644125 h 3193741"/>
              <a:gd name="connsiteX106" fmla="*/ 68930 w 5470628"/>
              <a:gd name="connsiteY106" fmla="*/ 1457537 h 3193741"/>
              <a:gd name="connsiteX107" fmla="*/ 135138 w 5470628"/>
              <a:gd name="connsiteY107" fmla="*/ 1440976 h 3193741"/>
              <a:gd name="connsiteX108" fmla="*/ 131611 w 5470628"/>
              <a:gd name="connsiteY108" fmla="*/ 1427642 h 3193741"/>
              <a:gd name="connsiteX109" fmla="*/ 130443 w 5470628"/>
              <a:gd name="connsiteY109" fmla="*/ 1343795 h 3193741"/>
              <a:gd name="connsiteX110" fmla="*/ 138930 w 5470628"/>
              <a:gd name="connsiteY110" fmla="*/ 1304094 h 3193741"/>
              <a:gd name="connsiteX111" fmla="*/ 118409 w 5470628"/>
              <a:gd name="connsiteY111" fmla="*/ 1262212 h 3193741"/>
              <a:gd name="connsiteX112" fmla="*/ 421410 w 5470628"/>
              <a:gd name="connsiteY112" fmla="*/ 1304757 h 3193741"/>
              <a:gd name="connsiteX113" fmla="*/ 655702 w 5470628"/>
              <a:gd name="connsiteY113" fmla="*/ 1291801 h 3193741"/>
              <a:gd name="connsiteX114" fmla="*/ 648299 w 5470628"/>
              <a:gd name="connsiteY114" fmla="*/ 1287715 h 3193741"/>
              <a:gd name="connsiteX115" fmla="*/ 531027 w 5470628"/>
              <a:gd name="connsiteY115" fmla="*/ 1193967 h 3193741"/>
              <a:gd name="connsiteX116" fmla="*/ 526433 w 5470628"/>
              <a:gd name="connsiteY116" fmla="*/ 1191913 h 3193741"/>
              <a:gd name="connsiteX117" fmla="*/ 504666 w 5470628"/>
              <a:gd name="connsiteY117" fmla="*/ 1177230 h 3193741"/>
              <a:gd name="connsiteX118" fmla="*/ 482307 w 5470628"/>
              <a:gd name="connsiteY118" fmla="*/ 1162618 h 3193741"/>
              <a:gd name="connsiteX119" fmla="*/ 479029 w 5470628"/>
              <a:gd name="connsiteY119" fmla="*/ 1162540 h 3193741"/>
              <a:gd name="connsiteX120" fmla="*/ 447663 w 5470628"/>
              <a:gd name="connsiteY120" fmla="*/ 1132649 h 3193741"/>
              <a:gd name="connsiteX121" fmla="*/ 438547 w 5470628"/>
              <a:gd name="connsiteY121" fmla="*/ 1110977 h 3193741"/>
              <a:gd name="connsiteX122" fmla="*/ 405343 w 5470628"/>
              <a:gd name="connsiteY122" fmla="*/ 1089612 h 3193741"/>
              <a:gd name="connsiteX123" fmla="*/ 371373 w 5470628"/>
              <a:gd name="connsiteY123" fmla="*/ 1070238 h 3193741"/>
              <a:gd name="connsiteX124" fmla="*/ 290358 w 5470628"/>
              <a:gd name="connsiteY124" fmla="*/ 1059884 h 3193741"/>
              <a:gd name="connsiteX125" fmla="*/ 235140 w 5470628"/>
              <a:gd name="connsiteY125" fmla="*/ 1029322 h 3193741"/>
              <a:gd name="connsiteX126" fmla="*/ 300494 w 5470628"/>
              <a:gd name="connsiteY126" fmla="*/ 1032083 h 3193741"/>
              <a:gd name="connsiteX127" fmla="*/ 239661 w 5470628"/>
              <a:gd name="connsiteY127" fmla="*/ 997457 h 3193741"/>
              <a:gd name="connsiteX128" fmla="*/ 204788 w 5470628"/>
              <a:gd name="connsiteY128" fmla="*/ 959211 h 3193741"/>
              <a:gd name="connsiteX129" fmla="*/ 207583 w 5470628"/>
              <a:gd name="connsiteY129" fmla="*/ 947009 h 3193741"/>
              <a:gd name="connsiteX130" fmla="*/ 223061 w 5470628"/>
              <a:gd name="connsiteY130" fmla="*/ 947033 h 3193741"/>
              <a:gd name="connsiteX131" fmla="*/ 280015 w 5470628"/>
              <a:gd name="connsiteY131" fmla="*/ 972164 h 3193741"/>
              <a:gd name="connsiteX132" fmla="*/ 353948 w 5470628"/>
              <a:gd name="connsiteY132" fmla="*/ 1006865 h 3193741"/>
              <a:gd name="connsiteX133" fmla="*/ 240466 w 5470628"/>
              <a:gd name="connsiteY133" fmla="*/ 939943 h 3193741"/>
              <a:gd name="connsiteX134" fmla="*/ 158812 w 5470628"/>
              <a:gd name="connsiteY134" fmla="*/ 891467 h 3193741"/>
              <a:gd name="connsiteX135" fmla="*/ 139551 w 5470628"/>
              <a:gd name="connsiteY135" fmla="*/ 855364 h 3193741"/>
              <a:gd name="connsiteX136" fmla="*/ 145731 w 5470628"/>
              <a:gd name="connsiteY136" fmla="*/ 844888 h 3193741"/>
              <a:gd name="connsiteX137" fmla="*/ 158154 w 5470628"/>
              <a:gd name="connsiteY137" fmla="*/ 848366 h 3193741"/>
              <a:gd name="connsiteX138" fmla="*/ 169370 w 5470628"/>
              <a:gd name="connsiteY138" fmla="*/ 856260 h 3193741"/>
              <a:gd name="connsiteX139" fmla="*/ 288295 w 5470628"/>
              <a:gd name="connsiteY139" fmla="*/ 915169 h 3193741"/>
              <a:gd name="connsiteX140" fmla="*/ 462694 w 5470628"/>
              <a:gd name="connsiteY140" fmla="*/ 994643 h 3193741"/>
              <a:gd name="connsiteX141" fmla="*/ 531910 w 5470628"/>
              <a:gd name="connsiteY141" fmla="*/ 1006664 h 3193741"/>
              <a:gd name="connsiteX142" fmla="*/ 333940 w 5470628"/>
              <a:gd name="connsiteY142" fmla="*/ 893507 h 3193741"/>
              <a:gd name="connsiteX143" fmla="*/ 181443 w 5470628"/>
              <a:gd name="connsiteY143" fmla="*/ 746608 h 3193741"/>
              <a:gd name="connsiteX144" fmla="*/ 162678 w 5470628"/>
              <a:gd name="connsiteY144" fmla="*/ 737018 h 3193741"/>
              <a:gd name="connsiteX145" fmla="*/ 156307 w 5470628"/>
              <a:gd name="connsiteY145" fmla="*/ 730435 h 3193741"/>
              <a:gd name="connsiteX146" fmla="*/ 117227 w 5470628"/>
              <a:gd name="connsiteY146" fmla="*/ 677515 h 3193741"/>
              <a:gd name="connsiteX147" fmla="*/ 113655 w 5470628"/>
              <a:gd name="connsiteY147" fmla="*/ 663474 h 3193741"/>
              <a:gd name="connsiteX148" fmla="*/ 115226 w 5470628"/>
              <a:gd name="connsiteY148" fmla="*/ 636712 h 3193741"/>
              <a:gd name="connsiteX149" fmla="*/ 105067 w 5470628"/>
              <a:gd name="connsiteY149" fmla="*/ 622046 h 3193741"/>
              <a:gd name="connsiteX150" fmla="*/ 104113 w 5470628"/>
              <a:gd name="connsiteY150" fmla="*/ 611722 h 3193741"/>
              <a:gd name="connsiteX151" fmla="*/ 118895 w 5470628"/>
              <a:gd name="connsiteY151" fmla="*/ 610169 h 3193741"/>
              <a:gd name="connsiteX152" fmla="*/ 163095 w 5470628"/>
              <a:gd name="connsiteY152" fmla="*/ 640642 h 3193741"/>
              <a:gd name="connsiteX153" fmla="*/ 185766 w 5470628"/>
              <a:gd name="connsiteY153" fmla="*/ 641454 h 3193741"/>
              <a:gd name="connsiteX154" fmla="*/ 212892 w 5470628"/>
              <a:gd name="connsiteY154" fmla="*/ 637457 h 3193741"/>
              <a:gd name="connsiteX155" fmla="*/ 223932 w 5470628"/>
              <a:gd name="connsiteY155" fmla="*/ 647271 h 3193741"/>
              <a:gd name="connsiteX156" fmla="*/ 287167 w 5470628"/>
              <a:gd name="connsiteY156" fmla="*/ 691571 h 3193741"/>
              <a:gd name="connsiteX157" fmla="*/ 330380 w 5470628"/>
              <a:gd name="connsiteY157" fmla="*/ 692506 h 3193741"/>
              <a:gd name="connsiteX158" fmla="*/ 296172 w 5470628"/>
              <a:gd name="connsiteY158" fmla="*/ 688108 h 3193741"/>
              <a:gd name="connsiteX159" fmla="*/ 286974 w 5470628"/>
              <a:gd name="connsiteY159" fmla="*/ 674512 h 3193741"/>
              <a:gd name="connsiteX160" fmla="*/ 286166 w 5470628"/>
              <a:gd name="connsiteY160" fmla="*/ 661798 h 3193741"/>
              <a:gd name="connsiteX161" fmla="*/ 236268 w 5470628"/>
              <a:gd name="connsiteY161" fmla="*/ 635338 h 3193741"/>
              <a:gd name="connsiteX162" fmla="*/ 231734 w 5470628"/>
              <a:gd name="connsiteY162" fmla="*/ 634225 h 3193741"/>
              <a:gd name="connsiteX163" fmla="*/ 221253 w 5470628"/>
              <a:gd name="connsiteY163" fmla="*/ 623870 h 3193741"/>
              <a:gd name="connsiteX164" fmla="*/ 237564 w 5470628"/>
              <a:gd name="connsiteY164" fmla="*/ 613590 h 3193741"/>
              <a:gd name="connsiteX165" fmla="*/ 282259 w 5470628"/>
              <a:gd name="connsiteY165" fmla="*/ 619091 h 3193741"/>
              <a:gd name="connsiteX166" fmla="*/ 370630 w 5470628"/>
              <a:gd name="connsiteY166" fmla="*/ 665566 h 3193741"/>
              <a:gd name="connsiteX167" fmla="*/ 498017 w 5470628"/>
              <a:gd name="connsiteY167" fmla="*/ 740532 h 3193741"/>
              <a:gd name="connsiteX168" fmla="*/ 918036 w 5470628"/>
              <a:gd name="connsiteY168" fmla="*/ 924307 h 3193741"/>
              <a:gd name="connsiteX169" fmla="*/ 1079304 w 5470628"/>
              <a:gd name="connsiteY169" fmla="*/ 984494 h 3193741"/>
              <a:gd name="connsiteX170" fmla="*/ 1079935 w 5470628"/>
              <a:gd name="connsiteY170" fmla="*/ 980383 h 3193741"/>
              <a:gd name="connsiteX171" fmla="*/ 1079695 w 5470628"/>
              <a:gd name="connsiteY171" fmla="*/ 976616 h 3193741"/>
              <a:gd name="connsiteX172" fmla="*/ 966178 w 5470628"/>
              <a:gd name="connsiteY172" fmla="*/ 937219 h 3193741"/>
              <a:gd name="connsiteX173" fmla="*/ 720106 w 5470628"/>
              <a:gd name="connsiteY173" fmla="*/ 807112 h 3193741"/>
              <a:gd name="connsiteX174" fmla="*/ 698823 w 5470628"/>
              <a:gd name="connsiteY174" fmla="*/ 804708 h 3193741"/>
              <a:gd name="connsiteX175" fmla="*/ 664513 w 5470628"/>
              <a:gd name="connsiteY175" fmla="*/ 784663 h 3193741"/>
              <a:gd name="connsiteX176" fmla="*/ 660380 w 5470628"/>
              <a:gd name="connsiteY176" fmla="*/ 771165 h 3193741"/>
              <a:gd name="connsiteX177" fmla="*/ 584959 w 5470628"/>
              <a:gd name="connsiteY177" fmla="*/ 722409 h 3193741"/>
              <a:gd name="connsiteX178" fmla="*/ 435649 w 5470628"/>
              <a:gd name="connsiteY178" fmla="*/ 639659 h 3193741"/>
              <a:gd name="connsiteX179" fmla="*/ 404944 w 5470628"/>
              <a:gd name="connsiteY179" fmla="*/ 606128 h 3193741"/>
              <a:gd name="connsiteX180" fmla="*/ 408476 w 5470628"/>
              <a:gd name="connsiteY180" fmla="*/ 591466 h 3193741"/>
              <a:gd name="connsiteX181" fmla="*/ 425225 w 5470628"/>
              <a:gd name="connsiteY181" fmla="*/ 592759 h 3193741"/>
              <a:gd name="connsiteX182" fmla="*/ 487115 w 5470628"/>
              <a:gd name="connsiteY182" fmla="*/ 620614 h 3193741"/>
              <a:gd name="connsiteX183" fmla="*/ 550277 w 5470628"/>
              <a:gd name="connsiteY183" fmla="*/ 649738 h 3193741"/>
              <a:gd name="connsiteX184" fmla="*/ 544421 w 5470628"/>
              <a:gd name="connsiteY184" fmla="*/ 641907 h 3193741"/>
              <a:gd name="connsiteX185" fmla="*/ 431905 w 5470628"/>
              <a:gd name="connsiteY185" fmla="*/ 580799 h 3193741"/>
              <a:gd name="connsiteX186" fmla="*/ 351177 w 5470628"/>
              <a:gd name="connsiteY186" fmla="*/ 528177 h 3193741"/>
              <a:gd name="connsiteX187" fmla="*/ 339749 w 5470628"/>
              <a:gd name="connsiteY187" fmla="*/ 498244 h 3193741"/>
              <a:gd name="connsiteX188" fmla="*/ 346313 w 5470628"/>
              <a:gd name="connsiteY188" fmla="*/ 489145 h 3193741"/>
              <a:gd name="connsiteX189" fmla="*/ 356579 w 5470628"/>
              <a:gd name="connsiteY189" fmla="*/ 491460 h 3193741"/>
              <a:gd name="connsiteX190" fmla="*/ 371505 w 5470628"/>
              <a:gd name="connsiteY190" fmla="*/ 501516 h 3193741"/>
              <a:gd name="connsiteX191" fmla="*/ 476275 w 5470628"/>
              <a:gd name="connsiteY191" fmla="*/ 553122 h 3193741"/>
              <a:gd name="connsiteX192" fmla="*/ 649952 w 5470628"/>
              <a:gd name="connsiteY192" fmla="*/ 635294 h 3193741"/>
              <a:gd name="connsiteX193" fmla="*/ 727161 w 5470628"/>
              <a:gd name="connsiteY193" fmla="*/ 651328 h 3193741"/>
              <a:gd name="connsiteX194" fmla="*/ 722417 w 5470628"/>
              <a:gd name="connsiteY194" fmla="*/ 646921 h 3193741"/>
              <a:gd name="connsiteX195" fmla="*/ 546079 w 5470628"/>
              <a:gd name="connsiteY195" fmla="*/ 546328 h 3193741"/>
              <a:gd name="connsiteX196" fmla="*/ 378182 w 5470628"/>
              <a:gd name="connsiteY196" fmla="*/ 386585 h 3193741"/>
              <a:gd name="connsiteX197" fmla="*/ 370158 w 5470628"/>
              <a:gd name="connsiteY197" fmla="*/ 382100 h 3193741"/>
              <a:gd name="connsiteX198" fmla="*/ 357861 w 5470628"/>
              <a:gd name="connsiteY198" fmla="*/ 371252 h 3193741"/>
              <a:gd name="connsiteX199" fmla="*/ 331313 w 5470628"/>
              <a:gd name="connsiteY199" fmla="*/ 328203 h 3193741"/>
              <a:gd name="connsiteX200" fmla="*/ 319354 w 5470628"/>
              <a:gd name="connsiteY200" fmla="*/ 299282 h 3193741"/>
              <a:gd name="connsiteX201" fmla="*/ 319682 w 5470628"/>
              <a:gd name="connsiteY201" fmla="*/ 285719 h 3193741"/>
              <a:gd name="connsiteX202" fmla="*/ 306391 w 5470628"/>
              <a:gd name="connsiteY202" fmla="*/ 268585 h 3193741"/>
              <a:gd name="connsiteX203" fmla="*/ 303294 w 5470628"/>
              <a:gd name="connsiteY203" fmla="*/ 257334 h 3193741"/>
              <a:gd name="connsiteX204" fmla="*/ 319242 w 5470628"/>
              <a:gd name="connsiteY204" fmla="*/ 255403 h 3193741"/>
              <a:gd name="connsiteX205" fmla="*/ 364093 w 5470628"/>
              <a:gd name="connsiteY205" fmla="*/ 286745 h 3193741"/>
              <a:gd name="connsiteX206" fmla="*/ 385301 w 5470628"/>
              <a:gd name="connsiteY206" fmla="*/ 287973 h 3193741"/>
              <a:gd name="connsiteX207" fmla="*/ 417598 w 5470628"/>
              <a:gd name="connsiteY207" fmla="*/ 285722 h 3193741"/>
              <a:gd name="connsiteX208" fmla="*/ 440155 w 5470628"/>
              <a:gd name="connsiteY208" fmla="*/ 308139 h 3193741"/>
              <a:gd name="connsiteX209" fmla="*/ 534406 w 5470628"/>
              <a:gd name="connsiteY209" fmla="*/ 339430 h 3193741"/>
              <a:gd name="connsiteX210" fmla="*/ 495633 w 5470628"/>
              <a:gd name="connsiteY210" fmla="*/ 333450 h 3193741"/>
              <a:gd name="connsiteX211" fmla="*/ 486289 w 5470628"/>
              <a:gd name="connsiteY211" fmla="*/ 322243 h 3193741"/>
              <a:gd name="connsiteX212" fmla="*/ 484000 w 5470628"/>
              <a:gd name="connsiteY212" fmla="*/ 304964 h 3193741"/>
              <a:gd name="connsiteX213" fmla="*/ 436911 w 5470628"/>
              <a:gd name="connsiteY213" fmla="*/ 280536 h 3193741"/>
              <a:gd name="connsiteX214" fmla="*/ 426865 w 5470628"/>
              <a:gd name="connsiteY214" fmla="*/ 277007 h 3193741"/>
              <a:gd name="connsiteX215" fmla="*/ 420654 w 5470628"/>
              <a:gd name="connsiteY215" fmla="*/ 268269 h 3193741"/>
              <a:gd name="connsiteX216" fmla="*/ 432329 w 5470628"/>
              <a:gd name="connsiteY216" fmla="*/ 259975 h 3193741"/>
              <a:gd name="connsiteX217" fmla="*/ 447672 w 5470628"/>
              <a:gd name="connsiteY217" fmla="*/ 257879 h 3193741"/>
              <a:gd name="connsiteX218" fmla="*/ 502242 w 5470628"/>
              <a:gd name="connsiteY218" fmla="*/ 273572 h 3193741"/>
              <a:gd name="connsiteX219" fmla="*/ 659874 w 5470628"/>
              <a:gd name="connsiteY219" fmla="*/ 365516 h 3193741"/>
              <a:gd name="connsiteX220" fmla="*/ 829177 w 5470628"/>
              <a:gd name="connsiteY220" fmla="*/ 444421 h 3193741"/>
              <a:gd name="connsiteX221" fmla="*/ 1231903 w 5470628"/>
              <a:gd name="connsiteY221" fmla="*/ 613682 h 3193741"/>
              <a:gd name="connsiteX222" fmla="*/ 1911736 w 5470628"/>
              <a:gd name="connsiteY222" fmla="*/ 685084 h 3193741"/>
              <a:gd name="connsiteX223" fmla="*/ 2564313 w 5470628"/>
              <a:gd name="connsiteY223" fmla="*/ 632143 h 3193741"/>
              <a:gd name="connsiteX224" fmla="*/ 2657304 w 5470628"/>
              <a:gd name="connsiteY224" fmla="*/ 624913 h 3193741"/>
              <a:gd name="connsiteX225" fmla="*/ 4235818 w 5470628"/>
              <a:gd name="connsiteY225" fmla="*/ 259339 h 3193741"/>
              <a:gd name="connsiteX226" fmla="*/ 4460331 w 5470628"/>
              <a:gd name="connsiteY226" fmla="*/ 176864 h 3193741"/>
              <a:gd name="connsiteX227" fmla="*/ 4499578 w 5470628"/>
              <a:gd name="connsiteY227" fmla="*/ 186791 h 3193741"/>
              <a:gd name="connsiteX228" fmla="*/ 4514640 w 5470628"/>
              <a:gd name="connsiteY228" fmla="*/ 188841 h 3193741"/>
              <a:gd name="connsiteX229" fmla="*/ 4516523 w 5470628"/>
              <a:gd name="connsiteY229" fmla="*/ 189988 h 3193741"/>
              <a:gd name="connsiteX230" fmla="*/ 4518126 w 5470628"/>
              <a:gd name="connsiteY230" fmla="*/ 189316 h 3193741"/>
              <a:gd name="connsiteX231" fmla="*/ 4514640 w 5470628"/>
              <a:gd name="connsiteY231" fmla="*/ 188841 h 3193741"/>
              <a:gd name="connsiteX232" fmla="*/ 4511569 w 5470628"/>
              <a:gd name="connsiteY232" fmla="*/ 186970 h 3193741"/>
              <a:gd name="connsiteX233" fmla="*/ 4510888 w 5470628"/>
              <a:gd name="connsiteY233" fmla="*/ 180943 h 3193741"/>
              <a:gd name="connsiteX234" fmla="*/ 4531865 w 5470628"/>
              <a:gd name="connsiteY234" fmla="*/ 155151 h 3193741"/>
              <a:gd name="connsiteX235" fmla="*/ 4573441 w 5470628"/>
              <a:gd name="connsiteY235" fmla="*/ 139676 h 3193741"/>
              <a:gd name="connsiteX236" fmla="*/ 4594964 w 5470628"/>
              <a:gd name="connsiteY236" fmla="*/ 145847 h 3193741"/>
              <a:gd name="connsiteX237" fmla="*/ 4623059 w 5470628"/>
              <a:gd name="connsiteY237" fmla="*/ 152410 h 3193741"/>
              <a:gd name="connsiteX238" fmla="*/ 4748356 w 5470628"/>
              <a:gd name="connsiteY238" fmla="*/ 68192 h 3193741"/>
              <a:gd name="connsiteX239" fmla="*/ 4833812 w 5470628"/>
              <a:gd name="connsiteY239" fmla="*/ 8017 h 3193741"/>
              <a:gd name="connsiteX240" fmla="*/ 4850908 w 5470628"/>
              <a:gd name="connsiteY240" fmla="*/ 727 h 3193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Lst>
            <a:rect l="l" t="t" r="r" b="b"/>
            <a:pathLst>
              <a:path w="5470628" h="3193741">
                <a:moveTo>
                  <a:pt x="5462602" y="1413608"/>
                </a:moveTo>
                <a:lnTo>
                  <a:pt x="5465724" y="1421881"/>
                </a:lnTo>
                <a:cubicBezTo>
                  <a:pt x="5472118" y="1444281"/>
                  <a:pt x="5472640" y="1461744"/>
                  <a:pt x="5465025" y="1466556"/>
                </a:cubicBezTo>
                <a:lnTo>
                  <a:pt x="5463208" y="1466226"/>
                </a:lnTo>
                <a:lnTo>
                  <a:pt x="5463242" y="1451866"/>
                </a:lnTo>
                <a:cubicBezTo>
                  <a:pt x="5463190" y="1441487"/>
                  <a:pt x="5463068" y="1431722"/>
                  <a:pt x="5462894" y="1423194"/>
                </a:cubicBezTo>
                <a:close/>
                <a:moveTo>
                  <a:pt x="5461417" y="1391849"/>
                </a:moveTo>
                <a:cubicBezTo>
                  <a:pt x="5461710" y="1392940"/>
                  <a:pt x="5461992" y="1396513"/>
                  <a:pt x="5462246" y="1401944"/>
                </a:cubicBezTo>
                <a:lnTo>
                  <a:pt x="5462602" y="1413608"/>
                </a:lnTo>
                <a:lnTo>
                  <a:pt x="5459078" y="1404268"/>
                </a:lnTo>
                <a:lnTo>
                  <a:pt x="5460137" y="1393780"/>
                </a:lnTo>
                <a:cubicBezTo>
                  <a:pt x="5460561" y="1391114"/>
                  <a:pt x="5460982" y="1390270"/>
                  <a:pt x="5461417" y="1391849"/>
                </a:cubicBezTo>
                <a:close/>
                <a:moveTo>
                  <a:pt x="614271" y="1052206"/>
                </a:moveTo>
                <a:cubicBezTo>
                  <a:pt x="613444" y="1053256"/>
                  <a:pt x="612323" y="1054339"/>
                  <a:pt x="611497" y="1055389"/>
                </a:cubicBezTo>
                <a:cubicBezTo>
                  <a:pt x="617673" y="1058912"/>
                  <a:pt x="624115" y="1061928"/>
                  <a:pt x="630277" y="1065215"/>
                </a:cubicBezTo>
                <a:cubicBezTo>
                  <a:pt x="637469" y="1066004"/>
                  <a:pt x="644958" y="1066759"/>
                  <a:pt x="651856" y="1067584"/>
                </a:cubicBezTo>
                <a:cubicBezTo>
                  <a:pt x="639327" y="1062458"/>
                  <a:pt x="626799" y="1057332"/>
                  <a:pt x="614271" y="1052206"/>
                </a:cubicBezTo>
                <a:close/>
                <a:moveTo>
                  <a:pt x="810628" y="695550"/>
                </a:moveTo>
                <a:cubicBezTo>
                  <a:pt x="873537" y="739416"/>
                  <a:pt x="951215" y="767494"/>
                  <a:pt x="1033084" y="791270"/>
                </a:cubicBezTo>
                <a:cubicBezTo>
                  <a:pt x="1034205" y="790184"/>
                  <a:pt x="1035031" y="789136"/>
                  <a:pt x="1036153" y="788050"/>
                </a:cubicBezTo>
                <a:cubicBezTo>
                  <a:pt x="960983" y="757296"/>
                  <a:pt x="885798" y="726306"/>
                  <a:pt x="810628" y="695550"/>
                </a:cubicBezTo>
                <a:close/>
                <a:moveTo>
                  <a:pt x="4850908" y="727"/>
                </a:moveTo>
                <a:cubicBezTo>
                  <a:pt x="4858191" y="2929"/>
                  <a:pt x="4860543" y="7152"/>
                  <a:pt x="4858584" y="13795"/>
                </a:cubicBezTo>
                <a:cubicBezTo>
                  <a:pt x="4855845" y="22194"/>
                  <a:pt x="4850092" y="30008"/>
                  <a:pt x="4843408" y="37224"/>
                </a:cubicBezTo>
                <a:cubicBezTo>
                  <a:pt x="4812232" y="71132"/>
                  <a:pt x="4827067" y="79774"/>
                  <a:pt x="4871062" y="78954"/>
                </a:cubicBezTo>
                <a:cubicBezTo>
                  <a:pt x="4910302" y="78234"/>
                  <a:pt x="4949507" y="72299"/>
                  <a:pt x="4989038" y="66799"/>
                </a:cubicBezTo>
                <a:cubicBezTo>
                  <a:pt x="5008500" y="63967"/>
                  <a:pt x="5009491" y="65509"/>
                  <a:pt x="5002636" y="79388"/>
                </a:cubicBezTo>
                <a:cubicBezTo>
                  <a:pt x="4991594" y="102315"/>
                  <a:pt x="4990844" y="123285"/>
                  <a:pt x="5008332" y="140859"/>
                </a:cubicBezTo>
                <a:cubicBezTo>
                  <a:pt x="5012456" y="144868"/>
                  <a:pt x="5015428" y="149491"/>
                  <a:pt x="5014326" y="155555"/>
                </a:cubicBezTo>
                <a:cubicBezTo>
                  <a:pt x="5009356" y="180357"/>
                  <a:pt x="5019874" y="200674"/>
                  <a:pt x="5030704" y="221190"/>
                </a:cubicBezTo>
                <a:cubicBezTo>
                  <a:pt x="5048958" y="255517"/>
                  <a:pt x="5072099" y="287116"/>
                  <a:pt x="5097262" y="317759"/>
                </a:cubicBezTo>
                <a:cubicBezTo>
                  <a:pt x="5115004" y="339336"/>
                  <a:pt x="5126222" y="365974"/>
                  <a:pt x="5165084" y="373367"/>
                </a:cubicBezTo>
                <a:cubicBezTo>
                  <a:pt x="5174420" y="375083"/>
                  <a:pt x="5177498" y="381353"/>
                  <a:pt x="5174137" y="389353"/>
                </a:cubicBezTo>
                <a:cubicBezTo>
                  <a:pt x="5163026" y="415847"/>
                  <a:pt x="5172067" y="436343"/>
                  <a:pt x="5192507" y="453561"/>
                </a:cubicBezTo>
                <a:cubicBezTo>
                  <a:pt x="5199734" y="459565"/>
                  <a:pt x="5197020" y="463690"/>
                  <a:pt x="5187160" y="467732"/>
                </a:cubicBezTo>
                <a:cubicBezTo>
                  <a:pt x="5175836" y="472188"/>
                  <a:pt x="5167025" y="478711"/>
                  <a:pt x="5160106" y="486904"/>
                </a:cubicBezTo>
                <a:cubicBezTo>
                  <a:pt x="5148744" y="500143"/>
                  <a:pt x="5143396" y="514315"/>
                  <a:pt x="5138948" y="528614"/>
                </a:cubicBezTo>
                <a:cubicBezTo>
                  <a:pt x="5132042" y="551041"/>
                  <a:pt x="5123894" y="572670"/>
                  <a:pt x="5097016" y="589923"/>
                </a:cubicBezTo>
                <a:cubicBezTo>
                  <a:pt x="5089016" y="595163"/>
                  <a:pt x="5082598" y="601872"/>
                  <a:pt x="5075869" y="608381"/>
                </a:cubicBezTo>
                <a:cubicBezTo>
                  <a:pt x="5078016" y="614052"/>
                  <a:pt x="5083322" y="617918"/>
                  <a:pt x="5093172" y="618385"/>
                </a:cubicBezTo>
                <a:cubicBezTo>
                  <a:pt x="5155867" y="621469"/>
                  <a:pt x="5153088" y="652648"/>
                  <a:pt x="5153518" y="687474"/>
                </a:cubicBezTo>
                <a:cubicBezTo>
                  <a:pt x="5154177" y="730575"/>
                  <a:pt x="5118812" y="754787"/>
                  <a:pt x="5074984" y="776941"/>
                </a:cubicBezTo>
                <a:cubicBezTo>
                  <a:pt x="5059986" y="784451"/>
                  <a:pt x="5038116" y="786863"/>
                  <a:pt x="5033348" y="805473"/>
                </a:cubicBezTo>
                <a:cubicBezTo>
                  <a:pt x="5059529" y="819384"/>
                  <a:pt x="5089376" y="802009"/>
                  <a:pt x="5116847" y="803426"/>
                </a:cubicBezTo>
                <a:cubicBezTo>
                  <a:pt x="5139548" y="804709"/>
                  <a:pt x="5176330" y="798120"/>
                  <a:pt x="5147902" y="833118"/>
                </a:cubicBezTo>
                <a:cubicBezTo>
                  <a:pt x="5139626" y="843373"/>
                  <a:pt x="5150382" y="848714"/>
                  <a:pt x="5161665" y="848297"/>
                </a:cubicBezTo>
                <a:cubicBezTo>
                  <a:pt x="5253064" y="844106"/>
                  <a:pt x="5215170" y="912756"/>
                  <a:pt x="5246520" y="942412"/>
                </a:cubicBezTo>
                <a:cubicBezTo>
                  <a:pt x="5255359" y="950358"/>
                  <a:pt x="5247812" y="967405"/>
                  <a:pt x="5235368" y="972946"/>
                </a:cubicBezTo>
                <a:cubicBezTo>
                  <a:pt x="5156387" y="1008610"/>
                  <a:pt x="5149354" y="1071149"/>
                  <a:pt x="5113739" y="1128845"/>
                </a:cubicBezTo>
                <a:cubicBezTo>
                  <a:pt x="5157305" y="1144685"/>
                  <a:pt x="5208388" y="1143005"/>
                  <a:pt x="5255034" y="1151117"/>
                </a:cubicBezTo>
                <a:cubicBezTo>
                  <a:pt x="5303482" y="1159484"/>
                  <a:pt x="5304156" y="1170079"/>
                  <a:pt x="5267513" y="1216275"/>
                </a:cubicBezTo>
                <a:cubicBezTo>
                  <a:pt x="5370269" y="1212844"/>
                  <a:pt x="5370269" y="1212844"/>
                  <a:pt x="5343113" y="1281854"/>
                </a:cubicBezTo>
                <a:cubicBezTo>
                  <a:pt x="5386272" y="1279593"/>
                  <a:pt x="5428618" y="1334726"/>
                  <a:pt x="5452014" y="1385543"/>
                </a:cubicBezTo>
                <a:lnTo>
                  <a:pt x="5459078" y="1404268"/>
                </a:lnTo>
                <a:lnTo>
                  <a:pt x="5458838" y="1406644"/>
                </a:lnTo>
                <a:cubicBezTo>
                  <a:pt x="5457942" y="1418063"/>
                  <a:pt x="5456960" y="1434367"/>
                  <a:pt x="5455752" y="1450751"/>
                </a:cubicBezTo>
                <a:lnTo>
                  <a:pt x="5454594" y="1464662"/>
                </a:lnTo>
                <a:lnTo>
                  <a:pt x="5447215" y="1463321"/>
                </a:lnTo>
                <a:cubicBezTo>
                  <a:pt x="5441256" y="1459714"/>
                  <a:pt x="5437002" y="1458345"/>
                  <a:pt x="5433934" y="1458428"/>
                </a:cubicBezTo>
                <a:cubicBezTo>
                  <a:pt x="5424728" y="1458676"/>
                  <a:pt x="5426188" y="1471978"/>
                  <a:pt x="5424276" y="1477014"/>
                </a:cubicBezTo>
                <a:cubicBezTo>
                  <a:pt x="5417851" y="1492977"/>
                  <a:pt x="5433852" y="1501241"/>
                  <a:pt x="5444628" y="1511562"/>
                </a:cubicBezTo>
                <a:cubicBezTo>
                  <a:pt x="5448663" y="1515344"/>
                  <a:pt x="5451544" y="1497678"/>
                  <a:pt x="5453752" y="1474786"/>
                </a:cubicBezTo>
                <a:lnTo>
                  <a:pt x="5454594" y="1464662"/>
                </a:lnTo>
                <a:lnTo>
                  <a:pt x="5463208" y="1466226"/>
                </a:lnTo>
                <a:lnTo>
                  <a:pt x="5463164" y="1484226"/>
                </a:lnTo>
                <a:cubicBezTo>
                  <a:pt x="5462722" y="1528173"/>
                  <a:pt x="5460824" y="1571999"/>
                  <a:pt x="5456160" y="1575885"/>
                </a:cubicBezTo>
                <a:cubicBezTo>
                  <a:pt x="5406708" y="1617226"/>
                  <a:pt x="5442751" y="1692579"/>
                  <a:pt x="5345636" y="1714543"/>
                </a:cubicBezTo>
                <a:cubicBezTo>
                  <a:pt x="5301930" y="1724583"/>
                  <a:pt x="5282493" y="1755882"/>
                  <a:pt x="5251319" y="1775792"/>
                </a:cubicBezTo>
                <a:cubicBezTo>
                  <a:pt x="5142610" y="1844714"/>
                  <a:pt x="5072132" y="1925140"/>
                  <a:pt x="5043512" y="2027305"/>
                </a:cubicBezTo>
                <a:cubicBezTo>
                  <a:pt x="5035488" y="2055562"/>
                  <a:pt x="5000258" y="2081893"/>
                  <a:pt x="4978144" y="2108535"/>
                </a:cubicBezTo>
                <a:cubicBezTo>
                  <a:pt x="4990785" y="2124798"/>
                  <a:pt x="5050411" y="2079615"/>
                  <a:pt x="5031476" y="2128173"/>
                </a:cubicBezTo>
                <a:cubicBezTo>
                  <a:pt x="5017138" y="2164787"/>
                  <a:pt x="4975973" y="2191363"/>
                  <a:pt x="4937389" y="2216441"/>
                </a:cubicBezTo>
                <a:cubicBezTo>
                  <a:pt x="4893079" y="2245058"/>
                  <a:pt x="4843760" y="2269776"/>
                  <a:pt x="4826122" y="2315331"/>
                </a:cubicBezTo>
                <a:cubicBezTo>
                  <a:pt x="4822276" y="2325050"/>
                  <a:pt x="3896510" y="3112888"/>
                  <a:pt x="2544647" y="3190975"/>
                </a:cubicBezTo>
                <a:cubicBezTo>
                  <a:pt x="2323734" y="3203734"/>
                  <a:pt x="1445947" y="3169121"/>
                  <a:pt x="1328257" y="3153006"/>
                </a:cubicBezTo>
                <a:cubicBezTo>
                  <a:pt x="1207258" y="3136344"/>
                  <a:pt x="1101756" y="3091943"/>
                  <a:pt x="977943" y="3082502"/>
                </a:cubicBezTo>
                <a:cubicBezTo>
                  <a:pt x="912454" y="3077622"/>
                  <a:pt x="848655" y="3061861"/>
                  <a:pt x="854473" y="2994250"/>
                </a:cubicBezTo>
                <a:cubicBezTo>
                  <a:pt x="856228" y="2975057"/>
                  <a:pt x="838125" y="2961827"/>
                  <a:pt x="811593" y="2970498"/>
                </a:cubicBezTo>
                <a:cubicBezTo>
                  <a:pt x="761454" y="2987010"/>
                  <a:pt x="736680" y="2962489"/>
                  <a:pt x="707024" y="2945439"/>
                </a:cubicBezTo>
                <a:cubicBezTo>
                  <a:pt x="654509" y="2915262"/>
                  <a:pt x="603913" y="2882480"/>
                  <a:pt x="523487" y="2886053"/>
                </a:cubicBezTo>
                <a:cubicBezTo>
                  <a:pt x="537017" y="2855468"/>
                  <a:pt x="563587" y="2856758"/>
                  <a:pt x="587884" y="2859746"/>
                </a:cubicBezTo>
                <a:cubicBezTo>
                  <a:pt x="652090" y="2867866"/>
                  <a:pt x="715235" y="2878012"/>
                  <a:pt x="779426" y="2885897"/>
                </a:cubicBezTo>
                <a:cubicBezTo>
                  <a:pt x="821123" y="2891048"/>
                  <a:pt x="863074" y="2900202"/>
                  <a:pt x="917288" y="2882248"/>
                </a:cubicBezTo>
                <a:cubicBezTo>
                  <a:pt x="866364" y="2830288"/>
                  <a:pt x="785092" y="2829930"/>
                  <a:pt x="718684" y="2819941"/>
                </a:cubicBezTo>
                <a:cubicBezTo>
                  <a:pt x="635747" y="2807447"/>
                  <a:pt x="584925" y="2771133"/>
                  <a:pt x="524650" y="2731220"/>
                </a:cubicBezTo>
                <a:cubicBezTo>
                  <a:pt x="584180" y="2712621"/>
                  <a:pt x="623299" y="2742760"/>
                  <a:pt x="670138" y="2735189"/>
                </a:cubicBezTo>
                <a:cubicBezTo>
                  <a:pt x="672406" y="2728745"/>
                  <a:pt x="675988" y="2719532"/>
                  <a:pt x="675382" y="2719369"/>
                </a:cubicBezTo>
                <a:cubicBezTo>
                  <a:pt x="596666" y="2703042"/>
                  <a:pt x="557844" y="2658869"/>
                  <a:pt x="542021" y="2601946"/>
                </a:cubicBezTo>
                <a:cubicBezTo>
                  <a:pt x="533902" y="2572560"/>
                  <a:pt x="505246" y="2566541"/>
                  <a:pt x="476895" y="2555976"/>
                </a:cubicBezTo>
                <a:cubicBezTo>
                  <a:pt x="377189" y="2518466"/>
                  <a:pt x="272496" y="2486779"/>
                  <a:pt x="188751" y="2428830"/>
                </a:cubicBezTo>
                <a:cubicBezTo>
                  <a:pt x="280875" y="2426687"/>
                  <a:pt x="357216" y="2461808"/>
                  <a:pt x="456762" y="2468731"/>
                </a:cubicBezTo>
                <a:cubicBezTo>
                  <a:pt x="373794" y="2404281"/>
                  <a:pt x="269816" y="2379152"/>
                  <a:pt x="174514" y="2345378"/>
                </a:cubicBezTo>
                <a:cubicBezTo>
                  <a:pt x="130977" y="2330009"/>
                  <a:pt x="90329" y="2308598"/>
                  <a:pt x="38827" y="2303685"/>
                </a:cubicBezTo>
                <a:cubicBezTo>
                  <a:pt x="20556" y="2301864"/>
                  <a:pt x="-10092" y="2297272"/>
                  <a:pt x="3281" y="2273587"/>
                </a:cubicBezTo>
                <a:cubicBezTo>
                  <a:pt x="14533" y="2253956"/>
                  <a:pt x="39095" y="2256437"/>
                  <a:pt x="61590" y="2259170"/>
                </a:cubicBezTo>
                <a:cubicBezTo>
                  <a:pt x="115591" y="2265916"/>
                  <a:pt x="170539" y="2259497"/>
                  <a:pt x="242291" y="2250569"/>
                </a:cubicBezTo>
                <a:cubicBezTo>
                  <a:pt x="178223" y="2197829"/>
                  <a:pt x="68904" y="2229102"/>
                  <a:pt x="13205" y="2172263"/>
                </a:cubicBezTo>
                <a:cubicBezTo>
                  <a:pt x="77196" y="2153598"/>
                  <a:pt x="128251" y="2170191"/>
                  <a:pt x="180810" y="2168333"/>
                </a:cubicBezTo>
                <a:cubicBezTo>
                  <a:pt x="228319" y="2166612"/>
                  <a:pt x="239444" y="2154350"/>
                  <a:pt x="226020" y="2121100"/>
                </a:cubicBezTo>
                <a:cubicBezTo>
                  <a:pt x="205165" y="2069293"/>
                  <a:pt x="229388" y="2038364"/>
                  <a:pt x="299145" y="2044862"/>
                </a:cubicBezTo>
                <a:cubicBezTo>
                  <a:pt x="363822" y="2051027"/>
                  <a:pt x="369032" y="2029991"/>
                  <a:pt x="350236" y="2001187"/>
                </a:cubicBezTo>
                <a:cubicBezTo>
                  <a:pt x="322862" y="1959187"/>
                  <a:pt x="348423" y="1921214"/>
                  <a:pt x="365223" y="1881218"/>
                </a:cubicBezTo>
                <a:cubicBezTo>
                  <a:pt x="390527" y="1820499"/>
                  <a:pt x="376326" y="1793748"/>
                  <a:pt x="310707" y="1758752"/>
                </a:cubicBezTo>
                <a:cubicBezTo>
                  <a:pt x="273754" y="1739265"/>
                  <a:pt x="234367" y="1723631"/>
                  <a:pt x="181659" y="1709137"/>
                </a:cubicBezTo>
                <a:cubicBezTo>
                  <a:pt x="299387" y="1683727"/>
                  <a:pt x="172918" y="1660608"/>
                  <a:pt x="213063" y="1632021"/>
                </a:cubicBezTo>
                <a:cubicBezTo>
                  <a:pt x="296030" y="1612244"/>
                  <a:pt x="369047" y="1679323"/>
                  <a:pt x="481390" y="1644125"/>
                </a:cubicBezTo>
                <a:cubicBezTo>
                  <a:pt x="336659" y="1595935"/>
                  <a:pt x="176348" y="1532074"/>
                  <a:pt x="68930" y="1457537"/>
                </a:cubicBezTo>
                <a:cubicBezTo>
                  <a:pt x="91299" y="1434897"/>
                  <a:pt x="115799" y="1450436"/>
                  <a:pt x="135138" y="1440976"/>
                </a:cubicBezTo>
                <a:cubicBezTo>
                  <a:pt x="133952" y="1436374"/>
                  <a:pt x="135290" y="1429332"/>
                  <a:pt x="131611" y="1427642"/>
                </a:cubicBezTo>
                <a:cubicBezTo>
                  <a:pt x="52402" y="1389548"/>
                  <a:pt x="51441" y="1388478"/>
                  <a:pt x="130443" y="1343795"/>
                </a:cubicBezTo>
                <a:cubicBezTo>
                  <a:pt x="158017" y="1328118"/>
                  <a:pt x="154966" y="1317573"/>
                  <a:pt x="138930" y="1304094"/>
                </a:cubicBezTo>
                <a:cubicBezTo>
                  <a:pt x="127608" y="1294551"/>
                  <a:pt x="113720" y="1286742"/>
                  <a:pt x="118409" y="1262212"/>
                </a:cubicBezTo>
                <a:cubicBezTo>
                  <a:pt x="164937" y="1287183"/>
                  <a:pt x="383505" y="1312432"/>
                  <a:pt x="421410" y="1304757"/>
                </a:cubicBezTo>
                <a:cubicBezTo>
                  <a:pt x="464009" y="1296037"/>
                  <a:pt x="610877" y="1288926"/>
                  <a:pt x="655702" y="1291801"/>
                </a:cubicBezTo>
                <a:cubicBezTo>
                  <a:pt x="653235" y="1290438"/>
                  <a:pt x="650767" y="1289077"/>
                  <a:pt x="648299" y="1287715"/>
                </a:cubicBezTo>
                <a:cubicBezTo>
                  <a:pt x="603999" y="1260339"/>
                  <a:pt x="559107" y="1233035"/>
                  <a:pt x="531027" y="1193967"/>
                </a:cubicBezTo>
                <a:cubicBezTo>
                  <a:pt x="529741" y="1192462"/>
                  <a:pt x="529061" y="1191120"/>
                  <a:pt x="526433" y="1191913"/>
                </a:cubicBezTo>
                <a:cubicBezTo>
                  <a:pt x="503415" y="1199684"/>
                  <a:pt x="505590" y="1187083"/>
                  <a:pt x="504666" y="1177230"/>
                </a:cubicBezTo>
                <a:cubicBezTo>
                  <a:pt x="503726" y="1167141"/>
                  <a:pt x="499378" y="1159602"/>
                  <a:pt x="482307" y="1162618"/>
                </a:cubicBezTo>
                <a:cubicBezTo>
                  <a:pt x="481421" y="1162726"/>
                  <a:pt x="480226" y="1162633"/>
                  <a:pt x="479029" y="1162540"/>
                </a:cubicBezTo>
                <a:cubicBezTo>
                  <a:pt x="470949" y="1161859"/>
                  <a:pt x="444139" y="1138059"/>
                  <a:pt x="447663" y="1132649"/>
                </a:cubicBezTo>
                <a:cubicBezTo>
                  <a:pt x="455539" y="1120781"/>
                  <a:pt x="446335" y="1116439"/>
                  <a:pt x="438547" y="1110977"/>
                </a:cubicBezTo>
                <a:cubicBezTo>
                  <a:pt x="427656" y="1103517"/>
                  <a:pt x="416795" y="1096529"/>
                  <a:pt x="405343" y="1089612"/>
                </a:cubicBezTo>
                <a:cubicBezTo>
                  <a:pt x="394202" y="1082895"/>
                  <a:pt x="382794" y="1076684"/>
                  <a:pt x="371373" y="1070238"/>
                </a:cubicBezTo>
                <a:cubicBezTo>
                  <a:pt x="344889" y="1065616"/>
                  <a:pt x="318169" y="1061972"/>
                  <a:pt x="290358" y="1059884"/>
                </a:cubicBezTo>
                <a:cubicBezTo>
                  <a:pt x="269709" y="1058114"/>
                  <a:pt x="246624" y="1055453"/>
                  <a:pt x="235140" y="1029322"/>
                </a:cubicBezTo>
                <a:cubicBezTo>
                  <a:pt x="256895" y="1029771"/>
                  <a:pt x="278695" y="1030927"/>
                  <a:pt x="300494" y="1032083"/>
                </a:cubicBezTo>
                <a:cubicBezTo>
                  <a:pt x="279542" y="1020860"/>
                  <a:pt x="259181" y="1009565"/>
                  <a:pt x="239661" y="997457"/>
                </a:cubicBezTo>
                <a:cubicBezTo>
                  <a:pt x="223540" y="987309"/>
                  <a:pt x="210281" y="975391"/>
                  <a:pt x="204788" y="959211"/>
                </a:cubicBezTo>
                <a:cubicBezTo>
                  <a:pt x="203337" y="955117"/>
                  <a:pt x="202166" y="950750"/>
                  <a:pt x="207583" y="947009"/>
                </a:cubicBezTo>
                <a:cubicBezTo>
                  <a:pt x="213561" y="942727"/>
                  <a:pt x="218466" y="944980"/>
                  <a:pt x="223061" y="947033"/>
                </a:cubicBezTo>
                <a:cubicBezTo>
                  <a:pt x="242046" y="955410"/>
                  <a:pt x="261311" y="963516"/>
                  <a:pt x="280015" y="972164"/>
                </a:cubicBezTo>
                <a:cubicBezTo>
                  <a:pt x="304852" y="983629"/>
                  <a:pt x="329408" y="995365"/>
                  <a:pt x="353948" y="1006865"/>
                </a:cubicBezTo>
                <a:cubicBezTo>
                  <a:pt x="319294" y="981405"/>
                  <a:pt x="281290" y="959435"/>
                  <a:pt x="240466" y="939943"/>
                </a:cubicBezTo>
                <a:cubicBezTo>
                  <a:pt x="210990" y="925718"/>
                  <a:pt x="181514" y="911494"/>
                  <a:pt x="158812" y="891467"/>
                </a:cubicBezTo>
                <a:cubicBezTo>
                  <a:pt x="147166" y="881489"/>
                  <a:pt x="141336" y="869384"/>
                  <a:pt x="139551" y="855364"/>
                </a:cubicBezTo>
                <a:cubicBezTo>
                  <a:pt x="139312" y="851597"/>
                  <a:pt x="139634" y="847287"/>
                  <a:pt x="145731" y="844888"/>
                </a:cubicBezTo>
                <a:cubicBezTo>
                  <a:pt x="151843" y="842724"/>
                  <a:pt x="155581" y="845356"/>
                  <a:pt x="158154" y="848366"/>
                </a:cubicBezTo>
                <a:cubicBezTo>
                  <a:pt x="161052" y="851811"/>
                  <a:pt x="164496" y="854479"/>
                  <a:pt x="169370" y="856260"/>
                </a:cubicBezTo>
                <a:cubicBezTo>
                  <a:pt x="212096" y="872913"/>
                  <a:pt x="249775" y="894448"/>
                  <a:pt x="288295" y="915169"/>
                </a:cubicBezTo>
                <a:cubicBezTo>
                  <a:pt x="343452" y="944788"/>
                  <a:pt x="397769" y="975222"/>
                  <a:pt x="462694" y="994643"/>
                </a:cubicBezTo>
                <a:cubicBezTo>
                  <a:pt x="487260" y="1001870"/>
                  <a:pt x="512622" y="1007575"/>
                  <a:pt x="531910" y="1006664"/>
                </a:cubicBezTo>
                <a:cubicBezTo>
                  <a:pt x="460990" y="972547"/>
                  <a:pt x="394087" y="936046"/>
                  <a:pt x="333940" y="893507"/>
                </a:cubicBezTo>
                <a:cubicBezTo>
                  <a:pt x="273173" y="850568"/>
                  <a:pt x="219876" y="803403"/>
                  <a:pt x="181443" y="746608"/>
                </a:cubicBezTo>
                <a:cubicBezTo>
                  <a:pt x="177494" y="740681"/>
                  <a:pt x="175038" y="734810"/>
                  <a:pt x="162678" y="737018"/>
                </a:cubicBezTo>
                <a:cubicBezTo>
                  <a:pt x="157082" y="737933"/>
                  <a:pt x="155070" y="734381"/>
                  <a:pt x="156307" y="730435"/>
                </a:cubicBezTo>
                <a:cubicBezTo>
                  <a:pt x="164051" y="702450"/>
                  <a:pt x="145532" y="687373"/>
                  <a:pt x="117227" y="677515"/>
                </a:cubicBezTo>
                <a:cubicBezTo>
                  <a:pt x="108392" y="674314"/>
                  <a:pt x="107546" y="670384"/>
                  <a:pt x="113655" y="663474"/>
                </a:cubicBezTo>
                <a:cubicBezTo>
                  <a:pt x="121976" y="653926"/>
                  <a:pt x="120506" y="644851"/>
                  <a:pt x="115226" y="636712"/>
                </a:cubicBezTo>
                <a:cubicBezTo>
                  <a:pt x="112224" y="631619"/>
                  <a:pt x="108350" y="626868"/>
                  <a:pt x="105067" y="622046"/>
                </a:cubicBezTo>
                <a:cubicBezTo>
                  <a:pt x="102790" y="619000"/>
                  <a:pt x="99022" y="615897"/>
                  <a:pt x="104113" y="611722"/>
                </a:cubicBezTo>
                <a:cubicBezTo>
                  <a:pt x="108939" y="608053"/>
                  <a:pt x="114081" y="609328"/>
                  <a:pt x="118895" y="610169"/>
                </a:cubicBezTo>
                <a:cubicBezTo>
                  <a:pt x="142040" y="613772"/>
                  <a:pt x="156094" y="624170"/>
                  <a:pt x="163095" y="640642"/>
                </a:cubicBezTo>
                <a:cubicBezTo>
                  <a:pt x="168334" y="652819"/>
                  <a:pt x="173104" y="652953"/>
                  <a:pt x="185766" y="641454"/>
                </a:cubicBezTo>
                <a:cubicBezTo>
                  <a:pt x="195327" y="632704"/>
                  <a:pt x="204232" y="632337"/>
                  <a:pt x="212892" y="637457"/>
                </a:cubicBezTo>
                <a:cubicBezTo>
                  <a:pt x="217516" y="639981"/>
                  <a:pt x="220444" y="643897"/>
                  <a:pt x="223932" y="647271"/>
                </a:cubicBezTo>
                <a:cubicBezTo>
                  <a:pt x="241420" y="664845"/>
                  <a:pt x="259762" y="681841"/>
                  <a:pt x="287167" y="691571"/>
                </a:cubicBezTo>
                <a:cubicBezTo>
                  <a:pt x="299355" y="696027"/>
                  <a:pt x="312354" y="699197"/>
                  <a:pt x="330380" y="692506"/>
                </a:cubicBezTo>
                <a:cubicBezTo>
                  <a:pt x="318517" y="688486"/>
                  <a:pt x="306954" y="689175"/>
                  <a:pt x="296172" y="688108"/>
                </a:cubicBezTo>
                <a:cubicBezTo>
                  <a:pt x="285390" y="687041"/>
                  <a:pt x="279539" y="683953"/>
                  <a:pt x="286974" y="674512"/>
                </a:cubicBezTo>
                <a:cubicBezTo>
                  <a:pt x="291105" y="669267"/>
                  <a:pt x="290555" y="665301"/>
                  <a:pt x="286166" y="661798"/>
                </a:cubicBezTo>
                <a:cubicBezTo>
                  <a:pt x="272052" y="650459"/>
                  <a:pt x="264416" y="633352"/>
                  <a:pt x="236268" y="635338"/>
                </a:cubicBezTo>
                <a:cubicBezTo>
                  <a:pt x="234792" y="635517"/>
                  <a:pt x="233255" y="634754"/>
                  <a:pt x="231734" y="634225"/>
                </a:cubicBezTo>
                <a:cubicBezTo>
                  <a:pt x="225957" y="632316"/>
                  <a:pt x="219575" y="630241"/>
                  <a:pt x="221253" y="623870"/>
                </a:cubicBezTo>
                <a:cubicBezTo>
                  <a:pt x="223227" y="617462"/>
                  <a:pt x="230816" y="615119"/>
                  <a:pt x="237564" y="613590"/>
                </a:cubicBezTo>
                <a:cubicBezTo>
                  <a:pt x="254884" y="609831"/>
                  <a:pt x="268844" y="614072"/>
                  <a:pt x="282259" y="619091"/>
                </a:cubicBezTo>
                <a:cubicBezTo>
                  <a:pt x="314893" y="631509"/>
                  <a:pt x="342201" y="649080"/>
                  <a:pt x="370630" y="665566"/>
                </a:cubicBezTo>
                <a:cubicBezTo>
                  <a:pt x="413275" y="690295"/>
                  <a:pt x="451153" y="719635"/>
                  <a:pt x="498017" y="740532"/>
                </a:cubicBezTo>
                <a:cubicBezTo>
                  <a:pt x="637369" y="802423"/>
                  <a:pt x="774774" y="866448"/>
                  <a:pt x="918036" y="924307"/>
                </a:cubicBezTo>
                <a:cubicBezTo>
                  <a:pt x="970882" y="945666"/>
                  <a:pt x="1024819" y="965469"/>
                  <a:pt x="1079304" y="984494"/>
                </a:cubicBezTo>
                <a:cubicBezTo>
                  <a:pt x="1079509" y="983045"/>
                  <a:pt x="1079744" y="982067"/>
                  <a:pt x="1079935" y="980383"/>
                </a:cubicBezTo>
                <a:cubicBezTo>
                  <a:pt x="1079860" y="979206"/>
                  <a:pt x="1079770" y="977793"/>
                  <a:pt x="1079695" y="976616"/>
                </a:cubicBezTo>
                <a:cubicBezTo>
                  <a:pt x="1041139" y="964679"/>
                  <a:pt x="1003098" y="951491"/>
                  <a:pt x="966178" y="937219"/>
                </a:cubicBezTo>
                <a:cubicBezTo>
                  <a:pt x="875541" y="901932"/>
                  <a:pt x="791930" y="860100"/>
                  <a:pt x="720106" y="807112"/>
                </a:cubicBezTo>
                <a:cubicBezTo>
                  <a:pt x="714181" y="802848"/>
                  <a:pt x="707904" y="802421"/>
                  <a:pt x="698823" y="804708"/>
                </a:cubicBezTo>
                <a:cubicBezTo>
                  <a:pt x="669544" y="812288"/>
                  <a:pt x="659939" y="806334"/>
                  <a:pt x="664513" y="784663"/>
                </a:cubicBezTo>
                <a:cubicBezTo>
                  <a:pt x="665660" y="779304"/>
                  <a:pt x="665686" y="775031"/>
                  <a:pt x="660380" y="771165"/>
                </a:cubicBezTo>
                <a:cubicBezTo>
                  <a:pt x="636661" y="753871"/>
                  <a:pt x="611807" y="737427"/>
                  <a:pt x="584959" y="722409"/>
                </a:cubicBezTo>
                <a:cubicBezTo>
                  <a:pt x="535282" y="694735"/>
                  <a:pt x="482226" y="670082"/>
                  <a:pt x="435649" y="639659"/>
                </a:cubicBezTo>
                <a:cubicBezTo>
                  <a:pt x="421965" y="630403"/>
                  <a:pt x="411440" y="619340"/>
                  <a:pt x="404944" y="606128"/>
                </a:cubicBezTo>
                <a:cubicBezTo>
                  <a:pt x="402872" y="601635"/>
                  <a:pt x="401613" y="595856"/>
                  <a:pt x="408476" y="591466"/>
                </a:cubicBezTo>
                <a:cubicBezTo>
                  <a:pt x="415044" y="587111"/>
                  <a:pt x="420320" y="590506"/>
                  <a:pt x="425225" y="592759"/>
                </a:cubicBezTo>
                <a:cubicBezTo>
                  <a:pt x="445746" y="601899"/>
                  <a:pt x="466578" y="611238"/>
                  <a:pt x="487115" y="620614"/>
                </a:cubicBezTo>
                <a:cubicBezTo>
                  <a:pt x="507947" y="629954"/>
                  <a:pt x="528514" y="639800"/>
                  <a:pt x="550277" y="649738"/>
                </a:cubicBezTo>
                <a:cubicBezTo>
                  <a:pt x="551408" y="644145"/>
                  <a:pt x="546904" y="643504"/>
                  <a:pt x="544421" y="641907"/>
                </a:cubicBezTo>
                <a:cubicBezTo>
                  <a:pt x="509355" y="619344"/>
                  <a:pt x="471190" y="599529"/>
                  <a:pt x="431905" y="580799"/>
                </a:cubicBezTo>
                <a:cubicBezTo>
                  <a:pt x="401512" y="566211"/>
                  <a:pt x="371947" y="550574"/>
                  <a:pt x="351177" y="528177"/>
                </a:cubicBezTo>
                <a:cubicBezTo>
                  <a:pt x="343180" y="519419"/>
                  <a:pt x="338696" y="509759"/>
                  <a:pt x="339749" y="498244"/>
                </a:cubicBezTo>
                <a:cubicBezTo>
                  <a:pt x="340115" y="494641"/>
                  <a:pt x="340481" y="491037"/>
                  <a:pt x="346313" y="489145"/>
                </a:cubicBezTo>
                <a:cubicBezTo>
                  <a:pt x="350979" y="487631"/>
                  <a:pt x="354067" y="489392"/>
                  <a:pt x="356579" y="491460"/>
                </a:cubicBezTo>
                <a:cubicBezTo>
                  <a:pt x="360984" y="495197"/>
                  <a:pt x="365388" y="498934"/>
                  <a:pt x="371505" y="501516"/>
                </a:cubicBezTo>
                <a:cubicBezTo>
                  <a:pt x="408203" y="517000"/>
                  <a:pt x="442659" y="534654"/>
                  <a:pt x="476275" y="553122"/>
                </a:cubicBezTo>
                <a:cubicBezTo>
                  <a:pt x="531461" y="583213"/>
                  <a:pt x="586103" y="614082"/>
                  <a:pt x="649952" y="635294"/>
                </a:cubicBezTo>
                <a:cubicBezTo>
                  <a:pt x="673972" y="643298"/>
                  <a:pt x="698805" y="650018"/>
                  <a:pt x="727161" y="651328"/>
                </a:cubicBezTo>
                <a:cubicBezTo>
                  <a:pt x="726126" y="649081"/>
                  <a:pt x="724263" y="647883"/>
                  <a:pt x="722417" y="646921"/>
                </a:cubicBezTo>
                <a:cubicBezTo>
                  <a:pt x="660627" y="615969"/>
                  <a:pt x="600830" y="583590"/>
                  <a:pt x="546079" y="546328"/>
                </a:cubicBezTo>
                <a:cubicBezTo>
                  <a:pt x="478576" y="500409"/>
                  <a:pt x="420223" y="448637"/>
                  <a:pt x="378182" y="386585"/>
                </a:cubicBezTo>
                <a:cubicBezTo>
                  <a:pt x="376229" y="383975"/>
                  <a:pt x="374884" y="381528"/>
                  <a:pt x="370158" y="382100"/>
                </a:cubicBezTo>
                <a:cubicBezTo>
                  <a:pt x="358064" y="383802"/>
                  <a:pt x="356583" y="379236"/>
                  <a:pt x="357861" y="371252"/>
                </a:cubicBezTo>
                <a:cubicBezTo>
                  <a:pt x="361373" y="351608"/>
                  <a:pt x="352380" y="336565"/>
                  <a:pt x="331313" y="328203"/>
                </a:cubicBezTo>
                <a:cubicBezTo>
                  <a:pt x="316037" y="321986"/>
                  <a:pt x="303183" y="316425"/>
                  <a:pt x="319354" y="299282"/>
                </a:cubicBezTo>
                <a:cubicBezTo>
                  <a:pt x="323265" y="295249"/>
                  <a:pt x="321459" y="290249"/>
                  <a:pt x="319682" y="285719"/>
                </a:cubicBezTo>
                <a:cubicBezTo>
                  <a:pt x="317166" y="278905"/>
                  <a:pt x="312080" y="273828"/>
                  <a:pt x="306391" y="268585"/>
                </a:cubicBezTo>
                <a:cubicBezTo>
                  <a:pt x="303227" y="265647"/>
                  <a:pt x="299399" y="261602"/>
                  <a:pt x="303294" y="257334"/>
                </a:cubicBezTo>
                <a:cubicBezTo>
                  <a:pt x="307735" y="252289"/>
                  <a:pt x="314131" y="254598"/>
                  <a:pt x="319242" y="255403"/>
                </a:cubicBezTo>
                <a:cubicBezTo>
                  <a:pt x="342683" y="258970"/>
                  <a:pt x="357062" y="269803"/>
                  <a:pt x="364093" y="286745"/>
                </a:cubicBezTo>
                <a:cubicBezTo>
                  <a:pt x="368651" y="297582"/>
                  <a:pt x="374307" y="297608"/>
                  <a:pt x="385301" y="287973"/>
                </a:cubicBezTo>
                <a:cubicBezTo>
                  <a:pt x="397712" y="277216"/>
                  <a:pt x="408079" y="276436"/>
                  <a:pt x="417598" y="285722"/>
                </a:cubicBezTo>
                <a:cubicBezTo>
                  <a:pt x="425226" y="293339"/>
                  <a:pt x="431406" y="301607"/>
                  <a:pt x="440155" y="308139"/>
                </a:cubicBezTo>
                <a:cubicBezTo>
                  <a:pt x="463623" y="326175"/>
                  <a:pt x="485720" y="346039"/>
                  <a:pt x="534406" y="339430"/>
                </a:cubicBezTo>
                <a:cubicBezTo>
                  <a:pt x="520872" y="332528"/>
                  <a:pt x="507316" y="334645"/>
                  <a:pt x="495633" y="333450"/>
                </a:cubicBezTo>
                <a:cubicBezTo>
                  <a:pt x="487244" y="332567"/>
                  <a:pt x="478750" y="330037"/>
                  <a:pt x="486289" y="322243"/>
                </a:cubicBezTo>
                <a:cubicBezTo>
                  <a:pt x="494951" y="313365"/>
                  <a:pt x="489365" y="309771"/>
                  <a:pt x="484000" y="304964"/>
                </a:cubicBezTo>
                <a:cubicBezTo>
                  <a:pt x="471673" y="293645"/>
                  <a:pt x="461604" y="280392"/>
                  <a:pt x="436911" y="280536"/>
                </a:cubicBezTo>
                <a:cubicBezTo>
                  <a:pt x="433041" y="280530"/>
                  <a:pt x="429923" y="278297"/>
                  <a:pt x="426865" y="277007"/>
                </a:cubicBezTo>
                <a:cubicBezTo>
                  <a:pt x="422581" y="275154"/>
                  <a:pt x="418872" y="272993"/>
                  <a:pt x="420654" y="268269"/>
                </a:cubicBezTo>
                <a:cubicBezTo>
                  <a:pt x="422468" y="264016"/>
                  <a:pt x="426748" y="261125"/>
                  <a:pt x="432329" y="259975"/>
                </a:cubicBezTo>
                <a:cubicBezTo>
                  <a:pt x="437320" y="258895"/>
                  <a:pt x="442621" y="258016"/>
                  <a:pt x="447672" y="257879"/>
                </a:cubicBezTo>
                <a:cubicBezTo>
                  <a:pt x="470223" y="256809"/>
                  <a:pt x="486254" y="265543"/>
                  <a:pt x="502242" y="273572"/>
                </a:cubicBezTo>
                <a:cubicBezTo>
                  <a:pt x="558179" y="301436"/>
                  <a:pt x="607891" y="334326"/>
                  <a:pt x="659874" y="365516"/>
                </a:cubicBezTo>
                <a:cubicBezTo>
                  <a:pt x="711842" y="396471"/>
                  <a:pt x="772192" y="418818"/>
                  <a:pt x="829177" y="444421"/>
                </a:cubicBezTo>
                <a:cubicBezTo>
                  <a:pt x="960626" y="503711"/>
                  <a:pt x="1092650" y="562693"/>
                  <a:pt x="1231903" y="613682"/>
                </a:cubicBezTo>
                <a:cubicBezTo>
                  <a:pt x="1368099" y="663381"/>
                  <a:pt x="1823141" y="686561"/>
                  <a:pt x="1911736" y="685084"/>
                </a:cubicBezTo>
                <a:cubicBezTo>
                  <a:pt x="2024994" y="682992"/>
                  <a:pt x="2291986" y="655399"/>
                  <a:pt x="2564313" y="632143"/>
                </a:cubicBezTo>
                <a:cubicBezTo>
                  <a:pt x="2595089" y="629364"/>
                  <a:pt x="2625288" y="626893"/>
                  <a:pt x="2657304" y="624913"/>
                </a:cubicBezTo>
                <a:cubicBezTo>
                  <a:pt x="3564401" y="568191"/>
                  <a:pt x="4203594" y="276765"/>
                  <a:pt x="4235818" y="259339"/>
                </a:cubicBezTo>
                <a:cubicBezTo>
                  <a:pt x="4287616" y="231474"/>
                  <a:pt x="4460006" y="176429"/>
                  <a:pt x="4460331" y="176864"/>
                </a:cubicBezTo>
                <a:cubicBezTo>
                  <a:pt x="4464175" y="181144"/>
                  <a:pt x="4483735" y="184529"/>
                  <a:pt x="4499578" y="186791"/>
                </a:cubicBezTo>
                <a:lnTo>
                  <a:pt x="4514640" y="188841"/>
                </a:lnTo>
                <a:lnTo>
                  <a:pt x="4516523" y="189988"/>
                </a:lnTo>
                <a:cubicBezTo>
                  <a:pt x="4522035" y="190091"/>
                  <a:pt x="4521760" y="189857"/>
                  <a:pt x="4518126" y="189316"/>
                </a:cubicBezTo>
                <a:lnTo>
                  <a:pt x="4514640" y="188841"/>
                </a:lnTo>
                <a:lnTo>
                  <a:pt x="4511569" y="186970"/>
                </a:lnTo>
                <a:cubicBezTo>
                  <a:pt x="4510788" y="185226"/>
                  <a:pt x="4510719" y="182981"/>
                  <a:pt x="4510888" y="180943"/>
                </a:cubicBezTo>
                <a:cubicBezTo>
                  <a:pt x="4511690" y="170169"/>
                  <a:pt x="4517648" y="160906"/>
                  <a:pt x="4531865" y="155151"/>
                </a:cubicBezTo>
                <a:cubicBezTo>
                  <a:pt x="4545507" y="149703"/>
                  <a:pt x="4559473" y="144689"/>
                  <a:pt x="4573441" y="139676"/>
                </a:cubicBezTo>
                <a:cubicBezTo>
                  <a:pt x="4585075" y="135420"/>
                  <a:pt x="4593048" y="134454"/>
                  <a:pt x="4594964" y="145847"/>
                </a:cubicBezTo>
                <a:cubicBezTo>
                  <a:pt x="4596879" y="157242"/>
                  <a:pt x="4613452" y="160454"/>
                  <a:pt x="4623059" y="152410"/>
                </a:cubicBezTo>
                <a:cubicBezTo>
                  <a:pt x="4660632" y="120811"/>
                  <a:pt x="4705757" y="95654"/>
                  <a:pt x="4748356" y="68192"/>
                </a:cubicBezTo>
                <a:cubicBezTo>
                  <a:pt x="4778098" y="49168"/>
                  <a:pt x="4809406" y="31378"/>
                  <a:pt x="4833812" y="8017"/>
                </a:cubicBezTo>
                <a:cubicBezTo>
                  <a:pt x="4838299" y="3678"/>
                  <a:pt x="4842399" y="-2039"/>
                  <a:pt x="4850908" y="727"/>
                </a:cubicBezTo>
                <a:close/>
              </a:path>
            </a:pathLst>
          </a:custGeom>
          <a:solidFill>
            <a:schemeClr val="bg2">
              <a:alpha val="50000"/>
            </a:schemeClr>
          </a:solidFill>
          <a:ln w="32707" cap="flat">
            <a:noFill/>
            <a:prstDash val="solid"/>
            <a:miter/>
          </a:ln>
        </p:spPr>
        <p:txBody>
          <a:bodyPr wrap="square" rtlCol="0" anchor="ctr">
            <a:noAutofit/>
          </a:bodyPr>
          <a:lstStyle/>
          <a:p>
            <a:pPr algn="ctr"/>
            <a:endParaRPr lang="en-US">
              <a:solidFill>
                <a:schemeClr val="tx1"/>
              </a:solidFill>
            </a:endParaRPr>
          </a:p>
        </p:txBody>
      </p:sp>
      <p:sp>
        <p:nvSpPr>
          <p:cNvPr id="2" name="Title 1"/>
          <p:cNvSpPr>
            <a:spLocks noGrp="1"/>
          </p:cNvSpPr>
          <p:nvPr>
            <p:ph type="title"/>
          </p:nvPr>
        </p:nvSpPr>
        <p:spPr>
          <a:xfrm>
            <a:off x="1000941" y="685801"/>
            <a:ext cx="3494859" cy="5491162"/>
          </a:xfrm>
        </p:spPr>
        <p:txBody>
          <a:bodyPr>
            <a:normAutofit/>
          </a:bodyPr>
          <a:lstStyle/>
          <a:p>
            <a:r>
              <a:rPr lang="en-US" sz="4100"/>
              <a:t>Current Implementation</a:t>
            </a:r>
          </a:p>
        </p:txBody>
      </p:sp>
      <p:graphicFrame>
        <p:nvGraphicFramePr>
          <p:cNvPr id="15" name="Content Placeholder 2">
            <a:extLst>
              <a:ext uri="{FF2B5EF4-FFF2-40B4-BE49-F238E27FC236}">
                <a16:creationId xmlns:a16="http://schemas.microsoft.com/office/drawing/2014/main" id="{276F42EC-F7C7-F13D-6B11-B3441CC438C5}"/>
              </a:ext>
            </a:extLst>
          </p:cNvPr>
          <p:cNvGraphicFramePr>
            <a:graphicFrameLocks noGrp="1"/>
          </p:cNvGraphicFramePr>
          <p:nvPr>
            <p:ph idx="1"/>
            <p:extLst>
              <p:ext uri="{D42A27DB-BD31-4B8C-83A1-F6EECF244321}">
                <p14:modId xmlns:p14="http://schemas.microsoft.com/office/powerpoint/2010/main" val="2408641837"/>
              </p:ext>
            </p:extLst>
          </p:nvPr>
        </p:nvGraphicFramePr>
        <p:xfrm>
          <a:off x="4702547" y="838199"/>
          <a:ext cx="6651253" cy="53387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6" name="Rectangle 65">
            <a:extLst>
              <a:ext uri="{FF2B5EF4-FFF2-40B4-BE49-F238E27FC236}">
                <a16:creationId xmlns:a16="http://schemas.microsoft.com/office/drawing/2014/main" id="{BC68A55F-7B32-44D8-AEE5-1AF4053265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55320" y="429030"/>
            <a:ext cx="2834640" cy="5457589"/>
          </a:xfrm>
        </p:spPr>
        <p:txBody>
          <a:bodyPr anchor="ctr">
            <a:normAutofit/>
          </a:bodyPr>
          <a:lstStyle/>
          <a:p>
            <a:r>
              <a:rPr lang="en-US" sz="4000"/>
              <a:t>Clinical Significance</a:t>
            </a:r>
          </a:p>
        </p:txBody>
      </p:sp>
      <p:sp>
        <p:nvSpPr>
          <p:cNvPr id="67" name="Rectangle 66">
            <a:extLst>
              <a:ext uri="{FF2B5EF4-FFF2-40B4-BE49-F238E27FC236}">
                <a16:creationId xmlns:a16="http://schemas.microsoft.com/office/drawing/2014/main" id="{CD1AAA2C-FBBE-42AA-B869-31D524B765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5320" y="6112341"/>
            <a:ext cx="10835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8" name="Rectangle 67">
            <a:extLst>
              <a:ext uri="{FF2B5EF4-FFF2-40B4-BE49-F238E27FC236}">
                <a16:creationId xmlns:a16="http://schemas.microsoft.com/office/drawing/2014/main" id="{5F937BBF-9326-4230-AB1B-F1795E350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045208" y="4686084"/>
            <a:ext cx="54864" cy="2834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pSp>
        <p:nvGrpSpPr>
          <p:cNvPr id="27" name="Group 26">
            <a:extLst>
              <a:ext uri="{FF2B5EF4-FFF2-40B4-BE49-F238E27FC236}">
                <a16:creationId xmlns:a16="http://schemas.microsoft.com/office/drawing/2014/main" id="{7D08AA09-68CF-D0C4-8CC2-1B7D1F42A780}"/>
              </a:ext>
            </a:extLst>
          </p:cNvPr>
          <p:cNvGrpSpPr/>
          <p:nvPr/>
        </p:nvGrpSpPr>
        <p:grpSpPr>
          <a:xfrm>
            <a:off x="3489960" y="548303"/>
            <a:ext cx="8702040" cy="5425587"/>
            <a:chOff x="1311308" y="719666"/>
            <a:chExt cx="9031221" cy="5630826"/>
          </a:xfrm>
        </p:grpSpPr>
        <p:sp>
          <p:nvSpPr>
            <p:cNvPr id="12" name="Freeform: Shape 11">
              <a:extLst>
                <a:ext uri="{FF2B5EF4-FFF2-40B4-BE49-F238E27FC236}">
                  <a16:creationId xmlns:a16="http://schemas.microsoft.com/office/drawing/2014/main" id="{5EEE8C1D-5D28-507C-9C62-EF08738BF928}"/>
                </a:ext>
              </a:extLst>
            </p:cNvPr>
            <p:cNvSpPr/>
            <p:nvPr/>
          </p:nvSpPr>
          <p:spPr>
            <a:xfrm>
              <a:off x="6742623" y="4616519"/>
              <a:ext cx="3599906" cy="1733973"/>
            </a:xfrm>
            <a:custGeom>
              <a:avLst/>
              <a:gdLst>
                <a:gd name="connsiteX0" fmla="*/ 0 w 2676821"/>
                <a:gd name="connsiteY0" fmla="*/ 173397 h 1733973"/>
                <a:gd name="connsiteX1" fmla="*/ 173397 w 2676821"/>
                <a:gd name="connsiteY1" fmla="*/ 0 h 1733973"/>
                <a:gd name="connsiteX2" fmla="*/ 2503424 w 2676821"/>
                <a:gd name="connsiteY2" fmla="*/ 0 h 1733973"/>
                <a:gd name="connsiteX3" fmla="*/ 2676821 w 2676821"/>
                <a:gd name="connsiteY3" fmla="*/ 173397 h 1733973"/>
                <a:gd name="connsiteX4" fmla="*/ 2676821 w 2676821"/>
                <a:gd name="connsiteY4" fmla="*/ 1560576 h 1733973"/>
                <a:gd name="connsiteX5" fmla="*/ 2503424 w 2676821"/>
                <a:gd name="connsiteY5" fmla="*/ 1733973 h 1733973"/>
                <a:gd name="connsiteX6" fmla="*/ 173397 w 2676821"/>
                <a:gd name="connsiteY6" fmla="*/ 1733973 h 1733973"/>
                <a:gd name="connsiteX7" fmla="*/ 0 w 2676821"/>
                <a:gd name="connsiteY7" fmla="*/ 1560576 h 1733973"/>
                <a:gd name="connsiteX8" fmla="*/ 0 w 2676821"/>
                <a:gd name="connsiteY8" fmla="*/ 173397 h 173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6821" h="1733973">
                  <a:moveTo>
                    <a:pt x="0" y="173397"/>
                  </a:moveTo>
                  <a:cubicBezTo>
                    <a:pt x="0" y="77632"/>
                    <a:pt x="77632" y="0"/>
                    <a:pt x="173397" y="0"/>
                  </a:cubicBezTo>
                  <a:lnTo>
                    <a:pt x="2503424" y="0"/>
                  </a:lnTo>
                  <a:cubicBezTo>
                    <a:pt x="2599189" y="0"/>
                    <a:pt x="2676821" y="77632"/>
                    <a:pt x="2676821" y="173397"/>
                  </a:cubicBezTo>
                  <a:lnTo>
                    <a:pt x="2676821" y="1560576"/>
                  </a:lnTo>
                  <a:cubicBezTo>
                    <a:pt x="2676821" y="1656341"/>
                    <a:pt x="2599189" y="1733973"/>
                    <a:pt x="2503424" y="1733973"/>
                  </a:cubicBezTo>
                  <a:lnTo>
                    <a:pt x="173397" y="1733973"/>
                  </a:lnTo>
                  <a:cubicBezTo>
                    <a:pt x="77632" y="1733973"/>
                    <a:pt x="0" y="1656341"/>
                    <a:pt x="0" y="1560576"/>
                  </a:cubicBezTo>
                  <a:lnTo>
                    <a:pt x="0" y="173397"/>
                  </a:lnTo>
                  <a:close/>
                </a:path>
              </a:pathLst>
            </a:custGeom>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5906" tIns="536353" rIns="102860" bIns="102860" numCol="1" spcCol="1270" anchor="t" anchorCtr="0">
              <a:noAutofit/>
            </a:bodyPr>
            <a:lstStyle/>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Understanding the system you'll work within</a:t>
              </a:r>
            </a:p>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Historical context of challenges you'll face</a:t>
              </a:r>
              <a:endParaRPr lang="en-US" kern="1200" dirty="0"/>
            </a:p>
          </p:txBody>
        </p:sp>
        <p:sp>
          <p:nvSpPr>
            <p:cNvPr id="14" name="Freeform: Shape 13">
              <a:extLst>
                <a:ext uri="{FF2B5EF4-FFF2-40B4-BE49-F238E27FC236}">
                  <a16:creationId xmlns:a16="http://schemas.microsoft.com/office/drawing/2014/main" id="{E7FCEDCA-EC5D-35C7-57DF-EC52A6B695BE}"/>
                </a:ext>
              </a:extLst>
            </p:cNvPr>
            <p:cNvSpPr/>
            <p:nvPr/>
          </p:nvSpPr>
          <p:spPr>
            <a:xfrm>
              <a:off x="1311308" y="4472831"/>
              <a:ext cx="3939379" cy="1733973"/>
            </a:xfrm>
            <a:custGeom>
              <a:avLst/>
              <a:gdLst>
                <a:gd name="connsiteX0" fmla="*/ 0 w 2676821"/>
                <a:gd name="connsiteY0" fmla="*/ 173397 h 1733973"/>
                <a:gd name="connsiteX1" fmla="*/ 173397 w 2676821"/>
                <a:gd name="connsiteY1" fmla="*/ 0 h 1733973"/>
                <a:gd name="connsiteX2" fmla="*/ 2503424 w 2676821"/>
                <a:gd name="connsiteY2" fmla="*/ 0 h 1733973"/>
                <a:gd name="connsiteX3" fmla="*/ 2676821 w 2676821"/>
                <a:gd name="connsiteY3" fmla="*/ 173397 h 1733973"/>
                <a:gd name="connsiteX4" fmla="*/ 2676821 w 2676821"/>
                <a:gd name="connsiteY4" fmla="*/ 1560576 h 1733973"/>
                <a:gd name="connsiteX5" fmla="*/ 2503424 w 2676821"/>
                <a:gd name="connsiteY5" fmla="*/ 1733973 h 1733973"/>
                <a:gd name="connsiteX6" fmla="*/ 173397 w 2676821"/>
                <a:gd name="connsiteY6" fmla="*/ 1733973 h 1733973"/>
                <a:gd name="connsiteX7" fmla="*/ 0 w 2676821"/>
                <a:gd name="connsiteY7" fmla="*/ 1560576 h 1733973"/>
                <a:gd name="connsiteX8" fmla="*/ 0 w 2676821"/>
                <a:gd name="connsiteY8" fmla="*/ 173397 h 173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6821" h="1733973">
                  <a:moveTo>
                    <a:pt x="0" y="173397"/>
                  </a:moveTo>
                  <a:cubicBezTo>
                    <a:pt x="0" y="77632"/>
                    <a:pt x="77632" y="0"/>
                    <a:pt x="173397" y="0"/>
                  </a:cubicBezTo>
                  <a:lnTo>
                    <a:pt x="2503424" y="0"/>
                  </a:lnTo>
                  <a:cubicBezTo>
                    <a:pt x="2599189" y="0"/>
                    <a:pt x="2676821" y="77632"/>
                    <a:pt x="2676821" y="173397"/>
                  </a:cubicBezTo>
                  <a:lnTo>
                    <a:pt x="2676821" y="1560576"/>
                  </a:lnTo>
                  <a:cubicBezTo>
                    <a:pt x="2676821" y="1656341"/>
                    <a:pt x="2599189" y="1733973"/>
                    <a:pt x="2503424" y="1733973"/>
                  </a:cubicBezTo>
                  <a:lnTo>
                    <a:pt x="173397" y="1733973"/>
                  </a:lnTo>
                  <a:cubicBezTo>
                    <a:pt x="77632" y="1733973"/>
                    <a:pt x="0" y="1656341"/>
                    <a:pt x="0" y="1560576"/>
                  </a:cubicBezTo>
                  <a:lnTo>
                    <a:pt x="0" y="173397"/>
                  </a:lnTo>
                  <a:close/>
                </a:path>
              </a:pathLst>
            </a:custGeom>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2860" tIns="536353" rIns="905906" bIns="102860" numCol="1" spcCol="1270" anchor="t" anchorCtr="0">
              <a:noAutofit/>
            </a:bodyPr>
            <a:lstStyle/>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Community Medicine theory and practical</a:t>
              </a:r>
            </a:p>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Public Health Management concepts</a:t>
              </a:r>
            </a:p>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Health Policy and Planning questions</a:t>
              </a:r>
              <a:endParaRPr lang="en-US" kern="1200" dirty="0"/>
            </a:p>
          </p:txBody>
        </p:sp>
        <p:sp>
          <p:nvSpPr>
            <p:cNvPr id="16" name="Freeform: Shape 15">
              <a:extLst>
                <a:ext uri="{FF2B5EF4-FFF2-40B4-BE49-F238E27FC236}">
                  <a16:creationId xmlns:a16="http://schemas.microsoft.com/office/drawing/2014/main" id="{B410A120-3C85-A832-D135-457A10427FC9}"/>
                </a:ext>
              </a:extLst>
            </p:cNvPr>
            <p:cNvSpPr/>
            <p:nvPr/>
          </p:nvSpPr>
          <p:spPr>
            <a:xfrm>
              <a:off x="6975707" y="719666"/>
              <a:ext cx="3366822" cy="1733973"/>
            </a:xfrm>
            <a:custGeom>
              <a:avLst/>
              <a:gdLst>
                <a:gd name="connsiteX0" fmla="*/ 0 w 2676821"/>
                <a:gd name="connsiteY0" fmla="*/ 173397 h 1733973"/>
                <a:gd name="connsiteX1" fmla="*/ 173397 w 2676821"/>
                <a:gd name="connsiteY1" fmla="*/ 0 h 1733973"/>
                <a:gd name="connsiteX2" fmla="*/ 2503424 w 2676821"/>
                <a:gd name="connsiteY2" fmla="*/ 0 h 1733973"/>
                <a:gd name="connsiteX3" fmla="*/ 2676821 w 2676821"/>
                <a:gd name="connsiteY3" fmla="*/ 173397 h 1733973"/>
                <a:gd name="connsiteX4" fmla="*/ 2676821 w 2676821"/>
                <a:gd name="connsiteY4" fmla="*/ 1560576 h 1733973"/>
                <a:gd name="connsiteX5" fmla="*/ 2503424 w 2676821"/>
                <a:gd name="connsiteY5" fmla="*/ 1733973 h 1733973"/>
                <a:gd name="connsiteX6" fmla="*/ 173397 w 2676821"/>
                <a:gd name="connsiteY6" fmla="*/ 1733973 h 1733973"/>
                <a:gd name="connsiteX7" fmla="*/ 0 w 2676821"/>
                <a:gd name="connsiteY7" fmla="*/ 1560576 h 1733973"/>
                <a:gd name="connsiteX8" fmla="*/ 0 w 2676821"/>
                <a:gd name="connsiteY8" fmla="*/ 173397 h 173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6821" h="1733973">
                  <a:moveTo>
                    <a:pt x="0" y="173397"/>
                  </a:moveTo>
                  <a:cubicBezTo>
                    <a:pt x="0" y="77632"/>
                    <a:pt x="77632" y="0"/>
                    <a:pt x="173397" y="0"/>
                  </a:cubicBezTo>
                  <a:lnTo>
                    <a:pt x="2503424" y="0"/>
                  </a:lnTo>
                  <a:cubicBezTo>
                    <a:pt x="2599189" y="0"/>
                    <a:pt x="2676821" y="77632"/>
                    <a:pt x="2676821" y="173397"/>
                  </a:cubicBezTo>
                  <a:lnTo>
                    <a:pt x="2676821" y="1560576"/>
                  </a:lnTo>
                  <a:cubicBezTo>
                    <a:pt x="2676821" y="1656341"/>
                    <a:pt x="2599189" y="1733973"/>
                    <a:pt x="2503424" y="1733973"/>
                  </a:cubicBezTo>
                  <a:lnTo>
                    <a:pt x="173397" y="1733973"/>
                  </a:lnTo>
                  <a:cubicBezTo>
                    <a:pt x="77632" y="1733973"/>
                    <a:pt x="0" y="1656341"/>
                    <a:pt x="0" y="1560576"/>
                  </a:cubicBezTo>
                  <a:lnTo>
                    <a:pt x="0" y="173397"/>
                  </a:lnTo>
                  <a:close/>
                </a:path>
              </a:pathLst>
            </a:custGeom>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05906" tIns="102860" rIns="102860" bIns="536353" numCol="1" spcCol="1270" anchor="t" anchorCtr="0">
              <a:noAutofit/>
            </a:bodyPr>
            <a:lstStyle/>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Why prevention is as important as treatment</a:t>
              </a:r>
            </a:p>
            <a:p>
              <a:pPr marL="108848" lvl="1" indent="-108848" defTabSz="550287">
                <a:lnSpc>
                  <a:spcPct val="90000"/>
                </a:lnSpc>
                <a:spcBef>
                  <a:spcPct val="0"/>
                </a:spcBef>
                <a:spcAft>
                  <a:spcPct val="15000"/>
                </a:spcAft>
                <a:buChar char="•"/>
              </a:pPr>
              <a:r>
                <a:rPr lang="en-US" sz="1712" kern="1200" dirty="0">
                  <a:solidFill>
                    <a:schemeClr val="dk1">
                      <a:hueOff val="0"/>
                      <a:satOff val="0"/>
                      <a:lumOff val="0"/>
                      <a:alphaOff val="0"/>
                    </a:schemeClr>
                  </a:solidFill>
                  <a:latin typeface="+mn-lt"/>
                  <a:ea typeface="+mn-ea"/>
                  <a:cs typeface="+mn-cs"/>
                </a:rPr>
                <a:t>- Your role in public health programs</a:t>
              </a:r>
              <a:endParaRPr lang="en-US" kern="1200" dirty="0"/>
            </a:p>
          </p:txBody>
        </p:sp>
        <p:sp>
          <p:nvSpPr>
            <p:cNvPr id="17" name="Freeform: Shape 16">
              <a:extLst>
                <a:ext uri="{FF2B5EF4-FFF2-40B4-BE49-F238E27FC236}">
                  <a16:creationId xmlns:a16="http://schemas.microsoft.com/office/drawing/2014/main" id="{AD8D4187-17E2-4BA4-34E3-0BF1D7DD0A51}"/>
                </a:ext>
              </a:extLst>
            </p:cNvPr>
            <p:cNvSpPr/>
            <p:nvPr/>
          </p:nvSpPr>
          <p:spPr>
            <a:xfrm>
              <a:off x="1883865" y="719666"/>
              <a:ext cx="3366822" cy="1733973"/>
            </a:xfrm>
            <a:custGeom>
              <a:avLst/>
              <a:gdLst>
                <a:gd name="connsiteX0" fmla="*/ 0 w 2676821"/>
                <a:gd name="connsiteY0" fmla="*/ 173397 h 1733973"/>
                <a:gd name="connsiteX1" fmla="*/ 173397 w 2676821"/>
                <a:gd name="connsiteY1" fmla="*/ 0 h 1733973"/>
                <a:gd name="connsiteX2" fmla="*/ 2503424 w 2676821"/>
                <a:gd name="connsiteY2" fmla="*/ 0 h 1733973"/>
                <a:gd name="connsiteX3" fmla="*/ 2676821 w 2676821"/>
                <a:gd name="connsiteY3" fmla="*/ 173397 h 1733973"/>
                <a:gd name="connsiteX4" fmla="*/ 2676821 w 2676821"/>
                <a:gd name="connsiteY4" fmla="*/ 1560576 h 1733973"/>
                <a:gd name="connsiteX5" fmla="*/ 2503424 w 2676821"/>
                <a:gd name="connsiteY5" fmla="*/ 1733973 h 1733973"/>
                <a:gd name="connsiteX6" fmla="*/ 173397 w 2676821"/>
                <a:gd name="connsiteY6" fmla="*/ 1733973 h 1733973"/>
                <a:gd name="connsiteX7" fmla="*/ 0 w 2676821"/>
                <a:gd name="connsiteY7" fmla="*/ 1560576 h 1733973"/>
                <a:gd name="connsiteX8" fmla="*/ 0 w 2676821"/>
                <a:gd name="connsiteY8" fmla="*/ 173397 h 17339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76821" h="1733973">
                  <a:moveTo>
                    <a:pt x="0" y="173397"/>
                  </a:moveTo>
                  <a:cubicBezTo>
                    <a:pt x="0" y="77632"/>
                    <a:pt x="77632" y="0"/>
                    <a:pt x="173397" y="0"/>
                  </a:cubicBezTo>
                  <a:lnTo>
                    <a:pt x="2503424" y="0"/>
                  </a:lnTo>
                  <a:cubicBezTo>
                    <a:pt x="2599189" y="0"/>
                    <a:pt x="2676821" y="77632"/>
                    <a:pt x="2676821" y="173397"/>
                  </a:cubicBezTo>
                  <a:lnTo>
                    <a:pt x="2676821" y="1560576"/>
                  </a:lnTo>
                  <a:cubicBezTo>
                    <a:pt x="2676821" y="1656341"/>
                    <a:pt x="2599189" y="1733973"/>
                    <a:pt x="2503424" y="1733973"/>
                  </a:cubicBezTo>
                  <a:lnTo>
                    <a:pt x="173397" y="1733973"/>
                  </a:lnTo>
                  <a:cubicBezTo>
                    <a:pt x="77632" y="1733973"/>
                    <a:pt x="0" y="1656341"/>
                    <a:pt x="0" y="1560576"/>
                  </a:cubicBezTo>
                  <a:lnTo>
                    <a:pt x="0" y="173397"/>
                  </a:lnTo>
                  <a:close/>
                </a:path>
              </a:pathLst>
            </a:custGeom>
            <a:ln>
              <a:no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102860" tIns="102860" rIns="905906" bIns="536353" numCol="1" spcCol="1270" anchor="t" anchorCtr="0">
              <a:noAutofit/>
            </a:bodyPr>
            <a:lstStyle/>
            <a:p>
              <a:pPr marL="108848" lvl="1" indent="-108848" defTabSz="550287">
                <a:lnSpc>
                  <a:spcPct val="90000"/>
                </a:lnSpc>
                <a:spcBef>
                  <a:spcPct val="0"/>
                </a:spcBef>
                <a:spcAft>
                  <a:spcPct val="15000"/>
                </a:spcAft>
                <a:buChar char="•"/>
              </a:pPr>
              <a:r>
                <a:rPr lang="en-US" sz="1712" kern="1200">
                  <a:solidFill>
                    <a:schemeClr val="dk1">
                      <a:hueOff val="0"/>
                      <a:satOff val="0"/>
                      <a:lumOff val="0"/>
                      <a:alphaOff val="0"/>
                    </a:schemeClr>
                  </a:solidFill>
                  <a:latin typeface="+mn-lt"/>
                  <a:ea typeface="+mn-ea"/>
                  <a:cs typeface="+mn-cs"/>
                </a:rPr>
                <a:t>- Why patients come to you through referral chains</a:t>
              </a:r>
            </a:p>
            <a:p>
              <a:pPr marL="108848" lvl="1" indent="-108848" defTabSz="550287">
                <a:lnSpc>
                  <a:spcPct val="90000"/>
                </a:lnSpc>
                <a:spcBef>
                  <a:spcPct val="0"/>
                </a:spcBef>
                <a:spcAft>
                  <a:spcPct val="15000"/>
                </a:spcAft>
                <a:buChar char="•"/>
              </a:pPr>
              <a:r>
                <a:rPr lang="en-US" sz="1712" kern="1200">
                  <a:solidFill>
                    <a:schemeClr val="dk1">
                      <a:hueOff val="0"/>
                      <a:satOff val="0"/>
                      <a:lumOff val="0"/>
                      <a:alphaOff val="0"/>
                    </a:schemeClr>
                  </a:solidFill>
                  <a:latin typeface="+mn-lt"/>
                  <a:ea typeface="+mn-ea"/>
                  <a:cs typeface="+mn-cs"/>
                </a:rPr>
                <a:t>- When to refer up or manage at your level</a:t>
              </a:r>
              <a:endParaRPr lang="en-US" kern="1200"/>
            </a:p>
          </p:txBody>
        </p:sp>
        <p:sp>
          <p:nvSpPr>
            <p:cNvPr id="18" name="Freeform: Shape 17">
              <a:extLst>
                <a:ext uri="{FF2B5EF4-FFF2-40B4-BE49-F238E27FC236}">
                  <a16:creationId xmlns:a16="http://schemas.microsoft.com/office/drawing/2014/main" id="{A6C0C83F-5F0D-A7E3-1A41-0685364C524C}"/>
                </a:ext>
              </a:extLst>
            </p:cNvPr>
            <p:cNvSpPr/>
            <p:nvPr/>
          </p:nvSpPr>
          <p:spPr>
            <a:xfrm>
              <a:off x="3695530" y="1028530"/>
              <a:ext cx="2346282" cy="2346282"/>
            </a:xfrm>
            <a:custGeom>
              <a:avLst/>
              <a:gdLst>
                <a:gd name="connsiteX0" fmla="*/ 0 w 2346282"/>
                <a:gd name="connsiteY0" fmla="*/ 2346282 h 2346282"/>
                <a:gd name="connsiteX1" fmla="*/ 2346282 w 2346282"/>
                <a:gd name="connsiteY1" fmla="*/ 0 h 2346282"/>
                <a:gd name="connsiteX2" fmla="*/ 2346282 w 2346282"/>
                <a:gd name="connsiteY2" fmla="*/ 2346282 h 2346282"/>
                <a:gd name="connsiteX3" fmla="*/ 0 w 2346282"/>
                <a:gd name="connsiteY3" fmla="*/ 2346282 h 2346282"/>
              </a:gdLst>
              <a:ahLst/>
              <a:cxnLst>
                <a:cxn ang="0">
                  <a:pos x="connsiteX0" y="connsiteY0"/>
                </a:cxn>
                <a:cxn ang="0">
                  <a:pos x="connsiteX1" y="connsiteY1"/>
                </a:cxn>
                <a:cxn ang="0">
                  <a:pos x="connsiteX2" y="connsiteY2"/>
                </a:cxn>
                <a:cxn ang="0">
                  <a:pos x="connsiteX3" y="connsiteY3"/>
                </a:cxn>
              </a:cxnLst>
              <a:rect l="l" t="t" r="r" b="b"/>
              <a:pathLst>
                <a:path w="2346282" h="2346282">
                  <a:moveTo>
                    <a:pt x="0" y="2346282"/>
                  </a:moveTo>
                  <a:cubicBezTo>
                    <a:pt x="0" y="1050466"/>
                    <a:pt x="1050466" y="0"/>
                    <a:pt x="2346282" y="0"/>
                  </a:cubicBezTo>
                  <a:lnTo>
                    <a:pt x="2346282" y="2346282"/>
                  </a:lnTo>
                  <a:lnTo>
                    <a:pt x="0" y="23462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8114" tIns="808114" rIns="120904" bIns="120904" numCol="1" spcCol="1270" anchor="ctr" anchorCtr="0">
              <a:noAutofit/>
            </a:bodyPr>
            <a:lstStyle/>
            <a:p>
              <a:pPr algn="ctr" defTabSz="719606">
                <a:lnSpc>
                  <a:spcPct val="90000"/>
                </a:lnSpc>
                <a:spcBef>
                  <a:spcPct val="0"/>
                </a:spcBef>
                <a:spcAft>
                  <a:spcPct val="35000"/>
                </a:spcAft>
                <a:defRPr b="1"/>
              </a:pPr>
              <a:r>
                <a:rPr lang="en-US" sz="1619" b="1" kern="1200">
                  <a:solidFill>
                    <a:schemeClr val="lt1"/>
                  </a:solidFill>
                  <a:latin typeface="+mn-lt"/>
                  <a:ea typeface="+mn-ea"/>
                  <a:cs typeface="+mn-cs"/>
                </a:rPr>
                <a:t>Understanding Patient Flow:</a:t>
              </a:r>
              <a:endParaRPr lang="en-US" sz="1700" kern="1200"/>
            </a:p>
          </p:txBody>
        </p:sp>
        <p:sp>
          <p:nvSpPr>
            <p:cNvPr id="19" name="Freeform: Shape 18">
              <a:extLst>
                <a:ext uri="{FF2B5EF4-FFF2-40B4-BE49-F238E27FC236}">
                  <a16:creationId xmlns:a16="http://schemas.microsoft.com/office/drawing/2014/main" id="{B837B9AA-7927-E4FC-7EA1-B1CCC68703D5}"/>
                </a:ext>
              </a:extLst>
            </p:cNvPr>
            <p:cNvSpPr/>
            <p:nvPr/>
          </p:nvSpPr>
          <p:spPr>
            <a:xfrm>
              <a:off x="6150186" y="1028530"/>
              <a:ext cx="2346282" cy="2346282"/>
            </a:xfrm>
            <a:custGeom>
              <a:avLst/>
              <a:gdLst>
                <a:gd name="connsiteX0" fmla="*/ 0 w 2346282"/>
                <a:gd name="connsiteY0" fmla="*/ 2346282 h 2346282"/>
                <a:gd name="connsiteX1" fmla="*/ 2346282 w 2346282"/>
                <a:gd name="connsiteY1" fmla="*/ 0 h 2346282"/>
                <a:gd name="connsiteX2" fmla="*/ 2346282 w 2346282"/>
                <a:gd name="connsiteY2" fmla="*/ 2346282 h 2346282"/>
                <a:gd name="connsiteX3" fmla="*/ 0 w 2346282"/>
                <a:gd name="connsiteY3" fmla="*/ 2346282 h 2346282"/>
              </a:gdLst>
              <a:ahLst/>
              <a:cxnLst>
                <a:cxn ang="0">
                  <a:pos x="connsiteX0" y="connsiteY0"/>
                </a:cxn>
                <a:cxn ang="0">
                  <a:pos x="connsiteX1" y="connsiteY1"/>
                </a:cxn>
                <a:cxn ang="0">
                  <a:pos x="connsiteX2" y="connsiteY2"/>
                </a:cxn>
                <a:cxn ang="0">
                  <a:pos x="connsiteX3" y="connsiteY3"/>
                </a:cxn>
              </a:cxnLst>
              <a:rect l="l" t="t" r="r" b="b"/>
              <a:pathLst>
                <a:path w="2346282" h="2346282">
                  <a:moveTo>
                    <a:pt x="0" y="0"/>
                  </a:moveTo>
                  <a:cubicBezTo>
                    <a:pt x="1295816" y="0"/>
                    <a:pt x="2346282" y="1050466"/>
                    <a:pt x="2346282" y="2346282"/>
                  </a:cubicBezTo>
                  <a:lnTo>
                    <a:pt x="0" y="2346282"/>
                  </a:lnTo>
                  <a:lnTo>
                    <a:pt x="0"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808114" rIns="808114" bIns="120904" numCol="1" spcCol="1270" anchor="ctr" anchorCtr="0">
              <a:noAutofit/>
            </a:bodyPr>
            <a:lstStyle/>
            <a:p>
              <a:pPr algn="ctr" defTabSz="719606">
                <a:lnSpc>
                  <a:spcPct val="90000"/>
                </a:lnSpc>
                <a:spcBef>
                  <a:spcPct val="0"/>
                </a:spcBef>
                <a:spcAft>
                  <a:spcPct val="35000"/>
                </a:spcAft>
                <a:defRPr b="1"/>
              </a:pPr>
              <a:r>
                <a:rPr lang="en-US" sz="1619" b="1" kern="1200">
                  <a:solidFill>
                    <a:schemeClr val="lt1"/>
                  </a:solidFill>
                  <a:latin typeface="+mn-lt"/>
                  <a:ea typeface="+mn-ea"/>
                  <a:cs typeface="+mn-cs"/>
                </a:rPr>
                <a:t>Community Medicine Integration:</a:t>
              </a:r>
              <a:endParaRPr lang="en-US" sz="1700" kern="1200"/>
            </a:p>
          </p:txBody>
        </p:sp>
        <p:sp>
          <p:nvSpPr>
            <p:cNvPr id="21" name="Freeform: Shape 20">
              <a:extLst>
                <a:ext uri="{FF2B5EF4-FFF2-40B4-BE49-F238E27FC236}">
                  <a16:creationId xmlns:a16="http://schemas.microsoft.com/office/drawing/2014/main" id="{4C60D85A-EB41-CB0A-69AC-2CFFFAD28CAC}"/>
                </a:ext>
              </a:extLst>
            </p:cNvPr>
            <p:cNvSpPr/>
            <p:nvPr/>
          </p:nvSpPr>
          <p:spPr>
            <a:xfrm>
              <a:off x="6150186" y="3483185"/>
              <a:ext cx="2346282" cy="2346283"/>
            </a:xfrm>
            <a:custGeom>
              <a:avLst/>
              <a:gdLst>
                <a:gd name="connsiteX0" fmla="*/ 0 w 2346282"/>
                <a:gd name="connsiteY0" fmla="*/ 2346282 h 2346282"/>
                <a:gd name="connsiteX1" fmla="*/ 2346282 w 2346282"/>
                <a:gd name="connsiteY1" fmla="*/ 0 h 2346282"/>
                <a:gd name="connsiteX2" fmla="*/ 2346282 w 2346282"/>
                <a:gd name="connsiteY2" fmla="*/ 2346282 h 2346282"/>
                <a:gd name="connsiteX3" fmla="*/ 0 w 2346282"/>
                <a:gd name="connsiteY3" fmla="*/ 2346282 h 2346282"/>
              </a:gdLst>
              <a:ahLst/>
              <a:cxnLst>
                <a:cxn ang="0">
                  <a:pos x="connsiteX0" y="connsiteY0"/>
                </a:cxn>
                <a:cxn ang="0">
                  <a:pos x="connsiteX1" y="connsiteY1"/>
                </a:cxn>
                <a:cxn ang="0">
                  <a:pos x="connsiteX2" y="connsiteY2"/>
                </a:cxn>
                <a:cxn ang="0">
                  <a:pos x="connsiteX3" y="connsiteY3"/>
                </a:cxn>
              </a:cxnLst>
              <a:rect l="l" t="t" r="r" b="b"/>
              <a:pathLst>
                <a:path w="2346282" h="2346282">
                  <a:moveTo>
                    <a:pt x="2346282" y="0"/>
                  </a:moveTo>
                  <a:cubicBezTo>
                    <a:pt x="2346282" y="1295816"/>
                    <a:pt x="1295816" y="2346282"/>
                    <a:pt x="0" y="2346282"/>
                  </a:cubicBezTo>
                  <a:lnTo>
                    <a:pt x="0" y="0"/>
                  </a:lnTo>
                  <a:lnTo>
                    <a:pt x="2346282" y="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20904" tIns="120905" rIns="808114" bIns="808114" numCol="1" spcCol="1270" anchor="ctr" anchorCtr="0">
              <a:noAutofit/>
            </a:bodyPr>
            <a:lstStyle/>
            <a:p>
              <a:pPr algn="ctr" defTabSz="719606">
                <a:lnSpc>
                  <a:spcPct val="90000"/>
                </a:lnSpc>
                <a:spcBef>
                  <a:spcPct val="0"/>
                </a:spcBef>
                <a:spcAft>
                  <a:spcPct val="35000"/>
                </a:spcAft>
                <a:defRPr b="1"/>
              </a:pPr>
              <a:r>
                <a:rPr lang="en-US" sz="1619" b="1" kern="1200">
                  <a:solidFill>
                    <a:schemeClr val="lt1"/>
                  </a:solidFill>
                  <a:latin typeface="+mn-lt"/>
                  <a:ea typeface="+mn-ea"/>
                  <a:cs typeface="+mn-cs"/>
                </a:rPr>
                <a:t>Rural Postings:</a:t>
              </a:r>
              <a:endParaRPr lang="en-US" sz="1700" kern="1200"/>
            </a:p>
          </p:txBody>
        </p:sp>
        <p:sp>
          <p:nvSpPr>
            <p:cNvPr id="23" name="Freeform: Shape 22">
              <a:extLst>
                <a:ext uri="{FF2B5EF4-FFF2-40B4-BE49-F238E27FC236}">
                  <a16:creationId xmlns:a16="http://schemas.microsoft.com/office/drawing/2014/main" id="{24899902-ECDF-0DF6-295A-5F91D47D1124}"/>
                </a:ext>
              </a:extLst>
            </p:cNvPr>
            <p:cNvSpPr/>
            <p:nvPr/>
          </p:nvSpPr>
          <p:spPr>
            <a:xfrm>
              <a:off x="3695530" y="3483186"/>
              <a:ext cx="2346282" cy="2346282"/>
            </a:xfrm>
            <a:custGeom>
              <a:avLst/>
              <a:gdLst>
                <a:gd name="connsiteX0" fmla="*/ 0 w 2346282"/>
                <a:gd name="connsiteY0" fmla="*/ 2346282 h 2346282"/>
                <a:gd name="connsiteX1" fmla="*/ 2346282 w 2346282"/>
                <a:gd name="connsiteY1" fmla="*/ 0 h 2346282"/>
                <a:gd name="connsiteX2" fmla="*/ 2346282 w 2346282"/>
                <a:gd name="connsiteY2" fmla="*/ 2346282 h 2346282"/>
                <a:gd name="connsiteX3" fmla="*/ 0 w 2346282"/>
                <a:gd name="connsiteY3" fmla="*/ 2346282 h 2346282"/>
              </a:gdLst>
              <a:ahLst/>
              <a:cxnLst>
                <a:cxn ang="0">
                  <a:pos x="connsiteX0" y="connsiteY0"/>
                </a:cxn>
                <a:cxn ang="0">
                  <a:pos x="connsiteX1" y="connsiteY1"/>
                </a:cxn>
                <a:cxn ang="0">
                  <a:pos x="connsiteX2" y="connsiteY2"/>
                </a:cxn>
                <a:cxn ang="0">
                  <a:pos x="connsiteX3" y="connsiteY3"/>
                </a:cxn>
              </a:cxnLst>
              <a:rect l="l" t="t" r="r" b="b"/>
              <a:pathLst>
                <a:path w="2346282" h="2346282">
                  <a:moveTo>
                    <a:pt x="2346282" y="2346282"/>
                  </a:moveTo>
                  <a:cubicBezTo>
                    <a:pt x="1050466" y="2346282"/>
                    <a:pt x="0" y="1295816"/>
                    <a:pt x="0" y="0"/>
                  </a:cubicBezTo>
                  <a:lnTo>
                    <a:pt x="2346282" y="0"/>
                  </a:lnTo>
                  <a:lnTo>
                    <a:pt x="2346282" y="234628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08114" tIns="120904" rIns="120904" bIns="808114" numCol="1" spcCol="1270" anchor="ctr" anchorCtr="0">
              <a:noAutofit/>
            </a:bodyPr>
            <a:lstStyle/>
            <a:p>
              <a:pPr algn="ctr" defTabSz="719606">
                <a:lnSpc>
                  <a:spcPct val="90000"/>
                </a:lnSpc>
                <a:spcBef>
                  <a:spcPct val="0"/>
                </a:spcBef>
                <a:spcAft>
                  <a:spcPct val="35000"/>
                </a:spcAft>
                <a:defRPr b="1"/>
              </a:pPr>
              <a:r>
                <a:rPr lang="en-US" sz="1619" b="1" kern="1200">
                  <a:solidFill>
                    <a:schemeClr val="lt1"/>
                  </a:solidFill>
                  <a:latin typeface="+mn-lt"/>
                  <a:ea typeface="+mn-ea"/>
                  <a:cs typeface="+mn-cs"/>
                </a:rPr>
                <a:t>Examination Relevance:</a:t>
              </a:r>
              <a:endParaRPr lang="en-US" sz="1700" kern="120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9531914-D295-EEA0-4011-EB09AF3FD7AF}"/>
              </a:ext>
            </a:extLst>
          </p:cNvPr>
          <p:cNvPicPr>
            <a:picLocks noChangeAspect="1"/>
          </p:cNvPicPr>
          <p:nvPr/>
        </p:nvPicPr>
        <p:blipFill>
          <a:blip r:embed="rId2">
            <a:duotone>
              <a:schemeClr val="bg2">
                <a:shade val="45000"/>
                <a:satMod val="135000"/>
              </a:schemeClr>
              <a:prstClr val="white"/>
            </a:duotone>
          </a:blip>
          <a:srcRect t="3433"/>
          <a:stretch>
            <a:fillRect/>
          </a:stretch>
        </p:blipFill>
        <p:spPr>
          <a:xfrm>
            <a:off x="20" y="10"/>
            <a:ext cx="12191980" cy="6857990"/>
          </a:xfrm>
          <a:prstGeom prst="rect">
            <a:avLst/>
          </a:prstGeom>
        </p:spPr>
      </p:pic>
      <p:sp>
        <p:nvSpPr>
          <p:cNvPr id="10" name="Rectangle 9">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38200" y="365125"/>
            <a:ext cx="10515600" cy="1325563"/>
          </a:xfrm>
        </p:spPr>
        <p:txBody>
          <a:bodyPr>
            <a:normAutofit/>
          </a:bodyPr>
          <a:lstStyle/>
          <a:p>
            <a:r>
              <a:rPr dirty="0"/>
              <a:t>Key Learning Outcomes</a:t>
            </a:r>
          </a:p>
        </p:txBody>
      </p:sp>
      <p:graphicFrame>
        <p:nvGraphicFramePr>
          <p:cNvPr id="5" name="Content Placeholder 2">
            <a:extLst>
              <a:ext uri="{FF2B5EF4-FFF2-40B4-BE49-F238E27FC236}">
                <a16:creationId xmlns:a16="http://schemas.microsoft.com/office/drawing/2014/main" id="{8483516C-1A2D-EADF-70E5-E95D96A995C0}"/>
              </a:ext>
            </a:extLst>
          </p:cNvPr>
          <p:cNvGraphicFramePr>
            <a:graphicFrameLocks noGrp="1"/>
          </p:cNvGraphicFramePr>
          <p:nvPr>
            <p:ph idx="1"/>
            <p:extLst>
              <p:ext uri="{D42A27DB-BD31-4B8C-83A1-F6EECF244321}">
                <p14:modId xmlns:p14="http://schemas.microsoft.com/office/powerpoint/2010/main" val="1004055362"/>
              </p:ext>
            </p:extLst>
          </p:nvPr>
        </p:nvGraphicFramePr>
        <p:xfrm>
          <a:off x="838200" y="1247775"/>
          <a:ext cx="10515600" cy="49291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Examination Guide</a:t>
            </a:r>
          </a:p>
        </p:txBody>
      </p:sp>
      <p:graphicFrame>
        <p:nvGraphicFramePr>
          <p:cNvPr id="12" name="Content Placeholder 2">
            <a:extLst>
              <a:ext uri="{FF2B5EF4-FFF2-40B4-BE49-F238E27FC236}">
                <a16:creationId xmlns:a16="http://schemas.microsoft.com/office/drawing/2014/main" id="{33DDB260-CC1A-61AB-BCC9-750EFD21602A}"/>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66722" y="586855"/>
            <a:ext cx="3201366" cy="3387497"/>
          </a:xfrm>
        </p:spPr>
        <p:txBody>
          <a:bodyPr anchor="b">
            <a:normAutofit/>
          </a:bodyPr>
          <a:lstStyle/>
          <a:p>
            <a:pPr algn="r"/>
            <a:r>
              <a:rPr lang="en-US" sz="3400">
                <a:solidFill>
                  <a:srgbClr val="FFFFFF"/>
                </a:solidFill>
              </a:rPr>
              <a:t>Summary and Clinical Integration</a:t>
            </a:r>
          </a:p>
          <a:p>
            <a:pPr algn="r"/>
            <a:r>
              <a:rPr lang="en-US" sz="3400">
                <a:solidFill>
                  <a:srgbClr val="FFFFFF"/>
                </a:solidFill>
              </a:rPr>
              <a:t>From Historical Committees to Modern Medical Practice</a:t>
            </a:r>
          </a:p>
        </p:txBody>
      </p:sp>
      <p:sp>
        <p:nvSpPr>
          <p:cNvPr id="15" name="Content Placeholder 2"/>
          <p:cNvSpPr>
            <a:spLocks noGrp="1"/>
          </p:cNvSpPr>
          <p:nvPr>
            <p:ph idx="1"/>
          </p:nvPr>
        </p:nvSpPr>
        <p:spPr>
          <a:xfrm>
            <a:off x="4810259" y="649480"/>
            <a:ext cx="6555347" cy="5546047"/>
          </a:xfrm>
        </p:spPr>
        <p:txBody>
          <a:bodyPr anchor="ctr">
            <a:normAutofit fontScale="92500" lnSpcReduction="10000"/>
          </a:bodyPr>
          <a:lstStyle/>
          <a:p>
            <a:r>
              <a:rPr sz="1700" dirty="0"/>
              <a:t>Key Timeline:</a:t>
            </a:r>
          </a:p>
          <a:p>
            <a:pPr lvl="1"/>
            <a:r>
              <a:rPr sz="1700" dirty="0"/>
              <a:t>- 1946: Foundation (</a:t>
            </a:r>
            <a:r>
              <a:rPr sz="1700" dirty="0" err="1"/>
              <a:t>Bhore</a:t>
            </a:r>
            <a:r>
              <a:rPr sz="1700" dirty="0"/>
              <a:t> Committee)</a:t>
            </a:r>
          </a:p>
          <a:p>
            <a:pPr lvl="1"/>
            <a:r>
              <a:rPr sz="1700" dirty="0"/>
              <a:t>- 1962: Optimization (Mudaliar Committee)</a:t>
            </a:r>
          </a:p>
          <a:p>
            <a:pPr lvl="1"/>
            <a:r>
              <a:rPr sz="1700" dirty="0"/>
              <a:t>- 1975: Community Focus (Shrivastav Committee)</a:t>
            </a:r>
          </a:p>
          <a:p>
            <a:pPr lvl="1"/>
            <a:r>
              <a:rPr sz="1700" dirty="0"/>
              <a:t>- Present: Implementation through PHCs, CHCs, and HWCs</a:t>
            </a:r>
            <a:endParaRPr lang="en-US" sz="1700" dirty="0"/>
          </a:p>
          <a:p>
            <a:pPr lvl="1"/>
            <a:r>
              <a:rPr lang="en-US" dirty="0"/>
              <a:t>2017: National Health Policy, 2018: Ayushman Bharat launch, 2020: ABDM launch"</a:t>
            </a:r>
            <a:endParaRPr sz="1700" dirty="0"/>
          </a:p>
          <a:p>
            <a:endParaRPr sz="1700" dirty="0"/>
          </a:p>
          <a:p>
            <a:r>
              <a:rPr sz="1700" dirty="0"/>
              <a:t>Your Role as Future Doctors:</a:t>
            </a:r>
          </a:p>
          <a:p>
            <a:pPr lvl="1"/>
            <a:r>
              <a:rPr sz="1700" dirty="0"/>
              <a:t>- Understanding why integrated care matters</a:t>
            </a:r>
          </a:p>
          <a:p>
            <a:pPr lvl="1"/>
            <a:r>
              <a:rPr sz="1700" dirty="0"/>
              <a:t>- Appreciating community-based approach</a:t>
            </a:r>
          </a:p>
          <a:p>
            <a:pPr lvl="1"/>
            <a:r>
              <a:rPr sz="1700" dirty="0"/>
              <a:t>- Working effectively within referral systems</a:t>
            </a:r>
          </a:p>
          <a:p>
            <a:pPr lvl="1"/>
            <a:r>
              <a:rPr sz="1700" dirty="0"/>
              <a:t>- Contributing to continuous healthcare evolution</a:t>
            </a:r>
          </a:p>
          <a:p>
            <a:endParaRPr sz="1700" dirty="0"/>
          </a:p>
          <a:p>
            <a:r>
              <a:rPr sz="1700" dirty="0"/>
              <a:t>Take-Home Message:</a:t>
            </a:r>
          </a:p>
          <a:p>
            <a:pPr lvl="1"/>
            <a:r>
              <a:rPr sz="1700" dirty="0"/>
              <a:t>India's healthcare system didn't develop randomly - it's the result of 75+ years of systematic planning by expert committees, each building on previous insights to create a comprehensive, community-focused healthcare delivery system.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94432-1C9D-39F3-4FD4-F4B0D51BA4C7}"/>
              </a:ext>
            </a:extLst>
          </p:cNvPr>
          <p:cNvSpPr>
            <a:spLocks noGrp="1"/>
          </p:cNvSpPr>
          <p:nvPr>
            <p:ph type="title"/>
          </p:nvPr>
        </p:nvSpPr>
        <p:spPr/>
        <p:txBody>
          <a:bodyPr/>
          <a:lstStyle/>
          <a:p>
            <a:r>
              <a:rPr lang="en-US" dirty="0"/>
              <a:t>Evolution of Primary Health </a:t>
            </a:r>
            <a:r>
              <a:rPr lang="en-US" dirty="0" err="1"/>
              <a:t>centre</a:t>
            </a:r>
            <a:endParaRPr lang="en-US" dirty="0"/>
          </a:p>
        </p:txBody>
      </p:sp>
      <p:sp>
        <p:nvSpPr>
          <p:cNvPr id="3" name="Content Placeholder 2">
            <a:extLst>
              <a:ext uri="{FF2B5EF4-FFF2-40B4-BE49-F238E27FC236}">
                <a16:creationId xmlns:a16="http://schemas.microsoft.com/office/drawing/2014/main" id="{27F89C45-CA6A-B63C-CBE3-3FABB627CAC1}"/>
              </a:ext>
            </a:extLst>
          </p:cNvPr>
          <p:cNvSpPr>
            <a:spLocks noGrp="1"/>
          </p:cNvSpPr>
          <p:nvPr>
            <p:ph idx="1"/>
          </p:nvPr>
        </p:nvSpPr>
        <p:spPr/>
        <p:txBody>
          <a:bodyPr/>
          <a:lstStyle/>
          <a:p>
            <a:r>
              <a:rPr lang="en-US" dirty="0"/>
              <a:t>First PHCs established during First Five-Year Plan (1951–56)</a:t>
            </a:r>
          </a:p>
          <a:p>
            <a:pPr lvl="1"/>
            <a:r>
              <a:rPr lang="en-US" dirty="0"/>
              <a:t>The Central Council of Health at its first meeting held in January 1953 had recommended the establishment of primary health </a:t>
            </a:r>
            <a:r>
              <a:rPr lang="en-US" dirty="0" err="1"/>
              <a:t>centres</a:t>
            </a:r>
            <a:r>
              <a:rPr lang="en-US" dirty="0"/>
              <a:t> in community development blocks to provide comprehensive health care to the rural population.</a:t>
            </a:r>
          </a:p>
          <a:p>
            <a:r>
              <a:rPr lang="en-US" dirty="0"/>
              <a:t>Expanded under Minimum Needs </a:t>
            </a:r>
            <a:r>
              <a:rPr lang="en-US" dirty="0" err="1"/>
              <a:t>Programme</a:t>
            </a:r>
            <a:r>
              <a:rPr lang="en-US" dirty="0"/>
              <a:t> (1974)</a:t>
            </a:r>
          </a:p>
          <a:p>
            <a:r>
              <a:rPr lang="en-US" dirty="0"/>
              <a:t>Standardized under Indian Public Health Standards (IPHS)</a:t>
            </a:r>
          </a:p>
          <a:p>
            <a:r>
              <a:rPr lang="en-US" dirty="0"/>
              <a:t>"2018: HWC transformation begins, </a:t>
            </a:r>
          </a:p>
          <a:p>
            <a:r>
              <a:rPr lang="en-US" dirty="0"/>
              <a:t>2022: IPHS revision, 2024: Digital health integration"</a:t>
            </a:r>
          </a:p>
        </p:txBody>
      </p:sp>
    </p:spTree>
    <p:extLst>
      <p:ext uri="{BB962C8B-B14F-4D97-AF65-F5344CB8AC3E}">
        <p14:creationId xmlns:p14="http://schemas.microsoft.com/office/powerpoint/2010/main" val="16816148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1869C-3DBB-780B-9042-F33074F4F0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C530B5-0F44-4F7B-77C0-9C10A6115467}"/>
              </a:ext>
            </a:extLst>
          </p:cNvPr>
          <p:cNvSpPr>
            <a:spLocks noGrp="1"/>
          </p:cNvSpPr>
          <p:nvPr>
            <p:ph type="title"/>
          </p:nvPr>
        </p:nvSpPr>
        <p:spPr/>
        <p:txBody>
          <a:bodyPr/>
          <a:lstStyle/>
          <a:p>
            <a:r>
              <a:rPr lang="en-US" dirty="0"/>
              <a:t>Evolution of Primary Health </a:t>
            </a:r>
            <a:r>
              <a:rPr lang="en-US" dirty="0" err="1"/>
              <a:t>centre</a:t>
            </a:r>
            <a:endParaRPr lang="en-US" dirty="0"/>
          </a:p>
        </p:txBody>
      </p:sp>
      <p:sp>
        <p:nvSpPr>
          <p:cNvPr id="3" name="Content Placeholder 2">
            <a:extLst>
              <a:ext uri="{FF2B5EF4-FFF2-40B4-BE49-F238E27FC236}">
                <a16:creationId xmlns:a16="http://schemas.microsoft.com/office/drawing/2014/main" id="{0B33EBBB-4C38-7677-6B52-B975A18C73A1}"/>
              </a:ext>
            </a:extLst>
          </p:cNvPr>
          <p:cNvSpPr>
            <a:spLocks noGrp="1"/>
          </p:cNvSpPr>
          <p:nvPr>
            <p:ph idx="1"/>
          </p:nvPr>
        </p:nvSpPr>
        <p:spPr/>
        <p:txBody>
          <a:bodyPr>
            <a:normAutofit fontScale="92500" lnSpcReduction="10000"/>
          </a:bodyPr>
          <a:lstStyle/>
          <a:p>
            <a:r>
              <a:rPr lang="en-US" dirty="0"/>
              <a:t>The number of primary health </a:t>
            </a:r>
            <a:r>
              <a:rPr lang="en-US" dirty="0" err="1"/>
              <a:t>centres</a:t>
            </a:r>
            <a:r>
              <a:rPr lang="en-US" dirty="0"/>
              <a:t> established since then had increased from 725 during the First Five Year Plan to 5484 by the end of the Fifth Plan (1975-1980) - each PHC covering a population of 100,000 or more spread over some 100 villages in each community development block. These </a:t>
            </a:r>
            <a:r>
              <a:rPr lang="en-US" dirty="0" err="1"/>
              <a:t>centres</a:t>
            </a:r>
            <a:r>
              <a:rPr lang="en-US" dirty="0"/>
              <a:t> were functioning as peripheral health service institutions with little or no community involvement.</a:t>
            </a:r>
          </a:p>
          <a:p>
            <a:r>
              <a:rPr lang="en-US" dirty="0"/>
              <a:t>Increasingly, these </a:t>
            </a:r>
            <a:r>
              <a:rPr lang="en-US" dirty="0" err="1"/>
              <a:t>centres</a:t>
            </a:r>
            <a:r>
              <a:rPr lang="en-US" dirty="0"/>
              <a:t> came under criticism as they were not able to provide adequate health coverage, partly because they were poorly staffed and equipped, and partly because they had to cover a large population of one lakh or more. The Mudaliar Committee in 1962 had recommended that the existing primary health </a:t>
            </a:r>
            <a:r>
              <a:rPr lang="en-US" dirty="0" err="1"/>
              <a:t>centres</a:t>
            </a:r>
            <a:r>
              <a:rPr lang="en-US" dirty="0"/>
              <a:t> should be strengthened and the population to be served by them to be scaled down to 40,000.</a:t>
            </a:r>
          </a:p>
        </p:txBody>
      </p:sp>
    </p:spTree>
    <p:extLst>
      <p:ext uri="{BB962C8B-B14F-4D97-AF65-F5344CB8AC3E}">
        <p14:creationId xmlns:p14="http://schemas.microsoft.com/office/powerpoint/2010/main" val="42250027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FDF2E-0E4B-9315-7A01-425810A398C8}"/>
              </a:ext>
            </a:extLst>
          </p:cNvPr>
          <p:cNvSpPr>
            <a:spLocks noGrp="1"/>
          </p:cNvSpPr>
          <p:nvPr>
            <p:ph type="title"/>
          </p:nvPr>
        </p:nvSpPr>
        <p:spPr/>
        <p:txBody>
          <a:bodyPr/>
          <a:lstStyle/>
          <a:p>
            <a:r>
              <a:rPr lang="en-US" dirty="0"/>
              <a:t>Functions of PHC</a:t>
            </a:r>
          </a:p>
        </p:txBody>
      </p:sp>
      <p:sp>
        <p:nvSpPr>
          <p:cNvPr id="3" name="Content Placeholder 2">
            <a:extLst>
              <a:ext uri="{FF2B5EF4-FFF2-40B4-BE49-F238E27FC236}">
                <a16:creationId xmlns:a16="http://schemas.microsoft.com/office/drawing/2014/main" id="{7D161A7C-A878-A15C-4613-F489B6A6A3EF}"/>
              </a:ext>
            </a:extLst>
          </p:cNvPr>
          <p:cNvSpPr>
            <a:spLocks noGrp="1"/>
          </p:cNvSpPr>
          <p:nvPr>
            <p:ph idx="1"/>
          </p:nvPr>
        </p:nvSpPr>
        <p:spPr/>
        <p:txBody>
          <a:bodyPr numCol="2">
            <a:normAutofit lnSpcReduction="10000"/>
          </a:bodyPr>
          <a:lstStyle/>
          <a:p>
            <a:r>
              <a:rPr lang="en-US" dirty="0"/>
              <a:t>Medical care;</a:t>
            </a:r>
          </a:p>
          <a:p>
            <a:r>
              <a:rPr lang="en-US" dirty="0"/>
              <a:t>MCH including family planning;</a:t>
            </a:r>
          </a:p>
          <a:p>
            <a:r>
              <a:rPr lang="en-US" dirty="0"/>
              <a:t>Safe water supply and basic sanitation;</a:t>
            </a:r>
          </a:p>
          <a:p>
            <a:r>
              <a:rPr lang="en-US" dirty="0"/>
              <a:t>Prevention and control of locally endemic diseases;</a:t>
            </a:r>
          </a:p>
          <a:p>
            <a:r>
              <a:rPr lang="en-US" dirty="0"/>
              <a:t>Collection and reporting of vital statistics;</a:t>
            </a:r>
          </a:p>
          <a:p>
            <a:r>
              <a:rPr lang="en-US" dirty="0"/>
              <a:t>Education about health;</a:t>
            </a:r>
          </a:p>
          <a:p>
            <a:r>
              <a:rPr lang="en-US" dirty="0"/>
              <a:t>National Health </a:t>
            </a:r>
            <a:r>
              <a:rPr lang="en-US" dirty="0" err="1"/>
              <a:t>Programmes</a:t>
            </a:r>
            <a:r>
              <a:rPr lang="en-US" dirty="0"/>
              <a:t> </a:t>
            </a:r>
          </a:p>
          <a:p>
            <a:r>
              <a:rPr lang="en-US" dirty="0"/>
              <a:t>Referral services;</a:t>
            </a:r>
          </a:p>
          <a:p>
            <a:r>
              <a:rPr lang="en-US" dirty="0"/>
              <a:t>Training of health guides, health workers, local dais and health assistants; and</a:t>
            </a:r>
          </a:p>
          <a:p>
            <a:r>
              <a:rPr lang="en-US" dirty="0"/>
              <a:t>Basic laboratory services.</a:t>
            </a:r>
          </a:p>
          <a:p>
            <a:r>
              <a:rPr lang="en-US" dirty="0"/>
              <a:t>Digital health records maintenance, </a:t>
            </a:r>
          </a:p>
          <a:p>
            <a:r>
              <a:rPr lang="en-US" dirty="0"/>
              <a:t>Telemedicine services, </a:t>
            </a:r>
          </a:p>
          <a:p>
            <a:r>
              <a:rPr lang="en-US" dirty="0"/>
              <a:t>Health insurance facilitation</a:t>
            </a:r>
          </a:p>
          <a:p>
            <a:endParaRPr lang="en-US" dirty="0"/>
          </a:p>
        </p:txBody>
      </p:sp>
    </p:spTree>
    <p:extLst>
      <p:ext uri="{BB962C8B-B14F-4D97-AF65-F5344CB8AC3E}">
        <p14:creationId xmlns:p14="http://schemas.microsoft.com/office/powerpoint/2010/main" val="3762140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F86D8F-A80C-AEA8-9948-C73C5127A988}"/>
              </a:ext>
            </a:extLst>
          </p:cNvPr>
          <p:cNvSpPr>
            <a:spLocks noGrp="1"/>
          </p:cNvSpPr>
          <p:nvPr>
            <p:ph type="title"/>
          </p:nvPr>
        </p:nvSpPr>
        <p:spPr>
          <a:xfrm>
            <a:off x="686834" y="1153572"/>
            <a:ext cx="3200400" cy="4461163"/>
          </a:xfrm>
        </p:spPr>
        <p:txBody>
          <a:bodyPr>
            <a:normAutofit/>
          </a:bodyPr>
          <a:lstStyle/>
          <a:p>
            <a:r>
              <a:rPr lang="en-US">
                <a:solidFill>
                  <a:srgbClr val="FFFFFF"/>
                </a:solidFill>
              </a:rPr>
              <a:t>PHC standards and types</a:t>
            </a:r>
          </a:p>
        </p:txBody>
      </p:sp>
      <p:sp>
        <p:nvSpPr>
          <p:cNvPr id="39" name="Arc 3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0" name="Content Placeholder 3">
            <a:extLst>
              <a:ext uri="{FF2B5EF4-FFF2-40B4-BE49-F238E27FC236}">
                <a16:creationId xmlns:a16="http://schemas.microsoft.com/office/drawing/2014/main" id="{F7F1153B-0995-CEA4-31CC-D1F1E6076E16}"/>
              </a:ext>
            </a:extLst>
          </p:cNvPr>
          <p:cNvSpPr>
            <a:spLocks noGrp="1"/>
          </p:cNvSpPr>
          <p:nvPr>
            <p:ph idx="1"/>
          </p:nvPr>
        </p:nvSpPr>
        <p:spPr>
          <a:xfrm>
            <a:off x="4447308" y="591344"/>
            <a:ext cx="6906491" cy="5585619"/>
          </a:xfrm>
        </p:spPr>
        <p:txBody>
          <a:bodyPr anchor="ctr">
            <a:normAutofit fontScale="92500" lnSpcReduction="10000"/>
          </a:bodyPr>
          <a:lstStyle/>
          <a:p>
            <a:r>
              <a:rPr lang="en-US" sz="2000" dirty="0"/>
              <a:t>The standards prescribed are for a PHC covering 20,000-30,000 population with six beds, as all the block level PHCs are ultimately going to be upgraded as CHC with 30 beds of providing specialized services.</a:t>
            </a:r>
          </a:p>
          <a:p>
            <a:r>
              <a:rPr lang="en-US" sz="2000" dirty="0"/>
              <a:t>The objectives of IPHS for PHCs are:</a:t>
            </a:r>
          </a:p>
          <a:p>
            <a:pPr lvl="1"/>
            <a:r>
              <a:rPr lang="en-US" sz="2000" dirty="0"/>
              <a:t>To provide comprehensive primary health care to the community through the Primary Health </a:t>
            </a:r>
            <a:r>
              <a:rPr lang="en-US" sz="2000" dirty="0" err="1"/>
              <a:t>Centres</a:t>
            </a:r>
            <a:r>
              <a:rPr lang="en-US" sz="2000" dirty="0"/>
              <a:t>.</a:t>
            </a:r>
          </a:p>
          <a:p>
            <a:pPr lvl="1"/>
            <a:r>
              <a:rPr lang="en-US" sz="2000" dirty="0"/>
              <a:t>To achieve and maintain an acceptable standard of quality of care.</a:t>
            </a:r>
          </a:p>
          <a:p>
            <a:pPr lvl="1"/>
            <a:r>
              <a:rPr lang="en-US" sz="2000" dirty="0"/>
              <a:t>To make the services more responsive and sensitive to the needs of the community.</a:t>
            </a:r>
          </a:p>
          <a:p>
            <a:r>
              <a:rPr lang="en-US" sz="2000" dirty="0"/>
              <a:t>From service delivery angle, PHCs may be of two types, depending upon the delivery case load:</a:t>
            </a:r>
          </a:p>
          <a:p>
            <a:pPr lvl="1"/>
            <a:r>
              <a:rPr lang="en-US" sz="2000" dirty="0"/>
              <a:t>Type A PHC: PHC with less than 20 deliveries per month.</a:t>
            </a:r>
          </a:p>
          <a:p>
            <a:pPr lvl="1"/>
            <a:r>
              <a:rPr lang="en-US" sz="2000" dirty="0"/>
              <a:t>Type B PHC: PHC with 20 or more deliveries per month.</a:t>
            </a:r>
          </a:p>
          <a:p>
            <a:r>
              <a:rPr lang="en-US" sz="2400" dirty="0"/>
              <a:t>"All PHCs transitioning to HWC-PHCs with enhanced service packages"</a:t>
            </a:r>
          </a:p>
          <a:p>
            <a:r>
              <a:rPr lang="en-US" sz="2400" dirty="0"/>
              <a:t>"Population-based approach with focus on wellness and prevention"</a:t>
            </a:r>
          </a:p>
          <a:p>
            <a:endParaRPr lang="en-US" sz="2000" dirty="0"/>
          </a:p>
        </p:txBody>
      </p:sp>
    </p:spTree>
    <p:extLst>
      <p:ext uri="{BB962C8B-B14F-4D97-AF65-F5344CB8AC3E}">
        <p14:creationId xmlns:p14="http://schemas.microsoft.com/office/powerpoint/2010/main" val="3760817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Freeform: Shape 18">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Rectangle 20">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54AF36-62EA-D51E-E1F3-9EFF712D6BD3}"/>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Medical care</a:t>
            </a:r>
          </a:p>
        </p:txBody>
      </p:sp>
      <p:graphicFrame>
        <p:nvGraphicFramePr>
          <p:cNvPr id="7" name="Content Placeholder 4">
            <a:extLst>
              <a:ext uri="{FF2B5EF4-FFF2-40B4-BE49-F238E27FC236}">
                <a16:creationId xmlns:a16="http://schemas.microsoft.com/office/drawing/2014/main" id="{37EEBEA3-4ECF-BE23-B7D5-26EF7D42CD55}"/>
              </a:ext>
            </a:extLst>
          </p:cNvPr>
          <p:cNvGraphicFramePr>
            <a:graphicFrameLocks noGrp="1"/>
          </p:cNvGraphicFramePr>
          <p:nvPr>
            <p:ph idx="1"/>
            <p:extLst>
              <p:ext uri="{D42A27DB-BD31-4B8C-83A1-F6EECF244321}">
                <p14:modId xmlns:p14="http://schemas.microsoft.com/office/powerpoint/2010/main" val="199028175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9735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B2D07-7069-CD0E-E08F-D392DCA3CB89}"/>
              </a:ext>
            </a:extLst>
          </p:cNvPr>
          <p:cNvSpPr>
            <a:spLocks noGrp="1"/>
          </p:cNvSpPr>
          <p:nvPr>
            <p:ph type="title"/>
          </p:nvPr>
        </p:nvSpPr>
        <p:spPr/>
        <p:txBody>
          <a:bodyPr/>
          <a:lstStyle/>
          <a:p>
            <a:r>
              <a:rPr lang="en-US" dirty="0"/>
              <a:t>Maternal and child health care</a:t>
            </a:r>
          </a:p>
        </p:txBody>
      </p:sp>
      <p:sp>
        <p:nvSpPr>
          <p:cNvPr id="4" name="Content Placeholder 3">
            <a:extLst>
              <a:ext uri="{FF2B5EF4-FFF2-40B4-BE49-F238E27FC236}">
                <a16:creationId xmlns:a16="http://schemas.microsoft.com/office/drawing/2014/main" id="{880D3F77-3275-9D08-E531-09B4F5E6E314}"/>
              </a:ext>
            </a:extLst>
          </p:cNvPr>
          <p:cNvSpPr>
            <a:spLocks noGrp="1"/>
          </p:cNvSpPr>
          <p:nvPr>
            <p:ph idx="1"/>
          </p:nvPr>
        </p:nvSpPr>
        <p:spPr>
          <a:xfrm>
            <a:off x="838200" y="1417484"/>
            <a:ext cx="10515600" cy="4351338"/>
          </a:xfrm>
        </p:spPr>
        <p:txBody>
          <a:bodyPr>
            <a:normAutofit/>
          </a:bodyPr>
          <a:lstStyle/>
          <a:p>
            <a:r>
              <a:rPr lang="en-US" dirty="0"/>
              <a:t>(a) Early registration of pregnancy and minimum 4 antenatal check-ups according to suggested schedule. Ensure </a:t>
            </a:r>
            <a:r>
              <a:rPr lang="en-US" dirty="0" err="1"/>
              <a:t>atleast</a:t>
            </a:r>
            <a:r>
              <a:rPr lang="en-US" dirty="0"/>
              <a:t> one ANC, preferably the 3rd visit must be seen by a doctor;</a:t>
            </a:r>
          </a:p>
          <a:p>
            <a:r>
              <a:rPr lang="en-US" dirty="0"/>
              <a:t>(b) Minimum laboratory investigations such as </a:t>
            </a:r>
            <a:r>
              <a:rPr lang="en-US" dirty="0" err="1"/>
              <a:t>haemoglobin</a:t>
            </a:r>
            <a:r>
              <a:rPr lang="en-US" dirty="0"/>
              <a:t>, blood grouping and Rh typing, urine albumin and sugar and RPR test for syphilis;</a:t>
            </a:r>
          </a:p>
          <a:p>
            <a:r>
              <a:rPr lang="en-US" dirty="0"/>
              <a:t>(c) Nutrition and health counselling;</a:t>
            </a:r>
          </a:p>
          <a:p>
            <a:r>
              <a:rPr lang="en-US" dirty="0"/>
              <a:t>(d) Supplementation of folic acid and iron tablets and tetanus toxoid immunization; brief advice on tobacco cessation, if antenatal mother is smoker or uses tobacco;</a:t>
            </a:r>
          </a:p>
          <a:p>
            <a:endParaRPr lang="en-US" dirty="0"/>
          </a:p>
        </p:txBody>
      </p:sp>
    </p:spTree>
    <p:extLst>
      <p:ext uri="{BB962C8B-B14F-4D97-AF65-F5344CB8AC3E}">
        <p14:creationId xmlns:p14="http://schemas.microsoft.com/office/powerpoint/2010/main" val="866052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3CBF9-F1BB-43AB-CC73-817F64B3D8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48AD9-D4FC-2E59-58CB-E6F0FF12271D}"/>
              </a:ext>
            </a:extLst>
          </p:cNvPr>
          <p:cNvSpPr>
            <a:spLocks noGrp="1"/>
          </p:cNvSpPr>
          <p:nvPr>
            <p:ph type="title"/>
          </p:nvPr>
        </p:nvSpPr>
        <p:spPr/>
        <p:txBody>
          <a:bodyPr/>
          <a:lstStyle/>
          <a:p>
            <a:r>
              <a:rPr lang="en-US" dirty="0"/>
              <a:t>Maternal and child health care</a:t>
            </a:r>
          </a:p>
        </p:txBody>
      </p:sp>
      <p:sp>
        <p:nvSpPr>
          <p:cNvPr id="4" name="Content Placeholder 3">
            <a:extLst>
              <a:ext uri="{FF2B5EF4-FFF2-40B4-BE49-F238E27FC236}">
                <a16:creationId xmlns:a16="http://schemas.microsoft.com/office/drawing/2014/main" id="{E6E5B9D2-14E8-ECD0-31F1-63D44A566DCB}"/>
              </a:ext>
            </a:extLst>
          </p:cNvPr>
          <p:cNvSpPr>
            <a:spLocks noGrp="1"/>
          </p:cNvSpPr>
          <p:nvPr>
            <p:ph idx="1"/>
          </p:nvPr>
        </p:nvSpPr>
        <p:spPr>
          <a:xfrm>
            <a:off x="838200" y="1417484"/>
            <a:ext cx="10515600" cy="4351338"/>
          </a:xfrm>
        </p:spPr>
        <p:txBody>
          <a:bodyPr>
            <a:normAutofit/>
          </a:bodyPr>
          <a:lstStyle/>
          <a:p>
            <a:r>
              <a:rPr lang="en-US" dirty="0"/>
              <a:t>(e) Tracking of missed and left-out ANC;</a:t>
            </a:r>
          </a:p>
          <a:p>
            <a:r>
              <a:rPr lang="en-US" dirty="0"/>
              <a:t>(f) Identification of high risk pregnancies and appropriate management;</a:t>
            </a:r>
          </a:p>
          <a:p>
            <a:r>
              <a:rPr lang="en-US" dirty="0"/>
              <a:t>(g) Referral to First Referral Unit or other hospital in case of high risk pregnancy beyond the management capability of medical officer in PHC.</a:t>
            </a:r>
          </a:p>
          <a:p>
            <a:r>
              <a:rPr lang="en-US" dirty="0"/>
              <a:t>PMSMA (Pradhan Mantri </a:t>
            </a:r>
            <a:r>
              <a:rPr lang="en-US" dirty="0" err="1"/>
              <a:t>Surakshit</a:t>
            </a:r>
            <a:r>
              <a:rPr lang="en-US" dirty="0"/>
              <a:t> </a:t>
            </a:r>
            <a:r>
              <a:rPr lang="en-US" dirty="0" err="1"/>
              <a:t>Matritva</a:t>
            </a:r>
            <a:r>
              <a:rPr lang="en-US" dirty="0"/>
              <a:t> Abhiyan) integration"</a:t>
            </a:r>
          </a:p>
          <a:p>
            <a:r>
              <a:rPr lang="en-US" dirty="0"/>
              <a:t>"Digital MCP cards, mobile-based tracking"</a:t>
            </a:r>
          </a:p>
          <a:p>
            <a:r>
              <a:rPr lang="en-US" dirty="0"/>
              <a:t>"Tele-consultation for high-risk pregnancies"</a:t>
            </a:r>
          </a:p>
        </p:txBody>
      </p:sp>
    </p:spTree>
    <p:extLst>
      <p:ext uri="{BB962C8B-B14F-4D97-AF65-F5344CB8AC3E}">
        <p14:creationId xmlns:p14="http://schemas.microsoft.com/office/powerpoint/2010/main" val="20477092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F837543A-6020-4505-A233-C9DB4BF740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67DC7E-21F1-0646-ECFB-3EA7EA7A3C56}"/>
              </a:ext>
            </a:extLst>
          </p:cNvPr>
          <p:cNvSpPr>
            <a:spLocks noGrp="1"/>
          </p:cNvSpPr>
          <p:nvPr>
            <p:ph type="title"/>
          </p:nvPr>
        </p:nvSpPr>
        <p:spPr>
          <a:xfrm>
            <a:off x="838200" y="365125"/>
            <a:ext cx="5558489" cy="1325563"/>
          </a:xfrm>
        </p:spPr>
        <p:txBody>
          <a:bodyPr>
            <a:normAutofit/>
          </a:bodyPr>
          <a:lstStyle/>
          <a:p>
            <a:r>
              <a:rPr lang="en-US"/>
              <a:t>Intranatal care</a:t>
            </a:r>
            <a:endParaRPr lang="en-US" dirty="0"/>
          </a:p>
        </p:txBody>
      </p:sp>
      <p:sp>
        <p:nvSpPr>
          <p:cNvPr id="32" name="Freeform: Shape 31">
            <a:extLst>
              <a:ext uri="{FF2B5EF4-FFF2-40B4-BE49-F238E27FC236}">
                <a16:creationId xmlns:a16="http://schemas.microsoft.com/office/drawing/2014/main" id="{35B16301-FB18-48BA-A6DD-C37CAF6F9A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3" name="Content Placeholder 3">
            <a:extLst>
              <a:ext uri="{FF2B5EF4-FFF2-40B4-BE49-F238E27FC236}">
                <a16:creationId xmlns:a16="http://schemas.microsoft.com/office/drawing/2014/main" id="{A05C2215-BCE0-9614-0338-13B25FF3F6B4}"/>
              </a:ext>
            </a:extLst>
          </p:cNvPr>
          <p:cNvSpPr>
            <a:spLocks noGrp="1"/>
          </p:cNvSpPr>
          <p:nvPr>
            <p:ph idx="1"/>
          </p:nvPr>
        </p:nvSpPr>
        <p:spPr>
          <a:xfrm>
            <a:off x="838200" y="1825625"/>
            <a:ext cx="5558489" cy="4351338"/>
          </a:xfrm>
        </p:spPr>
        <p:txBody>
          <a:bodyPr>
            <a:normAutofit/>
          </a:bodyPr>
          <a:lstStyle/>
          <a:p>
            <a:r>
              <a:rPr lang="en-US" sz="2600"/>
              <a:t>24 hours services for normal delivery</a:t>
            </a:r>
          </a:p>
          <a:p>
            <a:r>
              <a:rPr lang="en-US" sz="2600"/>
              <a:t>Promotion of institutional delivery</a:t>
            </a:r>
          </a:p>
          <a:p>
            <a:r>
              <a:rPr lang="en-US" sz="2600"/>
              <a:t>Conducting assisted deliveries including forceps and vacuum delivery whenever required</a:t>
            </a:r>
          </a:p>
          <a:p>
            <a:r>
              <a:rPr lang="en-US" sz="2600"/>
              <a:t>Manual removal of placenta</a:t>
            </a:r>
          </a:p>
          <a:p>
            <a:r>
              <a:rPr lang="en-US" sz="2600"/>
              <a:t>Appropriate and prompt referral for cases needing specialist care;</a:t>
            </a:r>
            <a:br>
              <a:rPr lang="en-US" sz="2600"/>
            </a:br>
            <a:endParaRPr lang="en-US" sz="2600"/>
          </a:p>
        </p:txBody>
      </p:sp>
      <p:sp>
        <p:nvSpPr>
          <p:cNvPr id="34" name="Oval 33">
            <a:extLst>
              <a:ext uri="{FF2B5EF4-FFF2-40B4-BE49-F238E27FC236}">
                <a16:creationId xmlns:a16="http://schemas.microsoft.com/office/drawing/2014/main" id="{C3C0D90E-074A-4F52-9B11-B52BEF4BCB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2624479"/>
            <a:ext cx="812427" cy="81242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Block Arc 35">
            <a:extLst>
              <a:ext uri="{FF2B5EF4-FFF2-40B4-BE49-F238E27FC236}">
                <a16:creationId xmlns:a16="http://schemas.microsoft.com/office/drawing/2014/main" id="{CABBD4C1-E6F8-46F6-8152-A8A97490BF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912417" y="1218531"/>
            <a:ext cx="2387600" cy="2387600"/>
          </a:xfrm>
          <a:prstGeom prst="blockArc">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Freeform: Shape 37">
            <a:extLst>
              <a:ext uri="{FF2B5EF4-FFF2-40B4-BE49-F238E27FC236}">
                <a16:creationId xmlns:a16="http://schemas.microsoft.com/office/drawing/2014/main" id="{83BA5EF5-1FE9-4BF9-83BB-269BCDDF61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0"/>
            <a:ext cx="2315251" cy="1550992"/>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cxnSp>
        <p:nvCxnSpPr>
          <p:cNvPr id="40" name="Straight Connector 39">
            <a:extLst>
              <a:ext uri="{FF2B5EF4-FFF2-40B4-BE49-F238E27FC236}">
                <a16:creationId xmlns:a16="http://schemas.microsoft.com/office/drawing/2014/main" id="{4B3BCACB-5880-460B-9606-8C433A9AF99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724638" y="1331572"/>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42" name="Freeform: Shape 41">
            <a:extLst>
              <a:ext uri="{FF2B5EF4-FFF2-40B4-BE49-F238E27FC236}">
                <a16:creationId xmlns:a16="http://schemas.microsoft.com/office/drawing/2014/main" id="{88853921-7BC9-4BDE-ACAB-133C683C82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05550" y="4112081"/>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44" name="Arc 43">
            <a:extLst>
              <a:ext uri="{FF2B5EF4-FFF2-40B4-BE49-F238E27FC236}">
                <a16:creationId xmlns:a16="http://schemas.microsoft.com/office/drawing/2014/main" id="{09192968-3AE7-4470-A61C-97294BB927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92895">
            <a:off x="6086940" y="4145122"/>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6" name="Freeform: Shape 45">
            <a:extLst>
              <a:ext uri="{FF2B5EF4-FFF2-40B4-BE49-F238E27FC236}">
                <a16:creationId xmlns:a16="http://schemas.microsoft.com/office/drawing/2014/main" id="{3AB72E55-43E4-4356-BFE8-E2102CB0B5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21310" y="4962670"/>
            <a:ext cx="2643352" cy="1895331"/>
          </a:xfrm>
          <a:custGeom>
            <a:avLst/>
            <a:gdLst>
              <a:gd name="connsiteX0" fmla="*/ 1321676 w 2643352"/>
              <a:gd name="connsiteY0" fmla="*/ 0 h 1895331"/>
              <a:gd name="connsiteX1" fmla="*/ 2643352 w 2643352"/>
              <a:gd name="connsiteY1" fmla="*/ 1321676 h 1895331"/>
              <a:gd name="connsiteX2" fmla="*/ 2539488 w 2643352"/>
              <a:gd name="connsiteY2" fmla="*/ 1836132 h 1895331"/>
              <a:gd name="connsiteX3" fmla="*/ 2510970 w 2643352"/>
              <a:gd name="connsiteY3" fmla="*/ 1895331 h 1895331"/>
              <a:gd name="connsiteX4" fmla="*/ 132382 w 2643352"/>
              <a:gd name="connsiteY4" fmla="*/ 1895331 h 1895331"/>
              <a:gd name="connsiteX5" fmla="*/ 103864 w 2643352"/>
              <a:gd name="connsiteY5" fmla="*/ 1836132 h 1895331"/>
              <a:gd name="connsiteX6" fmla="*/ 0 w 2643352"/>
              <a:gd name="connsiteY6" fmla="*/ 1321676 h 1895331"/>
              <a:gd name="connsiteX7" fmla="*/ 1321676 w 2643352"/>
              <a:gd name="connsiteY7" fmla="*/ 0 h 1895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43352" h="1895331">
                <a:moveTo>
                  <a:pt x="1321676" y="0"/>
                </a:moveTo>
                <a:cubicBezTo>
                  <a:pt x="2051617" y="0"/>
                  <a:pt x="2643352" y="591735"/>
                  <a:pt x="2643352" y="1321676"/>
                </a:cubicBezTo>
                <a:cubicBezTo>
                  <a:pt x="2643352" y="1504161"/>
                  <a:pt x="2606369" y="1678009"/>
                  <a:pt x="2539488" y="1836132"/>
                </a:cubicBezTo>
                <a:lnTo>
                  <a:pt x="2510970" y="1895331"/>
                </a:lnTo>
                <a:lnTo>
                  <a:pt x="132382" y="1895331"/>
                </a:lnTo>
                <a:lnTo>
                  <a:pt x="103864" y="1836132"/>
                </a:lnTo>
                <a:cubicBezTo>
                  <a:pt x="36984" y="1678009"/>
                  <a:pt x="0" y="1504161"/>
                  <a:pt x="0" y="1321676"/>
                </a:cubicBezTo>
                <a:cubicBezTo>
                  <a:pt x="0" y="591735"/>
                  <a:pt x="591735" y="0"/>
                  <a:pt x="1321676"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64288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46DAEEF-9542-7203-E18D-C5D0CD8A030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442304-DDBD-4F7B-8017-36BCC863FB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747E73-0EB7-0FCF-1AE1-D7761310F846}"/>
              </a:ext>
            </a:extLst>
          </p:cNvPr>
          <p:cNvSpPr>
            <a:spLocks noGrp="1"/>
          </p:cNvSpPr>
          <p:nvPr>
            <p:ph type="title"/>
          </p:nvPr>
        </p:nvSpPr>
        <p:spPr>
          <a:xfrm>
            <a:off x="635000" y="640823"/>
            <a:ext cx="3418659" cy="5583148"/>
          </a:xfrm>
        </p:spPr>
        <p:txBody>
          <a:bodyPr anchor="ctr">
            <a:normAutofit/>
          </a:bodyPr>
          <a:lstStyle/>
          <a:p>
            <a:r>
              <a:rPr lang="en-US" sz="5400"/>
              <a:t>Intranatal care</a:t>
            </a:r>
          </a:p>
        </p:txBody>
      </p:sp>
      <p:sp>
        <p:nvSpPr>
          <p:cNvPr id="12" name="sketch line">
            <a:extLst>
              <a:ext uri="{FF2B5EF4-FFF2-40B4-BE49-F238E27FC236}">
                <a16:creationId xmlns:a16="http://schemas.microsoft.com/office/drawing/2014/main" id="{5E107275-3853-46FD-A241-DE4355A42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627450" y="3462719"/>
            <a:ext cx="5410200" cy="18288"/>
          </a:xfrm>
          <a:custGeom>
            <a:avLst/>
            <a:gdLst>
              <a:gd name="connsiteX0" fmla="*/ 0 w 5410200"/>
              <a:gd name="connsiteY0" fmla="*/ 0 h 18288"/>
              <a:gd name="connsiteX1" fmla="*/ 568071 w 5410200"/>
              <a:gd name="connsiteY1" fmla="*/ 0 h 18288"/>
              <a:gd name="connsiteX2" fmla="*/ 1298448 w 5410200"/>
              <a:gd name="connsiteY2" fmla="*/ 0 h 18288"/>
              <a:gd name="connsiteX3" fmla="*/ 1920621 w 5410200"/>
              <a:gd name="connsiteY3" fmla="*/ 0 h 18288"/>
              <a:gd name="connsiteX4" fmla="*/ 2488692 w 5410200"/>
              <a:gd name="connsiteY4" fmla="*/ 0 h 18288"/>
              <a:gd name="connsiteX5" fmla="*/ 3219069 w 5410200"/>
              <a:gd name="connsiteY5" fmla="*/ 0 h 18288"/>
              <a:gd name="connsiteX6" fmla="*/ 3895344 w 5410200"/>
              <a:gd name="connsiteY6" fmla="*/ 0 h 18288"/>
              <a:gd name="connsiteX7" fmla="*/ 4571619 w 5410200"/>
              <a:gd name="connsiteY7" fmla="*/ 0 h 18288"/>
              <a:gd name="connsiteX8" fmla="*/ 5410200 w 5410200"/>
              <a:gd name="connsiteY8" fmla="*/ 0 h 18288"/>
              <a:gd name="connsiteX9" fmla="*/ 5410200 w 5410200"/>
              <a:gd name="connsiteY9" fmla="*/ 18288 h 18288"/>
              <a:gd name="connsiteX10" fmla="*/ 4842129 w 5410200"/>
              <a:gd name="connsiteY10" fmla="*/ 18288 h 18288"/>
              <a:gd name="connsiteX11" fmla="*/ 4328160 w 5410200"/>
              <a:gd name="connsiteY11" fmla="*/ 18288 h 18288"/>
              <a:gd name="connsiteX12" fmla="*/ 3597783 w 5410200"/>
              <a:gd name="connsiteY12" fmla="*/ 18288 h 18288"/>
              <a:gd name="connsiteX13" fmla="*/ 3029712 w 5410200"/>
              <a:gd name="connsiteY13" fmla="*/ 18288 h 18288"/>
              <a:gd name="connsiteX14" fmla="*/ 2299335 w 5410200"/>
              <a:gd name="connsiteY14" fmla="*/ 18288 h 18288"/>
              <a:gd name="connsiteX15" fmla="*/ 1514856 w 5410200"/>
              <a:gd name="connsiteY15" fmla="*/ 18288 h 18288"/>
              <a:gd name="connsiteX16" fmla="*/ 892683 w 5410200"/>
              <a:gd name="connsiteY16" fmla="*/ 18288 h 18288"/>
              <a:gd name="connsiteX17" fmla="*/ 0 w 5410200"/>
              <a:gd name="connsiteY17" fmla="*/ 18288 h 18288"/>
              <a:gd name="connsiteX18" fmla="*/ 0 w 5410200"/>
              <a:gd name="connsiteY18"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10200" h="18288" fill="none" extrusionOk="0">
                <a:moveTo>
                  <a:pt x="0" y="0"/>
                </a:moveTo>
                <a:cubicBezTo>
                  <a:pt x="163050" y="-18707"/>
                  <a:pt x="319321" y="-16364"/>
                  <a:pt x="568071" y="0"/>
                </a:cubicBezTo>
                <a:cubicBezTo>
                  <a:pt x="816821" y="16364"/>
                  <a:pt x="1013224" y="-7268"/>
                  <a:pt x="1298448" y="0"/>
                </a:cubicBezTo>
                <a:cubicBezTo>
                  <a:pt x="1583672" y="7268"/>
                  <a:pt x="1631711" y="-3367"/>
                  <a:pt x="1920621" y="0"/>
                </a:cubicBezTo>
                <a:cubicBezTo>
                  <a:pt x="2209531" y="3367"/>
                  <a:pt x="2364420" y="-19184"/>
                  <a:pt x="2488692" y="0"/>
                </a:cubicBezTo>
                <a:cubicBezTo>
                  <a:pt x="2612964" y="19184"/>
                  <a:pt x="3023298" y="-34627"/>
                  <a:pt x="3219069" y="0"/>
                </a:cubicBezTo>
                <a:cubicBezTo>
                  <a:pt x="3414840" y="34627"/>
                  <a:pt x="3656810" y="24043"/>
                  <a:pt x="3895344" y="0"/>
                </a:cubicBezTo>
                <a:cubicBezTo>
                  <a:pt x="4133879" y="-24043"/>
                  <a:pt x="4393984" y="-19577"/>
                  <a:pt x="4571619" y="0"/>
                </a:cubicBezTo>
                <a:cubicBezTo>
                  <a:pt x="4749255" y="19577"/>
                  <a:pt x="5179928" y="-6281"/>
                  <a:pt x="5410200" y="0"/>
                </a:cubicBezTo>
                <a:cubicBezTo>
                  <a:pt x="5410730" y="6954"/>
                  <a:pt x="5410934" y="12839"/>
                  <a:pt x="5410200" y="18288"/>
                </a:cubicBezTo>
                <a:cubicBezTo>
                  <a:pt x="5139060" y="6751"/>
                  <a:pt x="5121593" y="31035"/>
                  <a:pt x="4842129" y="18288"/>
                </a:cubicBezTo>
                <a:cubicBezTo>
                  <a:pt x="4562665" y="5541"/>
                  <a:pt x="4448273" y="9487"/>
                  <a:pt x="4328160" y="18288"/>
                </a:cubicBezTo>
                <a:cubicBezTo>
                  <a:pt x="4208047" y="27089"/>
                  <a:pt x="3760936" y="22567"/>
                  <a:pt x="3597783" y="18288"/>
                </a:cubicBezTo>
                <a:cubicBezTo>
                  <a:pt x="3434630" y="14009"/>
                  <a:pt x="3299718" y="33213"/>
                  <a:pt x="3029712" y="18288"/>
                </a:cubicBezTo>
                <a:cubicBezTo>
                  <a:pt x="2759706" y="3363"/>
                  <a:pt x="2640159" y="27394"/>
                  <a:pt x="2299335" y="18288"/>
                </a:cubicBezTo>
                <a:cubicBezTo>
                  <a:pt x="1958511" y="9182"/>
                  <a:pt x="1801186" y="28985"/>
                  <a:pt x="1514856" y="18288"/>
                </a:cubicBezTo>
                <a:cubicBezTo>
                  <a:pt x="1228526" y="7591"/>
                  <a:pt x="1063509" y="-5305"/>
                  <a:pt x="892683" y="18288"/>
                </a:cubicBezTo>
                <a:cubicBezTo>
                  <a:pt x="721857" y="41881"/>
                  <a:pt x="186945" y="-20897"/>
                  <a:pt x="0" y="18288"/>
                </a:cubicBezTo>
                <a:cubicBezTo>
                  <a:pt x="-570" y="9279"/>
                  <a:pt x="132" y="5100"/>
                  <a:pt x="0" y="0"/>
                </a:cubicBezTo>
                <a:close/>
              </a:path>
              <a:path w="5410200" h="18288" stroke="0" extrusionOk="0">
                <a:moveTo>
                  <a:pt x="0" y="0"/>
                </a:moveTo>
                <a:cubicBezTo>
                  <a:pt x="285096" y="-4925"/>
                  <a:pt x="376456" y="22268"/>
                  <a:pt x="622173" y="0"/>
                </a:cubicBezTo>
                <a:cubicBezTo>
                  <a:pt x="867890" y="-22268"/>
                  <a:pt x="1031392" y="7228"/>
                  <a:pt x="1136142" y="0"/>
                </a:cubicBezTo>
                <a:cubicBezTo>
                  <a:pt x="1240892" y="-7228"/>
                  <a:pt x="1561853" y="9877"/>
                  <a:pt x="1920621" y="0"/>
                </a:cubicBezTo>
                <a:cubicBezTo>
                  <a:pt x="2279389" y="-9877"/>
                  <a:pt x="2367255" y="19546"/>
                  <a:pt x="2542794" y="0"/>
                </a:cubicBezTo>
                <a:cubicBezTo>
                  <a:pt x="2718333" y="-19546"/>
                  <a:pt x="2866732" y="-22226"/>
                  <a:pt x="3164967" y="0"/>
                </a:cubicBezTo>
                <a:cubicBezTo>
                  <a:pt x="3463202" y="22226"/>
                  <a:pt x="3568055" y="-2765"/>
                  <a:pt x="3949446" y="0"/>
                </a:cubicBezTo>
                <a:cubicBezTo>
                  <a:pt x="4330837" y="2765"/>
                  <a:pt x="4287895" y="10557"/>
                  <a:pt x="4517517" y="0"/>
                </a:cubicBezTo>
                <a:cubicBezTo>
                  <a:pt x="4747139" y="-10557"/>
                  <a:pt x="5149588" y="8716"/>
                  <a:pt x="5410200" y="0"/>
                </a:cubicBezTo>
                <a:cubicBezTo>
                  <a:pt x="5409517" y="5414"/>
                  <a:pt x="5409480" y="12510"/>
                  <a:pt x="5410200" y="18288"/>
                </a:cubicBezTo>
                <a:cubicBezTo>
                  <a:pt x="5163327" y="41494"/>
                  <a:pt x="5008749" y="10693"/>
                  <a:pt x="4842129" y="18288"/>
                </a:cubicBezTo>
                <a:cubicBezTo>
                  <a:pt x="4675509" y="25883"/>
                  <a:pt x="4433401" y="-615"/>
                  <a:pt x="4165854" y="18288"/>
                </a:cubicBezTo>
                <a:cubicBezTo>
                  <a:pt x="3898308" y="37191"/>
                  <a:pt x="3809032" y="-8710"/>
                  <a:pt x="3543681" y="18288"/>
                </a:cubicBezTo>
                <a:cubicBezTo>
                  <a:pt x="3278330" y="45286"/>
                  <a:pt x="3073876" y="-15917"/>
                  <a:pt x="2759202" y="18288"/>
                </a:cubicBezTo>
                <a:cubicBezTo>
                  <a:pt x="2444528" y="52493"/>
                  <a:pt x="2204144" y="3372"/>
                  <a:pt x="1974723" y="18288"/>
                </a:cubicBezTo>
                <a:cubicBezTo>
                  <a:pt x="1745302" y="33204"/>
                  <a:pt x="1602335" y="31490"/>
                  <a:pt x="1406652" y="18288"/>
                </a:cubicBezTo>
                <a:cubicBezTo>
                  <a:pt x="1210969" y="5086"/>
                  <a:pt x="923948" y="3161"/>
                  <a:pt x="730377" y="18288"/>
                </a:cubicBezTo>
                <a:cubicBezTo>
                  <a:pt x="536806" y="33415"/>
                  <a:pt x="336496" y="-141"/>
                  <a:pt x="0" y="18288"/>
                </a:cubicBezTo>
                <a:cubicBezTo>
                  <a:pt x="-306" y="11061"/>
                  <a:pt x="-655" y="7751"/>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3">
            <a:extLst>
              <a:ext uri="{FF2B5EF4-FFF2-40B4-BE49-F238E27FC236}">
                <a16:creationId xmlns:a16="http://schemas.microsoft.com/office/drawing/2014/main" id="{040CE2A8-E7B1-BFCD-4ADC-7861292A059A}"/>
              </a:ext>
            </a:extLst>
          </p:cNvPr>
          <p:cNvGraphicFramePr>
            <a:graphicFrameLocks noGrp="1"/>
          </p:cNvGraphicFramePr>
          <p:nvPr>
            <p:ph idx="1"/>
            <p:extLst>
              <p:ext uri="{D42A27DB-BD31-4B8C-83A1-F6EECF244321}">
                <p14:modId xmlns:p14="http://schemas.microsoft.com/office/powerpoint/2010/main" val="203272191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882251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4B6670-067D-BEF2-8EA5-CDB16C4D8C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72F081-6664-B232-ABEC-9F869193A0CF}"/>
              </a:ext>
            </a:extLst>
          </p:cNvPr>
          <p:cNvSpPr>
            <a:spLocks noGrp="1"/>
          </p:cNvSpPr>
          <p:nvPr>
            <p:ph type="title"/>
          </p:nvPr>
        </p:nvSpPr>
        <p:spPr/>
        <p:txBody>
          <a:bodyPr/>
          <a:lstStyle/>
          <a:p>
            <a:r>
              <a:rPr lang="en-US"/>
              <a:t>Postnatal care</a:t>
            </a:r>
            <a:endParaRPr lang="en-US" dirty="0"/>
          </a:p>
        </p:txBody>
      </p:sp>
      <p:graphicFrame>
        <p:nvGraphicFramePr>
          <p:cNvPr id="17" name="Content Placeholder 3">
            <a:extLst>
              <a:ext uri="{FF2B5EF4-FFF2-40B4-BE49-F238E27FC236}">
                <a16:creationId xmlns:a16="http://schemas.microsoft.com/office/drawing/2014/main" id="{2D8CF32E-8756-FD51-CA80-CCB5DCCDA87A}"/>
              </a:ext>
            </a:extLst>
          </p:cNvPr>
          <p:cNvGraphicFramePr>
            <a:graphicFrameLocks noGrp="1"/>
          </p:cNvGraphicFramePr>
          <p:nvPr>
            <p:ph idx="1"/>
            <p:extLst>
              <p:ext uri="{D42A27DB-BD31-4B8C-83A1-F6EECF244321}">
                <p14:modId xmlns:p14="http://schemas.microsoft.com/office/powerpoint/2010/main" val="416980832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648467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0" name="Rectangle 19">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03F7BC-C3A9-4F93-0264-866C34A04917}"/>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New Born Care</a:t>
            </a:r>
          </a:p>
        </p:txBody>
      </p:sp>
      <p:graphicFrame>
        <p:nvGraphicFramePr>
          <p:cNvPr id="6" name="Content Placeholder 3">
            <a:extLst>
              <a:ext uri="{FF2B5EF4-FFF2-40B4-BE49-F238E27FC236}">
                <a16:creationId xmlns:a16="http://schemas.microsoft.com/office/drawing/2014/main" id="{A109A767-50F7-7DEC-BA4C-A2AF192F4D3F}"/>
              </a:ext>
            </a:extLst>
          </p:cNvPr>
          <p:cNvGraphicFramePr>
            <a:graphicFrameLocks noGrp="1"/>
          </p:cNvGraphicFramePr>
          <p:nvPr>
            <p:ph idx="1"/>
            <p:extLst>
              <p:ext uri="{D42A27DB-BD31-4B8C-83A1-F6EECF244321}">
                <p14:modId xmlns:p14="http://schemas.microsoft.com/office/powerpoint/2010/main" val="3714916003"/>
              </p:ext>
            </p:extLst>
          </p:nvPr>
        </p:nvGraphicFramePr>
        <p:xfrm>
          <a:off x="4487452" y="176463"/>
          <a:ext cx="7084434" cy="60278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3506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a:extLst>
            <a:ext uri="{FF2B5EF4-FFF2-40B4-BE49-F238E27FC236}">
              <a16:creationId xmlns:a16="http://schemas.microsoft.com/office/drawing/2014/main" id="{7E3284F0-518D-B310-FEE2-28CC17DB7202}"/>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A690E9-AE2A-570F-C011-F0F6FEE52095}"/>
              </a:ext>
            </a:extLst>
          </p:cNvPr>
          <p:cNvSpPr>
            <a:spLocks noGrp="1"/>
          </p:cNvSpPr>
          <p:nvPr>
            <p:ph type="title"/>
          </p:nvPr>
        </p:nvSpPr>
        <p:spPr>
          <a:xfrm>
            <a:off x="504967" y="675564"/>
            <a:ext cx="3609833" cy="5204085"/>
          </a:xfrm>
        </p:spPr>
        <p:txBody>
          <a:bodyPr>
            <a:normAutofit/>
          </a:bodyPr>
          <a:lstStyle/>
          <a:p>
            <a:r>
              <a:rPr lang="en-US" dirty="0"/>
              <a:t>Child Care</a:t>
            </a:r>
          </a:p>
        </p:txBody>
      </p:sp>
      <p:cxnSp>
        <p:nvCxnSpPr>
          <p:cNvPr id="18" name="Straight Connector 17">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3">
            <a:extLst>
              <a:ext uri="{FF2B5EF4-FFF2-40B4-BE49-F238E27FC236}">
                <a16:creationId xmlns:a16="http://schemas.microsoft.com/office/drawing/2014/main" id="{F4ABB4A8-89B2-CF76-C623-E4D6B4622858}"/>
              </a:ext>
            </a:extLst>
          </p:cNvPr>
          <p:cNvGraphicFramePr>
            <a:graphicFrameLocks noGrp="1"/>
          </p:cNvGraphicFramePr>
          <p:nvPr>
            <p:ph idx="1"/>
            <p:extLst>
              <p:ext uri="{D42A27DB-BD31-4B8C-83A1-F6EECF244321}">
                <p14:modId xmlns:p14="http://schemas.microsoft.com/office/powerpoint/2010/main" val="1376405930"/>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379786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2DBE7-AC4E-E224-CEA6-C8FA6DB832F3}"/>
              </a:ext>
            </a:extLst>
          </p:cNvPr>
          <p:cNvSpPr>
            <a:spLocks noGrp="1"/>
          </p:cNvSpPr>
          <p:nvPr>
            <p:ph type="title"/>
          </p:nvPr>
        </p:nvSpPr>
        <p:spPr/>
        <p:txBody>
          <a:bodyPr/>
          <a:lstStyle/>
          <a:p>
            <a:r>
              <a:rPr lang="en-US" dirty="0"/>
              <a:t> Family Planning and Other Services</a:t>
            </a:r>
            <a:br>
              <a:rPr lang="en-US" dirty="0"/>
            </a:br>
            <a:endParaRPr lang="en-US" dirty="0"/>
          </a:p>
        </p:txBody>
      </p:sp>
      <p:sp>
        <p:nvSpPr>
          <p:cNvPr id="3" name="Content Placeholder 2">
            <a:extLst>
              <a:ext uri="{FF2B5EF4-FFF2-40B4-BE49-F238E27FC236}">
                <a16:creationId xmlns:a16="http://schemas.microsoft.com/office/drawing/2014/main" id="{527EC2B0-532C-F694-10EC-8CBBBCFE2A7F}"/>
              </a:ext>
            </a:extLst>
          </p:cNvPr>
          <p:cNvSpPr>
            <a:spLocks noGrp="1"/>
          </p:cNvSpPr>
          <p:nvPr>
            <p:ph idx="1"/>
          </p:nvPr>
        </p:nvSpPr>
        <p:spPr>
          <a:xfrm>
            <a:off x="838200" y="1690688"/>
            <a:ext cx="10515600" cy="4351338"/>
          </a:xfrm>
        </p:spPr>
        <p:txBody>
          <a:bodyPr/>
          <a:lstStyle/>
          <a:p>
            <a:r>
              <a:rPr lang="en-US" dirty="0"/>
              <a:t>Full range </a:t>
            </a:r>
            <a:r>
              <a:rPr lang="en-US" dirty="0">
                <a:highlight>
                  <a:srgbClr val="FFFF00"/>
                </a:highlight>
              </a:rPr>
              <a:t>of family planning services </a:t>
            </a:r>
            <a:r>
              <a:rPr lang="en-US" dirty="0"/>
              <a:t>including counselling and appropriate referral for couples having infertility.</a:t>
            </a:r>
          </a:p>
          <a:p>
            <a:r>
              <a:rPr lang="en-US" dirty="0">
                <a:highlight>
                  <a:srgbClr val="FFFF00"/>
                </a:highlight>
              </a:rPr>
              <a:t>Medical termination of pregnancy </a:t>
            </a:r>
            <a:r>
              <a:rPr lang="en-US" dirty="0"/>
              <a:t>using manual vacuum aspiration technique, wherever trained personnel and facility exists.</a:t>
            </a:r>
          </a:p>
          <a:p>
            <a:r>
              <a:rPr lang="en-US" dirty="0"/>
              <a:t>Health education for </a:t>
            </a:r>
            <a:r>
              <a:rPr lang="en-US" dirty="0">
                <a:highlight>
                  <a:srgbClr val="FFFF00"/>
                </a:highlight>
              </a:rPr>
              <a:t>prevention and management of RTI/STI</a:t>
            </a:r>
            <a:r>
              <a:rPr lang="en-US" dirty="0"/>
              <a:t>.</a:t>
            </a:r>
          </a:p>
          <a:p>
            <a:r>
              <a:rPr lang="en-US" dirty="0"/>
              <a:t>Nutrition Services: Diagnosis and management of </a:t>
            </a:r>
            <a:r>
              <a:rPr lang="en-US" dirty="0">
                <a:highlight>
                  <a:srgbClr val="FFFF00"/>
                </a:highlight>
              </a:rPr>
              <a:t>malnutrition, </a:t>
            </a:r>
            <a:r>
              <a:rPr lang="en-US" dirty="0" err="1">
                <a:highlight>
                  <a:srgbClr val="FFFF00"/>
                </a:highlight>
              </a:rPr>
              <a:t>anaemia</a:t>
            </a:r>
            <a:r>
              <a:rPr lang="en-US" dirty="0">
                <a:highlight>
                  <a:srgbClr val="FFFF00"/>
                </a:highlight>
              </a:rPr>
              <a:t> and vitamin A deficiency</a:t>
            </a:r>
            <a:r>
              <a:rPr lang="en-US" dirty="0"/>
              <a:t> and coordination with ICDS.</a:t>
            </a:r>
          </a:p>
          <a:p>
            <a:endParaRPr lang="en-US" dirty="0"/>
          </a:p>
        </p:txBody>
      </p:sp>
    </p:spTree>
    <p:extLst>
      <p:ext uri="{BB962C8B-B14F-4D97-AF65-F5344CB8AC3E}">
        <p14:creationId xmlns:p14="http://schemas.microsoft.com/office/powerpoint/2010/main" val="15195634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32B806-9CF5-5A2E-FC67-2EFB2E6D8E83}"/>
              </a:ext>
            </a:extLst>
          </p:cNvPr>
          <p:cNvSpPr>
            <a:spLocks noGrp="1"/>
          </p:cNvSpPr>
          <p:nvPr>
            <p:ph type="title"/>
          </p:nvPr>
        </p:nvSpPr>
        <p:spPr/>
        <p:txBody>
          <a:bodyPr/>
          <a:lstStyle/>
          <a:p>
            <a:r>
              <a:rPr lang="en-US" dirty="0"/>
              <a:t>Mission Parivar Vikas</a:t>
            </a:r>
          </a:p>
        </p:txBody>
      </p:sp>
      <p:sp>
        <p:nvSpPr>
          <p:cNvPr id="3" name="Content Placeholder 2">
            <a:extLst>
              <a:ext uri="{FF2B5EF4-FFF2-40B4-BE49-F238E27FC236}">
                <a16:creationId xmlns:a16="http://schemas.microsoft.com/office/drawing/2014/main" id="{D14B1111-A34A-DDD2-8EEF-AD0403E11AA0}"/>
              </a:ext>
            </a:extLst>
          </p:cNvPr>
          <p:cNvSpPr>
            <a:spLocks noGrp="1"/>
          </p:cNvSpPr>
          <p:nvPr>
            <p:ph idx="1"/>
          </p:nvPr>
        </p:nvSpPr>
        <p:spPr/>
        <p:txBody>
          <a:bodyPr numCol="2">
            <a:normAutofit fontScale="92500" lnSpcReduction="20000"/>
          </a:bodyPr>
          <a:lstStyle/>
          <a:p>
            <a:r>
              <a:rPr lang="en-US" b="1" dirty="0"/>
              <a:t>Accelerating Family Planning in High-Fertility Districts</a:t>
            </a:r>
          </a:p>
          <a:p>
            <a:r>
              <a:rPr lang="en-US" b="1" dirty="0"/>
              <a:t>Goal: </a:t>
            </a:r>
            <a:r>
              <a:rPr lang="en-US" dirty="0"/>
              <a:t>Achieve replacement-level fertility (TFR ≤ 2.1) by 2025</a:t>
            </a:r>
          </a:p>
          <a:p>
            <a:r>
              <a:rPr lang="en-US" b="1" dirty="0"/>
              <a:t>Focus Areas</a:t>
            </a:r>
          </a:p>
          <a:p>
            <a:pPr lvl="1"/>
            <a:r>
              <a:rPr lang="en-US" dirty="0"/>
              <a:t>145 districts across 7 states</a:t>
            </a:r>
          </a:p>
          <a:p>
            <a:pPr lvl="1"/>
            <a:r>
              <a:rPr lang="en-US" dirty="0"/>
              <a:t>High TFR, low contraceptive use</a:t>
            </a:r>
          </a:p>
          <a:p>
            <a:pPr lvl="1"/>
            <a:r>
              <a:rPr lang="en-US" dirty="0"/>
              <a:t>Covers ~44% of India’s population</a:t>
            </a:r>
            <a:br>
              <a:rPr lang="en-US" dirty="0"/>
            </a:br>
            <a:endParaRPr lang="en-US" dirty="0"/>
          </a:p>
          <a:p>
            <a:r>
              <a:rPr lang="en-US" b="1" dirty="0"/>
              <a:t>Key Strategies</a:t>
            </a:r>
          </a:p>
          <a:p>
            <a:pPr lvl="1"/>
            <a:r>
              <a:rPr lang="en-US" dirty="0"/>
              <a:t>Expanded contraceptive basket:</a:t>
            </a:r>
            <a:br>
              <a:rPr lang="en-US" dirty="0"/>
            </a:br>
            <a:r>
              <a:rPr lang="en-US" i="1" dirty="0"/>
              <a:t>Antara</a:t>
            </a:r>
            <a:r>
              <a:rPr lang="en-US" dirty="0"/>
              <a:t> (injectable), </a:t>
            </a:r>
            <a:r>
              <a:rPr lang="en-US" i="1" dirty="0"/>
              <a:t>Chhaya</a:t>
            </a:r>
            <a:r>
              <a:rPr lang="en-US" dirty="0"/>
              <a:t> (weekly pill), PPIUCD</a:t>
            </a:r>
          </a:p>
          <a:p>
            <a:pPr lvl="1"/>
            <a:r>
              <a:rPr lang="en-US" dirty="0"/>
              <a:t>ASHA-led doorstep delivery</a:t>
            </a:r>
          </a:p>
          <a:p>
            <a:pPr lvl="1"/>
            <a:r>
              <a:rPr lang="en-US" dirty="0"/>
              <a:t>Clinical Outreach Teams (COTs)</a:t>
            </a:r>
          </a:p>
          <a:p>
            <a:pPr lvl="1"/>
            <a:r>
              <a:rPr lang="en-US" dirty="0"/>
              <a:t>Incentives for spacing &amp; sterilization</a:t>
            </a:r>
          </a:p>
          <a:p>
            <a:r>
              <a:rPr lang="en-US" b="1" dirty="0"/>
              <a:t>Community Engagement</a:t>
            </a:r>
          </a:p>
          <a:p>
            <a:pPr lvl="1"/>
            <a:r>
              <a:rPr lang="en-US" dirty="0"/>
              <a:t>Saas-Bahu </a:t>
            </a:r>
            <a:r>
              <a:rPr lang="en-US" dirty="0" err="1"/>
              <a:t>Sammelans</a:t>
            </a:r>
            <a:endParaRPr lang="en-US" dirty="0"/>
          </a:p>
          <a:p>
            <a:pPr lvl="1"/>
            <a:r>
              <a:rPr lang="en-US" dirty="0" err="1"/>
              <a:t>Nayi</a:t>
            </a:r>
            <a:r>
              <a:rPr lang="en-US" dirty="0"/>
              <a:t> Pehel Kits</a:t>
            </a:r>
          </a:p>
          <a:p>
            <a:pPr lvl="1"/>
            <a:r>
              <a:rPr lang="en-US" dirty="0"/>
              <a:t>Mobile vans &amp; media campaigns</a:t>
            </a:r>
          </a:p>
          <a:p>
            <a:r>
              <a:rPr lang="en-US" b="1" dirty="0"/>
              <a:t>Monitoring &amp; Support</a:t>
            </a:r>
          </a:p>
          <a:p>
            <a:pPr lvl="1"/>
            <a:r>
              <a:rPr lang="en-US" dirty="0"/>
              <a:t>FP-LMIS for logistics</a:t>
            </a:r>
          </a:p>
          <a:p>
            <a:pPr lvl="1"/>
            <a:r>
              <a:rPr lang="en-US" dirty="0"/>
              <a:t>Indemnity scheme for sterilization</a:t>
            </a:r>
          </a:p>
          <a:p>
            <a:pPr lvl="1"/>
            <a:r>
              <a:rPr lang="en-US" dirty="0"/>
              <a:t>Rights-based, client-centered approach</a:t>
            </a:r>
          </a:p>
          <a:p>
            <a:endParaRPr lang="en-US" dirty="0"/>
          </a:p>
        </p:txBody>
      </p:sp>
    </p:spTree>
    <p:extLst>
      <p:ext uri="{BB962C8B-B14F-4D97-AF65-F5344CB8AC3E}">
        <p14:creationId xmlns:p14="http://schemas.microsoft.com/office/powerpoint/2010/main" val="321892349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93E9CF-EDD8-59BD-DCB0-DA4855873C86}"/>
              </a:ext>
            </a:extLst>
          </p:cNvPr>
          <p:cNvSpPr>
            <a:spLocks noGrp="1"/>
          </p:cNvSpPr>
          <p:nvPr>
            <p:ph type="title"/>
          </p:nvPr>
        </p:nvSpPr>
        <p:spPr>
          <a:xfrm>
            <a:off x="686834" y="1153572"/>
            <a:ext cx="3200400" cy="4461163"/>
          </a:xfrm>
        </p:spPr>
        <p:txBody>
          <a:bodyPr>
            <a:normAutofit/>
          </a:bodyPr>
          <a:lstStyle/>
          <a:p>
            <a:r>
              <a:rPr lang="en-US">
                <a:solidFill>
                  <a:srgbClr val="FFFFFF"/>
                </a:solidFill>
              </a:rPr>
              <a:t>School health services</a:t>
            </a: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A2227985-5344-80C7-DB9A-51C201AA6CAF}"/>
              </a:ext>
            </a:extLst>
          </p:cNvPr>
          <p:cNvSpPr>
            <a:spLocks noGrp="1"/>
          </p:cNvSpPr>
          <p:nvPr>
            <p:ph idx="1"/>
          </p:nvPr>
        </p:nvSpPr>
        <p:spPr>
          <a:xfrm>
            <a:off x="4447308" y="591344"/>
            <a:ext cx="6906491" cy="5585619"/>
          </a:xfrm>
        </p:spPr>
        <p:txBody>
          <a:bodyPr anchor="ctr">
            <a:normAutofit/>
          </a:bodyPr>
          <a:lstStyle/>
          <a:p>
            <a:r>
              <a:rPr lang="en-US" dirty="0"/>
              <a:t>Essential:</a:t>
            </a:r>
          </a:p>
          <a:p>
            <a:pPr lvl="1"/>
            <a:r>
              <a:rPr lang="en-US" dirty="0"/>
              <a:t>Screening of general health assessment of </a:t>
            </a:r>
            <a:r>
              <a:rPr lang="en-US" dirty="0" err="1"/>
              <a:t>anaemia</a:t>
            </a:r>
            <a:r>
              <a:rPr lang="en-US" dirty="0"/>
              <a:t>/nutritional status, visual acuity, hearing problem, dental check-up, physical disabilities, learning disorders and </a:t>
            </a:r>
            <a:r>
              <a:rPr lang="en-US" dirty="0" err="1"/>
              <a:t>behaviour</a:t>
            </a:r>
            <a:r>
              <a:rPr lang="en-US" dirty="0"/>
              <a:t> problems, </a:t>
            </a:r>
            <a:r>
              <a:rPr lang="en-US" dirty="0" err="1"/>
              <a:t>etc</a:t>
            </a:r>
            <a:r>
              <a:rPr lang="en-US" dirty="0"/>
              <a:t>;</a:t>
            </a:r>
          </a:p>
          <a:p>
            <a:pPr lvl="1"/>
            <a:r>
              <a:rPr lang="en-US" dirty="0"/>
              <a:t>Basic medicines to take care of common ailments; </a:t>
            </a:r>
          </a:p>
          <a:p>
            <a:pPr lvl="1"/>
            <a:r>
              <a:rPr lang="en-US" dirty="0"/>
              <a:t>Immunization as per national schedule;</a:t>
            </a:r>
          </a:p>
          <a:p>
            <a:pPr lvl="1"/>
            <a:r>
              <a:rPr lang="en-US" dirty="0"/>
              <a:t>Micronutrient (Vitamin A, iron and folic acid) management; deworming; and mid day meal.</a:t>
            </a:r>
          </a:p>
          <a:p>
            <a:r>
              <a:rPr lang="en-US" dirty="0"/>
              <a:t>Desirable: Health promoting schools.</a:t>
            </a:r>
          </a:p>
        </p:txBody>
      </p:sp>
      <p:sp>
        <p:nvSpPr>
          <p:cNvPr id="7" name="TextBox 6">
            <a:extLst>
              <a:ext uri="{FF2B5EF4-FFF2-40B4-BE49-F238E27FC236}">
                <a16:creationId xmlns:a16="http://schemas.microsoft.com/office/drawing/2014/main" id="{A73B7210-5B57-1AF1-AF8E-A3493A49E504}"/>
              </a:ext>
            </a:extLst>
          </p:cNvPr>
          <p:cNvSpPr txBox="1"/>
          <p:nvPr/>
        </p:nvSpPr>
        <p:spPr>
          <a:xfrm>
            <a:off x="139700" y="5804991"/>
            <a:ext cx="7885030" cy="923330"/>
          </a:xfrm>
          <a:prstGeom prst="rect">
            <a:avLst/>
          </a:prstGeom>
          <a:noFill/>
        </p:spPr>
        <p:txBody>
          <a:bodyPr wrap="square">
            <a:spAutoFit/>
          </a:bodyPr>
          <a:lstStyle/>
          <a:p>
            <a:r>
              <a:rPr lang="en-US" dirty="0"/>
              <a:t>"RBSK (</a:t>
            </a:r>
            <a:r>
              <a:rPr lang="en-US" dirty="0" err="1"/>
              <a:t>Rashtriya</a:t>
            </a:r>
            <a:r>
              <a:rPr lang="en-US" dirty="0"/>
              <a:t> Bal </a:t>
            </a:r>
            <a:r>
              <a:rPr lang="en-US" dirty="0" err="1"/>
              <a:t>Swasthya</a:t>
            </a:r>
            <a:r>
              <a:rPr lang="en-US" dirty="0"/>
              <a:t> </a:t>
            </a:r>
            <a:r>
              <a:rPr lang="en-US" dirty="0" err="1"/>
              <a:t>Karyakram</a:t>
            </a:r>
            <a:r>
              <a:rPr lang="en-US" dirty="0"/>
              <a:t>) integration"</a:t>
            </a:r>
          </a:p>
          <a:p>
            <a:r>
              <a:rPr lang="en-US" dirty="0"/>
              <a:t>"Digital health cards for students, tele-consultation for specialists"</a:t>
            </a:r>
          </a:p>
          <a:p>
            <a:r>
              <a:rPr lang="en-US" dirty="0"/>
              <a:t>"COVID-19 protocols for schools, mental health screening"</a:t>
            </a:r>
          </a:p>
        </p:txBody>
      </p:sp>
    </p:spTree>
    <p:extLst>
      <p:ext uri="{BB962C8B-B14F-4D97-AF65-F5344CB8AC3E}">
        <p14:creationId xmlns:p14="http://schemas.microsoft.com/office/powerpoint/2010/main" val="3614387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a:extLst>
            <a:ext uri="{FF2B5EF4-FFF2-40B4-BE49-F238E27FC236}">
              <a16:creationId xmlns:a16="http://schemas.microsoft.com/office/drawing/2014/main" id="{9D981ED3-CCD6-DA8F-CDBC-70A3B643B4B8}"/>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50B323-805D-DE94-B456-6BEDC6E1F435}"/>
              </a:ext>
            </a:extLst>
          </p:cNvPr>
          <p:cNvSpPr>
            <a:spLocks noGrp="1"/>
          </p:cNvSpPr>
          <p:nvPr>
            <p:ph type="title"/>
          </p:nvPr>
        </p:nvSpPr>
        <p:spPr>
          <a:xfrm>
            <a:off x="504967" y="675564"/>
            <a:ext cx="3609833" cy="5204085"/>
          </a:xfrm>
        </p:spPr>
        <p:txBody>
          <a:bodyPr>
            <a:normAutofit/>
          </a:bodyPr>
          <a:lstStyle/>
          <a:p>
            <a:r>
              <a:rPr lang="en-US" dirty="0"/>
              <a:t>Adolescent health care</a:t>
            </a:r>
          </a:p>
        </p:txBody>
      </p:sp>
      <p:cxnSp>
        <p:nvCxnSpPr>
          <p:cNvPr id="18" name="Straight Connector 17">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3">
            <a:extLst>
              <a:ext uri="{FF2B5EF4-FFF2-40B4-BE49-F238E27FC236}">
                <a16:creationId xmlns:a16="http://schemas.microsoft.com/office/drawing/2014/main" id="{8B170E94-D4D4-0410-94F2-378217A398A0}"/>
              </a:ext>
            </a:extLst>
          </p:cNvPr>
          <p:cNvGraphicFramePr>
            <a:graphicFrameLocks noGrp="1"/>
          </p:cNvGraphicFramePr>
          <p:nvPr>
            <p:ph idx="1"/>
            <p:extLst>
              <p:ext uri="{D42A27DB-BD31-4B8C-83A1-F6EECF244321}">
                <p14:modId xmlns:p14="http://schemas.microsoft.com/office/powerpoint/2010/main" val="114277694"/>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76103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2">
            <a:alpha val="35000"/>
          </a:schemeClr>
        </a:solidFill>
        <a:effectLst/>
      </p:bgPr>
    </p:bg>
    <p:spTree>
      <p:nvGrpSpPr>
        <p:cNvPr id="1" name="">
          <a:extLst>
            <a:ext uri="{FF2B5EF4-FFF2-40B4-BE49-F238E27FC236}">
              <a16:creationId xmlns:a16="http://schemas.microsoft.com/office/drawing/2014/main" id="{254886F2-884E-075E-1EDD-79D5B6B510C6}"/>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C5278130-DFE0-457B-8698-88DF69019D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Rectangle 11">
            <a:extLst>
              <a:ext uri="{FF2B5EF4-FFF2-40B4-BE49-F238E27FC236}">
                <a16:creationId xmlns:a16="http://schemas.microsoft.com/office/drawing/2014/main" id="{2F99531B-1681-4D6E-BECB-18325B33A6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4" name="Rectangle 13">
            <a:extLst>
              <a:ext uri="{FF2B5EF4-FFF2-40B4-BE49-F238E27FC236}">
                <a16:creationId xmlns:a16="http://schemas.microsoft.com/office/drawing/2014/main" id="{20344094-430A-400B-804B-910E696A1A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709375"/>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53C67DF-7782-4E57-AB9B-F1B4811AD8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43451" y="1248213"/>
            <a:ext cx="5413238" cy="4326335"/>
          </a:xfrm>
          <a:prstGeom prst="rect">
            <a:avLst/>
          </a:prstGeom>
          <a:solidFill>
            <a:schemeClr val="accent1">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21D540-EF17-D9C0-7E6C-C383C2DC9648}"/>
              </a:ext>
            </a:extLst>
          </p:cNvPr>
          <p:cNvSpPr>
            <a:spLocks noGrp="1"/>
          </p:cNvSpPr>
          <p:nvPr>
            <p:ph type="title"/>
          </p:nvPr>
        </p:nvSpPr>
        <p:spPr>
          <a:xfrm>
            <a:off x="504967" y="675564"/>
            <a:ext cx="3609833" cy="5204085"/>
          </a:xfrm>
        </p:spPr>
        <p:txBody>
          <a:bodyPr>
            <a:normAutofit/>
          </a:bodyPr>
          <a:lstStyle/>
          <a:p>
            <a:r>
              <a:rPr lang="en-US" dirty="0"/>
              <a:t>Disease Prevention</a:t>
            </a:r>
          </a:p>
        </p:txBody>
      </p:sp>
      <p:cxnSp>
        <p:nvCxnSpPr>
          <p:cNvPr id="18" name="Straight Connector 17">
            <a:extLst>
              <a:ext uri="{FF2B5EF4-FFF2-40B4-BE49-F238E27FC236}">
                <a16:creationId xmlns:a16="http://schemas.microsoft.com/office/drawing/2014/main" id="{B03A5AE3-BD30-455C-842B-7626C8BEF0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365990" y="5610"/>
            <a:ext cx="0" cy="685800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DBECAA5-1F2D-470D-875C-8F2C2CA3E5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18001"/>
            <a:ext cx="12192000" cy="0"/>
          </a:xfrm>
          <a:prstGeom prst="line">
            <a:avLst/>
          </a:prstGeom>
          <a:ln w="9525" cap="rnd">
            <a:solidFill>
              <a:schemeClr val="accent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6" name="Content Placeholder 3">
            <a:extLst>
              <a:ext uri="{FF2B5EF4-FFF2-40B4-BE49-F238E27FC236}">
                <a16:creationId xmlns:a16="http://schemas.microsoft.com/office/drawing/2014/main" id="{233BDFBC-245B-EADC-4A04-00F4C4D84319}"/>
              </a:ext>
            </a:extLst>
          </p:cNvPr>
          <p:cNvGraphicFramePr>
            <a:graphicFrameLocks noGrp="1"/>
          </p:cNvGraphicFramePr>
          <p:nvPr>
            <p:ph idx="1"/>
            <p:extLst>
              <p:ext uri="{D42A27DB-BD31-4B8C-83A1-F6EECF244321}">
                <p14:modId xmlns:p14="http://schemas.microsoft.com/office/powerpoint/2010/main" val="3977606821"/>
              </p:ext>
            </p:extLst>
          </p:nvPr>
        </p:nvGraphicFramePr>
        <p:xfrm>
          <a:off x="4776730" y="819369"/>
          <a:ext cx="6589260" cy="52439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026683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F431-EDCE-F88D-5DE0-5CBBB21077E3}"/>
              </a:ext>
            </a:extLst>
          </p:cNvPr>
          <p:cNvSpPr>
            <a:spLocks noGrp="1"/>
          </p:cNvSpPr>
          <p:nvPr>
            <p:ph type="title"/>
          </p:nvPr>
        </p:nvSpPr>
        <p:spPr/>
        <p:txBody>
          <a:bodyPr/>
          <a:lstStyle/>
          <a:p>
            <a:r>
              <a:rPr lang="en-US" dirty="0"/>
              <a:t>National health </a:t>
            </a:r>
            <a:r>
              <a:rPr lang="en-US" dirty="0" err="1"/>
              <a:t>programmes</a:t>
            </a:r>
            <a:endParaRPr lang="en-US" dirty="0"/>
          </a:p>
        </p:txBody>
      </p:sp>
      <p:sp>
        <p:nvSpPr>
          <p:cNvPr id="3" name="Content Placeholder 2">
            <a:extLst>
              <a:ext uri="{FF2B5EF4-FFF2-40B4-BE49-F238E27FC236}">
                <a16:creationId xmlns:a16="http://schemas.microsoft.com/office/drawing/2014/main" id="{8CCAA978-D585-F392-DB7B-60E3C094BF74}"/>
              </a:ext>
            </a:extLst>
          </p:cNvPr>
          <p:cNvSpPr>
            <a:spLocks noGrp="1"/>
          </p:cNvSpPr>
          <p:nvPr>
            <p:ph idx="1"/>
          </p:nvPr>
        </p:nvSpPr>
        <p:spPr/>
        <p:txBody>
          <a:bodyPr>
            <a:normAutofit/>
          </a:bodyPr>
          <a:lstStyle/>
          <a:p>
            <a:r>
              <a:rPr lang="en-US" dirty="0"/>
              <a:t>Revised National Tuberculosis Control </a:t>
            </a:r>
            <a:r>
              <a:rPr lang="en-US" dirty="0" err="1"/>
              <a:t>Programme</a:t>
            </a:r>
            <a:r>
              <a:rPr lang="en-US" dirty="0"/>
              <a:t> (RNTCP): </a:t>
            </a:r>
          </a:p>
          <a:p>
            <a:pPr lvl="1"/>
            <a:r>
              <a:rPr lang="en-US" dirty="0"/>
              <a:t>All PHCs to function as DOTS </a:t>
            </a:r>
            <a:r>
              <a:rPr lang="en-US" dirty="0" err="1"/>
              <a:t>Centres</a:t>
            </a:r>
            <a:r>
              <a:rPr lang="en-US" dirty="0"/>
              <a:t> to deliver treatment as per RNTCP treatment guidelines through DOTS providers and </a:t>
            </a:r>
          </a:p>
          <a:p>
            <a:pPr lvl="1"/>
            <a:r>
              <a:rPr lang="en-US" dirty="0"/>
              <a:t>Treatment of common complications of TB and side effects of drugs, </a:t>
            </a:r>
          </a:p>
          <a:p>
            <a:pPr lvl="1"/>
            <a:r>
              <a:rPr lang="en-US" dirty="0"/>
              <a:t>Record and report on NTEP activities as per guidelines.</a:t>
            </a:r>
          </a:p>
          <a:p>
            <a:r>
              <a:rPr lang="en-US" dirty="0"/>
              <a:t>NTEP</a:t>
            </a:r>
          </a:p>
          <a:p>
            <a:pPr lvl="1"/>
            <a:r>
              <a:rPr lang="en-US" dirty="0"/>
              <a:t>PHCs serve as the </a:t>
            </a:r>
            <a:r>
              <a:rPr lang="en-US" b="1" dirty="0"/>
              <a:t>backbone of India's TB elimination strategy</a:t>
            </a:r>
            <a:r>
              <a:rPr lang="en-US" dirty="0"/>
              <a:t>, providing comprehensive TB services from diagnosis through treatment completion, while ensuring community participation and quality care delivery at the grassroots level.</a:t>
            </a:r>
          </a:p>
        </p:txBody>
      </p:sp>
    </p:spTree>
    <p:extLst>
      <p:ext uri="{BB962C8B-B14F-4D97-AF65-F5344CB8AC3E}">
        <p14:creationId xmlns:p14="http://schemas.microsoft.com/office/powerpoint/2010/main" val="35224141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1CFE9-1CCB-B129-B053-1319F0C90084}"/>
              </a:ext>
            </a:extLst>
          </p:cNvPr>
          <p:cNvSpPr>
            <a:spLocks noGrp="1"/>
          </p:cNvSpPr>
          <p:nvPr>
            <p:ph type="title"/>
          </p:nvPr>
        </p:nvSpPr>
        <p:spPr/>
        <p:txBody>
          <a:bodyPr/>
          <a:lstStyle/>
          <a:p>
            <a:r>
              <a:rPr lang="en-US" dirty="0"/>
              <a:t>NTEP - PHC</a:t>
            </a:r>
          </a:p>
        </p:txBody>
      </p:sp>
      <p:sp>
        <p:nvSpPr>
          <p:cNvPr id="3" name="Content Placeholder 2">
            <a:extLst>
              <a:ext uri="{FF2B5EF4-FFF2-40B4-BE49-F238E27FC236}">
                <a16:creationId xmlns:a16="http://schemas.microsoft.com/office/drawing/2014/main" id="{0A917ABE-6C8B-49FB-327D-6D1161BF97FF}"/>
              </a:ext>
            </a:extLst>
          </p:cNvPr>
          <p:cNvSpPr>
            <a:spLocks noGrp="1"/>
          </p:cNvSpPr>
          <p:nvPr>
            <p:ph idx="1"/>
          </p:nvPr>
        </p:nvSpPr>
        <p:spPr/>
        <p:txBody>
          <a:bodyPr>
            <a:normAutofit fontScale="92500" lnSpcReduction="10000"/>
          </a:bodyPr>
          <a:lstStyle/>
          <a:p>
            <a:r>
              <a:rPr lang="en-US" b="1" dirty="0"/>
              <a:t>Diagnosis &amp; Case Detection:</a:t>
            </a:r>
            <a:endParaRPr lang="en-US" dirty="0"/>
          </a:p>
          <a:p>
            <a:pPr lvl="1"/>
            <a:r>
              <a:rPr lang="en-US" dirty="0"/>
              <a:t>Active screening of symptomatic patients and high-risk populations</a:t>
            </a:r>
          </a:p>
          <a:p>
            <a:pPr lvl="1"/>
            <a:r>
              <a:rPr lang="en-US" dirty="0"/>
              <a:t>Sputum collection and coordination with molecular tests (CBNAAT/</a:t>
            </a:r>
            <a:r>
              <a:rPr lang="en-US" dirty="0" err="1"/>
              <a:t>TrueNat</a:t>
            </a:r>
            <a:r>
              <a:rPr lang="en-US" dirty="0"/>
              <a:t>)</a:t>
            </a:r>
          </a:p>
          <a:p>
            <a:pPr lvl="1"/>
            <a:r>
              <a:rPr lang="en-US" dirty="0"/>
              <a:t>HIV and diabetes screening for all TB patients</a:t>
            </a:r>
          </a:p>
          <a:p>
            <a:r>
              <a:rPr lang="en-US" b="1" dirty="0"/>
              <a:t>Treatment Management:</a:t>
            </a:r>
            <a:endParaRPr lang="en-US" dirty="0"/>
          </a:p>
          <a:p>
            <a:pPr lvl="1"/>
            <a:r>
              <a:rPr lang="en-US" dirty="0"/>
              <a:t>Initiate drug-sensitive TB treatment with free Fixed Dose Combinations</a:t>
            </a:r>
          </a:p>
          <a:p>
            <a:pPr lvl="1"/>
            <a:r>
              <a:rPr lang="en-US" dirty="0"/>
              <a:t>DOT (Directly Observed Treatment) supervision through treatment supporters</a:t>
            </a:r>
          </a:p>
          <a:p>
            <a:pPr lvl="1"/>
            <a:r>
              <a:rPr lang="en-US" dirty="0"/>
              <a:t>Coordinate drug-resistant TB cases with DRTB centers</a:t>
            </a:r>
          </a:p>
          <a:p>
            <a:r>
              <a:rPr lang="en-US" b="1" dirty="0"/>
              <a:t>Prevention &amp; Contact Investigation:</a:t>
            </a:r>
            <a:endParaRPr lang="en-US" dirty="0"/>
          </a:p>
          <a:p>
            <a:pPr lvl="1"/>
            <a:r>
              <a:rPr lang="en-US" dirty="0"/>
              <a:t>Household screening and contact tracing within 72 hours</a:t>
            </a:r>
          </a:p>
          <a:p>
            <a:pPr lvl="1"/>
            <a:r>
              <a:rPr lang="en-US" dirty="0"/>
              <a:t>TB Preventive Treatment (TPT) for eligible contacts</a:t>
            </a:r>
          </a:p>
          <a:p>
            <a:pPr lvl="1"/>
            <a:r>
              <a:rPr lang="en-US" dirty="0"/>
              <a:t>Community health education and infection control counseling</a:t>
            </a:r>
          </a:p>
        </p:txBody>
      </p:sp>
    </p:spTree>
    <p:extLst>
      <p:ext uri="{BB962C8B-B14F-4D97-AF65-F5344CB8AC3E}">
        <p14:creationId xmlns:p14="http://schemas.microsoft.com/office/powerpoint/2010/main" val="15603128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FE878-7764-4010-2EC4-1EAEAFA548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16B85-586D-F09C-A15F-BB2FBF3048BC}"/>
              </a:ext>
            </a:extLst>
          </p:cNvPr>
          <p:cNvSpPr>
            <a:spLocks noGrp="1"/>
          </p:cNvSpPr>
          <p:nvPr>
            <p:ph type="title"/>
          </p:nvPr>
        </p:nvSpPr>
        <p:spPr/>
        <p:txBody>
          <a:bodyPr/>
          <a:lstStyle/>
          <a:p>
            <a:r>
              <a:rPr lang="en-US" dirty="0"/>
              <a:t>NTEP - PHC</a:t>
            </a:r>
          </a:p>
        </p:txBody>
      </p:sp>
      <p:sp>
        <p:nvSpPr>
          <p:cNvPr id="3" name="Content Placeholder 2">
            <a:extLst>
              <a:ext uri="{FF2B5EF4-FFF2-40B4-BE49-F238E27FC236}">
                <a16:creationId xmlns:a16="http://schemas.microsoft.com/office/drawing/2014/main" id="{D526DB3E-95F4-7E56-E6BA-56DADE30A1AD}"/>
              </a:ext>
            </a:extLst>
          </p:cNvPr>
          <p:cNvSpPr>
            <a:spLocks noGrp="1"/>
          </p:cNvSpPr>
          <p:nvPr>
            <p:ph idx="1"/>
          </p:nvPr>
        </p:nvSpPr>
        <p:spPr/>
        <p:txBody>
          <a:bodyPr>
            <a:normAutofit fontScale="92500" lnSpcReduction="10000"/>
          </a:bodyPr>
          <a:lstStyle/>
          <a:p>
            <a:r>
              <a:rPr lang="en-US" b="1" dirty="0"/>
              <a:t>Patient Support Services:</a:t>
            </a:r>
            <a:endParaRPr lang="en-US" dirty="0"/>
          </a:p>
          <a:p>
            <a:pPr lvl="1"/>
            <a:r>
              <a:rPr lang="en-US" b="1" dirty="0"/>
              <a:t>Financial:</a:t>
            </a:r>
            <a:r>
              <a:rPr lang="en-US" dirty="0"/>
              <a:t> Nikshay Poshan Yojana (₹500/month) + travel allowances</a:t>
            </a:r>
          </a:p>
          <a:p>
            <a:pPr lvl="1"/>
            <a:r>
              <a:rPr lang="en-US" b="1" dirty="0"/>
              <a:t>Social:</a:t>
            </a:r>
            <a:r>
              <a:rPr lang="en-US" dirty="0"/>
              <a:t> Treatment supporter training, patient counseling, family education</a:t>
            </a:r>
          </a:p>
          <a:p>
            <a:pPr lvl="1"/>
            <a:r>
              <a:rPr lang="en-US" b="1" dirty="0"/>
              <a:t>Clinical:</a:t>
            </a:r>
            <a:r>
              <a:rPr lang="en-US" dirty="0"/>
              <a:t> Free diagnostics, psycho-social support, nutritional guidance</a:t>
            </a:r>
          </a:p>
          <a:p>
            <a:r>
              <a:rPr lang="en-US" b="1" dirty="0"/>
              <a:t>Data Management &amp; Reporting:</a:t>
            </a:r>
            <a:endParaRPr lang="en-US" dirty="0"/>
          </a:p>
          <a:p>
            <a:pPr lvl="1"/>
            <a:r>
              <a:rPr lang="en-US" b="1" dirty="0"/>
              <a:t>Nikshay Portal:</a:t>
            </a:r>
            <a:r>
              <a:rPr lang="en-US" dirty="0"/>
              <a:t> Patient registration, treatment updates, outcome reporting</a:t>
            </a:r>
          </a:p>
          <a:p>
            <a:pPr lvl="1"/>
            <a:r>
              <a:rPr lang="en-US" b="1" dirty="0"/>
              <a:t>Coordination:</a:t>
            </a:r>
            <a:r>
              <a:rPr lang="en-US" dirty="0"/>
              <a:t> Monthly reports to TB Units, stock management</a:t>
            </a:r>
          </a:p>
          <a:p>
            <a:pPr lvl="1"/>
            <a:r>
              <a:rPr lang="en-US" b="1" dirty="0"/>
              <a:t>Quality Monitoring:</a:t>
            </a:r>
            <a:r>
              <a:rPr lang="en-US" dirty="0"/>
              <a:t> Performance indicators tracking, adverse drug reaction management</a:t>
            </a:r>
          </a:p>
          <a:p>
            <a:r>
              <a:rPr lang="en-US" b="1" dirty="0"/>
              <a:t>Integration with AB-HWCs:</a:t>
            </a:r>
            <a:endParaRPr lang="en-US" dirty="0"/>
          </a:p>
          <a:p>
            <a:pPr lvl="1"/>
            <a:r>
              <a:rPr lang="en-US" dirty="0"/>
              <a:t>Enhanced community mobilization through CHOs and ASHAs</a:t>
            </a:r>
          </a:p>
          <a:p>
            <a:pPr lvl="1"/>
            <a:r>
              <a:rPr lang="en-US" dirty="0"/>
              <a:t>Tele-consultation services and comprehensive screening at sub-center level</a:t>
            </a:r>
          </a:p>
        </p:txBody>
      </p:sp>
    </p:spTree>
    <p:extLst>
      <p:ext uri="{BB962C8B-B14F-4D97-AF65-F5344CB8AC3E}">
        <p14:creationId xmlns:p14="http://schemas.microsoft.com/office/powerpoint/2010/main" val="37427161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58660-0603-BDFA-23A3-9340D92751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B62E40-490F-DBD1-30D1-64FD6D8D842F}"/>
              </a:ext>
            </a:extLst>
          </p:cNvPr>
          <p:cNvSpPr>
            <a:spLocks noGrp="1"/>
          </p:cNvSpPr>
          <p:nvPr>
            <p:ph type="title"/>
          </p:nvPr>
        </p:nvSpPr>
        <p:spPr>
          <a:xfrm>
            <a:off x="838200" y="365125"/>
            <a:ext cx="10515600" cy="1325563"/>
          </a:xfrm>
        </p:spPr>
        <p:txBody>
          <a:bodyPr>
            <a:normAutofit/>
          </a:bodyPr>
          <a:lstStyle/>
          <a:p>
            <a:r>
              <a:rPr lang="en-US" sz="5400"/>
              <a:t>National health programmes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B34AA5E-FAD6-1D0B-D9D8-D8FE54345211}"/>
              </a:ext>
            </a:extLst>
          </p:cNvPr>
          <p:cNvSpPr>
            <a:spLocks noGrp="1"/>
          </p:cNvSpPr>
          <p:nvPr>
            <p:ph idx="1"/>
          </p:nvPr>
        </p:nvSpPr>
        <p:spPr>
          <a:xfrm>
            <a:off x="838200" y="1929384"/>
            <a:ext cx="10515600" cy="4251960"/>
          </a:xfrm>
        </p:spPr>
        <p:txBody>
          <a:bodyPr>
            <a:normAutofit/>
          </a:bodyPr>
          <a:lstStyle/>
          <a:p>
            <a:r>
              <a:rPr lang="en-US" sz="2200" b="1"/>
              <a:t>National Vector Borne Disease Control Programme:</a:t>
            </a:r>
          </a:p>
          <a:p>
            <a:pPr lvl="1"/>
            <a:r>
              <a:rPr lang="en-US" sz="2200"/>
              <a:t>Diagnosis of cases, microscopic confirmation and treatment</a:t>
            </a:r>
          </a:p>
          <a:p>
            <a:pPr lvl="1"/>
            <a:r>
              <a:rPr lang="en-US" sz="2200"/>
              <a:t>Cases of suspected JE and dengue to be provided symptomatic treatment, hospitalization and case management as per the protocols, </a:t>
            </a:r>
          </a:p>
          <a:p>
            <a:pPr lvl="1"/>
            <a:r>
              <a:rPr lang="en-US" sz="2200"/>
              <a:t>Complete treatment to Kala-azar cases in endemic areas as per national policy.</a:t>
            </a:r>
          </a:p>
          <a:p>
            <a:pPr lvl="1"/>
            <a:r>
              <a:rPr lang="en-US" sz="2200"/>
              <a:t>Complete treatment of microfilaria positive cases with DEC + albendazole and participation and arrangement of Mass Drug Administration (MDA) along with management of side reactions, if any. </a:t>
            </a:r>
          </a:p>
          <a:p>
            <a:pPr lvl="2"/>
            <a:r>
              <a:rPr lang="en-US" sz="2200"/>
              <a:t>Morbidity management of lymphoedema cases.</a:t>
            </a:r>
          </a:p>
        </p:txBody>
      </p:sp>
    </p:spTree>
    <p:extLst>
      <p:ext uri="{BB962C8B-B14F-4D97-AF65-F5344CB8AC3E}">
        <p14:creationId xmlns:p14="http://schemas.microsoft.com/office/powerpoint/2010/main" val="637750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E69010-B1CD-98F7-2257-32E1A1813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C38D8D-D529-8047-47B3-DA3CB585DE83}"/>
              </a:ext>
            </a:extLst>
          </p:cNvPr>
          <p:cNvSpPr>
            <a:spLocks noGrp="1"/>
          </p:cNvSpPr>
          <p:nvPr>
            <p:ph type="title"/>
          </p:nvPr>
        </p:nvSpPr>
        <p:spPr/>
        <p:txBody>
          <a:bodyPr/>
          <a:lstStyle/>
          <a:p>
            <a:r>
              <a:rPr lang="en-US" dirty="0"/>
              <a:t>National health </a:t>
            </a:r>
            <a:r>
              <a:rPr lang="en-US" dirty="0" err="1"/>
              <a:t>programmes</a:t>
            </a:r>
            <a:endParaRPr lang="en-US" dirty="0"/>
          </a:p>
        </p:txBody>
      </p:sp>
      <p:sp>
        <p:nvSpPr>
          <p:cNvPr id="3" name="Content Placeholder 2">
            <a:extLst>
              <a:ext uri="{FF2B5EF4-FFF2-40B4-BE49-F238E27FC236}">
                <a16:creationId xmlns:a16="http://schemas.microsoft.com/office/drawing/2014/main" id="{28AF1C1B-C047-E20E-306A-EE0835A76BC9}"/>
              </a:ext>
            </a:extLst>
          </p:cNvPr>
          <p:cNvSpPr>
            <a:spLocks noGrp="1"/>
          </p:cNvSpPr>
          <p:nvPr>
            <p:ph idx="1"/>
          </p:nvPr>
        </p:nvSpPr>
        <p:spPr/>
        <p:txBody>
          <a:bodyPr>
            <a:normAutofit/>
          </a:bodyPr>
          <a:lstStyle/>
          <a:p>
            <a:r>
              <a:rPr lang="en-US" b="1" dirty="0"/>
              <a:t>National AIDS Control </a:t>
            </a:r>
            <a:r>
              <a:rPr lang="en-US" b="1" dirty="0" err="1"/>
              <a:t>Programme</a:t>
            </a:r>
            <a:r>
              <a:rPr lang="en-US" b="1" dirty="0"/>
              <a:t>:</a:t>
            </a:r>
          </a:p>
          <a:p>
            <a:pPr lvl="1"/>
            <a:r>
              <a:rPr lang="en-US" dirty="0"/>
              <a:t>IEC activities to enhance awareness and preventive measures about STIs and HIV/AIDS, </a:t>
            </a:r>
          </a:p>
          <a:p>
            <a:pPr lvl="1"/>
            <a:r>
              <a:rPr lang="en-US" dirty="0"/>
              <a:t>Prevention of Parents to Child Transmission (PPTCT) services,</a:t>
            </a:r>
          </a:p>
          <a:p>
            <a:pPr lvl="1"/>
            <a:r>
              <a:rPr lang="en-US" dirty="0"/>
              <a:t>Organizing school health education </a:t>
            </a:r>
            <a:r>
              <a:rPr lang="en-US" dirty="0" err="1"/>
              <a:t>programme</a:t>
            </a:r>
            <a:r>
              <a:rPr lang="en-US" dirty="0"/>
              <a:t>,</a:t>
            </a:r>
          </a:p>
          <a:p>
            <a:pPr lvl="1"/>
            <a:r>
              <a:rPr lang="en-US" dirty="0"/>
              <a:t>Screening of persons practicing high-risk </a:t>
            </a:r>
            <a:r>
              <a:rPr lang="en-US" dirty="0" err="1"/>
              <a:t>behaviour</a:t>
            </a:r>
            <a:r>
              <a:rPr lang="en-US" dirty="0"/>
              <a:t>.</a:t>
            </a:r>
          </a:p>
          <a:p>
            <a:r>
              <a:rPr lang="en-US" b="1" dirty="0"/>
              <a:t>National </a:t>
            </a:r>
            <a:r>
              <a:rPr lang="en-US" b="1" dirty="0" err="1"/>
              <a:t>Programme</a:t>
            </a:r>
            <a:r>
              <a:rPr lang="en-US" b="1" dirty="0"/>
              <a:t> for Control of Blindness:</a:t>
            </a:r>
          </a:p>
          <a:p>
            <a:pPr lvl="1"/>
            <a:r>
              <a:rPr lang="en-US" dirty="0"/>
              <a:t>Basic services: Diagnosis and treatment of common eye diseases;</a:t>
            </a:r>
          </a:p>
          <a:p>
            <a:pPr lvl="1"/>
            <a:r>
              <a:rPr lang="en-US" dirty="0"/>
              <a:t>Refraction services</a:t>
            </a:r>
          </a:p>
          <a:p>
            <a:pPr lvl="1"/>
            <a:r>
              <a:rPr lang="en-US" dirty="0"/>
              <a:t>Detection of cataract cases and referral for cataract surgery.</a:t>
            </a:r>
          </a:p>
        </p:txBody>
      </p:sp>
    </p:spTree>
    <p:extLst>
      <p:ext uri="{BB962C8B-B14F-4D97-AF65-F5344CB8AC3E}">
        <p14:creationId xmlns:p14="http://schemas.microsoft.com/office/powerpoint/2010/main" val="41340700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494F9-9886-1032-E90A-3002175113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1992E2-D5F8-80BB-8B3B-26E0EE676E22}"/>
              </a:ext>
            </a:extLst>
          </p:cNvPr>
          <p:cNvSpPr>
            <a:spLocks noGrp="1"/>
          </p:cNvSpPr>
          <p:nvPr>
            <p:ph type="title"/>
          </p:nvPr>
        </p:nvSpPr>
        <p:spPr/>
        <p:txBody>
          <a:bodyPr/>
          <a:lstStyle/>
          <a:p>
            <a:r>
              <a:rPr lang="en-US" dirty="0"/>
              <a:t>National health </a:t>
            </a:r>
            <a:r>
              <a:rPr lang="en-US" dirty="0" err="1"/>
              <a:t>programmes</a:t>
            </a:r>
            <a:endParaRPr lang="en-US" dirty="0"/>
          </a:p>
        </p:txBody>
      </p:sp>
      <p:sp>
        <p:nvSpPr>
          <p:cNvPr id="3" name="Content Placeholder 2">
            <a:extLst>
              <a:ext uri="{FF2B5EF4-FFF2-40B4-BE49-F238E27FC236}">
                <a16:creationId xmlns:a16="http://schemas.microsoft.com/office/drawing/2014/main" id="{4CB5915B-49C6-1A88-5E5B-AF025451F3C4}"/>
              </a:ext>
            </a:extLst>
          </p:cNvPr>
          <p:cNvSpPr>
            <a:spLocks noGrp="1"/>
          </p:cNvSpPr>
          <p:nvPr>
            <p:ph idx="1"/>
          </p:nvPr>
        </p:nvSpPr>
        <p:spPr/>
        <p:txBody>
          <a:bodyPr>
            <a:normAutofit fontScale="77500" lnSpcReduction="20000"/>
          </a:bodyPr>
          <a:lstStyle/>
          <a:p>
            <a:r>
              <a:rPr lang="en-US" b="1" dirty="0"/>
              <a:t>National Leprosy Eradication </a:t>
            </a:r>
            <a:r>
              <a:rPr lang="en-US" b="1" dirty="0" err="1"/>
              <a:t>Programme</a:t>
            </a:r>
            <a:r>
              <a:rPr lang="en-US" b="1" dirty="0"/>
              <a:t>:</a:t>
            </a:r>
          </a:p>
          <a:p>
            <a:r>
              <a:rPr lang="en-US" dirty="0"/>
              <a:t>Essential:</a:t>
            </a:r>
          </a:p>
          <a:p>
            <a:pPr lvl="1"/>
            <a:r>
              <a:rPr lang="en-US" dirty="0"/>
              <a:t>Health education to community regarding leprosy</a:t>
            </a:r>
          </a:p>
          <a:p>
            <a:pPr lvl="1"/>
            <a:r>
              <a:rPr lang="en-US" dirty="0"/>
              <a:t>Diagnosis and management of leprosy and its complications including reactions</a:t>
            </a:r>
          </a:p>
          <a:p>
            <a:pPr lvl="1"/>
            <a:r>
              <a:rPr lang="en-US" dirty="0"/>
              <a:t>Training of leprosy patients having ulcers for self-care</a:t>
            </a:r>
          </a:p>
          <a:p>
            <a:pPr lvl="1"/>
            <a:r>
              <a:rPr lang="en-US" dirty="0"/>
              <a:t>Counselling for leprosy patients for regularity/completion of treatment and prevention of disability.</a:t>
            </a:r>
          </a:p>
          <a:p>
            <a:pPr lvl="1"/>
            <a:r>
              <a:rPr lang="en-US" dirty="0"/>
              <a:t>Grade 2 disability reduction focus, contact tracing enhancement"</a:t>
            </a:r>
          </a:p>
          <a:p>
            <a:r>
              <a:rPr lang="en-US" b="1" dirty="0"/>
              <a:t>National </a:t>
            </a:r>
            <a:r>
              <a:rPr lang="en-US" b="1" dirty="0" err="1"/>
              <a:t>Programme</a:t>
            </a:r>
            <a:r>
              <a:rPr lang="en-US" b="1" dirty="0"/>
              <a:t> for Prevention and Control of Deafness (NPPCD):</a:t>
            </a:r>
          </a:p>
          <a:p>
            <a:r>
              <a:rPr lang="en-US" dirty="0"/>
              <a:t>Essential:</a:t>
            </a:r>
          </a:p>
          <a:p>
            <a:pPr lvl="1"/>
            <a:r>
              <a:rPr lang="en-US" dirty="0"/>
              <a:t>Early detection of cases of hearing impairment and deafness and referral;</a:t>
            </a:r>
          </a:p>
          <a:p>
            <a:pPr lvl="1"/>
            <a:r>
              <a:rPr lang="en-US" dirty="0"/>
              <a:t>Basic diagnosis and treatment services for common ear diseases like wax in ear, otomycosis, otitis externa, ear discharge </a:t>
            </a:r>
            <a:r>
              <a:rPr lang="en-US" dirty="0" err="1"/>
              <a:t>etc</a:t>
            </a:r>
            <a:r>
              <a:rPr lang="en-US" dirty="0"/>
              <a:t>; and</a:t>
            </a:r>
          </a:p>
          <a:p>
            <a:pPr lvl="1"/>
            <a:r>
              <a:rPr lang="en-US" dirty="0"/>
              <a:t>IEC services for prevention, early detection of hearing impairment/deafness.</a:t>
            </a:r>
          </a:p>
          <a:p>
            <a:pPr lvl="1"/>
            <a:r>
              <a:rPr lang="en-US" dirty="0"/>
              <a:t>Newborn hearing screening, cochlear implant programs"</a:t>
            </a:r>
          </a:p>
        </p:txBody>
      </p:sp>
    </p:spTree>
    <p:extLst>
      <p:ext uri="{BB962C8B-B14F-4D97-AF65-F5344CB8AC3E}">
        <p14:creationId xmlns:p14="http://schemas.microsoft.com/office/powerpoint/2010/main" val="313417748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86E3-CF76-3DCD-8996-C4DEDBF35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A61C2-078E-4875-384D-473E8391DC35}"/>
              </a:ext>
            </a:extLst>
          </p:cNvPr>
          <p:cNvSpPr>
            <a:spLocks noGrp="1"/>
          </p:cNvSpPr>
          <p:nvPr>
            <p:ph type="title"/>
          </p:nvPr>
        </p:nvSpPr>
        <p:spPr/>
        <p:txBody>
          <a:bodyPr/>
          <a:lstStyle/>
          <a:p>
            <a:r>
              <a:rPr lang="en-US" dirty="0"/>
              <a:t>National health </a:t>
            </a:r>
            <a:r>
              <a:rPr lang="en-US" dirty="0" err="1"/>
              <a:t>programmes</a:t>
            </a:r>
            <a:endParaRPr lang="en-US" dirty="0"/>
          </a:p>
        </p:txBody>
      </p:sp>
      <p:sp>
        <p:nvSpPr>
          <p:cNvPr id="3" name="Content Placeholder 2">
            <a:extLst>
              <a:ext uri="{FF2B5EF4-FFF2-40B4-BE49-F238E27FC236}">
                <a16:creationId xmlns:a16="http://schemas.microsoft.com/office/drawing/2014/main" id="{A90BA2B4-7648-554C-3608-C9F269B01E9F}"/>
              </a:ext>
            </a:extLst>
          </p:cNvPr>
          <p:cNvSpPr>
            <a:spLocks noGrp="1"/>
          </p:cNvSpPr>
          <p:nvPr>
            <p:ph idx="1"/>
          </p:nvPr>
        </p:nvSpPr>
        <p:spPr/>
        <p:txBody>
          <a:bodyPr>
            <a:normAutofit fontScale="92500" lnSpcReduction="10000"/>
          </a:bodyPr>
          <a:lstStyle/>
          <a:p>
            <a:r>
              <a:rPr lang="en-US" b="1" dirty="0"/>
              <a:t>National Mental Health </a:t>
            </a:r>
            <a:r>
              <a:rPr lang="en-US" b="1" dirty="0" err="1"/>
              <a:t>Programme</a:t>
            </a:r>
            <a:r>
              <a:rPr lang="en-US" b="1" dirty="0"/>
              <a:t> (NMHP):</a:t>
            </a:r>
          </a:p>
          <a:p>
            <a:r>
              <a:rPr lang="en-US" dirty="0"/>
              <a:t>Essential</a:t>
            </a:r>
          </a:p>
          <a:p>
            <a:pPr lvl="1"/>
            <a:r>
              <a:rPr lang="en-US" dirty="0"/>
              <a:t>Early identification (diagnosis) and treatment of mental illness in the community;</a:t>
            </a:r>
          </a:p>
          <a:p>
            <a:pPr lvl="1"/>
            <a:r>
              <a:rPr lang="en-US" dirty="0"/>
              <a:t>Basic services: Diagnosis and treatment of common mental disorders such as psychosis, depression, anxiety disorders and epilepsy, and referral; </a:t>
            </a:r>
          </a:p>
          <a:p>
            <a:pPr lvl="1"/>
            <a:r>
              <a:rPr lang="en-US" dirty="0"/>
              <a:t>IEC activities for prevention, stigma removal, early detection of mental disorders and greater participation/role of community for primary prevention of mental disorders.</a:t>
            </a:r>
          </a:p>
          <a:p>
            <a:r>
              <a:rPr lang="en-US" dirty="0"/>
              <a:t>District Mental Health </a:t>
            </a:r>
            <a:r>
              <a:rPr lang="en-US" dirty="0" err="1"/>
              <a:t>Programme</a:t>
            </a:r>
            <a:r>
              <a:rPr lang="en-US" dirty="0"/>
              <a:t> (DMHP), tele-MANAS platform"</a:t>
            </a:r>
          </a:p>
          <a:p>
            <a:r>
              <a:rPr lang="en-US" dirty="0"/>
              <a:t>"Suicide prevention strategies, community mental health workers"</a:t>
            </a:r>
          </a:p>
          <a:p>
            <a:r>
              <a:rPr lang="en-US" dirty="0"/>
              <a:t>"Integration with primary care, task-shifting approach"</a:t>
            </a:r>
          </a:p>
          <a:p>
            <a:r>
              <a:rPr lang="en-US" b="1" dirty="0"/>
              <a:t>Update:</a:t>
            </a:r>
            <a:r>
              <a:rPr lang="en-US" dirty="0"/>
              <a:t> "Mental health first aid training for ASHA workers"</a:t>
            </a:r>
          </a:p>
          <a:p>
            <a:endParaRPr lang="en-US" dirty="0"/>
          </a:p>
        </p:txBody>
      </p:sp>
    </p:spTree>
    <p:extLst>
      <p:ext uri="{BB962C8B-B14F-4D97-AF65-F5344CB8AC3E}">
        <p14:creationId xmlns:p14="http://schemas.microsoft.com/office/powerpoint/2010/main" val="1055212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6277B3-EC08-13A0-9A67-8C6C41941A3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9267160-04D5-4DBA-DE8C-2C7F304C6D1A}"/>
              </a:ext>
            </a:extLst>
          </p:cNvPr>
          <p:cNvSpPr>
            <a:spLocks noGrp="1"/>
          </p:cNvSpPr>
          <p:nvPr>
            <p:ph type="title"/>
          </p:nvPr>
        </p:nvSpPr>
        <p:spPr>
          <a:xfrm>
            <a:off x="838200" y="365125"/>
            <a:ext cx="10515600" cy="1325563"/>
          </a:xfrm>
        </p:spPr>
        <p:txBody>
          <a:bodyPr>
            <a:normAutofit/>
          </a:bodyPr>
          <a:lstStyle/>
          <a:p>
            <a:r>
              <a:rPr lang="en-US" sz="3800"/>
              <a:t>National Programme for Prevention and Control of Cancer, Diabetes, CVD and Stroke (NPCDCS)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7DFB653-FF86-26F9-2027-83B6E6F3A1EE}"/>
              </a:ext>
            </a:extLst>
          </p:cNvPr>
          <p:cNvSpPr>
            <a:spLocks noGrp="1"/>
          </p:cNvSpPr>
          <p:nvPr>
            <p:ph idx="1"/>
          </p:nvPr>
        </p:nvSpPr>
        <p:spPr>
          <a:xfrm>
            <a:off x="838200" y="1929384"/>
            <a:ext cx="10515600" cy="4251960"/>
          </a:xfrm>
        </p:spPr>
        <p:txBody>
          <a:bodyPr numCol="1">
            <a:normAutofit lnSpcReduction="10000"/>
          </a:bodyPr>
          <a:lstStyle/>
          <a:p>
            <a:r>
              <a:rPr lang="en-US" sz="2200" dirty="0"/>
              <a:t>Cancer</a:t>
            </a:r>
          </a:p>
          <a:p>
            <a:r>
              <a:rPr lang="en-US" sz="2200" dirty="0"/>
              <a:t>Essential:</a:t>
            </a:r>
          </a:p>
          <a:p>
            <a:pPr lvl="1"/>
            <a:r>
              <a:rPr lang="en-US" sz="2200" dirty="0"/>
              <a:t>IEC services for prevention of cancer and early symptoms.</a:t>
            </a:r>
          </a:p>
          <a:p>
            <a:pPr lvl="1"/>
            <a:r>
              <a:rPr lang="en-US" sz="2200" dirty="0"/>
              <a:t>Early detection of cancer with warning signals like change in bladder/bowel habits, lump in breast etc., unusual bleeding or discharge, thickening or lump, obvious change in wart/mole, nagging cough or hoarseness of voice etc.</a:t>
            </a:r>
          </a:p>
          <a:p>
            <a:pPr lvl="1"/>
            <a:r>
              <a:rPr lang="en-US" sz="2200" dirty="0"/>
              <a:t>Referral of suspected cancer cases with early warning signals.</a:t>
            </a:r>
          </a:p>
          <a:p>
            <a:r>
              <a:rPr lang="en-US" sz="2200" dirty="0"/>
              <a:t>Desirable: PAP smear.</a:t>
            </a:r>
          </a:p>
          <a:p>
            <a:r>
              <a:rPr lang="en-US" dirty="0"/>
              <a:t>Population-based cancer screening at HWC level"</a:t>
            </a:r>
          </a:p>
          <a:p>
            <a:r>
              <a:rPr lang="en-US" dirty="0"/>
              <a:t>"HPV vaccination program, tobacco cessation clinics“</a:t>
            </a:r>
          </a:p>
          <a:p>
            <a:r>
              <a:rPr lang="en-US" dirty="0"/>
              <a:t>"Cancer </a:t>
            </a:r>
            <a:r>
              <a:rPr lang="en-US" dirty="0" err="1"/>
              <a:t>mukt</a:t>
            </a:r>
            <a:r>
              <a:rPr lang="en-US" dirty="0"/>
              <a:t> panchayat initiatives, survivorship care"</a:t>
            </a:r>
          </a:p>
          <a:p>
            <a:endParaRPr lang="en-US" sz="2200" dirty="0"/>
          </a:p>
        </p:txBody>
      </p:sp>
    </p:spTree>
    <p:extLst>
      <p:ext uri="{BB962C8B-B14F-4D97-AF65-F5344CB8AC3E}">
        <p14:creationId xmlns:p14="http://schemas.microsoft.com/office/powerpoint/2010/main" val="1708003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D2D16A-AEE0-729D-4AF8-9684678EAC6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F7378F-3C31-9E22-7BAE-0EEBEEFED963}"/>
              </a:ext>
            </a:extLst>
          </p:cNvPr>
          <p:cNvSpPr>
            <a:spLocks noGrp="1"/>
          </p:cNvSpPr>
          <p:nvPr>
            <p:ph type="title"/>
          </p:nvPr>
        </p:nvSpPr>
        <p:spPr>
          <a:xfrm>
            <a:off x="838200" y="365125"/>
            <a:ext cx="10515600" cy="1325563"/>
          </a:xfrm>
        </p:spPr>
        <p:txBody>
          <a:bodyPr>
            <a:normAutofit/>
          </a:bodyPr>
          <a:lstStyle/>
          <a:p>
            <a:r>
              <a:rPr lang="en-US" sz="3800"/>
              <a:t>National Programme for Prevention and Control of Cancer, Diabetes, CVD and Stroke (NPCDCS)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A928C00-E6A2-DFE8-A485-33CDA1B82BBB}"/>
              </a:ext>
            </a:extLst>
          </p:cNvPr>
          <p:cNvSpPr>
            <a:spLocks noGrp="1"/>
          </p:cNvSpPr>
          <p:nvPr>
            <p:ph idx="1"/>
          </p:nvPr>
        </p:nvSpPr>
        <p:spPr>
          <a:xfrm>
            <a:off x="838200" y="1929384"/>
            <a:ext cx="10515600" cy="4251960"/>
          </a:xfrm>
        </p:spPr>
        <p:txBody>
          <a:bodyPr numCol="1">
            <a:normAutofit/>
          </a:bodyPr>
          <a:lstStyle/>
          <a:p>
            <a:r>
              <a:rPr lang="en-US" sz="1900"/>
              <a:t>Other NCD Diseases</a:t>
            </a:r>
          </a:p>
          <a:p>
            <a:r>
              <a:rPr lang="en-US" sz="1900"/>
              <a:t>Essential:</a:t>
            </a:r>
          </a:p>
          <a:p>
            <a:pPr lvl="1"/>
            <a:r>
              <a:rPr lang="en-US" sz="1900"/>
              <a:t>Health Promotion Services to modify individual, group and community behaviour especially through:</a:t>
            </a:r>
          </a:p>
          <a:p>
            <a:pPr lvl="2"/>
            <a:r>
              <a:rPr lang="en-US" sz="1900"/>
              <a:t>Promotion of healthy dietary habits;</a:t>
            </a:r>
          </a:p>
          <a:p>
            <a:pPr lvl="2"/>
            <a:r>
              <a:rPr lang="en-US" sz="1900"/>
              <a:t>Increase physical activity;</a:t>
            </a:r>
          </a:p>
          <a:p>
            <a:pPr lvl="2"/>
            <a:r>
              <a:rPr lang="en-US" sz="1900"/>
              <a:t>Avoidance of tobacco and alcohol</a:t>
            </a:r>
          </a:p>
          <a:p>
            <a:pPr lvl="2"/>
            <a:r>
              <a:rPr lang="en-US" sz="1900"/>
              <a:t>Stress management.</a:t>
            </a:r>
          </a:p>
          <a:p>
            <a:pPr lvl="1"/>
            <a:r>
              <a:rPr lang="en-US" sz="1900"/>
              <a:t>Early detection, management and referral of diabetes mellitus, hypertension and other cardiovascular diseases and stroke through simple measures like history, measuring blood pressure, checking for blood, urine sugar and ECG.</a:t>
            </a:r>
          </a:p>
          <a:p>
            <a:r>
              <a:rPr lang="en-US" sz="1900"/>
              <a:t>Desirable:</a:t>
            </a:r>
          </a:p>
          <a:p>
            <a:pPr lvl="1"/>
            <a:r>
              <a:rPr lang="en-US" sz="1900"/>
              <a:t>Survey of population to identify vulnerable, high risk, and those suffering from disease.</a:t>
            </a:r>
          </a:p>
        </p:txBody>
      </p:sp>
    </p:spTree>
    <p:extLst>
      <p:ext uri="{BB962C8B-B14F-4D97-AF65-F5344CB8AC3E}">
        <p14:creationId xmlns:p14="http://schemas.microsoft.com/office/powerpoint/2010/main" val="149344142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D886E3-CF76-3DCD-8996-C4DEDBF354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4A61C2-078E-4875-384D-473E8391DC35}"/>
              </a:ext>
            </a:extLst>
          </p:cNvPr>
          <p:cNvSpPr>
            <a:spLocks noGrp="1"/>
          </p:cNvSpPr>
          <p:nvPr>
            <p:ph type="title"/>
          </p:nvPr>
        </p:nvSpPr>
        <p:spPr/>
        <p:txBody>
          <a:bodyPr/>
          <a:lstStyle/>
          <a:p>
            <a:r>
              <a:rPr lang="en-US"/>
              <a:t>National health programmes</a:t>
            </a:r>
            <a:endParaRPr lang="en-US" dirty="0"/>
          </a:p>
        </p:txBody>
      </p:sp>
      <p:sp>
        <p:nvSpPr>
          <p:cNvPr id="3" name="Content Placeholder 2">
            <a:extLst>
              <a:ext uri="{FF2B5EF4-FFF2-40B4-BE49-F238E27FC236}">
                <a16:creationId xmlns:a16="http://schemas.microsoft.com/office/drawing/2014/main" id="{A90BA2B4-7648-554C-3608-C9F269B01E9F}"/>
              </a:ext>
            </a:extLst>
          </p:cNvPr>
          <p:cNvSpPr>
            <a:spLocks noGrp="1"/>
          </p:cNvSpPr>
          <p:nvPr>
            <p:ph idx="1"/>
          </p:nvPr>
        </p:nvSpPr>
        <p:spPr/>
        <p:txBody>
          <a:bodyPr>
            <a:normAutofit fontScale="92500" lnSpcReduction="10000"/>
          </a:bodyPr>
          <a:lstStyle/>
          <a:p>
            <a:r>
              <a:rPr lang="en-US" b="1"/>
              <a:t>National Iodine Deficiency Disorders Control Programme</a:t>
            </a:r>
          </a:p>
          <a:p>
            <a:pPr lvl="1"/>
            <a:r>
              <a:rPr lang="en-US"/>
              <a:t>Essential:</a:t>
            </a:r>
          </a:p>
          <a:p>
            <a:pPr lvl="2"/>
            <a:r>
              <a:rPr lang="en-US"/>
              <a:t>IEC activities to promote the consumption of iodated salt by the people</a:t>
            </a:r>
          </a:p>
          <a:p>
            <a:pPr lvl="2"/>
            <a:r>
              <a:rPr lang="en-US"/>
              <a:t>Monitoring of iodated salt through salt testing kits.</a:t>
            </a:r>
          </a:p>
          <a:p>
            <a:r>
              <a:rPr lang="en-US" b="1"/>
              <a:t>National Programme for Prevention and Control of Fluorosis (NPPCF) (In affected endemic districts)</a:t>
            </a:r>
          </a:p>
          <a:p>
            <a:pPr lvl="1"/>
            <a:r>
              <a:rPr lang="en-US"/>
              <a:t>Essential:</a:t>
            </a:r>
          </a:p>
          <a:p>
            <a:pPr lvl="2"/>
            <a:r>
              <a:rPr lang="en-US"/>
              <a:t>Referral services</a:t>
            </a:r>
          </a:p>
          <a:p>
            <a:pPr lvl="2"/>
            <a:r>
              <a:rPr lang="en-US"/>
              <a:t>IEC activities to prevent fluorosis.</a:t>
            </a:r>
          </a:p>
          <a:p>
            <a:pPr lvl="1"/>
            <a:r>
              <a:rPr lang="en-US"/>
              <a:t>Desirable:</a:t>
            </a:r>
          </a:p>
          <a:p>
            <a:pPr lvl="2"/>
            <a:r>
              <a:rPr lang="en-US"/>
              <a:t>Clinical examination and preliminary diagnostic parameters assessment for cases of fluorosis if facilities are available; and</a:t>
            </a:r>
          </a:p>
          <a:p>
            <a:pPr lvl="2"/>
            <a:r>
              <a:rPr lang="en-US"/>
              <a:t>Monitoring of village/community level activity.</a:t>
            </a:r>
            <a:endParaRPr lang="en-US" dirty="0"/>
          </a:p>
        </p:txBody>
      </p:sp>
    </p:spTree>
    <p:extLst>
      <p:ext uri="{BB962C8B-B14F-4D97-AF65-F5344CB8AC3E}">
        <p14:creationId xmlns:p14="http://schemas.microsoft.com/office/powerpoint/2010/main" val="22695656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EADDF1B-FAEA-286A-A4F6-468A77A9092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0385ED-AF24-113C-9BF9-815994D63821}"/>
              </a:ext>
            </a:extLst>
          </p:cNvPr>
          <p:cNvSpPr>
            <a:spLocks noGrp="1"/>
          </p:cNvSpPr>
          <p:nvPr>
            <p:ph type="title"/>
          </p:nvPr>
        </p:nvSpPr>
        <p:spPr>
          <a:xfrm>
            <a:off x="838200" y="365125"/>
            <a:ext cx="10515600" cy="1325563"/>
          </a:xfrm>
        </p:spPr>
        <p:txBody>
          <a:bodyPr>
            <a:normAutofit/>
          </a:bodyPr>
          <a:lstStyle/>
          <a:p>
            <a:r>
              <a:rPr lang="en-US" sz="5400"/>
              <a:t>National health programmes</a:t>
            </a:r>
          </a:p>
        </p:txBody>
      </p:sp>
      <p:sp>
        <p:nvSpPr>
          <p:cNvPr id="10"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E7CB20D-977C-B524-5321-525C59744F92}"/>
              </a:ext>
            </a:extLst>
          </p:cNvPr>
          <p:cNvSpPr>
            <a:spLocks noGrp="1"/>
          </p:cNvSpPr>
          <p:nvPr>
            <p:ph idx="1"/>
          </p:nvPr>
        </p:nvSpPr>
        <p:spPr>
          <a:xfrm>
            <a:off x="838200" y="1929384"/>
            <a:ext cx="10515600" cy="4251960"/>
          </a:xfrm>
        </p:spPr>
        <p:txBody>
          <a:bodyPr>
            <a:normAutofit/>
          </a:bodyPr>
          <a:lstStyle/>
          <a:p>
            <a:r>
              <a:rPr lang="en-US" sz="2200" b="1"/>
              <a:t>National Tobacco Control Programme (NTCP)</a:t>
            </a:r>
          </a:p>
          <a:p>
            <a:r>
              <a:rPr lang="en-US" sz="2200"/>
              <a:t>Essential:</a:t>
            </a:r>
          </a:p>
          <a:p>
            <a:pPr lvl="1"/>
            <a:r>
              <a:rPr lang="en-US" sz="2200"/>
              <a:t>Health education and IEC activities regarding harmful effects of tobacco use and second hand smoke;</a:t>
            </a:r>
          </a:p>
          <a:p>
            <a:pPr lvl="1"/>
            <a:r>
              <a:rPr lang="en-US" sz="2200"/>
              <a:t>Promoting quitting of tobacco in the community; and</a:t>
            </a:r>
          </a:p>
          <a:p>
            <a:pPr lvl="1"/>
            <a:r>
              <a:rPr lang="en-US" sz="2200"/>
              <a:t>Making PHC tobacco free.</a:t>
            </a:r>
          </a:p>
          <a:p>
            <a:r>
              <a:rPr lang="en-US" sz="2200"/>
              <a:t>Desirable: Watch for implementation of ban on smoking in public places, sale of tobacco products to minors, sale of tobacco products within 100 meters of educational institutions.</a:t>
            </a:r>
          </a:p>
        </p:txBody>
      </p:sp>
    </p:spTree>
    <p:extLst>
      <p:ext uri="{BB962C8B-B14F-4D97-AF65-F5344CB8AC3E}">
        <p14:creationId xmlns:p14="http://schemas.microsoft.com/office/powerpoint/2010/main" val="15747010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3D0E72-2A25-61C5-BA55-C3E03B0DDB9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61673E-FAAA-4AEE-8D32-5CAC93CD95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59279FE-5810-440F-B799-25803A0141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8395" y="774750"/>
            <a:ext cx="3565361" cy="6083250"/>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319432-89C1-A373-A402-57D5E4EEF5AF}"/>
              </a:ext>
            </a:extLst>
          </p:cNvPr>
          <p:cNvSpPr>
            <a:spLocks noGrp="1"/>
          </p:cNvSpPr>
          <p:nvPr>
            <p:ph type="title"/>
          </p:nvPr>
        </p:nvSpPr>
        <p:spPr>
          <a:xfrm>
            <a:off x="1316791" y="1438834"/>
            <a:ext cx="2156012" cy="4249271"/>
          </a:xfrm>
        </p:spPr>
        <p:txBody>
          <a:bodyPr>
            <a:normAutofit/>
          </a:bodyPr>
          <a:lstStyle/>
          <a:p>
            <a:r>
              <a:rPr lang="en-US" sz="2800">
                <a:solidFill>
                  <a:schemeClr val="bg1"/>
                </a:solidFill>
              </a:rPr>
              <a:t>National health programmes</a:t>
            </a:r>
          </a:p>
        </p:txBody>
      </p:sp>
      <p:sp>
        <p:nvSpPr>
          <p:cNvPr id="12" name="Rectangle 11">
            <a:extLst>
              <a:ext uri="{FF2B5EF4-FFF2-40B4-BE49-F238E27FC236}">
                <a16:creationId xmlns:a16="http://schemas.microsoft.com/office/drawing/2014/main" id="{95ABD4F1-A860-48A4-84CD-EB40E1FC78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770606" y="3396997"/>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D8C0F2-1D8A-4908-857F-3DE6B08238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23053"/>
            <a:ext cx="12192000"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FEBB0AD8-7CFD-5846-F80A-BBAFA6EAC9C5}"/>
              </a:ext>
            </a:extLst>
          </p:cNvPr>
          <p:cNvSpPr>
            <a:spLocks noGrp="1"/>
          </p:cNvSpPr>
          <p:nvPr>
            <p:ph idx="1"/>
          </p:nvPr>
        </p:nvSpPr>
        <p:spPr>
          <a:xfrm>
            <a:off x="5506418" y="1438834"/>
            <a:ext cx="5402919" cy="4249271"/>
          </a:xfrm>
        </p:spPr>
        <p:txBody>
          <a:bodyPr anchor="ctr">
            <a:normAutofit fontScale="92500" lnSpcReduction="10000"/>
          </a:bodyPr>
          <a:lstStyle/>
          <a:p>
            <a:pPr marL="0" indent="0">
              <a:buNone/>
            </a:pPr>
            <a:r>
              <a:rPr lang="en-US" sz="2000" dirty="0"/>
              <a:t>.</a:t>
            </a:r>
          </a:p>
          <a:p>
            <a:r>
              <a:rPr lang="en-US" sz="2000" b="1" dirty="0"/>
              <a:t>National </a:t>
            </a:r>
            <a:r>
              <a:rPr lang="en-US" sz="2000" b="1" dirty="0" err="1"/>
              <a:t>Programme</a:t>
            </a:r>
            <a:r>
              <a:rPr lang="en-US" sz="2000" b="1" dirty="0"/>
              <a:t> for Health Care of Elderly:</a:t>
            </a:r>
            <a:endParaRPr lang="en-US" sz="2000" dirty="0"/>
          </a:p>
          <a:p>
            <a:pPr lvl="1"/>
            <a:r>
              <a:rPr lang="en-US" sz="2000" dirty="0"/>
              <a:t>IEC activities on healthy aging (essential); and weekly geriatric clinic at PHC for providing complete health assessment of elderly persons, medicines, management of chronic diseases and referral services (desirable).</a:t>
            </a:r>
          </a:p>
          <a:p>
            <a:pPr lvl="1"/>
            <a:r>
              <a:rPr lang="en-US" dirty="0"/>
              <a:t>Geriatric clinics, age-friendly health systems, dementia care</a:t>
            </a:r>
            <a:endParaRPr lang="en-US" sz="2000" dirty="0"/>
          </a:p>
          <a:p>
            <a:r>
              <a:rPr lang="en-US" sz="2000" b="1" dirty="0"/>
              <a:t>Oral Health</a:t>
            </a:r>
            <a:endParaRPr lang="en-US" sz="2000" dirty="0"/>
          </a:p>
          <a:p>
            <a:pPr lvl="1"/>
            <a:r>
              <a:rPr lang="en-US" sz="2000" dirty="0"/>
              <a:t>Oral health promotion, check ups and appropriate referral on identification (essential).</a:t>
            </a:r>
          </a:p>
        </p:txBody>
      </p:sp>
      <p:sp>
        <p:nvSpPr>
          <p:cNvPr id="16" name="Rectangle 15">
            <a:extLst>
              <a:ext uri="{FF2B5EF4-FFF2-40B4-BE49-F238E27FC236}">
                <a16:creationId xmlns:a16="http://schemas.microsoft.com/office/drawing/2014/main" id="{1730E5F0-AD6E-4049-8FAB-A4D82343DC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2751"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72760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B3378-1434-5DAD-9FC2-ADD5DE155D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9A170-9BB8-21FD-4B0C-D56E349F3BDC}"/>
              </a:ext>
            </a:extLst>
          </p:cNvPr>
          <p:cNvSpPr>
            <a:spLocks noGrp="1"/>
          </p:cNvSpPr>
          <p:nvPr>
            <p:ph type="title"/>
          </p:nvPr>
        </p:nvSpPr>
        <p:spPr/>
        <p:txBody>
          <a:bodyPr/>
          <a:lstStyle/>
          <a:p>
            <a:r>
              <a:rPr lang="en-US" dirty="0"/>
              <a:t>Referral and support services</a:t>
            </a:r>
          </a:p>
        </p:txBody>
      </p:sp>
      <p:sp>
        <p:nvSpPr>
          <p:cNvPr id="3" name="Content Placeholder 2">
            <a:extLst>
              <a:ext uri="{FF2B5EF4-FFF2-40B4-BE49-F238E27FC236}">
                <a16:creationId xmlns:a16="http://schemas.microsoft.com/office/drawing/2014/main" id="{AE2D31E7-E71A-E0F9-685A-BF36D0D3F8A7}"/>
              </a:ext>
            </a:extLst>
          </p:cNvPr>
          <p:cNvSpPr>
            <a:spLocks noGrp="1"/>
          </p:cNvSpPr>
          <p:nvPr>
            <p:ph idx="1"/>
          </p:nvPr>
        </p:nvSpPr>
        <p:spPr/>
        <p:txBody>
          <a:bodyPr>
            <a:normAutofit/>
          </a:bodyPr>
          <a:lstStyle/>
          <a:p>
            <a:r>
              <a:rPr lang="en-US" dirty="0"/>
              <a:t>Appropriate and prompt referral of cases needing special care and providing transport facilities either by PHC vehicle or other available referral transport.</a:t>
            </a:r>
          </a:p>
          <a:p>
            <a:r>
              <a:rPr lang="en-US" dirty="0"/>
              <a:t>Record of vital events, reporting of births and deaths, and maintenance of all relevant records concerning services provided in PHC.</a:t>
            </a:r>
          </a:p>
          <a:p>
            <a:r>
              <a:rPr lang="en-US" dirty="0"/>
              <a:t>Training:</a:t>
            </a:r>
          </a:p>
          <a:p>
            <a:pPr lvl="1"/>
            <a:r>
              <a:rPr lang="en-US" dirty="0"/>
              <a:t>Health workers and traditional birth attendants;</a:t>
            </a:r>
          </a:p>
          <a:p>
            <a:pPr lvl="1"/>
            <a:r>
              <a:rPr lang="en-US" dirty="0"/>
              <a:t>Initial and periodic training of paramedics in treatment of minor ailments;</a:t>
            </a:r>
          </a:p>
          <a:p>
            <a:pPr lvl="1"/>
            <a:r>
              <a:rPr lang="en-US" dirty="0"/>
              <a:t>Training of ASHAs;</a:t>
            </a:r>
          </a:p>
          <a:p>
            <a:pPr lvl="1"/>
            <a:r>
              <a:rPr lang="en-US" dirty="0"/>
              <a:t>Periodic training of doctors.</a:t>
            </a:r>
          </a:p>
        </p:txBody>
      </p:sp>
    </p:spTree>
    <p:extLst>
      <p:ext uri="{BB962C8B-B14F-4D97-AF65-F5344CB8AC3E}">
        <p14:creationId xmlns:p14="http://schemas.microsoft.com/office/powerpoint/2010/main" val="10554316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6330B-564F-C4D9-CC61-CD48421C73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496F71-E68C-9984-41B8-1D3B58BFC40B}"/>
              </a:ext>
            </a:extLst>
          </p:cNvPr>
          <p:cNvSpPr>
            <a:spLocks noGrp="1"/>
          </p:cNvSpPr>
          <p:nvPr>
            <p:ph type="title"/>
          </p:nvPr>
        </p:nvSpPr>
        <p:spPr/>
        <p:txBody>
          <a:bodyPr/>
          <a:lstStyle/>
          <a:p>
            <a:r>
              <a:rPr lang="en-US" dirty="0"/>
              <a:t>Referral and support services</a:t>
            </a:r>
          </a:p>
        </p:txBody>
      </p:sp>
      <p:sp>
        <p:nvSpPr>
          <p:cNvPr id="3" name="Content Placeholder 2">
            <a:extLst>
              <a:ext uri="{FF2B5EF4-FFF2-40B4-BE49-F238E27FC236}">
                <a16:creationId xmlns:a16="http://schemas.microsoft.com/office/drawing/2014/main" id="{5693D35F-A22E-9E9E-771D-FC3C360C0737}"/>
              </a:ext>
            </a:extLst>
          </p:cNvPr>
          <p:cNvSpPr>
            <a:spLocks noGrp="1"/>
          </p:cNvSpPr>
          <p:nvPr>
            <p:ph idx="1"/>
          </p:nvPr>
        </p:nvSpPr>
        <p:spPr/>
        <p:txBody>
          <a:bodyPr>
            <a:normAutofit lnSpcReduction="10000"/>
          </a:bodyPr>
          <a:lstStyle/>
          <a:p>
            <a:r>
              <a:rPr lang="en-US" dirty="0"/>
              <a:t>Basic laboratory services Routine urine, stool and blood tests (</a:t>
            </a:r>
            <a:r>
              <a:rPr lang="en-US" dirty="0" err="1"/>
              <a:t>haemoglobin</a:t>
            </a:r>
            <a:r>
              <a:rPr lang="en-US" dirty="0"/>
              <a:t>, CBC, blood grouping, Rh typing, blood sugar, blood cholesterol etc.).</a:t>
            </a:r>
          </a:p>
          <a:p>
            <a:r>
              <a:rPr lang="en-US" dirty="0"/>
              <a:t>Monitoring and supervision:</a:t>
            </a:r>
          </a:p>
          <a:p>
            <a:pPr lvl="1"/>
            <a:r>
              <a:rPr lang="en-US" dirty="0"/>
              <a:t>Monitoring and supervision of activities of sub-</a:t>
            </a:r>
            <a:r>
              <a:rPr lang="en-US" dirty="0" err="1"/>
              <a:t>centres</a:t>
            </a:r>
            <a:r>
              <a:rPr lang="en-US" dirty="0"/>
              <a:t> through regular meetings/periodic visits, etc.;</a:t>
            </a:r>
          </a:p>
          <a:p>
            <a:pPr lvl="1"/>
            <a:r>
              <a:rPr lang="en-US" dirty="0"/>
              <a:t>Monitoring of all National Health </a:t>
            </a:r>
            <a:r>
              <a:rPr lang="en-US" dirty="0" err="1"/>
              <a:t>Programme</a:t>
            </a:r>
            <a:r>
              <a:rPr lang="en-US" dirty="0"/>
              <a:t> activities.</a:t>
            </a:r>
          </a:p>
          <a:p>
            <a:r>
              <a:rPr lang="en-US" dirty="0"/>
              <a:t>Selected surgical procedures:</a:t>
            </a:r>
            <a:br>
              <a:rPr lang="en-US" dirty="0"/>
            </a:br>
            <a:r>
              <a:rPr lang="en-US" dirty="0"/>
              <a:t>The vasectomy, tubectomy, MTP, hydrocelectomy and cataract surgeries.</a:t>
            </a:r>
          </a:p>
          <a:p>
            <a:r>
              <a:rPr lang="en-US" dirty="0"/>
              <a:t>Mainstreaming of AYUSH</a:t>
            </a:r>
          </a:p>
        </p:txBody>
      </p:sp>
    </p:spTree>
    <p:extLst>
      <p:ext uri="{BB962C8B-B14F-4D97-AF65-F5344CB8AC3E}">
        <p14:creationId xmlns:p14="http://schemas.microsoft.com/office/powerpoint/2010/main" val="146827670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B9B070-B0FD-B668-215F-300FEF647FC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374420-8E07-1800-CAB6-4DFA7EB409C6}"/>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Referral and support services</a:t>
            </a:r>
          </a:p>
        </p:txBody>
      </p:sp>
      <p:graphicFrame>
        <p:nvGraphicFramePr>
          <p:cNvPr id="5" name="Content Placeholder 2">
            <a:extLst>
              <a:ext uri="{FF2B5EF4-FFF2-40B4-BE49-F238E27FC236}">
                <a16:creationId xmlns:a16="http://schemas.microsoft.com/office/drawing/2014/main" id="{6C5A7DC0-A9B9-9153-6557-DB526E1DFCCE}"/>
              </a:ext>
            </a:extLst>
          </p:cNvPr>
          <p:cNvGraphicFramePr>
            <a:graphicFrameLocks noGrp="1"/>
          </p:cNvGraphicFramePr>
          <p:nvPr>
            <p:ph idx="1"/>
            <p:extLst>
              <p:ext uri="{D42A27DB-BD31-4B8C-83A1-F6EECF244321}">
                <p14:modId xmlns:p14="http://schemas.microsoft.com/office/powerpoint/2010/main" val="1075294001"/>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68900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62C4C-C38F-F8C7-7B88-362D9A62BA42}"/>
              </a:ext>
            </a:extLst>
          </p:cNvPr>
          <p:cNvSpPr>
            <a:spLocks noGrp="1"/>
          </p:cNvSpPr>
          <p:nvPr>
            <p:ph type="title"/>
          </p:nvPr>
        </p:nvSpPr>
        <p:spPr/>
        <p:txBody>
          <a:bodyPr/>
          <a:lstStyle/>
          <a:p>
            <a:r>
              <a:rPr lang="en-US" dirty="0"/>
              <a:t>PHC Staffing Requirements - IPHS Standards</a:t>
            </a:r>
          </a:p>
        </p:txBody>
      </p:sp>
      <p:sp>
        <p:nvSpPr>
          <p:cNvPr id="4" name="Content Placeholder 3">
            <a:extLst>
              <a:ext uri="{FF2B5EF4-FFF2-40B4-BE49-F238E27FC236}">
                <a16:creationId xmlns:a16="http://schemas.microsoft.com/office/drawing/2014/main" id="{9F2D8C1E-C13B-AE52-0740-F47A25C7EB61}"/>
              </a:ext>
            </a:extLst>
          </p:cNvPr>
          <p:cNvSpPr>
            <a:spLocks noGrp="1"/>
          </p:cNvSpPr>
          <p:nvPr>
            <p:ph idx="1"/>
          </p:nvPr>
        </p:nvSpPr>
        <p:spPr/>
        <p:txBody>
          <a:bodyPr>
            <a:normAutofit/>
          </a:bodyPr>
          <a:lstStyle/>
          <a:p>
            <a:r>
              <a:rPr lang="en-US" b="1" dirty="0"/>
              <a:t>Type A PHC:</a:t>
            </a:r>
            <a:endParaRPr lang="en-US" dirty="0"/>
          </a:p>
          <a:p>
            <a:pPr lvl="1"/>
            <a:r>
              <a:rPr lang="en-US" dirty="0"/>
              <a:t>Delivery case load: Less than 30 deliveries per month</a:t>
            </a:r>
          </a:p>
          <a:p>
            <a:pPr lvl="1"/>
            <a:r>
              <a:rPr lang="en-US" dirty="0"/>
              <a:t>Smaller patient volume</a:t>
            </a:r>
          </a:p>
          <a:p>
            <a:pPr lvl="1"/>
            <a:r>
              <a:rPr lang="en-US" dirty="0"/>
              <a:t>Standard staffing pattern</a:t>
            </a:r>
          </a:p>
          <a:p>
            <a:r>
              <a:rPr lang="en-US" b="1" dirty="0"/>
              <a:t>Type B PHC:</a:t>
            </a:r>
            <a:endParaRPr lang="en-US" dirty="0"/>
          </a:p>
          <a:p>
            <a:pPr lvl="1"/>
            <a:r>
              <a:rPr lang="en-US" dirty="0"/>
              <a:t>Delivery case load: 30 or more deliveries per month</a:t>
            </a:r>
          </a:p>
          <a:p>
            <a:pPr lvl="1"/>
            <a:r>
              <a:rPr lang="en-US" dirty="0"/>
              <a:t>Higher patient volume</a:t>
            </a:r>
          </a:p>
          <a:p>
            <a:pPr lvl="1"/>
            <a:r>
              <a:rPr lang="en-US" dirty="0"/>
              <a:t>Enhanced staffing for maternal care</a:t>
            </a:r>
          </a:p>
          <a:p>
            <a:endParaRPr lang="en-US" dirty="0"/>
          </a:p>
        </p:txBody>
      </p:sp>
    </p:spTree>
    <p:extLst>
      <p:ext uri="{BB962C8B-B14F-4D97-AF65-F5344CB8AC3E}">
        <p14:creationId xmlns:p14="http://schemas.microsoft.com/office/powerpoint/2010/main" val="26354373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1C9294-7F63-46A1-239B-3917CF155920}"/>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Medical and clinical staff</a:t>
            </a:r>
          </a:p>
        </p:txBody>
      </p:sp>
      <p:graphicFrame>
        <p:nvGraphicFramePr>
          <p:cNvPr id="4" name="Content Placeholder 3">
            <a:extLst>
              <a:ext uri="{FF2B5EF4-FFF2-40B4-BE49-F238E27FC236}">
                <a16:creationId xmlns:a16="http://schemas.microsoft.com/office/drawing/2014/main" id="{32C677D2-7110-A9D7-6030-C8FFE046D5E5}"/>
              </a:ext>
            </a:extLst>
          </p:cNvPr>
          <p:cNvGraphicFramePr>
            <a:graphicFrameLocks noGrp="1"/>
          </p:cNvGraphicFramePr>
          <p:nvPr>
            <p:ph idx="1"/>
            <p:extLst>
              <p:ext uri="{D42A27DB-BD31-4B8C-83A1-F6EECF244321}">
                <p14:modId xmlns:p14="http://schemas.microsoft.com/office/powerpoint/2010/main" val="2709289014"/>
              </p:ext>
            </p:extLst>
          </p:nvPr>
        </p:nvGraphicFramePr>
        <p:xfrm>
          <a:off x="643467" y="1771819"/>
          <a:ext cx="10905067" cy="4201021"/>
        </p:xfrm>
        <a:graphic>
          <a:graphicData uri="http://schemas.openxmlformats.org/drawingml/2006/table">
            <a:tbl>
              <a:tblPr firstRow="1" bandRow="1">
                <a:noFill/>
              </a:tblPr>
              <a:tblGrid>
                <a:gridCol w="4849469">
                  <a:extLst>
                    <a:ext uri="{9D8B030D-6E8A-4147-A177-3AD203B41FA5}">
                      <a16:colId xmlns:a16="http://schemas.microsoft.com/office/drawing/2014/main" val="3814563009"/>
                    </a:ext>
                  </a:extLst>
                </a:gridCol>
                <a:gridCol w="3015176">
                  <a:extLst>
                    <a:ext uri="{9D8B030D-6E8A-4147-A177-3AD203B41FA5}">
                      <a16:colId xmlns:a16="http://schemas.microsoft.com/office/drawing/2014/main" val="2234174334"/>
                    </a:ext>
                  </a:extLst>
                </a:gridCol>
                <a:gridCol w="3040422">
                  <a:extLst>
                    <a:ext uri="{9D8B030D-6E8A-4147-A177-3AD203B41FA5}">
                      <a16:colId xmlns:a16="http://schemas.microsoft.com/office/drawing/2014/main" val="2201858986"/>
                    </a:ext>
                  </a:extLst>
                </a:gridCol>
              </a:tblGrid>
              <a:tr h="598352">
                <a:tc>
                  <a:txBody>
                    <a:bodyPr/>
                    <a:lstStyle/>
                    <a:p>
                      <a:pPr algn="l" fontAlgn="t" latinLnBrk="0">
                        <a:buNone/>
                      </a:pPr>
                      <a:r>
                        <a:rPr lang="en-US" sz="2200" b="1" cap="none" spc="0">
                          <a:solidFill>
                            <a:schemeClr val="tx1"/>
                          </a:solidFill>
                          <a:effectLst/>
                        </a:rPr>
                        <a:t>Position</a:t>
                      </a:r>
                    </a:p>
                  </a:txBody>
                  <a:tcPr marL="87870" marR="131316" marT="25106" marB="188292" anchor="b">
                    <a:lnL w="12700" cmpd="sng">
                      <a:noFill/>
                    </a:lnL>
                    <a:lnR w="12700" cmpd="sng">
                      <a:noFill/>
                    </a:lnR>
                    <a:lnT w="9525" cap="flat" cmpd="sng" algn="ctr">
                      <a:noFill/>
                      <a:prstDash val="solid"/>
                    </a:lnT>
                    <a:lnB w="38100" cmpd="sng">
                      <a:noFill/>
                    </a:lnB>
                    <a:noFill/>
                  </a:tcPr>
                </a:tc>
                <a:tc>
                  <a:txBody>
                    <a:bodyPr/>
                    <a:lstStyle/>
                    <a:p>
                      <a:pPr algn="l" fontAlgn="t" latinLnBrk="0">
                        <a:buNone/>
                      </a:pPr>
                      <a:r>
                        <a:rPr lang="en-US" sz="2200" b="1" cap="none" spc="0">
                          <a:solidFill>
                            <a:schemeClr val="tx1"/>
                          </a:solidFill>
                          <a:effectLst/>
                        </a:rPr>
                        <a:t>Type A PHC</a:t>
                      </a:r>
                    </a:p>
                  </a:txBody>
                  <a:tcPr marL="87870" marR="131316" marT="25106" marB="188292" anchor="b">
                    <a:lnL w="12700" cmpd="sng">
                      <a:noFill/>
                    </a:lnL>
                    <a:lnR w="12700" cmpd="sng">
                      <a:noFill/>
                    </a:lnR>
                    <a:lnT w="9525" cap="flat" cmpd="sng" algn="ctr">
                      <a:noFill/>
                      <a:prstDash val="solid"/>
                    </a:lnT>
                    <a:lnB w="38100" cmpd="sng">
                      <a:noFill/>
                    </a:lnB>
                    <a:noFill/>
                  </a:tcPr>
                </a:tc>
                <a:tc>
                  <a:txBody>
                    <a:bodyPr/>
                    <a:lstStyle/>
                    <a:p>
                      <a:pPr algn="l" fontAlgn="t" latinLnBrk="0">
                        <a:buNone/>
                      </a:pPr>
                      <a:r>
                        <a:rPr lang="en-US" sz="2200" b="1" cap="none" spc="0">
                          <a:solidFill>
                            <a:schemeClr val="tx1"/>
                          </a:solidFill>
                          <a:effectLst/>
                        </a:rPr>
                        <a:t>Type B PHC</a:t>
                      </a:r>
                    </a:p>
                  </a:txBody>
                  <a:tcPr marL="87870" marR="131316" marT="25106" marB="188292"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3704930861"/>
                  </a:ext>
                </a:extLst>
              </a:tr>
              <a:tr h="514667">
                <a:tc>
                  <a:txBody>
                    <a:bodyPr/>
                    <a:lstStyle/>
                    <a:p>
                      <a:pPr fontAlgn="base" latinLnBrk="0">
                        <a:buNone/>
                      </a:pPr>
                      <a:r>
                        <a:rPr lang="en-US" sz="1600" b="1" cap="none" spc="0">
                          <a:solidFill>
                            <a:schemeClr val="tx1"/>
                          </a:solidFill>
                          <a:effectLst/>
                        </a:rPr>
                        <a:t>Medical Officer (MBBS)</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38100" cmpd="sng">
                      <a:noFill/>
                    </a:lnT>
                    <a:lnB w="9525" cap="flat" cmpd="sng" algn="ctr">
                      <a:noFill/>
                      <a:prstDash val="solid"/>
                    </a:lnB>
                    <a:no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38100" cmpd="sng">
                      <a:noFill/>
                    </a:lnT>
                    <a:lnB w="9525" cap="flat" cmpd="sng" algn="ctr">
                      <a:noFill/>
                      <a:prstDash val="solid"/>
                    </a:lnB>
                    <a:no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38100" cmpd="sng">
                      <a:noFill/>
                    </a:lnT>
                    <a:lnB w="9525" cap="flat" cmpd="sng" algn="ctr">
                      <a:noFill/>
                      <a:prstDash val="solid"/>
                    </a:lnB>
                    <a:noFill/>
                  </a:tcPr>
                </a:tc>
                <a:extLst>
                  <a:ext uri="{0D108BD9-81ED-4DB2-BD59-A6C34878D82A}">
                    <a16:rowId xmlns:a16="http://schemas.microsoft.com/office/drawing/2014/main" val="109320274"/>
                  </a:ext>
                </a:extLst>
              </a:tr>
              <a:tr h="514667">
                <a:tc>
                  <a:txBody>
                    <a:bodyPr/>
                    <a:lstStyle/>
                    <a:p>
                      <a:pPr fontAlgn="base" latinLnBrk="0">
                        <a:buNone/>
                      </a:pPr>
                      <a:r>
                        <a:rPr lang="en-US" sz="1600" b="1" cap="none" spc="0">
                          <a:solidFill>
                            <a:schemeClr val="tx1"/>
                          </a:solidFill>
                          <a:effectLst/>
                        </a:rPr>
                        <a:t>Medical Officer (AYUSH)</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Optional</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Optional</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478584425"/>
                  </a:ext>
                </a:extLst>
              </a:tr>
              <a:tr h="514667">
                <a:tc>
                  <a:txBody>
                    <a:bodyPr/>
                    <a:lstStyle/>
                    <a:p>
                      <a:pPr fontAlgn="base" latinLnBrk="0">
                        <a:buNone/>
                      </a:pPr>
                      <a:r>
                        <a:rPr lang="en-US" sz="1600" b="1" cap="none" spc="0">
                          <a:solidFill>
                            <a:schemeClr val="tx1"/>
                          </a:solidFill>
                          <a:effectLst/>
                        </a:rPr>
                        <a:t>Nurse-midwife (Staff-nurse)</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fontAlgn="base" latinLnBrk="0">
                        <a:buNone/>
                      </a:pPr>
                      <a:r>
                        <a:rPr lang="en-US" sz="1600" cap="none" spc="0">
                          <a:solidFill>
                            <a:schemeClr val="tx1"/>
                          </a:solidFill>
                          <a:effectLst/>
                        </a:rPr>
                        <a:t>3</a:t>
                      </a:r>
                    </a:p>
                  </a:txBody>
                  <a:tcPr marL="87870" marR="131316" marT="25106" marB="188292"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fontAlgn="base" latinLnBrk="0">
                        <a:buNone/>
                      </a:pPr>
                      <a:r>
                        <a:rPr lang="en-US" sz="1600" cap="none" spc="0">
                          <a:solidFill>
                            <a:schemeClr val="tx1"/>
                          </a:solidFill>
                          <a:effectLst/>
                        </a:rPr>
                        <a:t>4</a:t>
                      </a:r>
                    </a:p>
                  </a:txBody>
                  <a:tcPr marL="87870" marR="131316" marT="25106" marB="188292"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90495376"/>
                  </a:ext>
                </a:extLst>
              </a:tr>
              <a:tr h="514667">
                <a:tc>
                  <a:txBody>
                    <a:bodyPr/>
                    <a:lstStyle/>
                    <a:p>
                      <a:pPr fontAlgn="base" latinLnBrk="0">
                        <a:buNone/>
                      </a:pPr>
                      <a:r>
                        <a:rPr lang="en-US" sz="1600" b="1" cap="none" spc="0">
                          <a:solidFill>
                            <a:schemeClr val="tx1"/>
                          </a:solidFill>
                          <a:effectLst/>
                        </a:rPr>
                        <a:t>Health Worker (Female)</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057396840"/>
                  </a:ext>
                </a:extLst>
              </a:tr>
              <a:tr h="514667">
                <a:tc>
                  <a:txBody>
                    <a:bodyPr/>
                    <a:lstStyle/>
                    <a:p>
                      <a:pPr fontAlgn="base" latinLnBrk="0">
                        <a:buNone/>
                      </a:pPr>
                      <a:r>
                        <a:rPr lang="en-US" sz="1600" b="1" cap="none" spc="0">
                          <a:solidFill>
                            <a:schemeClr val="tx1"/>
                          </a:solidFill>
                          <a:effectLst/>
                        </a:rPr>
                        <a:t>Health Assistant (Male)</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12700" cmpd="sng">
                      <a:noFill/>
                      <a:prstDash val="solid"/>
                    </a:lnT>
                    <a:lnB w="9525" cap="flat" cmpd="sng" algn="ctr">
                      <a:noFill/>
                      <a:prstDash val="solid"/>
                    </a:lnB>
                    <a:no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12700" cmpd="sng">
                      <a:noFill/>
                      <a:prstDash val="solid"/>
                    </a:lnT>
                    <a:lnB w="9525" cap="flat" cmpd="sng" algn="ctr">
                      <a:noFill/>
                      <a:prstDash val="solid"/>
                    </a:lnB>
                    <a:no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12700" cmpd="sng">
                      <a:noFill/>
                      <a:prstDash val="solid"/>
                    </a:lnT>
                    <a:lnB w="9525" cap="flat" cmpd="sng" algn="ctr">
                      <a:noFill/>
                      <a:prstDash val="solid"/>
                    </a:lnB>
                    <a:noFill/>
                  </a:tcPr>
                </a:tc>
                <a:extLst>
                  <a:ext uri="{0D108BD9-81ED-4DB2-BD59-A6C34878D82A}">
                    <a16:rowId xmlns:a16="http://schemas.microsoft.com/office/drawing/2014/main" val="2817203501"/>
                  </a:ext>
                </a:extLst>
              </a:tr>
              <a:tr h="514667">
                <a:tc>
                  <a:txBody>
                    <a:bodyPr/>
                    <a:lstStyle/>
                    <a:p>
                      <a:pPr fontAlgn="base" latinLnBrk="0">
                        <a:buNone/>
                      </a:pPr>
                      <a:r>
                        <a:rPr lang="en-US" sz="1600" b="1" cap="none" spc="0">
                          <a:solidFill>
                            <a:schemeClr val="tx1"/>
                          </a:solidFill>
                          <a:effectLst/>
                        </a:rPr>
                        <a:t>Health Assistant (Female)/LHV</a:t>
                      </a:r>
                      <a:endParaRPr lang="en-US" sz="1600" cap="none" spc="0">
                        <a:solidFill>
                          <a:schemeClr val="tx1"/>
                        </a:solidFill>
                        <a:effectLst/>
                      </a:endParaRPr>
                    </a:p>
                  </a:txBody>
                  <a:tcPr marL="87870" marR="131316" marT="25106" marB="188292" anchor="ctr">
                    <a:lnL w="9525" cap="flat" cmpd="sng" algn="ctr">
                      <a:solidFill>
                        <a:schemeClr val="tx1"/>
                      </a:solid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600" cap="none" spc="0">
                          <a:solidFill>
                            <a:schemeClr val="tx1"/>
                          </a:solidFill>
                          <a:effectLst/>
                        </a:rPr>
                        <a:t>1</a:t>
                      </a:r>
                    </a:p>
                  </a:txBody>
                  <a:tcPr marL="87870" marR="131316" marT="25106" marB="188292" anchor="ctr">
                    <a:lnL w="12700" cmpd="sng">
                      <a:noFill/>
                      <a:prstDash val="solid"/>
                    </a:lnL>
                    <a:lnR w="12700" cmpd="sng">
                      <a:noFill/>
                      <a:prstDash val="solid"/>
                    </a:lnR>
                    <a:lnT w="9525"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24176132"/>
                  </a:ext>
                </a:extLst>
              </a:tr>
              <a:tr h="514667">
                <a:tc gridSpan="3">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600" b="1" i="0" kern="1200" cap="none" spc="0">
                          <a:solidFill>
                            <a:schemeClr val="tx1"/>
                          </a:solidFill>
                          <a:effectLst/>
                          <a:latin typeface="+mn-lt"/>
                          <a:ea typeface="+mn-ea"/>
                          <a:cs typeface="+mn-cs"/>
                        </a:rPr>
                        <a:t>* Health Worker (Female):</a:t>
                      </a:r>
                      <a:r>
                        <a:rPr lang="en-US" sz="1600" b="0" i="0" kern="1200" cap="none" spc="0">
                          <a:solidFill>
                            <a:schemeClr val="tx1"/>
                          </a:solidFill>
                          <a:effectLst/>
                          <a:latin typeface="+mn-lt"/>
                          <a:ea typeface="+mn-ea"/>
                          <a:cs typeface="+mn-cs"/>
                        </a:rPr>
                        <a:t> For sub-</a:t>
                      </a:r>
                      <a:r>
                        <a:rPr lang="en-US" sz="1600" b="0" i="0" kern="1200" cap="none" spc="0" err="1">
                          <a:solidFill>
                            <a:schemeClr val="tx1"/>
                          </a:solidFill>
                          <a:effectLst/>
                          <a:latin typeface="+mn-lt"/>
                          <a:ea typeface="+mn-ea"/>
                          <a:cs typeface="+mn-cs"/>
                        </a:rPr>
                        <a:t>centre</a:t>
                      </a:r>
                      <a:r>
                        <a:rPr lang="en-US" sz="1600" b="0" i="0" kern="1200" cap="none" spc="0">
                          <a:solidFill>
                            <a:schemeClr val="tx1"/>
                          </a:solidFill>
                          <a:effectLst/>
                          <a:latin typeface="+mn-lt"/>
                          <a:ea typeface="+mn-ea"/>
                          <a:cs typeface="+mn-cs"/>
                        </a:rPr>
                        <a:t> area of PHC</a:t>
                      </a:r>
                    </a:p>
                  </a:txBody>
                  <a:tcPr marL="87870" marR="131316" marT="25106" marB="188292" anchor="ctr">
                    <a:lnL w="9525" cap="flat" cmpd="sng" algn="ctr">
                      <a:solidFill>
                        <a:schemeClr val="tx1"/>
                      </a:solidFill>
                      <a:prstDash val="solid"/>
                    </a:lnL>
                    <a:lnR w="12700" cmpd="sng">
                      <a:noFill/>
                      <a:prstDash val="solid"/>
                    </a:lnR>
                    <a:lnT w="12700" cmpd="sng">
                      <a:noFill/>
                      <a:prstDash val="solid"/>
                    </a:lnT>
                    <a:lnB w="12700" cmpd="sng">
                      <a:noFill/>
                      <a:prstDash val="solid"/>
                    </a:lnB>
                    <a:noFill/>
                  </a:tcPr>
                </a:tc>
                <a:tc hMerge="1">
                  <a:txBody>
                    <a:bodyPr/>
                    <a:lstStyle/>
                    <a:p>
                      <a:pPr fontAlgn="base" latinLnBrk="0">
                        <a:buNone/>
                      </a:pPr>
                      <a:endParaRPr lang="en-US" sz="1900">
                        <a:effectLst/>
                      </a:endParaRPr>
                    </a:p>
                  </a:txBody>
                  <a:tcPr marL="95656" marR="95656" marT="47828" marB="47828" anchor="ctr">
                    <a:lnL w="9525" cap="flat" cmpd="sng" algn="ctr">
                      <a:solidFill>
                        <a:srgbClr val="205EF5"/>
                      </a:solidFill>
                      <a:prstDash val="solid"/>
                      <a:round/>
                      <a:headEnd type="none" w="med" len="med"/>
                      <a:tailEnd type="none" w="med" len="med"/>
                    </a:lnL>
                    <a:lnR w="9525" cap="flat" cmpd="sng" algn="ctr">
                      <a:solidFill>
                        <a:srgbClr val="A056F5"/>
                      </a:solidFill>
                      <a:prstDash val="solid"/>
                      <a:round/>
                      <a:headEnd type="none" w="med" len="med"/>
                      <a:tailEnd type="none" w="med" len="med"/>
                    </a:lnR>
                    <a:lnT w="9525" cap="flat" cmpd="sng" algn="ctr">
                      <a:solidFill>
                        <a:srgbClr val="205EF5"/>
                      </a:solidFill>
                      <a:prstDash val="solid"/>
                      <a:round/>
                      <a:headEnd type="none" w="med" len="med"/>
                      <a:tailEnd type="none" w="med" len="med"/>
                    </a:lnT>
                    <a:lnB w="9525" cap="flat" cmpd="sng" algn="ctr">
                      <a:solidFill>
                        <a:srgbClr val="205EF5"/>
                      </a:solidFill>
                      <a:prstDash val="solid"/>
                      <a:round/>
                      <a:headEnd type="none" w="med" len="med"/>
                      <a:tailEnd type="none" w="med" len="med"/>
                    </a:lnB>
                    <a:noFill/>
                  </a:tcPr>
                </a:tc>
                <a:tc hMerge="1">
                  <a:txBody>
                    <a:bodyPr/>
                    <a:lstStyle/>
                    <a:p>
                      <a:pPr fontAlgn="base" latinLnBrk="0">
                        <a:buNone/>
                      </a:pPr>
                      <a:endParaRPr lang="en-US" sz="1900">
                        <a:effectLst/>
                      </a:endParaRPr>
                    </a:p>
                  </a:txBody>
                  <a:tcPr marL="95656" marR="95656" marT="47828" marB="47828" anchor="ctr">
                    <a:lnL w="9525" cap="flat" cmpd="sng" algn="ctr">
                      <a:solidFill>
                        <a:srgbClr val="A056F5"/>
                      </a:solidFill>
                      <a:prstDash val="solid"/>
                      <a:round/>
                      <a:headEnd type="none" w="med" len="med"/>
                      <a:tailEnd type="none" w="med" len="med"/>
                    </a:lnL>
                    <a:lnR w="9525" cap="flat" cmpd="sng" algn="ctr">
                      <a:solidFill>
                        <a:srgbClr val="A056F5"/>
                      </a:solidFill>
                      <a:prstDash val="solid"/>
                      <a:round/>
                      <a:headEnd type="none" w="med" len="med"/>
                      <a:tailEnd type="none" w="med" len="med"/>
                    </a:lnR>
                    <a:lnT w="9525" cap="flat" cmpd="sng" algn="ctr">
                      <a:solidFill>
                        <a:srgbClr val="A056F5"/>
                      </a:solidFill>
                      <a:prstDash val="solid"/>
                      <a:round/>
                      <a:headEnd type="none" w="med" len="med"/>
                      <a:tailEnd type="none" w="med" len="med"/>
                    </a:lnT>
                    <a:lnB w="9525" cap="flat" cmpd="sng" algn="ctr">
                      <a:solidFill>
                        <a:srgbClr val="A056F5"/>
                      </a:solidFill>
                      <a:prstDash val="solid"/>
                      <a:round/>
                      <a:headEnd type="none" w="med" len="med"/>
                      <a:tailEnd type="none" w="med" len="med"/>
                    </a:lnB>
                    <a:noFill/>
                  </a:tcPr>
                </a:tc>
                <a:extLst>
                  <a:ext uri="{0D108BD9-81ED-4DB2-BD59-A6C34878D82A}">
                    <a16:rowId xmlns:a16="http://schemas.microsoft.com/office/drawing/2014/main" val="1842117501"/>
                  </a:ext>
                </a:extLst>
              </a:tr>
            </a:tbl>
          </a:graphicData>
        </a:graphic>
      </p:graphicFrame>
    </p:spTree>
    <p:extLst>
      <p:ext uri="{BB962C8B-B14F-4D97-AF65-F5344CB8AC3E}">
        <p14:creationId xmlns:p14="http://schemas.microsoft.com/office/powerpoint/2010/main" val="23936617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4EB01-38F6-46F1-37C7-54F192F00E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4A278-AD68-8014-98F6-C66DE997D732}"/>
              </a:ext>
            </a:extLst>
          </p:cNvPr>
          <p:cNvSpPr>
            <a:spLocks noGrp="1"/>
          </p:cNvSpPr>
          <p:nvPr>
            <p:ph type="title"/>
          </p:nvPr>
        </p:nvSpPr>
        <p:spPr>
          <a:xfrm>
            <a:off x="841248" y="256032"/>
            <a:ext cx="10506456" cy="1014984"/>
          </a:xfrm>
        </p:spPr>
        <p:txBody>
          <a:bodyPr anchor="b">
            <a:normAutofit/>
          </a:bodyPr>
          <a:lstStyle/>
          <a:p>
            <a:r>
              <a:rPr lang="en-US" dirty="0"/>
              <a:t>Medical and clinical staff</a:t>
            </a:r>
          </a:p>
        </p:txBody>
      </p:sp>
      <p:sp>
        <p:nvSpPr>
          <p:cNvPr id="5" name="Content Placeholder 4">
            <a:extLst>
              <a:ext uri="{FF2B5EF4-FFF2-40B4-BE49-F238E27FC236}">
                <a16:creationId xmlns:a16="http://schemas.microsoft.com/office/drawing/2014/main" id="{B4EEE045-6EBD-DD59-3CBD-598BDA5BA487}"/>
              </a:ext>
            </a:extLst>
          </p:cNvPr>
          <p:cNvSpPr>
            <a:spLocks noGrp="1"/>
          </p:cNvSpPr>
          <p:nvPr>
            <p:ph idx="1"/>
          </p:nvPr>
        </p:nvSpPr>
        <p:spPr/>
        <p:txBody>
          <a:bodyPr/>
          <a:lstStyle/>
          <a:p>
            <a:r>
              <a:rPr lang="en-US" b="1" dirty="0"/>
              <a:t>Gender Requirement:</a:t>
            </a:r>
            <a:r>
              <a:rPr lang="en-US" dirty="0"/>
              <a:t> One of the two medical officers should be a lady doctor if delivery case load is 30 or more per month</a:t>
            </a:r>
          </a:p>
          <a:p>
            <a:r>
              <a:rPr lang="en-US" b="1" dirty="0"/>
              <a:t>AYUSH Integration:</a:t>
            </a:r>
            <a:r>
              <a:rPr lang="en-US" dirty="0"/>
              <a:t> One AYUSH medical officer to provide choice of treatment where AYUSH facility is not available in the vicinity</a:t>
            </a:r>
          </a:p>
          <a:p>
            <a:r>
              <a:rPr lang="en-US" b="1" dirty="0"/>
              <a:t>Staffing Formula:</a:t>
            </a:r>
            <a:r>
              <a:rPr lang="en-US" dirty="0"/>
              <a:t> One staff per 1,000 population (Type A PHC covers ~18,000, Type B covers ~21,000)</a:t>
            </a:r>
          </a:p>
          <a:p>
            <a:endParaRPr lang="en-US" dirty="0"/>
          </a:p>
        </p:txBody>
      </p:sp>
    </p:spTree>
    <p:extLst>
      <p:ext uri="{BB962C8B-B14F-4D97-AF65-F5344CB8AC3E}">
        <p14:creationId xmlns:p14="http://schemas.microsoft.com/office/powerpoint/2010/main" val="42814950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9B9C8A-BA65-7046-E463-74FC642E42B4}"/>
              </a:ext>
            </a:extLst>
          </p:cNvPr>
          <p:cNvSpPr>
            <a:spLocks noGrp="1"/>
          </p:cNvSpPr>
          <p:nvPr>
            <p:ph type="title"/>
          </p:nvPr>
        </p:nvSpPr>
        <p:spPr>
          <a:xfrm>
            <a:off x="841248" y="256032"/>
            <a:ext cx="10506456" cy="1014984"/>
          </a:xfrm>
        </p:spPr>
        <p:txBody>
          <a:bodyPr anchor="b">
            <a:normAutofit/>
          </a:bodyPr>
          <a:lstStyle/>
          <a:p>
            <a:r>
              <a:rPr lang="en-US" dirty="0"/>
              <a:t>Support and specialized staff</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4" name="Content Placeholder 3">
            <a:extLst>
              <a:ext uri="{FF2B5EF4-FFF2-40B4-BE49-F238E27FC236}">
                <a16:creationId xmlns:a16="http://schemas.microsoft.com/office/drawing/2014/main" id="{72CBC0D7-F8FB-3DF6-A8AD-6892760DB57E}"/>
              </a:ext>
            </a:extLst>
          </p:cNvPr>
          <p:cNvGraphicFramePr>
            <a:graphicFrameLocks noGrp="1"/>
          </p:cNvGraphicFramePr>
          <p:nvPr>
            <p:ph idx="1"/>
            <p:extLst>
              <p:ext uri="{D42A27DB-BD31-4B8C-83A1-F6EECF244321}">
                <p14:modId xmlns:p14="http://schemas.microsoft.com/office/powerpoint/2010/main" val="605789188"/>
              </p:ext>
            </p:extLst>
          </p:nvPr>
        </p:nvGraphicFramePr>
        <p:xfrm>
          <a:off x="838200" y="2229112"/>
          <a:ext cx="10515602" cy="3751835"/>
        </p:xfrm>
        <a:graphic>
          <a:graphicData uri="http://schemas.openxmlformats.org/drawingml/2006/table">
            <a:tbl>
              <a:tblPr firstRow="1" bandRow="1">
                <a:tableStyleId>{8EC20E35-A176-4012-BC5E-935CFFF8708E}</a:tableStyleId>
              </a:tblPr>
              <a:tblGrid>
                <a:gridCol w="3590918">
                  <a:extLst>
                    <a:ext uri="{9D8B030D-6E8A-4147-A177-3AD203B41FA5}">
                      <a16:colId xmlns:a16="http://schemas.microsoft.com/office/drawing/2014/main" val="3809989553"/>
                    </a:ext>
                  </a:extLst>
                </a:gridCol>
                <a:gridCol w="3462342">
                  <a:extLst>
                    <a:ext uri="{9D8B030D-6E8A-4147-A177-3AD203B41FA5}">
                      <a16:colId xmlns:a16="http://schemas.microsoft.com/office/drawing/2014/main" val="23011008"/>
                    </a:ext>
                  </a:extLst>
                </a:gridCol>
                <a:gridCol w="3462342">
                  <a:extLst>
                    <a:ext uri="{9D8B030D-6E8A-4147-A177-3AD203B41FA5}">
                      <a16:colId xmlns:a16="http://schemas.microsoft.com/office/drawing/2014/main" val="723648945"/>
                    </a:ext>
                  </a:extLst>
                </a:gridCol>
              </a:tblGrid>
              <a:tr h="448589">
                <a:tc>
                  <a:txBody>
                    <a:bodyPr/>
                    <a:lstStyle/>
                    <a:p>
                      <a:pPr algn="l" fontAlgn="t" latinLnBrk="0">
                        <a:buNone/>
                      </a:pPr>
                      <a:r>
                        <a:rPr lang="en-US" sz="2000" b="1">
                          <a:effectLst/>
                        </a:rPr>
                        <a:t>Position</a:t>
                      </a:r>
                      <a:endParaRPr lang="en-US" sz="2000" b="0">
                        <a:effectLst/>
                      </a:endParaRPr>
                    </a:p>
                  </a:txBody>
                  <a:tcPr marL="101952" marR="101952" marT="50976" marB="50976"/>
                </a:tc>
                <a:tc>
                  <a:txBody>
                    <a:bodyPr/>
                    <a:lstStyle/>
                    <a:p>
                      <a:pPr algn="l" fontAlgn="t" latinLnBrk="0">
                        <a:buNone/>
                      </a:pPr>
                      <a:r>
                        <a:rPr lang="en-US" sz="2000" b="1">
                          <a:effectLst/>
                        </a:rPr>
                        <a:t>Type A PHC</a:t>
                      </a:r>
                      <a:endParaRPr lang="en-US" sz="2000" b="0">
                        <a:effectLst/>
                      </a:endParaRPr>
                    </a:p>
                  </a:txBody>
                  <a:tcPr marL="101952" marR="101952" marT="50976" marB="50976"/>
                </a:tc>
                <a:tc>
                  <a:txBody>
                    <a:bodyPr/>
                    <a:lstStyle/>
                    <a:p>
                      <a:pPr algn="l" fontAlgn="t" latinLnBrk="0">
                        <a:buNone/>
                      </a:pPr>
                      <a:r>
                        <a:rPr lang="en-US" sz="2000" b="1">
                          <a:effectLst/>
                        </a:rPr>
                        <a:t>Type B PHC</a:t>
                      </a:r>
                      <a:endParaRPr lang="en-US" sz="2000" b="0">
                        <a:effectLst/>
                      </a:endParaRPr>
                    </a:p>
                  </a:txBody>
                  <a:tcPr marL="101952" marR="101952" marT="50976" marB="50976"/>
                </a:tc>
                <a:extLst>
                  <a:ext uri="{0D108BD9-81ED-4DB2-BD59-A6C34878D82A}">
                    <a16:rowId xmlns:a16="http://schemas.microsoft.com/office/drawing/2014/main" val="4008860558"/>
                  </a:ext>
                </a:extLst>
              </a:tr>
              <a:tr h="448589">
                <a:tc>
                  <a:txBody>
                    <a:bodyPr/>
                    <a:lstStyle/>
                    <a:p>
                      <a:pPr fontAlgn="base" latinLnBrk="0">
                        <a:buNone/>
                      </a:pPr>
                      <a:r>
                        <a:rPr lang="en-US" sz="2000" b="1">
                          <a:effectLst/>
                        </a:rPr>
                        <a:t>Pharmacist</a:t>
                      </a:r>
                      <a:endParaRPr lang="en-US" sz="2000">
                        <a:effectLst/>
                      </a:endParaRPr>
                    </a:p>
                  </a:txBody>
                  <a:tcPr marL="101952" marR="101952" marT="50976" marB="50976" anchor="ctr"/>
                </a:tc>
                <a:tc>
                  <a:txBody>
                    <a:bodyPr/>
                    <a:lstStyle/>
                    <a:p>
                      <a:pPr fontAlgn="base" latinLnBrk="0">
                        <a:buNone/>
                      </a:pPr>
                      <a:r>
                        <a:rPr lang="en-US" sz="2000">
                          <a:effectLst/>
                        </a:rPr>
                        <a:t>1</a:t>
                      </a:r>
                    </a:p>
                  </a:txBody>
                  <a:tcPr marL="101952" marR="101952" marT="50976" marB="50976" anchor="ctr"/>
                </a:tc>
                <a:tc>
                  <a:txBody>
                    <a:bodyPr/>
                    <a:lstStyle/>
                    <a:p>
                      <a:pPr fontAlgn="base" latinLnBrk="0">
                        <a:buNone/>
                      </a:pPr>
                      <a:r>
                        <a:rPr lang="en-US" sz="2000">
                          <a:effectLst/>
                        </a:rPr>
                        <a:t>1</a:t>
                      </a:r>
                    </a:p>
                  </a:txBody>
                  <a:tcPr marL="101952" marR="101952" marT="50976" marB="50976" anchor="ctr"/>
                </a:tc>
                <a:extLst>
                  <a:ext uri="{0D108BD9-81ED-4DB2-BD59-A6C34878D82A}">
                    <a16:rowId xmlns:a16="http://schemas.microsoft.com/office/drawing/2014/main" val="2033500656"/>
                  </a:ext>
                </a:extLst>
              </a:tr>
              <a:tr h="448589">
                <a:tc>
                  <a:txBody>
                    <a:bodyPr/>
                    <a:lstStyle/>
                    <a:p>
                      <a:pPr fontAlgn="base" latinLnBrk="0">
                        <a:buNone/>
                      </a:pPr>
                      <a:r>
                        <a:rPr lang="en-US" sz="2000" b="1">
                          <a:effectLst/>
                        </a:rPr>
                        <a:t>Pharmacist (AYUSH)</a:t>
                      </a:r>
                      <a:endParaRPr lang="en-US" sz="2000">
                        <a:effectLst/>
                      </a:endParaRP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extLst>
                  <a:ext uri="{0D108BD9-81ED-4DB2-BD59-A6C34878D82A}">
                    <a16:rowId xmlns:a16="http://schemas.microsoft.com/office/drawing/2014/main" val="2094591231"/>
                  </a:ext>
                </a:extLst>
              </a:tr>
              <a:tr h="448589">
                <a:tc>
                  <a:txBody>
                    <a:bodyPr/>
                    <a:lstStyle/>
                    <a:p>
                      <a:pPr fontAlgn="base" latinLnBrk="0">
                        <a:buNone/>
                      </a:pPr>
                      <a:r>
                        <a:rPr lang="en-US" sz="2000" b="1">
                          <a:effectLst/>
                        </a:rPr>
                        <a:t>Laboratory Technician</a:t>
                      </a:r>
                      <a:endParaRPr lang="en-US" sz="2000">
                        <a:effectLst/>
                      </a:endParaRPr>
                    </a:p>
                  </a:txBody>
                  <a:tcPr marL="101952" marR="101952" marT="50976" marB="50976" anchor="ctr"/>
                </a:tc>
                <a:tc>
                  <a:txBody>
                    <a:bodyPr/>
                    <a:lstStyle/>
                    <a:p>
                      <a:pPr fontAlgn="base" latinLnBrk="0">
                        <a:buNone/>
                      </a:pPr>
                      <a:r>
                        <a:rPr lang="en-US" sz="2000">
                          <a:effectLst/>
                        </a:rPr>
                        <a:t>1</a:t>
                      </a:r>
                    </a:p>
                  </a:txBody>
                  <a:tcPr marL="101952" marR="101952" marT="50976" marB="50976" anchor="ctr"/>
                </a:tc>
                <a:tc>
                  <a:txBody>
                    <a:bodyPr/>
                    <a:lstStyle/>
                    <a:p>
                      <a:pPr fontAlgn="base" latinLnBrk="0">
                        <a:buNone/>
                      </a:pPr>
                      <a:r>
                        <a:rPr lang="en-US" sz="2000">
                          <a:effectLst/>
                        </a:rPr>
                        <a:t>1</a:t>
                      </a:r>
                    </a:p>
                  </a:txBody>
                  <a:tcPr marL="101952" marR="101952" marT="50976" marB="50976" anchor="ctr"/>
                </a:tc>
                <a:extLst>
                  <a:ext uri="{0D108BD9-81ED-4DB2-BD59-A6C34878D82A}">
                    <a16:rowId xmlns:a16="http://schemas.microsoft.com/office/drawing/2014/main" val="3308037859"/>
                  </a:ext>
                </a:extLst>
              </a:tr>
              <a:tr h="754445">
                <a:tc>
                  <a:txBody>
                    <a:bodyPr/>
                    <a:lstStyle/>
                    <a:p>
                      <a:pPr fontAlgn="base" latinLnBrk="0">
                        <a:buNone/>
                      </a:pPr>
                      <a:r>
                        <a:rPr lang="en-US" sz="2000" b="1">
                          <a:effectLst/>
                        </a:rPr>
                        <a:t>Accountant cum Data Entry Operator</a:t>
                      </a:r>
                      <a:endParaRPr lang="en-US" sz="2000">
                        <a:effectLst/>
                      </a:endParaRPr>
                    </a:p>
                  </a:txBody>
                  <a:tcPr marL="101952" marR="101952" marT="50976" marB="50976" anchor="ctr"/>
                </a:tc>
                <a:tc>
                  <a:txBody>
                    <a:bodyPr/>
                    <a:lstStyle/>
                    <a:p>
                      <a:pPr fontAlgn="base" latinLnBrk="0">
                        <a:buNone/>
                      </a:pPr>
                      <a:r>
                        <a:rPr lang="en-US" sz="2000">
                          <a:effectLst/>
                        </a:rPr>
                        <a:t>1</a:t>
                      </a:r>
                    </a:p>
                  </a:txBody>
                  <a:tcPr marL="101952" marR="101952" marT="50976" marB="50976" anchor="ctr"/>
                </a:tc>
                <a:tc>
                  <a:txBody>
                    <a:bodyPr/>
                    <a:lstStyle/>
                    <a:p>
                      <a:pPr fontAlgn="base" latinLnBrk="0">
                        <a:buNone/>
                      </a:pPr>
                      <a:r>
                        <a:rPr lang="en-US" sz="2000">
                          <a:effectLst/>
                        </a:rPr>
                        <a:t>1</a:t>
                      </a:r>
                    </a:p>
                  </a:txBody>
                  <a:tcPr marL="101952" marR="101952" marT="50976" marB="50976" anchor="ctr"/>
                </a:tc>
                <a:extLst>
                  <a:ext uri="{0D108BD9-81ED-4DB2-BD59-A6C34878D82A}">
                    <a16:rowId xmlns:a16="http://schemas.microsoft.com/office/drawing/2014/main" val="2923978341"/>
                  </a:ext>
                </a:extLst>
              </a:tr>
              <a:tr h="754445">
                <a:tc>
                  <a:txBody>
                    <a:bodyPr/>
                    <a:lstStyle/>
                    <a:p>
                      <a:pPr fontAlgn="base" latinLnBrk="0">
                        <a:buNone/>
                      </a:pPr>
                      <a:r>
                        <a:rPr lang="en-US" sz="2000" b="1">
                          <a:effectLst/>
                        </a:rPr>
                        <a:t>Cold Chain &amp; Vaccine Logistic Assistant</a:t>
                      </a:r>
                      <a:endParaRPr lang="en-US" sz="2000">
                        <a:effectLst/>
                      </a:endParaRP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extLst>
                  <a:ext uri="{0D108BD9-81ED-4DB2-BD59-A6C34878D82A}">
                    <a16:rowId xmlns:a16="http://schemas.microsoft.com/office/drawing/2014/main" val="2929305125"/>
                  </a:ext>
                </a:extLst>
              </a:tr>
              <a:tr h="448589">
                <a:tc>
                  <a:txBody>
                    <a:bodyPr/>
                    <a:lstStyle/>
                    <a:p>
                      <a:pPr fontAlgn="base" latinLnBrk="0">
                        <a:buNone/>
                      </a:pPr>
                      <a:r>
                        <a:rPr lang="en-US" sz="2000" b="1">
                          <a:effectLst/>
                        </a:rPr>
                        <a:t>Health Educator</a:t>
                      </a:r>
                      <a:endParaRPr lang="en-US" sz="2000">
                        <a:effectLst/>
                      </a:endParaRP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tc>
                  <a:txBody>
                    <a:bodyPr/>
                    <a:lstStyle/>
                    <a:p>
                      <a:pPr fontAlgn="base" latinLnBrk="0">
                        <a:buNone/>
                      </a:pPr>
                      <a:r>
                        <a:rPr lang="en-US" sz="2000">
                          <a:effectLst/>
                        </a:rPr>
                        <a:t>Optional</a:t>
                      </a:r>
                    </a:p>
                  </a:txBody>
                  <a:tcPr marL="101952" marR="101952" marT="50976" marB="50976" anchor="ctr"/>
                </a:tc>
                <a:extLst>
                  <a:ext uri="{0D108BD9-81ED-4DB2-BD59-A6C34878D82A}">
                    <a16:rowId xmlns:a16="http://schemas.microsoft.com/office/drawing/2014/main" val="1355729072"/>
                  </a:ext>
                </a:extLst>
              </a:tr>
            </a:tbl>
          </a:graphicData>
        </a:graphic>
      </p:graphicFrame>
    </p:spTree>
    <p:extLst>
      <p:ext uri="{BB962C8B-B14F-4D97-AF65-F5344CB8AC3E}">
        <p14:creationId xmlns:p14="http://schemas.microsoft.com/office/powerpoint/2010/main" val="21877083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E71A3D-CE79-2D0D-3C61-5B4800E4FB9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D8DD85-D0AF-0547-6AE8-8D1944AB9947}"/>
              </a:ext>
            </a:extLst>
          </p:cNvPr>
          <p:cNvSpPr>
            <a:spLocks noGrp="1"/>
          </p:cNvSpPr>
          <p:nvPr>
            <p:ph type="title"/>
          </p:nvPr>
        </p:nvSpPr>
        <p:spPr>
          <a:xfrm>
            <a:off x="841248" y="256032"/>
            <a:ext cx="10506456" cy="1014984"/>
          </a:xfrm>
        </p:spPr>
        <p:txBody>
          <a:bodyPr anchor="b">
            <a:normAutofit/>
          </a:bodyPr>
          <a:lstStyle/>
          <a:p>
            <a:r>
              <a:rPr lang="en-US" dirty="0"/>
              <a:t>General support staff</a:t>
            </a:r>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a:extLst>
              <a:ext uri="{FF2B5EF4-FFF2-40B4-BE49-F238E27FC236}">
                <a16:creationId xmlns:a16="http://schemas.microsoft.com/office/drawing/2014/main" id="{AF950554-E4E2-ED41-AA2F-9D1D1B4C5FFE}"/>
              </a:ext>
            </a:extLst>
          </p:cNvPr>
          <p:cNvGraphicFramePr>
            <a:graphicFrameLocks noGrp="1"/>
          </p:cNvGraphicFramePr>
          <p:nvPr>
            <p:ph idx="1"/>
            <p:extLst>
              <p:ext uri="{D42A27DB-BD31-4B8C-83A1-F6EECF244321}">
                <p14:modId xmlns:p14="http://schemas.microsoft.com/office/powerpoint/2010/main" val="2505281446"/>
              </p:ext>
            </p:extLst>
          </p:nvPr>
        </p:nvGraphicFramePr>
        <p:xfrm>
          <a:off x="1620943" y="1992764"/>
          <a:ext cx="8950114" cy="4224528"/>
        </p:xfrm>
        <a:graphic>
          <a:graphicData uri="http://schemas.openxmlformats.org/drawingml/2006/table">
            <a:tbl>
              <a:tblPr firstRow="1" bandRow="1"/>
              <a:tblGrid>
                <a:gridCol w="2998894">
                  <a:extLst>
                    <a:ext uri="{9D8B030D-6E8A-4147-A177-3AD203B41FA5}">
                      <a16:colId xmlns:a16="http://schemas.microsoft.com/office/drawing/2014/main" val="2282021131"/>
                    </a:ext>
                  </a:extLst>
                </a:gridCol>
                <a:gridCol w="2975610">
                  <a:extLst>
                    <a:ext uri="{9D8B030D-6E8A-4147-A177-3AD203B41FA5}">
                      <a16:colId xmlns:a16="http://schemas.microsoft.com/office/drawing/2014/main" val="1340698010"/>
                    </a:ext>
                  </a:extLst>
                </a:gridCol>
                <a:gridCol w="2975610">
                  <a:extLst>
                    <a:ext uri="{9D8B030D-6E8A-4147-A177-3AD203B41FA5}">
                      <a16:colId xmlns:a16="http://schemas.microsoft.com/office/drawing/2014/main" val="2301361353"/>
                    </a:ext>
                  </a:extLst>
                </a:gridCol>
              </a:tblGrid>
              <a:tr h="737616">
                <a:tc>
                  <a:txBody>
                    <a:bodyPr/>
                    <a:lstStyle/>
                    <a:p>
                      <a:pPr algn="l" fontAlgn="t" latinLnBrk="0">
                        <a:buNone/>
                      </a:pPr>
                      <a:r>
                        <a:rPr lang="en-US" sz="3300" b="1">
                          <a:effectLst/>
                        </a:rPr>
                        <a:t>Position</a:t>
                      </a:r>
                      <a:endParaRPr lang="en-US" sz="3300" b="0">
                        <a:effectLst/>
                      </a:endParaRPr>
                    </a:p>
                  </a:txBody>
                  <a:tcPr marL="167640" marR="167640" marT="83820" marB="83820">
                    <a:lnL w="9525" cap="flat" cmpd="sng" algn="ctr">
                      <a:solidFill>
                        <a:srgbClr val="605842"/>
                      </a:solidFill>
                      <a:prstDash val="solid"/>
                      <a:round/>
                      <a:headEnd type="none" w="med" len="med"/>
                      <a:tailEnd type="none" w="med" len="med"/>
                    </a:lnL>
                    <a:lnR w="9525" cap="flat" cmpd="sng" algn="ctr">
                      <a:solidFill>
                        <a:srgbClr val="605842"/>
                      </a:solidFill>
                      <a:prstDash val="solid"/>
                      <a:round/>
                      <a:headEnd type="none" w="med" len="med"/>
                      <a:tailEnd type="none" w="med" len="med"/>
                    </a:lnR>
                    <a:lnT w="9525" cap="flat" cmpd="sng" algn="ctr">
                      <a:solidFill>
                        <a:srgbClr val="605842"/>
                      </a:solidFill>
                      <a:prstDash val="solid"/>
                      <a:round/>
                      <a:headEnd type="none" w="med" len="med"/>
                      <a:tailEnd type="none" w="med" len="med"/>
                    </a:lnT>
                    <a:lnB w="9525" cap="flat" cmpd="sng" algn="ctr">
                      <a:solidFill>
                        <a:srgbClr val="E06C42"/>
                      </a:solidFill>
                      <a:prstDash val="solid"/>
                      <a:round/>
                      <a:headEnd type="none" w="med" len="med"/>
                      <a:tailEnd type="none" w="med" len="med"/>
                    </a:lnB>
                    <a:noFill/>
                  </a:tcPr>
                </a:tc>
                <a:tc>
                  <a:txBody>
                    <a:bodyPr/>
                    <a:lstStyle/>
                    <a:p>
                      <a:pPr algn="l" fontAlgn="t" latinLnBrk="0">
                        <a:buNone/>
                      </a:pPr>
                      <a:r>
                        <a:rPr lang="en-US" sz="3300" b="1">
                          <a:effectLst/>
                        </a:rPr>
                        <a:t>Type A PHC</a:t>
                      </a:r>
                      <a:endParaRPr lang="en-US" sz="3300" b="0">
                        <a:effectLst/>
                      </a:endParaRPr>
                    </a:p>
                  </a:txBody>
                  <a:tcPr marL="167640" marR="167640" marT="83820" marB="83820">
                    <a:lnL w="9525" cap="flat" cmpd="sng" algn="ctr">
                      <a:solidFill>
                        <a:srgbClr val="605842"/>
                      </a:solidFill>
                      <a:prstDash val="solid"/>
                      <a:round/>
                      <a:headEnd type="none" w="med" len="med"/>
                      <a:tailEnd type="none" w="med" len="med"/>
                    </a:lnL>
                    <a:lnR w="9525" cap="flat" cmpd="sng" algn="ctr">
                      <a:solidFill>
                        <a:srgbClr val="E06942"/>
                      </a:solidFill>
                      <a:prstDash val="solid"/>
                      <a:round/>
                      <a:headEnd type="none" w="med" len="med"/>
                      <a:tailEnd type="none" w="med" len="med"/>
                    </a:lnR>
                    <a:lnT w="9525" cap="flat" cmpd="sng" algn="ctr">
                      <a:solidFill>
                        <a:srgbClr val="605842"/>
                      </a:solidFill>
                      <a:prstDash val="solid"/>
                      <a:round/>
                      <a:headEnd type="none" w="med" len="med"/>
                      <a:tailEnd type="none" w="med" len="med"/>
                    </a:lnT>
                    <a:lnB w="9525" cap="flat" cmpd="sng" algn="ctr">
                      <a:solidFill>
                        <a:srgbClr val="E06C42"/>
                      </a:solidFill>
                      <a:prstDash val="solid"/>
                      <a:round/>
                      <a:headEnd type="none" w="med" len="med"/>
                      <a:tailEnd type="none" w="med" len="med"/>
                    </a:lnB>
                    <a:noFill/>
                  </a:tcPr>
                </a:tc>
                <a:tc>
                  <a:txBody>
                    <a:bodyPr/>
                    <a:lstStyle/>
                    <a:p>
                      <a:pPr algn="l" fontAlgn="t" latinLnBrk="0">
                        <a:buNone/>
                      </a:pPr>
                      <a:r>
                        <a:rPr lang="en-US" sz="3300" b="1">
                          <a:effectLst/>
                        </a:rPr>
                        <a:t>Type B PHC</a:t>
                      </a:r>
                      <a:endParaRPr lang="en-US" sz="3300" b="0">
                        <a:effectLst/>
                      </a:endParaRPr>
                    </a:p>
                  </a:txBody>
                  <a:tcPr marL="167640" marR="167640" marT="83820" marB="83820">
                    <a:lnL w="9525" cap="flat" cmpd="sng" algn="ctr">
                      <a:solidFill>
                        <a:srgbClr val="E06942"/>
                      </a:solidFill>
                      <a:prstDash val="solid"/>
                      <a:round/>
                      <a:headEnd type="none" w="med" len="med"/>
                      <a:tailEnd type="none" w="med" len="med"/>
                    </a:lnL>
                    <a:lnR w="9525" cap="flat" cmpd="sng" algn="ctr">
                      <a:solidFill>
                        <a:srgbClr val="E06942"/>
                      </a:solidFill>
                      <a:prstDash val="solid"/>
                      <a:round/>
                      <a:headEnd type="none" w="med" len="med"/>
                      <a:tailEnd type="none" w="med" len="med"/>
                    </a:lnR>
                    <a:lnT w="9525" cap="flat" cmpd="sng" algn="ctr">
                      <a:solidFill>
                        <a:srgbClr val="E06942"/>
                      </a:solidFill>
                      <a:prstDash val="solid"/>
                      <a:round/>
                      <a:headEnd type="none" w="med" len="med"/>
                      <a:tailEnd type="none" w="med" len="med"/>
                    </a:lnT>
                    <a:lnB w="9525" cap="flat" cmpd="sng" algn="ctr">
                      <a:solidFill>
                        <a:srgbClr val="E06C42"/>
                      </a:solidFill>
                      <a:prstDash val="solid"/>
                      <a:round/>
                      <a:headEnd type="none" w="med" len="med"/>
                      <a:tailEnd type="none" w="med" len="med"/>
                    </a:lnB>
                    <a:noFill/>
                  </a:tcPr>
                </a:tc>
                <a:extLst>
                  <a:ext uri="{0D108BD9-81ED-4DB2-BD59-A6C34878D82A}">
                    <a16:rowId xmlns:a16="http://schemas.microsoft.com/office/drawing/2014/main" val="2580912765"/>
                  </a:ext>
                </a:extLst>
              </a:tr>
              <a:tr h="1743456">
                <a:tc>
                  <a:txBody>
                    <a:bodyPr/>
                    <a:lstStyle/>
                    <a:p>
                      <a:pPr fontAlgn="base" latinLnBrk="0">
                        <a:buNone/>
                      </a:pPr>
                      <a:r>
                        <a:rPr lang="en-US" sz="3300" b="1">
                          <a:effectLst/>
                        </a:rPr>
                        <a:t>Multi-skilled Group D Worker</a:t>
                      </a:r>
                      <a:endParaRPr lang="en-US" sz="3300">
                        <a:effectLst/>
                      </a:endParaRPr>
                    </a:p>
                  </a:txBody>
                  <a:tcPr marL="167640" marR="167640" marT="83820" marB="83820" anchor="ctr">
                    <a:lnL w="9525" cap="flat" cmpd="sng" algn="ctr">
                      <a:solidFill>
                        <a:srgbClr val="E06C42"/>
                      </a:solidFill>
                      <a:prstDash val="solid"/>
                      <a:round/>
                      <a:headEnd type="none" w="med" len="med"/>
                      <a:tailEnd type="none" w="med" len="med"/>
                    </a:lnL>
                    <a:lnR w="9525" cap="flat" cmpd="sng" algn="ctr">
                      <a:solidFill>
                        <a:srgbClr val="E06C42"/>
                      </a:solidFill>
                      <a:prstDash val="solid"/>
                      <a:round/>
                      <a:headEnd type="none" w="med" len="med"/>
                      <a:tailEnd type="none" w="med" len="med"/>
                    </a:lnR>
                    <a:lnT w="9525" cap="flat" cmpd="sng" algn="ctr">
                      <a:solidFill>
                        <a:srgbClr val="E06C42"/>
                      </a:solidFill>
                      <a:prstDash val="solid"/>
                      <a:round/>
                      <a:headEnd type="none" w="med" len="med"/>
                      <a:tailEnd type="none" w="med" len="med"/>
                    </a:lnT>
                    <a:lnB w="9525" cap="flat" cmpd="sng" algn="ctr">
                      <a:solidFill>
                        <a:srgbClr val="605F42"/>
                      </a:solidFill>
                      <a:prstDash val="solid"/>
                      <a:round/>
                      <a:headEnd type="none" w="med" len="med"/>
                      <a:tailEnd type="none" w="med" len="med"/>
                    </a:lnB>
                    <a:noFill/>
                  </a:tcPr>
                </a:tc>
                <a:tc>
                  <a:txBody>
                    <a:bodyPr/>
                    <a:lstStyle/>
                    <a:p>
                      <a:pPr fontAlgn="base" latinLnBrk="0">
                        <a:buNone/>
                      </a:pPr>
                      <a:r>
                        <a:rPr lang="en-US" sz="3300">
                          <a:effectLst/>
                        </a:rPr>
                        <a:t>2</a:t>
                      </a:r>
                    </a:p>
                  </a:txBody>
                  <a:tcPr marL="167640" marR="167640" marT="83820" marB="83820" anchor="ctr">
                    <a:lnL w="9525" cap="flat" cmpd="sng" algn="ctr">
                      <a:solidFill>
                        <a:srgbClr val="E06C42"/>
                      </a:solidFill>
                      <a:prstDash val="solid"/>
                      <a:round/>
                      <a:headEnd type="none" w="med" len="med"/>
                      <a:tailEnd type="none" w="med" len="med"/>
                    </a:lnL>
                    <a:lnR w="9525" cap="flat" cmpd="sng" algn="ctr">
                      <a:solidFill>
                        <a:srgbClr val="E06C42"/>
                      </a:solidFill>
                      <a:prstDash val="solid"/>
                      <a:round/>
                      <a:headEnd type="none" w="med" len="med"/>
                      <a:tailEnd type="none" w="med" len="med"/>
                    </a:lnR>
                    <a:lnT w="9525" cap="flat" cmpd="sng" algn="ctr">
                      <a:solidFill>
                        <a:srgbClr val="E06C42"/>
                      </a:solidFill>
                      <a:prstDash val="solid"/>
                      <a:round/>
                      <a:headEnd type="none" w="med" len="med"/>
                      <a:tailEnd type="none" w="med" len="med"/>
                    </a:lnT>
                    <a:lnB w="9525" cap="flat" cmpd="sng" algn="ctr">
                      <a:solidFill>
                        <a:srgbClr val="605542"/>
                      </a:solidFill>
                      <a:prstDash val="solid"/>
                      <a:round/>
                      <a:headEnd type="none" w="med" len="med"/>
                      <a:tailEnd type="none" w="med" len="med"/>
                    </a:lnB>
                    <a:noFill/>
                  </a:tcPr>
                </a:tc>
                <a:tc>
                  <a:txBody>
                    <a:bodyPr/>
                    <a:lstStyle/>
                    <a:p>
                      <a:pPr fontAlgn="base" latinLnBrk="0">
                        <a:buNone/>
                      </a:pPr>
                      <a:r>
                        <a:rPr lang="en-US" sz="3300">
                          <a:effectLst/>
                        </a:rPr>
                        <a:t>2</a:t>
                      </a:r>
                    </a:p>
                  </a:txBody>
                  <a:tcPr marL="167640" marR="167640" marT="83820" marB="83820" anchor="ctr">
                    <a:lnL w="9525" cap="flat" cmpd="sng" algn="ctr">
                      <a:solidFill>
                        <a:srgbClr val="E06C42"/>
                      </a:solidFill>
                      <a:prstDash val="solid"/>
                      <a:round/>
                      <a:headEnd type="none" w="med" len="med"/>
                      <a:tailEnd type="none" w="med" len="med"/>
                    </a:lnL>
                    <a:lnR w="9525" cap="flat" cmpd="sng" algn="ctr">
                      <a:solidFill>
                        <a:srgbClr val="E06C42"/>
                      </a:solidFill>
                      <a:prstDash val="solid"/>
                      <a:round/>
                      <a:headEnd type="none" w="med" len="med"/>
                      <a:tailEnd type="none" w="med" len="med"/>
                    </a:lnR>
                    <a:lnT w="9525" cap="flat" cmpd="sng" algn="ctr">
                      <a:solidFill>
                        <a:srgbClr val="E06C42"/>
                      </a:solidFill>
                      <a:prstDash val="solid"/>
                      <a:round/>
                      <a:headEnd type="none" w="med" len="med"/>
                      <a:tailEnd type="none" w="med" len="med"/>
                    </a:lnT>
                    <a:lnB w="9525" cap="flat" cmpd="sng" algn="ctr">
                      <a:solidFill>
                        <a:srgbClr val="605542"/>
                      </a:solidFill>
                      <a:prstDash val="solid"/>
                      <a:round/>
                      <a:headEnd type="none" w="med" len="med"/>
                      <a:tailEnd type="none" w="med" len="med"/>
                    </a:lnB>
                    <a:noFill/>
                  </a:tcPr>
                </a:tc>
                <a:extLst>
                  <a:ext uri="{0D108BD9-81ED-4DB2-BD59-A6C34878D82A}">
                    <a16:rowId xmlns:a16="http://schemas.microsoft.com/office/drawing/2014/main" val="3168161299"/>
                  </a:ext>
                </a:extLst>
              </a:tr>
              <a:tr h="1743456">
                <a:tc>
                  <a:txBody>
                    <a:bodyPr/>
                    <a:lstStyle/>
                    <a:p>
                      <a:pPr fontAlgn="base" latinLnBrk="0">
                        <a:buNone/>
                      </a:pPr>
                      <a:r>
                        <a:rPr lang="en-US" sz="3300" b="1">
                          <a:effectLst/>
                        </a:rPr>
                        <a:t>Sanitary Worker cum Watchman</a:t>
                      </a:r>
                      <a:endParaRPr lang="en-US" sz="3300">
                        <a:effectLst/>
                      </a:endParaRPr>
                    </a:p>
                  </a:txBody>
                  <a:tcPr marL="167640" marR="167640" marT="83820" marB="83820" anchor="ctr">
                    <a:lnL w="9525" cap="flat" cmpd="sng" algn="ctr">
                      <a:solidFill>
                        <a:srgbClr val="605F42"/>
                      </a:solidFill>
                      <a:prstDash val="solid"/>
                      <a:round/>
                      <a:headEnd type="none" w="med" len="med"/>
                      <a:tailEnd type="none" w="med" len="med"/>
                    </a:lnL>
                    <a:lnR w="9525" cap="flat" cmpd="sng" algn="ctr">
                      <a:solidFill>
                        <a:srgbClr val="605542"/>
                      </a:solidFill>
                      <a:prstDash val="solid"/>
                      <a:round/>
                      <a:headEnd type="none" w="med" len="med"/>
                      <a:tailEnd type="none" w="med" len="med"/>
                    </a:lnR>
                    <a:lnT w="9525" cap="flat" cmpd="sng" algn="ctr">
                      <a:solidFill>
                        <a:srgbClr val="605F42"/>
                      </a:solidFill>
                      <a:prstDash val="solid"/>
                      <a:round/>
                      <a:headEnd type="none" w="med" len="med"/>
                      <a:tailEnd type="none" w="med" len="med"/>
                    </a:lnT>
                    <a:lnB w="9525" cap="flat" cmpd="sng" algn="ctr">
                      <a:solidFill>
                        <a:srgbClr val="605F42"/>
                      </a:solidFill>
                      <a:prstDash val="solid"/>
                      <a:round/>
                      <a:headEnd type="none" w="med" len="med"/>
                      <a:tailEnd type="none" w="med" len="med"/>
                    </a:lnB>
                    <a:noFill/>
                  </a:tcPr>
                </a:tc>
                <a:tc>
                  <a:txBody>
                    <a:bodyPr/>
                    <a:lstStyle/>
                    <a:p>
                      <a:pPr fontAlgn="base" latinLnBrk="0">
                        <a:buNone/>
                      </a:pPr>
                      <a:r>
                        <a:rPr lang="en-US" sz="3300">
                          <a:effectLst/>
                        </a:rPr>
                        <a:t>1</a:t>
                      </a:r>
                    </a:p>
                  </a:txBody>
                  <a:tcPr marL="167640" marR="167640" marT="83820" marB="83820" anchor="ctr">
                    <a:lnL w="9525" cap="flat" cmpd="sng" algn="ctr">
                      <a:solidFill>
                        <a:srgbClr val="605542"/>
                      </a:solidFill>
                      <a:prstDash val="solid"/>
                      <a:round/>
                      <a:headEnd type="none" w="med" len="med"/>
                      <a:tailEnd type="none" w="med" len="med"/>
                    </a:lnL>
                    <a:lnR w="9525" cap="flat" cmpd="sng" algn="ctr">
                      <a:solidFill>
                        <a:srgbClr val="605542"/>
                      </a:solidFill>
                      <a:prstDash val="solid"/>
                      <a:round/>
                      <a:headEnd type="none" w="med" len="med"/>
                      <a:tailEnd type="none" w="med" len="med"/>
                    </a:lnR>
                    <a:lnT w="9525" cap="flat" cmpd="sng" algn="ctr">
                      <a:solidFill>
                        <a:srgbClr val="605542"/>
                      </a:solidFill>
                      <a:prstDash val="solid"/>
                      <a:round/>
                      <a:headEnd type="none" w="med" len="med"/>
                      <a:tailEnd type="none" w="med" len="med"/>
                    </a:lnT>
                    <a:lnB w="9525" cap="flat" cmpd="sng" algn="ctr">
                      <a:solidFill>
                        <a:srgbClr val="605542"/>
                      </a:solidFill>
                      <a:prstDash val="solid"/>
                      <a:round/>
                      <a:headEnd type="none" w="med" len="med"/>
                      <a:tailEnd type="none" w="med" len="med"/>
                    </a:lnB>
                    <a:noFill/>
                  </a:tcPr>
                </a:tc>
                <a:tc>
                  <a:txBody>
                    <a:bodyPr/>
                    <a:lstStyle/>
                    <a:p>
                      <a:pPr fontAlgn="base" latinLnBrk="0">
                        <a:buNone/>
                      </a:pPr>
                      <a:r>
                        <a:rPr lang="en-US" sz="3300">
                          <a:effectLst/>
                        </a:rPr>
                        <a:t>1</a:t>
                      </a:r>
                    </a:p>
                  </a:txBody>
                  <a:tcPr marL="167640" marR="167640" marT="83820" marB="83820" anchor="ctr">
                    <a:lnL w="9525" cap="flat" cmpd="sng" algn="ctr">
                      <a:solidFill>
                        <a:srgbClr val="605542"/>
                      </a:solidFill>
                      <a:prstDash val="solid"/>
                      <a:round/>
                      <a:headEnd type="none" w="med" len="med"/>
                      <a:tailEnd type="none" w="med" len="med"/>
                    </a:lnL>
                    <a:lnR w="9525" cap="flat" cmpd="sng" algn="ctr">
                      <a:solidFill>
                        <a:srgbClr val="605542"/>
                      </a:solidFill>
                      <a:prstDash val="solid"/>
                      <a:round/>
                      <a:headEnd type="none" w="med" len="med"/>
                      <a:tailEnd type="none" w="med" len="med"/>
                    </a:lnR>
                    <a:lnT w="9525" cap="flat" cmpd="sng" algn="ctr">
                      <a:solidFill>
                        <a:srgbClr val="605542"/>
                      </a:solidFill>
                      <a:prstDash val="solid"/>
                      <a:round/>
                      <a:headEnd type="none" w="med" len="med"/>
                      <a:tailEnd type="none" w="med" len="med"/>
                    </a:lnT>
                    <a:lnB w="9525" cap="flat" cmpd="sng" algn="ctr">
                      <a:solidFill>
                        <a:srgbClr val="605542"/>
                      </a:solidFill>
                      <a:prstDash val="solid"/>
                      <a:round/>
                      <a:headEnd type="none" w="med" len="med"/>
                      <a:tailEnd type="none" w="med" len="med"/>
                    </a:lnB>
                    <a:noFill/>
                  </a:tcPr>
                </a:tc>
                <a:extLst>
                  <a:ext uri="{0D108BD9-81ED-4DB2-BD59-A6C34878D82A}">
                    <a16:rowId xmlns:a16="http://schemas.microsoft.com/office/drawing/2014/main" val="4048437292"/>
                  </a:ext>
                </a:extLst>
              </a:tr>
            </a:tbl>
          </a:graphicData>
        </a:graphic>
      </p:graphicFrame>
    </p:spTree>
    <p:extLst>
      <p:ext uri="{BB962C8B-B14F-4D97-AF65-F5344CB8AC3E}">
        <p14:creationId xmlns:p14="http://schemas.microsoft.com/office/powerpoint/2010/main" val="243373255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808487D-4B92-15AC-CF1A-DA6C15940140}"/>
              </a:ext>
            </a:extLst>
          </p:cNvPr>
          <p:cNvSpPr>
            <a:spLocks noGrp="1"/>
          </p:cNvSpPr>
          <p:nvPr>
            <p:ph type="title"/>
          </p:nvPr>
        </p:nvSpPr>
        <p:spPr>
          <a:xfrm>
            <a:off x="761999" y="463941"/>
            <a:ext cx="9963509" cy="1616529"/>
          </a:xfrm>
        </p:spPr>
        <p:txBody>
          <a:bodyPr>
            <a:normAutofit/>
          </a:bodyPr>
          <a:lstStyle/>
          <a:p>
            <a:r>
              <a:rPr lang="en-US" sz="4000"/>
              <a:t>IPHS 2012 vs 2022</a:t>
            </a:r>
          </a:p>
        </p:txBody>
      </p:sp>
      <p:graphicFrame>
        <p:nvGraphicFramePr>
          <p:cNvPr id="4" name="Content Placeholder 3">
            <a:extLst>
              <a:ext uri="{FF2B5EF4-FFF2-40B4-BE49-F238E27FC236}">
                <a16:creationId xmlns:a16="http://schemas.microsoft.com/office/drawing/2014/main" id="{5210E13F-DDA2-3A5A-D191-1FDE95F9CD2D}"/>
              </a:ext>
            </a:extLst>
          </p:cNvPr>
          <p:cNvGraphicFramePr>
            <a:graphicFrameLocks noGrp="1"/>
          </p:cNvGraphicFramePr>
          <p:nvPr>
            <p:ph idx="1"/>
            <p:extLst>
              <p:ext uri="{D42A27DB-BD31-4B8C-83A1-F6EECF244321}">
                <p14:modId xmlns:p14="http://schemas.microsoft.com/office/powerpoint/2010/main" val="176509986"/>
              </p:ext>
            </p:extLst>
          </p:nvPr>
        </p:nvGraphicFramePr>
        <p:xfrm>
          <a:off x="342900" y="1689100"/>
          <a:ext cx="10643701" cy="4702750"/>
        </p:xfrm>
        <a:graphic>
          <a:graphicData uri="http://schemas.openxmlformats.org/drawingml/2006/table">
            <a:tbl>
              <a:tblPr firstRow="1" firstCol="1">
                <a:tableStyleId>{69012ECD-51FC-41F1-AA8D-1B2483CD663E}</a:tableStyleId>
              </a:tblPr>
              <a:tblGrid>
                <a:gridCol w="1907986">
                  <a:extLst>
                    <a:ext uri="{9D8B030D-6E8A-4147-A177-3AD203B41FA5}">
                      <a16:colId xmlns:a16="http://schemas.microsoft.com/office/drawing/2014/main" val="1074339943"/>
                    </a:ext>
                  </a:extLst>
                </a:gridCol>
                <a:gridCol w="3326273">
                  <a:extLst>
                    <a:ext uri="{9D8B030D-6E8A-4147-A177-3AD203B41FA5}">
                      <a16:colId xmlns:a16="http://schemas.microsoft.com/office/drawing/2014/main" val="541055436"/>
                    </a:ext>
                  </a:extLst>
                </a:gridCol>
                <a:gridCol w="5409442">
                  <a:extLst>
                    <a:ext uri="{9D8B030D-6E8A-4147-A177-3AD203B41FA5}">
                      <a16:colId xmlns:a16="http://schemas.microsoft.com/office/drawing/2014/main" val="1978463306"/>
                    </a:ext>
                  </a:extLst>
                </a:gridCol>
              </a:tblGrid>
              <a:tr h="316518">
                <a:tc>
                  <a:txBody>
                    <a:bodyPr/>
                    <a:lstStyle/>
                    <a:p>
                      <a:pPr algn="l" fontAlgn="b">
                        <a:buNone/>
                      </a:pPr>
                      <a:r>
                        <a:rPr lang="en-US" sz="1400" u="none" strike="noStrike">
                          <a:effectLst/>
                        </a:rPr>
                        <a:t>Dimension</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IPHS 2012</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IPHS 2022</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3861800317"/>
                  </a:ext>
                </a:extLst>
              </a:tr>
              <a:tr h="562730">
                <a:tc>
                  <a:txBody>
                    <a:bodyPr/>
                    <a:lstStyle/>
                    <a:p>
                      <a:pPr algn="l" fontAlgn="b">
                        <a:buNone/>
                      </a:pPr>
                      <a:r>
                        <a:rPr lang="en-US" sz="1400" u="none" strike="noStrike">
                          <a:effectLst/>
                        </a:rPr>
                        <a:t>Focus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Minimum standards for infrastructure and services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Minimum + desirable standards with emphasis on quality and outcomes</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1298993692"/>
                  </a:ext>
                </a:extLst>
              </a:tr>
              <a:tr h="562730">
                <a:tc>
                  <a:txBody>
                    <a:bodyPr/>
                    <a:lstStyle/>
                    <a:p>
                      <a:pPr algn="l" fontAlgn="b">
                        <a:buNone/>
                      </a:pPr>
                      <a:r>
                        <a:rPr lang="en-US" sz="1400" u="none" strike="noStrike">
                          <a:effectLst/>
                        </a:rPr>
                        <a:t>Health System Integration</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Standalone facility norms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Integrated with Ayushman Bharat, HWCs, NUHM, SUMAN, LaQshya, NQAS etc.</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4000305462"/>
                  </a:ext>
                </a:extLst>
              </a:tr>
              <a:tr h="316518">
                <a:tc>
                  <a:txBody>
                    <a:bodyPr/>
                    <a:lstStyle/>
                    <a:p>
                      <a:pPr algn="l" fontAlgn="b">
                        <a:buNone/>
                      </a:pPr>
                      <a:r>
                        <a:rPr lang="en-US" sz="1400" u="none" strike="noStrike">
                          <a:effectLst/>
                        </a:rPr>
                        <a:t>Facility Types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SHC, PHC, CHC, SDH, DH</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Expanded to include Urban PHCs, Urban CHCs, HWCs (rural &amp; urban)</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3233110037"/>
                  </a:ext>
                </a:extLst>
              </a:tr>
              <a:tr h="316518">
                <a:tc>
                  <a:txBody>
                    <a:bodyPr/>
                    <a:lstStyle/>
                    <a:p>
                      <a:pPr algn="l" fontAlgn="b">
                        <a:buNone/>
                      </a:pPr>
                      <a:r>
                        <a:rPr lang="en-US" sz="1400" u="none" strike="noStrike">
                          <a:effectLst/>
                        </a:rPr>
                        <a:t>Population Norms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Fixed catchment population per facility</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Flexible norms with tiered bed ratios (e.g., 1 bed/1000 essential, 2 desirable)</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4176291048"/>
                  </a:ext>
                </a:extLst>
              </a:tr>
              <a:tr h="316518">
                <a:tc>
                  <a:txBody>
                    <a:bodyPr/>
                    <a:lstStyle/>
                    <a:p>
                      <a:pPr algn="l" fontAlgn="b">
                        <a:buNone/>
                      </a:pPr>
                      <a:r>
                        <a:rPr lang="en-US" sz="1400" u="none" strike="noStrike">
                          <a:effectLst/>
                        </a:rPr>
                        <a:t>Service Delivery</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Basic curative and preventive services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Comprehensive primary care including NCDs, mental health, elderly care</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2357317076"/>
                  </a:ext>
                </a:extLst>
              </a:tr>
              <a:tr h="562730">
                <a:tc>
                  <a:txBody>
                    <a:bodyPr/>
                    <a:lstStyle/>
                    <a:p>
                      <a:pPr algn="l" fontAlgn="b">
                        <a:buNone/>
                      </a:pPr>
                      <a:r>
                        <a:rPr lang="en-US" sz="1400" u="none" strike="noStrike">
                          <a:effectLst/>
                        </a:rPr>
                        <a:t>Human Resources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Static staffing patterns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Dynamic HR norms with task-sharing, mid-level providers, digital HRH tracking</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3253472975"/>
                  </a:ext>
                </a:extLst>
              </a:tr>
              <a:tr h="562730">
                <a:tc>
                  <a:txBody>
                    <a:bodyPr/>
                    <a:lstStyle/>
                    <a:p>
                      <a:pPr algn="l" fontAlgn="b">
                        <a:buNone/>
                      </a:pPr>
                      <a:r>
                        <a:rPr lang="en-US" sz="1400" u="none" strike="noStrike">
                          <a:effectLst/>
                        </a:rPr>
                        <a:t>Quality Assurance</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Limited QA mechanisms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Embedded NQAS, patient safety, grievance redressal, and real-time dashboards</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691625695"/>
                  </a:ext>
                </a:extLst>
              </a:tr>
              <a:tr h="316518">
                <a:tc>
                  <a:txBody>
                    <a:bodyPr/>
                    <a:lstStyle/>
                    <a:p>
                      <a:pPr algn="l" fontAlgn="b">
                        <a:buNone/>
                      </a:pPr>
                      <a:r>
                        <a:rPr lang="en-US" sz="1400" u="none" strike="noStrike">
                          <a:effectLst/>
                        </a:rPr>
                        <a:t>Technology Integration</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Paper-based records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Digital health records, telemedicine, IPHS compliance dashboards</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1227589137"/>
                  </a:ext>
                </a:extLst>
              </a:tr>
              <a:tr h="316518">
                <a:tc>
                  <a:txBody>
                    <a:bodyPr/>
                    <a:lstStyle/>
                    <a:p>
                      <a:pPr algn="l" fontAlgn="b">
                        <a:buNone/>
                      </a:pPr>
                      <a:r>
                        <a:rPr lang="en-US" sz="1400" u="none" strike="noStrike">
                          <a:effectLst/>
                        </a:rPr>
                        <a:t>Monitoring &amp; Evaluation</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Periodic assessments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Continuous monitoring via web-based IPHS portal</a:t>
                      </a:r>
                      <a:endParaRPr lang="en-US" sz="1400" b="0" i="0" u="none" strike="noStrike">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3193255841"/>
                  </a:ext>
                </a:extLst>
              </a:tr>
              <a:tr h="316518">
                <a:tc>
                  <a:txBody>
                    <a:bodyPr/>
                    <a:lstStyle/>
                    <a:p>
                      <a:pPr algn="l" fontAlgn="b">
                        <a:buNone/>
                      </a:pPr>
                      <a:r>
                        <a:rPr lang="en-US" sz="1400" u="none" strike="noStrike">
                          <a:effectLst/>
                        </a:rPr>
                        <a:t>Strategic Alignment</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a:effectLst/>
                        </a:rPr>
                        <a:t>Focused on infrastructure and access</a:t>
                      </a:r>
                      <a:endParaRPr lang="en-US" sz="1400" b="0" i="0" u="none" strike="noStrike">
                        <a:solidFill>
                          <a:srgbClr val="000000"/>
                        </a:solidFill>
                        <a:effectLst/>
                        <a:latin typeface="Aptos Narrow" panose="020B0004020202020204" pitchFamily="34" charset="0"/>
                      </a:endParaRPr>
                    </a:p>
                  </a:txBody>
                  <a:tcPr marL="7900" marR="7900" marT="7900" marB="0" anchor="b"/>
                </a:tc>
                <a:tc>
                  <a:txBody>
                    <a:bodyPr/>
                    <a:lstStyle/>
                    <a:p>
                      <a:pPr algn="l" fontAlgn="b">
                        <a:buNone/>
                      </a:pPr>
                      <a:r>
                        <a:rPr lang="en-US" sz="1400" u="none" strike="noStrike" dirty="0">
                          <a:effectLst/>
                        </a:rPr>
                        <a:t>Aligned with SDGs, UHC, and National Health Policy 2017</a:t>
                      </a:r>
                      <a:endParaRPr lang="en-US" sz="1400" b="0" i="0" u="none" strike="noStrike" dirty="0">
                        <a:solidFill>
                          <a:srgbClr val="000000"/>
                        </a:solidFill>
                        <a:effectLst/>
                        <a:latin typeface="Aptos Narrow" panose="020B0004020202020204" pitchFamily="34" charset="0"/>
                      </a:endParaRPr>
                    </a:p>
                  </a:txBody>
                  <a:tcPr marL="7900" marR="7900" marT="7900" marB="0" anchor="b"/>
                </a:tc>
                <a:extLst>
                  <a:ext uri="{0D108BD9-81ED-4DB2-BD59-A6C34878D82A}">
                    <a16:rowId xmlns:a16="http://schemas.microsoft.com/office/drawing/2014/main" val="318516887"/>
                  </a:ext>
                </a:extLst>
              </a:tr>
            </a:tbl>
          </a:graphicData>
        </a:graphic>
      </p:graphicFrame>
    </p:spTree>
    <p:extLst>
      <p:ext uri="{BB962C8B-B14F-4D97-AF65-F5344CB8AC3E}">
        <p14:creationId xmlns:p14="http://schemas.microsoft.com/office/powerpoint/2010/main" val="18251499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F91E526E-8D75-7EAA-B456-7686D49A73A1}"/>
              </a:ext>
            </a:extLst>
          </p:cNvPr>
          <p:cNvGraphicFramePr>
            <a:graphicFrameLocks noGrp="1"/>
          </p:cNvGraphicFramePr>
          <p:nvPr>
            <p:ph idx="1"/>
            <p:extLst>
              <p:ext uri="{D42A27DB-BD31-4B8C-83A1-F6EECF244321}">
                <p14:modId xmlns:p14="http://schemas.microsoft.com/office/powerpoint/2010/main" val="302548601"/>
              </p:ext>
            </p:extLst>
          </p:nvPr>
        </p:nvGraphicFramePr>
        <p:xfrm>
          <a:off x="0" y="0"/>
          <a:ext cx="12192000" cy="6875262"/>
        </p:xfrm>
        <a:graphic>
          <a:graphicData uri="http://schemas.openxmlformats.org/drawingml/2006/table">
            <a:tbl>
              <a:tblPr firstRow="1" firstCol="1">
                <a:tableStyleId>{5C22544A-7EE6-4342-B048-85BDC9FD1C3A}</a:tableStyleId>
              </a:tblPr>
              <a:tblGrid>
                <a:gridCol w="2133600">
                  <a:extLst>
                    <a:ext uri="{9D8B030D-6E8A-4147-A177-3AD203B41FA5}">
                      <a16:colId xmlns:a16="http://schemas.microsoft.com/office/drawing/2014/main" val="2968411996"/>
                    </a:ext>
                  </a:extLst>
                </a:gridCol>
                <a:gridCol w="3077029">
                  <a:extLst>
                    <a:ext uri="{9D8B030D-6E8A-4147-A177-3AD203B41FA5}">
                      <a16:colId xmlns:a16="http://schemas.microsoft.com/office/drawing/2014/main" val="2362117408"/>
                    </a:ext>
                  </a:extLst>
                </a:gridCol>
                <a:gridCol w="2400134">
                  <a:extLst>
                    <a:ext uri="{9D8B030D-6E8A-4147-A177-3AD203B41FA5}">
                      <a16:colId xmlns:a16="http://schemas.microsoft.com/office/drawing/2014/main" val="4252862689"/>
                    </a:ext>
                  </a:extLst>
                </a:gridCol>
                <a:gridCol w="2186499">
                  <a:extLst>
                    <a:ext uri="{9D8B030D-6E8A-4147-A177-3AD203B41FA5}">
                      <a16:colId xmlns:a16="http://schemas.microsoft.com/office/drawing/2014/main" val="2413985857"/>
                    </a:ext>
                  </a:extLst>
                </a:gridCol>
                <a:gridCol w="2394738">
                  <a:extLst>
                    <a:ext uri="{9D8B030D-6E8A-4147-A177-3AD203B41FA5}">
                      <a16:colId xmlns:a16="http://schemas.microsoft.com/office/drawing/2014/main" val="1435595533"/>
                    </a:ext>
                  </a:extLst>
                </a:gridCol>
              </a:tblGrid>
              <a:tr h="478286">
                <a:tc>
                  <a:txBody>
                    <a:bodyPr/>
                    <a:lstStyle/>
                    <a:p>
                      <a:pPr algn="l" fontAlgn="b">
                        <a:buNone/>
                      </a:pPr>
                      <a:r>
                        <a:rPr lang="en-US" sz="1600" u="none" strike="noStrike">
                          <a:effectLst/>
                        </a:rPr>
                        <a:t>Tier</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Core Services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dirty="0">
                          <a:effectLst/>
                        </a:rPr>
                        <a:t>Services Added</a:t>
                      </a:r>
                      <a:endParaRPr lang="en-US" sz="1600" b="0" i="0" u="none" strike="noStrike" dirty="0">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Services Removed / Delegated</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Referral Role</a:t>
                      </a:r>
                      <a:endParaRPr lang="en-US" sz="1600" b="0" i="0" u="none" strike="noStrike">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1596944276"/>
                  </a:ext>
                </a:extLst>
              </a:tr>
              <a:tr h="1065281">
                <a:tc>
                  <a:txBody>
                    <a:bodyPr/>
                    <a:lstStyle/>
                    <a:p>
                      <a:pPr algn="l" fontAlgn="b">
                        <a:buNone/>
                      </a:pPr>
                      <a:r>
                        <a:rPr lang="en-US" sz="1600" u="none" strike="noStrike">
                          <a:effectLst/>
                        </a:rPr>
                        <a:t>Sub-Centre (SC)</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Health promotion; Immunization; Antenatal/postnatal care; Family planning; Basic disease surveillance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Adolescent health; Non-communicable disease screening; Home-based newborn care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No inpatient care; No deliveries (except in upgraded HWCs)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Refers to PHC for medical officer consultation, diagnostics, and minor procedures</a:t>
                      </a:r>
                      <a:endParaRPr lang="en-US" sz="1600" b="0" i="0" u="none" strike="noStrike">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3599533950"/>
                  </a:ext>
                </a:extLst>
              </a:tr>
              <a:tr h="1275942">
                <a:tc>
                  <a:txBody>
                    <a:bodyPr/>
                    <a:lstStyle/>
                    <a:p>
                      <a:pPr algn="l" fontAlgn="b">
                        <a:buNone/>
                      </a:pPr>
                      <a:r>
                        <a:rPr lang="en-US" sz="1600" u="none" strike="noStrike">
                          <a:effectLst/>
                        </a:rPr>
                        <a:t>Primary Health Centre (PHC)</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OPD services; Minor ailment treatment; Basic lab tests; Normal deliveries; Implementation of national health programs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AYUSH services; Telemedicine (in HWCs); Basic emergency care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Specialist consultations; Major surgeries; Advanced diagnostics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Refers to CHC/FRU for specialist care, inpatient management, and surgeries</a:t>
                      </a:r>
                      <a:endParaRPr lang="en-US" sz="1600" b="0" i="0" u="none" strike="noStrike">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1524943313"/>
                  </a:ext>
                </a:extLst>
              </a:tr>
              <a:tr h="1275942">
                <a:tc>
                  <a:txBody>
                    <a:bodyPr/>
                    <a:lstStyle/>
                    <a:p>
                      <a:pPr algn="l" fontAlgn="b">
                        <a:buNone/>
                      </a:pPr>
                      <a:r>
                        <a:rPr lang="en-US" sz="1600" u="none" strike="noStrike">
                          <a:effectLst/>
                        </a:rPr>
                        <a:t>Community Health Centre (CHC) / FRU</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30-bed inpatient care; Specialist OPD (Medicine, Surgery, OB-GYN, Pediatrics); Emergency obstetric care; Minor surgeries; Blood storage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C-section deliveries; Newborn stabilization units; Dental and AyUSH integration</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Super-specialty care; CT/MRI imaging; Organ transplants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Refers to District Hospital for complex diagnostics and specialty care</a:t>
                      </a:r>
                      <a:endParaRPr lang="en-US" sz="1600" b="0" i="0" u="none" strike="noStrike">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1473979250"/>
                  </a:ext>
                </a:extLst>
              </a:tr>
              <a:tr h="1486606">
                <a:tc>
                  <a:txBody>
                    <a:bodyPr/>
                    <a:lstStyle/>
                    <a:p>
                      <a:pPr algn="l" fontAlgn="b">
                        <a:buNone/>
                      </a:pPr>
                      <a:r>
                        <a:rPr lang="en-US" sz="1600" u="none" strike="noStrike">
                          <a:effectLst/>
                        </a:rPr>
                        <a:t>District Hospital (DH)</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Multi-specialty inpatient and outpatient care; ICU, HDU, NICU; Major surgeries; Advanced diagnostics (CT, USG, X-ray); Emergency and trauma care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Dialysis; Chemotherapy; Mental health services; Forensic medicine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Super-specialty interventions; Research and teaching functions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Refers to Apex Institutes for rare diseases and tertiary interventions</a:t>
                      </a:r>
                      <a:endParaRPr lang="en-US" sz="1600" b="0" i="0" u="none" strike="noStrike">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3110126619"/>
                  </a:ext>
                </a:extLst>
              </a:tr>
              <a:tr h="1275942">
                <a:tc>
                  <a:txBody>
                    <a:bodyPr/>
                    <a:lstStyle/>
                    <a:p>
                      <a:pPr algn="l" fontAlgn="b">
                        <a:buNone/>
                      </a:pPr>
                      <a:r>
                        <a:rPr lang="fr-FR" sz="1600" u="none" strike="noStrike">
                          <a:effectLst/>
                        </a:rPr>
                        <a:t>Apex Institute (AIIMS, PGIMER, etc.)</a:t>
                      </a:r>
                      <a:endParaRPr lang="fr-FR"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Super-specialty care; Organ transplants; Advanced oncology, cardiology, neurology; Clinical trials; Medical education and training</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Robotic surgery; Genomic medicine; National-level disease surveillance</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a:effectLst/>
                        </a:rPr>
                        <a:t>Routine care and basic services (delegated to lower tiers)</a:t>
                      </a:r>
                      <a:endParaRPr lang="en-US" sz="1600" b="0" i="0" u="none" strike="noStrike">
                        <a:solidFill>
                          <a:srgbClr val="000000"/>
                        </a:solidFill>
                        <a:effectLst/>
                        <a:latin typeface="Aptos Narrow" panose="020B0004020202020204" pitchFamily="34" charset="0"/>
                      </a:endParaRPr>
                    </a:p>
                  </a:txBody>
                  <a:tcPr marL="7869" marR="7869" marT="7869" marB="0" anchor="b"/>
                </a:tc>
                <a:tc>
                  <a:txBody>
                    <a:bodyPr/>
                    <a:lstStyle/>
                    <a:p>
                      <a:pPr algn="l" fontAlgn="b">
                        <a:buNone/>
                      </a:pPr>
                      <a:r>
                        <a:rPr lang="en-US" sz="1600" u="none" strike="noStrike" dirty="0">
                          <a:effectLst/>
                        </a:rPr>
                        <a:t>Final referral point; may coordinate with international centers for rare cases</a:t>
                      </a:r>
                      <a:endParaRPr lang="en-US" sz="1600" b="0" i="0" u="none" strike="noStrike" dirty="0">
                        <a:solidFill>
                          <a:srgbClr val="000000"/>
                        </a:solidFill>
                        <a:effectLst/>
                        <a:latin typeface="Aptos Narrow" panose="020B0004020202020204" pitchFamily="34" charset="0"/>
                      </a:endParaRPr>
                    </a:p>
                  </a:txBody>
                  <a:tcPr marL="7869" marR="7869" marT="7869" marB="0" anchor="b"/>
                </a:tc>
                <a:extLst>
                  <a:ext uri="{0D108BD9-81ED-4DB2-BD59-A6C34878D82A}">
                    <a16:rowId xmlns:a16="http://schemas.microsoft.com/office/drawing/2014/main" val="4108855180"/>
                  </a:ext>
                </a:extLst>
              </a:tr>
            </a:tbl>
          </a:graphicData>
        </a:graphic>
      </p:graphicFrame>
    </p:spTree>
    <p:extLst>
      <p:ext uri="{BB962C8B-B14F-4D97-AF65-F5344CB8AC3E}">
        <p14:creationId xmlns:p14="http://schemas.microsoft.com/office/powerpoint/2010/main" val="22594525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D931C-0D65-9CFD-190E-4F9BE98B087E}"/>
              </a:ext>
            </a:extLst>
          </p:cNvPr>
          <p:cNvSpPr>
            <a:spLocks noGrp="1"/>
          </p:cNvSpPr>
          <p:nvPr>
            <p:ph type="title"/>
          </p:nvPr>
        </p:nvSpPr>
        <p:spPr/>
        <p:txBody>
          <a:bodyPr/>
          <a:lstStyle/>
          <a:p>
            <a:r>
              <a:rPr lang="en-US" dirty="0"/>
              <a:t>Community Health </a:t>
            </a:r>
            <a:r>
              <a:rPr lang="en-US" dirty="0" err="1"/>
              <a:t>centres</a:t>
            </a:r>
            <a:endParaRPr lang="en-US" dirty="0"/>
          </a:p>
        </p:txBody>
      </p:sp>
      <p:sp>
        <p:nvSpPr>
          <p:cNvPr id="4" name="Content Placeholder 3">
            <a:extLst>
              <a:ext uri="{FF2B5EF4-FFF2-40B4-BE49-F238E27FC236}">
                <a16:creationId xmlns:a16="http://schemas.microsoft.com/office/drawing/2014/main" id="{E7959BAE-CC3E-8B0F-23FC-D8A8B6A87D0F}"/>
              </a:ext>
            </a:extLst>
          </p:cNvPr>
          <p:cNvSpPr>
            <a:spLocks noGrp="1"/>
          </p:cNvSpPr>
          <p:nvPr>
            <p:ph idx="1"/>
          </p:nvPr>
        </p:nvSpPr>
        <p:spPr/>
        <p:txBody>
          <a:bodyPr>
            <a:normAutofit lnSpcReduction="10000"/>
          </a:bodyPr>
          <a:lstStyle/>
          <a:p>
            <a:r>
              <a:rPr lang="en-US" dirty="0"/>
              <a:t>As on 31st March 2017, 5,624 community health </a:t>
            </a:r>
            <a:r>
              <a:rPr lang="en-US" dirty="0" err="1"/>
              <a:t>centres</a:t>
            </a:r>
            <a:r>
              <a:rPr lang="en-US" dirty="0"/>
              <a:t> were established by upgrading the primary health </a:t>
            </a:r>
            <a:r>
              <a:rPr lang="en-US" dirty="0" err="1"/>
              <a:t>centres</a:t>
            </a:r>
            <a:r>
              <a:rPr lang="en-US" dirty="0"/>
              <a:t>, each community health </a:t>
            </a:r>
            <a:r>
              <a:rPr lang="en-US" dirty="0" err="1"/>
              <a:t>centre</a:t>
            </a:r>
            <a:r>
              <a:rPr lang="en-US" dirty="0"/>
              <a:t> covering a population of 80,000 to 1.20 lakh (one in each community development block) with 30 beds and specialists in surgery, medicine, obstetrics and </a:t>
            </a:r>
            <a:r>
              <a:rPr lang="en-US" dirty="0" err="1"/>
              <a:t>gynaecology</a:t>
            </a:r>
            <a:r>
              <a:rPr lang="en-US" dirty="0"/>
              <a:t>, and </a:t>
            </a:r>
            <a:r>
              <a:rPr lang="en-US" dirty="0" err="1"/>
              <a:t>paediatrics</a:t>
            </a:r>
            <a:r>
              <a:rPr lang="en-US" dirty="0"/>
              <a:t> with X-ray and laboratory facilities. For strengthening preventive and promotive aspects of health care, a new non-medical post called community health officer has been created at each community health </a:t>
            </a:r>
            <a:r>
              <a:rPr lang="en-US" dirty="0" err="1"/>
              <a:t>centre</a:t>
            </a:r>
            <a:r>
              <a:rPr lang="en-US" dirty="0"/>
              <a:t>.</a:t>
            </a:r>
          </a:p>
          <a:p>
            <a:r>
              <a:rPr lang="en-US" dirty="0"/>
              <a:t>The specialists at the community health </a:t>
            </a:r>
            <a:r>
              <a:rPr lang="en-US" dirty="0" err="1"/>
              <a:t>centre</a:t>
            </a:r>
            <a:r>
              <a:rPr lang="en-US" dirty="0"/>
              <a:t> may refer a patient directly to the State level hospital or the nearest/appropriate Medical College Hospital.</a:t>
            </a:r>
          </a:p>
          <a:p>
            <a:endParaRPr lang="en-US" dirty="0"/>
          </a:p>
        </p:txBody>
      </p:sp>
    </p:spTree>
    <p:extLst>
      <p:ext uri="{BB962C8B-B14F-4D97-AF65-F5344CB8AC3E}">
        <p14:creationId xmlns:p14="http://schemas.microsoft.com/office/powerpoint/2010/main" val="4600097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09BD8-A357-42DD-0C71-FDB3952B1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DFF8F0-4AF9-4C43-AC8C-2A1B2F74B7A8}"/>
              </a:ext>
            </a:extLst>
          </p:cNvPr>
          <p:cNvSpPr>
            <a:spLocks noGrp="1"/>
          </p:cNvSpPr>
          <p:nvPr>
            <p:ph type="title"/>
          </p:nvPr>
        </p:nvSpPr>
        <p:spPr/>
        <p:txBody>
          <a:bodyPr/>
          <a:lstStyle/>
          <a:p>
            <a:r>
              <a:rPr lang="en-US" dirty="0"/>
              <a:t>Community Health </a:t>
            </a:r>
            <a:r>
              <a:rPr lang="en-US" dirty="0" err="1"/>
              <a:t>centres</a:t>
            </a:r>
            <a:endParaRPr lang="en-US" dirty="0"/>
          </a:p>
        </p:txBody>
      </p:sp>
      <p:sp>
        <p:nvSpPr>
          <p:cNvPr id="4" name="Content Placeholder 3">
            <a:extLst>
              <a:ext uri="{FF2B5EF4-FFF2-40B4-BE49-F238E27FC236}">
                <a16:creationId xmlns:a16="http://schemas.microsoft.com/office/drawing/2014/main" id="{0EECE519-C266-B071-3075-5A39E062B524}"/>
              </a:ext>
            </a:extLst>
          </p:cNvPr>
          <p:cNvSpPr>
            <a:spLocks noGrp="1"/>
          </p:cNvSpPr>
          <p:nvPr>
            <p:ph idx="1"/>
          </p:nvPr>
        </p:nvSpPr>
        <p:spPr/>
        <p:txBody>
          <a:bodyPr>
            <a:normAutofit/>
          </a:bodyPr>
          <a:lstStyle/>
          <a:p>
            <a:r>
              <a:rPr lang="en-US" b="1" dirty="0"/>
              <a:t>Indian Public Health Standards for community health </a:t>
            </a:r>
            <a:r>
              <a:rPr lang="en-US" b="1" dirty="0" err="1"/>
              <a:t>centres</a:t>
            </a:r>
            <a:endParaRPr lang="en-US" dirty="0"/>
          </a:p>
          <a:p>
            <a:r>
              <a:rPr lang="en-US" dirty="0"/>
              <a:t>In order to provide quality care in CHCs, Indian Public Health Standards (IPHS) are being prescribed to provide optimal expert care to the community and achieve and maintain an acceptable standard of quality of care. These standards would help monitor and improve the functioning of the CHCs.</a:t>
            </a:r>
          </a:p>
          <a:p>
            <a:r>
              <a:rPr lang="en-US" dirty="0"/>
              <a:t>Telemedicine infrastructure requirements</a:t>
            </a:r>
          </a:p>
        </p:txBody>
      </p:sp>
    </p:spTree>
    <p:extLst>
      <p:ext uri="{BB962C8B-B14F-4D97-AF65-F5344CB8AC3E}">
        <p14:creationId xmlns:p14="http://schemas.microsoft.com/office/powerpoint/2010/main" val="4190730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767C4-90AA-83BC-2E50-3D825EBEB172}"/>
              </a:ext>
            </a:extLst>
          </p:cNvPr>
          <p:cNvSpPr>
            <a:spLocks noGrp="1"/>
          </p:cNvSpPr>
          <p:nvPr>
            <p:ph type="title"/>
          </p:nvPr>
        </p:nvSpPr>
        <p:spPr/>
        <p:txBody>
          <a:bodyPr/>
          <a:lstStyle/>
          <a:p>
            <a:r>
              <a:rPr lang="en-US" dirty="0"/>
              <a:t>CHC categories</a:t>
            </a:r>
          </a:p>
        </p:txBody>
      </p:sp>
      <p:graphicFrame>
        <p:nvGraphicFramePr>
          <p:cNvPr id="4" name="Content Placeholder 3">
            <a:extLst>
              <a:ext uri="{FF2B5EF4-FFF2-40B4-BE49-F238E27FC236}">
                <a16:creationId xmlns:a16="http://schemas.microsoft.com/office/drawing/2014/main" id="{C553C118-AA87-37DA-2A96-5CFDD2FD73B4}"/>
              </a:ext>
            </a:extLst>
          </p:cNvPr>
          <p:cNvGraphicFramePr>
            <a:graphicFrameLocks noGrp="1"/>
          </p:cNvGraphicFramePr>
          <p:nvPr>
            <p:ph idx="1"/>
            <p:extLst>
              <p:ext uri="{D42A27DB-BD31-4B8C-83A1-F6EECF244321}">
                <p14:modId xmlns:p14="http://schemas.microsoft.com/office/powerpoint/2010/main" val="4050527790"/>
              </p:ext>
            </p:extLst>
          </p:nvPr>
        </p:nvGraphicFramePr>
        <p:xfrm>
          <a:off x="241300" y="1270000"/>
          <a:ext cx="9423401" cy="5428274"/>
        </p:xfrm>
        <a:graphic>
          <a:graphicData uri="http://schemas.openxmlformats.org/drawingml/2006/table">
            <a:tbl>
              <a:tblPr firstRow="1" firstCol="1">
                <a:tableStyleId>{7E9639D4-E3E2-4D34-9284-5A2195B3D0D7}</a:tableStyleId>
              </a:tblPr>
              <a:tblGrid>
                <a:gridCol w="1231900">
                  <a:extLst>
                    <a:ext uri="{9D8B030D-6E8A-4147-A177-3AD203B41FA5}">
                      <a16:colId xmlns:a16="http://schemas.microsoft.com/office/drawing/2014/main" val="2692247112"/>
                    </a:ext>
                  </a:extLst>
                </a:gridCol>
                <a:gridCol w="2387075">
                  <a:extLst>
                    <a:ext uri="{9D8B030D-6E8A-4147-A177-3AD203B41FA5}">
                      <a16:colId xmlns:a16="http://schemas.microsoft.com/office/drawing/2014/main" val="3811682329"/>
                    </a:ext>
                  </a:extLst>
                </a:gridCol>
                <a:gridCol w="2639850">
                  <a:extLst>
                    <a:ext uri="{9D8B030D-6E8A-4147-A177-3AD203B41FA5}">
                      <a16:colId xmlns:a16="http://schemas.microsoft.com/office/drawing/2014/main" val="3680997238"/>
                    </a:ext>
                  </a:extLst>
                </a:gridCol>
                <a:gridCol w="3164576">
                  <a:extLst>
                    <a:ext uri="{9D8B030D-6E8A-4147-A177-3AD203B41FA5}">
                      <a16:colId xmlns:a16="http://schemas.microsoft.com/office/drawing/2014/main" val="2851329651"/>
                    </a:ext>
                  </a:extLst>
                </a:gridCol>
              </a:tblGrid>
              <a:tr h="346214">
                <a:tc>
                  <a:txBody>
                    <a:bodyPr/>
                    <a:lstStyle/>
                    <a:p>
                      <a:pPr algn="l" fontAlgn="b">
                        <a:buNone/>
                      </a:pPr>
                      <a:r>
                        <a:rPr lang="en-US" sz="1400" u="none" strike="noStrike">
                          <a:effectLst/>
                        </a:rPr>
                        <a:t>Category</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Non-FRU CHC</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FRU CHC</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Urban CHC (UCHC)</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517599718"/>
                  </a:ext>
                </a:extLst>
              </a:tr>
              <a:tr h="626649">
                <a:tc>
                  <a:txBody>
                    <a:bodyPr/>
                    <a:lstStyle/>
                    <a:p>
                      <a:pPr algn="l" fontAlgn="b">
                        <a:buNone/>
                      </a:pPr>
                      <a:r>
                        <a:rPr lang="en-US" sz="1400" u="none" strike="noStrike">
                          <a:effectLst/>
                        </a:rPr>
                        <a:t>Definition</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Basic CHC providing essential services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First Referral Unit with specialist and emergency services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Urban-based CHC functioning as FRU with expanded capacity</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06976923"/>
                  </a:ext>
                </a:extLst>
              </a:tr>
              <a:tr h="626649">
                <a:tc>
                  <a:txBody>
                    <a:bodyPr/>
                    <a:lstStyle/>
                    <a:p>
                      <a:pPr algn="l" fontAlgn="b">
                        <a:buNone/>
                      </a:pPr>
                      <a:r>
                        <a:rPr lang="en-US" sz="1400" u="none" strike="noStrike">
                          <a:effectLst/>
                        </a:rPr>
                        <a:t>Location</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dirty="0">
                          <a:effectLst/>
                        </a:rPr>
                        <a:t>Rural areas</a:t>
                      </a:r>
                      <a:endParaRPr lang="en-US" sz="1400" b="0" i="0" u="none" strike="noStrike" dirty="0">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Rural or Urban (Block HQ or high-load areas)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Urban areas only</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687063659"/>
                  </a:ext>
                </a:extLst>
              </a:tr>
              <a:tr h="626649">
                <a:tc>
                  <a:txBody>
                    <a:bodyPr/>
                    <a:lstStyle/>
                    <a:p>
                      <a:pPr algn="l" fontAlgn="b">
                        <a:buNone/>
                      </a:pPr>
                      <a:r>
                        <a:rPr lang="en-US" sz="1400" u="none" strike="noStrike">
                          <a:effectLst/>
                        </a:rPr>
                        <a:t>Population Norms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80,000 (hilly/tribal), 1.2 lakh (plains)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it-IT" sz="1400" u="none" strike="noStrike">
                          <a:effectLst/>
                        </a:rPr>
                        <a:t>2.5 lakh (non-metro), 5 lakh (metro)</a:t>
                      </a:r>
                      <a:endParaRPr lang="it-IT"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5 lakh (metro), flexible for high-density zones</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589535699"/>
                  </a:ext>
                </a:extLst>
              </a:tr>
              <a:tr h="626649">
                <a:tc>
                  <a:txBody>
                    <a:bodyPr/>
                    <a:lstStyle/>
                    <a:p>
                      <a:pPr algn="l" fontAlgn="b">
                        <a:buNone/>
                      </a:pPr>
                      <a:r>
                        <a:rPr lang="en-US" sz="1400" u="none" strike="noStrike">
                          <a:effectLst/>
                        </a:rPr>
                        <a:t>Services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Maternal &amp; child health, NCDs, mental health, basic diagnostics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All Non-FRU services + surgical care, blood transfusion, specialist OPDs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All FRU services + urban-specific outreach, surveillance, and referral</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1239045783"/>
                  </a:ext>
                </a:extLst>
              </a:tr>
              <a:tr h="626649">
                <a:tc>
                  <a:txBody>
                    <a:bodyPr/>
                    <a:lstStyle/>
                    <a:p>
                      <a:pPr algn="l" fontAlgn="b">
                        <a:buNone/>
                      </a:pPr>
                      <a:r>
                        <a:rPr lang="en-US" sz="1400" u="none" strike="noStrike">
                          <a:effectLst/>
                        </a:rPr>
                        <a:t>Emergency Care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Limited (stabilization and referral)</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Full emergency obstetric and newborn care (CEmONC), operative services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Same as FRU CHC, with urban health integration</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3139772418"/>
                  </a:ext>
                </a:extLst>
              </a:tr>
              <a:tr h="626649">
                <a:tc>
                  <a:txBody>
                    <a:bodyPr/>
                    <a:lstStyle/>
                    <a:p>
                      <a:pPr algn="l" fontAlgn="b">
                        <a:buNone/>
                      </a:pPr>
                      <a:r>
                        <a:rPr lang="en-US" sz="1400" u="none" strike="noStrike">
                          <a:effectLst/>
                        </a:rPr>
                        <a:t>Infrastructure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30-bed facility</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30–50 beds (can scale to 100)</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50–100 beds, often co-located with Block Public Health Units (BPHU)</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2592308876"/>
                  </a:ext>
                </a:extLst>
              </a:tr>
              <a:tr h="626649">
                <a:tc>
                  <a:txBody>
                    <a:bodyPr/>
                    <a:lstStyle/>
                    <a:p>
                      <a:pPr algn="l" fontAlgn="b">
                        <a:buNone/>
                      </a:pPr>
                      <a:r>
                        <a:rPr lang="en-US" sz="1400" u="none" strike="noStrike">
                          <a:effectLst/>
                        </a:rPr>
                        <a:t>Human Resources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General duty medical officers, nurses, lab techs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Specialists (OBG, Surgery, Pediatrics, Medicine), anesthetists, full HRH</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Same as FRU CHC, with urban health staff and surveillance officers</a:t>
                      </a:r>
                      <a:endParaRPr lang="en-US" sz="1400" b="0" i="0" u="none" strike="noStrike">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4286162101"/>
                  </a:ext>
                </a:extLst>
              </a:tr>
              <a:tr h="626649">
                <a:tc>
                  <a:txBody>
                    <a:bodyPr/>
                    <a:lstStyle/>
                    <a:p>
                      <a:pPr algn="l" fontAlgn="b">
                        <a:buNone/>
                      </a:pPr>
                      <a:r>
                        <a:rPr lang="en-US" sz="1400" u="none" strike="noStrike">
                          <a:effectLst/>
                        </a:rPr>
                        <a:t>Referral Role</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Refers to FRU or higher-level facilities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a:effectLst/>
                        </a:rPr>
                        <a:t>Acts as first referral point for PHCs and SHCs</a:t>
                      </a:r>
                      <a:endParaRPr lang="en-US" sz="1400" b="0" i="0" u="none" strike="noStrike">
                        <a:solidFill>
                          <a:srgbClr val="000000"/>
                        </a:solidFill>
                        <a:effectLst/>
                        <a:latin typeface="Aptos Narrow" panose="020B0004020202020204" pitchFamily="34" charset="0"/>
                      </a:endParaRPr>
                    </a:p>
                  </a:txBody>
                  <a:tcPr marL="9525" marR="9525" marT="9525" marB="0" anchor="b"/>
                </a:tc>
                <a:tc>
                  <a:txBody>
                    <a:bodyPr/>
                    <a:lstStyle/>
                    <a:p>
                      <a:pPr algn="l" fontAlgn="b">
                        <a:buNone/>
                      </a:pPr>
                      <a:r>
                        <a:rPr lang="en-US" sz="1400" u="none" strike="noStrike" dirty="0">
                          <a:effectLst/>
                        </a:rPr>
                        <a:t>Referral hub for urban PHCs and HWCs</a:t>
                      </a:r>
                      <a:endParaRPr lang="en-US" sz="1400" b="0" i="0" u="none" strike="noStrike" dirty="0">
                        <a:solidFill>
                          <a:srgbClr val="000000"/>
                        </a:solidFill>
                        <a:effectLst/>
                        <a:latin typeface="Aptos Narrow" panose="020B0004020202020204" pitchFamily="34" charset="0"/>
                      </a:endParaRPr>
                    </a:p>
                  </a:txBody>
                  <a:tcPr marL="9525" marR="9525" marT="9525" marB="0" anchor="b"/>
                </a:tc>
                <a:extLst>
                  <a:ext uri="{0D108BD9-81ED-4DB2-BD59-A6C34878D82A}">
                    <a16:rowId xmlns:a16="http://schemas.microsoft.com/office/drawing/2014/main" val="725966425"/>
                  </a:ext>
                </a:extLst>
              </a:tr>
            </a:tbl>
          </a:graphicData>
        </a:graphic>
      </p:graphicFrame>
    </p:spTree>
    <p:extLst>
      <p:ext uri="{BB962C8B-B14F-4D97-AF65-F5344CB8AC3E}">
        <p14:creationId xmlns:p14="http://schemas.microsoft.com/office/powerpoint/2010/main" val="24336805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14E1-2013-1412-80E4-B63FA3830417}"/>
              </a:ext>
            </a:extLst>
          </p:cNvPr>
          <p:cNvSpPr>
            <a:spLocks noGrp="1"/>
          </p:cNvSpPr>
          <p:nvPr>
            <p:ph type="title"/>
          </p:nvPr>
        </p:nvSpPr>
        <p:spPr/>
        <p:txBody>
          <a:bodyPr/>
          <a:lstStyle/>
          <a:p>
            <a:r>
              <a:rPr lang="en-US" dirty="0"/>
              <a:t>CHC Clinical Services</a:t>
            </a:r>
          </a:p>
        </p:txBody>
      </p:sp>
      <p:sp>
        <p:nvSpPr>
          <p:cNvPr id="4" name="Content Placeholder 3">
            <a:extLst>
              <a:ext uri="{FF2B5EF4-FFF2-40B4-BE49-F238E27FC236}">
                <a16:creationId xmlns:a16="http://schemas.microsoft.com/office/drawing/2014/main" id="{9C0264BF-B02E-83AA-9027-4C53A8FBEAE4}"/>
              </a:ext>
            </a:extLst>
          </p:cNvPr>
          <p:cNvSpPr>
            <a:spLocks noGrp="1"/>
          </p:cNvSpPr>
          <p:nvPr>
            <p:ph idx="1"/>
          </p:nvPr>
        </p:nvSpPr>
        <p:spPr/>
        <p:txBody>
          <a:bodyPr/>
          <a:lstStyle/>
          <a:p>
            <a:r>
              <a:rPr lang="en-US" b="1" dirty="0"/>
              <a:t>Care of routine and emergency cases in surgery</a:t>
            </a:r>
            <a:endParaRPr lang="en-US" dirty="0"/>
          </a:p>
          <a:p>
            <a:r>
              <a:rPr lang="en-US" b="1" dirty="0"/>
              <a:t>Essential:</a:t>
            </a:r>
            <a:endParaRPr lang="en-US" dirty="0"/>
          </a:p>
          <a:p>
            <a:pPr lvl="1"/>
            <a:r>
              <a:rPr lang="en-US" dirty="0"/>
              <a:t>Dressings, incision and drainage, and surgery for hernia, hydrocele, appendicitis, </a:t>
            </a:r>
            <a:r>
              <a:rPr lang="en-US" dirty="0" err="1"/>
              <a:t>haemorrhoids</a:t>
            </a:r>
            <a:r>
              <a:rPr lang="en-US" dirty="0"/>
              <a:t>, fistula, and stitching of injuries.</a:t>
            </a:r>
          </a:p>
          <a:p>
            <a:pPr lvl="1"/>
            <a:r>
              <a:rPr lang="en-US" dirty="0"/>
              <a:t>Handling of emergencies like intestinal obstruction, </a:t>
            </a:r>
            <a:r>
              <a:rPr lang="en-US" dirty="0" err="1"/>
              <a:t>haemorrhage</a:t>
            </a:r>
            <a:r>
              <a:rPr lang="en-US" dirty="0"/>
              <a:t>, etc.</a:t>
            </a:r>
          </a:p>
          <a:p>
            <a:pPr lvl="1"/>
            <a:r>
              <a:rPr lang="en-US" dirty="0"/>
              <a:t>Other management including nasal packing, tracheostomy, foreign body removal etc.</a:t>
            </a:r>
          </a:p>
          <a:p>
            <a:pPr lvl="1"/>
            <a:r>
              <a:rPr lang="en-US" dirty="0"/>
              <a:t>Fracture reduction and putting splints/plaster cast.</a:t>
            </a:r>
          </a:p>
          <a:p>
            <a:endParaRPr lang="en-US" dirty="0"/>
          </a:p>
        </p:txBody>
      </p:sp>
    </p:spTree>
    <p:extLst>
      <p:ext uri="{BB962C8B-B14F-4D97-AF65-F5344CB8AC3E}">
        <p14:creationId xmlns:p14="http://schemas.microsoft.com/office/powerpoint/2010/main" val="223318878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1A947-002A-0AF8-0F84-2EFC51EFEF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8D1030-A8D8-42E8-1796-4133672A4212}"/>
              </a:ext>
            </a:extLst>
          </p:cNvPr>
          <p:cNvSpPr>
            <a:spLocks noGrp="1"/>
          </p:cNvSpPr>
          <p:nvPr>
            <p:ph type="title"/>
          </p:nvPr>
        </p:nvSpPr>
        <p:spPr/>
        <p:txBody>
          <a:bodyPr/>
          <a:lstStyle/>
          <a:p>
            <a:r>
              <a:rPr lang="en-US" dirty="0"/>
              <a:t>CHC Clinical Services</a:t>
            </a:r>
          </a:p>
        </p:txBody>
      </p:sp>
      <p:sp>
        <p:nvSpPr>
          <p:cNvPr id="4" name="Content Placeholder 3">
            <a:extLst>
              <a:ext uri="{FF2B5EF4-FFF2-40B4-BE49-F238E27FC236}">
                <a16:creationId xmlns:a16="http://schemas.microsoft.com/office/drawing/2014/main" id="{6A00919C-876D-03DC-09FC-2F96136640AB}"/>
              </a:ext>
            </a:extLst>
          </p:cNvPr>
          <p:cNvSpPr>
            <a:spLocks noGrp="1"/>
          </p:cNvSpPr>
          <p:nvPr>
            <p:ph idx="1"/>
          </p:nvPr>
        </p:nvSpPr>
        <p:spPr/>
        <p:txBody>
          <a:bodyPr/>
          <a:lstStyle/>
          <a:p>
            <a:r>
              <a:rPr lang="en-US" b="1" dirty="0"/>
              <a:t>Care of routine and emergency cases in medicine</a:t>
            </a:r>
            <a:endParaRPr lang="en-US" dirty="0"/>
          </a:p>
          <a:p>
            <a:r>
              <a:rPr lang="en-US" b="1" dirty="0"/>
              <a:t>Essential:</a:t>
            </a:r>
            <a:r>
              <a:rPr lang="en-US" dirty="0"/>
              <a:t> Handling of all emergencies like dengue </a:t>
            </a:r>
            <a:r>
              <a:rPr lang="en-US" dirty="0" err="1"/>
              <a:t>haemorrhagic</a:t>
            </a:r>
            <a:r>
              <a:rPr lang="en-US" dirty="0"/>
              <a:t> fever, cerebral malaria and others like dog &amp; snake bite cases, poisonings, congestive heart failure, left ventricular failure, pneumonias, meningoencephalitis, status epilepticus, burns, shock, acute dehydration etc. In case of National Health </a:t>
            </a:r>
            <a:r>
              <a:rPr lang="en-US" dirty="0" err="1"/>
              <a:t>Programmes</a:t>
            </a:r>
            <a:r>
              <a:rPr lang="en-US" dirty="0"/>
              <a:t>, appropriate guidelines are already available, which should be followed.</a:t>
            </a:r>
          </a:p>
          <a:p>
            <a:pPr lvl="1"/>
            <a:r>
              <a:rPr lang="en-US" dirty="0"/>
              <a:t>Conducting daily OPD.</a:t>
            </a:r>
          </a:p>
        </p:txBody>
      </p:sp>
    </p:spTree>
    <p:extLst>
      <p:ext uri="{BB962C8B-B14F-4D97-AF65-F5344CB8AC3E}">
        <p14:creationId xmlns:p14="http://schemas.microsoft.com/office/powerpoint/2010/main" val="10150091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CE218-622A-A8BE-7176-B9281B0C4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1595D8-B822-6150-F27D-CFA0A9033363}"/>
              </a:ext>
            </a:extLst>
          </p:cNvPr>
          <p:cNvSpPr>
            <a:spLocks noGrp="1"/>
          </p:cNvSpPr>
          <p:nvPr>
            <p:ph type="title"/>
          </p:nvPr>
        </p:nvSpPr>
        <p:spPr/>
        <p:txBody>
          <a:bodyPr/>
          <a:lstStyle/>
          <a:p>
            <a:r>
              <a:rPr lang="en-US" dirty="0"/>
              <a:t>Maternal Health</a:t>
            </a:r>
          </a:p>
        </p:txBody>
      </p:sp>
      <p:sp>
        <p:nvSpPr>
          <p:cNvPr id="4" name="Content Placeholder 3">
            <a:extLst>
              <a:ext uri="{FF2B5EF4-FFF2-40B4-BE49-F238E27FC236}">
                <a16:creationId xmlns:a16="http://schemas.microsoft.com/office/drawing/2014/main" id="{1506D808-8F8F-40C4-1762-1B77EBA5941A}"/>
              </a:ext>
            </a:extLst>
          </p:cNvPr>
          <p:cNvSpPr>
            <a:spLocks noGrp="1"/>
          </p:cNvSpPr>
          <p:nvPr>
            <p:ph idx="1"/>
          </p:nvPr>
        </p:nvSpPr>
        <p:spPr>
          <a:xfrm>
            <a:off x="838200" y="1379621"/>
            <a:ext cx="10515600" cy="4797342"/>
          </a:xfrm>
        </p:spPr>
        <p:txBody>
          <a:bodyPr>
            <a:normAutofit/>
          </a:bodyPr>
          <a:lstStyle/>
          <a:p>
            <a:r>
              <a:rPr lang="en-US" dirty="0"/>
              <a:t>Minimum 4 ANC check ups including registration &amp; associated services</a:t>
            </a:r>
          </a:p>
          <a:p>
            <a:r>
              <a:rPr lang="en-US" dirty="0"/>
              <a:t>24-hour delivery services including normal and assisted deliveries</a:t>
            </a:r>
          </a:p>
          <a:p>
            <a:r>
              <a:rPr lang="en-US" dirty="0"/>
              <a:t>Managing </a:t>
            </a:r>
            <a:r>
              <a:rPr lang="en-US" dirty="0" err="1"/>
              <a:t>labour</a:t>
            </a:r>
            <a:r>
              <a:rPr lang="en-US" dirty="0"/>
              <a:t> using partograph</a:t>
            </a:r>
          </a:p>
          <a:p>
            <a:r>
              <a:rPr lang="en-US" dirty="0"/>
              <a:t>All referred cases of complications in pregnancy, </a:t>
            </a:r>
            <a:r>
              <a:rPr lang="en-US" dirty="0" err="1"/>
              <a:t>labour</a:t>
            </a:r>
            <a:r>
              <a:rPr lang="en-US" dirty="0"/>
              <a:t> and post-natal period must be adequately treated</a:t>
            </a:r>
          </a:p>
          <a:p>
            <a:r>
              <a:rPr lang="en-US" dirty="0"/>
              <a:t>Ensure post-natal care for 0 and 3rd day at the health facility both for the mother and new-born and sending direction to the ANM of the concerned area for ensuring 7th &amp; 42nd day post-natal home visits</a:t>
            </a:r>
          </a:p>
        </p:txBody>
      </p:sp>
    </p:spTree>
    <p:extLst>
      <p:ext uri="{BB962C8B-B14F-4D97-AF65-F5344CB8AC3E}">
        <p14:creationId xmlns:p14="http://schemas.microsoft.com/office/powerpoint/2010/main" val="42669235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65486E-D4E5-881B-0F06-A56CA650E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EBB58E-9B55-D0FB-1D91-A23CBF14F0D7}"/>
              </a:ext>
            </a:extLst>
          </p:cNvPr>
          <p:cNvSpPr>
            <a:spLocks noGrp="1"/>
          </p:cNvSpPr>
          <p:nvPr>
            <p:ph type="title"/>
          </p:nvPr>
        </p:nvSpPr>
        <p:spPr/>
        <p:txBody>
          <a:bodyPr/>
          <a:lstStyle/>
          <a:p>
            <a:r>
              <a:rPr lang="en-US" dirty="0"/>
              <a:t>Maternal Health</a:t>
            </a:r>
          </a:p>
        </p:txBody>
      </p:sp>
      <p:sp>
        <p:nvSpPr>
          <p:cNvPr id="4" name="Content Placeholder 3">
            <a:extLst>
              <a:ext uri="{FF2B5EF4-FFF2-40B4-BE49-F238E27FC236}">
                <a16:creationId xmlns:a16="http://schemas.microsoft.com/office/drawing/2014/main" id="{5F16624E-6D22-E0E7-2DBD-21B5DA0B6A32}"/>
              </a:ext>
            </a:extLst>
          </p:cNvPr>
          <p:cNvSpPr>
            <a:spLocks noGrp="1"/>
          </p:cNvSpPr>
          <p:nvPr>
            <p:ph idx="1"/>
          </p:nvPr>
        </p:nvSpPr>
        <p:spPr>
          <a:xfrm>
            <a:off x="838200" y="1379621"/>
            <a:ext cx="10515600" cy="4797342"/>
          </a:xfrm>
        </p:spPr>
        <p:txBody>
          <a:bodyPr>
            <a:normAutofit/>
          </a:bodyPr>
          <a:lstStyle/>
          <a:p>
            <a:r>
              <a:rPr lang="en-US" dirty="0"/>
              <a:t>Minimum 48 hours of stay after delivery, 3-7 days stay post delivery for managing complications</a:t>
            </a:r>
          </a:p>
          <a:p>
            <a:r>
              <a:rPr lang="en-US" dirty="0"/>
              <a:t>Proficiency in identification and management of all complications including PPH, eclampsia, sepsis </a:t>
            </a:r>
            <a:r>
              <a:rPr lang="en-US" dirty="0" err="1"/>
              <a:t>etc</a:t>
            </a:r>
            <a:r>
              <a:rPr lang="en-US" dirty="0"/>
              <a:t>, during PNC </a:t>
            </a:r>
          </a:p>
          <a:p>
            <a:r>
              <a:rPr lang="en-US" dirty="0"/>
              <a:t>Essential and emergency obstetric care including surgical interventions like caesarean sections and other medical interventions;</a:t>
            </a:r>
          </a:p>
          <a:p>
            <a:r>
              <a:rPr lang="en-US" dirty="0"/>
              <a:t>Provision of JSY.</a:t>
            </a:r>
          </a:p>
        </p:txBody>
      </p:sp>
    </p:spTree>
    <p:extLst>
      <p:ext uri="{BB962C8B-B14F-4D97-AF65-F5344CB8AC3E}">
        <p14:creationId xmlns:p14="http://schemas.microsoft.com/office/powerpoint/2010/main" val="161267371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5773D-C26E-AEE2-0965-69430E18D8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AEE035-88E3-5013-4934-FAFFF05C357E}"/>
              </a:ext>
            </a:extLst>
          </p:cNvPr>
          <p:cNvSpPr>
            <a:spLocks noGrp="1"/>
          </p:cNvSpPr>
          <p:nvPr>
            <p:ph type="title"/>
          </p:nvPr>
        </p:nvSpPr>
        <p:spPr/>
        <p:txBody>
          <a:bodyPr/>
          <a:lstStyle/>
          <a:p>
            <a:r>
              <a:rPr lang="en-US" b="1" dirty="0"/>
              <a:t>Newborn care and child health</a:t>
            </a:r>
            <a:endParaRPr lang="en-US" dirty="0"/>
          </a:p>
        </p:txBody>
      </p:sp>
      <p:sp>
        <p:nvSpPr>
          <p:cNvPr id="4" name="Content Placeholder 3">
            <a:extLst>
              <a:ext uri="{FF2B5EF4-FFF2-40B4-BE49-F238E27FC236}">
                <a16:creationId xmlns:a16="http://schemas.microsoft.com/office/drawing/2014/main" id="{E2806CEC-9766-7665-A49F-6BA41A33A9F9}"/>
              </a:ext>
            </a:extLst>
          </p:cNvPr>
          <p:cNvSpPr>
            <a:spLocks noGrp="1"/>
          </p:cNvSpPr>
          <p:nvPr>
            <p:ph idx="1"/>
          </p:nvPr>
        </p:nvSpPr>
        <p:spPr/>
        <p:txBody>
          <a:bodyPr>
            <a:normAutofit fontScale="77500" lnSpcReduction="20000"/>
          </a:bodyPr>
          <a:lstStyle/>
          <a:p>
            <a:r>
              <a:rPr lang="en-US" dirty="0"/>
              <a:t>Essential newborn care and resuscitation by providing newborn corner in the </a:t>
            </a:r>
            <a:r>
              <a:rPr lang="en-US" dirty="0" err="1"/>
              <a:t>labour</a:t>
            </a:r>
            <a:r>
              <a:rPr lang="en-US" dirty="0"/>
              <a:t> room and O.T</a:t>
            </a:r>
          </a:p>
          <a:p>
            <a:r>
              <a:rPr lang="en-US" dirty="0"/>
              <a:t>Early initiation of breast feeding within one hour of birth and promotion of exclusive breast-feeding for 6 months</a:t>
            </a:r>
          </a:p>
          <a:p>
            <a:r>
              <a:rPr lang="en-US" dirty="0"/>
              <a:t>Newborn stabilization unit</a:t>
            </a:r>
          </a:p>
          <a:p>
            <a:r>
              <a:rPr lang="en-US" dirty="0"/>
              <a:t>Counselling on infant and young child feeding</a:t>
            </a:r>
          </a:p>
          <a:p>
            <a:r>
              <a:rPr lang="en-US" dirty="0"/>
              <a:t>Routine and emergency care of sick children including facility based IMNCI strategy</a:t>
            </a:r>
          </a:p>
          <a:p>
            <a:r>
              <a:rPr lang="en-US" dirty="0"/>
              <a:t>Full immunization of infants and children against vaccine preventable diseases and vitamin-A prophylaxis;</a:t>
            </a:r>
          </a:p>
          <a:p>
            <a:r>
              <a:rPr lang="en-US" dirty="0"/>
              <a:t>Prevention and management of routine childhood diseases, infections and </a:t>
            </a:r>
            <a:r>
              <a:rPr lang="en-US" dirty="0" err="1"/>
              <a:t>anaemia</a:t>
            </a:r>
            <a:r>
              <a:rPr lang="en-US" dirty="0"/>
              <a:t> etc.; </a:t>
            </a:r>
          </a:p>
          <a:p>
            <a:r>
              <a:rPr lang="en-US" dirty="0"/>
              <a:t>Management of malnutrition cases; </a:t>
            </a:r>
          </a:p>
          <a:p>
            <a:r>
              <a:rPr lang="en-US" dirty="0"/>
              <a:t>Provisions of Janani </a:t>
            </a:r>
            <a:r>
              <a:rPr lang="en-US" dirty="0" err="1"/>
              <a:t>Shishu</a:t>
            </a:r>
            <a:r>
              <a:rPr lang="en-US" dirty="0"/>
              <a:t> </a:t>
            </a:r>
            <a:r>
              <a:rPr lang="en-US" dirty="0" err="1"/>
              <a:t>Surakshan</a:t>
            </a:r>
            <a:r>
              <a:rPr lang="en-US" dirty="0"/>
              <a:t> </a:t>
            </a:r>
            <a:r>
              <a:rPr lang="en-US" dirty="0" err="1"/>
              <a:t>Karyakram</a:t>
            </a:r>
            <a:r>
              <a:rPr lang="en-US" dirty="0"/>
              <a:t> (JSSK) as per guidelines.</a:t>
            </a:r>
          </a:p>
        </p:txBody>
      </p:sp>
    </p:spTree>
    <p:extLst>
      <p:ext uri="{BB962C8B-B14F-4D97-AF65-F5344CB8AC3E}">
        <p14:creationId xmlns:p14="http://schemas.microsoft.com/office/powerpoint/2010/main" val="265275927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3BD649F-AA81-5D75-4A29-B48EF36F1B44}"/>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626F84-E522-2E3C-647C-D1ED08963E88}"/>
              </a:ext>
            </a:extLst>
          </p:cNvPr>
          <p:cNvSpPr>
            <a:spLocks noGrp="1"/>
          </p:cNvSpPr>
          <p:nvPr>
            <p:ph type="title"/>
          </p:nvPr>
        </p:nvSpPr>
        <p:spPr>
          <a:xfrm>
            <a:off x="841248" y="548640"/>
            <a:ext cx="3600860" cy="5431536"/>
          </a:xfrm>
        </p:spPr>
        <p:txBody>
          <a:bodyPr>
            <a:normAutofit/>
          </a:bodyPr>
          <a:lstStyle/>
          <a:p>
            <a:r>
              <a:rPr lang="en-US" sz="5400" b="1"/>
              <a:t>Family Planning</a:t>
            </a:r>
            <a:endParaRPr lang="en-US" sz="5400"/>
          </a:p>
        </p:txBody>
      </p:sp>
      <p:sp>
        <p:nvSpPr>
          <p:cNvPr id="11"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76A48A5-858F-F7BE-A380-3A76D7C80BEC}"/>
              </a:ext>
            </a:extLst>
          </p:cNvPr>
          <p:cNvSpPr>
            <a:spLocks noGrp="1"/>
          </p:cNvSpPr>
          <p:nvPr>
            <p:ph idx="1"/>
          </p:nvPr>
        </p:nvSpPr>
        <p:spPr>
          <a:xfrm>
            <a:off x="5126418" y="552091"/>
            <a:ext cx="6224335" cy="5431536"/>
          </a:xfrm>
        </p:spPr>
        <p:txBody>
          <a:bodyPr anchor="ctr">
            <a:normAutofit/>
          </a:bodyPr>
          <a:lstStyle/>
          <a:p>
            <a:r>
              <a:rPr lang="en-US" sz="2200" b="1"/>
              <a:t>Essential:</a:t>
            </a:r>
          </a:p>
          <a:p>
            <a:pPr lvl="1"/>
            <a:r>
              <a:rPr lang="en-US" sz="2200"/>
              <a:t>Full range of family planning services including IEC, counselling, provision of contraceptives, non scalpel vasectomy (NSV), laproscopic sterilization services and their follow up</a:t>
            </a:r>
          </a:p>
          <a:p>
            <a:pPr lvl="1"/>
            <a:r>
              <a:rPr lang="en-US" sz="2200"/>
              <a:t>Safe abortion services as per MTP act and abortion care guidelines.</a:t>
            </a:r>
          </a:p>
          <a:p>
            <a:r>
              <a:rPr lang="en-US" sz="2200" b="1" i="1"/>
              <a:t>Desirable</a:t>
            </a:r>
            <a:r>
              <a:rPr lang="en-US" sz="2200" i="1"/>
              <a:t> : </a:t>
            </a:r>
            <a:r>
              <a:rPr lang="en-US" sz="2200"/>
              <a:t>MTP facility approved for 2nd trimester of pregnancy.</a:t>
            </a:r>
          </a:p>
        </p:txBody>
      </p:sp>
    </p:spTree>
    <p:extLst>
      <p:ext uri="{BB962C8B-B14F-4D97-AF65-F5344CB8AC3E}">
        <p14:creationId xmlns:p14="http://schemas.microsoft.com/office/powerpoint/2010/main" val="314551479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FC3A26-500D-6533-1593-BEA02F5465C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1BECC2-F1D0-554A-7A82-73FD28802B19}"/>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3"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ntent Placeholder 3">
            <a:extLst>
              <a:ext uri="{FF2B5EF4-FFF2-40B4-BE49-F238E27FC236}">
                <a16:creationId xmlns:a16="http://schemas.microsoft.com/office/drawing/2014/main" id="{2BC45A34-9D70-5078-7763-58F802AC0A04}"/>
              </a:ext>
            </a:extLst>
          </p:cNvPr>
          <p:cNvSpPr>
            <a:spLocks noGrp="1"/>
          </p:cNvSpPr>
          <p:nvPr>
            <p:ph idx="1"/>
          </p:nvPr>
        </p:nvSpPr>
        <p:spPr>
          <a:xfrm>
            <a:off x="838200" y="1929384"/>
            <a:ext cx="10515600" cy="4251960"/>
          </a:xfrm>
        </p:spPr>
        <p:txBody>
          <a:bodyPr>
            <a:normAutofit/>
          </a:bodyPr>
          <a:lstStyle/>
          <a:p>
            <a:r>
              <a:rPr lang="en-US" sz="2200"/>
              <a:t>RNTCP </a:t>
            </a:r>
            <a:r>
              <a:rPr lang="en-US" sz="2200">
                <a:sym typeface="Wingdings" panose="05000000000000000000" pitchFamily="2" charset="2"/>
              </a:rPr>
              <a:t> NTEP</a:t>
            </a:r>
            <a:endParaRPr lang="en-US" sz="2200"/>
          </a:p>
          <a:p>
            <a:r>
              <a:rPr lang="en-US" sz="2200"/>
              <a:t>National Vector-Borne Disease Control Programme</a:t>
            </a:r>
          </a:p>
          <a:p>
            <a:r>
              <a:rPr lang="en-US" sz="2200"/>
              <a:t>HIV/AIDS Control Programme</a:t>
            </a:r>
          </a:p>
          <a:p>
            <a:r>
              <a:rPr lang="en-US" sz="2200"/>
              <a:t>National Leprosy Eradication Programme</a:t>
            </a:r>
          </a:p>
          <a:p>
            <a:r>
              <a:rPr lang="en-US" sz="2200"/>
              <a:t>National Programme for Control of Blindness</a:t>
            </a:r>
          </a:p>
          <a:p>
            <a:r>
              <a:rPr lang="en-US" sz="2200"/>
              <a:t>National Programme for Prevention and Control of Deafness (NPPCD)</a:t>
            </a:r>
          </a:p>
          <a:p>
            <a:r>
              <a:rPr lang="en-US" sz="2200"/>
              <a:t>Mental Health Programme (NMHP)</a:t>
            </a:r>
          </a:p>
          <a:p>
            <a:r>
              <a:rPr lang="en-US" sz="2200"/>
              <a:t>National Programme for Prevention and Control of Cancer, Diabetes, Cardiovascular Diseases and Stroke (NPCDCS)</a:t>
            </a:r>
          </a:p>
          <a:p>
            <a:r>
              <a:rPr lang="en-US" sz="2200"/>
              <a:t>National Tobacco Control Programme (NTCP)</a:t>
            </a:r>
          </a:p>
        </p:txBody>
      </p:sp>
    </p:spTree>
    <p:extLst>
      <p:ext uri="{BB962C8B-B14F-4D97-AF65-F5344CB8AC3E}">
        <p14:creationId xmlns:p14="http://schemas.microsoft.com/office/powerpoint/2010/main" val="308018928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36A9C5-EA08-60A7-5C77-CE4D3648C68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A837628-84C1-4E86-CE38-50908B2570D2}"/>
              </a:ext>
            </a:extLst>
          </p:cNvPr>
          <p:cNvSpPr>
            <a:spLocks noGrp="1"/>
          </p:cNvSpPr>
          <p:nvPr>
            <p:ph type="title"/>
          </p:nvPr>
        </p:nvSpPr>
        <p:spPr>
          <a:xfrm>
            <a:off x="838200" y="365125"/>
            <a:ext cx="10515600" cy="1325563"/>
          </a:xfrm>
        </p:spPr>
        <p:txBody>
          <a:bodyPr>
            <a:normAutofit/>
          </a:bodyPr>
          <a:lstStyle/>
          <a:p>
            <a:r>
              <a:rPr lang="en-US" b="1" dirty="0"/>
              <a:t>National Health </a:t>
            </a:r>
            <a:r>
              <a:rPr lang="en-US" b="1" dirty="0" err="1"/>
              <a:t>Programmess</a:t>
            </a:r>
            <a:endParaRPr lang="en-US" dirty="0"/>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BECE7ED7-905E-F77E-BDD0-C653AD32D573}"/>
              </a:ext>
            </a:extLst>
          </p:cNvPr>
          <p:cNvSpPr>
            <a:spLocks noGrp="1"/>
          </p:cNvSpPr>
          <p:nvPr>
            <p:ph idx="1"/>
          </p:nvPr>
        </p:nvSpPr>
        <p:spPr>
          <a:xfrm>
            <a:off x="838200" y="1825625"/>
            <a:ext cx="10515600" cy="4351338"/>
          </a:xfrm>
        </p:spPr>
        <p:txBody>
          <a:bodyPr>
            <a:normAutofit/>
          </a:bodyPr>
          <a:lstStyle/>
          <a:p>
            <a:r>
              <a:rPr lang="en-US" b="1" dirty="0"/>
              <a:t>RNTCP  / NTEP: </a:t>
            </a:r>
          </a:p>
          <a:p>
            <a:pPr lvl="1"/>
            <a:r>
              <a:rPr lang="en-US" dirty="0"/>
              <a:t>CHCs are expected to provide diagnostic services through the microscopy </a:t>
            </a:r>
            <a:r>
              <a:rPr lang="en-US" dirty="0" err="1"/>
              <a:t>centres</a:t>
            </a:r>
            <a:r>
              <a:rPr lang="en-US" dirty="0"/>
              <a:t> which are already established in the CHCs, and treatment services as per the technical guidelines and operational guidelines for tuberculosis control.</a:t>
            </a:r>
          </a:p>
          <a:p>
            <a:pPr lvl="1"/>
            <a:r>
              <a:rPr lang="en-US" dirty="0"/>
              <a:t>DRTB center functions, molecular diagnostics (</a:t>
            </a:r>
            <a:r>
              <a:rPr lang="en-US" dirty="0" err="1"/>
              <a:t>TrueNat</a:t>
            </a:r>
            <a:r>
              <a:rPr lang="en-US" dirty="0"/>
              <a:t>/GeneXpert)"</a:t>
            </a:r>
          </a:p>
          <a:p>
            <a:pPr lvl="1"/>
            <a:r>
              <a:rPr lang="en-US" dirty="0"/>
              <a:t>"</a:t>
            </a:r>
            <a:r>
              <a:rPr lang="en-US" dirty="0" err="1"/>
              <a:t>Bedaquiline</a:t>
            </a:r>
            <a:r>
              <a:rPr lang="en-US" dirty="0"/>
              <a:t> regimens, programmatic management of DRTB</a:t>
            </a:r>
          </a:p>
          <a:p>
            <a:pPr lvl="1"/>
            <a:endParaRPr lang="en-US" dirty="0"/>
          </a:p>
          <a:p>
            <a:r>
              <a:rPr lang="en-US" b="1" dirty="0"/>
              <a:t>National Vector-Borne Disease Control </a:t>
            </a:r>
            <a:r>
              <a:rPr lang="en-US" b="1" dirty="0" err="1"/>
              <a:t>Programme</a:t>
            </a:r>
            <a:r>
              <a:rPr lang="en-US" b="1" dirty="0"/>
              <a:t>:</a:t>
            </a:r>
          </a:p>
          <a:p>
            <a:pPr lvl="1"/>
            <a:r>
              <a:rPr lang="en-US" dirty="0"/>
              <a:t>The CHCs are to provide diagnostic and treatment facilities for routine and complicated cases of malaria, filaria, dengue, Japanese Encephalitis and Kala-azar in the respective endemic zones.</a:t>
            </a:r>
          </a:p>
        </p:txBody>
      </p:sp>
    </p:spTree>
    <p:extLst>
      <p:ext uri="{BB962C8B-B14F-4D97-AF65-F5344CB8AC3E}">
        <p14:creationId xmlns:p14="http://schemas.microsoft.com/office/powerpoint/2010/main" val="395954969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CC3059-AF77-2315-96B3-CADF7FA5404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E123DA-F52C-5CDE-E396-F75A6CB70538}"/>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AF18224-C64F-119E-7973-58245C35C68B}"/>
              </a:ext>
            </a:extLst>
          </p:cNvPr>
          <p:cNvSpPr>
            <a:spLocks noGrp="1"/>
          </p:cNvSpPr>
          <p:nvPr>
            <p:ph idx="1"/>
          </p:nvPr>
        </p:nvSpPr>
        <p:spPr>
          <a:xfrm>
            <a:off x="838200" y="1929384"/>
            <a:ext cx="10515600" cy="4251960"/>
          </a:xfrm>
        </p:spPr>
        <p:txBody>
          <a:bodyPr>
            <a:normAutofit/>
          </a:bodyPr>
          <a:lstStyle/>
          <a:p>
            <a:r>
              <a:rPr lang="en-US" sz="2200" b="1" dirty="0"/>
              <a:t>HIV/AIDS Control </a:t>
            </a:r>
            <a:r>
              <a:rPr lang="en-US" sz="2200" b="1" dirty="0" err="1"/>
              <a:t>Programme</a:t>
            </a:r>
            <a:r>
              <a:rPr lang="en-US" sz="2200" b="1" dirty="0"/>
              <a:t>: </a:t>
            </a:r>
          </a:p>
          <a:p>
            <a:pPr lvl="1"/>
            <a:r>
              <a:rPr lang="en-US" sz="2200" dirty="0"/>
              <a:t>The services to be provided at the CHC level are : Integrated counselling and testing </a:t>
            </a:r>
            <a:r>
              <a:rPr lang="en-US" sz="2200" dirty="0" err="1"/>
              <a:t>centre</a:t>
            </a:r>
            <a:r>
              <a:rPr lang="en-US" sz="2200" dirty="0"/>
              <a:t>; blood storage </a:t>
            </a:r>
            <a:r>
              <a:rPr lang="en-US" sz="2200" dirty="0" err="1"/>
              <a:t>centre</a:t>
            </a:r>
            <a:r>
              <a:rPr lang="en-US" sz="2200" dirty="0"/>
              <a:t>; and sexually transmitted infection clinic.</a:t>
            </a:r>
          </a:p>
          <a:p>
            <a:pPr lvl="1"/>
            <a:r>
              <a:rPr lang="en-US" sz="2200" i="1" dirty="0"/>
              <a:t>Desirable : </a:t>
            </a:r>
            <a:r>
              <a:rPr lang="en-US" sz="2200" dirty="0"/>
              <a:t>Link anti retroviral therapy </a:t>
            </a:r>
            <a:r>
              <a:rPr lang="en-US" sz="2200" dirty="0" err="1"/>
              <a:t>centre</a:t>
            </a:r>
            <a:r>
              <a:rPr lang="en-US" sz="2200" dirty="0"/>
              <a:t>.</a:t>
            </a:r>
          </a:p>
          <a:p>
            <a:r>
              <a:rPr lang="en-US" sz="2200" b="1" dirty="0"/>
              <a:t>National Leprosy Eradication </a:t>
            </a:r>
            <a:r>
              <a:rPr lang="en-US" sz="2200" b="1" dirty="0" err="1"/>
              <a:t>Programme</a:t>
            </a:r>
            <a:r>
              <a:rPr lang="en-US" sz="2200" b="1" dirty="0"/>
              <a:t>: </a:t>
            </a:r>
          </a:p>
          <a:p>
            <a:pPr lvl="1"/>
            <a:r>
              <a:rPr lang="en-US" sz="2200" dirty="0"/>
              <a:t>The minimum services that are to be available at the CHCs are for diagnosis and treatment of cases and reactions of leprosy along with advice to patient on prevention of deformity.</a:t>
            </a:r>
          </a:p>
        </p:txBody>
      </p:sp>
    </p:spTree>
    <p:extLst>
      <p:ext uri="{BB962C8B-B14F-4D97-AF65-F5344CB8AC3E}">
        <p14:creationId xmlns:p14="http://schemas.microsoft.com/office/powerpoint/2010/main" val="273183580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59F0D3-1766-8EFC-D1C4-51B3053A005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0D4A6A-6530-3499-6D35-4DEC27D34112}"/>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E6772B4F-2890-ABF3-BD04-D8FB18FD70EC}"/>
              </a:ext>
            </a:extLst>
          </p:cNvPr>
          <p:cNvSpPr>
            <a:spLocks noGrp="1"/>
          </p:cNvSpPr>
          <p:nvPr>
            <p:ph idx="1"/>
          </p:nvPr>
        </p:nvSpPr>
        <p:spPr>
          <a:xfrm>
            <a:off x="838200" y="1929384"/>
            <a:ext cx="10515600" cy="4251960"/>
          </a:xfrm>
        </p:spPr>
        <p:txBody>
          <a:bodyPr>
            <a:normAutofit/>
          </a:bodyPr>
          <a:lstStyle/>
          <a:p>
            <a:r>
              <a:rPr lang="en-US" sz="2200" b="1" dirty="0"/>
              <a:t>National </a:t>
            </a:r>
            <a:r>
              <a:rPr lang="en-US" sz="2200" b="1" dirty="0" err="1"/>
              <a:t>Programme</a:t>
            </a:r>
            <a:r>
              <a:rPr lang="en-US" sz="2200" b="1" dirty="0"/>
              <a:t> for Control of Blindnes</a:t>
            </a:r>
            <a:r>
              <a:rPr lang="en-US" sz="2200" dirty="0"/>
              <a:t>s: </a:t>
            </a:r>
          </a:p>
          <a:p>
            <a:pPr lvl="1"/>
            <a:r>
              <a:rPr lang="en-US" sz="2200" dirty="0"/>
              <a:t>The eye care services that should be available at the CHC are diagnosis and treatment of common eye diseases, refraction services and surgical services including cataract by IOL implantation at selected CHCs optionally. </a:t>
            </a:r>
          </a:p>
          <a:p>
            <a:pPr lvl="1"/>
            <a:r>
              <a:rPr lang="en-US" sz="2200" dirty="0"/>
              <a:t>1 eye surgeon is being envisaged for every 5 lakh population.</a:t>
            </a:r>
          </a:p>
          <a:p>
            <a:r>
              <a:rPr lang="en-US" sz="2200" b="1" dirty="0"/>
              <a:t>Integrated Disease Surveillance Project</a:t>
            </a:r>
          </a:p>
          <a:p>
            <a:pPr lvl="1"/>
            <a:r>
              <a:rPr lang="en-US" sz="2200" dirty="0"/>
              <a:t>Services for diagnosis for malaria, tuberculosis, typhoid and tests for detection of </a:t>
            </a:r>
            <a:r>
              <a:rPr lang="en-US" sz="2200" dirty="0" err="1"/>
              <a:t>faecal</a:t>
            </a:r>
            <a:r>
              <a:rPr lang="en-US" sz="2200" dirty="0"/>
              <a:t> contamination of water and chlorination level. </a:t>
            </a:r>
          </a:p>
          <a:p>
            <a:pPr lvl="1"/>
            <a:r>
              <a:rPr lang="en-US" sz="2200" dirty="0"/>
              <a:t>CHC will function as peripheral surveillance unit and collate, analyze and report information to District Surveillance Unit. </a:t>
            </a:r>
          </a:p>
          <a:p>
            <a:pPr lvl="1"/>
            <a:r>
              <a:rPr lang="en-US" sz="2200" dirty="0"/>
              <a:t>In outbreak situations, appropriate action will be initiated.</a:t>
            </a:r>
          </a:p>
        </p:txBody>
      </p:sp>
    </p:spTree>
    <p:extLst>
      <p:ext uri="{BB962C8B-B14F-4D97-AF65-F5344CB8AC3E}">
        <p14:creationId xmlns:p14="http://schemas.microsoft.com/office/powerpoint/2010/main" val="126007295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7D237FC-A5D9-09A4-4680-95A38C96C5D7}"/>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B90F04-3C6A-3E64-CA71-EBECCF7E190D}"/>
              </a:ext>
            </a:extLst>
          </p:cNvPr>
          <p:cNvSpPr>
            <a:spLocks noGrp="1"/>
          </p:cNvSpPr>
          <p:nvPr>
            <p:ph type="title"/>
          </p:nvPr>
        </p:nvSpPr>
        <p:spPr>
          <a:xfrm>
            <a:off x="841248" y="548640"/>
            <a:ext cx="3600860" cy="5431536"/>
          </a:xfrm>
        </p:spPr>
        <p:txBody>
          <a:bodyPr>
            <a:normAutofit/>
          </a:bodyPr>
          <a:lstStyle/>
          <a:p>
            <a:r>
              <a:rPr lang="en-US" sz="4200" b="1"/>
              <a:t>National Health Programmess</a:t>
            </a:r>
            <a:endParaRPr lang="en-US" sz="4200"/>
          </a:p>
        </p:txBody>
      </p:sp>
      <p:sp>
        <p:nvSpPr>
          <p:cNvPr id="14"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DAB5CE2-B777-DF09-32EB-3D438095C3CC}"/>
              </a:ext>
            </a:extLst>
          </p:cNvPr>
          <p:cNvSpPr>
            <a:spLocks noGrp="1"/>
          </p:cNvSpPr>
          <p:nvPr>
            <p:ph idx="1"/>
          </p:nvPr>
        </p:nvSpPr>
        <p:spPr>
          <a:xfrm>
            <a:off x="5126418" y="552091"/>
            <a:ext cx="6224335" cy="5431536"/>
          </a:xfrm>
        </p:spPr>
        <p:txBody>
          <a:bodyPr anchor="ctr">
            <a:normAutofit/>
          </a:bodyPr>
          <a:lstStyle/>
          <a:p>
            <a:r>
              <a:rPr lang="en-US" sz="2200" b="1"/>
              <a:t>National Programme for Prevention and Control of Deafness (NPPCD)</a:t>
            </a:r>
            <a:endParaRPr lang="en-US" sz="2200"/>
          </a:p>
          <a:p>
            <a:r>
              <a:rPr lang="en-US" sz="2200"/>
              <a:t>The programme focuses on three essential components:</a:t>
            </a:r>
          </a:p>
          <a:p>
            <a:pPr lvl="1"/>
            <a:r>
              <a:rPr lang="en-US" sz="2200"/>
              <a:t>Early detection of cases of hearing impairment and deafness, and referral;</a:t>
            </a:r>
          </a:p>
          <a:p>
            <a:pPr lvl="1"/>
            <a:r>
              <a:rPr lang="en-US" sz="2200"/>
              <a:t>Provision of basic diagnosis and treatment services for common ear diseases; and</a:t>
            </a:r>
          </a:p>
          <a:p>
            <a:pPr lvl="1"/>
            <a:r>
              <a:rPr lang="en-US" sz="2200"/>
              <a:t>Awareness generation through appropriate IEC strategies and greater participation/role of community in primary prevention and early detection of hearing impairment/deafness.</a:t>
            </a:r>
          </a:p>
        </p:txBody>
      </p:sp>
    </p:spTree>
    <p:extLst>
      <p:ext uri="{BB962C8B-B14F-4D97-AF65-F5344CB8AC3E}">
        <p14:creationId xmlns:p14="http://schemas.microsoft.com/office/powerpoint/2010/main" val="35703685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22C2B-0225-ABD4-AA6D-F6DC214DD7C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0E4317-A442-60AB-AD59-5CD8A2998ED2}"/>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BA56964A-AABD-8ADE-BE82-EDFB6270858B}"/>
              </a:ext>
            </a:extLst>
          </p:cNvPr>
          <p:cNvSpPr>
            <a:spLocks noGrp="1"/>
          </p:cNvSpPr>
          <p:nvPr>
            <p:ph idx="1"/>
          </p:nvPr>
        </p:nvSpPr>
        <p:spPr>
          <a:xfrm>
            <a:off x="838200" y="1929384"/>
            <a:ext cx="10515600" cy="4251960"/>
          </a:xfrm>
        </p:spPr>
        <p:txBody>
          <a:bodyPr>
            <a:normAutofit/>
          </a:bodyPr>
          <a:lstStyle/>
          <a:p>
            <a:r>
              <a:rPr lang="en-US" sz="2200" b="1"/>
              <a:t>National Mental Health Programme (NMHP)</a:t>
            </a:r>
            <a:endParaRPr lang="en-US" sz="2200"/>
          </a:p>
          <a:p>
            <a:r>
              <a:rPr lang="en-US" sz="2200" b="1"/>
              <a:t>Essential Services:</a:t>
            </a:r>
          </a:p>
          <a:p>
            <a:pPr lvl="1"/>
            <a:r>
              <a:rPr lang="en-US" sz="2200"/>
              <a:t>Early identification, diagnosis and treatment of common mental disorders (anxiety, depression, psychosis, schizophrenia, manic depressive psychosis);</a:t>
            </a:r>
          </a:p>
          <a:p>
            <a:pPr lvl="1"/>
            <a:r>
              <a:rPr lang="en-US" sz="2200"/>
              <a:t>IEC activities for prevention, removal of stigma and early detection of mental disorders; and</a:t>
            </a:r>
          </a:p>
          <a:p>
            <a:pPr lvl="1"/>
            <a:r>
              <a:rPr lang="en-US" sz="2200"/>
              <a:t>Follow up care of detected cases who are on treatment.</a:t>
            </a:r>
          </a:p>
          <a:p>
            <a:r>
              <a:rPr lang="en-US" sz="2200" b="1"/>
              <a:t>Desirable Services:</a:t>
            </a:r>
          </a:p>
          <a:p>
            <a:pPr lvl="1"/>
            <a:r>
              <a:rPr lang="en-US" sz="2200"/>
              <a:t>With short term training, the medical officers would be trained to deliver basic mental health care using limited number of drugs and to provide referral service. This would result in early identification and treatment of common mental illnesses in the community.</a:t>
            </a:r>
          </a:p>
        </p:txBody>
      </p:sp>
    </p:spTree>
    <p:extLst>
      <p:ext uri="{BB962C8B-B14F-4D97-AF65-F5344CB8AC3E}">
        <p14:creationId xmlns:p14="http://schemas.microsoft.com/office/powerpoint/2010/main" val="288253847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35B452-D347-F4B3-536F-03A6F46C24D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11A0F37-BDC4-22B6-E87D-BB54EF6FDD59}"/>
              </a:ext>
            </a:extLst>
          </p:cNvPr>
          <p:cNvSpPr>
            <a:spLocks noGrp="1"/>
          </p:cNvSpPr>
          <p:nvPr>
            <p:ph type="title"/>
          </p:nvPr>
        </p:nvSpPr>
        <p:spPr>
          <a:xfrm>
            <a:off x="838200" y="365125"/>
            <a:ext cx="10515600" cy="1325563"/>
          </a:xfrm>
        </p:spPr>
        <p:txBody>
          <a:bodyPr>
            <a:normAutofit/>
          </a:bodyPr>
          <a:lstStyle/>
          <a:p>
            <a:r>
              <a:rPr lang="en-US" sz="3000" b="1"/>
              <a:t>National Programme for Prevention and Control of Cancer, Diabetes, Cardiovascular Diseases and Stroke (NPCDCS)</a:t>
            </a:r>
            <a:endParaRPr lang="en-US" sz="30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59D11FC7-142B-F88A-73E4-0D8DB62305BD}"/>
              </a:ext>
            </a:extLst>
          </p:cNvPr>
          <p:cNvSpPr>
            <a:spLocks noGrp="1"/>
          </p:cNvSpPr>
          <p:nvPr>
            <p:ph idx="1"/>
          </p:nvPr>
        </p:nvSpPr>
        <p:spPr>
          <a:xfrm>
            <a:off x="838200" y="1929384"/>
            <a:ext cx="10515600" cy="4251960"/>
          </a:xfrm>
        </p:spPr>
        <p:txBody>
          <a:bodyPr>
            <a:normAutofit/>
          </a:bodyPr>
          <a:lstStyle/>
          <a:p>
            <a:r>
              <a:rPr lang="en-US" sz="2000" b="1"/>
              <a:t>Cancer Control - Essential Services:</a:t>
            </a:r>
            <a:endParaRPr lang="en-US" sz="2000"/>
          </a:p>
          <a:p>
            <a:pPr lvl="1"/>
            <a:r>
              <a:rPr lang="en-US" sz="2000"/>
              <a:t>Facilities for early detection and referral of suspected cancer cases;</a:t>
            </a:r>
          </a:p>
          <a:p>
            <a:pPr lvl="1"/>
            <a:r>
              <a:rPr lang="en-US" sz="2000"/>
              <a:t>Screening for cervical, breast and oral cancers;</a:t>
            </a:r>
          </a:p>
          <a:p>
            <a:pPr lvl="1"/>
            <a:r>
              <a:rPr lang="en-US" sz="2000"/>
              <a:t>Education about breast self-examination and oral self-examination; and</a:t>
            </a:r>
          </a:p>
          <a:p>
            <a:pPr lvl="1"/>
            <a:r>
              <a:rPr lang="en-US" sz="2000"/>
              <a:t>PAP smear for cancer cervix.</a:t>
            </a:r>
          </a:p>
          <a:p>
            <a:r>
              <a:rPr lang="en-US" sz="2000" b="1"/>
              <a:t>Cancer Control - Desirable Services:</a:t>
            </a:r>
          </a:p>
          <a:p>
            <a:pPr lvl="1"/>
            <a:r>
              <a:rPr lang="en-US" sz="2000"/>
              <a:t>Basic equipment (magna visualiser, indirect laryngoscope, punch biopsy forceps) and consumables for early detection of common cancers;</a:t>
            </a:r>
          </a:p>
          <a:p>
            <a:pPr lvl="1"/>
            <a:r>
              <a:rPr lang="en-US" sz="2000"/>
              <a:t>Public private partnership for laboratory investigations including biochemical, pathological (including biopsy), microbiological, tumor markers, mammography etc. which are related to cancer diagnosis; and</a:t>
            </a:r>
          </a:p>
          <a:p>
            <a:pPr lvl="1"/>
            <a:r>
              <a:rPr lang="en-US" sz="2000"/>
              <a:t>Investigations to confirm diagnosis of cancer in patients with early warning signals through public private partnership mode.</a:t>
            </a:r>
          </a:p>
        </p:txBody>
      </p:sp>
    </p:spTree>
    <p:extLst>
      <p:ext uri="{BB962C8B-B14F-4D97-AF65-F5344CB8AC3E}">
        <p14:creationId xmlns:p14="http://schemas.microsoft.com/office/powerpoint/2010/main" val="195389528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0F0658-18D0-90DA-2447-10BC6001044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4D6E8-608F-A5D3-29EA-0CE6FC055373}"/>
              </a:ext>
            </a:extLst>
          </p:cNvPr>
          <p:cNvSpPr>
            <a:spLocks noGrp="1"/>
          </p:cNvSpPr>
          <p:nvPr>
            <p:ph type="title"/>
          </p:nvPr>
        </p:nvSpPr>
        <p:spPr>
          <a:xfrm>
            <a:off x="838200" y="365125"/>
            <a:ext cx="10515600" cy="1325563"/>
          </a:xfrm>
        </p:spPr>
        <p:txBody>
          <a:bodyPr>
            <a:normAutofit/>
          </a:bodyPr>
          <a:lstStyle/>
          <a:p>
            <a:r>
              <a:rPr lang="en-US" sz="3000" b="1"/>
              <a:t>National Programme for Prevention and Control of Cancer, Diabetes, Cardiovascular Diseases and Stroke (NPCDCS)</a:t>
            </a:r>
            <a:endParaRPr lang="en-US" sz="30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32B89D43-C0E6-7C43-5FE6-E40BD481E9BB}"/>
              </a:ext>
            </a:extLst>
          </p:cNvPr>
          <p:cNvSpPr>
            <a:spLocks noGrp="1"/>
          </p:cNvSpPr>
          <p:nvPr>
            <p:ph idx="1"/>
          </p:nvPr>
        </p:nvSpPr>
        <p:spPr>
          <a:xfrm>
            <a:off x="838200" y="1929384"/>
            <a:ext cx="10515600" cy="4251960"/>
          </a:xfrm>
        </p:spPr>
        <p:txBody>
          <a:bodyPr>
            <a:normAutofit/>
          </a:bodyPr>
          <a:lstStyle/>
          <a:p>
            <a:r>
              <a:rPr lang="en-US" sz="1500" b="1" dirty="0"/>
              <a:t>Diabetes, CVD and Stroke </a:t>
            </a:r>
            <a:r>
              <a:rPr lang="en-US" sz="1500" b="1" dirty="0" err="1"/>
              <a:t>Programme</a:t>
            </a:r>
            <a:endParaRPr lang="en-US" sz="1500" dirty="0"/>
          </a:p>
          <a:p>
            <a:r>
              <a:rPr lang="en-US" sz="1500" b="1" dirty="0"/>
              <a:t>Promotion and Prevention (Essential):</a:t>
            </a:r>
            <a:endParaRPr lang="en-US" sz="1500" dirty="0"/>
          </a:p>
          <a:p>
            <a:pPr lvl="1"/>
            <a:r>
              <a:rPr lang="en-US" sz="1500" dirty="0"/>
              <a:t>Promotion of healthy dietary habits</a:t>
            </a:r>
          </a:p>
          <a:p>
            <a:pPr lvl="1"/>
            <a:r>
              <a:rPr lang="en-US" sz="1500" dirty="0"/>
              <a:t>Promotion of physical activity</a:t>
            </a:r>
          </a:p>
          <a:p>
            <a:pPr lvl="1"/>
            <a:r>
              <a:rPr lang="en-US" sz="1500" dirty="0"/>
              <a:t>Avoidance of tobacco and alcohol</a:t>
            </a:r>
          </a:p>
          <a:p>
            <a:pPr lvl="1"/>
            <a:r>
              <a:rPr lang="en-US" sz="1500" dirty="0"/>
              <a:t>Stress management</a:t>
            </a:r>
          </a:p>
          <a:p>
            <a:pPr lvl="1"/>
            <a:r>
              <a:rPr lang="en-US" sz="1500" dirty="0"/>
              <a:t>Treatment and timely referral of complicated cases of diabetes mellitus, hypertension, IHD, CHF etc.</a:t>
            </a:r>
          </a:p>
          <a:p>
            <a:pPr lvl="1"/>
            <a:r>
              <a:rPr lang="en-US" sz="1500" dirty="0"/>
              <a:t>Assured investigations: Urine albumin and sugar, blood sugar, blood lipid profile, KFT (blood urea, creatinine), ECG</a:t>
            </a:r>
          </a:p>
          <a:p>
            <a:r>
              <a:rPr lang="en-US" sz="1500" b="1" dirty="0"/>
              <a:t>Desirable:</a:t>
            </a:r>
            <a:endParaRPr lang="en-US" sz="1500" dirty="0"/>
          </a:p>
          <a:p>
            <a:pPr lvl="1"/>
            <a:r>
              <a:rPr lang="en-US" sz="1500" dirty="0"/>
              <a:t>Early detection through survey of population using simple measures like history taking of symptoms, measuring blood pressure, checking for sugar in urine and blood etc. and their segregation into normal, vulnerable, high risk and those suffering from disease.</a:t>
            </a:r>
          </a:p>
        </p:txBody>
      </p:sp>
    </p:spTree>
    <p:extLst>
      <p:ext uri="{BB962C8B-B14F-4D97-AF65-F5344CB8AC3E}">
        <p14:creationId xmlns:p14="http://schemas.microsoft.com/office/powerpoint/2010/main" val="136162612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22C2B-0225-ABD4-AA6D-F6DC214DD7CB}"/>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0E4317-A442-60AB-AD59-5CD8A2998ED2}"/>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BA56964A-AABD-8ADE-BE82-EDFB6270858B}"/>
              </a:ext>
            </a:extLst>
          </p:cNvPr>
          <p:cNvSpPr>
            <a:spLocks noGrp="1"/>
          </p:cNvSpPr>
          <p:nvPr>
            <p:ph idx="1"/>
          </p:nvPr>
        </p:nvSpPr>
        <p:spPr>
          <a:xfrm>
            <a:off x="838200" y="1929384"/>
            <a:ext cx="10515600" cy="4251960"/>
          </a:xfrm>
        </p:spPr>
        <p:txBody>
          <a:bodyPr>
            <a:normAutofit/>
          </a:bodyPr>
          <a:lstStyle/>
          <a:p>
            <a:r>
              <a:rPr lang="en-US" sz="2200" b="1" dirty="0"/>
              <a:t>National Iodine Deficiency Disorders </a:t>
            </a:r>
            <a:r>
              <a:rPr lang="en-US" sz="2200" b="1" dirty="0" err="1"/>
              <a:t>Programme</a:t>
            </a:r>
            <a:r>
              <a:rPr lang="en-US" sz="2200" b="1" dirty="0"/>
              <a:t> (NIDDCP)</a:t>
            </a:r>
            <a:endParaRPr lang="en-US" sz="2200" dirty="0"/>
          </a:p>
          <a:p>
            <a:pPr lvl="1"/>
            <a:r>
              <a:rPr lang="en-US" sz="2200" dirty="0"/>
              <a:t>IEC activities in the form of posters, pamphlets, and interpersonal communication to promote the consumption of </a:t>
            </a:r>
            <a:r>
              <a:rPr lang="en-US" sz="2200" dirty="0" err="1"/>
              <a:t>iodised</a:t>
            </a:r>
            <a:r>
              <a:rPr lang="en-US" sz="2200" dirty="0"/>
              <a:t> salt by the people and monitoring of </a:t>
            </a:r>
            <a:r>
              <a:rPr lang="en-US" sz="2200" dirty="0" err="1"/>
              <a:t>iodised</a:t>
            </a:r>
            <a:r>
              <a:rPr lang="en-US" sz="2200" dirty="0"/>
              <a:t> salt through salt testing kits.</a:t>
            </a:r>
          </a:p>
          <a:p>
            <a:r>
              <a:rPr lang="en-US" sz="2200" b="1" u="sng" dirty="0"/>
              <a:t>National </a:t>
            </a:r>
            <a:r>
              <a:rPr lang="en-US" sz="2200" b="1" u="sng" dirty="0" err="1"/>
              <a:t>Programme</a:t>
            </a:r>
            <a:r>
              <a:rPr lang="en-US" sz="2200" b="1" u="sng" dirty="0"/>
              <a:t> for Prevention and Control of Fluorosis (NPPCF)</a:t>
            </a:r>
            <a:endParaRPr lang="en-US" sz="2200" u="sng" dirty="0"/>
          </a:p>
          <a:p>
            <a:r>
              <a:rPr lang="en-US" sz="2200" b="1" dirty="0"/>
              <a:t>Essential in fluorosis affected villages:</a:t>
            </a:r>
            <a:endParaRPr lang="en-US" sz="2200" dirty="0"/>
          </a:p>
          <a:p>
            <a:pPr lvl="1"/>
            <a:r>
              <a:rPr lang="en-US" sz="2200" dirty="0"/>
              <a:t>Clinical examination and preliminary diagnostic parameters assessment for cases of fluorosis if facilities are available</a:t>
            </a:r>
          </a:p>
          <a:p>
            <a:pPr lvl="1"/>
            <a:r>
              <a:rPr lang="en-US" sz="2200" dirty="0"/>
              <a:t>Monitoring of village/community level fluorosis surveillance and IEC activities</a:t>
            </a:r>
          </a:p>
          <a:p>
            <a:pPr lvl="1"/>
            <a:r>
              <a:rPr lang="en-US" sz="2200" dirty="0"/>
              <a:t>Referral services, IEC activities in the form of posters, pamphlets, interpersonal communication to prevent fluorosis</a:t>
            </a:r>
          </a:p>
        </p:txBody>
      </p:sp>
    </p:spTree>
    <p:extLst>
      <p:ext uri="{BB962C8B-B14F-4D97-AF65-F5344CB8AC3E}">
        <p14:creationId xmlns:p14="http://schemas.microsoft.com/office/powerpoint/2010/main" val="19838122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BC2D797-08DC-27D4-E320-AC8801AED0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240CD6-7E09-5699-AD70-4C35304579FB}"/>
              </a:ext>
            </a:extLst>
          </p:cNvPr>
          <p:cNvSpPr>
            <a:spLocks noGrp="1"/>
          </p:cNvSpPr>
          <p:nvPr>
            <p:ph type="title"/>
          </p:nvPr>
        </p:nvSpPr>
        <p:spPr>
          <a:xfrm>
            <a:off x="838200" y="365125"/>
            <a:ext cx="10515600" cy="1325563"/>
          </a:xfrm>
        </p:spPr>
        <p:txBody>
          <a:bodyPr>
            <a:normAutofit/>
          </a:bodyPr>
          <a:lstStyle/>
          <a:p>
            <a:r>
              <a:rPr lang="en-US" sz="5400" b="1"/>
              <a:t>National Health Programmess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ECF26837-E74A-1439-2330-3B90FE23A92D}"/>
              </a:ext>
            </a:extLst>
          </p:cNvPr>
          <p:cNvSpPr>
            <a:spLocks noGrp="1"/>
          </p:cNvSpPr>
          <p:nvPr>
            <p:ph idx="1"/>
          </p:nvPr>
        </p:nvSpPr>
        <p:spPr>
          <a:xfrm>
            <a:off x="838200" y="1929384"/>
            <a:ext cx="10515600" cy="4251960"/>
          </a:xfrm>
        </p:spPr>
        <p:txBody>
          <a:bodyPr>
            <a:normAutofit/>
          </a:bodyPr>
          <a:lstStyle/>
          <a:p>
            <a:r>
              <a:rPr lang="en-US" sz="2200" b="1"/>
              <a:t>National Tobacco Control Programme (NTCP)</a:t>
            </a:r>
            <a:endParaRPr lang="en-US" sz="2200"/>
          </a:p>
          <a:p>
            <a:r>
              <a:rPr lang="en-US" sz="2200" b="1"/>
              <a:t>Essential:</a:t>
            </a:r>
            <a:endParaRPr lang="en-US" sz="2200"/>
          </a:p>
          <a:p>
            <a:pPr lvl="1"/>
            <a:r>
              <a:rPr lang="en-US" sz="2200"/>
              <a:t>Health education and IEC activities regarding harmful effects of tobacco use and second hand smoke</a:t>
            </a:r>
          </a:p>
          <a:p>
            <a:pPr lvl="1"/>
            <a:r>
              <a:rPr lang="en-US" sz="2200"/>
              <a:t>Promoting quitting of tobacco in the community and offering brief advice to all smokers and tobacco users</a:t>
            </a:r>
          </a:p>
          <a:p>
            <a:pPr lvl="1"/>
            <a:r>
              <a:rPr lang="en-US" sz="2200"/>
              <a:t>Making the premises of CHC tobacco free and display of mandatory signages</a:t>
            </a:r>
          </a:p>
          <a:p>
            <a:r>
              <a:rPr lang="en-US" sz="2200" b="1"/>
              <a:t>Desirable:</a:t>
            </a:r>
            <a:br>
              <a:rPr lang="en-US" sz="2200"/>
            </a:br>
            <a:r>
              <a:rPr lang="en-US" sz="2200"/>
              <a:t>Setting up a Tobacco cessation clinic by training the counselor in tobacco cessation.</a:t>
            </a:r>
          </a:p>
        </p:txBody>
      </p:sp>
    </p:spTree>
    <p:extLst>
      <p:ext uri="{BB962C8B-B14F-4D97-AF65-F5344CB8AC3E}">
        <p14:creationId xmlns:p14="http://schemas.microsoft.com/office/powerpoint/2010/main" val="34722790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7E6057-ACB1-11B3-C127-E4D06AF83ADD}"/>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DBE4AF0C-53D5-A190-BEC2-B68A9D2A2196}"/>
              </a:ext>
            </a:extLst>
          </p:cNvPr>
          <p:cNvPicPr>
            <a:picLocks noChangeAspect="1"/>
          </p:cNvPicPr>
          <p:nvPr/>
        </p:nvPicPr>
        <p:blipFill>
          <a:blip r:embed="rId2">
            <a:duotone>
              <a:schemeClr val="bg2">
                <a:shade val="45000"/>
                <a:satMod val="135000"/>
              </a:schemeClr>
              <a:prstClr val="white"/>
            </a:duotone>
          </a:blip>
          <a:srcRect b="6250"/>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5733667-BA38-CC0B-890A-84106E5093B6}"/>
              </a:ext>
            </a:extLst>
          </p:cNvPr>
          <p:cNvSpPr>
            <a:spLocks noGrp="1"/>
          </p:cNvSpPr>
          <p:nvPr>
            <p:ph type="title"/>
          </p:nvPr>
        </p:nvSpPr>
        <p:spPr>
          <a:xfrm>
            <a:off x="838200" y="365125"/>
            <a:ext cx="10515600" cy="1325563"/>
          </a:xfrm>
        </p:spPr>
        <p:txBody>
          <a:bodyPr>
            <a:normAutofit/>
          </a:bodyPr>
          <a:lstStyle/>
          <a:p>
            <a:r>
              <a:rPr lang="en-US" b="1" dirty="0"/>
              <a:t>National Health </a:t>
            </a:r>
            <a:r>
              <a:rPr lang="en-US" b="1" dirty="0" err="1"/>
              <a:t>Programmess</a:t>
            </a:r>
            <a:endParaRPr lang="en-US" dirty="0"/>
          </a:p>
        </p:txBody>
      </p:sp>
      <p:graphicFrame>
        <p:nvGraphicFramePr>
          <p:cNvPr id="6" name="Content Placeholder 3">
            <a:extLst>
              <a:ext uri="{FF2B5EF4-FFF2-40B4-BE49-F238E27FC236}">
                <a16:creationId xmlns:a16="http://schemas.microsoft.com/office/drawing/2014/main" id="{8FCAF36B-E1C3-D2D2-CBB5-93EB23F9176D}"/>
              </a:ext>
            </a:extLst>
          </p:cNvPr>
          <p:cNvGraphicFramePr>
            <a:graphicFrameLocks noGrp="1"/>
          </p:cNvGraphicFramePr>
          <p:nvPr>
            <p:ph idx="1"/>
            <p:extLst>
              <p:ext uri="{D42A27DB-BD31-4B8C-83A1-F6EECF244321}">
                <p14:modId xmlns:p14="http://schemas.microsoft.com/office/powerpoint/2010/main" val="398670888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3055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B693C5-3701-98BA-FB82-F8C162EA8DF4}"/>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94C0922-F395-5C55-2385-83608579C43F}"/>
              </a:ext>
            </a:extLst>
          </p:cNvPr>
          <p:cNvPicPr>
            <a:picLocks noChangeAspect="1"/>
          </p:cNvPicPr>
          <p:nvPr/>
        </p:nvPicPr>
        <p:blipFill>
          <a:blip r:embed="rId2">
            <a:duotone>
              <a:schemeClr val="bg2">
                <a:shade val="45000"/>
                <a:satMod val="135000"/>
              </a:schemeClr>
              <a:prstClr val="white"/>
            </a:duotone>
          </a:blip>
          <a:srcRect r="8444" b="-1"/>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769B931-338B-D9CF-84CC-7C462BD15259}"/>
              </a:ext>
            </a:extLst>
          </p:cNvPr>
          <p:cNvSpPr>
            <a:spLocks noGrp="1"/>
          </p:cNvSpPr>
          <p:nvPr>
            <p:ph type="title"/>
          </p:nvPr>
        </p:nvSpPr>
        <p:spPr>
          <a:xfrm>
            <a:off x="838200" y="365125"/>
            <a:ext cx="10515600" cy="1325563"/>
          </a:xfrm>
        </p:spPr>
        <p:txBody>
          <a:bodyPr>
            <a:normAutofit/>
          </a:bodyPr>
          <a:lstStyle/>
          <a:p>
            <a:r>
              <a:rPr lang="en-US" b="1" dirty="0"/>
              <a:t>Additional Services</a:t>
            </a:r>
            <a:endParaRPr lang="en-US" dirty="0"/>
          </a:p>
        </p:txBody>
      </p:sp>
      <p:graphicFrame>
        <p:nvGraphicFramePr>
          <p:cNvPr id="6" name="Content Placeholder 3">
            <a:extLst>
              <a:ext uri="{FF2B5EF4-FFF2-40B4-BE49-F238E27FC236}">
                <a16:creationId xmlns:a16="http://schemas.microsoft.com/office/drawing/2014/main" id="{EB15FED1-C242-A775-AA50-080AE232DB3F}"/>
              </a:ext>
            </a:extLst>
          </p:cNvPr>
          <p:cNvGraphicFramePr>
            <a:graphicFrameLocks noGrp="1"/>
          </p:cNvGraphicFramePr>
          <p:nvPr>
            <p:ph idx="1"/>
            <p:extLst>
              <p:ext uri="{D42A27DB-BD31-4B8C-83A1-F6EECF244321}">
                <p14:modId xmlns:p14="http://schemas.microsoft.com/office/powerpoint/2010/main" val="2045420347"/>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8866200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BD8ABB-79B0-64DA-F089-0E4F3EC9CC9A}"/>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8BEC37-10CE-9F16-89D6-B3901FDF3306}"/>
              </a:ext>
            </a:extLst>
          </p:cNvPr>
          <p:cNvSpPr>
            <a:spLocks noGrp="1"/>
          </p:cNvSpPr>
          <p:nvPr>
            <p:ph type="title"/>
          </p:nvPr>
        </p:nvSpPr>
        <p:spPr>
          <a:xfrm>
            <a:off x="838200" y="365125"/>
            <a:ext cx="10515600" cy="1325563"/>
          </a:xfrm>
        </p:spPr>
        <p:txBody>
          <a:bodyPr>
            <a:normAutofit/>
          </a:bodyPr>
          <a:lstStyle/>
          <a:p>
            <a:r>
              <a:rPr lang="en-US" sz="5400" b="1"/>
              <a:t>Additional Services</a:t>
            </a:r>
            <a:endParaRPr lang="en-US" sz="5400"/>
          </a:p>
        </p:txBody>
      </p:sp>
      <p:sp>
        <p:nvSpPr>
          <p:cNvPr id="22"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ntent Placeholder 3">
            <a:extLst>
              <a:ext uri="{FF2B5EF4-FFF2-40B4-BE49-F238E27FC236}">
                <a16:creationId xmlns:a16="http://schemas.microsoft.com/office/drawing/2014/main" id="{27C415D5-B4B9-FC81-E977-D49C046FB7E3}"/>
              </a:ext>
            </a:extLst>
          </p:cNvPr>
          <p:cNvSpPr>
            <a:spLocks noGrp="1"/>
          </p:cNvSpPr>
          <p:nvPr>
            <p:ph idx="1"/>
          </p:nvPr>
        </p:nvSpPr>
        <p:spPr>
          <a:xfrm>
            <a:off x="838200" y="1929384"/>
            <a:ext cx="10515600" cy="4251960"/>
          </a:xfrm>
        </p:spPr>
        <p:txBody>
          <a:bodyPr>
            <a:normAutofit/>
          </a:bodyPr>
          <a:lstStyle/>
          <a:p>
            <a:r>
              <a:rPr lang="en-US" sz="2200" b="1"/>
              <a:t>Oral health</a:t>
            </a:r>
            <a:endParaRPr lang="en-US" sz="2200"/>
          </a:p>
          <a:p>
            <a:r>
              <a:rPr lang="en-US" sz="2200" b="1"/>
              <a:t>Essential:</a:t>
            </a:r>
            <a:endParaRPr lang="en-US" sz="2200"/>
          </a:p>
          <a:p>
            <a:pPr lvl="1"/>
            <a:r>
              <a:rPr lang="en-US" sz="2200"/>
              <a:t>Dental care and dental health education services as well as root canal treatment and filling/extraction of routine and emergency cases.</a:t>
            </a:r>
          </a:p>
          <a:p>
            <a:pPr lvl="1"/>
            <a:r>
              <a:rPr lang="en-US" sz="2200"/>
              <a:t>Oral health education in collaboration with other activities e.g. nutritional education, school health and adolescent health.</a:t>
            </a:r>
          </a:p>
        </p:txBody>
      </p:sp>
    </p:spTree>
    <p:extLst>
      <p:ext uri="{BB962C8B-B14F-4D97-AF65-F5344CB8AC3E}">
        <p14:creationId xmlns:p14="http://schemas.microsoft.com/office/powerpoint/2010/main" val="368863598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8434F3-27F3-94BC-AD99-D4EE6878A87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FCC98C-DD44-EDC5-E29E-C2D0440F44D7}"/>
              </a:ext>
            </a:extLst>
          </p:cNvPr>
          <p:cNvSpPr>
            <a:spLocks noGrp="1"/>
          </p:cNvSpPr>
          <p:nvPr>
            <p:ph type="title"/>
          </p:nvPr>
        </p:nvSpPr>
        <p:spPr>
          <a:xfrm>
            <a:off x="838200" y="365125"/>
            <a:ext cx="10515600" cy="1325563"/>
          </a:xfrm>
        </p:spPr>
        <p:txBody>
          <a:bodyPr>
            <a:normAutofit/>
          </a:bodyPr>
          <a:lstStyle/>
          <a:p>
            <a:r>
              <a:rPr lang="en-US" sz="5400" b="1"/>
              <a:t>School Health Services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ntent Placeholder 3">
            <a:extLst>
              <a:ext uri="{FF2B5EF4-FFF2-40B4-BE49-F238E27FC236}">
                <a16:creationId xmlns:a16="http://schemas.microsoft.com/office/drawing/2014/main" id="{2C0903A9-FC77-8CD9-3AF8-D4B3518A6C67}"/>
              </a:ext>
            </a:extLst>
          </p:cNvPr>
          <p:cNvSpPr>
            <a:spLocks noGrp="1"/>
          </p:cNvSpPr>
          <p:nvPr>
            <p:ph idx="1"/>
          </p:nvPr>
        </p:nvSpPr>
        <p:spPr>
          <a:xfrm>
            <a:off x="838200" y="1929384"/>
            <a:ext cx="10515600" cy="4251960"/>
          </a:xfrm>
        </p:spPr>
        <p:txBody>
          <a:bodyPr>
            <a:normAutofit fontScale="92500"/>
          </a:bodyPr>
          <a:lstStyle/>
          <a:p>
            <a:r>
              <a:rPr lang="en-US" sz="1800" dirty="0"/>
              <a:t>Doctor from CHC/PHC will also visit one school per week based on the screening reports submitted by the teams. </a:t>
            </a:r>
          </a:p>
          <a:p>
            <a:r>
              <a:rPr lang="en-US" sz="1800" b="1" dirty="0"/>
              <a:t>Screening, Health Care and Referral:</a:t>
            </a:r>
            <a:endParaRPr lang="en-US" sz="1800" dirty="0"/>
          </a:p>
          <a:p>
            <a:pPr lvl="1"/>
            <a:r>
              <a:rPr lang="en-US" sz="1800" dirty="0"/>
              <a:t>Screening of general health, assessment of </a:t>
            </a:r>
            <a:r>
              <a:rPr lang="en-US" sz="1800" dirty="0" err="1"/>
              <a:t>anaemia</a:t>
            </a:r>
            <a:r>
              <a:rPr lang="en-US" sz="1800" dirty="0"/>
              <a:t>/nutritional status, visual acuity, hearing problems, dental check-up, common skin conditions, heart defects, physical disabilities, learning disorders, behavior problems, etc.</a:t>
            </a:r>
          </a:p>
          <a:p>
            <a:pPr lvl="1"/>
            <a:r>
              <a:rPr lang="en-US" sz="1800" dirty="0"/>
              <a:t>Basic medicines to take care of common ailments prevalent among young school going children.</a:t>
            </a:r>
          </a:p>
          <a:p>
            <a:pPr lvl="1"/>
            <a:r>
              <a:rPr lang="en-US" sz="1800" dirty="0"/>
              <a:t>Referral cards for priority services at district/sub-district hospitals.</a:t>
            </a:r>
          </a:p>
          <a:p>
            <a:r>
              <a:rPr lang="en-US" sz="1800" b="1" dirty="0"/>
              <a:t>Immunization:</a:t>
            </a:r>
          </a:p>
          <a:p>
            <a:pPr lvl="1"/>
            <a:r>
              <a:rPr lang="en-US" sz="1800" dirty="0"/>
              <a:t>As per national schedule</a:t>
            </a:r>
          </a:p>
          <a:p>
            <a:pPr lvl="1"/>
            <a:r>
              <a:rPr lang="en-US" sz="1800" dirty="0"/>
              <a:t>Fixed day activity</a:t>
            </a:r>
          </a:p>
          <a:p>
            <a:pPr lvl="1"/>
            <a:r>
              <a:rPr lang="en-US" sz="1800" dirty="0"/>
              <a:t>Coupled with education about the issue</a:t>
            </a:r>
          </a:p>
          <a:p>
            <a:r>
              <a:rPr lang="en-US" sz="1800" b="1" dirty="0"/>
              <a:t>Micronutrient (Vitamin A &amp; IFA) Management:</a:t>
            </a:r>
            <a:endParaRPr lang="en-US" sz="1800" dirty="0"/>
          </a:p>
          <a:p>
            <a:pPr lvl="1"/>
            <a:r>
              <a:rPr lang="en-US" sz="1800" dirty="0"/>
              <a:t>Weekly supervised distribution of iron-folate tablets coupled with education about the issue</a:t>
            </a:r>
          </a:p>
          <a:p>
            <a:pPr lvl="1"/>
            <a:r>
              <a:rPr lang="en-US" sz="1800" dirty="0"/>
              <a:t>Administration of vitamin A in needy cases</a:t>
            </a:r>
          </a:p>
          <a:p>
            <a:endParaRPr lang="en-US" sz="1800" dirty="0"/>
          </a:p>
        </p:txBody>
      </p:sp>
    </p:spTree>
    <p:extLst>
      <p:ext uri="{BB962C8B-B14F-4D97-AF65-F5344CB8AC3E}">
        <p14:creationId xmlns:p14="http://schemas.microsoft.com/office/powerpoint/2010/main" val="9311243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06F739-287A-2704-94B8-35BE83EE65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77AB6-C2C6-FDB7-4B65-D2230C8B87E5}"/>
              </a:ext>
            </a:extLst>
          </p:cNvPr>
          <p:cNvSpPr>
            <a:spLocks noGrp="1"/>
          </p:cNvSpPr>
          <p:nvPr>
            <p:ph type="title"/>
          </p:nvPr>
        </p:nvSpPr>
        <p:spPr/>
        <p:txBody>
          <a:bodyPr/>
          <a:lstStyle/>
          <a:p>
            <a:r>
              <a:rPr lang="en-US" b="1" dirty="0"/>
              <a:t>School Health Services</a:t>
            </a:r>
            <a:endParaRPr lang="en-US" dirty="0"/>
          </a:p>
        </p:txBody>
      </p:sp>
      <p:sp>
        <p:nvSpPr>
          <p:cNvPr id="4" name="Content Placeholder 3">
            <a:extLst>
              <a:ext uri="{FF2B5EF4-FFF2-40B4-BE49-F238E27FC236}">
                <a16:creationId xmlns:a16="http://schemas.microsoft.com/office/drawing/2014/main" id="{5CC2BE5D-948A-3B47-C870-9A6FD01C5F27}"/>
              </a:ext>
            </a:extLst>
          </p:cNvPr>
          <p:cNvSpPr>
            <a:spLocks noGrp="1"/>
          </p:cNvSpPr>
          <p:nvPr>
            <p:ph idx="1"/>
          </p:nvPr>
        </p:nvSpPr>
        <p:spPr/>
        <p:txBody>
          <a:bodyPr numCol="2">
            <a:normAutofit lnSpcReduction="10000"/>
          </a:bodyPr>
          <a:lstStyle/>
          <a:p>
            <a:r>
              <a:rPr lang="en-US" b="1" dirty="0"/>
              <a:t>De-worming:</a:t>
            </a:r>
          </a:p>
          <a:p>
            <a:pPr lvl="1"/>
            <a:r>
              <a:rPr lang="en-US" dirty="0"/>
              <a:t>Biannually supervised schedule</a:t>
            </a:r>
          </a:p>
          <a:p>
            <a:pPr lvl="1"/>
            <a:r>
              <a:rPr lang="en-US" dirty="0"/>
              <a:t>Prior IEC (Information, Education, Communication)</a:t>
            </a:r>
          </a:p>
          <a:p>
            <a:pPr lvl="1"/>
            <a:r>
              <a:rPr lang="en-US" dirty="0"/>
              <a:t>Siblings of students also to be covered</a:t>
            </a:r>
          </a:p>
          <a:p>
            <a:r>
              <a:rPr lang="en-US" b="1" dirty="0"/>
              <a:t>Capacity Building</a:t>
            </a:r>
            <a:endParaRPr lang="en-US" dirty="0"/>
          </a:p>
          <a:p>
            <a:r>
              <a:rPr lang="en-US" b="1" dirty="0"/>
              <a:t>Monitoring &amp; Evaluation</a:t>
            </a:r>
            <a:endParaRPr lang="en-US" dirty="0"/>
          </a:p>
          <a:p>
            <a:r>
              <a:rPr lang="en-US" b="1" dirty="0"/>
              <a:t>Mid Day Meal</a:t>
            </a:r>
          </a:p>
          <a:p>
            <a:endParaRPr lang="en-US" dirty="0"/>
          </a:p>
          <a:p>
            <a:r>
              <a:rPr lang="en-US" b="1" dirty="0"/>
              <a:t>Desirable Services: Health Promoting Schools:</a:t>
            </a:r>
            <a:endParaRPr lang="en-US" dirty="0"/>
          </a:p>
          <a:p>
            <a:pPr lvl="1"/>
            <a:r>
              <a:rPr lang="en-US" dirty="0"/>
              <a:t>Counselling services</a:t>
            </a:r>
          </a:p>
          <a:p>
            <a:pPr lvl="1"/>
            <a:r>
              <a:rPr lang="en-US" dirty="0"/>
              <a:t>Regular practice of yoga, physical education, health education</a:t>
            </a:r>
          </a:p>
          <a:p>
            <a:pPr lvl="1"/>
            <a:r>
              <a:rPr lang="en-US" dirty="0"/>
              <a:t>Peer leaders as health educators</a:t>
            </a:r>
          </a:p>
          <a:p>
            <a:pPr lvl="1"/>
            <a:r>
              <a:rPr lang="en-US" dirty="0"/>
              <a:t>Adolescent health education (existing in few places)</a:t>
            </a:r>
          </a:p>
          <a:p>
            <a:pPr lvl="1"/>
            <a:r>
              <a:rPr lang="en-US" dirty="0"/>
              <a:t>Linkages with the out-of-school children</a:t>
            </a:r>
          </a:p>
          <a:p>
            <a:pPr lvl="1"/>
            <a:r>
              <a:rPr lang="en-US" dirty="0"/>
              <a:t>Health clubs, health cabinets</a:t>
            </a:r>
          </a:p>
          <a:p>
            <a:pPr lvl="1"/>
            <a:r>
              <a:rPr lang="en-US" dirty="0"/>
              <a:t>First aid room/corners or clinics</a:t>
            </a:r>
          </a:p>
        </p:txBody>
      </p:sp>
    </p:spTree>
    <p:extLst>
      <p:ext uri="{BB962C8B-B14F-4D97-AF65-F5344CB8AC3E}">
        <p14:creationId xmlns:p14="http://schemas.microsoft.com/office/powerpoint/2010/main" val="96581662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FF40B85-BA88-627E-F58E-352B93B9DBCE}"/>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F8E3B-82FB-5B5A-CCA3-2E11FFE65DF0}"/>
              </a:ext>
            </a:extLst>
          </p:cNvPr>
          <p:cNvSpPr>
            <a:spLocks noGrp="1"/>
          </p:cNvSpPr>
          <p:nvPr>
            <p:ph type="title"/>
          </p:nvPr>
        </p:nvSpPr>
        <p:spPr>
          <a:xfrm>
            <a:off x="686834" y="1153572"/>
            <a:ext cx="3200400" cy="4461163"/>
          </a:xfrm>
        </p:spPr>
        <p:txBody>
          <a:bodyPr>
            <a:normAutofit/>
          </a:bodyPr>
          <a:lstStyle/>
          <a:p>
            <a:r>
              <a:rPr lang="en-US" b="1">
                <a:solidFill>
                  <a:srgbClr val="FFFFFF"/>
                </a:solidFill>
              </a:rPr>
              <a:t>Adolescent Health care</a:t>
            </a:r>
            <a:endParaRPr lang="en-US">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34CD00B8-43F5-82BA-2B26-B6BB64D5D196}"/>
              </a:ext>
            </a:extLst>
          </p:cNvPr>
          <p:cNvSpPr>
            <a:spLocks noGrp="1"/>
          </p:cNvSpPr>
          <p:nvPr>
            <p:ph idx="1"/>
          </p:nvPr>
        </p:nvSpPr>
        <p:spPr>
          <a:xfrm>
            <a:off x="4447308" y="591344"/>
            <a:ext cx="6906491" cy="5585619"/>
          </a:xfrm>
        </p:spPr>
        <p:txBody>
          <a:bodyPr anchor="ctr">
            <a:normAutofit/>
          </a:bodyPr>
          <a:lstStyle/>
          <a:p>
            <a:r>
              <a:rPr lang="en-US" dirty="0"/>
              <a:t>Adolescent friendly clinic for 2 hours once a week on a fixed day. Services should be comprehensive i.e. a judicious mix of promotive, preventive, curative and referral services.</a:t>
            </a:r>
          </a:p>
          <a:p>
            <a:r>
              <a:rPr lang="en-US" b="1" dirty="0"/>
              <a:t>Core Package (Essential):</a:t>
            </a:r>
            <a:endParaRPr lang="en-US" dirty="0"/>
          </a:p>
          <a:p>
            <a:r>
              <a:rPr lang="en-US" b="1" dirty="0"/>
              <a:t>Adolescent and Reproductive Health:</a:t>
            </a:r>
            <a:endParaRPr lang="en-US" dirty="0"/>
          </a:p>
          <a:p>
            <a:pPr lvl="1"/>
            <a:r>
              <a:rPr lang="en-US" dirty="0"/>
              <a:t>Information, counselling and services related to sexual concerns, pregnancy, contraception, abortion, menstrual problems etc.</a:t>
            </a:r>
          </a:p>
          <a:p>
            <a:r>
              <a:rPr lang="en-US" b="1" dirty="0"/>
              <a:t>Immunization Services:</a:t>
            </a:r>
            <a:endParaRPr lang="en-US" dirty="0"/>
          </a:p>
          <a:p>
            <a:pPr lvl="1"/>
            <a:r>
              <a:rPr lang="en-US" dirty="0"/>
              <a:t>Services for tetanus immunization of adolescents</a:t>
            </a:r>
          </a:p>
          <a:p>
            <a:endParaRPr lang="en-US" dirty="0"/>
          </a:p>
        </p:txBody>
      </p:sp>
    </p:spTree>
    <p:extLst>
      <p:ext uri="{BB962C8B-B14F-4D97-AF65-F5344CB8AC3E}">
        <p14:creationId xmlns:p14="http://schemas.microsoft.com/office/powerpoint/2010/main" val="12840038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B87BA7-A314-8DFD-152F-D22D53E8218D}"/>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C74E1E-12B0-0AE4-3CE7-2DDD3D567724}"/>
              </a:ext>
            </a:extLst>
          </p:cNvPr>
          <p:cNvSpPr>
            <a:spLocks noGrp="1"/>
          </p:cNvSpPr>
          <p:nvPr>
            <p:ph type="title"/>
          </p:nvPr>
        </p:nvSpPr>
        <p:spPr>
          <a:xfrm>
            <a:off x="686834" y="1153572"/>
            <a:ext cx="3200400" cy="4461163"/>
          </a:xfrm>
        </p:spPr>
        <p:txBody>
          <a:bodyPr>
            <a:normAutofit/>
          </a:bodyPr>
          <a:lstStyle/>
          <a:p>
            <a:r>
              <a:rPr lang="en-US" b="1">
                <a:solidFill>
                  <a:srgbClr val="FFFFFF"/>
                </a:solidFill>
              </a:rPr>
              <a:t>Adolescent Health care</a:t>
            </a:r>
            <a:endParaRPr lang="en-US">
              <a:solidFill>
                <a:srgbClr val="FFFFFF"/>
              </a:solidFill>
            </a:endParaRPr>
          </a:p>
        </p:txBody>
      </p:sp>
      <p:sp>
        <p:nvSpPr>
          <p:cNvPr id="13" name="Arc 12">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0003AE94-B538-848B-FDD1-FD06E383BF18}"/>
              </a:ext>
            </a:extLst>
          </p:cNvPr>
          <p:cNvSpPr>
            <a:spLocks noGrp="1"/>
          </p:cNvSpPr>
          <p:nvPr>
            <p:ph idx="1"/>
          </p:nvPr>
        </p:nvSpPr>
        <p:spPr>
          <a:xfrm>
            <a:off x="4447308" y="591344"/>
            <a:ext cx="6906491" cy="5585619"/>
          </a:xfrm>
        </p:spPr>
        <p:txBody>
          <a:bodyPr anchor="ctr">
            <a:normAutofit/>
          </a:bodyPr>
          <a:lstStyle/>
          <a:p>
            <a:r>
              <a:rPr lang="en-US" b="1" dirty="0"/>
              <a:t>Nutritional Services:</a:t>
            </a:r>
            <a:endParaRPr lang="en-US" dirty="0"/>
          </a:p>
          <a:p>
            <a:pPr lvl="1"/>
            <a:r>
              <a:rPr lang="en-US" dirty="0"/>
              <a:t>Nutritional counselling, prevention and management of nutritional </a:t>
            </a:r>
            <a:r>
              <a:rPr lang="en-US" dirty="0" err="1"/>
              <a:t>anaemia</a:t>
            </a:r>
            <a:endParaRPr lang="en-US" dirty="0"/>
          </a:p>
          <a:p>
            <a:r>
              <a:rPr lang="en-US" b="1" dirty="0"/>
              <a:t>STI/RTI Management:</a:t>
            </a:r>
            <a:endParaRPr lang="en-US" dirty="0"/>
          </a:p>
          <a:p>
            <a:pPr lvl="1"/>
            <a:r>
              <a:rPr lang="en-US" dirty="0"/>
              <a:t>Sexually Transmitted Infections and Reproductive Tract Infections management</a:t>
            </a:r>
          </a:p>
          <a:p>
            <a:r>
              <a:rPr lang="en-US" b="1" dirty="0"/>
              <a:t>Referral Services:</a:t>
            </a:r>
            <a:endParaRPr lang="en-US" dirty="0"/>
          </a:p>
          <a:p>
            <a:pPr lvl="1"/>
            <a:r>
              <a:rPr lang="en-US" dirty="0"/>
              <a:t>Referral services for VCTC (Voluntary Counselling and Testing Centre) and PPTCT (Prevention of Parent to Child Transmission) services and services for safe termination of pregnancy, if not available at PHC</a:t>
            </a:r>
          </a:p>
          <a:p>
            <a:endParaRPr lang="en-US" dirty="0"/>
          </a:p>
        </p:txBody>
      </p:sp>
    </p:spTree>
    <p:extLst>
      <p:ext uri="{BB962C8B-B14F-4D97-AF65-F5344CB8AC3E}">
        <p14:creationId xmlns:p14="http://schemas.microsoft.com/office/powerpoint/2010/main" val="382152285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25F23C-2C4D-A1C9-03CE-8C79C6863A9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00EDD19-6802-4EC3-95CE-CFFAB042CF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C6B512-70A4-0D67-831F-B1D05117CF8D}"/>
              </a:ext>
            </a:extLst>
          </p:cNvPr>
          <p:cNvSpPr>
            <a:spLocks noGrp="1"/>
          </p:cNvSpPr>
          <p:nvPr>
            <p:ph type="title"/>
          </p:nvPr>
        </p:nvSpPr>
        <p:spPr>
          <a:xfrm>
            <a:off x="838200" y="365125"/>
            <a:ext cx="10515600" cy="1325563"/>
          </a:xfrm>
        </p:spPr>
        <p:txBody>
          <a:bodyPr>
            <a:normAutofit/>
          </a:bodyPr>
          <a:lstStyle/>
          <a:p>
            <a:r>
              <a:rPr lang="en-US" sz="5400" b="1"/>
              <a:t>Support Centres</a:t>
            </a:r>
            <a:endParaRPr lang="en-US" sz="5400"/>
          </a:p>
        </p:txBody>
      </p:sp>
      <p:sp>
        <p:nvSpPr>
          <p:cNvPr id="11" name="sketch line">
            <a:extLst>
              <a:ext uri="{FF2B5EF4-FFF2-40B4-BE49-F238E27FC236}">
                <a16:creationId xmlns:a16="http://schemas.microsoft.com/office/drawing/2014/main" id="{DB17E863-922E-4C26-BD64-E8FD41D28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9036" y="1677373"/>
            <a:ext cx="10853928" cy="18288"/>
          </a:xfrm>
          <a:custGeom>
            <a:avLst/>
            <a:gdLst>
              <a:gd name="connsiteX0" fmla="*/ 0 w 10853928"/>
              <a:gd name="connsiteY0" fmla="*/ 0 h 18288"/>
              <a:gd name="connsiteX1" fmla="*/ 461292 w 10853928"/>
              <a:gd name="connsiteY1" fmla="*/ 0 h 18288"/>
              <a:gd name="connsiteX2" fmla="*/ 1139662 w 10853928"/>
              <a:gd name="connsiteY2" fmla="*/ 0 h 18288"/>
              <a:gd name="connsiteX3" fmla="*/ 1926572 w 10853928"/>
              <a:gd name="connsiteY3" fmla="*/ 0 h 18288"/>
              <a:gd name="connsiteX4" fmla="*/ 2279325 w 10853928"/>
              <a:gd name="connsiteY4" fmla="*/ 0 h 18288"/>
              <a:gd name="connsiteX5" fmla="*/ 2632078 w 10853928"/>
              <a:gd name="connsiteY5" fmla="*/ 0 h 18288"/>
              <a:gd name="connsiteX6" fmla="*/ 3527527 w 10853928"/>
              <a:gd name="connsiteY6" fmla="*/ 0 h 18288"/>
              <a:gd name="connsiteX7" fmla="*/ 4205897 w 10853928"/>
              <a:gd name="connsiteY7" fmla="*/ 0 h 18288"/>
              <a:gd name="connsiteX8" fmla="*/ 4558650 w 10853928"/>
              <a:gd name="connsiteY8" fmla="*/ 0 h 18288"/>
              <a:gd name="connsiteX9" fmla="*/ 5237020 w 10853928"/>
              <a:gd name="connsiteY9" fmla="*/ 0 h 18288"/>
              <a:gd name="connsiteX10" fmla="*/ 6132469 w 10853928"/>
              <a:gd name="connsiteY10" fmla="*/ 0 h 18288"/>
              <a:gd name="connsiteX11" fmla="*/ 6702301 w 10853928"/>
              <a:gd name="connsiteY11" fmla="*/ 0 h 18288"/>
              <a:gd name="connsiteX12" fmla="*/ 7272132 w 10853928"/>
              <a:gd name="connsiteY12" fmla="*/ 0 h 18288"/>
              <a:gd name="connsiteX13" fmla="*/ 7950502 w 10853928"/>
              <a:gd name="connsiteY13" fmla="*/ 0 h 18288"/>
              <a:gd name="connsiteX14" fmla="*/ 8737412 w 10853928"/>
              <a:gd name="connsiteY14" fmla="*/ 0 h 18288"/>
              <a:gd name="connsiteX15" fmla="*/ 9524322 w 10853928"/>
              <a:gd name="connsiteY15" fmla="*/ 0 h 18288"/>
              <a:gd name="connsiteX16" fmla="*/ 10853928 w 10853928"/>
              <a:gd name="connsiteY16" fmla="*/ 0 h 18288"/>
              <a:gd name="connsiteX17" fmla="*/ 10853928 w 10853928"/>
              <a:gd name="connsiteY17" fmla="*/ 18288 h 18288"/>
              <a:gd name="connsiteX18" fmla="*/ 10392636 w 10853928"/>
              <a:gd name="connsiteY18" fmla="*/ 18288 h 18288"/>
              <a:gd name="connsiteX19" fmla="*/ 9497187 w 10853928"/>
              <a:gd name="connsiteY19" fmla="*/ 18288 h 18288"/>
              <a:gd name="connsiteX20" fmla="*/ 8818817 w 10853928"/>
              <a:gd name="connsiteY20" fmla="*/ 18288 h 18288"/>
              <a:gd name="connsiteX21" fmla="*/ 8466064 w 10853928"/>
              <a:gd name="connsiteY21" fmla="*/ 18288 h 18288"/>
              <a:gd name="connsiteX22" fmla="*/ 7787693 w 10853928"/>
              <a:gd name="connsiteY22" fmla="*/ 18288 h 18288"/>
              <a:gd name="connsiteX23" fmla="*/ 7217862 w 10853928"/>
              <a:gd name="connsiteY23" fmla="*/ 18288 h 18288"/>
              <a:gd name="connsiteX24" fmla="*/ 6648031 w 10853928"/>
              <a:gd name="connsiteY24" fmla="*/ 18288 h 18288"/>
              <a:gd name="connsiteX25" fmla="*/ 6078200 w 10853928"/>
              <a:gd name="connsiteY25" fmla="*/ 18288 h 18288"/>
              <a:gd name="connsiteX26" fmla="*/ 5508368 w 10853928"/>
              <a:gd name="connsiteY26" fmla="*/ 18288 h 18288"/>
              <a:gd name="connsiteX27" fmla="*/ 4721459 w 10853928"/>
              <a:gd name="connsiteY27" fmla="*/ 18288 h 18288"/>
              <a:gd name="connsiteX28" fmla="*/ 4043088 w 10853928"/>
              <a:gd name="connsiteY28" fmla="*/ 18288 h 18288"/>
              <a:gd name="connsiteX29" fmla="*/ 3690336 w 10853928"/>
              <a:gd name="connsiteY29" fmla="*/ 18288 h 18288"/>
              <a:gd name="connsiteX30" fmla="*/ 3120504 w 10853928"/>
              <a:gd name="connsiteY30" fmla="*/ 18288 h 18288"/>
              <a:gd name="connsiteX31" fmla="*/ 2333595 w 10853928"/>
              <a:gd name="connsiteY31" fmla="*/ 18288 h 18288"/>
              <a:gd name="connsiteX32" fmla="*/ 1872303 w 10853928"/>
              <a:gd name="connsiteY32" fmla="*/ 18288 h 18288"/>
              <a:gd name="connsiteX33" fmla="*/ 976854 w 10853928"/>
              <a:gd name="connsiteY33" fmla="*/ 18288 h 18288"/>
              <a:gd name="connsiteX34" fmla="*/ 0 w 10853928"/>
              <a:gd name="connsiteY34" fmla="*/ 18288 h 18288"/>
              <a:gd name="connsiteX35" fmla="*/ 0 w 10853928"/>
              <a:gd name="connsiteY35"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853928" h="18288" fill="none" extrusionOk="0">
                <a:moveTo>
                  <a:pt x="0" y="0"/>
                </a:moveTo>
                <a:cubicBezTo>
                  <a:pt x="146993" y="-19076"/>
                  <a:pt x="347684" y="-4790"/>
                  <a:pt x="461292" y="0"/>
                </a:cubicBezTo>
                <a:cubicBezTo>
                  <a:pt x="574900" y="4790"/>
                  <a:pt x="808367" y="19821"/>
                  <a:pt x="1139662" y="0"/>
                </a:cubicBezTo>
                <a:cubicBezTo>
                  <a:pt x="1470957" y="-19821"/>
                  <a:pt x="1627405" y="5721"/>
                  <a:pt x="1926572" y="0"/>
                </a:cubicBezTo>
                <a:cubicBezTo>
                  <a:pt x="2225739" y="-5721"/>
                  <a:pt x="2137730" y="-3235"/>
                  <a:pt x="2279325" y="0"/>
                </a:cubicBezTo>
                <a:cubicBezTo>
                  <a:pt x="2420920" y="3235"/>
                  <a:pt x="2456518" y="9685"/>
                  <a:pt x="2632078" y="0"/>
                </a:cubicBezTo>
                <a:cubicBezTo>
                  <a:pt x="2807638" y="-9685"/>
                  <a:pt x="3211516" y="-43007"/>
                  <a:pt x="3527527" y="0"/>
                </a:cubicBezTo>
                <a:cubicBezTo>
                  <a:pt x="3843538" y="43007"/>
                  <a:pt x="4058833" y="22042"/>
                  <a:pt x="4205897" y="0"/>
                </a:cubicBezTo>
                <a:cubicBezTo>
                  <a:pt x="4352961" y="-22042"/>
                  <a:pt x="4474805" y="-11846"/>
                  <a:pt x="4558650" y="0"/>
                </a:cubicBezTo>
                <a:cubicBezTo>
                  <a:pt x="4642495" y="11846"/>
                  <a:pt x="5041928" y="-6069"/>
                  <a:pt x="5237020" y="0"/>
                </a:cubicBezTo>
                <a:cubicBezTo>
                  <a:pt x="5432112" y="6069"/>
                  <a:pt x="5943266" y="-17479"/>
                  <a:pt x="6132469" y="0"/>
                </a:cubicBezTo>
                <a:cubicBezTo>
                  <a:pt x="6321672" y="17479"/>
                  <a:pt x="6483872" y="26234"/>
                  <a:pt x="6702301" y="0"/>
                </a:cubicBezTo>
                <a:cubicBezTo>
                  <a:pt x="6920730" y="-26234"/>
                  <a:pt x="6991194" y="-15156"/>
                  <a:pt x="7272132" y="0"/>
                </a:cubicBezTo>
                <a:cubicBezTo>
                  <a:pt x="7553070" y="15156"/>
                  <a:pt x="7684444" y="-32961"/>
                  <a:pt x="7950502" y="0"/>
                </a:cubicBezTo>
                <a:cubicBezTo>
                  <a:pt x="8216560" y="32961"/>
                  <a:pt x="8493290" y="-10491"/>
                  <a:pt x="8737412" y="0"/>
                </a:cubicBezTo>
                <a:cubicBezTo>
                  <a:pt x="8981534" y="10491"/>
                  <a:pt x="9191586" y="-13899"/>
                  <a:pt x="9524322" y="0"/>
                </a:cubicBezTo>
                <a:cubicBezTo>
                  <a:pt x="9857058" y="13899"/>
                  <a:pt x="10297509" y="7485"/>
                  <a:pt x="10853928" y="0"/>
                </a:cubicBezTo>
                <a:cubicBezTo>
                  <a:pt x="10854574" y="4451"/>
                  <a:pt x="10854418" y="9226"/>
                  <a:pt x="10853928" y="18288"/>
                </a:cubicBezTo>
                <a:cubicBezTo>
                  <a:pt x="10691638" y="28522"/>
                  <a:pt x="10574319" y="29578"/>
                  <a:pt x="10392636" y="18288"/>
                </a:cubicBezTo>
                <a:cubicBezTo>
                  <a:pt x="10210953" y="6998"/>
                  <a:pt x="9836277" y="-16742"/>
                  <a:pt x="9497187" y="18288"/>
                </a:cubicBezTo>
                <a:cubicBezTo>
                  <a:pt x="9158097" y="53318"/>
                  <a:pt x="9119479" y="30714"/>
                  <a:pt x="8818817" y="18288"/>
                </a:cubicBezTo>
                <a:cubicBezTo>
                  <a:pt x="8518155" y="5863"/>
                  <a:pt x="8640037" y="6483"/>
                  <a:pt x="8466064" y="18288"/>
                </a:cubicBezTo>
                <a:cubicBezTo>
                  <a:pt x="8292091" y="30093"/>
                  <a:pt x="7997656" y="18914"/>
                  <a:pt x="7787693" y="18288"/>
                </a:cubicBezTo>
                <a:cubicBezTo>
                  <a:pt x="7577730" y="17662"/>
                  <a:pt x="7412468" y="21416"/>
                  <a:pt x="7217862" y="18288"/>
                </a:cubicBezTo>
                <a:cubicBezTo>
                  <a:pt x="7023256" y="15160"/>
                  <a:pt x="6898018" y="14824"/>
                  <a:pt x="6648031" y="18288"/>
                </a:cubicBezTo>
                <a:cubicBezTo>
                  <a:pt x="6398044" y="21752"/>
                  <a:pt x="6254402" y="38625"/>
                  <a:pt x="6078200" y="18288"/>
                </a:cubicBezTo>
                <a:cubicBezTo>
                  <a:pt x="5901998" y="-2049"/>
                  <a:pt x="5622886" y="3213"/>
                  <a:pt x="5508368" y="18288"/>
                </a:cubicBezTo>
                <a:cubicBezTo>
                  <a:pt x="5393850" y="33363"/>
                  <a:pt x="5036260" y="26830"/>
                  <a:pt x="4721459" y="18288"/>
                </a:cubicBezTo>
                <a:cubicBezTo>
                  <a:pt x="4406658" y="9746"/>
                  <a:pt x="4239221" y="41551"/>
                  <a:pt x="4043088" y="18288"/>
                </a:cubicBezTo>
                <a:cubicBezTo>
                  <a:pt x="3846955" y="-4975"/>
                  <a:pt x="3818802" y="34658"/>
                  <a:pt x="3690336" y="18288"/>
                </a:cubicBezTo>
                <a:cubicBezTo>
                  <a:pt x="3561870" y="1918"/>
                  <a:pt x="3265491" y="42194"/>
                  <a:pt x="3120504" y="18288"/>
                </a:cubicBezTo>
                <a:cubicBezTo>
                  <a:pt x="2975517" y="-5618"/>
                  <a:pt x="2720254" y="36673"/>
                  <a:pt x="2333595" y="18288"/>
                </a:cubicBezTo>
                <a:cubicBezTo>
                  <a:pt x="1946936" y="-97"/>
                  <a:pt x="2097241" y="5776"/>
                  <a:pt x="1872303" y="18288"/>
                </a:cubicBezTo>
                <a:cubicBezTo>
                  <a:pt x="1647365" y="30800"/>
                  <a:pt x="1282708" y="45380"/>
                  <a:pt x="976854" y="18288"/>
                </a:cubicBezTo>
                <a:cubicBezTo>
                  <a:pt x="671000" y="-8804"/>
                  <a:pt x="408401" y="-12775"/>
                  <a:pt x="0" y="18288"/>
                </a:cubicBezTo>
                <a:cubicBezTo>
                  <a:pt x="-213" y="9468"/>
                  <a:pt x="187" y="4459"/>
                  <a:pt x="0" y="0"/>
                </a:cubicBezTo>
                <a:close/>
              </a:path>
              <a:path w="10853928" h="18288" stroke="0" extrusionOk="0">
                <a:moveTo>
                  <a:pt x="0" y="0"/>
                </a:moveTo>
                <a:cubicBezTo>
                  <a:pt x="267322" y="15284"/>
                  <a:pt x="415388" y="-21048"/>
                  <a:pt x="569831" y="0"/>
                </a:cubicBezTo>
                <a:cubicBezTo>
                  <a:pt x="724274" y="21048"/>
                  <a:pt x="769333" y="-2353"/>
                  <a:pt x="922584" y="0"/>
                </a:cubicBezTo>
                <a:cubicBezTo>
                  <a:pt x="1075835" y="2353"/>
                  <a:pt x="1399490" y="-145"/>
                  <a:pt x="1818033" y="0"/>
                </a:cubicBezTo>
                <a:cubicBezTo>
                  <a:pt x="2236576" y="145"/>
                  <a:pt x="2145330" y="5482"/>
                  <a:pt x="2387864" y="0"/>
                </a:cubicBezTo>
                <a:cubicBezTo>
                  <a:pt x="2630398" y="-5482"/>
                  <a:pt x="2793207" y="18487"/>
                  <a:pt x="2957695" y="0"/>
                </a:cubicBezTo>
                <a:cubicBezTo>
                  <a:pt x="3122183" y="-18487"/>
                  <a:pt x="3579141" y="19003"/>
                  <a:pt x="3853144" y="0"/>
                </a:cubicBezTo>
                <a:cubicBezTo>
                  <a:pt x="4127147" y="-19003"/>
                  <a:pt x="4209857" y="12211"/>
                  <a:pt x="4314436" y="0"/>
                </a:cubicBezTo>
                <a:cubicBezTo>
                  <a:pt x="4419015" y="-12211"/>
                  <a:pt x="4762459" y="-17220"/>
                  <a:pt x="5209885" y="0"/>
                </a:cubicBezTo>
                <a:cubicBezTo>
                  <a:pt x="5657311" y="17220"/>
                  <a:pt x="5692663" y="-3290"/>
                  <a:pt x="6105335" y="0"/>
                </a:cubicBezTo>
                <a:cubicBezTo>
                  <a:pt x="6518007" y="3290"/>
                  <a:pt x="6455516" y="-5124"/>
                  <a:pt x="6783705" y="0"/>
                </a:cubicBezTo>
                <a:cubicBezTo>
                  <a:pt x="7111894" y="5124"/>
                  <a:pt x="7441941" y="-17829"/>
                  <a:pt x="7679154" y="0"/>
                </a:cubicBezTo>
                <a:cubicBezTo>
                  <a:pt x="7916367" y="17829"/>
                  <a:pt x="8102967" y="-24363"/>
                  <a:pt x="8248985" y="0"/>
                </a:cubicBezTo>
                <a:cubicBezTo>
                  <a:pt x="8395003" y="24363"/>
                  <a:pt x="8552393" y="25505"/>
                  <a:pt x="8818817" y="0"/>
                </a:cubicBezTo>
                <a:cubicBezTo>
                  <a:pt x="9085241" y="-25505"/>
                  <a:pt x="9411308" y="38000"/>
                  <a:pt x="9605726" y="0"/>
                </a:cubicBezTo>
                <a:cubicBezTo>
                  <a:pt x="9800144" y="-38000"/>
                  <a:pt x="10006468" y="-25741"/>
                  <a:pt x="10175558" y="0"/>
                </a:cubicBezTo>
                <a:cubicBezTo>
                  <a:pt x="10344648" y="25741"/>
                  <a:pt x="10696282" y="695"/>
                  <a:pt x="10853928" y="0"/>
                </a:cubicBezTo>
                <a:cubicBezTo>
                  <a:pt x="10853521" y="8690"/>
                  <a:pt x="10853774" y="14141"/>
                  <a:pt x="10853928" y="18288"/>
                </a:cubicBezTo>
                <a:cubicBezTo>
                  <a:pt x="10608124" y="24255"/>
                  <a:pt x="10343415" y="22307"/>
                  <a:pt x="10067018" y="18288"/>
                </a:cubicBezTo>
                <a:cubicBezTo>
                  <a:pt x="9790621" y="14270"/>
                  <a:pt x="9843266" y="3564"/>
                  <a:pt x="9714266" y="18288"/>
                </a:cubicBezTo>
                <a:cubicBezTo>
                  <a:pt x="9585266" y="33012"/>
                  <a:pt x="9379484" y="1875"/>
                  <a:pt x="9252974" y="18288"/>
                </a:cubicBezTo>
                <a:cubicBezTo>
                  <a:pt x="9126464" y="34701"/>
                  <a:pt x="8580678" y="-4904"/>
                  <a:pt x="8357525" y="18288"/>
                </a:cubicBezTo>
                <a:cubicBezTo>
                  <a:pt x="8134372" y="41480"/>
                  <a:pt x="7903199" y="26458"/>
                  <a:pt x="7679154" y="18288"/>
                </a:cubicBezTo>
                <a:cubicBezTo>
                  <a:pt x="7455109" y="10118"/>
                  <a:pt x="7435944" y="27109"/>
                  <a:pt x="7217862" y="18288"/>
                </a:cubicBezTo>
                <a:cubicBezTo>
                  <a:pt x="6999780" y="9467"/>
                  <a:pt x="6680409" y="18985"/>
                  <a:pt x="6539492" y="18288"/>
                </a:cubicBezTo>
                <a:cubicBezTo>
                  <a:pt x="6398575" y="17592"/>
                  <a:pt x="6312077" y="33018"/>
                  <a:pt x="6186739" y="18288"/>
                </a:cubicBezTo>
                <a:cubicBezTo>
                  <a:pt x="6061401" y="3558"/>
                  <a:pt x="5947033" y="12075"/>
                  <a:pt x="5833986" y="18288"/>
                </a:cubicBezTo>
                <a:cubicBezTo>
                  <a:pt x="5720939" y="24501"/>
                  <a:pt x="5482226" y="8586"/>
                  <a:pt x="5155616" y="18288"/>
                </a:cubicBezTo>
                <a:cubicBezTo>
                  <a:pt x="4829006" y="27991"/>
                  <a:pt x="4841274" y="29316"/>
                  <a:pt x="4694324" y="18288"/>
                </a:cubicBezTo>
                <a:cubicBezTo>
                  <a:pt x="4547374" y="7260"/>
                  <a:pt x="4077675" y="7013"/>
                  <a:pt x="3907414" y="18288"/>
                </a:cubicBezTo>
                <a:cubicBezTo>
                  <a:pt x="3737153" y="29564"/>
                  <a:pt x="3538393" y="21630"/>
                  <a:pt x="3446122" y="18288"/>
                </a:cubicBezTo>
                <a:cubicBezTo>
                  <a:pt x="3353851" y="14946"/>
                  <a:pt x="2990320" y="-8091"/>
                  <a:pt x="2659212" y="18288"/>
                </a:cubicBezTo>
                <a:cubicBezTo>
                  <a:pt x="2328104" y="44667"/>
                  <a:pt x="2427653" y="9607"/>
                  <a:pt x="2306460" y="18288"/>
                </a:cubicBezTo>
                <a:cubicBezTo>
                  <a:pt x="2185267" y="26969"/>
                  <a:pt x="1719763" y="3717"/>
                  <a:pt x="1519550" y="18288"/>
                </a:cubicBezTo>
                <a:cubicBezTo>
                  <a:pt x="1319337" y="32860"/>
                  <a:pt x="1167371" y="17040"/>
                  <a:pt x="1058258" y="18288"/>
                </a:cubicBezTo>
                <a:cubicBezTo>
                  <a:pt x="949145" y="19536"/>
                  <a:pt x="780234" y="31447"/>
                  <a:pt x="705505" y="18288"/>
                </a:cubicBezTo>
                <a:cubicBezTo>
                  <a:pt x="630776" y="5129"/>
                  <a:pt x="215796" y="30056"/>
                  <a:pt x="0" y="18288"/>
                </a:cubicBezTo>
                <a:cubicBezTo>
                  <a:pt x="-53" y="11301"/>
                  <a:pt x="-649" y="7756"/>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A2197983-3EA5-12C6-4F4F-2EB7FEE7F920}"/>
              </a:ext>
            </a:extLst>
          </p:cNvPr>
          <p:cNvSpPr>
            <a:spLocks noGrp="1"/>
          </p:cNvSpPr>
          <p:nvPr>
            <p:ph idx="1"/>
          </p:nvPr>
        </p:nvSpPr>
        <p:spPr>
          <a:xfrm>
            <a:off x="838200" y="1929384"/>
            <a:ext cx="10515600" cy="4251960"/>
          </a:xfrm>
        </p:spPr>
        <p:txBody>
          <a:bodyPr>
            <a:normAutofit/>
          </a:bodyPr>
          <a:lstStyle/>
          <a:p>
            <a:r>
              <a:rPr lang="en-US" sz="2200" b="1"/>
              <a:t>Blood storage facility.</a:t>
            </a:r>
            <a:endParaRPr lang="en-US" sz="2200"/>
          </a:p>
          <a:p>
            <a:r>
              <a:rPr lang="en-US" sz="2200" b="1"/>
              <a:t>Diagnostic services:</a:t>
            </a:r>
            <a:endParaRPr lang="en-US" sz="2200"/>
          </a:p>
          <a:p>
            <a:pPr lvl="1"/>
            <a:r>
              <a:rPr lang="en-US" sz="2200"/>
              <a:t>In addition to the lab facilities and X-ray, ECG should be made available in the CHC with appropriate training to a nursing staff/Lab/Technician</a:t>
            </a:r>
          </a:p>
          <a:p>
            <a:pPr lvl="1"/>
            <a:r>
              <a:rPr lang="en-US" sz="2200"/>
              <a:t>All necessary reagents, glass ware and facilities for collecting and transport of samples should be made available.</a:t>
            </a:r>
          </a:p>
          <a:p>
            <a:r>
              <a:rPr lang="en-US" sz="2200" b="1"/>
              <a:t>Referral (transport) services.</a:t>
            </a:r>
            <a:endParaRPr lang="en-US" sz="2200"/>
          </a:p>
          <a:p>
            <a:r>
              <a:rPr lang="en-US" sz="2200" b="1"/>
              <a:t>Maternal Death Review (MDR).</a:t>
            </a:r>
            <a:endParaRPr lang="en-US" sz="2200"/>
          </a:p>
        </p:txBody>
      </p:sp>
    </p:spTree>
    <p:extLst>
      <p:ext uri="{BB962C8B-B14F-4D97-AF65-F5344CB8AC3E}">
        <p14:creationId xmlns:p14="http://schemas.microsoft.com/office/powerpoint/2010/main" val="176537232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942C6D-C37E-3B42-B1BE-01AA8AEA2C74}"/>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CHC – Medical Staff requirements</a:t>
            </a:r>
          </a:p>
        </p:txBody>
      </p:sp>
      <p:sp>
        <p:nvSpPr>
          <p:cNvPr id="12" name="Rectangle 11">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4">
            <a:extLst>
              <a:ext uri="{FF2B5EF4-FFF2-40B4-BE49-F238E27FC236}">
                <a16:creationId xmlns:a16="http://schemas.microsoft.com/office/drawing/2014/main" id="{A3B0473A-7E29-5989-018D-A4257F7B0314}"/>
              </a:ext>
            </a:extLst>
          </p:cNvPr>
          <p:cNvGraphicFramePr>
            <a:graphicFrameLocks noGrp="1"/>
          </p:cNvGraphicFramePr>
          <p:nvPr>
            <p:ph idx="1"/>
            <p:extLst>
              <p:ext uri="{D42A27DB-BD31-4B8C-83A1-F6EECF244321}">
                <p14:modId xmlns:p14="http://schemas.microsoft.com/office/powerpoint/2010/main" val="962224611"/>
              </p:ext>
            </p:extLst>
          </p:nvPr>
        </p:nvGraphicFramePr>
        <p:xfrm>
          <a:off x="4864608" y="732641"/>
          <a:ext cx="6846364" cy="5241469"/>
        </p:xfrm>
        <a:graphic>
          <a:graphicData uri="http://schemas.openxmlformats.org/drawingml/2006/table">
            <a:tbl>
              <a:tblPr firstRow="1" bandRow="1">
                <a:solidFill>
                  <a:srgbClr val="F2F2F2">
                    <a:alpha val="30196"/>
                  </a:srgbClr>
                </a:solidFill>
              </a:tblPr>
              <a:tblGrid>
                <a:gridCol w="2388858">
                  <a:extLst>
                    <a:ext uri="{9D8B030D-6E8A-4147-A177-3AD203B41FA5}">
                      <a16:colId xmlns:a16="http://schemas.microsoft.com/office/drawing/2014/main" val="2842632561"/>
                    </a:ext>
                  </a:extLst>
                </a:gridCol>
                <a:gridCol w="1792987">
                  <a:extLst>
                    <a:ext uri="{9D8B030D-6E8A-4147-A177-3AD203B41FA5}">
                      <a16:colId xmlns:a16="http://schemas.microsoft.com/office/drawing/2014/main" val="1246108101"/>
                    </a:ext>
                  </a:extLst>
                </a:gridCol>
                <a:gridCol w="2664519">
                  <a:extLst>
                    <a:ext uri="{9D8B030D-6E8A-4147-A177-3AD203B41FA5}">
                      <a16:colId xmlns:a16="http://schemas.microsoft.com/office/drawing/2014/main" val="2657868543"/>
                    </a:ext>
                  </a:extLst>
                </a:gridCol>
              </a:tblGrid>
              <a:tr h="527117">
                <a:tc>
                  <a:txBody>
                    <a:bodyPr/>
                    <a:lstStyle/>
                    <a:p>
                      <a:pPr algn="l" fontAlgn="t" latinLnBrk="0">
                        <a:buNone/>
                      </a:pPr>
                      <a:r>
                        <a:rPr lang="en-US" sz="1700" b="0" cap="none" spc="0">
                          <a:solidFill>
                            <a:schemeClr val="bg1"/>
                          </a:solidFill>
                          <a:effectLst/>
                        </a:rPr>
                        <a:t>Position</a:t>
                      </a:r>
                    </a:p>
                  </a:txBody>
                  <a:tcPr marL="144771" marR="92971" marT="111363" marB="111363"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l" fontAlgn="t" latinLnBrk="0">
                        <a:buNone/>
                      </a:pPr>
                      <a:r>
                        <a:rPr lang="en-US" sz="1700" b="0" cap="none" spc="0">
                          <a:solidFill>
                            <a:schemeClr val="bg1"/>
                          </a:solidFill>
                          <a:effectLst/>
                        </a:rPr>
                        <a:t>Strength</a:t>
                      </a:r>
                    </a:p>
                  </a:txBody>
                  <a:tcPr marL="144771" marR="92971" marT="111363" marB="111363" anchor="ctr">
                    <a:lnL w="12700" cmpd="sng">
                      <a:noFill/>
                    </a:lnL>
                    <a:lnR w="12700" cmpd="sng">
                      <a:noFill/>
                    </a:lnR>
                    <a:lnT w="19050" cap="flat" cmpd="sng" algn="ctr">
                      <a:noFill/>
                      <a:prstDash val="solid"/>
                    </a:lnT>
                    <a:lnB w="38100" cmpd="sng">
                      <a:noFill/>
                    </a:lnB>
                    <a:solidFill>
                      <a:schemeClr val="accent1"/>
                    </a:solidFill>
                  </a:tcPr>
                </a:tc>
                <a:tc>
                  <a:txBody>
                    <a:bodyPr/>
                    <a:lstStyle/>
                    <a:p>
                      <a:pPr algn="l" fontAlgn="t" latinLnBrk="0">
                        <a:buNone/>
                      </a:pPr>
                      <a:r>
                        <a:rPr lang="en-US" sz="1700" b="0" cap="none" spc="0">
                          <a:solidFill>
                            <a:schemeClr val="bg1"/>
                          </a:solidFill>
                          <a:effectLst/>
                        </a:rPr>
                        <a:t>Qualifications</a:t>
                      </a:r>
                    </a:p>
                  </a:txBody>
                  <a:tcPr marL="144771" marR="92971" marT="111363" marB="111363"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1980624999"/>
                  </a:ext>
                </a:extLst>
              </a:tr>
              <a:tr h="1566500">
                <a:tc>
                  <a:txBody>
                    <a:bodyPr/>
                    <a:lstStyle/>
                    <a:p>
                      <a:pPr fontAlgn="base" latinLnBrk="0">
                        <a:buNone/>
                      </a:pPr>
                      <a:r>
                        <a:rPr lang="en-US" sz="1700" b="1" cap="none" spc="0">
                          <a:solidFill>
                            <a:schemeClr val="tx1"/>
                          </a:solidFill>
                          <a:effectLst/>
                        </a:rPr>
                        <a:t>Block Health Officer</a:t>
                      </a:r>
                      <a:endParaRPr lang="en-US" sz="1700" cap="none" spc="0">
                        <a:solidFill>
                          <a:schemeClr val="tx1"/>
                        </a:solidFill>
                        <a:effectLst/>
                      </a:endParaRPr>
                    </a:p>
                  </a:txBody>
                  <a:tcPr marL="144771" marR="92971" marT="111363" marB="111363"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a:t>
                      </a:r>
                    </a:p>
                  </a:txBody>
                  <a:tcPr marL="144771" marR="92971" marT="111363" marB="11136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Senior specialist (Physician/General Surgeon/Paed./Obs &amp; Gynae/Anaesthesia/Public Health/Ophthalmology)</a:t>
                      </a:r>
                    </a:p>
                  </a:txBody>
                  <a:tcPr marL="144771" marR="92971" marT="111363" marB="111363"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2822437439"/>
                  </a:ext>
                </a:extLst>
              </a:tr>
              <a:tr h="786963">
                <a:tc>
                  <a:txBody>
                    <a:bodyPr/>
                    <a:lstStyle/>
                    <a:p>
                      <a:pPr fontAlgn="base" latinLnBrk="0">
                        <a:buNone/>
                      </a:pPr>
                      <a:r>
                        <a:rPr lang="en-US" sz="1700" b="1" cap="none" spc="0">
                          <a:solidFill>
                            <a:schemeClr val="tx1"/>
                          </a:solidFill>
                          <a:effectLst/>
                        </a:rPr>
                        <a:t>General Surgeon</a:t>
                      </a:r>
                      <a:endParaRPr lang="en-US" sz="1700" cap="none" spc="0">
                        <a:solidFill>
                          <a:schemeClr val="tx1"/>
                        </a:solidFill>
                        <a:effectLst/>
                      </a:endParaRPr>
                    </a:p>
                  </a:txBody>
                  <a:tcPr marL="144771" marR="92971" marT="111363" marB="11136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700" cap="none" spc="0">
                          <a:solidFill>
                            <a:schemeClr val="tx1"/>
                          </a:solidFill>
                          <a:effectLst/>
                        </a:rPr>
                        <a:t>1</a:t>
                      </a:r>
                    </a:p>
                  </a:txBody>
                  <a:tcPr marL="144771" marR="92971" marT="111363" marB="11136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700" cap="none" spc="0">
                          <a:solidFill>
                            <a:schemeClr val="tx1"/>
                          </a:solidFill>
                          <a:effectLst/>
                        </a:rPr>
                        <a:t>MS/DNB (General Surgery)</a:t>
                      </a:r>
                    </a:p>
                  </a:txBody>
                  <a:tcPr marL="144771" marR="92971" marT="111363" marB="111363"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818395756"/>
                  </a:ext>
                </a:extLst>
              </a:tr>
              <a:tr h="786963">
                <a:tc>
                  <a:txBody>
                    <a:bodyPr/>
                    <a:lstStyle/>
                    <a:p>
                      <a:pPr fontAlgn="base" latinLnBrk="0">
                        <a:buNone/>
                      </a:pPr>
                      <a:r>
                        <a:rPr lang="en-US" sz="1700" b="1" cap="none" spc="0">
                          <a:solidFill>
                            <a:schemeClr val="tx1"/>
                          </a:solidFill>
                          <a:effectLst/>
                        </a:rPr>
                        <a:t>Physician</a:t>
                      </a:r>
                      <a:endParaRPr lang="en-US" sz="1700" cap="none" spc="0">
                        <a:solidFill>
                          <a:schemeClr val="tx1"/>
                        </a:solidFill>
                        <a:effectLst/>
                      </a:endParaRPr>
                    </a:p>
                  </a:txBody>
                  <a:tcPr marL="144771" marR="92971" marT="111363" marB="111363"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1</a:t>
                      </a:r>
                    </a:p>
                  </a:txBody>
                  <a:tcPr marL="144771" marR="92971" marT="111363" marB="11136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MD/DNB (General Medicine)</a:t>
                      </a:r>
                    </a:p>
                  </a:txBody>
                  <a:tcPr marL="144771" marR="92971" marT="111363" marB="111363"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2217733939"/>
                  </a:ext>
                </a:extLst>
              </a:tr>
              <a:tr h="786963">
                <a:tc>
                  <a:txBody>
                    <a:bodyPr/>
                    <a:lstStyle/>
                    <a:p>
                      <a:pPr fontAlgn="base" latinLnBrk="0">
                        <a:buNone/>
                      </a:pPr>
                      <a:r>
                        <a:rPr lang="en-US" sz="1700" b="1" cap="none" spc="0">
                          <a:solidFill>
                            <a:schemeClr val="tx1"/>
                          </a:solidFill>
                          <a:effectLst/>
                        </a:rPr>
                        <a:t>Obstetrician &amp; Gynaecologist</a:t>
                      </a:r>
                      <a:endParaRPr lang="en-US" sz="1700" cap="none" spc="0">
                        <a:solidFill>
                          <a:schemeClr val="tx1"/>
                        </a:solidFill>
                        <a:effectLst/>
                      </a:endParaRPr>
                    </a:p>
                  </a:txBody>
                  <a:tcPr marL="144771" marR="92971" marT="111363" marB="11136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700" cap="none" spc="0">
                          <a:solidFill>
                            <a:schemeClr val="tx1"/>
                          </a:solidFill>
                          <a:effectLst/>
                        </a:rPr>
                        <a:t>1</a:t>
                      </a:r>
                    </a:p>
                  </a:txBody>
                  <a:tcPr marL="144771" marR="92971" marT="111363" marB="111363"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1700" cap="none" spc="0">
                          <a:solidFill>
                            <a:schemeClr val="tx1"/>
                          </a:solidFill>
                          <a:effectLst/>
                        </a:rPr>
                        <a:t>MD/DNB/DGO (OBG)</a:t>
                      </a:r>
                    </a:p>
                  </a:txBody>
                  <a:tcPr marL="144771" marR="92971" marT="111363" marB="111363"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047385138"/>
                  </a:ext>
                </a:extLst>
              </a:tr>
              <a:tr h="786963">
                <a:tc>
                  <a:txBody>
                    <a:bodyPr/>
                    <a:lstStyle/>
                    <a:p>
                      <a:pPr fontAlgn="base" latinLnBrk="0">
                        <a:buNone/>
                      </a:pPr>
                      <a:r>
                        <a:rPr lang="en-US" sz="1700" b="1" cap="none" spc="0">
                          <a:solidFill>
                            <a:schemeClr val="tx1"/>
                          </a:solidFill>
                          <a:effectLst/>
                        </a:rPr>
                        <a:t>Paediatrician</a:t>
                      </a:r>
                      <a:endParaRPr lang="en-US" sz="1700" cap="none" spc="0">
                        <a:solidFill>
                          <a:schemeClr val="tx1"/>
                        </a:solidFill>
                        <a:effectLst/>
                      </a:endParaRPr>
                    </a:p>
                  </a:txBody>
                  <a:tcPr marL="144771" marR="92971" marT="111363" marB="111363"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1</a:t>
                      </a:r>
                    </a:p>
                  </a:txBody>
                  <a:tcPr marL="144771" marR="92971" marT="111363" marB="111363" anchor="ctr">
                    <a:lnL w="6350" cap="flat" cmpd="sng" algn="ctr">
                      <a:solidFill>
                        <a:schemeClr val="tx1">
                          <a:lumMod val="75000"/>
                          <a:lumOff val="25000"/>
                        </a:schemeClr>
                      </a:solid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fontAlgn="base" latinLnBrk="0">
                        <a:buNone/>
                      </a:pPr>
                      <a:r>
                        <a:rPr lang="en-US" sz="1700" cap="none" spc="0">
                          <a:solidFill>
                            <a:schemeClr val="tx1"/>
                          </a:solidFill>
                          <a:effectLst/>
                        </a:rPr>
                        <a:t>MD (</a:t>
                      </a:r>
                      <a:r>
                        <a:rPr lang="en-US" sz="1700" cap="none" spc="0" err="1">
                          <a:solidFill>
                            <a:schemeClr val="tx1"/>
                          </a:solidFill>
                          <a:effectLst/>
                        </a:rPr>
                        <a:t>Paediatrics</a:t>
                      </a:r>
                      <a:r>
                        <a:rPr lang="en-US" sz="1700" cap="none" spc="0">
                          <a:solidFill>
                            <a:schemeClr val="tx1"/>
                          </a:solidFill>
                          <a:effectLst/>
                        </a:rPr>
                        <a:t>)/DNB/DCH</a:t>
                      </a:r>
                    </a:p>
                  </a:txBody>
                  <a:tcPr marL="144771" marR="92971" marT="111363" marB="111363"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76813143"/>
                  </a:ext>
                </a:extLst>
              </a:tr>
            </a:tbl>
          </a:graphicData>
        </a:graphic>
      </p:graphicFrame>
    </p:spTree>
    <p:extLst>
      <p:ext uri="{BB962C8B-B14F-4D97-AF65-F5344CB8AC3E}">
        <p14:creationId xmlns:p14="http://schemas.microsoft.com/office/powerpoint/2010/main" val="83473733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B53BA-0F6B-B014-3D73-9BEF3E504DA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8B9CC9-C755-B698-1818-08754BA6D5CA}"/>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CHC – </a:t>
            </a:r>
            <a:r>
              <a:rPr lang="en-US" sz="4800" b="1" kern="1200">
                <a:solidFill>
                  <a:schemeClr val="tx1"/>
                </a:solidFill>
                <a:latin typeface="+mj-lt"/>
                <a:ea typeface="+mj-ea"/>
                <a:cs typeface="+mj-cs"/>
              </a:rPr>
              <a:t>Specialist and Support Medical Staff</a:t>
            </a:r>
            <a:endParaRPr lang="en-US" sz="48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a:extLst>
              <a:ext uri="{FF2B5EF4-FFF2-40B4-BE49-F238E27FC236}">
                <a16:creationId xmlns:a16="http://schemas.microsoft.com/office/drawing/2014/main" id="{D19AC939-E75E-DAE0-294E-3378893FAA61}"/>
              </a:ext>
            </a:extLst>
          </p:cNvPr>
          <p:cNvGraphicFramePr>
            <a:graphicFrameLocks noGrp="1"/>
          </p:cNvGraphicFramePr>
          <p:nvPr>
            <p:ph idx="1"/>
            <p:extLst>
              <p:ext uri="{D42A27DB-BD31-4B8C-83A1-F6EECF244321}">
                <p14:modId xmlns:p14="http://schemas.microsoft.com/office/powerpoint/2010/main" val="2811685829"/>
              </p:ext>
            </p:extLst>
          </p:nvPr>
        </p:nvGraphicFramePr>
        <p:xfrm>
          <a:off x="4864608" y="1318864"/>
          <a:ext cx="6846364" cy="4069022"/>
        </p:xfrm>
        <a:graphic>
          <a:graphicData uri="http://schemas.openxmlformats.org/drawingml/2006/table">
            <a:tbl>
              <a:tblPr firstRow="1" bandRow="1">
                <a:solidFill>
                  <a:schemeClr val="tx1">
                    <a:lumMod val="75000"/>
                    <a:lumOff val="25000"/>
                  </a:schemeClr>
                </a:solidFill>
              </a:tblPr>
              <a:tblGrid>
                <a:gridCol w="1870335">
                  <a:extLst>
                    <a:ext uri="{9D8B030D-6E8A-4147-A177-3AD203B41FA5}">
                      <a16:colId xmlns:a16="http://schemas.microsoft.com/office/drawing/2014/main" val="1297890661"/>
                    </a:ext>
                  </a:extLst>
                </a:gridCol>
                <a:gridCol w="1731889">
                  <a:extLst>
                    <a:ext uri="{9D8B030D-6E8A-4147-A177-3AD203B41FA5}">
                      <a16:colId xmlns:a16="http://schemas.microsoft.com/office/drawing/2014/main" val="1057277858"/>
                    </a:ext>
                  </a:extLst>
                </a:gridCol>
                <a:gridCol w="3244140">
                  <a:extLst>
                    <a:ext uri="{9D8B030D-6E8A-4147-A177-3AD203B41FA5}">
                      <a16:colId xmlns:a16="http://schemas.microsoft.com/office/drawing/2014/main" val="2537881690"/>
                    </a:ext>
                  </a:extLst>
                </a:gridCol>
              </a:tblGrid>
              <a:tr h="584794">
                <a:tc>
                  <a:txBody>
                    <a:bodyPr/>
                    <a:lstStyle/>
                    <a:p>
                      <a:pPr algn="l" fontAlgn="t" latinLnBrk="0">
                        <a:buNone/>
                      </a:pPr>
                      <a:r>
                        <a:rPr lang="en-US" sz="2100" b="1" cap="none" spc="0">
                          <a:solidFill>
                            <a:schemeClr val="bg1"/>
                          </a:solidFill>
                          <a:effectLst/>
                        </a:rPr>
                        <a:t>Position</a:t>
                      </a:r>
                    </a:p>
                  </a:txBody>
                  <a:tcPr marL="85879" marR="122684" marT="24537" marB="184026"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lgn="l" fontAlgn="t" latinLnBrk="0">
                        <a:buNone/>
                      </a:pPr>
                      <a:r>
                        <a:rPr lang="en-US" sz="2100" b="1" cap="none" spc="0">
                          <a:solidFill>
                            <a:schemeClr val="bg1"/>
                          </a:solidFill>
                          <a:effectLst/>
                        </a:rPr>
                        <a:t>Strength</a:t>
                      </a:r>
                    </a:p>
                  </a:txBody>
                  <a:tcPr marL="85879" marR="122684" marT="24537" marB="184026" anchor="b">
                    <a:lnL w="12700" cmpd="sng">
                      <a:noFill/>
                    </a:lnL>
                    <a:lnR w="12700" cmpd="sng">
                      <a:noFill/>
                    </a:lnR>
                    <a:lnT w="9525" cap="flat" cmpd="sng" algn="ctr">
                      <a:noFill/>
                      <a:prstDash val="solid"/>
                    </a:lnT>
                    <a:lnB w="38100" cmpd="sng">
                      <a:noFill/>
                    </a:lnB>
                    <a:solidFill>
                      <a:schemeClr val="tx1">
                        <a:lumMod val="75000"/>
                        <a:lumOff val="25000"/>
                      </a:schemeClr>
                    </a:solidFill>
                  </a:tcPr>
                </a:tc>
                <a:tc>
                  <a:txBody>
                    <a:bodyPr/>
                    <a:lstStyle/>
                    <a:p>
                      <a:pPr algn="l" fontAlgn="t" latinLnBrk="0">
                        <a:buNone/>
                      </a:pPr>
                      <a:r>
                        <a:rPr lang="en-US" sz="2100" b="1" cap="none" spc="0">
                          <a:solidFill>
                            <a:schemeClr val="bg1"/>
                          </a:solidFill>
                          <a:effectLst/>
                        </a:rPr>
                        <a:t>Qualifications</a:t>
                      </a:r>
                    </a:p>
                  </a:txBody>
                  <a:tcPr marL="85879" marR="122684" marT="24537" marB="184026" anchor="b">
                    <a:lnL w="12700" cmpd="sng">
                      <a:noFill/>
                    </a:lnL>
                    <a:lnR w="12700" cmpd="sng">
                      <a:noFill/>
                    </a:lnR>
                    <a:lnT w="9525" cap="flat" cmpd="sng" algn="ctr">
                      <a:noFill/>
                      <a:prstDash val="solid"/>
                    </a:lnT>
                    <a:lnB w="38100" cmpd="sng">
                      <a:noFill/>
                    </a:lnB>
                    <a:solidFill>
                      <a:schemeClr val="tx1">
                        <a:lumMod val="75000"/>
                        <a:lumOff val="25000"/>
                      </a:schemeClr>
                    </a:solidFill>
                  </a:tcPr>
                </a:tc>
                <a:extLst>
                  <a:ext uri="{0D108BD9-81ED-4DB2-BD59-A6C34878D82A}">
                    <a16:rowId xmlns:a16="http://schemas.microsoft.com/office/drawing/2014/main" val="3361168910"/>
                  </a:ext>
                </a:extLst>
              </a:tr>
              <a:tr h="1239109">
                <a:tc>
                  <a:txBody>
                    <a:bodyPr/>
                    <a:lstStyle/>
                    <a:p>
                      <a:pPr fontAlgn="base" latinLnBrk="0">
                        <a:buNone/>
                      </a:pPr>
                      <a:r>
                        <a:rPr lang="en-US" sz="1600" b="1" cap="none" spc="0">
                          <a:solidFill>
                            <a:schemeClr val="bg1"/>
                          </a:solidFill>
                          <a:effectLst/>
                        </a:rPr>
                        <a:t>Anaesthetist</a:t>
                      </a:r>
                      <a:endParaRPr lang="en-US" sz="1600" cap="none" spc="0">
                        <a:solidFill>
                          <a:schemeClr val="bg1"/>
                        </a:solidFill>
                        <a:effectLst/>
                      </a:endParaRPr>
                    </a:p>
                  </a:txBody>
                  <a:tcPr marL="85879" marR="122684" marT="24537" marB="184026" anchor="ctr">
                    <a:lnL w="12700" cap="flat" cmpd="sng" algn="ctr">
                      <a:solidFill>
                        <a:schemeClr val="bg1"/>
                      </a:solid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fontAlgn="base" latinLnBrk="0">
                        <a:buNone/>
                      </a:pPr>
                      <a:r>
                        <a:rPr lang="en-US" sz="1600" cap="none" spc="0">
                          <a:solidFill>
                            <a:schemeClr val="bg1"/>
                          </a:solidFill>
                          <a:effectLst/>
                        </a:rPr>
                        <a:t>1</a:t>
                      </a:r>
                    </a:p>
                  </a:txBody>
                  <a:tcPr marL="85879" marR="122684" marT="24537" marB="184026"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tc>
                  <a:txBody>
                    <a:bodyPr/>
                    <a:lstStyle/>
                    <a:p>
                      <a:pPr fontAlgn="base" latinLnBrk="0">
                        <a:buNone/>
                      </a:pPr>
                      <a:r>
                        <a:rPr lang="en-US" sz="1600" cap="none" spc="0">
                          <a:solidFill>
                            <a:schemeClr val="bg1"/>
                          </a:solidFill>
                          <a:effectLst/>
                        </a:rPr>
                        <a:t>MD (Anaesthesia)/DNB/DA/Certificate course in Anaesthesia for one year</a:t>
                      </a:r>
                    </a:p>
                  </a:txBody>
                  <a:tcPr marL="85879" marR="122684" marT="24537" marB="184026" anchor="ctr">
                    <a:lnL w="12700" cmpd="sng">
                      <a:noFill/>
                      <a:prstDash val="solid"/>
                    </a:lnL>
                    <a:lnR w="12700" cmpd="sng">
                      <a:noFill/>
                      <a:prstDash val="solid"/>
                    </a:lnR>
                    <a:lnT w="38100" cmpd="sng">
                      <a:noFill/>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603774642"/>
                  </a:ext>
                </a:extLst>
              </a:tr>
              <a:tr h="993741">
                <a:tc>
                  <a:txBody>
                    <a:bodyPr/>
                    <a:lstStyle/>
                    <a:p>
                      <a:pPr fontAlgn="base" latinLnBrk="0">
                        <a:buNone/>
                      </a:pPr>
                      <a:r>
                        <a:rPr lang="en-US" sz="1600" b="1" cap="none" spc="0">
                          <a:solidFill>
                            <a:schemeClr val="bg1"/>
                          </a:solidFill>
                          <a:effectLst/>
                        </a:rPr>
                        <a:t>Public Health Manager</a:t>
                      </a:r>
                      <a:endParaRPr lang="en-US" sz="1600" cap="none" spc="0">
                        <a:solidFill>
                          <a:schemeClr val="bg1"/>
                        </a:solidFill>
                        <a:effectLst/>
                      </a:endParaRPr>
                    </a:p>
                  </a:txBody>
                  <a:tcPr marL="85879" marR="122684" marT="24537" marB="184026"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fontAlgn="base" latinLnBrk="0">
                        <a:buNone/>
                      </a:pPr>
                      <a:r>
                        <a:rPr lang="en-US" sz="1600" cap="none" spc="0">
                          <a:solidFill>
                            <a:schemeClr val="bg1"/>
                          </a:solidFill>
                          <a:effectLst/>
                        </a:rPr>
                        <a:t>1</a:t>
                      </a:r>
                    </a:p>
                  </a:txBody>
                  <a:tcPr marL="85879" marR="122684" marT="24537" marB="184026"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fontAlgn="base" latinLnBrk="0">
                        <a:buNone/>
                      </a:pPr>
                      <a:r>
                        <a:rPr lang="en-US" sz="1600" cap="none" spc="0">
                          <a:solidFill>
                            <a:schemeClr val="bg1"/>
                          </a:solidFill>
                          <a:effectLst/>
                        </a:rPr>
                        <a:t>MD (PSM)/MD (CHA)/MD Community Medicine or PG Graduation Degree with MBA</a:t>
                      </a:r>
                    </a:p>
                  </a:txBody>
                  <a:tcPr marL="85879" marR="122684" marT="24537" marB="184026"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3697122153"/>
                  </a:ext>
                </a:extLst>
              </a:tr>
              <a:tr h="748373">
                <a:tc>
                  <a:txBody>
                    <a:bodyPr/>
                    <a:lstStyle/>
                    <a:p>
                      <a:pPr fontAlgn="base" latinLnBrk="0">
                        <a:buNone/>
                      </a:pPr>
                      <a:r>
                        <a:rPr lang="en-US" sz="1600" b="1" cap="none" spc="0">
                          <a:solidFill>
                            <a:schemeClr val="bg1"/>
                          </a:solidFill>
                          <a:effectLst/>
                        </a:rPr>
                        <a:t>Eye Surgeon</a:t>
                      </a:r>
                      <a:endParaRPr lang="en-US" sz="1600" cap="none" spc="0">
                        <a:solidFill>
                          <a:schemeClr val="bg1"/>
                        </a:solidFill>
                        <a:effectLst/>
                      </a:endParaRPr>
                    </a:p>
                  </a:txBody>
                  <a:tcPr marL="85879" marR="122684" marT="24537" marB="184026" anchor="ctr">
                    <a:lnL w="12700" cap="flat" cmpd="sng" algn="ctr">
                      <a:solidFill>
                        <a:schemeClr val="bg1"/>
                      </a:solid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fontAlgn="base" latinLnBrk="0">
                        <a:buNone/>
                      </a:pPr>
                      <a:r>
                        <a:rPr lang="en-US" sz="1600" cap="none" spc="0">
                          <a:solidFill>
                            <a:schemeClr val="bg1"/>
                          </a:solidFill>
                          <a:effectLst/>
                        </a:rPr>
                        <a:t>1 (1 for every 5 CHCs)</a:t>
                      </a:r>
                    </a:p>
                  </a:txBody>
                  <a:tcPr marL="85879" marR="122684" marT="24537" marB="184026"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tc>
                  <a:txBody>
                    <a:bodyPr/>
                    <a:lstStyle/>
                    <a:p>
                      <a:pPr fontAlgn="base" latinLnBrk="0">
                        <a:buNone/>
                      </a:pPr>
                      <a:r>
                        <a:rPr lang="en-US" sz="1600" cap="none" spc="0">
                          <a:solidFill>
                            <a:schemeClr val="bg1"/>
                          </a:solidFill>
                          <a:effectLst/>
                        </a:rPr>
                        <a:t>MD/MS/DOMS/DNB (Ophthal)</a:t>
                      </a:r>
                    </a:p>
                  </a:txBody>
                  <a:tcPr marL="85879" marR="122684" marT="24537" marB="184026" anchor="ctr">
                    <a:lnL w="12700" cmpd="sng">
                      <a:noFill/>
                      <a:prstDash val="solid"/>
                    </a:lnL>
                    <a:lnR w="12700" cmpd="sng">
                      <a:noFill/>
                      <a:prstDash val="solid"/>
                    </a:lnR>
                    <a:lnT w="12700" cmpd="sng">
                      <a:noFill/>
                      <a:prstDash val="solid"/>
                    </a:lnT>
                    <a:lnB w="9525" cap="flat" cmpd="sng" algn="ctr">
                      <a:noFill/>
                      <a:prstDash val="solid"/>
                    </a:lnB>
                    <a:solidFill>
                      <a:schemeClr val="tx1">
                        <a:lumMod val="75000"/>
                        <a:lumOff val="25000"/>
                      </a:schemeClr>
                    </a:solidFill>
                  </a:tcPr>
                </a:tc>
                <a:extLst>
                  <a:ext uri="{0D108BD9-81ED-4DB2-BD59-A6C34878D82A}">
                    <a16:rowId xmlns:a16="http://schemas.microsoft.com/office/drawing/2014/main" val="3116067373"/>
                  </a:ext>
                </a:extLst>
              </a:tr>
              <a:tr h="503005">
                <a:tc>
                  <a:txBody>
                    <a:bodyPr/>
                    <a:lstStyle/>
                    <a:p>
                      <a:pPr fontAlgn="base" latinLnBrk="0">
                        <a:buNone/>
                      </a:pPr>
                      <a:r>
                        <a:rPr lang="en-US" sz="1600" b="1" cap="none" spc="0">
                          <a:solidFill>
                            <a:schemeClr val="bg1"/>
                          </a:solidFill>
                          <a:effectLst/>
                        </a:rPr>
                        <a:t>Dental Surgeon</a:t>
                      </a:r>
                      <a:endParaRPr lang="en-US" sz="1600" cap="none" spc="0">
                        <a:solidFill>
                          <a:schemeClr val="bg1"/>
                        </a:solidFill>
                        <a:effectLst/>
                      </a:endParaRPr>
                    </a:p>
                  </a:txBody>
                  <a:tcPr marL="85879" marR="122684" marT="24537" marB="184026" anchor="ctr">
                    <a:lnL w="12700" cap="flat" cmpd="sng" algn="ctr">
                      <a:solidFill>
                        <a:schemeClr val="bg1"/>
                      </a:solid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fontAlgn="base" latinLnBrk="0">
                        <a:buNone/>
                      </a:pPr>
                      <a:r>
                        <a:rPr lang="en-US" sz="1600" cap="none" spc="0">
                          <a:solidFill>
                            <a:schemeClr val="bg1"/>
                          </a:solidFill>
                          <a:effectLst/>
                        </a:rPr>
                        <a:t>1</a:t>
                      </a:r>
                    </a:p>
                  </a:txBody>
                  <a:tcPr marL="85879" marR="122684" marT="24537" marB="184026"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tc>
                  <a:txBody>
                    <a:bodyPr/>
                    <a:lstStyle/>
                    <a:p>
                      <a:pPr fontAlgn="base" latinLnBrk="0">
                        <a:buNone/>
                      </a:pPr>
                      <a:r>
                        <a:rPr lang="en-US" sz="1600" cap="none" spc="0">
                          <a:solidFill>
                            <a:schemeClr val="bg1"/>
                          </a:solidFill>
                          <a:effectLst/>
                        </a:rPr>
                        <a:t>BDS</a:t>
                      </a:r>
                    </a:p>
                  </a:txBody>
                  <a:tcPr marL="85879" marR="122684" marT="24537" marB="184026" anchor="ctr">
                    <a:lnL w="12700" cmpd="sng">
                      <a:noFill/>
                      <a:prstDash val="solid"/>
                    </a:lnL>
                    <a:lnR w="12700" cmpd="sng">
                      <a:noFill/>
                      <a:prstDash val="solid"/>
                    </a:lnR>
                    <a:lnT w="9525" cap="flat" cmpd="sng" algn="ctr">
                      <a:noFill/>
                      <a:prstDash val="solid"/>
                    </a:lnT>
                    <a:lnB w="12700" cmpd="sng">
                      <a:noFill/>
                      <a:prstDash val="solid"/>
                    </a:lnB>
                    <a:solidFill>
                      <a:srgbClr val="595959"/>
                    </a:solidFill>
                  </a:tcPr>
                </a:tc>
                <a:extLst>
                  <a:ext uri="{0D108BD9-81ED-4DB2-BD59-A6C34878D82A}">
                    <a16:rowId xmlns:a16="http://schemas.microsoft.com/office/drawing/2014/main" val="2028222625"/>
                  </a:ext>
                </a:extLst>
              </a:tr>
            </a:tbl>
          </a:graphicData>
        </a:graphic>
      </p:graphicFrame>
    </p:spTree>
    <p:extLst>
      <p:ext uri="{BB962C8B-B14F-4D97-AF65-F5344CB8AC3E}">
        <p14:creationId xmlns:p14="http://schemas.microsoft.com/office/powerpoint/2010/main" val="7056271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58AC0A-DE89-E3D1-141C-96F4E78E1A0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2C2F88-9A08-9A7E-E12F-195A22BBDDFC}"/>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CHC – </a:t>
            </a:r>
            <a:r>
              <a:rPr lang="en-US" sz="4800" b="1" kern="1200">
                <a:solidFill>
                  <a:schemeClr val="tx1"/>
                </a:solidFill>
                <a:latin typeface="+mj-lt"/>
                <a:ea typeface="+mj-ea"/>
                <a:cs typeface="+mj-cs"/>
              </a:rPr>
              <a:t>General Medical Officers</a:t>
            </a:r>
            <a:endParaRPr lang="en-US" sz="4800" kern="1200">
              <a:solidFill>
                <a:schemeClr val="tx1"/>
              </a:solidFill>
              <a:latin typeface="+mj-lt"/>
              <a:ea typeface="+mj-ea"/>
              <a:cs typeface="+mj-cs"/>
            </a:endParaRPr>
          </a:p>
        </p:txBody>
      </p:sp>
      <p:sp>
        <p:nvSpPr>
          <p:cNvPr id="13" name="Rectangle 1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a:extLst>
              <a:ext uri="{FF2B5EF4-FFF2-40B4-BE49-F238E27FC236}">
                <a16:creationId xmlns:a16="http://schemas.microsoft.com/office/drawing/2014/main" id="{86D055B5-8406-736B-6CDB-D76636FDDDE4}"/>
              </a:ext>
            </a:extLst>
          </p:cNvPr>
          <p:cNvGraphicFramePr>
            <a:graphicFrameLocks noGrp="1"/>
          </p:cNvGraphicFramePr>
          <p:nvPr>
            <p:ph idx="1"/>
            <p:extLst>
              <p:ext uri="{D42A27DB-BD31-4B8C-83A1-F6EECF244321}">
                <p14:modId xmlns:p14="http://schemas.microsoft.com/office/powerpoint/2010/main" val="2192048267"/>
              </p:ext>
            </p:extLst>
          </p:nvPr>
        </p:nvGraphicFramePr>
        <p:xfrm>
          <a:off x="4864608" y="1156503"/>
          <a:ext cx="6846364" cy="4393742"/>
        </p:xfrm>
        <a:graphic>
          <a:graphicData uri="http://schemas.openxmlformats.org/drawingml/2006/table">
            <a:tbl>
              <a:tblPr firstRow="1" bandRow="1">
                <a:tableStyleId>{8EC20E35-A176-4012-BC5E-935CFFF8708E}</a:tableStyleId>
              </a:tblPr>
              <a:tblGrid>
                <a:gridCol w="2344974">
                  <a:extLst>
                    <a:ext uri="{9D8B030D-6E8A-4147-A177-3AD203B41FA5}">
                      <a16:colId xmlns:a16="http://schemas.microsoft.com/office/drawing/2014/main" val="1119383582"/>
                    </a:ext>
                  </a:extLst>
                </a:gridCol>
                <a:gridCol w="2036425">
                  <a:extLst>
                    <a:ext uri="{9D8B030D-6E8A-4147-A177-3AD203B41FA5}">
                      <a16:colId xmlns:a16="http://schemas.microsoft.com/office/drawing/2014/main" val="1915228228"/>
                    </a:ext>
                  </a:extLst>
                </a:gridCol>
                <a:gridCol w="2464965">
                  <a:extLst>
                    <a:ext uri="{9D8B030D-6E8A-4147-A177-3AD203B41FA5}">
                      <a16:colId xmlns:a16="http://schemas.microsoft.com/office/drawing/2014/main" val="2996871530"/>
                    </a:ext>
                  </a:extLst>
                </a:gridCol>
              </a:tblGrid>
              <a:tr h="543047">
                <a:tc>
                  <a:txBody>
                    <a:bodyPr/>
                    <a:lstStyle/>
                    <a:p>
                      <a:pPr algn="l" fontAlgn="t" latinLnBrk="0">
                        <a:buNone/>
                      </a:pPr>
                      <a:r>
                        <a:rPr lang="en-US" sz="2400" b="1">
                          <a:effectLst/>
                        </a:rPr>
                        <a:t>Position</a:t>
                      </a:r>
                      <a:endParaRPr lang="en-US" sz="2400" b="0">
                        <a:effectLst/>
                      </a:endParaRPr>
                    </a:p>
                  </a:txBody>
                  <a:tcPr marL="123420" marR="123420" marT="61710" marB="61710"/>
                </a:tc>
                <a:tc>
                  <a:txBody>
                    <a:bodyPr/>
                    <a:lstStyle/>
                    <a:p>
                      <a:pPr algn="l" fontAlgn="t" latinLnBrk="0">
                        <a:buNone/>
                      </a:pPr>
                      <a:r>
                        <a:rPr lang="en-US" sz="2400" b="1">
                          <a:effectLst/>
                        </a:rPr>
                        <a:t>Strength</a:t>
                      </a:r>
                      <a:endParaRPr lang="en-US" sz="2400" b="0">
                        <a:effectLst/>
                      </a:endParaRPr>
                    </a:p>
                  </a:txBody>
                  <a:tcPr marL="123420" marR="123420" marT="61710" marB="61710"/>
                </a:tc>
                <a:tc>
                  <a:txBody>
                    <a:bodyPr/>
                    <a:lstStyle/>
                    <a:p>
                      <a:pPr algn="l" fontAlgn="t" latinLnBrk="0">
                        <a:buNone/>
                      </a:pPr>
                      <a:r>
                        <a:rPr lang="en-US" sz="2400" b="1">
                          <a:effectLst/>
                        </a:rPr>
                        <a:t>Qualifications</a:t>
                      </a:r>
                      <a:endParaRPr lang="en-US" sz="2400" b="0">
                        <a:effectLst/>
                      </a:endParaRPr>
                    </a:p>
                  </a:txBody>
                  <a:tcPr marL="123420" marR="123420" marT="61710" marB="61710"/>
                </a:tc>
                <a:extLst>
                  <a:ext uri="{0D108BD9-81ED-4DB2-BD59-A6C34878D82A}">
                    <a16:rowId xmlns:a16="http://schemas.microsoft.com/office/drawing/2014/main" val="1918817386"/>
                  </a:ext>
                </a:extLst>
              </a:tr>
              <a:tr h="1283565">
                <a:tc>
                  <a:txBody>
                    <a:bodyPr/>
                    <a:lstStyle/>
                    <a:p>
                      <a:pPr fontAlgn="base" latinLnBrk="0">
                        <a:buNone/>
                      </a:pPr>
                      <a:r>
                        <a:rPr lang="en-US" sz="2400" b="1">
                          <a:effectLst/>
                        </a:rPr>
                        <a:t>General Duty Medical Officer</a:t>
                      </a:r>
                      <a:endParaRPr lang="en-US" sz="2400">
                        <a:effectLst/>
                      </a:endParaRPr>
                    </a:p>
                  </a:txBody>
                  <a:tcPr marL="123420" marR="123420" marT="61710" marB="61710" anchor="ctr"/>
                </a:tc>
                <a:tc>
                  <a:txBody>
                    <a:bodyPr/>
                    <a:lstStyle/>
                    <a:p>
                      <a:pPr fontAlgn="base" latinLnBrk="0">
                        <a:buNone/>
                      </a:pPr>
                      <a:r>
                        <a:rPr lang="en-US" sz="2400">
                          <a:effectLst/>
                        </a:rPr>
                        <a:t>6 (at least 2 female doctors)</a:t>
                      </a:r>
                    </a:p>
                  </a:txBody>
                  <a:tcPr marL="123420" marR="123420" marT="61710" marB="61710" anchor="ctr"/>
                </a:tc>
                <a:tc>
                  <a:txBody>
                    <a:bodyPr/>
                    <a:lstStyle/>
                    <a:p>
                      <a:pPr fontAlgn="base" latinLnBrk="0">
                        <a:buNone/>
                      </a:pPr>
                      <a:r>
                        <a:rPr lang="en-US" sz="2400">
                          <a:effectLst/>
                        </a:rPr>
                        <a:t>MBBS</a:t>
                      </a:r>
                    </a:p>
                  </a:txBody>
                  <a:tcPr marL="123420" marR="123420" marT="61710" marB="61710" anchor="ctr"/>
                </a:tc>
                <a:extLst>
                  <a:ext uri="{0D108BD9-81ED-4DB2-BD59-A6C34878D82A}">
                    <a16:rowId xmlns:a16="http://schemas.microsoft.com/office/drawing/2014/main" val="2364037164"/>
                  </a:ext>
                </a:extLst>
              </a:tr>
              <a:tr h="913306">
                <a:tc>
                  <a:txBody>
                    <a:bodyPr/>
                    <a:lstStyle/>
                    <a:p>
                      <a:pPr fontAlgn="base" latinLnBrk="0">
                        <a:buNone/>
                      </a:pPr>
                      <a:r>
                        <a:rPr lang="en-US" sz="2400" b="1">
                          <a:effectLst/>
                        </a:rPr>
                        <a:t>Specialist of AYUSH</a:t>
                      </a:r>
                      <a:endParaRPr lang="en-US" sz="2400">
                        <a:effectLst/>
                      </a:endParaRPr>
                    </a:p>
                  </a:txBody>
                  <a:tcPr marL="123420" marR="123420" marT="61710" marB="61710" anchor="ctr"/>
                </a:tc>
                <a:tc>
                  <a:txBody>
                    <a:bodyPr/>
                    <a:lstStyle/>
                    <a:p>
                      <a:pPr fontAlgn="base" latinLnBrk="0">
                        <a:buNone/>
                      </a:pPr>
                      <a:r>
                        <a:rPr lang="en-US" sz="2400">
                          <a:effectLst/>
                        </a:rPr>
                        <a:t>1</a:t>
                      </a:r>
                    </a:p>
                  </a:txBody>
                  <a:tcPr marL="123420" marR="123420" marT="61710" marB="61710" anchor="ctr"/>
                </a:tc>
                <a:tc>
                  <a:txBody>
                    <a:bodyPr/>
                    <a:lstStyle/>
                    <a:p>
                      <a:pPr fontAlgn="base" latinLnBrk="0">
                        <a:buNone/>
                      </a:pPr>
                      <a:r>
                        <a:rPr lang="en-US" sz="2400">
                          <a:effectLst/>
                        </a:rPr>
                        <a:t>Post Graduate in AYUSH</a:t>
                      </a:r>
                    </a:p>
                  </a:txBody>
                  <a:tcPr marL="123420" marR="123420" marT="61710" marB="61710" anchor="ctr"/>
                </a:tc>
                <a:extLst>
                  <a:ext uri="{0D108BD9-81ED-4DB2-BD59-A6C34878D82A}">
                    <a16:rowId xmlns:a16="http://schemas.microsoft.com/office/drawing/2014/main" val="3460593699"/>
                  </a:ext>
                </a:extLst>
              </a:tr>
              <a:tr h="1653824">
                <a:tc>
                  <a:txBody>
                    <a:bodyPr/>
                    <a:lstStyle/>
                    <a:p>
                      <a:pPr fontAlgn="base" latinLnBrk="0">
                        <a:buNone/>
                      </a:pPr>
                      <a:r>
                        <a:rPr lang="en-US" sz="2400" b="1">
                          <a:effectLst/>
                        </a:rPr>
                        <a:t>General Duty Medical Officer of AYUSH</a:t>
                      </a:r>
                      <a:endParaRPr lang="en-US" sz="2400">
                        <a:effectLst/>
                      </a:endParaRPr>
                    </a:p>
                  </a:txBody>
                  <a:tcPr marL="123420" marR="123420" marT="61710" marB="61710" anchor="ctr"/>
                </a:tc>
                <a:tc>
                  <a:txBody>
                    <a:bodyPr/>
                    <a:lstStyle/>
                    <a:p>
                      <a:pPr fontAlgn="base" latinLnBrk="0">
                        <a:buNone/>
                      </a:pPr>
                      <a:r>
                        <a:rPr lang="en-US" sz="2400">
                          <a:effectLst/>
                        </a:rPr>
                        <a:t>1</a:t>
                      </a:r>
                    </a:p>
                  </a:txBody>
                  <a:tcPr marL="123420" marR="123420" marT="61710" marB="61710" anchor="ctr"/>
                </a:tc>
                <a:tc>
                  <a:txBody>
                    <a:bodyPr/>
                    <a:lstStyle/>
                    <a:p>
                      <a:pPr fontAlgn="base" latinLnBrk="0">
                        <a:buNone/>
                      </a:pPr>
                      <a:r>
                        <a:rPr lang="en-US" sz="2400">
                          <a:effectLst/>
                        </a:rPr>
                        <a:t>Graduate in AYUSH</a:t>
                      </a:r>
                    </a:p>
                  </a:txBody>
                  <a:tcPr marL="123420" marR="123420" marT="61710" marB="61710" anchor="ctr"/>
                </a:tc>
                <a:extLst>
                  <a:ext uri="{0D108BD9-81ED-4DB2-BD59-A6C34878D82A}">
                    <a16:rowId xmlns:a16="http://schemas.microsoft.com/office/drawing/2014/main" val="2301829554"/>
                  </a:ext>
                </a:extLst>
              </a:tr>
            </a:tbl>
          </a:graphicData>
        </a:graphic>
      </p:graphicFrame>
    </p:spTree>
    <p:extLst>
      <p:ext uri="{BB962C8B-B14F-4D97-AF65-F5344CB8AC3E}">
        <p14:creationId xmlns:p14="http://schemas.microsoft.com/office/powerpoint/2010/main" val="280820809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0DC4D16-13C2-C898-42A5-543C57E86E2F}"/>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287A1E-9DE8-5988-6332-7FCD2817132C}"/>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kern="1200">
                <a:solidFill>
                  <a:schemeClr val="tx1"/>
                </a:solidFill>
                <a:latin typeface="+mj-lt"/>
                <a:ea typeface="+mj-ea"/>
                <a:cs typeface="+mj-cs"/>
              </a:rPr>
              <a:t>CHC - </a:t>
            </a:r>
            <a:r>
              <a:rPr lang="en-US" sz="5400" b="1" kern="1200">
                <a:solidFill>
                  <a:schemeClr val="tx1"/>
                </a:solidFill>
                <a:latin typeface="+mj-lt"/>
                <a:ea typeface="+mj-ea"/>
                <a:cs typeface="+mj-cs"/>
              </a:rPr>
              <a:t>Nursing Staff</a:t>
            </a:r>
            <a:endParaRPr lang="en-US" sz="5400" kern="1200">
              <a:solidFill>
                <a:schemeClr val="tx1"/>
              </a:solidFill>
              <a:latin typeface="+mj-lt"/>
              <a:ea typeface="+mj-ea"/>
              <a:cs typeface="+mj-cs"/>
            </a:endParaRPr>
          </a:p>
        </p:txBody>
      </p:sp>
      <p:sp>
        <p:nvSpPr>
          <p:cNvPr id="15"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2531FCB-E166-3BCB-2C46-AF809E8146EB}"/>
              </a:ext>
            </a:extLst>
          </p:cNvPr>
          <p:cNvSpPr txBox="1"/>
          <p:nvPr/>
        </p:nvSpPr>
        <p:spPr>
          <a:xfrm>
            <a:off x="4654296" y="4798577"/>
            <a:ext cx="6894576" cy="1428487"/>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200" b="0" i="0">
                <a:effectLst/>
              </a:rPr>
              <a:t>*Will be appointed under the ASHA scheme</a:t>
            </a:r>
          </a:p>
          <a:p>
            <a:pPr indent="-228600">
              <a:lnSpc>
                <a:spcPct val="90000"/>
              </a:lnSpc>
              <a:spcAft>
                <a:spcPts val="600"/>
              </a:spcAft>
              <a:buFont typeface="Arial" panose="020B0604020202020204" pitchFamily="34" charset="0"/>
              <a:buChar char="•"/>
            </a:pPr>
            <a:r>
              <a:rPr lang="en-US" sz="2200" b="0" i="0">
                <a:effectLst/>
              </a:rPr>
              <a:t>**For providing round the clock service at OT, labour room, casualty, male ward and female ward along with provision of leave/reserve</a:t>
            </a:r>
          </a:p>
        </p:txBody>
      </p:sp>
      <p:graphicFrame>
        <p:nvGraphicFramePr>
          <p:cNvPr id="6" name="Content Placeholder 5">
            <a:extLst>
              <a:ext uri="{FF2B5EF4-FFF2-40B4-BE49-F238E27FC236}">
                <a16:creationId xmlns:a16="http://schemas.microsoft.com/office/drawing/2014/main" id="{8C970519-662C-06E4-A53C-351485B7B556}"/>
              </a:ext>
            </a:extLst>
          </p:cNvPr>
          <p:cNvGraphicFramePr>
            <a:graphicFrameLocks noGrp="1"/>
          </p:cNvGraphicFramePr>
          <p:nvPr>
            <p:ph idx="1"/>
            <p:extLst>
              <p:ext uri="{D42A27DB-BD31-4B8C-83A1-F6EECF244321}">
                <p14:modId xmlns:p14="http://schemas.microsoft.com/office/powerpoint/2010/main" val="3510307521"/>
              </p:ext>
            </p:extLst>
          </p:nvPr>
        </p:nvGraphicFramePr>
        <p:xfrm>
          <a:off x="4654296" y="937938"/>
          <a:ext cx="6894577" cy="3299630"/>
        </p:xfrm>
        <a:graphic>
          <a:graphicData uri="http://schemas.openxmlformats.org/drawingml/2006/table">
            <a:tbl>
              <a:tblPr firstRow="1" bandRow="1">
                <a:solidFill>
                  <a:srgbClr val="404040"/>
                </a:solidFill>
              </a:tblPr>
              <a:tblGrid>
                <a:gridCol w="2245430">
                  <a:extLst>
                    <a:ext uri="{9D8B030D-6E8A-4147-A177-3AD203B41FA5}">
                      <a16:colId xmlns:a16="http://schemas.microsoft.com/office/drawing/2014/main" val="2581031819"/>
                    </a:ext>
                  </a:extLst>
                </a:gridCol>
                <a:gridCol w="1917547">
                  <a:extLst>
                    <a:ext uri="{9D8B030D-6E8A-4147-A177-3AD203B41FA5}">
                      <a16:colId xmlns:a16="http://schemas.microsoft.com/office/drawing/2014/main" val="4180579882"/>
                    </a:ext>
                  </a:extLst>
                </a:gridCol>
                <a:gridCol w="2731600">
                  <a:extLst>
                    <a:ext uri="{9D8B030D-6E8A-4147-A177-3AD203B41FA5}">
                      <a16:colId xmlns:a16="http://schemas.microsoft.com/office/drawing/2014/main" val="1740813265"/>
                    </a:ext>
                  </a:extLst>
                </a:gridCol>
              </a:tblGrid>
              <a:tr h="743502">
                <a:tc>
                  <a:txBody>
                    <a:bodyPr/>
                    <a:lstStyle/>
                    <a:p>
                      <a:pPr algn="l" fontAlgn="t" latinLnBrk="0">
                        <a:buNone/>
                      </a:pPr>
                      <a:r>
                        <a:rPr lang="en-US" sz="2800" b="0" cap="none" spc="0">
                          <a:solidFill>
                            <a:schemeClr val="bg1"/>
                          </a:solidFill>
                          <a:effectLst/>
                        </a:rPr>
                        <a:t>Position</a:t>
                      </a:r>
                    </a:p>
                  </a:txBody>
                  <a:tcPr marL="162811" marR="162811" marT="162811" marB="81405" anchor="ctr">
                    <a:lnL w="12700" cmpd="sng">
                      <a:noFill/>
                    </a:lnL>
                    <a:lnR w="12700" cmpd="sng">
                      <a:noFill/>
                    </a:lnR>
                    <a:lnT w="19050" cap="flat" cmpd="sng" algn="ctr">
                      <a:noFill/>
                      <a:prstDash val="solid"/>
                    </a:lnT>
                    <a:lnB w="38100" cmpd="sng">
                      <a:noFill/>
                    </a:lnB>
                    <a:solidFill>
                      <a:schemeClr val="accent2"/>
                    </a:solidFill>
                  </a:tcPr>
                </a:tc>
                <a:tc>
                  <a:txBody>
                    <a:bodyPr/>
                    <a:lstStyle/>
                    <a:p>
                      <a:pPr algn="l" fontAlgn="t" latinLnBrk="0">
                        <a:buNone/>
                      </a:pPr>
                      <a:r>
                        <a:rPr lang="en-US" sz="2800" b="0" cap="none" spc="0">
                          <a:solidFill>
                            <a:schemeClr val="bg1"/>
                          </a:solidFill>
                          <a:effectLst/>
                        </a:rPr>
                        <a:t>Strength</a:t>
                      </a:r>
                    </a:p>
                  </a:txBody>
                  <a:tcPr marL="162811" marR="162811" marT="162811" marB="81405" anchor="ctr">
                    <a:lnL w="12700" cmpd="sng">
                      <a:noFill/>
                    </a:lnL>
                    <a:lnR w="12700" cmpd="sng">
                      <a:noFill/>
                    </a:lnR>
                    <a:lnT w="19050" cap="flat" cmpd="sng" algn="ctr">
                      <a:noFill/>
                      <a:prstDash val="solid"/>
                    </a:lnT>
                    <a:lnB w="38100" cmpd="sng">
                      <a:noFill/>
                    </a:lnB>
                    <a:solidFill>
                      <a:schemeClr val="accent2"/>
                    </a:solidFill>
                  </a:tcPr>
                </a:tc>
                <a:tc>
                  <a:txBody>
                    <a:bodyPr/>
                    <a:lstStyle/>
                    <a:p>
                      <a:pPr algn="l" fontAlgn="t" latinLnBrk="0">
                        <a:buNone/>
                      </a:pPr>
                      <a:r>
                        <a:rPr lang="en-US" sz="2800" b="0" cap="none" spc="0">
                          <a:solidFill>
                            <a:schemeClr val="bg1"/>
                          </a:solidFill>
                          <a:effectLst/>
                        </a:rPr>
                        <a:t>Notes</a:t>
                      </a:r>
                    </a:p>
                  </a:txBody>
                  <a:tcPr marL="162811" marR="162811" marT="162811" marB="81405" anchor="ctr">
                    <a:lnL w="12700" cmpd="sng">
                      <a:noFill/>
                    </a:lnL>
                    <a:lnR w="12700" cmpd="sng">
                      <a:noFill/>
                    </a:lnR>
                    <a:lnT w="19050" cap="flat" cmpd="sng" algn="ctr">
                      <a:noFill/>
                      <a:prstDash val="solid"/>
                    </a:lnT>
                    <a:lnB w="38100" cmpd="sng">
                      <a:noFill/>
                    </a:lnB>
                    <a:solidFill>
                      <a:schemeClr val="accent2"/>
                    </a:solidFill>
                  </a:tcPr>
                </a:tc>
                <a:extLst>
                  <a:ext uri="{0D108BD9-81ED-4DB2-BD59-A6C34878D82A}">
                    <a16:rowId xmlns:a16="http://schemas.microsoft.com/office/drawing/2014/main" val="2371033956"/>
                  </a:ext>
                </a:extLst>
              </a:tr>
              <a:tr h="634962">
                <a:tc>
                  <a:txBody>
                    <a:bodyPr/>
                    <a:lstStyle/>
                    <a:p>
                      <a:pPr fontAlgn="base" latinLnBrk="0">
                        <a:buNone/>
                      </a:pPr>
                      <a:r>
                        <a:rPr lang="en-US" sz="2100" b="1" cap="none" spc="0">
                          <a:solidFill>
                            <a:schemeClr val="bg1"/>
                          </a:solidFill>
                          <a:effectLst/>
                        </a:rPr>
                        <a:t>Staff Nurse</a:t>
                      </a:r>
                      <a:endParaRPr lang="en-US" sz="2100" cap="none" spc="0">
                        <a:solidFill>
                          <a:schemeClr val="bg1"/>
                        </a:solidFill>
                        <a:effectLst/>
                      </a:endParaRPr>
                    </a:p>
                  </a:txBody>
                  <a:tcPr marL="162811" marR="162811" marT="162811" marB="8140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fontAlgn="base" latinLnBrk="0">
                        <a:buNone/>
                      </a:pPr>
                      <a:r>
                        <a:rPr lang="en-US" sz="2100" cap="none" spc="0">
                          <a:solidFill>
                            <a:schemeClr val="bg1"/>
                          </a:solidFill>
                          <a:effectLst/>
                        </a:rPr>
                        <a:t>19**</a:t>
                      </a:r>
                    </a:p>
                  </a:txBody>
                  <a:tcPr marL="162811" marR="162811" marT="162811" marB="8140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tc>
                  <a:txBody>
                    <a:bodyPr/>
                    <a:lstStyle/>
                    <a:p>
                      <a:pPr fontAlgn="base" latinLnBrk="0">
                        <a:buNone/>
                      </a:pPr>
                      <a:r>
                        <a:rPr lang="en-US" sz="2100" cap="none" spc="0">
                          <a:solidFill>
                            <a:schemeClr val="bg1"/>
                          </a:solidFill>
                          <a:effectLst/>
                        </a:rPr>
                        <a:t>Core nursing staff</a:t>
                      </a:r>
                    </a:p>
                  </a:txBody>
                  <a:tcPr marL="162811" marR="162811" marT="162811" marB="81405"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404040"/>
                    </a:solidFill>
                  </a:tcPr>
                </a:tc>
                <a:extLst>
                  <a:ext uri="{0D108BD9-81ED-4DB2-BD59-A6C34878D82A}">
                    <a16:rowId xmlns:a16="http://schemas.microsoft.com/office/drawing/2014/main" val="1579555031"/>
                  </a:ext>
                </a:extLst>
              </a:tr>
              <a:tr h="960583">
                <a:tc>
                  <a:txBody>
                    <a:bodyPr/>
                    <a:lstStyle/>
                    <a:p>
                      <a:pPr fontAlgn="base" latinLnBrk="0">
                        <a:buNone/>
                      </a:pPr>
                      <a:r>
                        <a:rPr lang="en-US" sz="2100" b="1" cap="none" spc="0">
                          <a:solidFill>
                            <a:schemeClr val="bg1"/>
                          </a:solidFill>
                          <a:effectLst/>
                        </a:rPr>
                        <a:t>Public Health Nurse (PHN)</a:t>
                      </a:r>
                      <a:endParaRPr lang="en-US" sz="2100" cap="none" spc="0">
                        <a:solidFill>
                          <a:schemeClr val="bg1"/>
                        </a:solidFill>
                        <a:effectLst/>
                      </a:endParaRPr>
                    </a:p>
                  </a:txBody>
                  <a:tcPr marL="162811" marR="162811" marT="162811" marB="8140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fontAlgn="base" latinLnBrk="0">
                        <a:buNone/>
                      </a:pPr>
                      <a:r>
                        <a:rPr lang="en-US" sz="2100" cap="none" spc="0">
                          <a:solidFill>
                            <a:schemeClr val="bg1"/>
                          </a:solidFill>
                          <a:effectLst/>
                        </a:rPr>
                        <a:t>1*</a:t>
                      </a:r>
                    </a:p>
                  </a:txBody>
                  <a:tcPr marL="162811" marR="162811" marT="162811" marB="8140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tc>
                  <a:txBody>
                    <a:bodyPr/>
                    <a:lstStyle/>
                    <a:p>
                      <a:pPr fontAlgn="base" latinLnBrk="0">
                        <a:buNone/>
                      </a:pPr>
                      <a:r>
                        <a:rPr lang="en-US" sz="2100" cap="none" spc="0">
                          <a:solidFill>
                            <a:schemeClr val="bg1"/>
                          </a:solidFill>
                          <a:effectLst/>
                        </a:rPr>
                        <a:t>Community health focus</a:t>
                      </a:r>
                    </a:p>
                  </a:txBody>
                  <a:tcPr marL="162811" marR="162811" marT="162811" marB="81405"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262626"/>
                    </a:solidFill>
                  </a:tcPr>
                </a:tc>
                <a:extLst>
                  <a:ext uri="{0D108BD9-81ED-4DB2-BD59-A6C34878D82A}">
                    <a16:rowId xmlns:a16="http://schemas.microsoft.com/office/drawing/2014/main" val="1899022942"/>
                  </a:ext>
                </a:extLst>
              </a:tr>
              <a:tr h="960583">
                <a:tc>
                  <a:txBody>
                    <a:bodyPr/>
                    <a:lstStyle/>
                    <a:p>
                      <a:pPr fontAlgn="base" latinLnBrk="0">
                        <a:buNone/>
                      </a:pPr>
                      <a:r>
                        <a:rPr lang="en-US" sz="2100" b="1" cap="none" spc="0">
                          <a:solidFill>
                            <a:schemeClr val="bg1"/>
                          </a:solidFill>
                          <a:effectLst/>
                        </a:rPr>
                        <a:t>ANM</a:t>
                      </a:r>
                      <a:endParaRPr lang="en-US" sz="2100" cap="none" spc="0">
                        <a:solidFill>
                          <a:schemeClr val="bg1"/>
                        </a:solidFill>
                        <a:effectLst/>
                      </a:endParaRPr>
                    </a:p>
                  </a:txBody>
                  <a:tcPr marL="162811" marR="162811" marT="162811" marB="81405"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fontAlgn="base" latinLnBrk="0">
                        <a:buNone/>
                      </a:pPr>
                      <a:r>
                        <a:rPr lang="en-US" sz="2100" cap="none" spc="0">
                          <a:solidFill>
                            <a:schemeClr val="bg1"/>
                          </a:solidFill>
                          <a:effectLst/>
                        </a:rPr>
                        <a:t>1*</a:t>
                      </a:r>
                    </a:p>
                  </a:txBody>
                  <a:tcPr marL="162811" marR="162811" marT="162811" marB="81405" anchor="ctr">
                    <a:lnL w="12700" cmpd="sng">
                      <a:noFill/>
                      <a:prstDash val="solid"/>
                    </a:lnL>
                    <a:lnR w="12700" cmpd="sng">
                      <a:noFill/>
                      <a:prstDash val="solid"/>
                    </a:lnR>
                    <a:lnT w="12700" cmpd="sng">
                      <a:noFill/>
                      <a:prstDash val="solid"/>
                    </a:lnT>
                    <a:lnB w="12700" cmpd="sng">
                      <a:noFill/>
                      <a:prstDash val="solid"/>
                    </a:lnB>
                    <a:solidFill>
                      <a:srgbClr val="404040"/>
                    </a:solidFill>
                  </a:tcPr>
                </a:tc>
                <a:tc>
                  <a:txBody>
                    <a:bodyPr/>
                    <a:lstStyle/>
                    <a:p>
                      <a:pPr fontAlgn="base" latinLnBrk="0">
                        <a:buNone/>
                      </a:pPr>
                      <a:r>
                        <a:rPr lang="en-US" sz="2100" cap="none" spc="0">
                          <a:solidFill>
                            <a:schemeClr val="bg1"/>
                          </a:solidFill>
                          <a:effectLst/>
                        </a:rPr>
                        <a:t>Maternal and child health</a:t>
                      </a:r>
                    </a:p>
                  </a:txBody>
                  <a:tcPr marL="162811" marR="162811" marT="162811" marB="81405" anchor="ctr">
                    <a:lnL w="12700" cmpd="sng">
                      <a:noFill/>
                      <a:prstDash val="solid"/>
                    </a:lnL>
                    <a:lnR w="12700" cmpd="sng">
                      <a:noFill/>
                      <a:prstDash val="solid"/>
                    </a:lnR>
                    <a:lnT w="12700" cmpd="sng">
                      <a:noFill/>
                      <a:prstDash val="solid"/>
                    </a:lnT>
                    <a:lnB w="12700" cmpd="sng">
                      <a:noFill/>
                      <a:prstDash val="solid"/>
                    </a:lnB>
                    <a:solidFill>
                      <a:srgbClr val="404040"/>
                    </a:solidFill>
                  </a:tcPr>
                </a:tc>
                <a:extLst>
                  <a:ext uri="{0D108BD9-81ED-4DB2-BD59-A6C34878D82A}">
                    <a16:rowId xmlns:a16="http://schemas.microsoft.com/office/drawing/2014/main" val="2674425829"/>
                  </a:ext>
                </a:extLst>
              </a:tr>
            </a:tbl>
          </a:graphicData>
        </a:graphic>
      </p:graphicFrame>
    </p:spTree>
    <p:extLst>
      <p:ext uri="{BB962C8B-B14F-4D97-AF65-F5344CB8AC3E}">
        <p14:creationId xmlns:p14="http://schemas.microsoft.com/office/powerpoint/2010/main" val="5361400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C797525-7FA6-7F87-D54F-D97A898B38C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8AF5748-FED8-45BA-8631-26D1D10F32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D450EE-F2F3-6D03-F0A3-DAE05E4F5CF1}"/>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4800" kern="1200">
                <a:solidFill>
                  <a:schemeClr val="tx1"/>
                </a:solidFill>
                <a:latin typeface="+mj-lt"/>
                <a:ea typeface="+mj-ea"/>
                <a:cs typeface="+mj-cs"/>
              </a:rPr>
              <a:t>CHC – Laboratory and Technical Personnel</a:t>
            </a: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6" name="Content Placeholder 5">
            <a:extLst>
              <a:ext uri="{FF2B5EF4-FFF2-40B4-BE49-F238E27FC236}">
                <a16:creationId xmlns:a16="http://schemas.microsoft.com/office/drawing/2014/main" id="{330FCFC2-BFF3-AB35-247D-99CCD9362782}"/>
              </a:ext>
            </a:extLst>
          </p:cNvPr>
          <p:cNvGraphicFramePr>
            <a:graphicFrameLocks noGrp="1"/>
          </p:cNvGraphicFramePr>
          <p:nvPr>
            <p:ph idx="1"/>
            <p:extLst>
              <p:ext uri="{D42A27DB-BD31-4B8C-83A1-F6EECF244321}">
                <p14:modId xmlns:p14="http://schemas.microsoft.com/office/powerpoint/2010/main" val="2899289595"/>
              </p:ext>
            </p:extLst>
          </p:nvPr>
        </p:nvGraphicFramePr>
        <p:xfrm>
          <a:off x="4864608" y="766106"/>
          <a:ext cx="6846364" cy="5174538"/>
        </p:xfrm>
        <a:graphic>
          <a:graphicData uri="http://schemas.openxmlformats.org/drawingml/2006/table">
            <a:tbl>
              <a:tblPr firstRow="1" bandRow="1">
                <a:solidFill>
                  <a:srgbClr val="F2F2F2">
                    <a:alpha val="30196"/>
                  </a:srgbClr>
                </a:solidFill>
              </a:tblPr>
              <a:tblGrid>
                <a:gridCol w="4857705">
                  <a:extLst>
                    <a:ext uri="{9D8B030D-6E8A-4147-A177-3AD203B41FA5}">
                      <a16:colId xmlns:a16="http://schemas.microsoft.com/office/drawing/2014/main" val="492723122"/>
                    </a:ext>
                  </a:extLst>
                </a:gridCol>
                <a:gridCol w="1988659">
                  <a:extLst>
                    <a:ext uri="{9D8B030D-6E8A-4147-A177-3AD203B41FA5}">
                      <a16:colId xmlns:a16="http://schemas.microsoft.com/office/drawing/2014/main" val="1699070741"/>
                    </a:ext>
                  </a:extLst>
                </a:gridCol>
              </a:tblGrid>
              <a:tr h="862423">
                <a:tc>
                  <a:txBody>
                    <a:bodyPr/>
                    <a:lstStyle/>
                    <a:p>
                      <a:pPr algn="l" fontAlgn="t" latinLnBrk="0">
                        <a:buNone/>
                      </a:pPr>
                      <a:r>
                        <a:rPr lang="en-US" sz="2800" b="0" cap="none" spc="0">
                          <a:solidFill>
                            <a:schemeClr val="bg1"/>
                          </a:solidFill>
                          <a:effectLst/>
                        </a:rPr>
                        <a:t>Position</a:t>
                      </a:r>
                    </a:p>
                  </a:txBody>
                  <a:tcPr marL="236862" marR="182202" marT="182202" marB="182202"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l" fontAlgn="t" latinLnBrk="0">
                        <a:buNone/>
                      </a:pPr>
                      <a:r>
                        <a:rPr lang="en-US" sz="2800" b="0" cap="none" spc="0">
                          <a:solidFill>
                            <a:schemeClr val="bg1"/>
                          </a:solidFill>
                          <a:effectLst/>
                        </a:rPr>
                        <a:t>Strength</a:t>
                      </a:r>
                    </a:p>
                  </a:txBody>
                  <a:tcPr marL="236862" marR="182202" marT="182202" marB="182202"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2416081280"/>
                  </a:ext>
                </a:extLst>
              </a:tr>
              <a:tr h="862423">
                <a:tc>
                  <a:txBody>
                    <a:bodyPr/>
                    <a:lstStyle/>
                    <a:p>
                      <a:pPr fontAlgn="base" latinLnBrk="0">
                        <a:buNone/>
                      </a:pPr>
                      <a:r>
                        <a:rPr lang="en-US" sz="2800" b="1" cap="none" spc="0">
                          <a:solidFill>
                            <a:schemeClr val="tx1"/>
                          </a:solidFill>
                          <a:effectLst/>
                        </a:rPr>
                        <a:t>Pharmacist/Compounder</a:t>
                      </a:r>
                      <a:endParaRPr lang="en-US" sz="2800" cap="none" spc="0">
                        <a:solidFill>
                          <a:schemeClr val="tx1"/>
                        </a:solidFill>
                        <a:effectLst/>
                      </a:endParaRPr>
                    </a:p>
                  </a:txBody>
                  <a:tcPr marL="236862" marR="182202" marT="182202" marB="182202"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fontAlgn="base" latinLnBrk="0">
                        <a:buNone/>
                      </a:pPr>
                      <a:r>
                        <a:rPr lang="en-US" sz="2800" cap="none" spc="0">
                          <a:solidFill>
                            <a:schemeClr val="tx1"/>
                          </a:solidFill>
                          <a:effectLst/>
                        </a:rPr>
                        <a:t>3</a:t>
                      </a:r>
                    </a:p>
                  </a:txBody>
                  <a:tcPr marL="236862" marR="182202" marT="182202" marB="182202"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2494139453"/>
                  </a:ext>
                </a:extLst>
              </a:tr>
              <a:tr h="862423">
                <a:tc>
                  <a:txBody>
                    <a:bodyPr/>
                    <a:lstStyle/>
                    <a:p>
                      <a:pPr fontAlgn="base" latinLnBrk="0">
                        <a:buNone/>
                      </a:pPr>
                      <a:r>
                        <a:rPr lang="en-US" sz="2800" b="1" cap="none" spc="0">
                          <a:solidFill>
                            <a:schemeClr val="tx1"/>
                          </a:solidFill>
                          <a:effectLst/>
                        </a:rPr>
                        <a:t>Pharmacist-AYUSH</a:t>
                      </a:r>
                      <a:endParaRPr lang="en-US" sz="2800" cap="none" spc="0">
                        <a:solidFill>
                          <a:schemeClr val="tx1"/>
                        </a:solidFill>
                        <a:effectLst/>
                      </a:endParaRPr>
                    </a:p>
                  </a:txBody>
                  <a:tcPr marL="236862" marR="182202" marT="182202" marB="182202"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800" cap="none" spc="0">
                          <a:solidFill>
                            <a:schemeClr val="tx1"/>
                          </a:solidFill>
                          <a:effectLst/>
                        </a:rPr>
                        <a:t>1</a:t>
                      </a:r>
                    </a:p>
                  </a:txBody>
                  <a:tcPr marL="236862" marR="182202" marT="182202" marB="182202"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530799918"/>
                  </a:ext>
                </a:extLst>
              </a:tr>
              <a:tr h="862423">
                <a:tc>
                  <a:txBody>
                    <a:bodyPr/>
                    <a:lstStyle/>
                    <a:p>
                      <a:pPr fontAlgn="base" latinLnBrk="0">
                        <a:buNone/>
                      </a:pPr>
                      <a:r>
                        <a:rPr lang="en-US" sz="2800" b="1" cap="none" spc="0">
                          <a:solidFill>
                            <a:schemeClr val="tx1"/>
                          </a:solidFill>
                          <a:effectLst/>
                        </a:rPr>
                        <a:t>Lab. Technician</a:t>
                      </a:r>
                      <a:endParaRPr lang="en-US" sz="2800" cap="none" spc="0">
                        <a:solidFill>
                          <a:schemeClr val="tx1"/>
                        </a:solidFill>
                        <a:effectLst/>
                      </a:endParaRPr>
                    </a:p>
                  </a:txBody>
                  <a:tcPr marL="236862" marR="182202" marT="182202" marB="182202"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2800" cap="none" spc="0">
                          <a:solidFill>
                            <a:schemeClr val="tx1"/>
                          </a:solidFill>
                          <a:effectLst/>
                        </a:rPr>
                        <a:t>3</a:t>
                      </a:r>
                    </a:p>
                  </a:txBody>
                  <a:tcPr marL="236862" marR="182202" marT="182202" marB="182202"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943913015"/>
                  </a:ext>
                </a:extLst>
              </a:tr>
              <a:tr h="862423">
                <a:tc>
                  <a:txBody>
                    <a:bodyPr/>
                    <a:lstStyle/>
                    <a:p>
                      <a:pPr fontAlgn="base" latinLnBrk="0">
                        <a:buNone/>
                      </a:pPr>
                      <a:r>
                        <a:rPr lang="en-US" sz="2800" b="1" cap="none" spc="0">
                          <a:solidFill>
                            <a:schemeClr val="tx1"/>
                          </a:solidFill>
                          <a:effectLst/>
                        </a:rPr>
                        <a:t>Radiographer</a:t>
                      </a:r>
                      <a:endParaRPr lang="en-US" sz="2800" cap="none" spc="0">
                        <a:solidFill>
                          <a:schemeClr val="tx1"/>
                        </a:solidFill>
                        <a:effectLst/>
                      </a:endParaRPr>
                    </a:p>
                  </a:txBody>
                  <a:tcPr marL="236862" marR="182202" marT="182202" marB="182202"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800" cap="none" spc="0">
                          <a:solidFill>
                            <a:schemeClr val="tx1"/>
                          </a:solidFill>
                          <a:effectLst/>
                        </a:rPr>
                        <a:t>2</a:t>
                      </a:r>
                    </a:p>
                  </a:txBody>
                  <a:tcPr marL="236862" marR="182202" marT="182202" marB="182202"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451079327"/>
                  </a:ext>
                </a:extLst>
              </a:tr>
              <a:tr h="862423">
                <a:tc>
                  <a:txBody>
                    <a:bodyPr/>
                    <a:lstStyle/>
                    <a:p>
                      <a:pPr fontAlgn="base" latinLnBrk="0">
                        <a:buNone/>
                      </a:pPr>
                      <a:r>
                        <a:rPr lang="en-US" sz="2800" b="1" cap="none" spc="0">
                          <a:solidFill>
                            <a:schemeClr val="tx1"/>
                          </a:solidFill>
                          <a:effectLst/>
                        </a:rPr>
                        <a:t>Ophthalmic Assistant</a:t>
                      </a:r>
                      <a:endParaRPr lang="en-US" sz="2800" cap="none" spc="0">
                        <a:solidFill>
                          <a:schemeClr val="tx1"/>
                        </a:solidFill>
                        <a:effectLst/>
                      </a:endParaRPr>
                    </a:p>
                  </a:txBody>
                  <a:tcPr marL="236862" marR="182202" marT="182202" marB="182202"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38100" cap="flat" cmpd="sng" algn="ctr">
                      <a:noFill/>
                      <a:prstDash val="solid"/>
                    </a:lnB>
                    <a:solidFill>
                      <a:srgbClr val="F2F2F2">
                        <a:alpha val="30196"/>
                      </a:srgbClr>
                    </a:solidFill>
                  </a:tcPr>
                </a:tc>
                <a:tc>
                  <a:txBody>
                    <a:bodyPr/>
                    <a:lstStyle/>
                    <a:p>
                      <a:pPr fontAlgn="base" latinLnBrk="0">
                        <a:buNone/>
                      </a:pPr>
                      <a:r>
                        <a:rPr lang="en-US" sz="2800" cap="none" spc="0">
                          <a:solidFill>
                            <a:schemeClr val="tx1"/>
                          </a:solidFill>
                          <a:effectLst/>
                        </a:rPr>
                        <a:t>1</a:t>
                      </a:r>
                    </a:p>
                  </a:txBody>
                  <a:tcPr marL="236862" marR="182202" marT="182202" marB="182202"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38100" cap="flat" cmpd="sng" algn="ctr">
                      <a:noFill/>
                      <a:prstDash val="solid"/>
                    </a:lnB>
                    <a:solidFill>
                      <a:srgbClr val="F2F2F2">
                        <a:alpha val="30196"/>
                      </a:srgbClr>
                    </a:solidFill>
                  </a:tcPr>
                </a:tc>
                <a:extLst>
                  <a:ext uri="{0D108BD9-81ED-4DB2-BD59-A6C34878D82A}">
                    <a16:rowId xmlns:a16="http://schemas.microsoft.com/office/drawing/2014/main" val="3619092267"/>
                  </a:ext>
                </a:extLst>
              </a:tr>
            </a:tbl>
          </a:graphicData>
        </a:graphic>
      </p:graphicFrame>
    </p:spTree>
    <p:extLst>
      <p:ext uri="{BB962C8B-B14F-4D97-AF65-F5344CB8AC3E}">
        <p14:creationId xmlns:p14="http://schemas.microsoft.com/office/powerpoint/2010/main" val="359176645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08DDD0-84D1-6B4C-4CA6-D15A760D33B3}"/>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4243E8-1527-9915-3B52-4C816043AE5C}"/>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4100" kern="1200">
                <a:solidFill>
                  <a:schemeClr val="tx1"/>
                </a:solidFill>
                <a:latin typeface="+mj-lt"/>
                <a:ea typeface="+mj-ea"/>
                <a:cs typeface="+mj-cs"/>
              </a:rPr>
              <a:t>CHC – Administrative and General Support</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41D68B5E-BC21-AABA-18EF-777936B6ADDB}"/>
              </a:ext>
            </a:extLst>
          </p:cNvPr>
          <p:cNvGraphicFramePr>
            <a:graphicFrameLocks noGrp="1"/>
          </p:cNvGraphicFramePr>
          <p:nvPr>
            <p:ph idx="1"/>
            <p:extLst>
              <p:ext uri="{D42A27DB-BD31-4B8C-83A1-F6EECF244321}">
                <p14:modId xmlns:p14="http://schemas.microsoft.com/office/powerpoint/2010/main" val="3794536383"/>
              </p:ext>
            </p:extLst>
          </p:nvPr>
        </p:nvGraphicFramePr>
        <p:xfrm>
          <a:off x="4654296" y="992862"/>
          <a:ext cx="7214617" cy="4844847"/>
        </p:xfrm>
        <a:graphic>
          <a:graphicData uri="http://schemas.openxmlformats.org/drawingml/2006/table">
            <a:tbl>
              <a:tblPr firstRow="1" bandRow="1">
                <a:solidFill>
                  <a:srgbClr val="F2F2F2">
                    <a:alpha val="45098"/>
                  </a:srgbClr>
                </a:solidFill>
              </a:tblPr>
              <a:tblGrid>
                <a:gridCol w="5360313">
                  <a:extLst>
                    <a:ext uri="{9D8B030D-6E8A-4147-A177-3AD203B41FA5}">
                      <a16:colId xmlns:a16="http://schemas.microsoft.com/office/drawing/2014/main" val="1454563114"/>
                    </a:ext>
                  </a:extLst>
                </a:gridCol>
                <a:gridCol w="1854304">
                  <a:extLst>
                    <a:ext uri="{9D8B030D-6E8A-4147-A177-3AD203B41FA5}">
                      <a16:colId xmlns:a16="http://schemas.microsoft.com/office/drawing/2014/main" val="4267271084"/>
                    </a:ext>
                  </a:extLst>
                </a:gridCol>
              </a:tblGrid>
              <a:tr h="739538">
                <a:tc>
                  <a:txBody>
                    <a:bodyPr/>
                    <a:lstStyle/>
                    <a:p>
                      <a:pPr algn="l" fontAlgn="t" latinLnBrk="0">
                        <a:buNone/>
                      </a:pPr>
                      <a:r>
                        <a:rPr lang="en-US" sz="2700" b="0" cap="none" spc="0">
                          <a:solidFill>
                            <a:schemeClr val="bg1"/>
                          </a:solidFill>
                          <a:effectLst/>
                        </a:rPr>
                        <a:t>Position</a:t>
                      </a:r>
                    </a:p>
                  </a:txBody>
                  <a:tcPr marL="174694" marR="174694" marT="174694" marB="87347" anchor="ctr">
                    <a:lnL w="12700" cmpd="sng">
                      <a:noFill/>
                    </a:lnL>
                    <a:lnR w="12700" cmpd="sng">
                      <a:noFill/>
                    </a:lnR>
                    <a:lnT w="19050" cap="flat" cmpd="sng" algn="ctr">
                      <a:noFill/>
                      <a:prstDash val="solid"/>
                    </a:lnT>
                    <a:lnB w="38100" cmpd="sng">
                      <a:noFill/>
                    </a:lnB>
                    <a:solidFill>
                      <a:schemeClr val="tx1"/>
                    </a:solidFill>
                  </a:tcPr>
                </a:tc>
                <a:tc>
                  <a:txBody>
                    <a:bodyPr/>
                    <a:lstStyle/>
                    <a:p>
                      <a:pPr algn="l" fontAlgn="t" latinLnBrk="0">
                        <a:buNone/>
                      </a:pPr>
                      <a:r>
                        <a:rPr lang="en-US" sz="2700" b="0" cap="none" spc="0">
                          <a:solidFill>
                            <a:schemeClr val="bg1"/>
                          </a:solidFill>
                          <a:effectLst/>
                        </a:rPr>
                        <a:t>Strength</a:t>
                      </a:r>
                    </a:p>
                  </a:txBody>
                  <a:tcPr marL="174694" marR="174694" marT="174694" marB="87347" anchor="ctr">
                    <a:lnL w="12700" cmpd="sng">
                      <a:noFill/>
                    </a:lnL>
                    <a:lnR w="12700" cmpd="sng">
                      <a:noFill/>
                    </a:lnR>
                    <a:lnT w="19050" cap="flat" cmpd="sng" algn="ctr">
                      <a:noFill/>
                      <a:prstDash val="solid"/>
                    </a:lnT>
                    <a:lnB w="38100" cmpd="sng">
                      <a:noFill/>
                    </a:lnB>
                    <a:solidFill>
                      <a:schemeClr val="tx1"/>
                    </a:solidFill>
                  </a:tcPr>
                </a:tc>
                <a:extLst>
                  <a:ext uri="{0D108BD9-81ED-4DB2-BD59-A6C34878D82A}">
                    <a16:rowId xmlns:a16="http://schemas.microsoft.com/office/drawing/2014/main" val="3690426927"/>
                  </a:ext>
                </a:extLst>
              </a:tr>
              <a:tr h="1030694">
                <a:tc>
                  <a:txBody>
                    <a:bodyPr/>
                    <a:lstStyle/>
                    <a:p>
                      <a:pPr fontAlgn="base" latinLnBrk="0">
                        <a:buNone/>
                      </a:pPr>
                      <a:r>
                        <a:rPr lang="en-US" sz="2300" b="1" cap="none" spc="0">
                          <a:solidFill>
                            <a:schemeClr val="tx1"/>
                          </a:solidFill>
                          <a:effectLst/>
                        </a:rPr>
                        <a:t>Dresser (certified by Red Cross/St. Johns Ambulance)</a:t>
                      </a:r>
                      <a:endParaRPr lang="en-US" sz="2300" cap="none" spc="0">
                        <a:solidFill>
                          <a:schemeClr val="tx1"/>
                        </a:solidFill>
                        <a:effectLst/>
                      </a:endParaRPr>
                    </a:p>
                  </a:txBody>
                  <a:tcPr marL="174694" marR="174694" marT="174694" marB="87347"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tc>
                  <a:txBody>
                    <a:bodyPr/>
                    <a:lstStyle/>
                    <a:p>
                      <a:pPr fontAlgn="base" latinLnBrk="0">
                        <a:buNone/>
                      </a:pPr>
                      <a:r>
                        <a:rPr lang="en-US" sz="2300" cap="none" spc="0">
                          <a:solidFill>
                            <a:schemeClr val="tx1"/>
                          </a:solidFill>
                          <a:effectLst/>
                        </a:rPr>
                        <a:t>2</a:t>
                      </a:r>
                    </a:p>
                  </a:txBody>
                  <a:tcPr marL="174694" marR="174694" marT="174694" marB="87347" anchor="ctr">
                    <a:lnL w="12700" cmpd="sng">
                      <a:noFill/>
                      <a:prstDash val="solid"/>
                    </a:lnL>
                    <a:lnR w="12700" cmpd="sng">
                      <a:noFill/>
                      <a:prstDash val="solid"/>
                    </a:lnR>
                    <a:lnT w="38100" cmpd="sng">
                      <a:noFill/>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1227836392"/>
                  </a:ext>
                </a:extLst>
              </a:tr>
              <a:tr h="681307">
                <a:tc>
                  <a:txBody>
                    <a:bodyPr/>
                    <a:lstStyle/>
                    <a:p>
                      <a:pPr fontAlgn="base" latinLnBrk="0">
                        <a:buNone/>
                      </a:pPr>
                      <a:r>
                        <a:rPr lang="en-US" sz="2300" b="1" cap="none" spc="0">
                          <a:solidFill>
                            <a:schemeClr val="tx1"/>
                          </a:solidFill>
                          <a:effectLst/>
                        </a:rPr>
                        <a:t>Registration Clerk</a:t>
                      </a:r>
                      <a:endParaRPr lang="en-US" sz="2300" cap="none" spc="0">
                        <a:solidFill>
                          <a:schemeClr val="tx1"/>
                        </a:solidFill>
                        <a:effectLst/>
                      </a:endParaRPr>
                    </a:p>
                  </a:txBody>
                  <a:tcPr marL="174694" marR="174694" marT="174694" marB="8734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base" latinLnBrk="0">
                        <a:buNone/>
                      </a:pPr>
                      <a:r>
                        <a:rPr lang="en-US" sz="2300" cap="none" spc="0">
                          <a:solidFill>
                            <a:schemeClr val="tx1"/>
                          </a:solidFill>
                          <a:effectLst/>
                        </a:rPr>
                        <a:t>2</a:t>
                      </a:r>
                    </a:p>
                  </a:txBody>
                  <a:tcPr marL="174694" marR="174694" marT="174694" marB="8734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3719705530"/>
                  </a:ext>
                </a:extLst>
              </a:tr>
              <a:tr h="1030694">
                <a:tc>
                  <a:txBody>
                    <a:bodyPr/>
                    <a:lstStyle/>
                    <a:p>
                      <a:pPr fontAlgn="base" latinLnBrk="0">
                        <a:buNone/>
                      </a:pPr>
                      <a:r>
                        <a:rPr lang="en-US" sz="2300" b="1" cap="none" spc="0">
                          <a:solidFill>
                            <a:schemeClr val="tx1"/>
                          </a:solidFill>
                          <a:effectLst/>
                        </a:rPr>
                        <a:t>Statistical Assistant/Data Entry Operator</a:t>
                      </a:r>
                      <a:endParaRPr lang="en-US" sz="2300" cap="none" spc="0">
                        <a:solidFill>
                          <a:schemeClr val="tx1"/>
                        </a:solidFill>
                        <a:effectLst/>
                      </a:endParaRPr>
                    </a:p>
                  </a:txBody>
                  <a:tcPr marL="174694" marR="174694" marT="174694" marB="8734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tc>
                  <a:txBody>
                    <a:bodyPr/>
                    <a:lstStyle/>
                    <a:p>
                      <a:pPr fontAlgn="base" latinLnBrk="0">
                        <a:buNone/>
                      </a:pPr>
                      <a:r>
                        <a:rPr lang="en-US" sz="2300" cap="none" spc="0">
                          <a:solidFill>
                            <a:schemeClr val="tx1"/>
                          </a:solidFill>
                          <a:effectLst/>
                        </a:rPr>
                        <a:t>2</a:t>
                      </a:r>
                    </a:p>
                  </a:txBody>
                  <a:tcPr marL="174694" marR="174694" marT="174694" marB="87347" anchor="ctr">
                    <a:lnL w="12700" cmpd="sng">
                      <a:noFill/>
                      <a:prstDash val="solid"/>
                    </a:lnL>
                    <a:lnR w="12700" cmpd="sng">
                      <a:noFill/>
                      <a:prstDash val="solid"/>
                    </a:lnR>
                    <a:lnT w="12700" cmpd="sng">
                      <a:noFill/>
                      <a:prstDash val="solid"/>
                    </a:lnT>
                    <a:lnB w="12700" cap="flat" cmpd="sng" algn="ctr">
                      <a:solidFill>
                        <a:schemeClr val="bg1">
                          <a:lumMod val="75000"/>
                        </a:schemeClr>
                      </a:solidFill>
                      <a:prstDash val="solid"/>
                    </a:lnB>
                    <a:solidFill>
                      <a:srgbClr val="F2F2F2">
                        <a:alpha val="45098"/>
                      </a:srgbClr>
                    </a:solidFill>
                  </a:tcPr>
                </a:tc>
                <a:extLst>
                  <a:ext uri="{0D108BD9-81ED-4DB2-BD59-A6C34878D82A}">
                    <a16:rowId xmlns:a16="http://schemas.microsoft.com/office/drawing/2014/main" val="485104464"/>
                  </a:ext>
                </a:extLst>
              </a:tr>
              <a:tr h="681307">
                <a:tc>
                  <a:txBody>
                    <a:bodyPr/>
                    <a:lstStyle/>
                    <a:p>
                      <a:pPr fontAlgn="base" latinLnBrk="0">
                        <a:buNone/>
                      </a:pPr>
                      <a:r>
                        <a:rPr lang="en-US" sz="2300" b="1" cap="none" spc="0">
                          <a:solidFill>
                            <a:schemeClr val="tx1"/>
                          </a:solidFill>
                          <a:effectLst/>
                        </a:rPr>
                        <a:t>Accountant/Admin. Assistant</a:t>
                      </a:r>
                      <a:endParaRPr lang="en-US" sz="2300" cap="none" spc="0">
                        <a:solidFill>
                          <a:schemeClr val="tx1"/>
                        </a:solidFill>
                        <a:effectLst/>
                      </a:endParaRPr>
                    </a:p>
                  </a:txBody>
                  <a:tcPr marL="174694" marR="174694" marT="174694" marB="8734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tc>
                  <a:txBody>
                    <a:bodyPr/>
                    <a:lstStyle/>
                    <a:p>
                      <a:pPr fontAlgn="base" latinLnBrk="0">
                        <a:buNone/>
                      </a:pPr>
                      <a:r>
                        <a:rPr lang="en-US" sz="2300" cap="none" spc="0">
                          <a:solidFill>
                            <a:schemeClr val="tx1"/>
                          </a:solidFill>
                          <a:effectLst/>
                        </a:rPr>
                        <a:t>1</a:t>
                      </a:r>
                    </a:p>
                  </a:txBody>
                  <a:tcPr marL="174694" marR="174694" marT="174694" marB="87347" anchor="ctr">
                    <a:lnL w="12700" cmpd="sng">
                      <a:noFill/>
                      <a:prstDash val="solid"/>
                    </a:lnL>
                    <a:lnR w="12700" cmpd="sng">
                      <a:noFill/>
                      <a:prstDash val="solid"/>
                    </a:lnR>
                    <a:lnT w="12700" cap="flat" cmpd="sng" algn="ctr">
                      <a:solidFill>
                        <a:schemeClr val="bg1">
                          <a:lumMod val="75000"/>
                        </a:schemeClr>
                      </a:solidFill>
                      <a:prstDash val="solid"/>
                    </a:lnT>
                    <a:lnB w="12700" cmpd="sng">
                      <a:noFill/>
                      <a:prstDash val="solid"/>
                    </a:lnB>
                    <a:solidFill>
                      <a:srgbClr val="BFBFBF">
                        <a:alpha val="34902"/>
                      </a:srgbClr>
                    </a:solidFill>
                  </a:tcPr>
                </a:tc>
                <a:extLst>
                  <a:ext uri="{0D108BD9-81ED-4DB2-BD59-A6C34878D82A}">
                    <a16:rowId xmlns:a16="http://schemas.microsoft.com/office/drawing/2014/main" val="1472803020"/>
                  </a:ext>
                </a:extLst>
              </a:tr>
              <a:tr h="681307">
                <a:tc>
                  <a:txBody>
                    <a:bodyPr/>
                    <a:lstStyle/>
                    <a:p>
                      <a:pPr fontAlgn="base" latinLnBrk="0">
                        <a:buNone/>
                      </a:pPr>
                      <a:r>
                        <a:rPr lang="en-US" sz="2300" b="1" cap="none" spc="0">
                          <a:solidFill>
                            <a:schemeClr val="tx1"/>
                          </a:solidFill>
                          <a:effectLst/>
                        </a:rPr>
                        <a:t>OT Technician</a:t>
                      </a:r>
                      <a:endParaRPr lang="en-US" sz="2300" cap="none" spc="0">
                        <a:solidFill>
                          <a:schemeClr val="tx1"/>
                        </a:solidFill>
                        <a:effectLst/>
                      </a:endParaRPr>
                    </a:p>
                  </a:txBody>
                  <a:tcPr marL="174694" marR="174694" marT="174694" marB="87347"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tc>
                  <a:txBody>
                    <a:bodyPr/>
                    <a:lstStyle/>
                    <a:p>
                      <a:pPr fontAlgn="base" latinLnBrk="0">
                        <a:buNone/>
                      </a:pPr>
                      <a:r>
                        <a:rPr lang="en-US" sz="2300" cap="none" spc="0">
                          <a:solidFill>
                            <a:schemeClr val="tx1"/>
                          </a:solidFill>
                          <a:effectLst/>
                        </a:rPr>
                        <a:t>1</a:t>
                      </a:r>
                    </a:p>
                  </a:txBody>
                  <a:tcPr marL="174694" marR="174694" marT="174694" marB="87347" anchor="ctr">
                    <a:lnL w="12700" cmpd="sng">
                      <a:noFill/>
                      <a:prstDash val="solid"/>
                    </a:lnL>
                    <a:lnR w="12700" cmpd="sng">
                      <a:noFill/>
                      <a:prstDash val="solid"/>
                    </a:lnR>
                    <a:lnT w="12700" cmpd="sng">
                      <a:noFill/>
                      <a:prstDash val="solid"/>
                    </a:lnT>
                    <a:lnB w="12700" cmpd="sng">
                      <a:noFill/>
                      <a:prstDash val="solid"/>
                    </a:lnB>
                    <a:solidFill>
                      <a:srgbClr val="F2F2F2">
                        <a:alpha val="45098"/>
                      </a:srgbClr>
                    </a:solidFill>
                  </a:tcPr>
                </a:tc>
                <a:extLst>
                  <a:ext uri="{0D108BD9-81ED-4DB2-BD59-A6C34878D82A}">
                    <a16:rowId xmlns:a16="http://schemas.microsoft.com/office/drawing/2014/main" val="1050032128"/>
                  </a:ext>
                </a:extLst>
              </a:tr>
            </a:tbl>
          </a:graphicData>
        </a:graphic>
      </p:graphicFrame>
    </p:spTree>
    <p:extLst>
      <p:ext uri="{BB962C8B-B14F-4D97-AF65-F5344CB8AC3E}">
        <p14:creationId xmlns:p14="http://schemas.microsoft.com/office/powerpoint/2010/main" val="23689355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4943A6-65B8-21D0-72AD-F8AA3BF7D56B}"/>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EFBBE8-FCEA-BFC6-89E1-A087EBC76B9E}"/>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5100" kern="1200">
                <a:solidFill>
                  <a:schemeClr val="tx1"/>
                </a:solidFill>
                <a:latin typeface="+mj-lt"/>
                <a:ea typeface="+mj-ea"/>
                <a:cs typeface="+mj-cs"/>
              </a:rPr>
              <a:t>CHC – Ward and Maintenance Staff</a:t>
            </a:r>
          </a:p>
        </p:txBody>
      </p:sp>
      <p:sp>
        <p:nvSpPr>
          <p:cNvPr id="1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Content Placeholder 5">
            <a:extLst>
              <a:ext uri="{FF2B5EF4-FFF2-40B4-BE49-F238E27FC236}">
                <a16:creationId xmlns:a16="http://schemas.microsoft.com/office/drawing/2014/main" id="{52F28E3C-4460-6FF9-2D2A-42CFB2F91451}"/>
              </a:ext>
            </a:extLst>
          </p:cNvPr>
          <p:cNvGraphicFramePr>
            <a:graphicFrameLocks noGrp="1"/>
          </p:cNvGraphicFramePr>
          <p:nvPr>
            <p:ph idx="1"/>
            <p:extLst>
              <p:ext uri="{D42A27DB-BD31-4B8C-83A1-F6EECF244321}">
                <p14:modId xmlns:p14="http://schemas.microsoft.com/office/powerpoint/2010/main" val="2531181908"/>
              </p:ext>
            </p:extLst>
          </p:nvPr>
        </p:nvGraphicFramePr>
        <p:xfrm>
          <a:off x="4684501" y="640080"/>
          <a:ext cx="7154206" cy="5550408"/>
        </p:xfrm>
        <a:graphic>
          <a:graphicData uri="http://schemas.openxmlformats.org/drawingml/2006/table">
            <a:tbl>
              <a:tblPr firstRow="1" bandRow="1">
                <a:solidFill>
                  <a:srgbClr val="F2F2F2">
                    <a:alpha val="30196"/>
                  </a:srgbClr>
                </a:solidFill>
              </a:tblPr>
              <a:tblGrid>
                <a:gridCol w="5021643">
                  <a:extLst>
                    <a:ext uri="{9D8B030D-6E8A-4147-A177-3AD203B41FA5}">
                      <a16:colId xmlns:a16="http://schemas.microsoft.com/office/drawing/2014/main" val="2595067000"/>
                    </a:ext>
                  </a:extLst>
                </a:gridCol>
                <a:gridCol w="2132563">
                  <a:extLst>
                    <a:ext uri="{9D8B030D-6E8A-4147-A177-3AD203B41FA5}">
                      <a16:colId xmlns:a16="http://schemas.microsoft.com/office/drawing/2014/main" val="1248758194"/>
                    </a:ext>
                  </a:extLst>
                </a:gridCol>
              </a:tblGrid>
              <a:tr h="616712">
                <a:tc>
                  <a:txBody>
                    <a:bodyPr/>
                    <a:lstStyle/>
                    <a:p>
                      <a:pPr algn="l" fontAlgn="t" latinLnBrk="0">
                        <a:buNone/>
                      </a:pPr>
                      <a:r>
                        <a:rPr lang="en-US" sz="2000" b="0" cap="none" spc="0">
                          <a:solidFill>
                            <a:schemeClr val="bg1"/>
                          </a:solidFill>
                          <a:effectLst/>
                        </a:rPr>
                        <a:t>Position</a:t>
                      </a:r>
                    </a:p>
                  </a:txBody>
                  <a:tcPr marL="169379" marR="130291" marT="130291" marB="130291" anchor="ctr">
                    <a:lnL w="19050" cap="flat" cmpd="sng" algn="ctr">
                      <a:noFill/>
                      <a:prstDash val="solid"/>
                    </a:lnL>
                    <a:lnR w="12700" cmpd="sng">
                      <a:noFill/>
                    </a:lnR>
                    <a:lnT w="19050" cap="flat" cmpd="sng" algn="ctr">
                      <a:noFill/>
                      <a:prstDash val="solid"/>
                    </a:lnT>
                    <a:lnB w="38100" cmpd="sng">
                      <a:noFill/>
                    </a:lnB>
                    <a:solidFill>
                      <a:schemeClr val="accent1"/>
                    </a:solidFill>
                  </a:tcPr>
                </a:tc>
                <a:tc>
                  <a:txBody>
                    <a:bodyPr/>
                    <a:lstStyle/>
                    <a:p>
                      <a:pPr algn="l" fontAlgn="t" latinLnBrk="0">
                        <a:buNone/>
                      </a:pPr>
                      <a:r>
                        <a:rPr lang="en-US" sz="2000" b="0" cap="none" spc="0">
                          <a:solidFill>
                            <a:schemeClr val="bg1"/>
                          </a:solidFill>
                          <a:effectLst/>
                        </a:rPr>
                        <a:t>Strength</a:t>
                      </a:r>
                    </a:p>
                  </a:txBody>
                  <a:tcPr marL="169379" marR="130291" marT="130291" marB="130291" anchor="ctr">
                    <a:lnL w="12700" cmpd="sng">
                      <a:noFill/>
                    </a:lnL>
                    <a:lnR w="12700" cmpd="sng">
                      <a:noFill/>
                    </a:lnR>
                    <a:lnT w="19050" cap="flat" cmpd="sng" algn="ctr">
                      <a:noFill/>
                      <a:prstDash val="solid"/>
                    </a:lnT>
                    <a:lnB w="38100" cmpd="sng">
                      <a:noFill/>
                    </a:lnB>
                    <a:solidFill>
                      <a:schemeClr val="accent1"/>
                    </a:solidFill>
                  </a:tcPr>
                </a:tc>
                <a:extLst>
                  <a:ext uri="{0D108BD9-81ED-4DB2-BD59-A6C34878D82A}">
                    <a16:rowId xmlns:a16="http://schemas.microsoft.com/office/drawing/2014/main" val="97506220"/>
                  </a:ext>
                </a:extLst>
              </a:tr>
              <a:tr h="616712">
                <a:tc>
                  <a:txBody>
                    <a:bodyPr/>
                    <a:lstStyle/>
                    <a:p>
                      <a:pPr fontAlgn="base" latinLnBrk="0">
                        <a:buNone/>
                      </a:pPr>
                      <a:r>
                        <a:rPr lang="en-US" sz="2000" b="1" cap="none" spc="0">
                          <a:solidFill>
                            <a:schemeClr val="tx1"/>
                          </a:solidFill>
                          <a:effectLst/>
                        </a:rPr>
                        <a:t>Ward Boys/Nursing Orderly</a:t>
                      </a:r>
                      <a:endParaRPr lang="en-US" sz="2000" cap="none" spc="0">
                        <a:solidFill>
                          <a:schemeClr val="tx1"/>
                        </a:solidFill>
                        <a:effectLst/>
                      </a:endParaRPr>
                    </a:p>
                  </a:txBody>
                  <a:tcPr marL="169379" marR="130291" marT="130291" marB="130291" anchor="ctr">
                    <a:lnL w="38100" cap="flat" cmpd="sng" algn="ctr">
                      <a:noFill/>
                      <a:prstDash val="solid"/>
                    </a:lnL>
                    <a:lnR w="6350" cap="flat" cmpd="sng" algn="ctr">
                      <a:solidFill>
                        <a:schemeClr val="tx1">
                          <a:lumMod val="75000"/>
                          <a:lumOff val="25000"/>
                        </a:schemeClr>
                      </a:solidFill>
                      <a:prstDash val="solid"/>
                    </a:lnR>
                    <a:lnT w="38100" cmpd="sng">
                      <a:noFill/>
                    </a:lnT>
                    <a:lnB w="6350" cap="flat" cmpd="sng" algn="ctr">
                      <a:noFill/>
                      <a:prstDash val="solid"/>
                    </a:lnB>
                    <a:solidFill>
                      <a:srgbClr val="F2F2F2">
                        <a:alpha val="30196"/>
                      </a:srgbClr>
                    </a:solidFill>
                  </a:tcPr>
                </a:tc>
                <a:tc>
                  <a:txBody>
                    <a:bodyPr/>
                    <a:lstStyle/>
                    <a:p>
                      <a:pPr fontAlgn="base" latinLnBrk="0">
                        <a:buNone/>
                      </a:pPr>
                      <a:r>
                        <a:rPr lang="en-US" sz="2000" cap="none" spc="0">
                          <a:solidFill>
                            <a:schemeClr val="tx1"/>
                          </a:solidFill>
                          <a:effectLst/>
                        </a:rPr>
                        <a:t>5</a:t>
                      </a:r>
                    </a:p>
                  </a:txBody>
                  <a:tcPr marL="169379" marR="130291" marT="130291" marB="130291" anchor="ctr">
                    <a:lnL w="6350" cap="flat" cmpd="sng" algn="ctr">
                      <a:solidFill>
                        <a:schemeClr val="tx1">
                          <a:lumMod val="75000"/>
                          <a:lumOff val="25000"/>
                        </a:schemeClr>
                      </a:solidFill>
                      <a:prstDash val="solid"/>
                    </a:lnL>
                    <a:lnR w="38100" cap="flat" cmpd="sng" algn="ctr">
                      <a:noFill/>
                      <a:prstDash val="solid"/>
                    </a:lnR>
                    <a:lnT w="38100" cmpd="sng">
                      <a:noFill/>
                    </a:lnT>
                    <a:lnB w="6350" cap="flat" cmpd="sng" algn="ctr">
                      <a:noFill/>
                      <a:prstDash val="solid"/>
                    </a:lnB>
                    <a:solidFill>
                      <a:srgbClr val="F2F2F2">
                        <a:alpha val="30196"/>
                      </a:srgbClr>
                    </a:solidFill>
                  </a:tcPr>
                </a:tc>
                <a:extLst>
                  <a:ext uri="{0D108BD9-81ED-4DB2-BD59-A6C34878D82A}">
                    <a16:rowId xmlns:a16="http://schemas.microsoft.com/office/drawing/2014/main" val="3540037747"/>
                  </a:ext>
                </a:extLst>
              </a:tr>
              <a:tr h="616712">
                <a:tc>
                  <a:txBody>
                    <a:bodyPr/>
                    <a:lstStyle/>
                    <a:p>
                      <a:pPr fontAlgn="base" latinLnBrk="0">
                        <a:buNone/>
                      </a:pPr>
                      <a:r>
                        <a:rPr lang="en-US" sz="2000" b="1" cap="none" spc="0">
                          <a:solidFill>
                            <a:schemeClr val="tx1"/>
                          </a:solidFill>
                          <a:effectLst/>
                        </a:rPr>
                        <a:t>Sweepers</a:t>
                      </a:r>
                      <a:endParaRPr lang="en-US" sz="2000" cap="none" spc="0">
                        <a:solidFill>
                          <a:schemeClr val="tx1"/>
                        </a:solidFill>
                        <a:effectLst/>
                      </a:endParaRPr>
                    </a:p>
                  </a:txBody>
                  <a:tcPr marL="169379" marR="130291" marT="130291" marB="130291"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000" cap="none" spc="0">
                          <a:solidFill>
                            <a:schemeClr val="tx1"/>
                          </a:solidFill>
                          <a:effectLst/>
                        </a:rPr>
                        <a:t>5</a:t>
                      </a:r>
                    </a:p>
                  </a:txBody>
                  <a:tcPr marL="169379" marR="130291" marT="130291" marB="130291"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735597091"/>
                  </a:ext>
                </a:extLst>
              </a:tr>
              <a:tr h="616712">
                <a:tc>
                  <a:txBody>
                    <a:bodyPr/>
                    <a:lstStyle/>
                    <a:p>
                      <a:pPr fontAlgn="base" latinLnBrk="0">
                        <a:buNone/>
                      </a:pPr>
                      <a:r>
                        <a:rPr lang="en-US" sz="2000" b="1" cap="none" spc="0">
                          <a:solidFill>
                            <a:schemeClr val="tx1"/>
                          </a:solidFill>
                          <a:effectLst/>
                        </a:rPr>
                        <a:t>Chowkidar</a:t>
                      </a:r>
                      <a:endParaRPr lang="en-US" sz="2000" cap="none" spc="0">
                        <a:solidFill>
                          <a:schemeClr val="tx1"/>
                        </a:solidFill>
                        <a:effectLst/>
                      </a:endParaRPr>
                    </a:p>
                  </a:txBody>
                  <a:tcPr marL="169379" marR="130291" marT="130291" marB="130291"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2000" cap="none" spc="0">
                          <a:solidFill>
                            <a:schemeClr val="tx1"/>
                          </a:solidFill>
                          <a:effectLst/>
                        </a:rPr>
                        <a:t>5</a:t>
                      </a:r>
                    </a:p>
                  </a:txBody>
                  <a:tcPr marL="169379" marR="130291" marT="130291" marB="130291"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3516716026"/>
                  </a:ext>
                </a:extLst>
              </a:tr>
              <a:tr h="616712">
                <a:tc>
                  <a:txBody>
                    <a:bodyPr/>
                    <a:lstStyle/>
                    <a:p>
                      <a:pPr fontAlgn="base" latinLnBrk="0">
                        <a:buNone/>
                      </a:pPr>
                      <a:r>
                        <a:rPr lang="en-US" sz="2000" b="1" cap="none" spc="0">
                          <a:solidFill>
                            <a:schemeClr val="tx1"/>
                          </a:solidFill>
                          <a:effectLst/>
                        </a:rPr>
                        <a:t>Dhobi</a:t>
                      </a:r>
                      <a:endParaRPr lang="en-US" sz="2000" cap="none" spc="0">
                        <a:solidFill>
                          <a:schemeClr val="tx1"/>
                        </a:solidFill>
                        <a:effectLst/>
                      </a:endParaRPr>
                    </a:p>
                  </a:txBody>
                  <a:tcPr marL="169379" marR="130291" marT="130291" marB="130291"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000" cap="none" spc="0">
                          <a:solidFill>
                            <a:schemeClr val="tx1"/>
                          </a:solidFill>
                          <a:effectLst/>
                        </a:rPr>
                        <a:t>1</a:t>
                      </a:r>
                    </a:p>
                  </a:txBody>
                  <a:tcPr marL="169379" marR="130291" marT="130291" marB="130291"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2782547076"/>
                  </a:ext>
                </a:extLst>
              </a:tr>
              <a:tr h="616712">
                <a:tc>
                  <a:txBody>
                    <a:bodyPr/>
                    <a:lstStyle/>
                    <a:p>
                      <a:pPr fontAlgn="base" latinLnBrk="0">
                        <a:buNone/>
                      </a:pPr>
                      <a:r>
                        <a:rPr lang="en-US" sz="2000" b="1" cap="none" spc="0">
                          <a:solidFill>
                            <a:schemeClr val="tx1"/>
                          </a:solidFill>
                          <a:effectLst/>
                        </a:rPr>
                        <a:t>Mali</a:t>
                      </a:r>
                      <a:endParaRPr lang="en-US" sz="2000" cap="none" spc="0">
                        <a:solidFill>
                          <a:schemeClr val="tx1"/>
                        </a:solidFill>
                        <a:effectLst/>
                      </a:endParaRPr>
                    </a:p>
                  </a:txBody>
                  <a:tcPr marL="169379" marR="130291" marT="130291" marB="130291"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2000" cap="none" spc="0">
                          <a:solidFill>
                            <a:schemeClr val="tx1"/>
                          </a:solidFill>
                          <a:effectLst/>
                        </a:rPr>
                        <a:t>1</a:t>
                      </a:r>
                    </a:p>
                  </a:txBody>
                  <a:tcPr marL="169379" marR="130291" marT="130291" marB="130291"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1302976295"/>
                  </a:ext>
                </a:extLst>
              </a:tr>
              <a:tr h="616712">
                <a:tc>
                  <a:txBody>
                    <a:bodyPr/>
                    <a:lstStyle/>
                    <a:p>
                      <a:pPr fontAlgn="base" latinLnBrk="0">
                        <a:buNone/>
                      </a:pPr>
                      <a:r>
                        <a:rPr lang="en-US" sz="2000" b="1" cap="none" spc="0">
                          <a:solidFill>
                            <a:schemeClr val="tx1"/>
                          </a:solidFill>
                          <a:effectLst/>
                        </a:rPr>
                        <a:t>Aya</a:t>
                      </a:r>
                      <a:endParaRPr lang="en-US" sz="2000" cap="none" spc="0">
                        <a:solidFill>
                          <a:schemeClr val="tx1"/>
                        </a:solidFill>
                        <a:effectLst/>
                      </a:endParaRPr>
                    </a:p>
                  </a:txBody>
                  <a:tcPr marL="169379" marR="130291" marT="130291" marB="130291"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000" cap="none" spc="0">
                          <a:solidFill>
                            <a:schemeClr val="tx1"/>
                          </a:solidFill>
                          <a:effectLst/>
                        </a:rPr>
                        <a:t>5</a:t>
                      </a:r>
                    </a:p>
                  </a:txBody>
                  <a:tcPr marL="169379" marR="130291" marT="130291" marB="130291"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4100205677"/>
                  </a:ext>
                </a:extLst>
              </a:tr>
              <a:tr h="616712">
                <a:tc>
                  <a:txBody>
                    <a:bodyPr/>
                    <a:lstStyle/>
                    <a:p>
                      <a:pPr fontAlgn="base" latinLnBrk="0">
                        <a:buNone/>
                      </a:pPr>
                      <a:r>
                        <a:rPr lang="en-US" sz="2000" b="1" cap="none" spc="0">
                          <a:solidFill>
                            <a:schemeClr val="tx1"/>
                          </a:solidFill>
                          <a:effectLst/>
                        </a:rPr>
                        <a:t>Peon</a:t>
                      </a:r>
                      <a:endParaRPr lang="en-US" sz="2000" cap="none" spc="0">
                        <a:solidFill>
                          <a:schemeClr val="tx1"/>
                        </a:solidFill>
                        <a:effectLst/>
                      </a:endParaRPr>
                    </a:p>
                  </a:txBody>
                  <a:tcPr marL="169379" marR="130291" marT="130291" marB="130291" anchor="ctr">
                    <a:lnL w="38100" cap="flat" cmpd="sng" algn="ctr">
                      <a:noFill/>
                      <a:prstDash val="solid"/>
                    </a:lnL>
                    <a:lnR w="6350" cap="flat" cmpd="sng" algn="ctr">
                      <a:solidFill>
                        <a:schemeClr val="tx1">
                          <a:lumMod val="75000"/>
                          <a:lumOff val="25000"/>
                        </a:schemeClr>
                      </a:solidFill>
                      <a:prstDash val="solid"/>
                    </a:lnR>
                    <a:lnT w="12700" cmpd="sng">
                      <a:noFill/>
                      <a:prstDash val="solid"/>
                    </a:lnT>
                    <a:lnB w="6350" cap="flat" cmpd="sng" algn="ctr">
                      <a:noFill/>
                      <a:prstDash val="solid"/>
                    </a:lnB>
                    <a:solidFill>
                      <a:srgbClr val="F2F2F2">
                        <a:alpha val="30196"/>
                      </a:srgbClr>
                    </a:solidFill>
                  </a:tcPr>
                </a:tc>
                <a:tc>
                  <a:txBody>
                    <a:bodyPr/>
                    <a:lstStyle/>
                    <a:p>
                      <a:pPr fontAlgn="base" latinLnBrk="0">
                        <a:buNone/>
                      </a:pPr>
                      <a:r>
                        <a:rPr lang="en-US" sz="2000" cap="none" spc="0">
                          <a:solidFill>
                            <a:schemeClr val="tx1"/>
                          </a:solidFill>
                          <a:effectLst/>
                        </a:rPr>
                        <a:t>2</a:t>
                      </a:r>
                    </a:p>
                  </a:txBody>
                  <a:tcPr marL="169379" marR="130291" marT="130291" marB="130291" anchor="ctr">
                    <a:lnL w="6350" cap="flat" cmpd="sng" algn="ctr">
                      <a:solidFill>
                        <a:schemeClr val="tx1">
                          <a:lumMod val="75000"/>
                          <a:lumOff val="25000"/>
                        </a:schemeClr>
                      </a:solidFill>
                      <a:prstDash val="solid"/>
                    </a:lnL>
                    <a:lnR w="38100" cap="flat" cmpd="sng" algn="ctr">
                      <a:noFill/>
                      <a:prstDash val="solid"/>
                    </a:lnR>
                    <a:lnT w="12700" cmpd="sng">
                      <a:noFill/>
                      <a:prstDash val="solid"/>
                    </a:lnT>
                    <a:lnB w="6350" cap="flat" cmpd="sng" algn="ctr">
                      <a:noFill/>
                      <a:prstDash val="solid"/>
                    </a:lnB>
                    <a:solidFill>
                      <a:srgbClr val="F2F2F2">
                        <a:alpha val="30196"/>
                      </a:srgbClr>
                    </a:solidFill>
                  </a:tcPr>
                </a:tc>
                <a:extLst>
                  <a:ext uri="{0D108BD9-81ED-4DB2-BD59-A6C34878D82A}">
                    <a16:rowId xmlns:a16="http://schemas.microsoft.com/office/drawing/2014/main" val="4199983184"/>
                  </a:ext>
                </a:extLst>
              </a:tr>
              <a:tr h="616712">
                <a:tc>
                  <a:txBody>
                    <a:bodyPr/>
                    <a:lstStyle/>
                    <a:p>
                      <a:pPr fontAlgn="base" latinLnBrk="0">
                        <a:buNone/>
                      </a:pPr>
                      <a:r>
                        <a:rPr lang="en-US" sz="2000" b="1" cap="none" spc="0">
                          <a:solidFill>
                            <a:schemeClr val="tx1"/>
                          </a:solidFill>
                          <a:effectLst/>
                        </a:rPr>
                        <a:t>OPD Attendant</a:t>
                      </a:r>
                      <a:endParaRPr lang="en-US" sz="2000" cap="none" spc="0">
                        <a:solidFill>
                          <a:schemeClr val="tx1"/>
                        </a:solidFill>
                        <a:effectLst/>
                      </a:endParaRPr>
                    </a:p>
                  </a:txBody>
                  <a:tcPr marL="169379" marR="130291" marT="130291" marB="130291" anchor="ctr">
                    <a:lnL w="6350" cap="flat" cmpd="sng" algn="ctr">
                      <a:noFill/>
                      <a:prstDash val="solid"/>
                    </a:lnL>
                    <a:lnR w="6350" cap="flat" cmpd="sng" algn="ctr">
                      <a:noFill/>
                      <a:prstDash val="solid"/>
                    </a:lnR>
                    <a:lnT w="6350" cap="flat" cmpd="sng" algn="ctr">
                      <a:noFill/>
                      <a:prstDash val="solid"/>
                    </a:lnT>
                    <a:lnB w="12700" cmpd="sng">
                      <a:noFill/>
                      <a:prstDash val="solid"/>
                    </a:lnB>
                    <a:solidFill>
                      <a:schemeClr val="bg1">
                        <a:lumMod val="95000"/>
                      </a:schemeClr>
                    </a:solidFill>
                  </a:tcPr>
                </a:tc>
                <a:tc>
                  <a:txBody>
                    <a:bodyPr/>
                    <a:lstStyle/>
                    <a:p>
                      <a:pPr fontAlgn="base" latinLnBrk="0">
                        <a:buNone/>
                      </a:pPr>
                      <a:r>
                        <a:rPr lang="en-US" sz="2000" cap="none" spc="0">
                          <a:solidFill>
                            <a:schemeClr val="tx1"/>
                          </a:solidFill>
                          <a:effectLst/>
                        </a:rPr>
                        <a:t>1</a:t>
                      </a:r>
                    </a:p>
                  </a:txBody>
                  <a:tcPr marL="169379" marR="130291" marT="130291" marB="130291" anchor="ctr">
                    <a:lnL w="6350" cap="flat" cmpd="sng" algn="ctr">
                      <a:noFill/>
                      <a:prstDash val="solid"/>
                    </a:lnL>
                    <a:lnR w="12700" cmpd="sng">
                      <a:noFill/>
                      <a:prstDash val="solid"/>
                    </a:lnR>
                    <a:lnT w="635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730209934"/>
                  </a:ext>
                </a:extLst>
              </a:tr>
            </a:tbl>
          </a:graphicData>
        </a:graphic>
      </p:graphicFrame>
    </p:spTree>
    <p:extLst>
      <p:ext uri="{BB962C8B-B14F-4D97-AF65-F5344CB8AC3E}">
        <p14:creationId xmlns:p14="http://schemas.microsoft.com/office/powerpoint/2010/main" val="195744633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86B4B8-1136-A49C-B4C8-87F2851460A1}"/>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DA465A-BA6A-BD8D-6516-40B13FF978DE}"/>
              </a:ext>
            </a:extLst>
          </p:cNvPr>
          <p:cNvSpPr>
            <a:spLocks noGrp="1"/>
          </p:cNvSpPr>
          <p:nvPr>
            <p:ph type="title"/>
          </p:nvPr>
        </p:nvSpPr>
        <p:spPr>
          <a:xfrm>
            <a:off x="630936" y="640823"/>
            <a:ext cx="3419856" cy="5583148"/>
          </a:xfrm>
        </p:spPr>
        <p:txBody>
          <a:bodyPr vert="horz" lIns="91440" tIns="45720" rIns="91440" bIns="45720" rtlCol="0" anchor="ctr">
            <a:normAutofit/>
          </a:bodyPr>
          <a:lstStyle/>
          <a:p>
            <a:r>
              <a:rPr lang="en-US" sz="5400" kern="1200">
                <a:solidFill>
                  <a:schemeClr val="tx1"/>
                </a:solidFill>
                <a:latin typeface="+mj-lt"/>
                <a:ea typeface="+mj-ea"/>
                <a:cs typeface="+mj-cs"/>
              </a:rPr>
              <a:t>CHC – </a:t>
            </a:r>
            <a:r>
              <a:rPr lang="en-US" sz="5400" b="1" kern="1200">
                <a:solidFill>
                  <a:schemeClr val="tx1"/>
                </a:solidFill>
                <a:latin typeface="+mj-lt"/>
                <a:ea typeface="+mj-ea"/>
                <a:cs typeface="+mj-cs"/>
              </a:rPr>
              <a:t>Staffing Summary</a:t>
            </a:r>
            <a:endParaRPr lang="en-US" sz="5400" kern="1200">
              <a:solidFill>
                <a:schemeClr val="tx1"/>
              </a:solidFill>
              <a:latin typeface="+mj-lt"/>
              <a:ea typeface="+mj-ea"/>
              <a:cs typeface="+mj-cs"/>
            </a:endParaRPr>
          </a:p>
        </p:txBody>
      </p:sp>
      <p:sp>
        <p:nvSpPr>
          <p:cNvPr id="22"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onnsiteX0" fmla="*/ 0 w 18288"/>
              <a:gd name="connsiteY0" fmla="*/ 0 h 5590381"/>
              <a:gd name="connsiteX1" fmla="*/ 18288 w 18288"/>
              <a:gd name="connsiteY1" fmla="*/ 0 h 5590381"/>
              <a:gd name="connsiteX2" fmla="*/ 18288 w 18288"/>
              <a:gd name="connsiteY2" fmla="*/ 754701 h 5590381"/>
              <a:gd name="connsiteX3" fmla="*/ 18288 w 18288"/>
              <a:gd name="connsiteY3" fmla="*/ 1565307 h 5590381"/>
              <a:gd name="connsiteX4" fmla="*/ 18288 w 18288"/>
              <a:gd name="connsiteY4" fmla="*/ 2152297 h 5590381"/>
              <a:gd name="connsiteX5" fmla="*/ 18288 w 18288"/>
              <a:gd name="connsiteY5" fmla="*/ 2906998 h 5590381"/>
              <a:gd name="connsiteX6" fmla="*/ 18288 w 18288"/>
              <a:gd name="connsiteY6" fmla="*/ 3549892 h 5590381"/>
              <a:gd name="connsiteX7" fmla="*/ 18288 w 18288"/>
              <a:gd name="connsiteY7" fmla="*/ 4080978 h 5590381"/>
              <a:gd name="connsiteX8" fmla="*/ 18288 w 18288"/>
              <a:gd name="connsiteY8" fmla="*/ 4835680 h 5590381"/>
              <a:gd name="connsiteX9" fmla="*/ 18288 w 18288"/>
              <a:gd name="connsiteY9" fmla="*/ 5590381 h 5590381"/>
              <a:gd name="connsiteX10" fmla="*/ 0 w 18288"/>
              <a:gd name="connsiteY10" fmla="*/ 5590381 h 5590381"/>
              <a:gd name="connsiteX11" fmla="*/ 0 w 18288"/>
              <a:gd name="connsiteY11" fmla="*/ 4835680 h 5590381"/>
              <a:gd name="connsiteX12" fmla="*/ 0 w 18288"/>
              <a:gd name="connsiteY12" fmla="*/ 4304593 h 5590381"/>
              <a:gd name="connsiteX13" fmla="*/ 0 w 18288"/>
              <a:gd name="connsiteY13" fmla="*/ 3773507 h 5590381"/>
              <a:gd name="connsiteX14" fmla="*/ 0 w 18288"/>
              <a:gd name="connsiteY14" fmla="*/ 3186517 h 5590381"/>
              <a:gd name="connsiteX15" fmla="*/ 0 w 18288"/>
              <a:gd name="connsiteY15" fmla="*/ 2487720 h 5590381"/>
              <a:gd name="connsiteX16" fmla="*/ 0 w 18288"/>
              <a:gd name="connsiteY16" fmla="*/ 1956633 h 5590381"/>
              <a:gd name="connsiteX17" fmla="*/ 0 w 18288"/>
              <a:gd name="connsiteY17" fmla="*/ 1425547 h 5590381"/>
              <a:gd name="connsiteX18" fmla="*/ 0 w 18288"/>
              <a:gd name="connsiteY18" fmla="*/ 614942 h 5590381"/>
              <a:gd name="connsiteX19" fmla="*/ 0 w 18288"/>
              <a:gd name="connsiteY19" fmla="*/ 0 h 5590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4A01EB69-38DF-49D5-2026-1DADF927C079}"/>
              </a:ext>
            </a:extLst>
          </p:cNvPr>
          <p:cNvSpPr txBox="1"/>
          <p:nvPr/>
        </p:nvSpPr>
        <p:spPr>
          <a:xfrm>
            <a:off x="4654296" y="4798577"/>
            <a:ext cx="6894576" cy="1428487"/>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r>
              <a:rPr lang="en-US" sz="2000" b="0" i="0">
                <a:effectLst/>
              </a:rPr>
              <a:t>Serves population of 80,000-120,000</a:t>
            </a:r>
          </a:p>
          <a:p>
            <a:pPr indent="-228600">
              <a:lnSpc>
                <a:spcPct val="90000"/>
              </a:lnSpc>
              <a:spcAft>
                <a:spcPts val="600"/>
              </a:spcAft>
              <a:buFont typeface="Arial" panose="020B0604020202020204" pitchFamily="34" charset="0"/>
              <a:buChar char="•"/>
            </a:pPr>
            <a:r>
              <a:rPr lang="en-US" sz="2000" b="0" i="0">
                <a:effectLst/>
              </a:rPr>
              <a:t>30-bed facility with specialist services</a:t>
            </a:r>
          </a:p>
          <a:p>
            <a:pPr indent="-228600">
              <a:lnSpc>
                <a:spcPct val="90000"/>
              </a:lnSpc>
              <a:spcAft>
                <a:spcPts val="600"/>
              </a:spcAft>
              <a:buFont typeface="Arial" panose="020B0604020202020204" pitchFamily="34" charset="0"/>
              <a:buChar char="•"/>
            </a:pPr>
            <a:r>
              <a:rPr lang="en-US" sz="2000" b="0" i="0">
                <a:effectLst/>
              </a:rPr>
              <a:t>24/7 emergency and delivery services</a:t>
            </a:r>
          </a:p>
          <a:p>
            <a:pPr indent="-228600">
              <a:lnSpc>
                <a:spcPct val="90000"/>
              </a:lnSpc>
              <a:spcAft>
                <a:spcPts val="600"/>
              </a:spcAft>
              <a:buFont typeface="Arial" panose="020B0604020202020204" pitchFamily="34" charset="0"/>
              <a:buChar char="•"/>
            </a:pPr>
            <a:r>
              <a:rPr lang="en-US" sz="2000" b="0" i="0">
                <a:effectLst/>
              </a:rPr>
              <a:t>Referral center for multiple PHCs</a:t>
            </a:r>
          </a:p>
        </p:txBody>
      </p:sp>
      <p:graphicFrame>
        <p:nvGraphicFramePr>
          <p:cNvPr id="6" name="Content Placeholder 5">
            <a:extLst>
              <a:ext uri="{FF2B5EF4-FFF2-40B4-BE49-F238E27FC236}">
                <a16:creationId xmlns:a16="http://schemas.microsoft.com/office/drawing/2014/main" id="{157B68B6-857E-FA08-D438-52E2960B1397}"/>
              </a:ext>
            </a:extLst>
          </p:cNvPr>
          <p:cNvGraphicFramePr>
            <a:graphicFrameLocks noGrp="1"/>
          </p:cNvGraphicFramePr>
          <p:nvPr>
            <p:ph idx="1"/>
            <p:extLst>
              <p:ext uri="{D42A27DB-BD31-4B8C-83A1-F6EECF244321}">
                <p14:modId xmlns:p14="http://schemas.microsoft.com/office/powerpoint/2010/main" val="3416616103"/>
              </p:ext>
            </p:extLst>
          </p:nvPr>
        </p:nvGraphicFramePr>
        <p:xfrm>
          <a:off x="5033981" y="630936"/>
          <a:ext cx="6135206" cy="3913637"/>
        </p:xfrm>
        <a:graphic>
          <a:graphicData uri="http://schemas.openxmlformats.org/drawingml/2006/table">
            <a:tbl>
              <a:tblPr firstRow="1" bandRow="1">
                <a:tableStyleId>{5C22544A-7EE6-4342-B048-85BDC9FD1C3A}</a:tableStyleId>
              </a:tblPr>
              <a:tblGrid>
                <a:gridCol w="3428403">
                  <a:extLst>
                    <a:ext uri="{9D8B030D-6E8A-4147-A177-3AD203B41FA5}">
                      <a16:colId xmlns:a16="http://schemas.microsoft.com/office/drawing/2014/main" val="3608547830"/>
                    </a:ext>
                  </a:extLst>
                </a:gridCol>
                <a:gridCol w="2706803">
                  <a:extLst>
                    <a:ext uri="{9D8B030D-6E8A-4147-A177-3AD203B41FA5}">
                      <a16:colId xmlns:a16="http://schemas.microsoft.com/office/drawing/2014/main" val="2756835782"/>
                    </a:ext>
                  </a:extLst>
                </a:gridCol>
              </a:tblGrid>
              <a:tr h="508469">
                <a:tc>
                  <a:txBody>
                    <a:bodyPr/>
                    <a:lstStyle/>
                    <a:p>
                      <a:pPr algn="l" fontAlgn="t" latinLnBrk="0">
                        <a:buNone/>
                      </a:pPr>
                      <a:r>
                        <a:rPr lang="en-US" sz="2300" b="1">
                          <a:effectLst/>
                        </a:rPr>
                        <a:t>Category</a:t>
                      </a:r>
                      <a:endParaRPr lang="en-US" sz="2300" b="0">
                        <a:effectLst/>
                      </a:endParaRPr>
                    </a:p>
                  </a:txBody>
                  <a:tcPr marL="115456" marR="115456" marT="57728" marB="57728"/>
                </a:tc>
                <a:tc>
                  <a:txBody>
                    <a:bodyPr/>
                    <a:lstStyle/>
                    <a:p>
                      <a:pPr algn="l" fontAlgn="t" latinLnBrk="0">
                        <a:buNone/>
                      </a:pPr>
                      <a:r>
                        <a:rPr lang="en-US" sz="2300" b="1">
                          <a:effectLst/>
                        </a:rPr>
                        <a:t>Personnel Count</a:t>
                      </a:r>
                      <a:endParaRPr lang="en-US" sz="2300" b="0">
                        <a:effectLst/>
                      </a:endParaRPr>
                    </a:p>
                  </a:txBody>
                  <a:tcPr marL="115456" marR="115456" marT="57728" marB="57728"/>
                </a:tc>
                <a:extLst>
                  <a:ext uri="{0D108BD9-81ED-4DB2-BD59-A6C34878D82A}">
                    <a16:rowId xmlns:a16="http://schemas.microsoft.com/office/drawing/2014/main" val="226240160"/>
                  </a:ext>
                </a:extLst>
              </a:tr>
              <a:tr h="862823">
                <a:tc>
                  <a:txBody>
                    <a:bodyPr/>
                    <a:lstStyle/>
                    <a:p>
                      <a:pPr fontAlgn="base" latinLnBrk="0">
                        <a:buNone/>
                      </a:pPr>
                      <a:r>
                        <a:rPr lang="en-US" sz="2300" b="1">
                          <a:effectLst/>
                        </a:rPr>
                        <a:t>Medical Officers (including specialists)</a:t>
                      </a:r>
                      <a:endParaRPr lang="en-US" sz="2300">
                        <a:effectLst/>
                      </a:endParaRPr>
                    </a:p>
                  </a:txBody>
                  <a:tcPr marL="115456" marR="115456" marT="57728" marB="57728" anchor="ctr"/>
                </a:tc>
                <a:tc>
                  <a:txBody>
                    <a:bodyPr/>
                    <a:lstStyle/>
                    <a:p>
                      <a:pPr fontAlgn="base" latinLnBrk="0">
                        <a:buNone/>
                      </a:pPr>
                      <a:r>
                        <a:rPr lang="en-US" sz="2300">
                          <a:effectLst/>
                        </a:rPr>
                        <a:t>15-16</a:t>
                      </a:r>
                    </a:p>
                  </a:txBody>
                  <a:tcPr marL="115456" marR="115456" marT="57728" marB="57728" anchor="ctr"/>
                </a:tc>
                <a:extLst>
                  <a:ext uri="{0D108BD9-81ED-4DB2-BD59-A6C34878D82A}">
                    <a16:rowId xmlns:a16="http://schemas.microsoft.com/office/drawing/2014/main" val="3914918995"/>
                  </a:ext>
                </a:extLst>
              </a:tr>
              <a:tr h="508469">
                <a:tc>
                  <a:txBody>
                    <a:bodyPr/>
                    <a:lstStyle/>
                    <a:p>
                      <a:pPr fontAlgn="base" latinLnBrk="0">
                        <a:buNone/>
                      </a:pPr>
                      <a:r>
                        <a:rPr lang="en-US" sz="2300" b="1">
                          <a:effectLst/>
                        </a:rPr>
                        <a:t>Nursing Staff</a:t>
                      </a:r>
                      <a:endParaRPr lang="en-US" sz="2300">
                        <a:effectLst/>
                      </a:endParaRPr>
                    </a:p>
                  </a:txBody>
                  <a:tcPr marL="115456" marR="115456" marT="57728" marB="57728" anchor="ctr"/>
                </a:tc>
                <a:tc>
                  <a:txBody>
                    <a:bodyPr/>
                    <a:lstStyle/>
                    <a:p>
                      <a:pPr fontAlgn="base" latinLnBrk="0">
                        <a:buNone/>
                      </a:pPr>
                      <a:r>
                        <a:rPr lang="en-US" sz="2300">
                          <a:effectLst/>
                        </a:rPr>
                        <a:t>21</a:t>
                      </a:r>
                    </a:p>
                  </a:txBody>
                  <a:tcPr marL="115456" marR="115456" marT="57728" marB="57728" anchor="ctr"/>
                </a:tc>
                <a:extLst>
                  <a:ext uri="{0D108BD9-81ED-4DB2-BD59-A6C34878D82A}">
                    <a16:rowId xmlns:a16="http://schemas.microsoft.com/office/drawing/2014/main" val="862360843"/>
                  </a:ext>
                </a:extLst>
              </a:tr>
              <a:tr h="508469">
                <a:tc>
                  <a:txBody>
                    <a:bodyPr/>
                    <a:lstStyle/>
                    <a:p>
                      <a:pPr fontAlgn="base" latinLnBrk="0">
                        <a:buNone/>
                      </a:pPr>
                      <a:r>
                        <a:rPr lang="en-US" sz="2300" b="1">
                          <a:effectLst/>
                        </a:rPr>
                        <a:t>Technical Support</a:t>
                      </a:r>
                      <a:endParaRPr lang="en-US" sz="2300">
                        <a:effectLst/>
                      </a:endParaRPr>
                    </a:p>
                  </a:txBody>
                  <a:tcPr marL="115456" marR="115456" marT="57728" marB="57728" anchor="ctr"/>
                </a:tc>
                <a:tc>
                  <a:txBody>
                    <a:bodyPr/>
                    <a:lstStyle/>
                    <a:p>
                      <a:pPr fontAlgn="base" latinLnBrk="0">
                        <a:buNone/>
                      </a:pPr>
                      <a:r>
                        <a:rPr lang="en-US" sz="2300">
                          <a:effectLst/>
                        </a:rPr>
                        <a:t>10</a:t>
                      </a:r>
                    </a:p>
                  </a:txBody>
                  <a:tcPr marL="115456" marR="115456" marT="57728" marB="57728" anchor="ctr"/>
                </a:tc>
                <a:extLst>
                  <a:ext uri="{0D108BD9-81ED-4DB2-BD59-A6C34878D82A}">
                    <a16:rowId xmlns:a16="http://schemas.microsoft.com/office/drawing/2014/main" val="3252106067"/>
                  </a:ext>
                </a:extLst>
              </a:tr>
              <a:tr h="508469">
                <a:tc>
                  <a:txBody>
                    <a:bodyPr/>
                    <a:lstStyle/>
                    <a:p>
                      <a:pPr fontAlgn="base" latinLnBrk="0">
                        <a:buNone/>
                      </a:pPr>
                      <a:r>
                        <a:rPr lang="en-US" sz="2300" b="1">
                          <a:effectLst/>
                        </a:rPr>
                        <a:t>Administrative Staff</a:t>
                      </a:r>
                      <a:endParaRPr lang="en-US" sz="2300">
                        <a:effectLst/>
                      </a:endParaRPr>
                    </a:p>
                  </a:txBody>
                  <a:tcPr marL="115456" marR="115456" marT="57728" marB="57728" anchor="ctr"/>
                </a:tc>
                <a:tc>
                  <a:txBody>
                    <a:bodyPr/>
                    <a:lstStyle/>
                    <a:p>
                      <a:pPr fontAlgn="base" latinLnBrk="0">
                        <a:buNone/>
                      </a:pPr>
                      <a:r>
                        <a:rPr lang="en-US" sz="2300">
                          <a:effectLst/>
                        </a:rPr>
                        <a:t>8</a:t>
                      </a:r>
                    </a:p>
                  </a:txBody>
                  <a:tcPr marL="115456" marR="115456" marT="57728" marB="57728" anchor="ctr"/>
                </a:tc>
                <a:extLst>
                  <a:ext uri="{0D108BD9-81ED-4DB2-BD59-A6C34878D82A}">
                    <a16:rowId xmlns:a16="http://schemas.microsoft.com/office/drawing/2014/main" val="572591801"/>
                  </a:ext>
                </a:extLst>
              </a:tr>
              <a:tr h="508469">
                <a:tc>
                  <a:txBody>
                    <a:bodyPr/>
                    <a:lstStyle/>
                    <a:p>
                      <a:pPr fontAlgn="base" latinLnBrk="0">
                        <a:buNone/>
                      </a:pPr>
                      <a:r>
                        <a:rPr lang="en-US" sz="2300" b="1">
                          <a:effectLst/>
                        </a:rPr>
                        <a:t>General Support Staff</a:t>
                      </a:r>
                      <a:endParaRPr lang="en-US" sz="2300">
                        <a:effectLst/>
                      </a:endParaRPr>
                    </a:p>
                  </a:txBody>
                  <a:tcPr marL="115456" marR="115456" marT="57728" marB="57728" anchor="ctr"/>
                </a:tc>
                <a:tc>
                  <a:txBody>
                    <a:bodyPr/>
                    <a:lstStyle/>
                    <a:p>
                      <a:pPr fontAlgn="base" latinLnBrk="0">
                        <a:buNone/>
                      </a:pPr>
                      <a:r>
                        <a:rPr lang="en-US" sz="2300">
                          <a:effectLst/>
                        </a:rPr>
                        <a:t>25</a:t>
                      </a:r>
                    </a:p>
                  </a:txBody>
                  <a:tcPr marL="115456" marR="115456" marT="57728" marB="57728" anchor="ctr"/>
                </a:tc>
                <a:extLst>
                  <a:ext uri="{0D108BD9-81ED-4DB2-BD59-A6C34878D82A}">
                    <a16:rowId xmlns:a16="http://schemas.microsoft.com/office/drawing/2014/main" val="2631875543"/>
                  </a:ext>
                </a:extLst>
              </a:tr>
              <a:tr h="508469">
                <a:tc>
                  <a:txBody>
                    <a:bodyPr/>
                    <a:lstStyle/>
                    <a:p>
                      <a:pPr fontAlgn="base" latinLnBrk="0">
                        <a:buNone/>
                      </a:pPr>
                      <a:r>
                        <a:rPr lang="en-US" sz="2300" b="1">
                          <a:effectLst/>
                        </a:rPr>
                        <a:t>Total CHC Staff</a:t>
                      </a:r>
                      <a:endParaRPr lang="en-US" sz="2300">
                        <a:effectLst/>
                      </a:endParaRPr>
                    </a:p>
                  </a:txBody>
                  <a:tcPr marL="115456" marR="115456" marT="57728" marB="57728" anchor="ctr"/>
                </a:tc>
                <a:tc>
                  <a:txBody>
                    <a:bodyPr/>
                    <a:lstStyle/>
                    <a:p>
                      <a:pPr fontAlgn="base" latinLnBrk="0">
                        <a:buNone/>
                      </a:pPr>
                      <a:r>
                        <a:rPr lang="en-US" sz="2300" b="1">
                          <a:effectLst/>
                        </a:rPr>
                        <a:t>79-80 personnel</a:t>
                      </a:r>
                      <a:endParaRPr lang="en-US" sz="2300">
                        <a:effectLst/>
                      </a:endParaRPr>
                    </a:p>
                  </a:txBody>
                  <a:tcPr marL="115456" marR="115456" marT="57728" marB="57728" anchor="ctr"/>
                </a:tc>
                <a:extLst>
                  <a:ext uri="{0D108BD9-81ED-4DB2-BD59-A6C34878D82A}">
                    <a16:rowId xmlns:a16="http://schemas.microsoft.com/office/drawing/2014/main" val="3027858388"/>
                  </a:ext>
                </a:extLst>
              </a:tr>
            </a:tbl>
          </a:graphicData>
        </a:graphic>
      </p:graphicFrame>
    </p:spTree>
    <p:extLst>
      <p:ext uri="{BB962C8B-B14F-4D97-AF65-F5344CB8AC3E}">
        <p14:creationId xmlns:p14="http://schemas.microsoft.com/office/powerpoint/2010/main" val="418147130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5105D448-4A6C-48A3-8C3C-71AF58F3E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4025579F-C5D8-43BE-AF84-3E66A482C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2544415"/>
          </a:xfrm>
          <a:prstGeom prst="rect">
            <a:avLst/>
          </a:prstGeom>
          <a:ln>
            <a:noFill/>
          </a:ln>
          <a:effectLst>
            <a:outerShdw blurRad="203200" dist="88900" dir="5460000" sx="95000" sy="95000" algn="t" rotWithShape="0">
              <a:srgbClr val="000000">
                <a:alpha val="2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98F9E64-EEE0-2FDD-88E3-AC6BE3981660}"/>
              </a:ext>
            </a:extLst>
          </p:cNvPr>
          <p:cNvSpPr>
            <a:spLocks noGrp="1"/>
          </p:cNvSpPr>
          <p:nvPr>
            <p:ph type="title"/>
          </p:nvPr>
        </p:nvSpPr>
        <p:spPr>
          <a:xfrm>
            <a:off x="761999" y="463941"/>
            <a:ext cx="9963509" cy="1616529"/>
          </a:xfrm>
        </p:spPr>
        <p:txBody>
          <a:bodyPr>
            <a:normAutofit/>
          </a:bodyPr>
          <a:lstStyle/>
          <a:p>
            <a:r>
              <a:rPr lang="en-US" sz="4000"/>
              <a:t>Non FRU vs FRU</a:t>
            </a:r>
          </a:p>
        </p:txBody>
      </p:sp>
      <p:graphicFrame>
        <p:nvGraphicFramePr>
          <p:cNvPr id="4" name="Content Placeholder 3">
            <a:extLst>
              <a:ext uri="{FF2B5EF4-FFF2-40B4-BE49-F238E27FC236}">
                <a16:creationId xmlns:a16="http://schemas.microsoft.com/office/drawing/2014/main" id="{36F34E42-A436-ED3D-C92F-A87B2F1E58C0}"/>
              </a:ext>
            </a:extLst>
          </p:cNvPr>
          <p:cNvGraphicFramePr>
            <a:graphicFrameLocks noGrp="1"/>
          </p:cNvGraphicFramePr>
          <p:nvPr>
            <p:ph idx="1"/>
            <p:extLst>
              <p:ext uri="{D42A27DB-BD31-4B8C-83A1-F6EECF244321}">
                <p14:modId xmlns:p14="http://schemas.microsoft.com/office/powerpoint/2010/main" val="200148093"/>
              </p:ext>
            </p:extLst>
          </p:nvPr>
        </p:nvGraphicFramePr>
        <p:xfrm>
          <a:off x="571500" y="1638300"/>
          <a:ext cx="10537174" cy="4688390"/>
        </p:xfrm>
        <a:graphic>
          <a:graphicData uri="http://schemas.openxmlformats.org/drawingml/2006/table">
            <a:tbl>
              <a:tblPr firstRow="1" firstCol="1">
                <a:tableStyleId>{9D7B26C5-4107-4FEC-AEDC-1716B250A1EF}</a:tableStyleId>
              </a:tblPr>
              <a:tblGrid>
                <a:gridCol w="1779968">
                  <a:extLst>
                    <a:ext uri="{9D8B030D-6E8A-4147-A177-3AD203B41FA5}">
                      <a16:colId xmlns:a16="http://schemas.microsoft.com/office/drawing/2014/main" val="597646628"/>
                    </a:ext>
                  </a:extLst>
                </a:gridCol>
                <a:gridCol w="3756124">
                  <a:extLst>
                    <a:ext uri="{9D8B030D-6E8A-4147-A177-3AD203B41FA5}">
                      <a16:colId xmlns:a16="http://schemas.microsoft.com/office/drawing/2014/main" val="3886483753"/>
                    </a:ext>
                  </a:extLst>
                </a:gridCol>
                <a:gridCol w="5001082">
                  <a:extLst>
                    <a:ext uri="{9D8B030D-6E8A-4147-A177-3AD203B41FA5}">
                      <a16:colId xmlns:a16="http://schemas.microsoft.com/office/drawing/2014/main" val="3539402460"/>
                    </a:ext>
                  </a:extLst>
                </a:gridCol>
              </a:tblGrid>
              <a:tr h="325641">
                <a:tc>
                  <a:txBody>
                    <a:bodyPr/>
                    <a:lstStyle/>
                    <a:p>
                      <a:pPr algn="l" fontAlgn="b">
                        <a:buNone/>
                      </a:pPr>
                      <a:r>
                        <a:rPr lang="en-US" sz="1600" u="none" strike="noStrike">
                          <a:effectLst/>
                        </a:rPr>
                        <a:t>Parameter</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Non-FRU CHC</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FRU CHC</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2403801714"/>
                  </a:ext>
                </a:extLst>
              </a:tr>
              <a:tr h="577828">
                <a:tc>
                  <a:txBody>
                    <a:bodyPr/>
                    <a:lstStyle/>
                    <a:p>
                      <a:pPr algn="l" fontAlgn="b">
                        <a:buNone/>
                      </a:pPr>
                      <a:r>
                        <a:rPr lang="en-US" sz="1600" u="none" strike="noStrike">
                          <a:effectLst/>
                        </a:rPr>
                        <a:t>Definition</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Community Health Centre providing essential services only</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First Referral Unit CHC offering essential + specialist services</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3246034420"/>
                  </a:ext>
                </a:extLst>
              </a:tr>
              <a:tr h="325641">
                <a:tc>
                  <a:txBody>
                    <a:bodyPr/>
                    <a:lstStyle/>
                    <a:p>
                      <a:pPr algn="l" fontAlgn="b">
                        <a:buNone/>
                      </a:pPr>
                      <a:r>
                        <a:rPr lang="en-US" sz="1600" u="none" strike="noStrike">
                          <a:effectLst/>
                        </a:rPr>
                        <a:t>Location</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Rural areas (non-block HQ)</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Rural or urban areas, typically at block headquarters</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2808834128"/>
                  </a:ext>
                </a:extLst>
              </a:tr>
              <a:tr h="325641">
                <a:tc>
                  <a:txBody>
                    <a:bodyPr/>
                    <a:lstStyle/>
                    <a:p>
                      <a:pPr algn="l" fontAlgn="b">
                        <a:buNone/>
                      </a:pPr>
                      <a:r>
                        <a:rPr lang="en-US" sz="1600" u="none" strike="noStrike">
                          <a:effectLst/>
                        </a:rPr>
                        <a:t>Population Norms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80,000 (hilly/tribal), 1.2 lakh (plains)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it-IT" sz="1600" u="none" strike="noStrike">
                          <a:effectLst/>
                        </a:rPr>
                        <a:t>2.5 lakh (non-metro), 5 lakh (metro)</a:t>
                      </a:r>
                      <a:endParaRPr lang="it-IT"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3057688064"/>
                  </a:ext>
                </a:extLst>
              </a:tr>
              <a:tr h="577828">
                <a:tc>
                  <a:txBody>
                    <a:bodyPr/>
                    <a:lstStyle/>
                    <a:p>
                      <a:pPr algn="l" fontAlgn="b">
                        <a:buNone/>
                      </a:pPr>
                      <a:r>
                        <a:rPr lang="en-US" sz="1600" u="none" strike="noStrike">
                          <a:effectLst/>
                        </a:rPr>
                        <a:t>Service Scope</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Maternal &amp; child health, NCDs, mental health, infectious diseases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All Non-FRU services + surgical care, blood transfusion, specialist OPDs</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75360570"/>
                  </a:ext>
                </a:extLst>
              </a:tr>
              <a:tr h="577828">
                <a:tc>
                  <a:txBody>
                    <a:bodyPr/>
                    <a:lstStyle/>
                    <a:p>
                      <a:pPr algn="l" fontAlgn="b">
                        <a:buNone/>
                      </a:pPr>
                      <a:r>
                        <a:rPr lang="en-US" sz="1600" u="none" strike="noStrike">
                          <a:effectLst/>
                        </a:rPr>
                        <a:t>Emergency Services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Basic stabilization and referral</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Comprehensive Emergency Obstetric and Newborn Care (CEmONC), operative services</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3897492885"/>
                  </a:ext>
                </a:extLst>
              </a:tr>
              <a:tr h="325641">
                <a:tc>
                  <a:txBody>
                    <a:bodyPr/>
                    <a:lstStyle/>
                    <a:p>
                      <a:pPr algn="l" fontAlgn="b">
                        <a:buNone/>
                      </a:pPr>
                      <a:r>
                        <a:rPr lang="en-US" sz="1600" u="none" strike="noStrike">
                          <a:effectLst/>
                        </a:rPr>
                        <a:t>Infrastructure</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30-bed facility</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30–50 beds (can scale to 100), with OT, blood storage, and lab</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2695970728"/>
                  </a:ext>
                </a:extLst>
              </a:tr>
              <a:tr h="577828">
                <a:tc>
                  <a:txBody>
                    <a:bodyPr/>
                    <a:lstStyle/>
                    <a:p>
                      <a:pPr algn="l" fontAlgn="b">
                        <a:buNone/>
                      </a:pPr>
                      <a:r>
                        <a:rPr lang="en-US" sz="1600" u="none" strike="noStrike">
                          <a:effectLst/>
                        </a:rPr>
                        <a:t>Human Resources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General duty medical officers, nurses, lab technicians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Specialists (OBG, Surgery, Pediatrics, Medicine), anesthetists, full HRH complement</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1097198765"/>
                  </a:ext>
                </a:extLst>
              </a:tr>
              <a:tr h="325641">
                <a:tc>
                  <a:txBody>
                    <a:bodyPr/>
                    <a:lstStyle/>
                    <a:p>
                      <a:pPr algn="l" fontAlgn="b">
                        <a:buNone/>
                      </a:pPr>
                      <a:r>
                        <a:rPr lang="en-US" sz="1600" u="none" strike="noStrike">
                          <a:effectLst/>
                        </a:rPr>
                        <a:t>Referral Role</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Refers to FRU CHC or higher-level facilities</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Acts as first referral point for PHCs and SHCs</a:t>
                      </a:r>
                      <a:endParaRPr lang="en-US" sz="1600" b="0" i="0" u="none" strike="noStrike">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949665778"/>
                  </a:ext>
                </a:extLst>
              </a:tr>
              <a:tr h="577828">
                <a:tc>
                  <a:txBody>
                    <a:bodyPr/>
                    <a:lstStyle/>
                    <a:p>
                      <a:pPr algn="l" fontAlgn="b">
                        <a:buNone/>
                      </a:pPr>
                      <a:r>
                        <a:rPr lang="en-US" sz="1600" u="none" strike="noStrike">
                          <a:effectLst/>
                        </a:rPr>
                        <a:t>Block Public Health Unit (BPHU)</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a:effectLst/>
                        </a:rPr>
                        <a:t>Not applicable</a:t>
                      </a:r>
                      <a:endParaRPr lang="en-US" sz="1600" b="0" i="0" u="none" strike="noStrike">
                        <a:solidFill>
                          <a:srgbClr val="000000"/>
                        </a:solidFill>
                        <a:effectLst/>
                        <a:latin typeface="Aptos Narrow" panose="020B0004020202020204" pitchFamily="34" charset="0"/>
                      </a:endParaRPr>
                    </a:p>
                  </a:txBody>
                  <a:tcPr marL="9006" marR="9006" marT="9006" marB="0" anchor="b"/>
                </a:tc>
                <a:tc>
                  <a:txBody>
                    <a:bodyPr/>
                    <a:lstStyle/>
                    <a:p>
                      <a:pPr algn="l" fontAlgn="b">
                        <a:buNone/>
                      </a:pPr>
                      <a:r>
                        <a:rPr lang="en-US" sz="1600" u="none" strike="noStrike" dirty="0">
                          <a:effectLst/>
                        </a:rPr>
                        <a:t>All FRU CHCs at block HQ to be upgraded as BPHUs</a:t>
                      </a:r>
                      <a:endParaRPr lang="en-US" sz="1600" b="0" i="0" u="none" strike="noStrike" dirty="0">
                        <a:solidFill>
                          <a:srgbClr val="000000"/>
                        </a:solidFill>
                        <a:effectLst/>
                        <a:latin typeface="Aptos Narrow" panose="020B0004020202020204" pitchFamily="34" charset="0"/>
                      </a:endParaRPr>
                    </a:p>
                  </a:txBody>
                  <a:tcPr marL="9006" marR="9006" marT="9006" marB="0" anchor="b"/>
                </a:tc>
                <a:extLst>
                  <a:ext uri="{0D108BD9-81ED-4DB2-BD59-A6C34878D82A}">
                    <a16:rowId xmlns:a16="http://schemas.microsoft.com/office/drawing/2014/main" val="2481820501"/>
                  </a:ext>
                </a:extLst>
              </a:tr>
            </a:tbl>
          </a:graphicData>
        </a:graphic>
      </p:graphicFrame>
    </p:spTree>
    <p:extLst>
      <p:ext uri="{BB962C8B-B14F-4D97-AF65-F5344CB8AC3E}">
        <p14:creationId xmlns:p14="http://schemas.microsoft.com/office/powerpoint/2010/main" val="138853539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A59F003-E00A-43F9-91DC-CC54E3B874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Pies on a table">
            <a:extLst>
              <a:ext uri="{FF2B5EF4-FFF2-40B4-BE49-F238E27FC236}">
                <a16:creationId xmlns:a16="http://schemas.microsoft.com/office/drawing/2014/main" id="{6E21268B-5157-9077-E799-FD3AE5C01016}"/>
              </a:ext>
            </a:extLst>
          </p:cNvPr>
          <p:cNvPicPr>
            <a:picLocks noChangeAspect="1"/>
          </p:cNvPicPr>
          <p:nvPr/>
        </p:nvPicPr>
        <p:blipFill>
          <a:blip r:embed="rId2"/>
          <a:srcRect t="15730"/>
          <a:stretch>
            <a:fillRect/>
          </a:stretch>
        </p:blipFill>
        <p:spPr>
          <a:xfrm>
            <a:off x="20" y="10"/>
            <a:ext cx="12191981" cy="6857990"/>
          </a:xfrm>
          <a:prstGeom prst="rect">
            <a:avLst/>
          </a:prstGeom>
        </p:spPr>
      </p:pic>
      <p:sp>
        <p:nvSpPr>
          <p:cNvPr id="11" name="Rectangle 10">
            <a:extLst>
              <a:ext uri="{FF2B5EF4-FFF2-40B4-BE49-F238E27FC236}">
                <a16:creationId xmlns:a16="http://schemas.microsoft.com/office/drawing/2014/main" id="{D74A4382-E3AD-430A-9A1F-DFA3E0E77A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799865" y="-1524511"/>
            <a:ext cx="4592270" cy="12192001"/>
          </a:xfrm>
          <a:prstGeom prst="rect">
            <a:avLst/>
          </a:prstGeom>
          <a:gradFill>
            <a:gsLst>
              <a:gs pos="35000">
                <a:schemeClr val="tx1">
                  <a:alpha val="46000"/>
                </a:schemeClr>
              </a:gs>
              <a:gs pos="21000">
                <a:schemeClr val="tx1">
                  <a:alpha val="30000"/>
                </a:schemeClr>
              </a:gs>
              <a:gs pos="0">
                <a:schemeClr val="tx1">
                  <a:alpha val="0"/>
                </a:schemeClr>
              </a:gs>
              <a:gs pos="100000">
                <a:schemeClr val="tx1">
                  <a:alpha val="9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2BB3C7-8291-411A-F27D-229C885BD3F4}"/>
              </a:ext>
            </a:extLst>
          </p:cNvPr>
          <p:cNvSpPr>
            <a:spLocks noGrp="1"/>
          </p:cNvSpPr>
          <p:nvPr>
            <p:ph type="title"/>
          </p:nvPr>
        </p:nvSpPr>
        <p:spPr>
          <a:xfrm>
            <a:off x="404553" y="3091928"/>
            <a:ext cx="9078562" cy="2387600"/>
          </a:xfrm>
        </p:spPr>
        <p:txBody>
          <a:bodyPr vert="horz" lIns="91440" tIns="45720" rIns="91440" bIns="45720" rtlCol="0" anchor="b">
            <a:normAutofit/>
          </a:bodyPr>
          <a:lstStyle/>
          <a:p>
            <a:r>
              <a:rPr lang="en-US" sz="6600" dirty="0">
                <a:solidFill>
                  <a:schemeClr val="bg1"/>
                </a:solidFill>
              </a:rPr>
              <a:t>Thanks</a:t>
            </a:r>
          </a:p>
        </p:txBody>
      </p:sp>
      <p:sp>
        <p:nvSpPr>
          <p:cNvPr id="13" name="Rectangle: Rounded Corners 12">
            <a:extLst>
              <a:ext uri="{FF2B5EF4-FFF2-40B4-BE49-F238E27FC236}">
                <a16:creationId xmlns:a16="http://schemas.microsoft.com/office/drawing/2014/main" id="{79F40191-0F44-4FD1-82CC-ACB507C14B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5039"/>
            <a:ext cx="9785897"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37963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563</TotalTime>
  <Words>8784</Words>
  <Application>Microsoft Office PowerPoint</Application>
  <PresentationFormat>Widescreen</PresentationFormat>
  <Paragraphs>1046</Paragraphs>
  <Slides>102</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102</vt:i4>
      </vt:variant>
    </vt:vector>
  </HeadingPairs>
  <TitlesOfParts>
    <vt:vector size="110" baseType="lpstr">
      <vt:lpstr>Aptos Narrow</vt:lpstr>
      <vt:lpstr>Arial</vt:lpstr>
      <vt:lpstr>Calibri</vt:lpstr>
      <vt:lpstr>fkGroteskNeue</vt:lpstr>
      <vt:lpstr>Helvetica Neue Medium</vt:lpstr>
      <vt:lpstr>Times New Roman</vt:lpstr>
      <vt:lpstr>Wingdings</vt:lpstr>
      <vt:lpstr>Office Theme</vt:lpstr>
      <vt:lpstr>Health systems in India </vt:lpstr>
      <vt:lpstr>PowerPoint Presentation</vt:lpstr>
      <vt:lpstr>PowerPoint Presentation</vt:lpstr>
      <vt:lpstr>PowerPoint Presentation</vt:lpstr>
      <vt:lpstr>PowerPoint Presentation</vt:lpstr>
      <vt:lpstr>PowerPoint Presentation</vt:lpstr>
      <vt:lpstr>PowerPoint Presentation</vt:lpstr>
      <vt:lpstr>Sub centre</vt:lpstr>
      <vt:lpstr>Primary health care</vt:lpstr>
      <vt:lpstr>Health Committees?</vt:lpstr>
      <vt:lpstr>Timeline of Major Health Committees</vt:lpstr>
      <vt:lpstr>Key themes across committees</vt:lpstr>
      <vt:lpstr>Sokhey Committee (1940s) Early Foundation - Integration Concept</vt:lpstr>
      <vt:lpstr>Bhore Committee (1946) Birth of India's Primary Healthcare System</vt:lpstr>
      <vt:lpstr>Mudaliar Committee (1962) Optimizing Primary Healthcare Delivery</vt:lpstr>
      <vt:lpstr>Integration Phase Committees (1963-1967) Addressing Specialized vs. Integrated Approaches</vt:lpstr>
      <vt:lpstr>Community Health Revolution (1970s) Shrivastav Committee (1975)</vt:lpstr>
      <vt:lpstr>Supporting Committees of 1970s Kartar Singh &amp; Shivaraman Committees</vt:lpstr>
      <vt:lpstr>Manpower Planning Era (1980s-1990s) Bajaj Committee (1986) &amp; Late Century Developments</vt:lpstr>
      <vt:lpstr>Evolution of Key Concepts</vt:lpstr>
      <vt:lpstr>Modern Era Committees (2000s) Contemporary Healthcare Challenges</vt:lpstr>
      <vt:lpstr>Current Implementation</vt:lpstr>
      <vt:lpstr>Clinical Significance</vt:lpstr>
      <vt:lpstr>Key Learning Outcomes</vt:lpstr>
      <vt:lpstr>Examination Guide</vt:lpstr>
      <vt:lpstr>Summary and Clinical Integration From Historical Committees to Modern Medical Practice</vt:lpstr>
      <vt:lpstr>Evolution of Primary Health centre</vt:lpstr>
      <vt:lpstr>Evolution of Primary Health centre</vt:lpstr>
      <vt:lpstr>Functions of PHC</vt:lpstr>
      <vt:lpstr>PHC standards and types</vt:lpstr>
      <vt:lpstr>Medical care</vt:lpstr>
      <vt:lpstr>Maternal and child health care</vt:lpstr>
      <vt:lpstr>Maternal and child health care</vt:lpstr>
      <vt:lpstr>Intranatal care</vt:lpstr>
      <vt:lpstr>Intranatal care</vt:lpstr>
      <vt:lpstr>Postnatal care</vt:lpstr>
      <vt:lpstr>New Born Care</vt:lpstr>
      <vt:lpstr>Child Care</vt:lpstr>
      <vt:lpstr> Family Planning and Other Services </vt:lpstr>
      <vt:lpstr>Mission Parivar Vikas</vt:lpstr>
      <vt:lpstr>School health services</vt:lpstr>
      <vt:lpstr>Adolescent health care</vt:lpstr>
      <vt:lpstr>Disease Prevention</vt:lpstr>
      <vt:lpstr>National health programmes</vt:lpstr>
      <vt:lpstr>NTEP - PHC</vt:lpstr>
      <vt:lpstr>NTEP - PHC</vt:lpstr>
      <vt:lpstr>National health programmes</vt:lpstr>
      <vt:lpstr>National health programmes</vt:lpstr>
      <vt:lpstr>National health programmes</vt:lpstr>
      <vt:lpstr>National health programmes</vt:lpstr>
      <vt:lpstr>National Programme for Prevention and Control of Cancer, Diabetes, CVD and Stroke (NPCDCS)</vt:lpstr>
      <vt:lpstr>National Programme for Prevention and Control of Cancer, Diabetes, CVD and Stroke (NPCDCS)</vt:lpstr>
      <vt:lpstr>National health programmes</vt:lpstr>
      <vt:lpstr>National health programmes</vt:lpstr>
      <vt:lpstr>National health programmes</vt:lpstr>
      <vt:lpstr>Referral and support services</vt:lpstr>
      <vt:lpstr>Referral and support services</vt:lpstr>
      <vt:lpstr>Referral and support services</vt:lpstr>
      <vt:lpstr>PHC Staffing Requirements - IPHS Standards</vt:lpstr>
      <vt:lpstr>Medical and clinical staff</vt:lpstr>
      <vt:lpstr>Medical and clinical staff</vt:lpstr>
      <vt:lpstr>Support and specialized staff</vt:lpstr>
      <vt:lpstr>General support staff</vt:lpstr>
      <vt:lpstr>IPHS 2012 vs 2022</vt:lpstr>
      <vt:lpstr>PowerPoint Presentation</vt:lpstr>
      <vt:lpstr>Community Health centres</vt:lpstr>
      <vt:lpstr>Community Health centres</vt:lpstr>
      <vt:lpstr>CHC categories</vt:lpstr>
      <vt:lpstr>CHC Clinical Services</vt:lpstr>
      <vt:lpstr>CHC Clinical Services</vt:lpstr>
      <vt:lpstr>Maternal Health</vt:lpstr>
      <vt:lpstr>Maternal Health</vt:lpstr>
      <vt:lpstr>Newborn care and child health</vt:lpstr>
      <vt:lpstr>Family Planning</vt:lpstr>
      <vt:lpstr>National Health Programmess</vt:lpstr>
      <vt:lpstr>National Health Programmess</vt:lpstr>
      <vt:lpstr>National Health Programmess</vt:lpstr>
      <vt:lpstr>National Health Programmess</vt:lpstr>
      <vt:lpstr>National Health Programmess</vt:lpstr>
      <vt:lpstr>National Health Programmess</vt:lpstr>
      <vt:lpstr>National Programme for Prevention and Control of Cancer, Diabetes, Cardiovascular Diseases and Stroke (NPCDCS)</vt:lpstr>
      <vt:lpstr>National Programme for Prevention and Control of Cancer, Diabetes, Cardiovascular Diseases and Stroke (NPCDCS)</vt:lpstr>
      <vt:lpstr>National Health Programmess</vt:lpstr>
      <vt:lpstr>National Health Programmess</vt:lpstr>
      <vt:lpstr>National Health Programmess</vt:lpstr>
      <vt:lpstr>Additional Services</vt:lpstr>
      <vt:lpstr>Additional Services</vt:lpstr>
      <vt:lpstr>School Health Services</vt:lpstr>
      <vt:lpstr>School Health Services</vt:lpstr>
      <vt:lpstr>Adolescent Health care</vt:lpstr>
      <vt:lpstr>Adolescent Health care</vt:lpstr>
      <vt:lpstr>Support Centres</vt:lpstr>
      <vt:lpstr>CHC – Medical Staff requirements</vt:lpstr>
      <vt:lpstr>CHC – Specialist and Support Medical Staff</vt:lpstr>
      <vt:lpstr>CHC – General Medical Officers</vt:lpstr>
      <vt:lpstr>CHC - Nursing Staff</vt:lpstr>
      <vt:lpstr>CHC – Laboratory and Technical Personnel</vt:lpstr>
      <vt:lpstr>CHC – Administrative and General Support</vt:lpstr>
      <vt:lpstr>CHC – Ward and Maintenance Staff</vt:lpstr>
      <vt:lpstr>CHC – Staffing Summary</vt:lpstr>
      <vt:lpstr>Non FRU vs FRU</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3</cp:revision>
  <dcterms:created xsi:type="dcterms:W3CDTF">2025-08-20T04:37:38Z</dcterms:created>
  <dcterms:modified xsi:type="dcterms:W3CDTF">2025-08-20T21:19:45Z</dcterms:modified>
</cp:coreProperties>
</file>