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71" r:id="rId13"/>
    <p:sldId id="266" r:id="rId14"/>
    <p:sldId id="267" r:id="rId15"/>
    <p:sldId id="268" r:id="rId16"/>
    <p:sldId id="272" r:id="rId17"/>
    <p:sldId id="269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6DF823-4504-40FF-B42C-316A6C2A807C}" v="10" dt="2025-08-08T05:03:36.5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ul maheshwari" userId="12cb43e2ca5f0d2c" providerId="LiveId" clId="{B96DF823-4504-40FF-B42C-316A6C2A807C}"/>
    <pc:docChg chg="undo custSel addSld modSld">
      <pc:chgData name="mukul maheshwari" userId="12cb43e2ca5f0d2c" providerId="LiveId" clId="{B96DF823-4504-40FF-B42C-316A6C2A807C}" dt="2025-08-08T05:04:08.774" v="241" actId="404"/>
      <pc:docMkLst>
        <pc:docMk/>
      </pc:docMkLst>
      <pc:sldChg chg="addSp modSp mod setBg addAnim setClrOvrMap">
        <pc:chgData name="mukul maheshwari" userId="12cb43e2ca5f0d2c" providerId="LiveId" clId="{B96DF823-4504-40FF-B42C-316A6C2A807C}" dt="2025-08-08T04:30:00.282" v="1"/>
        <pc:sldMkLst>
          <pc:docMk/>
          <pc:sldMk cId="0" sldId="256"/>
        </pc:sldMkLst>
        <pc:spChg chg="mod">
          <ac:chgData name="mukul maheshwari" userId="12cb43e2ca5f0d2c" providerId="LiveId" clId="{B96DF823-4504-40FF-B42C-316A6C2A807C}" dt="2025-08-08T04:30:00.263" v="0" actId="26606"/>
          <ac:spMkLst>
            <pc:docMk/>
            <pc:sldMk cId="0" sldId="256"/>
            <ac:spMk id="2" creationId="{00000000-0000-0000-0000-000000000000}"/>
          </ac:spMkLst>
        </pc:spChg>
        <pc:spChg chg="add">
          <ac:chgData name="mukul maheshwari" userId="12cb43e2ca5f0d2c" providerId="LiveId" clId="{B96DF823-4504-40FF-B42C-316A6C2A807C}" dt="2025-08-08T04:30:00.263" v="0" actId="26606"/>
          <ac:spMkLst>
            <pc:docMk/>
            <pc:sldMk cId="0" sldId="256"/>
            <ac:spMk id="8" creationId="{71B2258F-86CA-4D4D-8270-BC05FCDEBFB3}"/>
          </ac:spMkLst>
        </pc:spChg>
        <pc:picChg chg="add">
          <ac:chgData name="mukul maheshwari" userId="12cb43e2ca5f0d2c" providerId="LiveId" clId="{B96DF823-4504-40FF-B42C-316A6C2A807C}" dt="2025-08-08T04:30:00.263" v="0" actId="26606"/>
          <ac:picMkLst>
            <pc:docMk/>
            <pc:sldMk cId="0" sldId="256"/>
            <ac:picMk id="4" creationId="{4DFF44A8-BF36-3A84-7BFB-737180D6FDFF}"/>
          </ac:picMkLst>
        </pc:picChg>
      </pc:sldChg>
      <pc:sldChg chg="modSp mod">
        <pc:chgData name="mukul maheshwari" userId="12cb43e2ca5f0d2c" providerId="LiveId" clId="{B96DF823-4504-40FF-B42C-316A6C2A807C}" dt="2025-08-08T04:30:36.384" v="8" actId="15"/>
        <pc:sldMkLst>
          <pc:docMk/>
          <pc:sldMk cId="0" sldId="257"/>
        </pc:sldMkLst>
        <pc:spChg chg="mod">
          <ac:chgData name="mukul maheshwari" userId="12cb43e2ca5f0d2c" providerId="LiveId" clId="{B96DF823-4504-40FF-B42C-316A6C2A807C}" dt="2025-08-08T04:30:36.384" v="8" actId="15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 setBg">
        <pc:chgData name="mukul maheshwari" userId="12cb43e2ca5f0d2c" providerId="LiveId" clId="{B96DF823-4504-40FF-B42C-316A6C2A807C}" dt="2025-08-08T04:35:31.606" v="36" actId="20577"/>
        <pc:sldMkLst>
          <pc:docMk/>
          <pc:sldMk cId="0" sldId="258"/>
        </pc:sldMkLst>
        <pc:spChg chg="add del mod">
          <ac:chgData name="mukul maheshwari" userId="12cb43e2ca5f0d2c" providerId="LiveId" clId="{B96DF823-4504-40FF-B42C-316A6C2A807C}" dt="2025-08-08T04:32:46.952" v="10" actId="3680"/>
          <ac:spMkLst>
            <pc:docMk/>
            <pc:sldMk cId="0" sldId="258"/>
            <ac:spMk id="3" creationId="{9AC8AEF5-CC71-BCEC-DB78-C779F869189F}"/>
          </ac:spMkLst>
        </pc:spChg>
        <pc:spChg chg="mod">
          <ac:chgData name="mukul maheshwari" userId="12cb43e2ca5f0d2c" providerId="LiveId" clId="{B96DF823-4504-40FF-B42C-316A6C2A807C}" dt="2025-08-08T04:35:31.606" v="36" actId="20577"/>
          <ac:spMkLst>
            <pc:docMk/>
            <pc:sldMk cId="0" sldId="258"/>
            <ac:spMk id="5" creationId="{00000000-0000-0000-0000-000000000000}"/>
          </ac:spMkLst>
        </pc:spChg>
        <pc:spChg chg="add del">
          <ac:chgData name="mukul maheshwari" userId="12cb43e2ca5f0d2c" providerId="LiveId" clId="{B96DF823-4504-40FF-B42C-316A6C2A807C}" dt="2025-08-08T04:33:56.258" v="17" actId="26606"/>
          <ac:spMkLst>
            <pc:docMk/>
            <pc:sldMk cId="0" sldId="258"/>
            <ac:spMk id="11" creationId="{2EB492CD-616E-47F8-933B-5E2D952A0593}"/>
          </ac:spMkLst>
        </pc:spChg>
        <pc:spChg chg="add del">
          <ac:chgData name="mukul maheshwari" userId="12cb43e2ca5f0d2c" providerId="LiveId" clId="{B96DF823-4504-40FF-B42C-316A6C2A807C}" dt="2025-08-08T04:33:56.258" v="17" actId="26606"/>
          <ac:spMkLst>
            <pc:docMk/>
            <pc:sldMk cId="0" sldId="258"/>
            <ac:spMk id="13" creationId="{59383CF9-23B5-4335-9B21-1791C4CF1C75}"/>
          </ac:spMkLst>
        </pc:spChg>
        <pc:spChg chg="add del">
          <ac:chgData name="mukul maheshwari" userId="12cb43e2ca5f0d2c" providerId="LiveId" clId="{B96DF823-4504-40FF-B42C-316A6C2A807C}" dt="2025-08-08T04:33:56.258" v="17" actId="26606"/>
          <ac:spMkLst>
            <pc:docMk/>
            <pc:sldMk cId="0" sldId="258"/>
            <ac:spMk id="15" creationId="{0007FE00-9498-4706-B255-6437B0252C02}"/>
          </ac:spMkLst>
        </pc:spChg>
        <pc:spChg chg="add">
          <ac:chgData name="mukul maheshwari" userId="12cb43e2ca5f0d2c" providerId="LiveId" clId="{B96DF823-4504-40FF-B42C-316A6C2A807C}" dt="2025-08-08T04:33:56.325" v="18" actId="26606"/>
          <ac:spMkLst>
            <pc:docMk/>
            <pc:sldMk cId="0" sldId="258"/>
            <ac:spMk id="17" creationId="{AF6CB648-9554-488A-B457-99CAAD1DA528}"/>
          </ac:spMkLst>
        </pc:spChg>
        <pc:spChg chg="add">
          <ac:chgData name="mukul maheshwari" userId="12cb43e2ca5f0d2c" providerId="LiveId" clId="{B96DF823-4504-40FF-B42C-316A6C2A807C}" dt="2025-08-08T04:33:56.325" v="18" actId="26606"/>
          <ac:spMkLst>
            <pc:docMk/>
            <pc:sldMk cId="0" sldId="258"/>
            <ac:spMk id="18" creationId="{E3ADCBE7-9330-1CDA-00EB-CDD12DB722FF}"/>
          </ac:spMkLst>
        </pc:spChg>
        <pc:graphicFrameChg chg="add mod ord modGraphic">
          <ac:chgData name="mukul maheshwari" userId="12cb43e2ca5f0d2c" providerId="LiveId" clId="{B96DF823-4504-40FF-B42C-316A6C2A807C}" dt="2025-08-08T04:35:10.805" v="31" actId="13926"/>
          <ac:graphicFrameMkLst>
            <pc:docMk/>
            <pc:sldMk cId="0" sldId="258"/>
            <ac:graphicFrameMk id="6" creationId="{B4D1389D-43EA-4E26-BBF6-045E492E5B43}"/>
          </ac:graphicFrameMkLst>
        </pc:graphicFrameChg>
        <pc:picChg chg="del">
          <ac:chgData name="mukul maheshwari" userId="12cb43e2ca5f0d2c" providerId="LiveId" clId="{B96DF823-4504-40FF-B42C-316A6C2A807C}" dt="2025-08-08T04:32:27.768" v="9" actId="478"/>
          <ac:picMkLst>
            <pc:docMk/>
            <pc:sldMk cId="0" sldId="258"/>
            <ac:picMk id="4" creationId="{00000000-0000-0000-0000-000000000000}"/>
          </ac:picMkLst>
        </pc:picChg>
      </pc:sldChg>
      <pc:sldChg chg="addSp modSp mod setBg">
        <pc:chgData name="mukul maheshwari" userId="12cb43e2ca5f0d2c" providerId="LiveId" clId="{B96DF823-4504-40FF-B42C-316A6C2A807C}" dt="2025-08-08T04:36:13.196" v="46" actId="15"/>
        <pc:sldMkLst>
          <pc:docMk/>
          <pc:sldMk cId="0" sldId="259"/>
        </pc:sldMkLst>
        <pc:spChg chg="mod">
          <ac:chgData name="mukul maheshwari" userId="12cb43e2ca5f0d2c" providerId="LiveId" clId="{B96DF823-4504-40FF-B42C-316A6C2A807C}" dt="2025-08-08T04:36:13.196" v="46" actId="15"/>
          <ac:spMkLst>
            <pc:docMk/>
            <pc:sldMk cId="0" sldId="259"/>
            <ac:spMk id="3" creationId="{00000000-0000-0000-0000-000000000000}"/>
          </ac:spMkLst>
        </pc:spChg>
        <pc:spChg chg="add">
          <ac:chgData name="mukul maheshwari" userId="12cb43e2ca5f0d2c" providerId="LiveId" clId="{B96DF823-4504-40FF-B42C-316A6C2A807C}" dt="2025-08-08T04:35:58.878" v="39" actId="26606"/>
          <ac:spMkLst>
            <pc:docMk/>
            <pc:sldMk cId="0" sldId="259"/>
            <ac:spMk id="9" creationId="{04812C46-200A-4DEB-A05E-3ED6C68C2387}"/>
          </ac:spMkLst>
        </pc:spChg>
        <pc:spChg chg="add">
          <ac:chgData name="mukul maheshwari" userId="12cb43e2ca5f0d2c" providerId="LiveId" clId="{B96DF823-4504-40FF-B42C-316A6C2A807C}" dt="2025-08-08T04:35:58.878" v="39" actId="26606"/>
          <ac:spMkLst>
            <pc:docMk/>
            <pc:sldMk cId="0" sldId="259"/>
            <ac:spMk id="11" creationId="{D1EA859B-E555-4109-94F3-6700E046E008}"/>
          </ac:spMkLst>
        </pc:spChg>
        <pc:picChg chg="add">
          <ac:chgData name="mukul maheshwari" userId="12cb43e2ca5f0d2c" providerId="LiveId" clId="{B96DF823-4504-40FF-B42C-316A6C2A807C}" dt="2025-08-08T04:35:58.878" v="39" actId="26606"/>
          <ac:picMkLst>
            <pc:docMk/>
            <pc:sldMk cId="0" sldId="259"/>
            <ac:picMk id="5" creationId="{64F2E5E1-6F0D-F758-A0A5-BEA6F4A02086}"/>
          </ac:picMkLst>
        </pc:picChg>
      </pc:sldChg>
      <pc:sldChg chg="addSp delSp modSp mod setBg">
        <pc:chgData name="mukul maheshwari" userId="12cb43e2ca5f0d2c" providerId="LiveId" clId="{B96DF823-4504-40FF-B42C-316A6C2A807C}" dt="2025-08-08T04:45:55.886" v="92" actId="403"/>
        <pc:sldMkLst>
          <pc:docMk/>
          <pc:sldMk cId="0" sldId="261"/>
        </pc:sldMkLst>
        <pc:spChg chg="mod">
          <ac:chgData name="mukul maheshwari" userId="12cb43e2ca5f0d2c" providerId="LiveId" clId="{B96DF823-4504-40FF-B42C-316A6C2A807C}" dt="2025-08-08T04:45:40.430" v="81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ukul maheshwari" userId="12cb43e2ca5f0d2c" providerId="LiveId" clId="{B96DF823-4504-40FF-B42C-316A6C2A807C}" dt="2025-08-08T04:45:55.886" v="92" actId="403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mukul maheshwari" userId="12cb43e2ca5f0d2c" providerId="LiveId" clId="{B96DF823-4504-40FF-B42C-316A6C2A807C}" dt="2025-08-08T04:45:40.430" v="81" actId="26606"/>
          <ac:spMkLst>
            <pc:docMk/>
            <pc:sldMk cId="0" sldId="261"/>
            <ac:spMk id="9" creationId="{04812C46-200A-4DEB-A05E-3ED6C68C2387}"/>
          </ac:spMkLst>
        </pc:spChg>
        <pc:spChg chg="add del">
          <ac:chgData name="mukul maheshwari" userId="12cb43e2ca5f0d2c" providerId="LiveId" clId="{B96DF823-4504-40FF-B42C-316A6C2A807C}" dt="2025-08-08T04:45:40.430" v="81" actId="26606"/>
          <ac:spMkLst>
            <pc:docMk/>
            <pc:sldMk cId="0" sldId="261"/>
            <ac:spMk id="11" creationId="{D1EA859B-E555-4109-94F3-6700E046E008}"/>
          </ac:spMkLst>
        </pc:spChg>
        <pc:spChg chg="add">
          <ac:chgData name="mukul maheshwari" userId="12cb43e2ca5f0d2c" providerId="LiveId" clId="{B96DF823-4504-40FF-B42C-316A6C2A807C}" dt="2025-08-08T04:45:40.430" v="81" actId="26606"/>
          <ac:spMkLst>
            <pc:docMk/>
            <pc:sldMk cId="0" sldId="261"/>
            <ac:spMk id="16" creationId="{96CF2A2B-0745-440C-9224-C5C6A0A4286F}"/>
          </ac:spMkLst>
        </pc:spChg>
        <pc:spChg chg="add">
          <ac:chgData name="mukul maheshwari" userId="12cb43e2ca5f0d2c" providerId="LiveId" clId="{B96DF823-4504-40FF-B42C-316A6C2A807C}" dt="2025-08-08T04:45:40.430" v="81" actId="26606"/>
          <ac:spMkLst>
            <pc:docMk/>
            <pc:sldMk cId="0" sldId="261"/>
            <ac:spMk id="18" creationId="{75BE6D6B-84C9-4D2B-97EB-773B7369EF82}"/>
          </ac:spMkLst>
        </pc:spChg>
        <pc:picChg chg="add mod">
          <ac:chgData name="mukul maheshwari" userId="12cb43e2ca5f0d2c" providerId="LiveId" clId="{B96DF823-4504-40FF-B42C-316A6C2A807C}" dt="2025-08-08T04:45:40.430" v="81" actId="26606"/>
          <ac:picMkLst>
            <pc:docMk/>
            <pc:sldMk cId="0" sldId="261"/>
            <ac:picMk id="5" creationId="{030CAA66-8912-95F7-B862-7D5AB6EA3EAE}"/>
          </ac:picMkLst>
        </pc:picChg>
      </pc:sldChg>
      <pc:sldChg chg="addSp delSp modSp mod">
        <pc:chgData name="mukul maheshwari" userId="12cb43e2ca5f0d2c" providerId="LiveId" clId="{B96DF823-4504-40FF-B42C-316A6C2A807C}" dt="2025-08-08T04:47:00.479" v="107" actId="14100"/>
        <pc:sldMkLst>
          <pc:docMk/>
          <pc:sldMk cId="0" sldId="262"/>
        </pc:sldMkLst>
        <pc:spChg chg="add del mod">
          <ac:chgData name="mukul maheshwari" userId="12cb43e2ca5f0d2c" providerId="LiveId" clId="{B96DF823-4504-40FF-B42C-316A6C2A807C}" dt="2025-08-08T04:46:54.280" v="106" actId="478"/>
          <ac:spMkLst>
            <pc:docMk/>
            <pc:sldMk cId="0" sldId="262"/>
            <ac:spMk id="3" creationId="{A5504907-9CDE-73AC-D091-5AE5345B4ECB}"/>
          </ac:spMkLst>
        </pc:spChg>
        <pc:spChg chg="mod">
          <ac:chgData name="mukul maheshwari" userId="12cb43e2ca5f0d2c" providerId="LiveId" clId="{B96DF823-4504-40FF-B42C-316A6C2A807C}" dt="2025-08-08T04:47:00.479" v="107" actId="14100"/>
          <ac:spMkLst>
            <pc:docMk/>
            <pc:sldMk cId="0" sldId="262"/>
            <ac:spMk id="5" creationId="{00000000-0000-0000-0000-000000000000}"/>
          </ac:spMkLst>
        </pc:spChg>
        <pc:picChg chg="del">
          <ac:chgData name="mukul maheshwari" userId="12cb43e2ca5f0d2c" providerId="LiveId" clId="{B96DF823-4504-40FF-B42C-316A6C2A807C}" dt="2025-08-08T04:46:50.711" v="105" actId="478"/>
          <ac:picMkLst>
            <pc:docMk/>
            <pc:sldMk cId="0" sldId="262"/>
            <ac:picMk id="4" creationId="{00000000-0000-0000-0000-000000000000}"/>
          </ac:picMkLst>
        </pc:picChg>
      </pc:sldChg>
      <pc:sldChg chg="modSp mod">
        <pc:chgData name="mukul maheshwari" userId="12cb43e2ca5f0d2c" providerId="LiveId" clId="{B96DF823-4504-40FF-B42C-316A6C2A807C}" dt="2025-08-08T04:49:24.797" v="141" actId="14100"/>
        <pc:sldMkLst>
          <pc:docMk/>
          <pc:sldMk cId="0" sldId="264"/>
        </pc:sldMkLst>
        <pc:spChg chg="mod">
          <ac:chgData name="mukul maheshwari" userId="12cb43e2ca5f0d2c" providerId="LiveId" clId="{B96DF823-4504-40FF-B42C-316A6C2A807C}" dt="2025-08-08T04:49:24.797" v="141" actId="14100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mukul maheshwari" userId="12cb43e2ca5f0d2c" providerId="LiveId" clId="{B96DF823-4504-40FF-B42C-316A6C2A807C}" dt="2025-08-08T04:55:20.092" v="171" actId="14100"/>
        <pc:sldMkLst>
          <pc:docMk/>
          <pc:sldMk cId="0" sldId="265"/>
        </pc:sldMkLst>
        <pc:spChg chg="mod">
          <ac:chgData name="mukul maheshwari" userId="12cb43e2ca5f0d2c" providerId="LiveId" clId="{B96DF823-4504-40FF-B42C-316A6C2A807C}" dt="2025-08-08T04:55:20.092" v="171" actId="14100"/>
          <ac:spMkLst>
            <pc:docMk/>
            <pc:sldMk cId="0" sldId="265"/>
            <ac:spMk id="3" creationId="{00000000-0000-0000-0000-000000000000}"/>
          </ac:spMkLst>
        </pc:spChg>
      </pc:sldChg>
      <pc:sldChg chg="addSp modSp mod setBg">
        <pc:chgData name="mukul maheshwari" userId="12cb43e2ca5f0d2c" providerId="LiveId" clId="{B96DF823-4504-40FF-B42C-316A6C2A807C}" dt="2025-08-08T04:55:11.740" v="170" actId="15"/>
        <pc:sldMkLst>
          <pc:docMk/>
          <pc:sldMk cId="0" sldId="266"/>
        </pc:sldMkLst>
        <pc:spChg chg="mod">
          <ac:chgData name="mukul maheshwari" userId="12cb43e2ca5f0d2c" providerId="LiveId" clId="{B96DF823-4504-40FF-B42C-316A6C2A807C}" dt="2025-08-08T04:55:11.740" v="170" actId="15"/>
          <ac:spMkLst>
            <pc:docMk/>
            <pc:sldMk cId="0" sldId="266"/>
            <ac:spMk id="3" creationId="{00000000-0000-0000-0000-000000000000}"/>
          </ac:spMkLst>
        </pc:spChg>
        <pc:spChg chg="add">
          <ac:chgData name="mukul maheshwari" userId="12cb43e2ca5f0d2c" providerId="LiveId" clId="{B96DF823-4504-40FF-B42C-316A6C2A807C}" dt="2025-08-08T04:54:36.938" v="161" actId="26606"/>
          <ac:spMkLst>
            <pc:docMk/>
            <pc:sldMk cId="0" sldId="266"/>
            <ac:spMk id="8" creationId="{AF6CB648-9554-488A-B457-99CAAD1DA528}"/>
          </ac:spMkLst>
        </pc:spChg>
        <pc:spChg chg="add">
          <ac:chgData name="mukul maheshwari" userId="12cb43e2ca5f0d2c" providerId="LiveId" clId="{B96DF823-4504-40FF-B42C-316A6C2A807C}" dt="2025-08-08T04:54:36.938" v="161" actId="26606"/>
          <ac:spMkLst>
            <pc:docMk/>
            <pc:sldMk cId="0" sldId="266"/>
            <ac:spMk id="10" creationId="{E3ADCBE7-9330-1CDA-00EB-CDD12DB722FF}"/>
          </ac:spMkLst>
        </pc:spChg>
        <pc:graphicFrameChg chg="add mod modGraphic">
          <ac:chgData name="mukul maheshwari" userId="12cb43e2ca5f0d2c" providerId="LiveId" clId="{B96DF823-4504-40FF-B42C-316A6C2A807C}" dt="2025-08-08T04:54:54.869" v="166" actId="14100"/>
          <ac:graphicFrameMkLst>
            <pc:docMk/>
            <pc:sldMk cId="0" sldId="266"/>
            <ac:graphicFrameMk id="2" creationId="{7FB6E090-CBC1-7863-9149-7427F55D3ED0}"/>
          </ac:graphicFrameMkLst>
        </pc:graphicFrameChg>
      </pc:sldChg>
      <pc:sldChg chg="modSp mod">
        <pc:chgData name="mukul maheshwari" userId="12cb43e2ca5f0d2c" providerId="LiveId" clId="{B96DF823-4504-40FF-B42C-316A6C2A807C}" dt="2025-08-08T04:55:44.093" v="175" actId="20577"/>
        <pc:sldMkLst>
          <pc:docMk/>
          <pc:sldMk cId="0" sldId="267"/>
        </pc:sldMkLst>
        <pc:spChg chg="mod">
          <ac:chgData name="mukul maheshwari" userId="12cb43e2ca5f0d2c" providerId="LiveId" clId="{B96DF823-4504-40FF-B42C-316A6C2A807C}" dt="2025-08-08T04:55:44.093" v="175" actId="20577"/>
          <ac:spMkLst>
            <pc:docMk/>
            <pc:sldMk cId="0" sldId="267"/>
            <ac:spMk id="3" creationId="{00000000-0000-0000-0000-000000000000}"/>
          </ac:spMkLst>
        </pc:spChg>
      </pc:sldChg>
      <pc:sldChg chg="addSp delSp modSp mod">
        <pc:chgData name="mukul maheshwari" userId="12cb43e2ca5f0d2c" providerId="LiveId" clId="{B96DF823-4504-40FF-B42C-316A6C2A807C}" dt="2025-08-08T05:01:50.782" v="212" actId="403"/>
        <pc:sldMkLst>
          <pc:docMk/>
          <pc:sldMk cId="0" sldId="268"/>
        </pc:sldMkLst>
        <pc:spChg chg="add del mod">
          <ac:chgData name="mukul maheshwari" userId="12cb43e2ca5f0d2c" providerId="LiveId" clId="{B96DF823-4504-40FF-B42C-316A6C2A807C}" dt="2025-08-08T04:59:33.243" v="191" actId="478"/>
          <ac:spMkLst>
            <pc:docMk/>
            <pc:sldMk cId="0" sldId="268"/>
            <ac:spMk id="4" creationId="{CE0667D0-C70F-4C23-C4F0-622B1E646BDC}"/>
          </ac:spMkLst>
        </pc:spChg>
        <pc:graphicFrameChg chg="add mod modGraphic">
          <ac:chgData name="mukul maheshwari" userId="12cb43e2ca5f0d2c" providerId="LiveId" clId="{B96DF823-4504-40FF-B42C-316A6C2A807C}" dt="2025-08-08T05:01:50.782" v="212" actId="403"/>
          <ac:graphicFrameMkLst>
            <pc:docMk/>
            <pc:sldMk cId="0" sldId="268"/>
            <ac:graphicFrameMk id="2" creationId="{4CCB5DB1-8FB5-465C-9E26-BEDB8618B163}"/>
          </ac:graphicFrameMkLst>
        </pc:graphicFrameChg>
        <pc:picChg chg="del">
          <ac:chgData name="mukul maheshwari" userId="12cb43e2ca5f0d2c" providerId="LiveId" clId="{B96DF823-4504-40FF-B42C-316A6C2A807C}" dt="2025-08-08T04:59:29.117" v="190" actId="478"/>
          <ac:picMkLst>
            <pc:docMk/>
            <pc:sldMk cId="0" sldId="268"/>
            <ac:picMk id="6" creationId="{00000000-0000-0000-0000-000000000000}"/>
          </ac:picMkLst>
        </pc:picChg>
      </pc:sldChg>
      <pc:sldChg chg="addSp modSp mod setBg">
        <pc:chgData name="mukul maheshwari" userId="12cb43e2ca5f0d2c" providerId="LiveId" clId="{B96DF823-4504-40FF-B42C-316A6C2A807C}" dt="2025-08-08T05:04:08.774" v="241" actId="404"/>
        <pc:sldMkLst>
          <pc:docMk/>
          <pc:sldMk cId="0" sldId="269"/>
        </pc:sldMkLst>
        <pc:spChg chg="mod">
          <ac:chgData name="mukul maheshwari" userId="12cb43e2ca5f0d2c" providerId="LiveId" clId="{B96DF823-4504-40FF-B42C-316A6C2A807C}" dt="2025-08-08T05:03:24.873" v="223" actId="26606"/>
          <ac:spMkLst>
            <pc:docMk/>
            <pc:sldMk cId="0" sldId="269"/>
            <ac:spMk id="2" creationId="{00000000-0000-0000-0000-000000000000}"/>
          </ac:spMkLst>
        </pc:spChg>
        <pc:spChg chg="mod">
          <ac:chgData name="mukul maheshwari" userId="12cb43e2ca5f0d2c" providerId="LiveId" clId="{B96DF823-4504-40FF-B42C-316A6C2A807C}" dt="2025-08-08T05:04:08.774" v="241" actId="404"/>
          <ac:spMkLst>
            <pc:docMk/>
            <pc:sldMk cId="0" sldId="269"/>
            <ac:spMk id="3" creationId="{00000000-0000-0000-0000-000000000000}"/>
          </ac:spMkLst>
        </pc:spChg>
        <pc:spChg chg="add">
          <ac:chgData name="mukul maheshwari" userId="12cb43e2ca5f0d2c" providerId="LiveId" clId="{B96DF823-4504-40FF-B42C-316A6C2A807C}" dt="2025-08-08T05:03:24.873" v="223" actId="26606"/>
          <ac:spMkLst>
            <pc:docMk/>
            <pc:sldMk cId="0" sldId="269"/>
            <ac:spMk id="10" creationId="{AF6CB648-9554-488A-B457-99CAAD1DA528}"/>
          </ac:spMkLst>
        </pc:spChg>
        <pc:spChg chg="add">
          <ac:chgData name="mukul maheshwari" userId="12cb43e2ca5f0d2c" providerId="LiveId" clId="{B96DF823-4504-40FF-B42C-316A6C2A807C}" dt="2025-08-08T05:03:24.873" v="223" actId="26606"/>
          <ac:spMkLst>
            <pc:docMk/>
            <pc:sldMk cId="0" sldId="269"/>
            <ac:spMk id="12" creationId="{E3ADCBE7-9330-1CDA-00EB-CDD12DB722FF}"/>
          </ac:spMkLst>
        </pc:spChg>
        <pc:picChg chg="add">
          <ac:chgData name="mukul maheshwari" userId="12cb43e2ca5f0d2c" providerId="LiveId" clId="{B96DF823-4504-40FF-B42C-316A6C2A807C}" dt="2025-08-08T05:03:24.873" v="223" actId="26606"/>
          <ac:picMkLst>
            <pc:docMk/>
            <pc:sldMk cId="0" sldId="269"/>
            <ac:picMk id="7" creationId="{C1BDEDAF-9CB1-DF30-7378-309FD53C95BF}"/>
          </ac:picMkLst>
        </pc:picChg>
      </pc:sldChg>
      <pc:sldChg chg="addSp delSp modSp add mod chgLayout">
        <pc:chgData name="mukul maheshwari" userId="12cb43e2ca5f0d2c" providerId="LiveId" clId="{B96DF823-4504-40FF-B42C-316A6C2A807C}" dt="2025-08-08T04:37:07.095" v="62" actId="20577"/>
        <pc:sldMkLst>
          <pc:docMk/>
          <pc:sldMk cId="261699451" sldId="270"/>
        </pc:sldMkLst>
        <pc:spChg chg="add mod ord">
          <ac:chgData name="mukul maheshwari" userId="12cb43e2ca5f0d2c" providerId="LiveId" clId="{B96DF823-4504-40FF-B42C-316A6C2A807C}" dt="2025-08-08T04:37:01.805" v="59" actId="2711"/>
          <ac:spMkLst>
            <pc:docMk/>
            <pc:sldMk cId="261699451" sldId="270"/>
            <ac:spMk id="2" creationId="{B074F30F-A479-008F-30B9-7F1FCA64D0D5}"/>
          </ac:spMkLst>
        </pc:spChg>
        <pc:spChg chg="del mod ord">
          <ac:chgData name="mukul maheshwari" userId="12cb43e2ca5f0d2c" providerId="LiveId" clId="{B96DF823-4504-40FF-B42C-316A6C2A807C}" dt="2025-08-08T04:36:47.569" v="57" actId="26606"/>
          <ac:spMkLst>
            <pc:docMk/>
            <pc:sldMk cId="261699451" sldId="270"/>
            <ac:spMk id="3" creationId="{5CEE626A-ED1E-1CDA-6E28-F364F999DA00}"/>
          </ac:spMkLst>
        </pc:spChg>
        <pc:graphicFrameChg chg="add mod modGraphic">
          <ac:chgData name="mukul maheshwari" userId="12cb43e2ca5f0d2c" providerId="LiveId" clId="{B96DF823-4504-40FF-B42C-316A6C2A807C}" dt="2025-08-08T04:37:07.095" v="62" actId="20577"/>
          <ac:graphicFrameMkLst>
            <pc:docMk/>
            <pc:sldMk cId="261699451" sldId="270"/>
            <ac:graphicFrameMk id="5" creationId="{D81C8A7D-E44B-A4E1-58A3-DF7D58A11E36}"/>
          </ac:graphicFrameMkLst>
        </pc:graphicFrameChg>
      </pc:sldChg>
      <pc:sldChg chg="modSp add mod">
        <pc:chgData name="mukul maheshwari" userId="12cb43e2ca5f0d2c" providerId="LiveId" clId="{B96DF823-4504-40FF-B42C-316A6C2A807C}" dt="2025-08-08T04:50:41.883" v="151" actId="20577"/>
        <pc:sldMkLst>
          <pc:docMk/>
          <pc:sldMk cId="1185899123" sldId="271"/>
        </pc:sldMkLst>
        <pc:spChg chg="mod">
          <ac:chgData name="mukul maheshwari" userId="12cb43e2ca5f0d2c" providerId="LiveId" clId="{B96DF823-4504-40FF-B42C-316A6C2A807C}" dt="2025-08-08T04:50:41.883" v="151" actId="20577"/>
          <ac:spMkLst>
            <pc:docMk/>
            <pc:sldMk cId="1185899123" sldId="271"/>
            <ac:spMk id="3" creationId="{48075CEE-AAD6-7D55-AF47-DECD26C25682}"/>
          </ac:spMkLst>
        </pc:spChg>
      </pc:sldChg>
      <pc:sldChg chg="modSp add mod">
        <pc:chgData name="mukul maheshwari" userId="12cb43e2ca5f0d2c" providerId="LiveId" clId="{B96DF823-4504-40FF-B42C-316A6C2A807C}" dt="2025-08-08T05:02:32.863" v="219" actId="20577"/>
        <pc:sldMkLst>
          <pc:docMk/>
          <pc:sldMk cId="4187190666" sldId="272"/>
        </pc:sldMkLst>
        <pc:graphicFrameChg chg="modGraphic">
          <ac:chgData name="mukul maheshwari" userId="12cb43e2ca5f0d2c" providerId="LiveId" clId="{B96DF823-4504-40FF-B42C-316A6C2A807C}" dt="2025-08-08T05:02:32.863" v="219" actId="20577"/>
          <ac:graphicFrameMkLst>
            <pc:docMk/>
            <pc:sldMk cId="4187190666" sldId="272"/>
            <ac:graphicFrameMk id="2" creationId="{DEC65A36-CCE4-0D17-94ED-2BF1724456EE}"/>
          </ac:graphicFrameMkLst>
        </pc:graphicFrameChg>
      </pc:sldChg>
      <pc:sldChg chg="addSp modSp add mod setBg">
        <pc:chgData name="mukul maheshwari" userId="12cb43e2ca5f0d2c" providerId="LiveId" clId="{B96DF823-4504-40FF-B42C-316A6C2A807C}" dt="2025-08-08T05:03:58.664" v="237" actId="27636"/>
        <pc:sldMkLst>
          <pc:docMk/>
          <pc:sldMk cId="397079042" sldId="273"/>
        </pc:sldMkLst>
        <pc:spChg chg="mod">
          <ac:chgData name="mukul maheshwari" userId="12cb43e2ca5f0d2c" providerId="LiveId" clId="{B96DF823-4504-40FF-B42C-316A6C2A807C}" dt="2025-08-08T05:03:47.509" v="230" actId="26606"/>
          <ac:spMkLst>
            <pc:docMk/>
            <pc:sldMk cId="397079042" sldId="273"/>
            <ac:spMk id="2" creationId="{C5901D5D-606C-83EF-EDB6-A84DD172422E}"/>
          </ac:spMkLst>
        </pc:spChg>
        <pc:spChg chg="mod">
          <ac:chgData name="mukul maheshwari" userId="12cb43e2ca5f0d2c" providerId="LiveId" clId="{B96DF823-4504-40FF-B42C-316A6C2A807C}" dt="2025-08-08T05:03:58.664" v="237" actId="27636"/>
          <ac:spMkLst>
            <pc:docMk/>
            <pc:sldMk cId="397079042" sldId="273"/>
            <ac:spMk id="3" creationId="{6652D146-78E2-558A-DC11-241134A7A74B}"/>
          </ac:spMkLst>
        </pc:spChg>
        <pc:spChg chg="add">
          <ac:chgData name="mukul maheshwari" userId="12cb43e2ca5f0d2c" providerId="LiveId" clId="{B96DF823-4504-40FF-B42C-316A6C2A807C}" dt="2025-08-08T05:03:47.509" v="230" actId="26606"/>
          <ac:spMkLst>
            <pc:docMk/>
            <pc:sldMk cId="397079042" sldId="273"/>
            <ac:spMk id="10" creationId="{AF6CB648-9554-488A-B457-99CAAD1DA528}"/>
          </ac:spMkLst>
        </pc:spChg>
        <pc:spChg chg="add">
          <ac:chgData name="mukul maheshwari" userId="12cb43e2ca5f0d2c" providerId="LiveId" clId="{B96DF823-4504-40FF-B42C-316A6C2A807C}" dt="2025-08-08T05:03:47.509" v="230" actId="26606"/>
          <ac:spMkLst>
            <pc:docMk/>
            <pc:sldMk cId="397079042" sldId="273"/>
            <ac:spMk id="12" creationId="{E3ADCBE7-9330-1CDA-00EB-CDD12DB722FF}"/>
          </ac:spMkLst>
        </pc:spChg>
        <pc:picChg chg="add">
          <ac:chgData name="mukul maheshwari" userId="12cb43e2ca5f0d2c" providerId="LiveId" clId="{B96DF823-4504-40FF-B42C-316A6C2A807C}" dt="2025-08-08T05:03:47.509" v="230" actId="26606"/>
          <ac:picMkLst>
            <pc:docMk/>
            <pc:sldMk cId="397079042" sldId="273"/>
            <ac:picMk id="7" creationId="{D36C304C-1057-B33D-131E-7EA858F71EEF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FA3944-8BB6-4F17-AE7B-474F4114E70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E659ABA-6AC6-40AE-9FB6-56AC975B69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The source are patient , hospital staff and environment.</a:t>
          </a:r>
        </a:p>
      </dgm:t>
    </dgm:pt>
    <dgm:pt modelId="{F0F83143-F25B-4AA2-81D1-4FC3405F4825}" type="parTrans" cxnId="{90EF1388-9E39-4379-82AC-BBE5747F229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21B74E0-8860-4B60-85F3-D02BFA5DF3DF}" type="sibTrans" cxnId="{90EF1388-9E39-4379-82AC-BBE5747F229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B932BD5-6F05-4C42-8466-EF02164A85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PATIENTS: Patient suffering from infectious diseases are potential source of infection.</a:t>
          </a:r>
        </a:p>
      </dgm:t>
    </dgm:pt>
    <dgm:pt modelId="{5BE6DC83-6403-4080-8D76-0AFDD989DB86}" type="parTrans" cxnId="{887A0516-926A-46BE-A759-E234DFC71E7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BBD638-C807-44F1-A76A-241E372D6054}" type="sibTrans" cxnId="{887A0516-926A-46BE-A759-E234DFC71E7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097B9D-4E89-4A38-B077-D9A34F81A1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These cases may be certain V</a:t>
          </a: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iral infection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Skin infections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Respiratory infections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 and </a:t>
          </a: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Urinary tract infections.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1B24306-DADA-4955-B5E4-67FA632E3473}" type="parTrans" cxnId="{E4D61430-3F47-45C0-977A-3598ABAEAF7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CE4EAA-00D2-4C6E-829A-AF1A7C3630CC}" type="sibTrans" cxnId="{E4D61430-3F47-45C0-977A-3598ABAEAF7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340EE8-08D9-484D-8F67-327F6B73FFB7}" type="pres">
      <dgm:prSet presAssocID="{13FA3944-8BB6-4F17-AE7B-474F4114E70B}" presName="root" presStyleCnt="0">
        <dgm:presLayoutVars>
          <dgm:dir/>
          <dgm:resizeHandles val="exact"/>
        </dgm:presLayoutVars>
      </dgm:prSet>
      <dgm:spPr/>
    </dgm:pt>
    <dgm:pt modelId="{0BC0D99D-B050-4B03-AA3B-7EE166F848C2}" type="pres">
      <dgm:prSet presAssocID="{AE659ABA-6AC6-40AE-9FB6-56AC975B6974}" presName="compNode" presStyleCnt="0"/>
      <dgm:spPr/>
    </dgm:pt>
    <dgm:pt modelId="{E26BF588-8F81-4022-9B67-477010324610}" type="pres">
      <dgm:prSet presAssocID="{AE659ABA-6AC6-40AE-9FB6-56AC975B6974}" presName="bgRect" presStyleLbl="bgShp" presStyleIdx="0" presStyleCnt="3"/>
      <dgm:spPr/>
    </dgm:pt>
    <dgm:pt modelId="{11D303D3-2C07-4AAA-86D5-86A530477A18}" type="pres">
      <dgm:prSet presAssocID="{AE659ABA-6AC6-40AE-9FB6-56AC975B697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65875720-6E57-432E-93E3-CDD19F22F2A9}" type="pres">
      <dgm:prSet presAssocID="{AE659ABA-6AC6-40AE-9FB6-56AC975B6974}" presName="spaceRect" presStyleCnt="0"/>
      <dgm:spPr/>
    </dgm:pt>
    <dgm:pt modelId="{87657EB5-1648-49BC-9EE7-639082ADDB9C}" type="pres">
      <dgm:prSet presAssocID="{AE659ABA-6AC6-40AE-9FB6-56AC975B6974}" presName="parTx" presStyleLbl="revTx" presStyleIdx="0" presStyleCnt="3">
        <dgm:presLayoutVars>
          <dgm:chMax val="0"/>
          <dgm:chPref val="0"/>
        </dgm:presLayoutVars>
      </dgm:prSet>
      <dgm:spPr/>
    </dgm:pt>
    <dgm:pt modelId="{5876E3BD-942C-46EA-B3F9-BFFAD20F5AE1}" type="pres">
      <dgm:prSet presAssocID="{121B74E0-8860-4B60-85F3-D02BFA5DF3DF}" presName="sibTrans" presStyleCnt="0"/>
      <dgm:spPr/>
    </dgm:pt>
    <dgm:pt modelId="{414FEC75-8917-444C-9A25-4B689CC3F93A}" type="pres">
      <dgm:prSet presAssocID="{7B932BD5-6F05-4C42-8466-EF02164A8527}" presName="compNode" presStyleCnt="0"/>
      <dgm:spPr/>
    </dgm:pt>
    <dgm:pt modelId="{6E226566-F5CE-45DA-8ED8-D9C2F0E5B08E}" type="pres">
      <dgm:prSet presAssocID="{7B932BD5-6F05-4C42-8466-EF02164A8527}" presName="bgRect" presStyleLbl="bgShp" presStyleIdx="1" presStyleCnt="3"/>
      <dgm:spPr/>
    </dgm:pt>
    <dgm:pt modelId="{09985D61-F608-4E70-8CB1-3A28DC437DFE}" type="pres">
      <dgm:prSet presAssocID="{7B932BD5-6F05-4C42-8466-EF02164A852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71829396-9275-46C5-A212-6C840F3FF76A}" type="pres">
      <dgm:prSet presAssocID="{7B932BD5-6F05-4C42-8466-EF02164A8527}" presName="spaceRect" presStyleCnt="0"/>
      <dgm:spPr/>
    </dgm:pt>
    <dgm:pt modelId="{DB99D778-F0A1-4632-8B28-E02A1D7EAC57}" type="pres">
      <dgm:prSet presAssocID="{7B932BD5-6F05-4C42-8466-EF02164A8527}" presName="parTx" presStyleLbl="revTx" presStyleIdx="1" presStyleCnt="3">
        <dgm:presLayoutVars>
          <dgm:chMax val="0"/>
          <dgm:chPref val="0"/>
        </dgm:presLayoutVars>
      </dgm:prSet>
      <dgm:spPr/>
    </dgm:pt>
    <dgm:pt modelId="{DE9D9145-8E4E-438F-A932-0C42F5080989}" type="pres">
      <dgm:prSet presAssocID="{B1BBD638-C807-44F1-A76A-241E372D6054}" presName="sibTrans" presStyleCnt="0"/>
      <dgm:spPr/>
    </dgm:pt>
    <dgm:pt modelId="{0234E4B4-09D5-43B4-848D-BF3D9918C518}" type="pres">
      <dgm:prSet presAssocID="{60097B9D-4E89-4A38-B077-D9A34F81A1EE}" presName="compNode" presStyleCnt="0"/>
      <dgm:spPr/>
    </dgm:pt>
    <dgm:pt modelId="{5CD73EE0-4578-4D54-B486-4AC872BE42BD}" type="pres">
      <dgm:prSet presAssocID="{60097B9D-4E89-4A38-B077-D9A34F81A1EE}" presName="bgRect" presStyleLbl="bgShp" presStyleIdx="2" presStyleCnt="3"/>
      <dgm:spPr/>
    </dgm:pt>
    <dgm:pt modelId="{0F6EB04F-8F08-43EB-A38C-0D6CFC46D0D7}" type="pres">
      <dgm:prSet presAssocID="{60097B9D-4E89-4A38-B077-D9A34F81A1E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mach"/>
        </a:ext>
      </dgm:extLst>
    </dgm:pt>
    <dgm:pt modelId="{B2C02A40-B675-468B-99CF-8E381984861C}" type="pres">
      <dgm:prSet presAssocID="{60097B9D-4E89-4A38-B077-D9A34F81A1EE}" presName="spaceRect" presStyleCnt="0"/>
      <dgm:spPr/>
    </dgm:pt>
    <dgm:pt modelId="{867A85E9-10EA-4B44-AA75-4718CC33D5A7}" type="pres">
      <dgm:prSet presAssocID="{60097B9D-4E89-4A38-B077-D9A34F81A1E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87A0516-926A-46BE-A759-E234DFC71E75}" srcId="{13FA3944-8BB6-4F17-AE7B-474F4114E70B}" destId="{7B932BD5-6F05-4C42-8466-EF02164A8527}" srcOrd="1" destOrd="0" parTransId="{5BE6DC83-6403-4080-8D76-0AFDD989DB86}" sibTransId="{B1BBD638-C807-44F1-A76A-241E372D6054}"/>
    <dgm:cxn modelId="{382DA222-3FDF-43E8-A308-68C1D7F9F1AC}" type="presOf" srcId="{AE659ABA-6AC6-40AE-9FB6-56AC975B6974}" destId="{87657EB5-1648-49BC-9EE7-639082ADDB9C}" srcOrd="0" destOrd="0" presId="urn:microsoft.com/office/officeart/2018/2/layout/IconVerticalSolidList"/>
    <dgm:cxn modelId="{E4D61430-3F47-45C0-977A-3598ABAEAF70}" srcId="{13FA3944-8BB6-4F17-AE7B-474F4114E70B}" destId="{60097B9D-4E89-4A38-B077-D9A34F81A1EE}" srcOrd="2" destOrd="0" parTransId="{31B24306-DADA-4955-B5E4-67FA632E3473}" sibTransId="{91CE4EAA-00D2-4C6E-829A-AF1A7C3630CC}"/>
    <dgm:cxn modelId="{61F9D232-6A4A-4BF8-B48E-A038EC0BEDE8}" type="presOf" srcId="{7B932BD5-6F05-4C42-8466-EF02164A8527}" destId="{DB99D778-F0A1-4632-8B28-E02A1D7EAC57}" srcOrd="0" destOrd="0" presId="urn:microsoft.com/office/officeart/2018/2/layout/IconVerticalSolidList"/>
    <dgm:cxn modelId="{23C3A960-712D-4815-BB08-BEE85D9ED787}" type="presOf" srcId="{60097B9D-4E89-4A38-B077-D9A34F81A1EE}" destId="{867A85E9-10EA-4B44-AA75-4718CC33D5A7}" srcOrd="0" destOrd="0" presId="urn:microsoft.com/office/officeart/2018/2/layout/IconVerticalSolidList"/>
    <dgm:cxn modelId="{90EF1388-9E39-4379-82AC-BBE5747F229E}" srcId="{13FA3944-8BB6-4F17-AE7B-474F4114E70B}" destId="{AE659ABA-6AC6-40AE-9FB6-56AC975B6974}" srcOrd="0" destOrd="0" parTransId="{F0F83143-F25B-4AA2-81D1-4FC3405F4825}" sibTransId="{121B74E0-8860-4B60-85F3-D02BFA5DF3DF}"/>
    <dgm:cxn modelId="{3DF92CB3-19B9-4499-9FD1-548B680DE225}" type="presOf" srcId="{13FA3944-8BB6-4F17-AE7B-474F4114E70B}" destId="{AA340EE8-08D9-484D-8F67-327F6B73FFB7}" srcOrd="0" destOrd="0" presId="urn:microsoft.com/office/officeart/2018/2/layout/IconVerticalSolidList"/>
    <dgm:cxn modelId="{7A2C7A7B-F9E0-4E64-801E-3A3CC1AA48B9}" type="presParOf" srcId="{AA340EE8-08D9-484D-8F67-327F6B73FFB7}" destId="{0BC0D99D-B050-4B03-AA3B-7EE166F848C2}" srcOrd="0" destOrd="0" presId="urn:microsoft.com/office/officeart/2018/2/layout/IconVerticalSolidList"/>
    <dgm:cxn modelId="{C18EF1BF-1C80-4E0B-ABFC-819CF16A7870}" type="presParOf" srcId="{0BC0D99D-B050-4B03-AA3B-7EE166F848C2}" destId="{E26BF588-8F81-4022-9B67-477010324610}" srcOrd="0" destOrd="0" presId="urn:microsoft.com/office/officeart/2018/2/layout/IconVerticalSolidList"/>
    <dgm:cxn modelId="{A8F510A3-AC94-4EAE-993F-D65510F6221F}" type="presParOf" srcId="{0BC0D99D-B050-4B03-AA3B-7EE166F848C2}" destId="{11D303D3-2C07-4AAA-86D5-86A530477A18}" srcOrd="1" destOrd="0" presId="urn:microsoft.com/office/officeart/2018/2/layout/IconVerticalSolidList"/>
    <dgm:cxn modelId="{6FD7AB82-F55F-4D9B-8911-48CC8029647D}" type="presParOf" srcId="{0BC0D99D-B050-4B03-AA3B-7EE166F848C2}" destId="{65875720-6E57-432E-93E3-CDD19F22F2A9}" srcOrd="2" destOrd="0" presId="urn:microsoft.com/office/officeart/2018/2/layout/IconVerticalSolidList"/>
    <dgm:cxn modelId="{0ECBBFCD-5675-47D4-BC17-E7419E879328}" type="presParOf" srcId="{0BC0D99D-B050-4B03-AA3B-7EE166F848C2}" destId="{87657EB5-1648-49BC-9EE7-639082ADDB9C}" srcOrd="3" destOrd="0" presId="urn:microsoft.com/office/officeart/2018/2/layout/IconVerticalSolidList"/>
    <dgm:cxn modelId="{D14028DF-F542-4818-AB31-30D2759391AE}" type="presParOf" srcId="{AA340EE8-08D9-484D-8F67-327F6B73FFB7}" destId="{5876E3BD-942C-46EA-B3F9-BFFAD20F5AE1}" srcOrd="1" destOrd="0" presId="urn:microsoft.com/office/officeart/2018/2/layout/IconVerticalSolidList"/>
    <dgm:cxn modelId="{BE893B31-CCCE-439B-B544-843F2A92249A}" type="presParOf" srcId="{AA340EE8-08D9-484D-8F67-327F6B73FFB7}" destId="{414FEC75-8917-444C-9A25-4B689CC3F93A}" srcOrd="2" destOrd="0" presId="urn:microsoft.com/office/officeart/2018/2/layout/IconVerticalSolidList"/>
    <dgm:cxn modelId="{DB94A2C3-43D1-4D9E-B82D-D1E33C2E7AC6}" type="presParOf" srcId="{414FEC75-8917-444C-9A25-4B689CC3F93A}" destId="{6E226566-F5CE-45DA-8ED8-D9C2F0E5B08E}" srcOrd="0" destOrd="0" presId="urn:microsoft.com/office/officeart/2018/2/layout/IconVerticalSolidList"/>
    <dgm:cxn modelId="{834631D4-8D9F-4430-9AC5-8EFD29B6371F}" type="presParOf" srcId="{414FEC75-8917-444C-9A25-4B689CC3F93A}" destId="{09985D61-F608-4E70-8CB1-3A28DC437DFE}" srcOrd="1" destOrd="0" presId="urn:microsoft.com/office/officeart/2018/2/layout/IconVerticalSolidList"/>
    <dgm:cxn modelId="{7C7E96AF-1549-4492-98CB-4956B4114BF7}" type="presParOf" srcId="{414FEC75-8917-444C-9A25-4B689CC3F93A}" destId="{71829396-9275-46C5-A212-6C840F3FF76A}" srcOrd="2" destOrd="0" presId="urn:microsoft.com/office/officeart/2018/2/layout/IconVerticalSolidList"/>
    <dgm:cxn modelId="{08D20096-BD0F-4DD0-A36F-D237F14289B0}" type="presParOf" srcId="{414FEC75-8917-444C-9A25-4B689CC3F93A}" destId="{DB99D778-F0A1-4632-8B28-E02A1D7EAC57}" srcOrd="3" destOrd="0" presId="urn:microsoft.com/office/officeart/2018/2/layout/IconVerticalSolidList"/>
    <dgm:cxn modelId="{51181535-30D7-4EE4-B81C-88FF59D0F812}" type="presParOf" srcId="{AA340EE8-08D9-484D-8F67-327F6B73FFB7}" destId="{DE9D9145-8E4E-438F-A932-0C42F5080989}" srcOrd="3" destOrd="0" presId="urn:microsoft.com/office/officeart/2018/2/layout/IconVerticalSolidList"/>
    <dgm:cxn modelId="{554D4E22-531D-473E-9DD3-6719EDDE7BE1}" type="presParOf" srcId="{AA340EE8-08D9-484D-8F67-327F6B73FFB7}" destId="{0234E4B4-09D5-43B4-848D-BF3D9918C518}" srcOrd="4" destOrd="0" presId="urn:microsoft.com/office/officeart/2018/2/layout/IconVerticalSolidList"/>
    <dgm:cxn modelId="{57322368-BC87-49AD-927B-99FEB342357B}" type="presParOf" srcId="{0234E4B4-09D5-43B4-848D-BF3D9918C518}" destId="{5CD73EE0-4578-4D54-B486-4AC872BE42BD}" srcOrd="0" destOrd="0" presId="urn:microsoft.com/office/officeart/2018/2/layout/IconVerticalSolidList"/>
    <dgm:cxn modelId="{19423F12-FA01-426B-87AD-3C5CB4755B69}" type="presParOf" srcId="{0234E4B4-09D5-43B4-848D-BF3D9918C518}" destId="{0F6EB04F-8F08-43EB-A38C-0D6CFC46D0D7}" srcOrd="1" destOrd="0" presId="urn:microsoft.com/office/officeart/2018/2/layout/IconVerticalSolidList"/>
    <dgm:cxn modelId="{87760BAD-986B-4C2B-8191-60CEC2E12D87}" type="presParOf" srcId="{0234E4B4-09D5-43B4-848D-BF3D9918C518}" destId="{B2C02A40-B675-468B-99CF-8E381984861C}" srcOrd="2" destOrd="0" presId="urn:microsoft.com/office/officeart/2018/2/layout/IconVerticalSolidList"/>
    <dgm:cxn modelId="{1BD6213B-DE1A-4D71-955B-4EB9B56F7936}" type="presParOf" srcId="{0234E4B4-09D5-43B4-848D-BF3D9918C518}" destId="{867A85E9-10EA-4B44-AA75-4718CC33D5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6BF588-8F81-4022-9B67-477010324610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D303D3-2C07-4AAA-86D5-86A530477A18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57EB5-1648-49BC-9EE7-639082ADDB9C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The source are patient , hospital staff and environment.</a:t>
          </a:r>
        </a:p>
      </dsp:txBody>
      <dsp:txXfrm>
        <a:off x="1435590" y="531"/>
        <a:ext cx="9080009" cy="1242935"/>
      </dsp:txXfrm>
    </dsp:sp>
    <dsp:sp modelId="{6E226566-F5CE-45DA-8ED8-D9C2F0E5B08E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985D61-F608-4E70-8CB1-3A28DC437DFE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99D778-F0A1-4632-8B28-E02A1D7EAC57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PATIENTS: Patient suffering from infectious diseases are potential source of infection.</a:t>
          </a:r>
        </a:p>
      </dsp:txBody>
      <dsp:txXfrm>
        <a:off x="1435590" y="1554201"/>
        <a:ext cx="9080009" cy="1242935"/>
      </dsp:txXfrm>
    </dsp:sp>
    <dsp:sp modelId="{5CD73EE0-4578-4D54-B486-4AC872BE42BD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6EB04F-8F08-43EB-A38C-0D6CFC46D0D7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7A85E9-10EA-4B44-AA75-4718CC33D5A7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These cases may be certain V</a:t>
          </a:r>
          <a:r>
            <a:rPr lang="en-US" sz="25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iral infection</a:t>
          </a:r>
          <a:r>
            <a:rPr lang="en-US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25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Skin infections</a:t>
          </a:r>
          <a:r>
            <a:rPr lang="en-US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25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Respiratory infections</a:t>
          </a:r>
          <a:r>
            <a:rPr lang="en-US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 and </a:t>
          </a:r>
          <a:r>
            <a:rPr lang="en-US" sz="25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Urinary tract infections.</a:t>
          </a:r>
          <a:endParaRPr lang="en-US" sz="2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Open doors">
            <a:extLst>
              <a:ext uri="{FF2B5EF4-FFF2-40B4-BE49-F238E27FC236}">
                <a16:creationId xmlns:a16="http://schemas.microsoft.com/office/drawing/2014/main" id="{4DFF44A8-BF36-3A84-7BFB-737180D6FD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u="sng">
                <a:solidFill>
                  <a:srgbClr val="FFFFFF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Hospital Acquired Infections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75" y="365125"/>
            <a:ext cx="11261725" cy="1325880"/>
          </a:xfrm>
        </p:spPr>
        <p:txBody>
          <a:bodyPr/>
          <a:lstStyle/>
          <a:p>
            <a:r>
              <a:rPr lang="en-US" sz="4000" dirty="0">
                <a:latin typeface="Times New Roman Regular" panose="02020503050405090304" charset="0"/>
                <a:cs typeface="Times New Roman Regular" panose="02020503050405090304" charset="0"/>
              </a:rP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075" y="1691005"/>
            <a:ext cx="11261725" cy="4793615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>
              <a:buFont typeface="Wingdings" panose="05000000000000000000" charset="0"/>
              <a:buChar char=""/>
            </a:pPr>
            <a:r>
              <a:rPr lang="en-US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Regular" panose="02020503050405090304" charset="0"/>
                <a:cs typeface="Times New Roman Regular" panose="02020503050405090304" charset="0"/>
              </a:rPr>
              <a:t>Hospital-acquired infections (HAIs) — also known as nosocomial infections —</a:t>
            </a:r>
          </a:p>
          <a:p>
            <a:pPr lvl="1">
              <a:buFont typeface="Wingdings" panose="05000000000000000000" charset="0"/>
              <a:buChar char=""/>
            </a:pPr>
            <a:r>
              <a:rPr lang="en-US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Regular" panose="02020503050405090304" charset="0"/>
                <a:cs typeface="Times New Roman Regular" panose="02020503050405090304" charset="0"/>
              </a:rPr>
              <a:t>Infections that patients acquire while receiving treatment for other conditions in a healthcare setting, such as a hospital, clinic, or long-term care facility after 48 hours of admission.</a:t>
            </a:r>
          </a:p>
          <a:p>
            <a:pPr>
              <a:buFont typeface="Wingdings" panose="05000000000000000000" charset="0"/>
              <a:buChar char=""/>
            </a:pPr>
            <a:endParaRPr lang="en-US" altLang="en-US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buFont typeface="Wingdings" panose="05000000000000000000" charset="0"/>
              <a:buChar char=""/>
            </a:pPr>
            <a:r>
              <a:rPr lang="en-US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Regular" panose="02020503050405090304" charset="0"/>
                <a:cs typeface="Times New Roman Regular" panose="02020503050405090304" charset="0"/>
              </a:rPr>
              <a:t>Not present or incubating at the time of admission.</a:t>
            </a:r>
          </a:p>
          <a:p>
            <a:pPr lvl="1">
              <a:buFont typeface="Wingdings" panose="05000000000000000000" charset="0"/>
              <a:buChar char=""/>
            </a:pPr>
            <a:endParaRPr lang="en-US" altLang="en-US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buFont typeface="Wingdings" panose="05000000000000000000" charset="0"/>
              <a:buChar char=""/>
            </a:pPr>
            <a:r>
              <a:rPr lang="en-US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Regular" panose="02020503050405090304" charset="0"/>
                <a:cs typeface="Times New Roman Regular" panose="02020503050405090304" charset="0"/>
              </a:rPr>
              <a:t>Can also affect healthcare workers.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761802" y="346509"/>
            <a:ext cx="4864875" cy="5825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Nosocomial infections may also be considered either epidemic or endemic. 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Endemic infections are most common.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Epidemic infections occurs during outbreaks, defined as an increase above the baseline of a specific infection or infective organism.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4D1389D-43EA-4E26-BBF6-045E492E5B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6340637"/>
              </p:ext>
            </p:extLst>
          </p:nvPr>
        </p:nvGraphicFramePr>
        <p:xfrm>
          <a:off x="5544152" y="240632"/>
          <a:ext cx="6121667" cy="6005382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689585">
                  <a:extLst>
                    <a:ext uri="{9D8B030D-6E8A-4147-A177-3AD203B41FA5}">
                      <a16:colId xmlns:a16="http://schemas.microsoft.com/office/drawing/2014/main" val="150483582"/>
                    </a:ext>
                  </a:extLst>
                </a:gridCol>
                <a:gridCol w="4432082">
                  <a:extLst>
                    <a:ext uri="{9D8B030D-6E8A-4147-A177-3AD203B41FA5}">
                      <a16:colId xmlns:a16="http://schemas.microsoft.com/office/drawing/2014/main" val="731412155"/>
                    </a:ext>
                  </a:extLst>
                </a:gridCol>
              </a:tblGrid>
              <a:tr h="644892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nosocomial infection</a:t>
                      </a:r>
                    </a:p>
                  </a:txBody>
                  <a:tcPr marL="62440" marR="62440" marT="31220" marB="3122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Simplified criteria</a:t>
                      </a:r>
                    </a:p>
                  </a:txBody>
                  <a:tcPr marL="62440" marR="62440" marT="31220" marB="31220"/>
                </a:tc>
                <a:extLst>
                  <a:ext uri="{0D108BD9-81ED-4DB2-BD59-A6C34878D82A}">
                    <a16:rowId xmlns:a16="http://schemas.microsoft.com/office/drawing/2014/main" val="648694636"/>
                  </a:ext>
                </a:extLst>
              </a:tr>
              <a:tr h="111639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Surgical site infection</a:t>
                      </a:r>
                    </a:p>
                  </a:txBody>
                  <a:tcPr marL="62440" marR="62440" marT="31220" marB="3122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Any </a:t>
                      </a:r>
                      <a:r>
                        <a:rPr lang="en-US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purulent discharge, abscess, or spreading cellulitis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 the surgical site during the month after the operation.</a:t>
                      </a:r>
                    </a:p>
                  </a:txBody>
                  <a:tcPr marL="62440" marR="62440" marT="31220" marB="31220" anchor="ctr"/>
                </a:tc>
                <a:extLst>
                  <a:ext uri="{0D108BD9-81ED-4DB2-BD59-A6C34878D82A}">
                    <a16:rowId xmlns:a16="http://schemas.microsoft.com/office/drawing/2014/main" val="2057012116"/>
                  </a:ext>
                </a:extLst>
              </a:tr>
              <a:tr h="794357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Urinary infection</a:t>
                      </a:r>
                    </a:p>
                  </a:txBody>
                  <a:tcPr marL="62440" marR="62440" marT="31220" marB="3122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Positive urine culture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 or 2 species) with at least 10^5 bacteria/ml, with or without clinical symptoms.</a:t>
                      </a:r>
                    </a:p>
                  </a:txBody>
                  <a:tcPr marL="62440" marR="62440" marT="31220" marB="31220" anchor="ctr"/>
                </a:tc>
                <a:extLst>
                  <a:ext uri="{0D108BD9-81ED-4DB2-BD59-A6C34878D82A}">
                    <a16:rowId xmlns:a16="http://schemas.microsoft.com/office/drawing/2014/main" val="1657871765"/>
                  </a:ext>
                </a:extLst>
              </a:tr>
              <a:tr h="143843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Respiratory infection</a:t>
                      </a:r>
                    </a:p>
                  </a:txBody>
                  <a:tcPr marL="62440" marR="62440" marT="31220" marB="3122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Respiratory symptoms with at least two of the following signs appearing during hospitalization: </a:t>
                      </a:r>
                      <a:r>
                        <a:rPr lang="en-US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cough; purulent sputum; new infiltrate on chest radiograph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consistent with infection.</a:t>
                      </a:r>
                    </a:p>
                  </a:txBody>
                  <a:tcPr marL="62440" marR="62440" marT="31220" marB="31220" anchor="ctr"/>
                </a:tc>
                <a:extLst>
                  <a:ext uri="{0D108BD9-81ED-4DB2-BD59-A6C34878D82A}">
                    <a16:rowId xmlns:a16="http://schemas.microsoft.com/office/drawing/2014/main" val="2692687232"/>
                  </a:ext>
                </a:extLst>
              </a:tr>
              <a:tr h="794357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Vascular catheter infection</a:t>
                      </a:r>
                    </a:p>
                  </a:txBody>
                  <a:tcPr marL="62440" marR="62440" marT="31220" marB="3122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Inflammation, lymphangitis or purulent discharge at the insertion site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 the catheter.</a:t>
                      </a:r>
                    </a:p>
                  </a:txBody>
                  <a:tcPr marL="62440" marR="62440" marT="31220" marB="31220" anchor="ctr"/>
                </a:tc>
                <a:extLst>
                  <a:ext uri="{0D108BD9-81ED-4DB2-BD59-A6C34878D82A}">
                    <a16:rowId xmlns:a16="http://schemas.microsoft.com/office/drawing/2014/main" val="1807937658"/>
                  </a:ext>
                </a:extLst>
              </a:tr>
              <a:tr h="794357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Septicaemia</a:t>
                      </a:r>
                    </a:p>
                  </a:txBody>
                  <a:tcPr marL="62440" marR="62440" marT="31220" marB="3122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Fever or rigors and at least one positive blood culture.</a:t>
                      </a:r>
                    </a:p>
                  </a:txBody>
                  <a:tcPr marL="62440" marR="62440" marT="31220" marB="31220" anchor="ctr"/>
                </a:tc>
                <a:extLst>
                  <a:ext uri="{0D108BD9-81ED-4DB2-BD59-A6C34878D82A}">
                    <a16:rowId xmlns:a16="http://schemas.microsoft.com/office/drawing/2014/main" val="32906478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est tubes with samples on a test tube rack">
            <a:extLst>
              <a:ext uri="{FF2B5EF4-FFF2-40B4-BE49-F238E27FC236}">
                <a16:creationId xmlns:a16="http://schemas.microsoft.com/office/drawing/2014/main" id="{64F2E5E1-6F0D-F758-A0A5-BEA6F4A020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4" r="-1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1176" y="385011"/>
            <a:ext cx="4962624" cy="57919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Times New Roman Regular" panose="02020503050405090304" charset="0"/>
                <a:cs typeface="Times New Roman Regular" panose="02020503050405090304" charset="0"/>
              </a:rPr>
              <a:t>Hospital acquired infections may be considered from 3 angles</a:t>
            </a:r>
          </a:p>
          <a:p>
            <a:pPr marL="0" indent="0">
              <a:buNone/>
            </a:pPr>
            <a:endParaRPr lang="en-US" sz="4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>
                <a:latin typeface="Times New Roman Regular" panose="02020503050405090304" charset="0"/>
                <a:cs typeface="Times New Roman Regular" panose="02020503050405090304" charset="0"/>
              </a:rPr>
              <a:t>Source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>
                <a:latin typeface="Times New Roman Regular" panose="02020503050405090304" charset="0"/>
                <a:cs typeface="Times New Roman Regular" panose="02020503050405090304" charset="0"/>
              </a:rPr>
              <a:t>Route of spread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>
                <a:latin typeface="Times New Roman Regular" panose="02020503050405090304" charset="0"/>
                <a:cs typeface="Times New Roman Regular" panose="02020503050405090304" charset="0"/>
              </a:rPr>
              <a:t>Recipient</a:t>
            </a:r>
          </a:p>
          <a:p>
            <a:pPr marL="514350" indent="-514350">
              <a:buFont typeface="+mj-lt"/>
              <a:buAutoNum type="arabicPeriod"/>
            </a:pPr>
            <a:endParaRPr lang="en-US" sz="4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Font typeface="+mj-lt"/>
              <a:buNone/>
            </a:pPr>
            <a:endParaRPr lang="en-US" sz="40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3245D-2877-E25D-BE55-A58139E48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4F30F-A479-008F-30B9-7F1FCA64D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1C8A7D-E44B-A4E1-58A3-DF7D58A11E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788043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699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35"/>
            <a:ext cx="12192635" cy="6565265"/>
          </a:xfrm>
        </p:spPr>
        <p:txBody>
          <a:bodyPr/>
          <a:lstStyle/>
          <a:p>
            <a:pPr marL="0" indent="0">
              <a:buFont typeface="Wingdings" panose="05000000000000000000" charset="0"/>
              <a:buNone/>
            </a:pPr>
            <a:endParaRPr lang="en-US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dirty="0">
                <a:latin typeface="Times New Roman" panose="02020503050405090304" charset="0"/>
                <a:cs typeface="Times New Roman" panose="02020503050405090304" charset="0"/>
              </a:rPr>
              <a:t>B)</a:t>
            </a:r>
            <a:r>
              <a:rPr lang="en-US" b="1" dirty="0">
                <a:latin typeface="Times New Roman Bold" panose="02020503050405090304" charset="0"/>
                <a:cs typeface="Times New Roman Bold" panose="02020503050405090304" charset="0"/>
              </a:rPr>
              <a:t> STAFF:</a:t>
            </a:r>
            <a:r>
              <a:rPr lang="en-US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</a:p>
          <a:p>
            <a:pPr>
              <a:buFont typeface="Wingdings" panose="05000000000000000000" charset="0"/>
              <a:buChar char=""/>
            </a:pPr>
            <a:r>
              <a:rPr lang="en-US" dirty="0">
                <a:latin typeface="Times New Roman Regular" panose="02020503050405090304" charset="0"/>
                <a:cs typeface="Times New Roman Regular" panose="02020503050405090304" charset="0"/>
              </a:rPr>
              <a:t>The hospital staff who come in close contact with patients may often be an important source of cross infection.</a:t>
            </a:r>
          </a:p>
          <a:p>
            <a:pPr>
              <a:buFont typeface="Wingdings" panose="05000000000000000000" charset="0"/>
              <a:buChar char=""/>
            </a:pPr>
            <a:endParaRPr lang="en-US" i="1" dirty="0">
              <a:latin typeface="Times New Roman Italic" panose="02020503050405090304" charset="0"/>
              <a:cs typeface="Times New Roman Italic" panose="02020503050405090304" charset="0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i="1" dirty="0">
                <a:latin typeface="Times New Roman Italic" panose="02020503050405090304" charset="0"/>
                <a:cs typeface="Times New Roman Italic" panose="02020503050405090304" charset="0"/>
              </a:rPr>
              <a:t>Staphylococcus aureus</a:t>
            </a:r>
            <a:r>
              <a:rPr lang="en-US" dirty="0">
                <a:latin typeface="Times New Roman Regular" panose="02020503050405090304" charset="0"/>
                <a:cs typeface="Times New Roman Regular" panose="02020503050405090304" charset="0"/>
              </a:rPr>
              <a:t> is commonly carried in the nose or on the skin.</a:t>
            </a:r>
          </a:p>
          <a:p>
            <a:pPr>
              <a:buFont typeface="Wingdings" panose="05000000000000000000" charset="0"/>
              <a:buChar char=""/>
            </a:pPr>
            <a:endParaRPr lang="en-US" i="1" dirty="0">
              <a:latin typeface="Times New Roman Italic" panose="02020503050405090304" charset="0"/>
              <a:cs typeface="Times New Roman Italic" panose="02020503050405090304" charset="0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i="1" dirty="0" err="1">
                <a:latin typeface="Times New Roman Italic" panose="02020503050405090304" charset="0"/>
                <a:cs typeface="Times New Roman Italic" panose="02020503050405090304" charset="0"/>
              </a:rPr>
              <a:t>Haemolytic</a:t>
            </a:r>
            <a:r>
              <a:rPr lang="en-US" i="1" dirty="0">
                <a:latin typeface="Times New Roman Italic" panose="02020503050405090304" charset="0"/>
                <a:cs typeface="Times New Roman Italic" panose="02020503050405090304" charset="0"/>
              </a:rPr>
              <a:t> streptococci</a:t>
            </a:r>
            <a:r>
              <a:rPr lang="en-US" dirty="0">
                <a:latin typeface="Times New Roman Regular" panose="02020503050405090304" charset="0"/>
                <a:cs typeface="Times New Roman Regular" panose="02020503050405090304" charset="0"/>
              </a:rPr>
              <a:t> may be </a:t>
            </a:r>
            <a:r>
              <a:rPr lang="en-US" dirty="0" err="1">
                <a:latin typeface="Times New Roman Regular" panose="02020503050405090304" charset="0"/>
                <a:cs typeface="Times New Roman Regular" panose="02020503050405090304" charset="0"/>
              </a:rPr>
              <a:t>carreied</a:t>
            </a:r>
            <a:r>
              <a:rPr lang="en-US" dirty="0">
                <a:latin typeface="Times New Roman Regular" panose="02020503050405090304" charset="0"/>
                <a:cs typeface="Times New Roman Regular" panose="02020503050405090304" charset="0"/>
              </a:rPr>
              <a:t> in the throat and </a:t>
            </a:r>
            <a:r>
              <a:rPr lang="en-US" i="1" dirty="0">
                <a:latin typeface="Times New Roman Italic" panose="02020503050405090304" charset="0"/>
                <a:cs typeface="Times New Roman Italic" panose="02020503050405090304" charset="0"/>
              </a:rPr>
              <a:t>Salmonella</a:t>
            </a:r>
            <a:r>
              <a:rPr lang="en-US" dirty="0">
                <a:latin typeface="Times New Roman Regular" panose="02020503050405090304" charset="0"/>
                <a:cs typeface="Times New Roman Regular" panose="02020503050405090304" charset="0"/>
              </a:rPr>
              <a:t> in the gut.</a:t>
            </a:r>
          </a:p>
          <a:p>
            <a:pPr>
              <a:buFont typeface="Wingdings" panose="05000000000000000000" charset="0"/>
              <a:buChar char=""/>
            </a:pPr>
            <a:endParaRPr lang="en-US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dirty="0">
                <a:latin typeface="Times New Roman Regular" panose="02020503050405090304" charset="0"/>
                <a:cs typeface="Times New Roman Regular" panose="02020503050405090304" charset="0"/>
              </a:rPr>
              <a:t>C) </a:t>
            </a:r>
            <a:r>
              <a:rPr lang="en-US" b="1" dirty="0">
                <a:latin typeface="Times New Roman Bold" panose="02020503050405090304" charset="0"/>
                <a:cs typeface="Times New Roman Bold" panose="02020503050405090304" charset="0"/>
              </a:rPr>
              <a:t>ENVIRONMENT: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US" dirty="0">
                <a:latin typeface="Times New Roman Regular" panose="02020503050405090304" charset="0"/>
                <a:cs typeface="Times New Roman Regular" panose="02020503050405090304" charset="0"/>
              </a:rPr>
              <a:t>The hospital environment is laden with microorganisms, and thus is an important source of infection.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6CF2A2B-0745-440C-9224-C5C6A0A42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BE6D6B-84C9-4D2B-97EB-773B7369E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Hand spraying sanitizer">
            <a:extLst>
              <a:ext uri="{FF2B5EF4-FFF2-40B4-BE49-F238E27FC236}">
                <a16:creationId xmlns:a16="http://schemas.microsoft.com/office/drawing/2014/main" id="{030CAA66-8912-95F7-B862-7D5AB6EA3EA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4579" b="1152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8181" y="728906"/>
            <a:ext cx="9792471" cy="205703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Routes of spread: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389" y="2242687"/>
            <a:ext cx="10461263" cy="4321742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lphaLcParenR"/>
            </a:pPr>
            <a:r>
              <a:rPr lang="en-US" sz="2400" dirty="0">
                <a:solidFill>
                  <a:srgbClr val="FFFFFF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Direct contact, </a:t>
            </a:r>
            <a:r>
              <a:rPr lang="en-US" sz="2400" dirty="0" err="1">
                <a:solidFill>
                  <a:srgbClr val="FFFFFF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i.e</a:t>
            </a:r>
            <a:r>
              <a:rPr lang="en-US" sz="2400" dirty="0">
                <a:solidFill>
                  <a:srgbClr val="FFFFFF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the organism may be directly </a:t>
            </a:r>
            <a:r>
              <a:rPr lang="en-US" sz="2400" dirty="0" err="1">
                <a:solidFill>
                  <a:srgbClr val="FFFFFF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transfered</a:t>
            </a:r>
            <a:r>
              <a:rPr lang="en-US" sz="2400" dirty="0">
                <a:solidFill>
                  <a:srgbClr val="FFFFFF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from hands of a doctor or a nurse to a susceptible patient.</a:t>
            </a:r>
          </a:p>
          <a:p>
            <a:pPr marL="457200" indent="-457200">
              <a:buFont typeface="+mj-lt"/>
              <a:buAutoNum type="alphaLcParenR"/>
            </a:pPr>
            <a:endParaRPr lang="en-US" sz="2400" dirty="0">
              <a:solidFill>
                <a:srgbClr val="FFFFFF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US" sz="2400" dirty="0">
                <a:solidFill>
                  <a:srgbClr val="FFFFFF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Droplet infection, </a:t>
            </a:r>
            <a:r>
              <a:rPr lang="en-US" sz="2400" dirty="0" err="1">
                <a:solidFill>
                  <a:srgbClr val="FFFFFF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eg.</a:t>
            </a:r>
            <a:r>
              <a:rPr lang="en-US" sz="2400" dirty="0">
                <a:solidFill>
                  <a:srgbClr val="FFFFFF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droplet released from nose and throat through coughing or sneezing.</a:t>
            </a:r>
          </a:p>
          <a:p>
            <a:pPr marL="457200" indent="-457200">
              <a:buFont typeface="+mj-lt"/>
              <a:buAutoNum type="alphaLcParenR"/>
            </a:pPr>
            <a:endParaRPr lang="en-US" sz="2400" dirty="0">
              <a:solidFill>
                <a:srgbClr val="FFFFFF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US" sz="2400" dirty="0">
                <a:solidFill>
                  <a:srgbClr val="FFFFFF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Air-borne particles</a:t>
            </a:r>
          </a:p>
          <a:p>
            <a:pPr marL="457200" indent="-457200">
              <a:buFont typeface="+mj-lt"/>
              <a:buAutoNum type="alphaLcParenR"/>
            </a:pPr>
            <a:endParaRPr lang="en-US" sz="2400" dirty="0">
              <a:solidFill>
                <a:srgbClr val="FFFFFF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US" sz="2400" dirty="0">
                <a:solidFill>
                  <a:srgbClr val="FFFFFF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Release of hospital dust into the air</a:t>
            </a:r>
          </a:p>
          <a:p>
            <a:pPr marL="457200" indent="-457200">
              <a:buFont typeface="+mj-lt"/>
              <a:buAutoNum type="alphaLcParenR"/>
            </a:pPr>
            <a:endParaRPr lang="en-US" sz="2400" dirty="0">
              <a:solidFill>
                <a:srgbClr val="FFFFFF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US" sz="2400" dirty="0">
                <a:solidFill>
                  <a:srgbClr val="FFFFFF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Through various hospitals procedures, viz, catheterization, intravenous procedures, infected cat gut, dressings, sputum cups, bed pans, urinals etc.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192505" y="1093470"/>
            <a:ext cx="11232682" cy="561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dirty="0">
                <a:latin typeface="Times New Roman Regular" panose="02020503050405090304" charset="0"/>
                <a:cs typeface="Times New Roman Regular" panose="02020503050405090304" charset="0"/>
              </a:rPr>
              <a:t>The four most common nosocomial infections are: </a:t>
            </a:r>
          </a:p>
          <a:p>
            <a:endParaRPr lang="en-US" altLang="en-US" sz="24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 Regular" panose="02020503050405090304" charset="0"/>
                <a:cs typeface="Times New Roman Regular" panose="02020503050405090304" charset="0"/>
              </a:rPr>
              <a:t>Urinary tract infections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 Regular" panose="02020503050405090304" charset="0"/>
                <a:cs typeface="Times New Roman Regular" panose="02020503050405090304" charset="0"/>
              </a:rPr>
              <a:t>Surgical wound infections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 Regular" panose="02020503050405090304" charset="0"/>
                <a:cs typeface="Times New Roman Regular" panose="02020503050405090304" charset="0"/>
              </a:rPr>
              <a:t>Pneumonia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 Regular" panose="02020503050405090304" charset="0"/>
                <a:cs typeface="Times New Roman Regular" panose="02020503050405090304" charset="0"/>
              </a:rPr>
              <a:t>Primary bloodstream infection. </a:t>
            </a:r>
          </a:p>
          <a:p>
            <a:endParaRPr lang="en-US" altLang="en-US" sz="24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en-US" sz="2400" dirty="0">
                <a:latin typeface="Times New Roman Regular" panose="02020503050405090304" charset="0"/>
                <a:cs typeface="Times New Roman Regular" panose="02020503050405090304" charset="0"/>
              </a:rPr>
              <a:t>Each of these is associated with an invasive medical device or invasive procedure.</a:t>
            </a:r>
          </a:p>
          <a:p>
            <a:endParaRPr lang="en-US" altLang="en-US" sz="24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en-US" sz="2400" dirty="0">
                <a:latin typeface="Times New Roman Regular" panose="02020503050405090304" charset="0"/>
                <a:cs typeface="Times New Roman Regular" panose="02020503050405090304" charset="0"/>
              </a:rPr>
              <a:t>Specific policies and practices to minimize these infections must be established, reviewed and updated regularly, and compliance monitored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95" y="136525"/>
            <a:ext cx="11177270" cy="1045845"/>
          </a:xfrm>
        </p:spPr>
        <p:txBody>
          <a:bodyPr/>
          <a:lstStyle/>
          <a:p>
            <a:r>
              <a:rPr lang="en-US">
                <a:latin typeface="Times New Roman Regular" panose="02020503050405090304" charset="0"/>
                <a:cs typeface="Times New Roman Regular" panose="02020503050405090304" charset="0"/>
              </a:rPr>
              <a:t>Recipients: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" y="1182370"/>
            <a:ext cx="11254740" cy="4295140"/>
          </a:xfrm>
        </p:spPr>
        <p:txBody>
          <a:bodyPr/>
          <a:lstStyle/>
          <a:p>
            <a:pPr marL="0" indent="0">
              <a:buNone/>
            </a:pPr>
            <a:endParaRPr 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>
                <a:latin typeface="Times New Roman Regular" panose="02020503050405090304" charset="0"/>
                <a:cs typeface="Times New Roman Regular" panose="02020503050405090304" charset="0"/>
              </a:rPr>
              <a:t>All patients in hospitals are potential recipients of cross infection.</a:t>
            </a:r>
          </a:p>
          <a:p>
            <a:pPr>
              <a:buFont typeface="Wingdings" panose="05000000000000000000" charset="0"/>
              <a:buChar char=""/>
            </a:pPr>
            <a:endParaRPr 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>
                <a:latin typeface="Times New Roman Regular" panose="02020503050405090304" charset="0"/>
                <a:cs typeface="Times New Roman Regular" panose="02020503050405090304" charset="0"/>
              </a:rPr>
              <a:t>Some patients are more susceptible than others, specially those who are seriously ill and those under corticosteroid therapy.</a:t>
            </a:r>
          </a:p>
          <a:p>
            <a:pPr>
              <a:buFont typeface="Wingdings" panose="05000000000000000000" charset="0"/>
              <a:buChar char=""/>
            </a:pPr>
            <a:endParaRPr 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>
                <a:latin typeface="Times New Roman Regular" panose="02020503050405090304" charset="0"/>
                <a:cs typeface="Times New Roman Regular" panose="02020503050405090304" charset="0"/>
              </a:rPr>
              <a:t>Cross infection is greater in intensive care unit, urological and geriatric ward and special baby care unit.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650740" cy="1045845"/>
          </a:xfrm>
        </p:spPr>
        <p:txBody>
          <a:bodyPr/>
          <a:lstStyle/>
          <a:p>
            <a:r>
              <a:rPr lang="en-US" sz="4000">
                <a:latin typeface="Times New Roman Regular" panose="02020503050405090304" charset="0"/>
                <a:cs typeface="Times New Roman Regular" panose="02020503050405090304" charset="0"/>
              </a:rPr>
              <a:t>Preventive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019" y="1045845"/>
            <a:ext cx="10116152" cy="49784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altLang="en-US" sz="2665" dirty="0">
                <a:latin typeface="Times New Roman Regular" panose="02020503050405090304" charset="0"/>
                <a:cs typeface="Times New Roman Regular" panose="02020503050405090304" charset="0"/>
              </a:rPr>
              <a:t>The main preventive measures are :</a:t>
            </a:r>
          </a:p>
          <a:p>
            <a:pPr marL="0" indent="0" algn="l">
              <a:buNone/>
            </a:pPr>
            <a:r>
              <a:rPr lang="en-US" altLang="en-US" sz="2665" dirty="0">
                <a:latin typeface="Times New Roman Regular" panose="02020503050405090304" charset="0"/>
                <a:cs typeface="Times New Roman Regular" panose="02020503050405090304" charset="0"/>
              </a:rPr>
              <a:t>a) Isolation: </a:t>
            </a:r>
          </a:p>
          <a:p>
            <a:pPr marL="457200" lvl="1" indent="0">
              <a:buNone/>
            </a:pPr>
            <a:r>
              <a:rPr lang="en-US" altLang="en-US" sz="2265" dirty="0">
                <a:latin typeface="Times New Roman Regular" panose="02020503050405090304" charset="0"/>
                <a:cs typeface="Times New Roman Regular" panose="02020503050405090304" charset="0"/>
              </a:rPr>
              <a:t>Infectious patients must be isolated. </a:t>
            </a:r>
          </a:p>
          <a:p>
            <a:pPr marL="457200" lvl="1" indent="0">
              <a:buNone/>
            </a:pPr>
            <a:r>
              <a:rPr lang="en-US" altLang="en-US" sz="2265" dirty="0">
                <a:latin typeface="Times New Roman Regular" panose="02020503050405090304" charset="0"/>
                <a:cs typeface="Times New Roman Regular" panose="02020503050405090304" charset="0"/>
              </a:rPr>
              <a:t>Patients who are susceptible to infection should not be placed in beds next to patients who are a source of infection.</a:t>
            </a:r>
          </a:p>
          <a:p>
            <a:pPr marL="0" indent="0" algn="l">
              <a:buNone/>
            </a:pPr>
            <a:endParaRPr lang="en-US" altLang="en-US" sz="2665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 algn="l">
              <a:buNone/>
            </a:pPr>
            <a:r>
              <a:rPr lang="en-US" altLang="en-US" sz="2665" dirty="0">
                <a:latin typeface="Times New Roman Regular" panose="02020503050405090304" charset="0"/>
                <a:cs typeface="Times New Roman Regular" panose="02020503050405090304" charset="0"/>
              </a:rPr>
              <a:t>b) Hospital staff: </a:t>
            </a:r>
          </a:p>
          <a:p>
            <a:pPr marL="457200" lvl="1" indent="0">
              <a:buNone/>
            </a:pPr>
            <a:r>
              <a:rPr lang="en-US" altLang="en-US" sz="2265" dirty="0">
                <a:latin typeface="Times New Roman Regular" panose="02020503050405090304" charset="0"/>
                <a:cs typeface="Times New Roman Regular" panose="02020503050405090304" charset="0"/>
              </a:rPr>
              <a:t>Those who are suffering from skin diseases, sore throat, common cold, ear infection, </a:t>
            </a:r>
            <a:r>
              <a:rPr lang="en-US" altLang="en-US" sz="2265" dirty="0" err="1">
                <a:latin typeface="Times New Roman Regular" panose="02020503050405090304" charset="0"/>
                <a:cs typeface="Times New Roman Regular" panose="02020503050405090304" charset="0"/>
              </a:rPr>
              <a:t>diarrhoea</a:t>
            </a:r>
            <a:r>
              <a:rPr lang="en-US" altLang="en-US" sz="2265" dirty="0">
                <a:latin typeface="Times New Roman Regular" panose="02020503050405090304" charset="0"/>
                <a:cs typeface="Times New Roman Regular" panose="02020503050405090304" charset="0"/>
              </a:rPr>
              <a:t> or dysentery and other infectious ailments should be kept away from work until completely cured. </a:t>
            </a:r>
          </a:p>
          <a:p>
            <a:pPr marL="457200" lvl="1" indent="0">
              <a:buNone/>
            </a:pPr>
            <a:r>
              <a:rPr lang="en-US" altLang="en-US" sz="2265" dirty="0">
                <a:latin typeface="Times New Roman Regular" panose="02020503050405090304" charset="0"/>
                <a:cs typeface="Times New Roman Regular" panose="02020503050405090304" charset="0"/>
              </a:rPr>
              <a:t>They should be careful about personal hygiene and in regular changes of aprons and outer clothing. </a:t>
            </a:r>
          </a:p>
          <a:p>
            <a:pPr marL="0" indent="0" algn="l">
              <a:buNone/>
            </a:pPr>
            <a:endParaRPr lang="en-US" altLang="en-US" sz="2665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7912" y="953770"/>
            <a:ext cx="10015888" cy="590423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altLang="en-US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c) Hand-washing: </a:t>
            </a:r>
          </a:p>
          <a:p>
            <a:pPr marL="457200" lvl="1" indent="0">
              <a:buNone/>
            </a:pPr>
            <a:r>
              <a:rPr lang="en-US" altLang="en-US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The most common route of infection is via the hands.      </a:t>
            </a:r>
            <a:endParaRPr lang="en-US" altLang="en-US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When dealing with patients, hand-washing must be thorough. </a:t>
            </a:r>
            <a:endParaRPr lang="en-US" altLang="en-US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When hand-washing with soap and water is not sufficient, a suitable alcohol-based disinfectant must be employed for hand-washing.</a:t>
            </a:r>
            <a:endParaRPr lang="en-US" altLang="en-US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dirty="0">
                <a:latin typeface="Times New Roman Regular" panose="02020503050405090304" charset="0"/>
                <a:cs typeface="Times New Roman Regular" panose="02020503050405090304" charset="0"/>
              </a:rPr>
              <a:t>d) Dust control: </a:t>
            </a:r>
          </a:p>
          <a:p>
            <a:pPr marL="457200" lvl="1" indent="0">
              <a:buNone/>
            </a:pPr>
            <a:r>
              <a:rPr lang="en-US" altLang="en-US" dirty="0">
                <a:latin typeface="Times New Roman Regular" panose="02020503050405090304" charset="0"/>
                <a:cs typeface="Times New Roman Regular" panose="02020503050405090304" charset="0"/>
              </a:rPr>
              <a:t>Hospital dust contains numerous bacteria and viruses. The dust is released during sweeping, dusting and bed making.</a:t>
            </a:r>
          </a:p>
          <a:p>
            <a:pPr marL="457200" lvl="1" indent="0">
              <a:buNone/>
            </a:pPr>
            <a:r>
              <a:rPr lang="en-US" altLang="en-US" dirty="0">
                <a:latin typeface="Times New Roman Regular" panose="02020503050405090304" charset="0"/>
                <a:cs typeface="Times New Roman Regular" panose="02020503050405090304" charset="0"/>
              </a:rPr>
              <a:t>Suppression of dust by wet dusting and vacuum cleaning are important control measures </a:t>
            </a:r>
          </a:p>
          <a:p>
            <a:pPr marL="0" indent="0">
              <a:buNone/>
            </a:pPr>
            <a:endParaRPr lang="en-US" altLang="en-US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599AE-066F-25BB-7540-2F5191174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75CEE-AAD6-7D55-AF47-DECD26C25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953770"/>
            <a:ext cx="9906000" cy="5904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>
                <a:latin typeface="Times New Roman Regular" panose="02020503050405090304" charset="0"/>
                <a:cs typeface="Times New Roman Regular" panose="02020503050405090304" charset="0"/>
              </a:rPr>
              <a:t>e) Disinfection:</a:t>
            </a:r>
          </a:p>
          <a:p>
            <a:pPr marL="457200" lvl="1" indent="0">
              <a:buNone/>
            </a:pPr>
            <a:r>
              <a:rPr lang="en-US" altLang="en-US" dirty="0">
                <a:latin typeface="Times New Roman Regular" panose="02020503050405090304" charset="0"/>
                <a:cs typeface="Times New Roman Regular" panose="02020503050405090304" charset="0"/>
              </a:rPr>
              <a:t>The articles used by the patient as well as patient's urine, </a:t>
            </a:r>
            <a:r>
              <a:rPr lang="en-US" altLang="en-US" dirty="0" err="1">
                <a:latin typeface="Times New Roman Regular" panose="02020503050405090304" charset="0"/>
                <a:cs typeface="Times New Roman Regular" panose="02020503050405090304" charset="0"/>
              </a:rPr>
              <a:t>faeces</a:t>
            </a:r>
            <a:r>
              <a:rPr lang="en-US" altLang="en-US" dirty="0">
                <a:latin typeface="Times New Roman Regular" panose="02020503050405090304" charset="0"/>
                <a:cs typeface="Times New Roman Regular" panose="02020503050405090304" charset="0"/>
              </a:rPr>
              <a:t>, sputum should be properly disinfected. </a:t>
            </a:r>
          </a:p>
          <a:p>
            <a:pPr marL="457200" lvl="1" indent="0">
              <a:buNone/>
            </a:pPr>
            <a:r>
              <a:rPr lang="en-US" altLang="en-US" dirty="0">
                <a:latin typeface="Times New Roman Regular" panose="02020503050405090304" charset="0"/>
                <a:cs typeface="Times New Roman Regular" panose="02020503050405090304" charset="0"/>
              </a:rPr>
              <a:t>Proper sterilization of instruments should be enforced.</a:t>
            </a:r>
          </a:p>
          <a:p>
            <a:pPr marL="457200" lvl="1" indent="0">
              <a:buNone/>
            </a:pPr>
            <a:endParaRPr lang="en-US" altLang="en-US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f) Control of droplet infection: </a:t>
            </a:r>
          </a:p>
          <a:p>
            <a:pPr marL="457200" lvl="1" indent="0">
              <a:buNone/>
            </a:pPr>
            <a:r>
              <a:rPr lang="en-US" altLang="en-US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Use of face masks, proper bed spacing, prevention of overcrowding and ensuring adequate lighting and ventilation are important control measures.</a:t>
            </a:r>
            <a:endParaRPr lang="en-US" altLang="en-US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899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2" y="481263"/>
            <a:ext cx="4864875" cy="569093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en-US" sz="2000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g) Nursing techniques:</a:t>
            </a:r>
          </a:p>
          <a:p>
            <a:pPr marL="457200" lvl="1" indent="0">
              <a:buNone/>
            </a:pPr>
            <a:r>
              <a:rPr lang="en-US" altLang="en-US" sz="1600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Barrier nursing and task nursing have also been recommended to minimize cross infection.</a:t>
            </a:r>
            <a:endParaRPr lang="en-US" altLang="en-US" sz="16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 Regular" panose="02020503050405090304" charset="0"/>
                <a:cs typeface="Times New Roman Regular" panose="02020503050405090304" charset="0"/>
              </a:rPr>
              <a:t>h) Administrative measures: </a:t>
            </a:r>
          </a:p>
          <a:p>
            <a:pPr marL="457200" lvl="1" indent="0">
              <a:buNone/>
            </a:pPr>
            <a:r>
              <a:rPr lang="en-US" altLang="en-US" sz="1600" dirty="0">
                <a:latin typeface="Times New Roman Regular" panose="02020503050405090304" charset="0"/>
                <a:cs typeface="Times New Roman Regular" panose="02020503050405090304" charset="0"/>
              </a:rPr>
              <a:t>There should be a hospital “Control of Infection Committee" to formulate policies regarding admission of infectious cases,  isolation facilities, disinfection procedures, and in fact all matters relating to control of hospital acquired infection.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B6E090-CBC1-7863-9149-7427F55D3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255827"/>
              </p:ext>
            </p:extLst>
          </p:nvPr>
        </p:nvGraphicFramePr>
        <p:xfrm>
          <a:off x="6095999" y="779646"/>
          <a:ext cx="5589069" cy="5441617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339529">
                  <a:extLst>
                    <a:ext uri="{9D8B030D-6E8A-4147-A177-3AD203B41FA5}">
                      <a16:colId xmlns:a16="http://schemas.microsoft.com/office/drawing/2014/main" val="243421875"/>
                    </a:ext>
                  </a:extLst>
                </a:gridCol>
                <a:gridCol w="1427512">
                  <a:extLst>
                    <a:ext uri="{9D8B030D-6E8A-4147-A177-3AD203B41FA5}">
                      <a16:colId xmlns:a16="http://schemas.microsoft.com/office/drawing/2014/main" val="295995316"/>
                    </a:ext>
                  </a:extLst>
                </a:gridCol>
                <a:gridCol w="1449506">
                  <a:extLst>
                    <a:ext uri="{9D8B030D-6E8A-4147-A177-3AD203B41FA5}">
                      <a16:colId xmlns:a16="http://schemas.microsoft.com/office/drawing/2014/main" val="1541738565"/>
                    </a:ext>
                  </a:extLst>
                </a:gridCol>
                <a:gridCol w="1372522">
                  <a:extLst>
                    <a:ext uri="{9D8B030D-6E8A-4147-A177-3AD203B41FA5}">
                      <a16:colId xmlns:a16="http://schemas.microsoft.com/office/drawing/2014/main" val="2310272978"/>
                    </a:ext>
                  </a:extLst>
                </a:gridCol>
              </a:tblGrid>
              <a:tr h="489546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</a:p>
                  </a:txBody>
                  <a:tcPr marL="73363" marR="73363" marT="36682" marB="36682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</a:p>
                  </a:txBody>
                  <a:tcPr marL="73363" marR="73363" marT="36682" marB="36682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Features</a:t>
                      </a:r>
                    </a:p>
                  </a:txBody>
                  <a:tcPr marL="73363" marR="73363" marT="36682" marB="36682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Purpose</a:t>
                      </a:r>
                    </a:p>
                  </a:txBody>
                  <a:tcPr marL="73363" marR="73363" marT="36682" marB="36682"/>
                </a:tc>
                <a:extLst>
                  <a:ext uri="{0D108BD9-81ED-4DB2-BD59-A6C34878D82A}">
                    <a16:rowId xmlns:a16="http://schemas.microsoft.com/office/drawing/2014/main" val="1166185201"/>
                  </a:ext>
                </a:extLst>
              </a:tr>
              <a:tr h="182466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Barrier Nursing</a:t>
                      </a:r>
                    </a:p>
                  </a:txBody>
                  <a:tcPr marL="73363" marR="73363" marT="36682" marB="366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Infection control using barriers and protocols</a:t>
                      </a:r>
                    </a:p>
                  </a:txBody>
                  <a:tcPr marL="73363" marR="73363" marT="36682" marB="366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PPE, isolation, dedicated equipment, hand hygiene, strict protocols</a:t>
                      </a:r>
                    </a:p>
                  </a:txBody>
                  <a:tcPr marL="73363" marR="73363" marT="36682" marB="366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Prevent infection spread</a:t>
                      </a:r>
                    </a:p>
                  </a:txBody>
                  <a:tcPr marL="73363" marR="73363" marT="36682" marB="36682" anchor="ctr"/>
                </a:tc>
                <a:extLst>
                  <a:ext uri="{0D108BD9-81ED-4DB2-BD59-A6C34878D82A}">
                    <a16:rowId xmlns:a16="http://schemas.microsoft.com/office/drawing/2014/main" val="2962380922"/>
                  </a:ext>
                </a:extLst>
              </a:tr>
              <a:tr h="2826009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Nursing</a:t>
                      </a:r>
                    </a:p>
                  </a:txBody>
                  <a:tcPr marL="73363" marR="73363" marT="36682" marB="366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Assignment of specific tasks to staff for all patients</a:t>
                      </a:r>
                    </a:p>
                  </a:txBody>
                  <a:tcPr marL="73363" marR="73363" marT="36682" marB="366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Each staff does only certain duties repeatedly; supervised by head nurse; focuses on efficiency</a:t>
                      </a:r>
                    </a:p>
                  </a:txBody>
                  <a:tcPr marL="73363" marR="73363" marT="36682" marB="366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care delivery</a:t>
                      </a:r>
                    </a:p>
                  </a:txBody>
                  <a:tcPr marL="73363" marR="73363" marT="36682" marB="36682" anchor="ctr"/>
                </a:tc>
                <a:extLst>
                  <a:ext uri="{0D108BD9-81ED-4DB2-BD59-A6C34878D82A}">
                    <a16:rowId xmlns:a16="http://schemas.microsoft.com/office/drawing/2014/main" val="3695044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30" y="99060"/>
            <a:ext cx="6596380" cy="1108710"/>
          </a:xfrm>
        </p:spPr>
        <p:txBody>
          <a:bodyPr/>
          <a:lstStyle/>
          <a:p>
            <a:r>
              <a:rPr lang="en-US" altLang="en-US" sz="4000">
                <a:latin typeface="Times New Roman Regular" panose="02020503050405090304" charset="0"/>
                <a:cs typeface="Times New Roman Regular" panose="02020503050405090304" charset="0"/>
              </a:rPr>
              <a:t>Standard (routine) precautions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330" y="1380490"/>
            <a:ext cx="11253470" cy="4796790"/>
          </a:xfrm>
        </p:spPr>
        <p:txBody>
          <a:bodyPr/>
          <a:lstStyle/>
          <a:p>
            <a:pPr>
              <a:buFont typeface="Wingdings" panose="05000000000000000000" charset="0"/>
              <a:buChar char=""/>
            </a:pPr>
            <a:r>
              <a:rPr lang="en-US" altLang="en-US" dirty="0">
                <a:latin typeface="Times New Roman Regular" panose="02020503050405090304" charset="0"/>
                <a:cs typeface="Times New Roman Regular" panose="02020503050405090304" charset="0"/>
              </a:rPr>
              <a:t>Standard precautions should be applied to the care of all patients. </a:t>
            </a:r>
          </a:p>
          <a:p>
            <a:pPr>
              <a:buFont typeface="Wingdings" panose="05000000000000000000" charset="0"/>
              <a:buChar char=""/>
            </a:pPr>
            <a:endParaRPr lang="en-US" altLang="en-US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altLang="en-US" dirty="0">
                <a:latin typeface="Times New Roman Regular" panose="02020503050405090304" charset="0"/>
                <a:cs typeface="Times New Roman Regular" panose="02020503050405090304" charset="0"/>
              </a:rPr>
              <a:t>This includes limiting health care worker contact with all secretions or biological fluids; skin lesions, mucous membranes, and blood or body fluids. </a:t>
            </a:r>
          </a:p>
          <a:p>
            <a:pPr>
              <a:buFont typeface="Wingdings" panose="05000000000000000000" charset="0"/>
              <a:buChar char=""/>
            </a:pPr>
            <a:endParaRPr lang="en-US" altLang="en-US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altLang="en-US" dirty="0">
                <a:latin typeface="Times New Roman Regular" panose="02020503050405090304" charset="0"/>
                <a:cs typeface="Times New Roman Regular" panose="02020503050405090304" charset="0"/>
              </a:rPr>
              <a:t>Health care workers must wear gloves for each contact which may lead to contamination, and also gown, mask and eye protection where contamination of clothes or the face is anticipated.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CB5DB1-8FB5-465C-9E26-BEDB8618B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399984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064">
                  <a:extLst>
                    <a:ext uri="{9D8B030D-6E8A-4147-A177-3AD203B41FA5}">
                      <a16:colId xmlns:a16="http://schemas.microsoft.com/office/drawing/2014/main" val="1190401153"/>
                    </a:ext>
                  </a:extLst>
                </a:gridCol>
                <a:gridCol w="7355938">
                  <a:extLst>
                    <a:ext uri="{9D8B030D-6E8A-4147-A177-3AD203B41FA5}">
                      <a16:colId xmlns:a16="http://schemas.microsoft.com/office/drawing/2014/main" val="3342430583"/>
                    </a:ext>
                  </a:extLst>
                </a:gridCol>
                <a:gridCol w="2920998">
                  <a:extLst>
                    <a:ext uri="{9D8B030D-6E8A-4147-A177-3AD203B41FA5}">
                      <a16:colId xmlns:a16="http://schemas.microsoft.com/office/drawing/2014/main" val="278387648"/>
                    </a:ext>
                  </a:extLst>
                </a:gridCol>
              </a:tblGrid>
              <a:tr h="623455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Proven effective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Proven not effective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013404"/>
                  </a:ext>
                </a:extLst>
              </a:tr>
              <a:tr h="2701637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Urinary tract infections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 duration of catheter</a:t>
                      </a:r>
                      <a:b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Aseptic technique at insertion</a:t>
                      </a:r>
                      <a:b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 closed drainage</a:t>
                      </a:r>
                      <a:b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Antiseptic added to drainage bag</a:t>
                      </a:r>
                      <a:b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Antimicrobial-coated catheter</a:t>
                      </a:r>
                      <a:b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Daily antiseptic perineal cleaning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Systemic antibiotic prophylaxis</a:t>
                      </a:r>
                      <a:b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Bladder irrigation or instillation of normal saline antiseptic or antibiotic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7091545"/>
                  </a:ext>
                </a:extLst>
              </a:tr>
              <a:tr h="353290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Surgical site infections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Surgical technique</a:t>
                      </a:r>
                      <a:b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Clean operating environment</a:t>
                      </a:r>
                      <a:b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Staff attire</a:t>
                      </a:r>
                      <a:b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Limiting preoperative hospital stay</a:t>
                      </a:r>
                      <a:b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Preoperative shower and local skin preparation of patient</a:t>
                      </a:r>
                      <a:b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Optimal antibiotic prophylaxis</a:t>
                      </a:r>
                      <a:b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Aseptic practice in operating room</a:t>
                      </a:r>
                      <a:b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Surgical wound surveillance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Fumigation</a:t>
                      </a:r>
                      <a:b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Preoperative shaving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748766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39464-A258-1242-47DD-61FF7E5BF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C65A36-CCE4-0D17-94ED-2BF172445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467193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064">
                  <a:extLst>
                    <a:ext uri="{9D8B030D-6E8A-4147-A177-3AD203B41FA5}">
                      <a16:colId xmlns:a16="http://schemas.microsoft.com/office/drawing/2014/main" val="1190401153"/>
                    </a:ext>
                  </a:extLst>
                </a:gridCol>
                <a:gridCol w="7355938">
                  <a:extLst>
                    <a:ext uri="{9D8B030D-6E8A-4147-A177-3AD203B41FA5}">
                      <a16:colId xmlns:a16="http://schemas.microsoft.com/office/drawing/2014/main" val="3342430583"/>
                    </a:ext>
                  </a:extLst>
                </a:gridCol>
                <a:gridCol w="2920998">
                  <a:extLst>
                    <a:ext uri="{9D8B030D-6E8A-4147-A177-3AD203B41FA5}">
                      <a16:colId xmlns:a16="http://schemas.microsoft.com/office/drawing/2014/main" val="278387648"/>
                    </a:ext>
                  </a:extLst>
                </a:gridCol>
              </a:tblGrid>
              <a:tr h="478466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Proven effective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Proven not effective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013404"/>
                  </a:ext>
                </a:extLst>
              </a:tr>
              <a:tr h="3030279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Pneumonia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Ventilator-associated:</a:t>
                      </a:r>
                      <a:b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- Aseptic intubation and suctioning</a:t>
                      </a:r>
                      <a:b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- Limit duration</a:t>
                      </a:r>
                      <a:b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- Non-invasive ventilation</a:t>
                      </a:r>
                      <a:b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Others:</a:t>
                      </a:r>
                      <a:b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- Influenza vaccination for staff</a:t>
                      </a:r>
                      <a:b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- Isolation policy</a:t>
                      </a:r>
                      <a:b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- Sterile water for oxygen and aerosol therapy</a:t>
                      </a:r>
                      <a:b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- Prevention of </a:t>
                      </a:r>
                      <a:r>
                        <a:rPr lang="en-US" sz="20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Legionella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and </a:t>
                      </a:r>
                      <a:r>
                        <a:rPr lang="en-US" sz="20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Aspergillus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during renovations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Digestive decontamination for all patients</a:t>
                      </a:r>
                      <a:b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Changes of ventilator circuit every 48 or 72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2151281"/>
                  </a:ext>
                </a:extLst>
              </a:tr>
              <a:tr h="3349255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Vascular device infections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catheters:</a:t>
                      </a:r>
                      <a:b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- Closed system</a:t>
                      </a:r>
                      <a:b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- Limit duration</a:t>
                      </a:r>
                      <a:b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- Local skin preparation</a:t>
                      </a:r>
                      <a:b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- Aseptic technique at insertion</a:t>
                      </a:r>
                      <a:b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- Removal if infection suspected</a:t>
                      </a:r>
                      <a:b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 lines:</a:t>
                      </a:r>
                      <a:b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- Surgical asepsis for insertion</a:t>
                      </a:r>
                      <a:b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- Limitation of frequency of dressing change</a:t>
                      </a:r>
                      <a:b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- Antibiotic-coated catheter for short 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Antimicrobial creams for skin preparation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171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7190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</p:spPr>
        <p:txBody>
          <a:bodyPr>
            <a:normAutofit/>
          </a:bodyPr>
          <a:lstStyle/>
          <a:p>
            <a:r>
              <a:rPr lang="en-US" altLang="en-US" sz="4000">
                <a:latin typeface="Times New Roman Regular" panose="02020503050405090304" charset="0"/>
                <a:cs typeface="Times New Roman Regular" panose="02020503050405090304" charset="0"/>
              </a:rPr>
              <a:t>Considerations for protective clothing include: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016" y="1232034"/>
            <a:ext cx="5087662" cy="4940166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charset="0"/>
              <a:buChar char=""/>
            </a:pPr>
            <a:r>
              <a:rPr lang="en-US" altLang="en-US" sz="2400" dirty="0">
                <a:latin typeface="Times New Roman Regular" panose="02020503050405090304" charset="0"/>
                <a:cs typeface="Times New Roman Regular" panose="02020503050405090304" charset="0"/>
              </a:rPr>
              <a:t>Gown: should be of washable material, buttoned or tied at the back and protected, if necessary, by a plastic apron.</a:t>
            </a:r>
          </a:p>
          <a:p>
            <a:pPr>
              <a:buFont typeface="Wingdings" panose="05000000000000000000" charset="0"/>
              <a:buChar char=""/>
            </a:pPr>
            <a:r>
              <a:rPr lang="en-US" altLang="en-US" sz="2400" dirty="0">
                <a:latin typeface="Times New Roman Regular" panose="02020503050405090304" charset="0"/>
                <a:cs typeface="Times New Roman Regular" panose="02020503050405090304" charset="0"/>
              </a:rPr>
              <a:t>Gloves: inexpensive plastic gloves are available and usually sufficient</a:t>
            </a:r>
          </a:p>
          <a:p>
            <a:pPr>
              <a:buFont typeface="Wingdings" panose="05000000000000000000" charset="0"/>
              <a:buChar char=""/>
            </a:pPr>
            <a:r>
              <a:rPr lang="en-US" altLang="en-US" sz="2400" dirty="0">
                <a:latin typeface="Times New Roman Regular" panose="02020503050405090304" charset="0"/>
                <a:cs typeface="Times New Roman Regular" panose="02020503050405090304" charset="0"/>
              </a:rPr>
              <a:t>Mask: surgical masks made of cloth or paper may be used to protect from splashes.</a:t>
            </a:r>
          </a:p>
          <a:p>
            <a:pPr marL="0" indent="0">
              <a:buNone/>
            </a:pPr>
            <a:endParaRPr lang="en-US" altLang="en-US" sz="24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 sz="24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7" name="Graphic 6" descr="Towel">
            <a:extLst>
              <a:ext uri="{FF2B5EF4-FFF2-40B4-BE49-F238E27FC236}">
                <a16:creationId xmlns:a16="http://schemas.microsoft.com/office/drawing/2014/main" id="{C1BDEDAF-9CB1-DF30-7378-309FD53C9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29047" y="2321476"/>
            <a:ext cx="3807411" cy="380741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7518A2-BA35-F29B-147C-B59852E67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901D5D-606C-83EF-EDB6-A84DD1724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</p:spPr>
        <p:txBody>
          <a:bodyPr>
            <a:normAutofit/>
          </a:bodyPr>
          <a:lstStyle/>
          <a:p>
            <a:r>
              <a:rPr lang="en-US" altLang="en-US" sz="4000">
                <a:latin typeface="Times New Roman Regular" panose="02020503050405090304" charset="0"/>
                <a:cs typeface="Times New Roman Regular" panose="02020503050405090304" charset="0"/>
              </a:rPr>
              <a:t>Standard precautions for all patients are as follows: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2D146-78E2-558A-DC11-241134A7A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134" y="1222407"/>
            <a:ext cx="6079770" cy="5322771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charset="0"/>
              <a:buChar char=""/>
            </a:pPr>
            <a:r>
              <a:rPr lang="en-US" altLang="en-US" sz="2400" dirty="0">
                <a:latin typeface="Times New Roman Regular" panose="02020503050405090304" charset="0"/>
                <a:cs typeface="Times New Roman Regular" panose="02020503050405090304" charset="0"/>
              </a:rPr>
              <a:t>Wash hands promptly after contact with infective material.</a:t>
            </a:r>
          </a:p>
          <a:p>
            <a:pPr>
              <a:buFont typeface="Wingdings" panose="05000000000000000000" charset="0"/>
              <a:buChar char=""/>
            </a:pPr>
            <a:r>
              <a:rPr lang="en-US" altLang="en-US" sz="2400" dirty="0">
                <a:latin typeface="Times New Roman Regular" panose="02020503050405090304" charset="0"/>
                <a:cs typeface="Times New Roman Regular" panose="02020503050405090304" charset="0"/>
              </a:rPr>
              <a:t>Use no touch technique wherever possible.</a:t>
            </a:r>
          </a:p>
          <a:p>
            <a:pPr>
              <a:buFont typeface="Wingdings" panose="05000000000000000000" charset="0"/>
              <a:buChar char=""/>
            </a:pPr>
            <a:r>
              <a:rPr lang="en-US" altLang="en-US" sz="2400" dirty="0">
                <a:latin typeface="Times New Roman Regular" panose="02020503050405090304" charset="0"/>
                <a:cs typeface="Times New Roman Regular" panose="02020503050405090304" charset="0"/>
              </a:rPr>
              <a:t>Wear gloves when in contact with blood, body fluids, secretions,  excretions, mucous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400" dirty="0">
                <a:latin typeface="Times New Roman Regular" panose="02020503050405090304" charset="0"/>
                <a:cs typeface="Times New Roman Regular" panose="02020503050405090304" charset="0"/>
              </a:rPr>
              <a:t>membranes  and contaminated items.</a:t>
            </a:r>
          </a:p>
          <a:p>
            <a:pPr>
              <a:buFont typeface="Wingdings" panose="05000000000000000000" charset="0"/>
              <a:buChar char=""/>
            </a:pPr>
            <a:r>
              <a:rPr lang="en-US" altLang="en-US" sz="2400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Wash hands immediately after removing gloves.</a:t>
            </a:r>
          </a:p>
          <a:p>
            <a:pPr>
              <a:buFont typeface="Wingdings" panose="05000000000000000000" charset="0"/>
              <a:buChar char=""/>
            </a:pPr>
            <a:r>
              <a:rPr lang="en-US" altLang="en-US" sz="2400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All sharps should be handled with extreme care.</a:t>
            </a:r>
            <a:endParaRPr lang="en-US" altLang="en-US" sz="24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US" sz="24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 sz="24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7" name="Graphic 6" descr="Fingerprint">
            <a:extLst>
              <a:ext uri="{FF2B5EF4-FFF2-40B4-BE49-F238E27FC236}">
                <a16:creationId xmlns:a16="http://schemas.microsoft.com/office/drawing/2014/main" id="{D36C304C-1057-B33D-131E-7EA858F71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29047" y="2321476"/>
            <a:ext cx="3807411" cy="380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79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1329</Words>
  <Application>Microsoft Office PowerPoint</Application>
  <PresentationFormat>Widescreen</PresentationFormat>
  <Paragraphs>144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Times New Roman Bold</vt:lpstr>
      <vt:lpstr>Times New Roman Italic</vt:lpstr>
      <vt:lpstr>Times New Roman Regular</vt:lpstr>
      <vt:lpstr>Wingdings</vt:lpstr>
      <vt:lpstr>Office Theme</vt:lpstr>
      <vt:lpstr>Hospital Acquired Infections</vt:lpstr>
      <vt:lpstr>Definition</vt:lpstr>
      <vt:lpstr>PowerPoint Presentation</vt:lpstr>
      <vt:lpstr>PowerPoint Presentation</vt:lpstr>
      <vt:lpstr>Source</vt:lpstr>
      <vt:lpstr>PowerPoint Presentation</vt:lpstr>
      <vt:lpstr>Routes of spread:</vt:lpstr>
      <vt:lpstr>PowerPoint Presentation</vt:lpstr>
      <vt:lpstr>Recipients:</vt:lpstr>
      <vt:lpstr>Preventive Measures</vt:lpstr>
      <vt:lpstr>PowerPoint Presentation</vt:lpstr>
      <vt:lpstr>PowerPoint Presentation</vt:lpstr>
      <vt:lpstr>PowerPoint Presentation</vt:lpstr>
      <vt:lpstr>Standard (routine) precautions</vt:lpstr>
      <vt:lpstr>PowerPoint Presentation</vt:lpstr>
      <vt:lpstr>PowerPoint Presentation</vt:lpstr>
      <vt:lpstr>Considerations for protective clothing include:</vt:lpstr>
      <vt:lpstr>Standard precautions for all patients are as follows: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Acquired Infections</dc:title>
  <dc:creator>ravidangi</dc:creator>
  <cp:lastModifiedBy>mukul maheshwari</cp:lastModifiedBy>
  <cp:revision>11</cp:revision>
  <dcterms:created xsi:type="dcterms:W3CDTF">2025-08-07T07:28:05Z</dcterms:created>
  <dcterms:modified xsi:type="dcterms:W3CDTF">2025-08-08T05:04:11Z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B9A4FE12D8590822C9259468F1F32C53_41</vt:lpwstr>
  </property>
  <property fmtid="{D5CDD505-2E9C-101B-9397-08002B2CF9AE}" pid="3" name="KSOProductBuildVer">
    <vt:lpwstr>1033-6.15.0.8733</vt:lpwstr>
  </property>
</Properties>
</file>