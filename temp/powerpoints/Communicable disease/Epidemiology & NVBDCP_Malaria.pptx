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4" r:id="rId16"/>
    <p:sldId id="270" r:id="rId17"/>
    <p:sldId id="271" r:id="rId18"/>
    <p:sldId id="272" r:id="rId19"/>
    <p:sldId id="273" r:id="rId20"/>
    <p:sldId id="283" r:id="rId21"/>
    <p:sldId id="303" r:id="rId22"/>
    <p:sldId id="286" r:id="rId23"/>
    <p:sldId id="304" r:id="rId24"/>
    <p:sldId id="305" r:id="rId25"/>
    <p:sldId id="306" r:id="rId26"/>
    <p:sldId id="307" r:id="rId27"/>
    <p:sldId id="308" r:id="rId28"/>
    <p:sldId id="310" r:id="rId29"/>
    <p:sldId id="309" r:id="rId30"/>
    <p:sldId id="311" r:id="rId31"/>
    <p:sldId id="312" r:id="rId32"/>
    <p:sldId id="313" r:id="rId33"/>
    <p:sldId id="314" r:id="rId34"/>
    <p:sldId id="315" r:id="rId35"/>
    <p:sldId id="316" r:id="rId36"/>
    <p:sldId id="317" r:id="rId37"/>
    <p:sldId id="318" r:id="rId38"/>
    <p:sldId id="319" r:id="rId39"/>
    <p:sldId id="320" r:id="rId40"/>
    <p:sldId id="321" r:id="rId41"/>
    <p:sldId id="322" r:id="rId42"/>
    <p:sldId id="323" r:id="rId43"/>
    <p:sldId id="324" r:id="rId44"/>
    <p:sldId id="325"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9862CF-941C-4260-997A-69D5F5166B6E}" v="20" dt="2026-04-24T20:54:58.350"/>
  </p1510:revLst>
</p1510:revInfo>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6" autoAdjust="0"/>
    <p:restoredTop sz="94660"/>
  </p:normalViewPr>
  <p:slideViewPr>
    <p:cSldViewPr snapToGrid="0">
      <p:cViewPr varScale="1">
        <p:scale>
          <a:sx n="103" d="100"/>
          <a:sy n="103" d="100"/>
        </p:scale>
        <p:origin x="82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ul maheshwari" userId="12cb43e2ca5f0d2c" providerId="LiveId" clId="{771D35AD-4715-4301-979B-0CEBFD3D1244}"/>
    <pc:docChg chg="undo custSel addSld modSld">
      <pc:chgData name="mukul maheshwari" userId="12cb43e2ca5f0d2c" providerId="LiveId" clId="{771D35AD-4715-4301-979B-0CEBFD3D1244}" dt="2026-04-24T20:56:57.835" v="323" actId="20577"/>
      <pc:docMkLst>
        <pc:docMk/>
      </pc:docMkLst>
      <pc:sldChg chg="modSp mod">
        <pc:chgData name="mukul maheshwari" userId="12cb43e2ca5f0d2c" providerId="LiveId" clId="{771D35AD-4715-4301-979B-0CEBFD3D1244}" dt="2026-04-24T20:42:56.261" v="187" actId="20577"/>
        <pc:sldMkLst>
          <pc:docMk/>
          <pc:sldMk cId="833813894" sldId="258"/>
        </pc:sldMkLst>
        <pc:graphicFrameChg chg="modGraphic">
          <ac:chgData name="mukul maheshwari" userId="12cb43e2ca5f0d2c" providerId="LiveId" clId="{771D35AD-4715-4301-979B-0CEBFD3D1244}" dt="2026-04-24T20:42:56.261" v="187" actId="20577"/>
          <ac:graphicFrameMkLst>
            <pc:docMk/>
            <pc:sldMk cId="833813894" sldId="258"/>
            <ac:graphicFrameMk id="5" creationId="{F1807182-FF86-2C46-6B99-CD193AD2344C}"/>
          </ac:graphicFrameMkLst>
        </pc:graphicFrameChg>
      </pc:sldChg>
      <pc:sldChg chg="modSp mod">
        <pc:chgData name="mukul maheshwari" userId="12cb43e2ca5f0d2c" providerId="LiveId" clId="{771D35AD-4715-4301-979B-0CEBFD3D1244}" dt="2026-04-24T20:54:14.234" v="308" actId="20577"/>
        <pc:sldMkLst>
          <pc:docMk/>
          <pc:sldMk cId="463257099" sldId="259"/>
        </pc:sldMkLst>
        <pc:spChg chg="mod">
          <ac:chgData name="mukul maheshwari" userId="12cb43e2ca5f0d2c" providerId="LiveId" clId="{771D35AD-4715-4301-979B-0CEBFD3D1244}" dt="2026-04-24T20:54:14.234" v="308" actId="20577"/>
          <ac:spMkLst>
            <pc:docMk/>
            <pc:sldMk cId="463257099" sldId="259"/>
            <ac:spMk id="3" creationId="{90F42157-A14C-A5D2-3758-3A7E065677D3}"/>
          </ac:spMkLst>
        </pc:spChg>
      </pc:sldChg>
      <pc:sldChg chg="modSp mod">
        <pc:chgData name="mukul maheshwari" userId="12cb43e2ca5f0d2c" providerId="LiveId" clId="{771D35AD-4715-4301-979B-0CEBFD3D1244}" dt="2026-04-24T20:54:39.856" v="315" actId="20577"/>
        <pc:sldMkLst>
          <pc:docMk/>
          <pc:sldMk cId="241330023" sldId="260"/>
        </pc:sldMkLst>
        <pc:spChg chg="mod">
          <ac:chgData name="mukul maheshwari" userId="12cb43e2ca5f0d2c" providerId="LiveId" clId="{771D35AD-4715-4301-979B-0CEBFD3D1244}" dt="2026-04-24T20:54:39.856" v="315" actId="20577"/>
          <ac:spMkLst>
            <pc:docMk/>
            <pc:sldMk cId="241330023" sldId="260"/>
            <ac:spMk id="8" creationId="{ECF6B18E-6E5F-3BA8-4023-2EC374BF903A}"/>
          </ac:spMkLst>
        </pc:spChg>
      </pc:sldChg>
      <pc:sldChg chg="modSp mod modAnim">
        <pc:chgData name="mukul maheshwari" userId="12cb43e2ca5f0d2c" providerId="LiveId" clId="{771D35AD-4715-4301-979B-0CEBFD3D1244}" dt="2026-04-24T20:55:12.622" v="318" actId="1076"/>
        <pc:sldMkLst>
          <pc:docMk/>
          <pc:sldMk cId="3657432531" sldId="261"/>
        </pc:sldMkLst>
        <pc:spChg chg="mod">
          <ac:chgData name="mukul maheshwari" userId="12cb43e2ca5f0d2c" providerId="LiveId" clId="{771D35AD-4715-4301-979B-0CEBFD3D1244}" dt="2026-04-24T20:55:12.622" v="318" actId="1076"/>
          <ac:spMkLst>
            <pc:docMk/>
            <pc:sldMk cId="3657432531" sldId="261"/>
            <ac:spMk id="13" creationId="{4539578A-F7A5-58F4-6422-F14746CFA6F5}"/>
          </ac:spMkLst>
        </pc:spChg>
      </pc:sldChg>
      <pc:sldChg chg="modSp mod">
        <pc:chgData name="mukul maheshwari" userId="12cb43e2ca5f0d2c" providerId="LiveId" clId="{771D35AD-4715-4301-979B-0CEBFD3D1244}" dt="2026-04-24T20:55:40.528" v="320" actId="113"/>
        <pc:sldMkLst>
          <pc:docMk/>
          <pc:sldMk cId="1770540664" sldId="267"/>
        </pc:sldMkLst>
        <pc:graphicFrameChg chg="modGraphic">
          <ac:chgData name="mukul maheshwari" userId="12cb43e2ca5f0d2c" providerId="LiveId" clId="{771D35AD-4715-4301-979B-0CEBFD3D1244}" dt="2026-04-24T20:55:40.528" v="320" actId="113"/>
          <ac:graphicFrameMkLst>
            <pc:docMk/>
            <pc:sldMk cId="1770540664" sldId="267"/>
            <ac:graphicFrameMk id="4" creationId="{D309277A-8874-E44F-D0DC-1028D976724C}"/>
          </ac:graphicFrameMkLst>
        </pc:graphicFrameChg>
      </pc:sldChg>
      <pc:sldChg chg="modSp mod">
        <pc:chgData name="mukul maheshwari" userId="12cb43e2ca5f0d2c" providerId="LiveId" clId="{771D35AD-4715-4301-979B-0CEBFD3D1244}" dt="2026-04-24T20:56:44.223" v="322" actId="20577"/>
        <pc:sldMkLst>
          <pc:docMk/>
          <pc:sldMk cId="0" sldId="286"/>
        </pc:sldMkLst>
        <pc:spChg chg="mod">
          <ac:chgData name="mukul maheshwari" userId="12cb43e2ca5f0d2c" providerId="LiveId" clId="{771D35AD-4715-4301-979B-0CEBFD3D1244}" dt="2026-04-24T20:56:44.223" v="322" actId="20577"/>
          <ac:spMkLst>
            <pc:docMk/>
            <pc:sldMk cId="0" sldId="286"/>
            <ac:spMk id="23" creationId="{156210E3-3BDE-ABCD-6E9B-55ADA80BC6A3}"/>
          </ac:spMkLst>
        </pc:spChg>
      </pc:sldChg>
      <pc:sldChg chg="modSp mod">
        <pc:chgData name="mukul maheshwari" userId="12cb43e2ca5f0d2c" providerId="LiveId" clId="{771D35AD-4715-4301-979B-0CEBFD3D1244}" dt="2026-04-24T20:56:57.835" v="323" actId="20577"/>
        <pc:sldMkLst>
          <pc:docMk/>
          <pc:sldMk cId="3752597857" sldId="310"/>
        </pc:sldMkLst>
        <pc:spChg chg="mod">
          <ac:chgData name="mukul maheshwari" userId="12cb43e2ca5f0d2c" providerId="LiveId" clId="{771D35AD-4715-4301-979B-0CEBFD3D1244}" dt="2026-04-24T20:56:57.835" v="323" actId="20577"/>
          <ac:spMkLst>
            <pc:docMk/>
            <pc:sldMk cId="3752597857" sldId="310"/>
            <ac:spMk id="3" creationId="{134180F4-1A44-EAF1-1EDD-63BADD9F091D}"/>
          </ac:spMkLst>
        </pc:spChg>
      </pc:sldChg>
      <pc:sldChg chg="modSp new mod">
        <pc:chgData name="mukul maheshwari" userId="12cb43e2ca5f0d2c" providerId="LiveId" clId="{771D35AD-4715-4301-979B-0CEBFD3D1244}" dt="2026-04-24T20:37:04.806" v="37" actId="27636"/>
        <pc:sldMkLst>
          <pc:docMk/>
          <pc:sldMk cId="3259399157" sldId="316"/>
        </pc:sldMkLst>
        <pc:spChg chg="mod">
          <ac:chgData name="mukul maheshwari" userId="12cb43e2ca5f0d2c" providerId="LiveId" clId="{771D35AD-4715-4301-979B-0CEBFD3D1244}" dt="2026-04-24T20:36:13.732" v="13" actId="20577"/>
          <ac:spMkLst>
            <pc:docMk/>
            <pc:sldMk cId="3259399157" sldId="316"/>
            <ac:spMk id="2" creationId="{33FDC294-8D28-09E2-4197-E7C972717EFD}"/>
          </ac:spMkLst>
        </pc:spChg>
        <pc:spChg chg="mod">
          <ac:chgData name="mukul maheshwari" userId="12cb43e2ca5f0d2c" providerId="LiveId" clId="{771D35AD-4715-4301-979B-0CEBFD3D1244}" dt="2026-04-24T20:37:04.806" v="37" actId="27636"/>
          <ac:spMkLst>
            <pc:docMk/>
            <pc:sldMk cId="3259399157" sldId="316"/>
            <ac:spMk id="3" creationId="{9A20A1E7-05D9-714C-9A0D-0DEE32614316}"/>
          </ac:spMkLst>
        </pc:spChg>
      </pc:sldChg>
      <pc:sldChg chg="addSp delSp modSp new mod setBg">
        <pc:chgData name="mukul maheshwari" userId="12cb43e2ca5f0d2c" providerId="LiveId" clId="{771D35AD-4715-4301-979B-0CEBFD3D1244}" dt="2026-04-24T20:37:56.096" v="67" actId="12269"/>
        <pc:sldMkLst>
          <pc:docMk/>
          <pc:sldMk cId="1062968457" sldId="317"/>
        </pc:sldMkLst>
        <pc:spChg chg="mod">
          <ac:chgData name="mukul maheshwari" userId="12cb43e2ca5f0d2c" providerId="LiveId" clId="{771D35AD-4715-4301-979B-0CEBFD3D1244}" dt="2026-04-24T20:37:46.832" v="66" actId="26606"/>
          <ac:spMkLst>
            <pc:docMk/>
            <pc:sldMk cId="1062968457" sldId="317"/>
            <ac:spMk id="2" creationId="{7C408FA9-FEB4-D27B-6633-B1C6073E82E3}"/>
          </ac:spMkLst>
        </pc:spChg>
        <pc:spChg chg="add del mod">
          <ac:chgData name="mukul maheshwari" userId="12cb43e2ca5f0d2c" providerId="LiveId" clId="{771D35AD-4715-4301-979B-0CEBFD3D1244}" dt="2026-04-24T20:37:46.832" v="66" actId="26606"/>
          <ac:spMkLst>
            <pc:docMk/>
            <pc:sldMk cId="1062968457" sldId="317"/>
            <ac:spMk id="3" creationId="{CAF51A7F-2E4E-1436-E7D8-F3EA12FDC520}"/>
          </ac:spMkLst>
        </pc:spChg>
        <pc:spChg chg="add del">
          <ac:chgData name="mukul maheshwari" userId="12cb43e2ca5f0d2c" providerId="LiveId" clId="{771D35AD-4715-4301-979B-0CEBFD3D1244}" dt="2026-04-24T20:37:46.747" v="65" actId="26606"/>
          <ac:spMkLst>
            <pc:docMk/>
            <pc:sldMk cId="1062968457" sldId="317"/>
            <ac:spMk id="9" creationId="{6B0479F5-59EA-43F3-BAFC-2606376EB662}"/>
          </ac:spMkLst>
        </pc:spChg>
        <pc:spChg chg="add">
          <ac:chgData name="mukul maheshwari" userId="12cb43e2ca5f0d2c" providerId="LiveId" clId="{771D35AD-4715-4301-979B-0CEBFD3D1244}" dt="2026-04-24T20:37:46.832" v="66" actId="26606"/>
          <ac:spMkLst>
            <pc:docMk/>
            <pc:sldMk cId="1062968457" sldId="317"/>
            <ac:spMk id="11" creationId="{6B0479F5-59EA-43F3-BAFC-2606376EB662}"/>
          </ac:spMkLst>
        </pc:spChg>
        <pc:graphicFrameChg chg="add del">
          <ac:chgData name="mukul maheshwari" userId="12cb43e2ca5f0d2c" providerId="LiveId" clId="{771D35AD-4715-4301-979B-0CEBFD3D1244}" dt="2026-04-24T20:37:46.747" v="65" actId="26606"/>
          <ac:graphicFrameMkLst>
            <pc:docMk/>
            <pc:sldMk cId="1062968457" sldId="317"/>
            <ac:graphicFrameMk id="5" creationId="{5B261665-EBCB-B2ED-9D3A-D8E9211947A8}"/>
          </ac:graphicFrameMkLst>
        </pc:graphicFrameChg>
        <pc:graphicFrameChg chg="add mod">
          <ac:chgData name="mukul maheshwari" userId="12cb43e2ca5f0d2c" providerId="LiveId" clId="{771D35AD-4715-4301-979B-0CEBFD3D1244}" dt="2026-04-24T20:37:56.096" v="67" actId="12269"/>
          <ac:graphicFrameMkLst>
            <pc:docMk/>
            <pc:sldMk cId="1062968457" sldId="317"/>
            <ac:graphicFrameMk id="12" creationId="{59FA40E4-506A-7BDC-936D-2FB7D0C522F9}"/>
          </ac:graphicFrameMkLst>
        </pc:graphicFrameChg>
      </pc:sldChg>
      <pc:sldChg chg="addSp delSp modSp new mod setBg">
        <pc:chgData name="mukul maheshwari" userId="12cb43e2ca5f0d2c" providerId="LiveId" clId="{771D35AD-4715-4301-979B-0CEBFD3D1244}" dt="2026-04-24T20:39:02.563" v="104" actId="12100"/>
        <pc:sldMkLst>
          <pc:docMk/>
          <pc:sldMk cId="1372401297" sldId="318"/>
        </pc:sldMkLst>
        <pc:spChg chg="mod">
          <ac:chgData name="mukul maheshwari" userId="12cb43e2ca5f0d2c" providerId="LiveId" clId="{771D35AD-4715-4301-979B-0CEBFD3D1244}" dt="2026-04-24T20:38:41.823" v="103" actId="26606"/>
          <ac:spMkLst>
            <pc:docMk/>
            <pc:sldMk cId="1372401297" sldId="318"/>
            <ac:spMk id="2" creationId="{B68251D9-3128-846D-F104-3D45F1B6B395}"/>
          </ac:spMkLst>
        </pc:spChg>
        <pc:spChg chg="del mod">
          <ac:chgData name="mukul maheshwari" userId="12cb43e2ca5f0d2c" providerId="LiveId" clId="{771D35AD-4715-4301-979B-0CEBFD3D1244}" dt="2026-04-24T20:38:41.823" v="103" actId="26606"/>
          <ac:spMkLst>
            <pc:docMk/>
            <pc:sldMk cId="1372401297" sldId="318"/>
            <ac:spMk id="3" creationId="{055D7B78-CA8B-1A73-5730-977FE6CB85F9}"/>
          </ac:spMkLst>
        </pc:spChg>
        <pc:spChg chg="add">
          <ac:chgData name="mukul maheshwari" userId="12cb43e2ca5f0d2c" providerId="LiveId" clId="{771D35AD-4715-4301-979B-0CEBFD3D1244}" dt="2026-04-24T20:38:41.823" v="103" actId="26606"/>
          <ac:spMkLst>
            <pc:docMk/>
            <pc:sldMk cId="1372401297" sldId="318"/>
            <ac:spMk id="9" creationId="{6B0479F5-59EA-43F3-BAFC-2606376EB662}"/>
          </ac:spMkLst>
        </pc:spChg>
        <pc:graphicFrameChg chg="add mod">
          <ac:chgData name="mukul maheshwari" userId="12cb43e2ca5f0d2c" providerId="LiveId" clId="{771D35AD-4715-4301-979B-0CEBFD3D1244}" dt="2026-04-24T20:39:02.563" v="104" actId="12100"/>
          <ac:graphicFrameMkLst>
            <pc:docMk/>
            <pc:sldMk cId="1372401297" sldId="318"/>
            <ac:graphicFrameMk id="5" creationId="{25147524-2796-C6A3-34F5-A4DEC01295D6}"/>
          </ac:graphicFrameMkLst>
        </pc:graphicFrameChg>
      </pc:sldChg>
      <pc:sldChg chg="modSp new mod">
        <pc:chgData name="mukul maheshwari" userId="12cb43e2ca5f0d2c" providerId="LiveId" clId="{771D35AD-4715-4301-979B-0CEBFD3D1244}" dt="2026-04-24T20:40:58.955" v="153" actId="20577"/>
        <pc:sldMkLst>
          <pc:docMk/>
          <pc:sldMk cId="111207077" sldId="319"/>
        </pc:sldMkLst>
        <pc:spChg chg="mod">
          <ac:chgData name="mukul maheshwari" userId="12cb43e2ca5f0d2c" providerId="LiveId" clId="{771D35AD-4715-4301-979B-0CEBFD3D1244}" dt="2026-04-24T20:40:43.375" v="145" actId="1076"/>
          <ac:spMkLst>
            <pc:docMk/>
            <pc:sldMk cId="111207077" sldId="319"/>
            <ac:spMk id="2" creationId="{73AB3933-E05B-C05A-5055-445C053B27F2}"/>
          </ac:spMkLst>
        </pc:spChg>
        <pc:spChg chg="mod">
          <ac:chgData name="mukul maheshwari" userId="12cb43e2ca5f0d2c" providerId="LiveId" clId="{771D35AD-4715-4301-979B-0CEBFD3D1244}" dt="2026-04-24T20:40:58.955" v="153" actId="20577"/>
          <ac:spMkLst>
            <pc:docMk/>
            <pc:sldMk cId="111207077" sldId="319"/>
            <ac:spMk id="3" creationId="{817E29DE-7661-59B3-56BF-EDCE20122041}"/>
          </ac:spMkLst>
        </pc:spChg>
      </pc:sldChg>
      <pc:sldChg chg="addSp delSp modSp new mod setBg">
        <pc:chgData name="mukul maheshwari" userId="12cb43e2ca5f0d2c" providerId="LiveId" clId="{771D35AD-4715-4301-979B-0CEBFD3D1244}" dt="2026-04-24T20:44:45.479" v="229" actId="14100"/>
        <pc:sldMkLst>
          <pc:docMk/>
          <pc:sldMk cId="2525689723" sldId="320"/>
        </pc:sldMkLst>
        <pc:spChg chg="mod">
          <ac:chgData name="mukul maheshwari" userId="12cb43e2ca5f0d2c" providerId="LiveId" clId="{771D35AD-4715-4301-979B-0CEBFD3D1244}" dt="2026-04-24T20:44:45.479" v="229" actId="14100"/>
          <ac:spMkLst>
            <pc:docMk/>
            <pc:sldMk cId="2525689723" sldId="320"/>
            <ac:spMk id="2" creationId="{76339411-60D9-FF0F-0552-352CB748FB2A}"/>
          </ac:spMkLst>
        </pc:spChg>
        <pc:spChg chg="del mod">
          <ac:chgData name="mukul maheshwari" userId="12cb43e2ca5f0d2c" providerId="LiveId" clId="{771D35AD-4715-4301-979B-0CEBFD3D1244}" dt="2026-04-24T20:41:51.308" v="180" actId="26606"/>
          <ac:spMkLst>
            <pc:docMk/>
            <pc:sldMk cId="2525689723" sldId="320"/>
            <ac:spMk id="3" creationId="{560B2244-BA47-9B8B-E7D4-07EA335C59E7}"/>
          </ac:spMkLst>
        </pc:spChg>
        <pc:spChg chg="add">
          <ac:chgData name="mukul maheshwari" userId="12cb43e2ca5f0d2c" providerId="LiveId" clId="{771D35AD-4715-4301-979B-0CEBFD3D1244}" dt="2026-04-24T20:41:51.308" v="180" actId="26606"/>
          <ac:spMkLst>
            <pc:docMk/>
            <pc:sldMk cId="2525689723" sldId="320"/>
            <ac:spMk id="9" creationId="{60DB02BD-FF61-4042-BC21-4EFF543EC0C3}"/>
          </ac:spMkLst>
        </pc:spChg>
        <pc:spChg chg="add">
          <ac:chgData name="mukul maheshwari" userId="12cb43e2ca5f0d2c" providerId="LiveId" clId="{771D35AD-4715-4301-979B-0CEBFD3D1244}" dt="2026-04-24T20:41:51.308" v="180" actId="26606"/>
          <ac:spMkLst>
            <pc:docMk/>
            <pc:sldMk cId="2525689723" sldId="320"/>
            <ac:spMk id="11" creationId="{5811A85E-38EA-465A-84F9-6230CF743E76}"/>
          </ac:spMkLst>
        </pc:spChg>
        <pc:spChg chg="add">
          <ac:chgData name="mukul maheshwari" userId="12cb43e2ca5f0d2c" providerId="LiveId" clId="{771D35AD-4715-4301-979B-0CEBFD3D1244}" dt="2026-04-24T20:41:51.308" v="180" actId="26606"/>
          <ac:spMkLst>
            <pc:docMk/>
            <pc:sldMk cId="2525689723" sldId="320"/>
            <ac:spMk id="13" creationId="{866290A3-7E80-441D-AA1E-5263326B1657}"/>
          </ac:spMkLst>
        </pc:spChg>
        <pc:graphicFrameChg chg="add">
          <ac:chgData name="mukul maheshwari" userId="12cb43e2ca5f0d2c" providerId="LiveId" clId="{771D35AD-4715-4301-979B-0CEBFD3D1244}" dt="2026-04-24T20:41:51.308" v="180" actId="26606"/>
          <ac:graphicFrameMkLst>
            <pc:docMk/>
            <pc:sldMk cId="2525689723" sldId="320"/>
            <ac:graphicFrameMk id="5" creationId="{13CF613C-1759-483A-C1FE-20AAC1B1E1B0}"/>
          </ac:graphicFrameMkLst>
        </pc:graphicFrameChg>
      </pc:sldChg>
      <pc:sldChg chg="addSp delSp modSp new mod setBg delDesignElem chgLayout">
        <pc:chgData name="mukul maheshwari" userId="12cb43e2ca5f0d2c" providerId="LiveId" clId="{771D35AD-4715-4301-979B-0CEBFD3D1244}" dt="2026-04-24T20:44:35.105" v="228"/>
        <pc:sldMkLst>
          <pc:docMk/>
          <pc:sldMk cId="991320196" sldId="321"/>
        </pc:sldMkLst>
        <pc:spChg chg="mod ord">
          <ac:chgData name="mukul maheshwari" userId="12cb43e2ca5f0d2c" providerId="LiveId" clId="{771D35AD-4715-4301-979B-0CEBFD3D1244}" dt="2026-04-24T20:44:22.655" v="225" actId="207"/>
          <ac:spMkLst>
            <pc:docMk/>
            <pc:sldMk cId="991320196" sldId="321"/>
            <ac:spMk id="2" creationId="{365DF722-814D-3E96-AD45-1A68A8400ABF}"/>
          </ac:spMkLst>
        </pc:spChg>
        <pc:spChg chg="add del">
          <ac:chgData name="mukul maheshwari" userId="12cb43e2ca5f0d2c" providerId="LiveId" clId="{771D35AD-4715-4301-979B-0CEBFD3D1244}" dt="2026-04-24T20:43:49.465" v="219" actId="26606"/>
          <ac:spMkLst>
            <pc:docMk/>
            <pc:sldMk cId="991320196" sldId="321"/>
            <ac:spMk id="3" creationId="{86DABFC2-ED42-5F72-5870-5E605CB7DCDA}"/>
          </ac:spMkLst>
        </pc:spChg>
        <pc:spChg chg="add mod ord">
          <ac:chgData name="mukul maheshwari" userId="12cb43e2ca5f0d2c" providerId="LiveId" clId="{771D35AD-4715-4301-979B-0CEBFD3D1244}" dt="2026-04-24T20:44:22.655" v="225" actId="207"/>
          <ac:spMkLst>
            <pc:docMk/>
            <pc:sldMk cId="991320196" sldId="321"/>
            <ac:spMk id="4" creationId="{E89F23C2-FF3B-0D5E-EABF-C9D495AC6150}"/>
          </ac:spMkLst>
        </pc:spChg>
        <pc:spChg chg="add del">
          <ac:chgData name="mukul maheshwari" userId="12cb43e2ca5f0d2c" providerId="LiveId" clId="{771D35AD-4715-4301-979B-0CEBFD3D1244}" dt="2026-04-24T20:43:45.982" v="216" actId="26606"/>
          <ac:spMkLst>
            <pc:docMk/>
            <pc:sldMk cId="991320196" sldId="321"/>
            <ac:spMk id="9" creationId="{9B37791B-B040-4694-BFDC-8DD132D86E8E}"/>
          </ac:spMkLst>
        </pc:spChg>
        <pc:spChg chg="add del">
          <ac:chgData name="mukul maheshwari" userId="12cb43e2ca5f0d2c" providerId="LiveId" clId="{771D35AD-4715-4301-979B-0CEBFD3D1244}" dt="2026-04-24T20:43:45.982" v="216" actId="26606"/>
          <ac:spMkLst>
            <pc:docMk/>
            <pc:sldMk cId="991320196" sldId="321"/>
            <ac:spMk id="11" creationId="{117E1A5F-4E44-495B-9C48-A5314F5BAF0F}"/>
          </ac:spMkLst>
        </pc:spChg>
        <pc:spChg chg="add del">
          <ac:chgData name="mukul maheshwari" userId="12cb43e2ca5f0d2c" providerId="LiveId" clId="{771D35AD-4715-4301-979B-0CEBFD3D1244}" dt="2026-04-24T20:43:49.423" v="218" actId="26606"/>
          <ac:spMkLst>
            <pc:docMk/>
            <pc:sldMk cId="991320196" sldId="321"/>
            <ac:spMk id="13" creationId="{9B37791B-B040-4694-BFDC-8DD132D86E8E}"/>
          </ac:spMkLst>
        </pc:spChg>
        <pc:spChg chg="add del">
          <ac:chgData name="mukul maheshwari" userId="12cb43e2ca5f0d2c" providerId="LiveId" clId="{771D35AD-4715-4301-979B-0CEBFD3D1244}" dt="2026-04-24T20:43:49.423" v="218" actId="26606"/>
          <ac:spMkLst>
            <pc:docMk/>
            <pc:sldMk cId="991320196" sldId="321"/>
            <ac:spMk id="15" creationId="{A5761B15-C433-40FE-BB67-ECF17E50A618}"/>
          </ac:spMkLst>
        </pc:spChg>
        <pc:spChg chg="add del">
          <ac:chgData name="mukul maheshwari" userId="12cb43e2ca5f0d2c" providerId="LiveId" clId="{771D35AD-4715-4301-979B-0CEBFD3D1244}" dt="2026-04-24T20:43:59.458" v="220" actId="700"/>
          <ac:spMkLst>
            <pc:docMk/>
            <pc:sldMk cId="991320196" sldId="321"/>
            <ac:spMk id="17" creationId="{9B37791B-B040-4694-BFDC-8DD132D86E8E}"/>
          </ac:spMkLst>
        </pc:spChg>
        <pc:spChg chg="add del">
          <ac:chgData name="mukul maheshwari" userId="12cb43e2ca5f0d2c" providerId="LiveId" clId="{771D35AD-4715-4301-979B-0CEBFD3D1244}" dt="2026-04-24T20:43:59.458" v="220" actId="700"/>
          <ac:spMkLst>
            <pc:docMk/>
            <pc:sldMk cId="991320196" sldId="321"/>
            <ac:spMk id="19" creationId="{117E1A5F-4E44-495B-9C48-A5314F5BAF0F}"/>
          </ac:spMkLst>
        </pc:spChg>
        <pc:picChg chg="add del">
          <ac:chgData name="mukul maheshwari" userId="12cb43e2ca5f0d2c" providerId="LiveId" clId="{771D35AD-4715-4301-979B-0CEBFD3D1244}" dt="2026-04-24T20:43:45.982" v="216" actId="26606"/>
          <ac:picMkLst>
            <pc:docMk/>
            <pc:sldMk cId="991320196" sldId="321"/>
            <ac:picMk id="5" creationId="{E7592A5B-0166-EAA1-EA5B-BBD64D68E648}"/>
          </ac:picMkLst>
        </pc:picChg>
        <pc:picChg chg="add del">
          <ac:chgData name="mukul maheshwari" userId="12cb43e2ca5f0d2c" providerId="LiveId" clId="{771D35AD-4715-4301-979B-0CEBFD3D1244}" dt="2026-04-24T20:43:49.423" v="218" actId="26606"/>
          <ac:picMkLst>
            <pc:docMk/>
            <pc:sldMk cId="991320196" sldId="321"/>
            <ac:picMk id="14" creationId="{EF88FB91-EF81-1143-BB13-DC292D8644C7}"/>
          </ac:picMkLst>
        </pc:picChg>
        <pc:picChg chg="add del">
          <ac:chgData name="mukul maheshwari" userId="12cb43e2ca5f0d2c" providerId="LiveId" clId="{771D35AD-4715-4301-979B-0CEBFD3D1244}" dt="2026-04-24T20:44:16.977" v="224" actId="21"/>
          <ac:picMkLst>
            <pc:docMk/>
            <pc:sldMk cId="991320196" sldId="321"/>
            <ac:picMk id="18" creationId="{E7592A5B-0166-EAA1-EA5B-BBD64D68E648}"/>
          </ac:picMkLst>
        </pc:picChg>
      </pc:sldChg>
      <pc:sldChg chg="addSp modSp new mod setBg">
        <pc:chgData name="mukul maheshwari" userId="12cb43e2ca5f0d2c" providerId="LiveId" clId="{771D35AD-4715-4301-979B-0CEBFD3D1244}" dt="2026-04-24T20:45:28.133" v="237" actId="26606"/>
        <pc:sldMkLst>
          <pc:docMk/>
          <pc:sldMk cId="3346715757" sldId="322"/>
        </pc:sldMkLst>
        <pc:spChg chg="mod">
          <ac:chgData name="mukul maheshwari" userId="12cb43e2ca5f0d2c" providerId="LiveId" clId="{771D35AD-4715-4301-979B-0CEBFD3D1244}" dt="2026-04-24T20:45:28.133" v="237" actId="26606"/>
          <ac:spMkLst>
            <pc:docMk/>
            <pc:sldMk cId="3346715757" sldId="322"/>
            <ac:spMk id="2" creationId="{338B12B3-F9E4-3E4F-6D97-C164EBB59830}"/>
          </ac:spMkLst>
        </pc:spChg>
        <pc:spChg chg="mod">
          <ac:chgData name="mukul maheshwari" userId="12cb43e2ca5f0d2c" providerId="LiveId" clId="{771D35AD-4715-4301-979B-0CEBFD3D1244}" dt="2026-04-24T20:45:28.133" v="237" actId="26606"/>
          <ac:spMkLst>
            <pc:docMk/>
            <pc:sldMk cId="3346715757" sldId="322"/>
            <ac:spMk id="3" creationId="{2609E23F-D3CB-A30C-69B3-42128B71A184}"/>
          </ac:spMkLst>
        </pc:spChg>
        <pc:spChg chg="add">
          <ac:chgData name="mukul maheshwari" userId="12cb43e2ca5f0d2c" providerId="LiveId" clId="{771D35AD-4715-4301-979B-0CEBFD3D1244}" dt="2026-04-24T20:45:28.133" v="237" actId="26606"/>
          <ac:spMkLst>
            <pc:docMk/>
            <pc:sldMk cId="3346715757" sldId="322"/>
            <ac:spMk id="9" creationId="{B95B9BA8-1D69-4796-85F5-B6D0BD52354B}"/>
          </ac:spMkLst>
        </pc:spChg>
        <pc:spChg chg="add">
          <ac:chgData name="mukul maheshwari" userId="12cb43e2ca5f0d2c" providerId="LiveId" clId="{771D35AD-4715-4301-979B-0CEBFD3D1244}" dt="2026-04-24T20:45:28.133" v="237" actId="26606"/>
          <ac:spMkLst>
            <pc:docMk/>
            <pc:sldMk cId="3346715757" sldId="322"/>
            <ac:spMk id="11" creationId="{D891F8D6-850A-4554-AF0F-FC18D0F9D59A}"/>
          </ac:spMkLst>
        </pc:spChg>
        <pc:spChg chg="add">
          <ac:chgData name="mukul maheshwari" userId="12cb43e2ca5f0d2c" providerId="LiveId" clId="{771D35AD-4715-4301-979B-0CEBFD3D1244}" dt="2026-04-24T20:45:28.133" v="237" actId="26606"/>
          <ac:spMkLst>
            <pc:docMk/>
            <pc:sldMk cId="3346715757" sldId="322"/>
            <ac:spMk id="13" creationId="{801843F1-9A50-4D34-96E0-A5E4E744383F}"/>
          </ac:spMkLst>
        </pc:spChg>
        <pc:picChg chg="add">
          <ac:chgData name="mukul maheshwari" userId="12cb43e2ca5f0d2c" providerId="LiveId" clId="{771D35AD-4715-4301-979B-0CEBFD3D1244}" dt="2026-04-24T20:45:28.133" v="237" actId="26606"/>
          <ac:picMkLst>
            <pc:docMk/>
            <pc:sldMk cId="3346715757" sldId="322"/>
            <ac:picMk id="5" creationId="{6508CEBF-0EFD-0CDA-2F74-753D5833A7A8}"/>
          </ac:picMkLst>
        </pc:picChg>
      </pc:sldChg>
      <pc:sldChg chg="addSp modSp new mod setBg">
        <pc:chgData name="mukul maheshwari" userId="12cb43e2ca5f0d2c" providerId="LiveId" clId="{771D35AD-4715-4301-979B-0CEBFD3D1244}" dt="2026-04-24T20:46:33.308" v="272" actId="26606"/>
        <pc:sldMkLst>
          <pc:docMk/>
          <pc:sldMk cId="2391046722" sldId="323"/>
        </pc:sldMkLst>
        <pc:spChg chg="mod">
          <ac:chgData name="mukul maheshwari" userId="12cb43e2ca5f0d2c" providerId="LiveId" clId="{771D35AD-4715-4301-979B-0CEBFD3D1244}" dt="2026-04-24T20:46:33.308" v="272" actId="26606"/>
          <ac:spMkLst>
            <pc:docMk/>
            <pc:sldMk cId="2391046722" sldId="323"/>
            <ac:spMk id="2" creationId="{F2E75D53-5B2F-7AD7-F79E-DF2E66AD9FB7}"/>
          </ac:spMkLst>
        </pc:spChg>
        <pc:spChg chg="mod">
          <ac:chgData name="mukul maheshwari" userId="12cb43e2ca5f0d2c" providerId="LiveId" clId="{771D35AD-4715-4301-979B-0CEBFD3D1244}" dt="2026-04-24T20:46:33.308" v="272" actId="26606"/>
          <ac:spMkLst>
            <pc:docMk/>
            <pc:sldMk cId="2391046722" sldId="323"/>
            <ac:spMk id="3" creationId="{D2BD1E27-515D-BA4E-8C0E-473DC7B83EAF}"/>
          </ac:spMkLst>
        </pc:spChg>
        <pc:spChg chg="add">
          <ac:chgData name="mukul maheshwari" userId="12cb43e2ca5f0d2c" providerId="LiveId" clId="{771D35AD-4715-4301-979B-0CEBFD3D1244}" dt="2026-04-24T20:46:33.308" v="272" actId="26606"/>
          <ac:spMkLst>
            <pc:docMk/>
            <pc:sldMk cId="2391046722" sldId="323"/>
            <ac:spMk id="9" creationId="{B95B9BA8-1D69-4796-85F5-B6D0BD52354B}"/>
          </ac:spMkLst>
        </pc:spChg>
        <pc:spChg chg="add">
          <ac:chgData name="mukul maheshwari" userId="12cb43e2ca5f0d2c" providerId="LiveId" clId="{771D35AD-4715-4301-979B-0CEBFD3D1244}" dt="2026-04-24T20:46:33.308" v="272" actId="26606"/>
          <ac:spMkLst>
            <pc:docMk/>
            <pc:sldMk cId="2391046722" sldId="323"/>
            <ac:spMk id="11" creationId="{D891F8D6-850A-4554-AF0F-FC18D0F9D59A}"/>
          </ac:spMkLst>
        </pc:spChg>
        <pc:spChg chg="add">
          <ac:chgData name="mukul maheshwari" userId="12cb43e2ca5f0d2c" providerId="LiveId" clId="{771D35AD-4715-4301-979B-0CEBFD3D1244}" dt="2026-04-24T20:46:33.308" v="272" actId="26606"/>
          <ac:spMkLst>
            <pc:docMk/>
            <pc:sldMk cId="2391046722" sldId="323"/>
            <ac:spMk id="13" creationId="{801843F1-9A50-4D34-96E0-A5E4E744383F}"/>
          </ac:spMkLst>
        </pc:spChg>
        <pc:picChg chg="add">
          <ac:chgData name="mukul maheshwari" userId="12cb43e2ca5f0d2c" providerId="LiveId" clId="{771D35AD-4715-4301-979B-0CEBFD3D1244}" dt="2026-04-24T20:46:33.308" v="272" actId="26606"/>
          <ac:picMkLst>
            <pc:docMk/>
            <pc:sldMk cId="2391046722" sldId="323"/>
            <ac:picMk id="5" creationId="{CCF3FEBB-C77D-76BF-41F9-AAF12FA85EDC}"/>
          </ac:picMkLst>
        </pc:picChg>
      </pc:sldChg>
      <pc:sldChg chg="addSp delSp modSp new mod setBg modClrScheme chgLayout">
        <pc:chgData name="mukul maheshwari" userId="12cb43e2ca5f0d2c" providerId="LiveId" clId="{771D35AD-4715-4301-979B-0CEBFD3D1244}" dt="2026-04-24T20:48:15.682" v="289" actId="26606"/>
        <pc:sldMkLst>
          <pc:docMk/>
          <pc:sldMk cId="3507815034" sldId="324"/>
        </pc:sldMkLst>
        <pc:spChg chg="del mod ord">
          <ac:chgData name="mukul maheshwari" userId="12cb43e2ca5f0d2c" providerId="LiveId" clId="{771D35AD-4715-4301-979B-0CEBFD3D1244}" dt="2026-04-24T20:46:58.327" v="274" actId="700"/>
          <ac:spMkLst>
            <pc:docMk/>
            <pc:sldMk cId="3507815034" sldId="324"/>
            <ac:spMk id="2" creationId="{79095B6B-865D-4DBD-2B39-FB93EA97187C}"/>
          </ac:spMkLst>
        </pc:spChg>
        <pc:spChg chg="del mod ord">
          <ac:chgData name="mukul maheshwari" userId="12cb43e2ca5f0d2c" providerId="LiveId" clId="{771D35AD-4715-4301-979B-0CEBFD3D1244}" dt="2026-04-24T20:46:58.327" v="274" actId="700"/>
          <ac:spMkLst>
            <pc:docMk/>
            <pc:sldMk cId="3507815034" sldId="324"/>
            <ac:spMk id="3" creationId="{E47CD301-949D-CCAC-281D-7025B35CEB25}"/>
          </ac:spMkLst>
        </pc:spChg>
        <pc:spChg chg="add mod ord">
          <ac:chgData name="mukul maheshwari" userId="12cb43e2ca5f0d2c" providerId="LiveId" clId="{771D35AD-4715-4301-979B-0CEBFD3D1244}" dt="2026-04-24T20:48:15.682" v="289" actId="26606"/>
          <ac:spMkLst>
            <pc:docMk/>
            <pc:sldMk cId="3507815034" sldId="324"/>
            <ac:spMk id="4" creationId="{C01EDF40-C10D-8CBF-B16C-2448F0BFF3F3}"/>
          </ac:spMkLst>
        </pc:spChg>
        <pc:spChg chg="add del mod ord">
          <ac:chgData name="mukul maheshwari" userId="12cb43e2ca5f0d2c" providerId="LiveId" clId="{771D35AD-4715-4301-979B-0CEBFD3D1244}" dt="2026-04-24T20:47:25.447" v="276" actId="700"/>
          <ac:spMkLst>
            <pc:docMk/>
            <pc:sldMk cId="3507815034" sldId="324"/>
            <ac:spMk id="5" creationId="{AA4D89D4-6FFD-B335-E547-F79B77718F30}"/>
          </ac:spMkLst>
        </pc:spChg>
        <pc:spChg chg="add del mod ord">
          <ac:chgData name="mukul maheshwari" userId="12cb43e2ca5f0d2c" providerId="LiveId" clId="{771D35AD-4715-4301-979B-0CEBFD3D1244}" dt="2026-04-24T20:47:30.747" v="277" actId="700"/>
          <ac:spMkLst>
            <pc:docMk/>
            <pc:sldMk cId="3507815034" sldId="324"/>
            <ac:spMk id="6" creationId="{A9BF66CE-08AA-9CF3-D5B3-D9FBA72F39F4}"/>
          </ac:spMkLst>
        </pc:spChg>
        <pc:spChg chg="add del mod ord">
          <ac:chgData name="mukul maheshwari" userId="12cb43e2ca5f0d2c" providerId="LiveId" clId="{771D35AD-4715-4301-979B-0CEBFD3D1244}" dt="2026-04-24T20:48:15.682" v="289" actId="26606"/>
          <ac:spMkLst>
            <pc:docMk/>
            <pc:sldMk cId="3507815034" sldId="324"/>
            <ac:spMk id="7" creationId="{2DB9532F-94F3-1E9E-6A6C-F848D3F3F31C}"/>
          </ac:spMkLst>
        </pc:spChg>
        <pc:spChg chg="add">
          <ac:chgData name="mukul maheshwari" userId="12cb43e2ca5f0d2c" providerId="LiveId" clId="{771D35AD-4715-4301-979B-0CEBFD3D1244}" dt="2026-04-24T20:48:15.682" v="289" actId="26606"/>
          <ac:spMkLst>
            <pc:docMk/>
            <pc:sldMk cId="3507815034" sldId="324"/>
            <ac:spMk id="12" creationId="{B95B9BA8-1D69-4796-85F5-B6D0BD52354B}"/>
          </ac:spMkLst>
        </pc:spChg>
        <pc:spChg chg="add">
          <ac:chgData name="mukul maheshwari" userId="12cb43e2ca5f0d2c" providerId="LiveId" clId="{771D35AD-4715-4301-979B-0CEBFD3D1244}" dt="2026-04-24T20:48:15.682" v="289" actId="26606"/>
          <ac:spMkLst>
            <pc:docMk/>
            <pc:sldMk cId="3507815034" sldId="324"/>
            <ac:spMk id="14" creationId="{A9FEAAE4-608F-4DE6-97B4-51573869A30B}"/>
          </ac:spMkLst>
        </pc:spChg>
        <pc:spChg chg="add">
          <ac:chgData name="mukul maheshwari" userId="12cb43e2ca5f0d2c" providerId="LiveId" clId="{771D35AD-4715-4301-979B-0CEBFD3D1244}" dt="2026-04-24T20:48:15.682" v="289" actId="26606"/>
          <ac:spMkLst>
            <pc:docMk/>
            <pc:sldMk cId="3507815034" sldId="324"/>
            <ac:spMk id="15" creationId="{2DB9532F-94F3-1E9E-6A6C-F848D3F3F31C}"/>
          </ac:spMkLst>
        </pc:spChg>
        <pc:grpChg chg="add">
          <ac:chgData name="mukul maheshwari" userId="12cb43e2ca5f0d2c" providerId="LiveId" clId="{771D35AD-4715-4301-979B-0CEBFD3D1244}" dt="2026-04-24T20:48:15.682" v="289" actId="26606"/>
          <ac:grpSpMkLst>
            <pc:docMk/>
            <pc:sldMk cId="3507815034" sldId="324"/>
            <ac:grpSpMk id="16" creationId="{1C03C1F1-33AC-4C16-AD56-DD6382C36967}"/>
          </ac:grpSpMkLst>
        </pc:grpChg>
        <pc:graphicFrameChg chg="add del">
          <ac:chgData name="mukul maheshwari" userId="12cb43e2ca5f0d2c" providerId="LiveId" clId="{771D35AD-4715-4301-979B-0CEBFD3D1244}" dt="2026-04-24T20:47:58.798" v="284" actId="26606"/>
          <ac:graphicFrameMkLst>
            <pc:docMk/>
            <pc:sldMk cId="3507815034" sldId="324"/>
            <ac:graphicFrameMk id="9" creationId="{E74FEF63-69F4-F9D9-24C6-29A64D3A57E6}"/>
          </ac:graphicFrameMkLst>
        </pc:graphicFrameChg>
        <pc:graphicFrameChg chg="add del">
          <ac:chgData name="mukul maheshwari" userId="12cb43e2ca5f0d2c" providerId="LiveId" clId="{771D35AD-4715-4301-979B-0CEBFD3D1244}" dt="2026-04-24T20:48:00.415" v="286" actId="26606"/>
          <ac:graphicFrameMkLst>
            <pc:docMk/>
            <pc:sldMk cId="3507815034" sldId="324"/>
            <ac:graphicFrameMk id="11" creationId="{9A23CCB5-9849-C75C-491A-1A9C11286D11}"/>
          </ac:graphicFrameMkLst>
        </pc:graphicFrameChg>
        <pc:graphicFrameChg chg="add del">
          <ac:chgData name="mukul maheshwari" userId="12cb43e2ca5f0d2c" providerId="LiveId" clId="{771D35AD-4715-4301-979B-0CEBFD3D1244}" dt="2026-04-24T20:48:15.637" v="288" actId="26606"/>
          <ac:graphicFrameMkLst>
            <pc:docMk/>
            <pc:sldMk cId="3507815034" sldId="324"/>
            <ac:graphicFrameMk id="13" creationId="{6EB60BCF-5CE8-537E-94A9-523B3F38A449}"/>
          </ac:graphicFrameMkLst>
        </pc:graphicFrameChg>
      </pc:sldChg>
      <pc:sldChg chg="addSp delSp modSp new mod setBg">
        <pc:chgData name="mukul maheshwari" userId="12cb43e2ca5f0d2c" providerId="LiveId" clId="{771D35AD-4715-4301-979B-0CEBFD3D1244}" dt="2026-04-24T20:48:30.122" v="298" actId="26606"/>
        <pc:sldMkLst>
          <pc:docMk/>
          <pc:sldMk cId="511054798" sldId="325"/>
        </pc:sldMkLst>
        <pc:spChg chg="mod">
          <ac:chgData name="mukul maheshwari" userId="12cb43e2ca5f0d2c" providerId="LiveId" clId="{771D35AD-4715-4301-979B-0CEBFD3D1244}" dt="2026-04-24T20:48:30.122" v="298" actId="26606"/>
          <ac:spMkLst>
            <pc:docMk/>
            <pc:sldMk cId="511054798" sldId="325"/>
            <ac:spMk id="2" creationId="{5EF75BBD-1739-12C7-ACF4-BC6B9FF0452C}"/>
          </ac:spMkLst>
        </pc:spChg>
        <pc:spChg chg="del">
          <ac:chgData name="mukul maheshwari" userId="12cb43e2ca5f0d2c" providerId="LiveId" clId="{771D35AD-4715-4301-979B-0CEBFD3D1244}" dt="2026-04-24T20:48:25.953" v="297" actId="478"/>
          <ac:spMkLst>
            <pc:docMk/>
            <pc:sldMk cId="511054798" sldId="325"/>
            <ac:spMk id="3" creationId="{83DDF541-83D6-6F8D-4C5B-FBBCFAC67185}"/>
          </ac:spMkLst>
        </pc:spChg>
        <pc:spChg chg="add">
          <ac:chgData name="mukul maheshwari" userId="12cb43e2ca5f0d2c" providerId="LiveId" clId="{771D35AD-4715-4301-979B-0CEBFD3D1244}" dt="2026-04-24T20:48:30.122" v="298" actId="26606"/>
          <ac:spMkLst>
            <pc:docMk/>
            <pc:sldMk cId="511054798" sldId="325"/>
            <ac:spMk id="7" creationId="{C5486FEF-95C5-433A-8B8C-9C07A3C3881D}"/>
          </ac:spMkLst>
        </pc:spChg>
        <pc:spChg chg="add">
          <ac:chgData name="mukul maheshwari" userId="12cb43e2ca5f0d2c" providerId="LiveId" clId="{771D35AD-4715-4301-979B-0CEBFD3D1244}" dt="2026-04-24T20:48:30.122" v="298" actId="26606"/>
          <ac:spMkLst>
            <pc:docMk/>
            <pc:sldMk cId="511054798" sldId="325"/>
            <ac:spMk id="9" creationId="{1E12D6AD-7096-45BB-9C02-468B2704C158}"/>
          </ac:spMkLst>
        </pc:spChg>
        <pc:spChg chg="add">
          <ac:chgData name="mukul maheshwari" userId="12cb43e2ca5f0d2c" providerId="LiveId" clId="{771D35AD-4715-4301-979B-0CEBFD3D1244}" dt="2026-04-24T20:48:30.122" v="298" actId="26606"/>
          <ac:spMkLst>
            <pc:docMk/>
            <pc:sldMk cId="511054798" sldId="325"/>
            <ac:spMk id="11" creationId="{39953252-97DE-4766-B2F6-E4FDA2FDA6A5}"/>
          </ac:spMkLst>
        </pc:spChg>
      </pc:sldChg>
    </pc:docChg>
  </pc:docChgLst>
</pc:chgInfo>
</file>

<file path=ppt/diagrams/_rels/data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svg"/><Relationship Id="rId1" Type="http://schemas.openxmlformats.org/officeDocument/2006/relationships/image" Target="../media/image20.svg"/><Relationship Id="rId4" Type="http://schemas.openxmlformats.org/officeDocument/2006/relationships/image" Target="../media/image23.svg"/></Relationships>
</file>

<file path=ppt/diagrams/_rels/data9.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svg"/><Relationship Id="rId1" Type="http://schemas.openxmlformats.org/officeDocument/2006/relationships/image" Target="../media/image25.svg"/></Relationships>
</file>

<file path=ppt/diagrams/_rels/data10.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svg"/><Relationship Id="rId1" Type="http://schemas.openxmlformats.org/officeDocument/2006/relationships/image" Target="../media/image28.svg"/><Relationship Id="rId5" Type="http://schemas.openxmlformats.org/officeDocument/2006/relationships/image" Target="../media/image32.svg"/><Relationship Id="rId4" Type="http://schemas.openxmlformats.org/officeDocument/2006/relationships/image" Target="../media/image31.svg"/></Relationships>
</file>

<file path=ppt/diagrams/_rels/drawing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svg"/><Relationship Id="rId1" Type="http://schemas.openxmlformats.org/officeDocument/2006/relationships/image" Target="../media/image20.svg"/><Relationship Id="rId4" Type="http://schemas.openxmlformats.org/officeDocument/2006/relationships/image" Target="../media/image23.svg"/></Relationships>
</file>

<file path=ppt/diagrams/_rels/drawing9.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svg"/><Relationship Id="rId1" Type="http://schemas.openxmlformats.org/officeDocument/2006/relationships/image" Target="../media/image25.svg"/></Relationships>
</file>

<file path=ppt/diagrams/_rels/drawing10.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svg"/><Relationship Id="rId1" Type="http://schemas.openxmlformats.org/officeDocument/2006/relationships/image" Target="../media/image28.svg"/><Relationship Id="rId5" Type="http://schemas.openxmlformats.org/officeDocument/2006/relationships/image" Target="../media/image32.svg"/><Relationship Id="rId4" Type="http://schemas.openxmlformats.org/officeDocument/2006/relationships/image" Target="../media/image31.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DC7BE23-EADB-40CA-922F-4AF4DB4EF4F5}" type="doc">
      <dgm:prSet loTypeId="urn:microsoft.com/office/officeart/2005/8/layout/vList5" loCatId="list" qsTypeId="urn:microsoft.com/office/officeart/2005/8/quickstyle/simple1" qsCatId="simple" csTypeId="urn:microsoft.com/office/officeart/2005/8/colors/colorful1" csCatId="colorful" phldr="1"/>
      <dgm:spPr/>
      <dgm:t>
        <a:bodyPr/>
        <a:lstStyle/>
        <a:p>
          <a:endParaRPr lang="en-US"/>
        </a:p>
      </dgm:t>
    </dgm:pt>
    <dgm:pt modelId="{C0104424-4770-4E0A-839B-76928EB26357}">
      <dgm:prSet/>
      <dgm:spPr/>
      <dgm:t>
        <a:bodyPr/>
        <a:lstStyle/>
        <a:p>
          <a:r>
            <a:rPr lang="en-US" dirty="0"/>
            <a:t>Describe</a:t>
          </a:r>
        </a:p>
      </dgm:t>
    </dgm:pt>
    <dgm:pt modelId="{F55F0078-AE67-4127-9366-5567F873942E}" type="parTrans" cxnId="{0F39A025-D106-4744-9D27-3847D44A2E30}">
      <dgm:prSet/>
      <dgm:spPr/>
      <dgm:t>
        <a:bodyPr/>
        <a:lstStyle/>
        <a:p>
          <a:endParaRPr lang="en-US"/>
        </a:p>
      </dgm:t>
    </dgm:pt>
    <dgm:pt modelId="{709511AD-F5F4-497B-8F63-8640C13A298F}" type="sibTrans" cxnId="{0F39A025-D106-4744-9D27-3847D44A2E30}">
      <dgm:prSet/>
      <dgm:spPr/>
      <dgm:t>
        <a:bodyPr/>
        <a:lstStyle/>
        <a:p>
          <a:endParaRPr lang="en-US"/>
        </a:p>
      </dgm:t>
    </dgm:pt>
    <dgm:pt modelId="{A7209098-1D27-4F3B-9F6F-B6BDA24EBD40}">
      <dgm:prSet/>
      <dgm:spPr/>
      <dgm:t>
        <a:bodyPr/>
        <a:lstStyle/>
        <a:p>
          <a:r>
            <a:rPr lang="en-US" dirty="0"/>
            <a:t>Current malaria epidemiology in India.</a:t>
          </a:r>
        </a:p>
      </dgm:t>
    </dgm:pt>
    <dgm:pt modelId="{7F67AC2F-547F-41EA-8AF1-9CA7A6DE8D58}" type="parTrans" cxnId="{22594E1C-0484-4367-8ACC-F610C292AA84}">
      <dgm:prSet/>
      <dgm:spPr/>
      <dgm:t>
        <a:bodyPr/>
        <a:lstStyle/>
        <a:p>
          <a:endParaRPr lang="en-US"/>
        </a:p>
      </dgm:t>
    </dgm:pt>
    <dgm:pt modelId="{F251B91F-BA3F-4E7B-8B65-57778CF7F654}" type="sibTrans" cxnId="{22594E1C-0484-4367-8ACC-F610C292AA84}">
      <dgm:prSet/>
      <dgm:spPr/>
      <dgm:t>
        <a:bodyPr/>
        <a:lstStyle/>
        <a:p>
          <a:endParaRPr lang="en-US"/>
        </a:p>
      </dgm:t>
    </dgm:pt>
    <dgm:pt modelId="{93B5FE80-39C2-4DF7-B10A-74D51ED54509}">
      <dgm:prSet/>
      <dgm:spPr/>
      <dgm:t>
        <a:bodyPr/>
        <a:lstStyle/>
        <a:p>
          <a:r>
            <a:rPr lang="en-US" dirty="0"/>
            <a:t>Explain</a:t>
          </a:r>
        </a:p>
      </dgm:t>
    </dgm:pt>
    <dgm:pt modelId="{90363A7C-2F1E-4540-BFBF-77C83E38DA24}" type="parTrans" cxnId="{F5E46BE4-D1D9-48D1-BD51-A8CAE7227A0B}">
      <dgm:prSet/>
      <dgm:spPr/>
      <dgm:t>
        <a:bodyPr/>
        <a:lstStyle/>
        <a:p>
          <a:endParaRPr lang="en-US"/>
        </a:p>
      </dgm:t>
    </dgm:pt>
    <dgm:pt modelId="{AE6CB00A-A680-40B0-AD67-919F69C0EAFE}" type="sibTrans" cxnId="{F5E46BE4-D1D9-48D1-BD51-A8CAE7227A0B}">
      <dgm:prSet/>
      <dgm:spPr/>
      <dgm:t>
        <a:bodyPr/>
        <a:lstStyle/>
        <a:p>
          <a:endParaRPr lang="en-US"/>
        </a:p>
      </dgm:t>
    </dgm:pt>
    <dgm:pt modelId="{0FE9AD9C-AB84-4397-BAC3-65DB60F1C09A}">
      <dgm:prSet custT="1"/>
      <dgm:spPr/>
      <dgm:t>
        <a:bodyPr/>
        <a:lstStyle/>
        <a:p>
          <a:r>
            <a:rPr lang="en-US" sz="2200" dirty="0"/>
            <a:t>Structure of the national malaria </a:t>
          </a:r>
          <a:r>
            <a:rPr lang="en-US" sz="2200" dirty="0" err="1"/>
            <a:t>programme</a:t>
          </a:r>
          <a:r>
            <a:rPr lang="en-US" sz="2200" dirty="0"/>
            <a:t>.</a:t>
          </a:r>
        </a:p>
      </dgm:t>
    </dgm:pt>
    <dgm:pt modelId="{4DE49B95-32E6-4D2A-BD1F-3226588B24EF}" type="parTrans" cxnId="{C8F349D4-D9D8-441E-B5C4-279CC015B835}">
      <dgm:prSet/>
      <dgm:spPr/>
      <dgm:t>
        <a:bodyPr/>
        <a:lstStyle/>
        <a:p>
          <a:endParaRPr lang="en-US"/>
        </a:p>
      </dgm:t>
    </dgm:pt>
    <dgm:pt modelId="{C97B64EF-FA83-4F7E-83F9-0160692B73CF}" type="sibTrans" cxnId="{C8F349D4-D9D8-441E-B5C4-279CC015B835}">
      <dgm:prSet/>
      <dgm:spPr/>
      <dgm:t>
        <a:bodyPr/>
        <a:lstStyle/>
        <a:p>
          <a:endParaRPr lang="en-US"/>
        </a:p>
      </dgm:t>
    </dgm:pt>
    <dgm:pt modelId="{4A240B76-0A97-4E5D-B738-218251E662E4}">
      <dgm:prSet/>
      <dgm:spPr/>
      <dgm:t>
        <a:bodyPr/>
        <a:lstStyle/>
        <a:p>
          <a:r>
            <a:rPr lang="en-US" dirty="0"/>
            <a:t>Goals </a:t>
          </a:r>
        </a:p>
      </dgm:t>
    </dgm:pt>
    <dgm:pt modelId="{DB375220-0FA2-4535-AFE5-911B113502D7}" type="parTrans" cxnId="{4AAE658D-13AF-4950-8F44-53C9AE184479}">
      <dgm:prSet/>
      <dgm:spPr/>
      <dgm:t>
        <a:bodyPr/>
        <a:lstStyle/>
        <a:p>
          <a:endParaRPr lang="en-US"/>
        </a:p>
      </dgm:t>
    </dgm:pt>
    <dgm:pt modelId="{51856C13-D01D-4D3C-9B49-9D7E0254B011}" type="sibTrans" cxnId="{4AAE658D-13AF-4950-8F44-53C9AE184479}">
      <dgm:prSet/>
      <dgm:spPr/>
      <dgm:t>
        <a:bodyPr/>
        <a:lstStyle/>
        <a:p>
          <a:endParaRPr lang="en-US"/>
        </a:p>
      </dgm:t>
    </dgm:pt>
    <dgm:pt modelId="{D771A673-6CB5-4A8B-AEFC-6067AD6DFF96}">
      <dgm:prSet custT="1"/>
      <dgm:spPr/>
      <dgm:t>
        <a:bodyPr/>
        <a:lstStyle/>
        <a:p>
          <a:r>
            <a:rPr lang="en-US" sz="2200" dirty="0"/>
            <a:t>India’s major malaria elimination goals &amp; targets.</a:t>
          </a:r>
        </a:p>
      </dgm:t>
    </dgm:pt>
    <dgm:pt modelId="{CCAE4BFB-E73F-4EC1-A259-7A58CDD08990}" type="parTrans" cxnId="{7DEBE6B0-86A8-4592-891B-D4045837948D}">
      <dgm:prSet/>
      <dgm:spPr/>
      <dgm:t>
        <a:bodyPr/>
        <a:lstStyle/>
        <a:p>
          <a:endParaRPr lang="en-US"/>
        </a:p>
      </dgm:t>
    </dgm:pt>
    <dgm:pt modelId="{0DE6AE5F-5FE6-4513-BD43-4D89BAC4CD54}" type="sibTrans" cxnId="{7DEBE6B0-86A8-4592-891B-D4045837948D}">
      <dgm:prSet/>
      <dgm:spPr/>
      <dgm:t>
        <a:bodyPr/>
        <a:lstStyle/>
        <a:p>
          <a:endParaRPr lang="en-US"/>
        </a:p>
      </dgm:t>
    </dgm:pt>
    <dgm:pt modelId="{A8B16FDD-6BCC-49C6-B746-6447A4EFF837}">
      <dgm:prSet/>
      <dgm:spPr/>
      <dgm:t>
        <a:bodyPr/>
        <a:lstStyle/>
        <a:p>
          <a:r>
            <a:rPr lang="en-US" dirty="0"/>
            <a:t>Discuss</a:t>
          </a:r>
        </a:p>
      </dgm:t>
    </dgm:pt>
    <dgm:pt modelId="{74DE5D78-343B-4E0D-A2B3-3C08ED1E12D0}" type="parTrans" cxnId="{527CA47A-3989-4460-A792-31D318D16032}">
      <dgm:prSet/>
      <dgm:spPr/>
      <dgm:t>
        <a:bodyPr/>
        <a:lstStyle/>
        <a:p>
          <a:endParaRPr lang="en-US"/>
        </a:p>
      </dgm:t>
    </dgm:pt>
    <dgm:pt modelId="{6E2F0086-3897-4B80-AE79-1D72FF911933}" type="sibTrans" cxnId="{527CA47A-3989-4460-A792-31D318D16032}">
      <dgm:prSet/>
      <dgm:spPr/>
      <dgm:t>
        <a:bodyPr/>
        <a:lstStyle/>
        <a:p>
          <a:endParaRPr lang="en-US"/>
        </a:p>
      </dgm:t>
    </dgm:pt>
    <dgm:pt modelId="{FA53EAD3-2BE7-4F8D-A5A1-27138A96AF08}">
      <dgm:prSet custT="1"/>
      <dgm:spPr/>
      <dgm:t>
        <a:bodyPr/>
        <a:lstStyle/>
        <a:p>
          <a:r>
            <a:rPr lang="en-US" sz="2200" dirty="0"/>
            <a:t>Surveillance As the core intervention for elimination.</a:t>
          </a:r>
        </a:p>
      </dgm:t>
    </dgm:pt>
    <dgm:pt modelId="{3658B2B5-2552-4374-B6F3-54B06A650E95}" type="parTrans" cxnId="{FA9986B7-BDAB-4864-A10E-799D4F4588DA}">
      <dgm:prSet/>
      <dgm:spPr/>
      <dgm:t>
        <a:bodyPr/>
        <a:lstStyle/>
        <a:p>
          <a:endParaRPr lang="en-US"/>
        </a:p>
      </dgm:t>
    </dgm:pt>
    <dgm:pt modelId="{888B56AC-A640-4A3A-B2C7-A46DEDE1397D}" type="sibTrans" cxnId="{FA9986B7-BDAB-4864-A10E-799D4F4588DA}">
      <dgm:prSet/>
      <dgm:spPr/>
      <dgm:t>
        <a:bodyPr/>
        <a:lstStyle/>
        <a:p>
          <a:endParaRPr lang="en-US"/>
        </a:p>
      </dgm:t>
    </dgm:pt>
    <dgm:pt modelId="{9CA5EBFC-8FD8-4F98-B43B-35AB4537903A}">
      <dgm:prSet/>
      <dgm:spPr/>
      <dgm:t>
        <a:bodyPr/>
        <a:lstStyle/>
        <a:p>
          <a:r>
            <a:rPr lang="en-US" dirty="0"/>
            <a:t>Outline</a:t>
          </a:r>
        </a:p>
      </dgm:t>
    </dgm:pt>
    <dgm:pt modelId="{22466855-190A-4846-A605-FFD44E69E60D}" type="parTrans" cxnId="{E961973B-8C74-49A3-8886-A1A85B6366C3}">
      <dgm:prSet/>
      <dgm:spPr/>
      <dgm:t>
        <a:bodyPr/>
        <a:lstStyle/>
        <a:p>
          <a:endParaRPr lang="en-US"/>
        </a:p>
      </dgm:t>
    </dgm:pt>
    <dgm:pt modelId="{D347BC22-6736-4DBE-A3BB-AD6EC1820EC6}" type="sibTrans" cxnId="{E961973B-8C74-49A3-8886-A1A85B6366C3}">
      <dgm:prSet/>
      <dgm:spPr/>
      <dgm:t>
        <a:bodyPr/>
        <a:lstStyle/>
        <a:p>
          <a:endParaRPr lang="en-US"/>
        </a:p>
      </dgm:t>
    </dgm:pt>
    <dgm:pt modelId="{F541B83A-E314-4494-868C-03E5AB2C4914}">
      <dgm:prSet custT="1"/>
      <dgm:spPr/>
      <dgm:t>
        <a:bodyPr/>
        <a:lstStyle/>
        <a:p>
          <a:r>
            <a:rPr lang="en-US" sz="2200" dirty="0"/>
            <a:t>Key entomological principles And vector control strategies.</a:t>
          </a:r>
        </a:p>
      </dgm:t>
    </dgm:pt>
    <dgm:pt modelId="{D9F9B422-BC1F-4C5F-A5F8-D35A4C14066B}" type="parTrans" cxnId="{740AD536-DBF9-48A0-842B-AC7B78006B0B}">
      <dgm:prSet/>
      <dgm:spPr/>
      <dgm:t>
        <a:bodyPr/>
        <a:lstStyle/>
        <a:p>
          <a:endParaRPr lang="en-US"/>
        </a:p>
      </dgm:t>
    </dgm:pt>
    <dgm:pt modelId="{11F6E4DE-DA69-4767-AAFE-58C579071DF1}" type="sibTrans" cxnId="{740AD536-DBF9-48A0-842B-AC7B78006B0B}">
      <dgm:prSet/>
      <dgm:spPr/>
      <dgm:t>
        <a:bodyPr/>
        <a:lstStyle/>
        <a:p>
          <a:endParaRPr lang="en-US"/>
        </a:p>
      </dgm:t>
    </dgm:pt>
    <dgm:pt modelId="{4A3921AB-BD48-4AE4-ACE2-D2369E64A091}">
      <dgm:prSet/>
      <dgm:spPr/>
      <dgm:t>
        <a:bodyPr/>
        <a:lstStyle/>
        <a:p>
          <a:r>
            <a:rPr lang="en-US" dirty="0"/>
            <a:t>Identify</a:t>
          </a:r>
        </a:p>
      </dgm:t>
    </dgm:pt>
    <dgm:pt modelId="{34A5F005-50B2-4F6A-81DE-D79F8EB24B68}" type="parTrans" cxnId="{C792DE5B-9DDD-484C-B2A2-80AC7EC2B225}">
      <dgm:prSet/>
      <dgm:spPr/>
      <dgm:t>
        <a:bodyPr/>
        <a:lstStyle/>
        <a:p>
          <a:endParaRPr lang="en-US"/>
        </a:p>
      </dgm:t>
    </dgm:pt>
    <dgm:pt modelId="{B063AFE6-7C72-45C0-B334-CC785ADEC222}" type="sibTrans" cxnId="{C792DE5B-9DDD-484C-B2A2-80AC7EC2B225}">
      <dgm:prSet/>
      <dgm:spPr/>
      <dgm:t>
        <a:bodyPr/>
        <a:lstStyle/>
        <a:p>
          <a:endParaRPr lang="en-US"/>
        </a:p>
      </dgm:t>
    </dgm:pt>
    <dgm:pt modelId="{FD4D8B60-2781-4E37-9AD3-E05771F38EF1}">
      <dgm:prSet custT="1"/>
      <dgm:spPr/>
      <dgm:t>
        <a:bodyPr/>
        <a:lstStyle/>
        <a:p>
          <a:r>
            <a:rPr lang="en-US" sz="2200" dirty="0"/>
            <a:t>Major challenges in the last mile toward elimination.</a:t>
          </a:r>
        </a:p>
      </dgm:t>
    </dgm:pt>
    <dgm:pt modelId="{05357130-3400-4BEC-A86F-8616F5716DDC}" type="parTrans" cxnId="{50D0CC77-0291-40D2-8425-B4E83B2B1E07}">
      <dgm:prSet/>
      <dgm:spPr/>
      <dgm:t>
        <a:bodyPr/>
        <a:lstStyle/>
        <a:p>
          <a:endParaRPr lang="en-US"/>
        </a:p>
      </dgm:t>
    </dgm:pt>
    <dgm:pt modelId="{33678CF5-564D-40B6-83F5-0CAC58FDF81E}" type="sibTrans" cxnId="{50D0CC77-0291-40D2-8425-B4E83B2B1E07}">
      <dgm:prSet/>
      <dgm:spPr/>
      <dgm:t>
        <a:bodyPr/>
        <a:lstStyle/>
        <a:p>
          <a:endParaRPr lang="en-US"/>
        </a:p>
      </dgm:t>
    </dgm:pt>
    <dgm:pt modelId="{2E466EF3-B454-49E9-918E-18059ACCA8D4}" type="pres">
      <dgm:prSet presAssocID="{5DC7BE23-EADB-40CA-922F-4AF4DB4EF4F5}" presName="Name0" presStyleCnt="0">
        <dgm:presLayoutVars>
          <dgm:dir/>
          <dgm:animLvl val="lvl"/>
          <dgm:resizeHandles val="exact"/>
        </dgm:presLayoutVars>
      </dgm:prSet>
      <dgm:spPr/>
    </dgm:pt>
    <dgm:pt modelId="{802CE0D0-73CD-48F4-9294-CC75CCF4346F}" type="pres">
      <dgm:prSet presAssocID="{C0104424-4770-4E0A-839B-76928EB26357}" presName="linNode" presStyleCnt="0"/>
      <dgm:spPr/>
    </dgm:pt>
    <dgm:pt modelId="{9644F171-C1D5-40EB-8CA8-2FEFC015DCED}" type="pres">
      <dgm:prSet presAssocID="{C0104424-4770-4E0A-839B-76928EB26357}" presName="parentText" presStyleLbl="node1" presStyleIdx="0" presStyleCnt="6">
        <dgm:presLayoutVars>
          <dgm:chMax val="1"/>
          <dgm:bulletEnabled val="1"/>
        </dgm:presLayoutVars>
      </dgm:prSet>
      <dgm:spPr/>
    </dgm:pt>
    <dgm:pt modelId="{308C3A82-57B0-4DDD-9276-FD7A6AC78C6E}" type="pres">
      <dgm:prSet presAssocID="{C0104424-4770-4E0A-839B-76928EB26357}" presName="descendantText" presStyleLbl="alignAccFollowNode1" presStyleIdx="0" presStyleCnt="6">
        <dgm:presLayoutVars>
          <dgm:bulletEnabled val="1"/>
        </dgm:presLayoutVars>
      </dgm:prSet>
      <dgm:spPr/>
    </dgm:pt>
    <dgm:pt modelId="{9B0F1BE7-6E46-4912-93D4-A9BC44972616}" type="pres">
      <dgm:prSet presAssocID="{709511AD-F5F4-497B-8F63-8640C13A298F}" presName="sp" presStyleCnt="0"/>
      <dgm:spPr/>
    </dgm:pt>
    <dgm:pt modelId="{F429E1BE-9054-44E9-B56C-7A75AA7A53E1}" type="pres">
      <dgm:prSet presAssocID="{93B5FE80-39C2-4DF7-B10A-74D51ED54509}" presName="linNode" presStyleCnt="0"/>
      <dgm:spPr/>
    </dgm:pt>
    <dgm:pt modelId="{3740C3DF-53EC-4568-A125-B35F9B61DA76}" type="pres">
      <dgm:prSet presAssocID="{93B5FE80-39C2-4DF7-B10A-74D51ED54509}" presName="parentText" presStyleLbl="node1" presStyleIdx="1" presStyleCnt="6">
        <dgm:presLayoutVars>
          <dgm:chMax val="1"/>
          <dgm:bulletEnabled val="1"/>
        </dgm:presLayoutVars>
      </dgm:prSet>
      <dgm:spPr/>
    </dgm:pt>
    <dgm:pt modelId="{08798A2C-C8A0-414B-B406-9A8A25D897C4}" type="pres">
      <dgm:prSet presAssocID="{93B5FE80-39C2-4DF7-B10A-74D51ED54509}" presName="descendantText" presStyleLbl="alignAccFollowNode1" presStyleIdx="1" presStyleCnt="6">
        <dgm:presLayoutVars>
          <dgm:bulletEnabled val="1"/>
        </dgm:presLayoutVars>
      </dgm:prSet>
      <dgm:spPr/>
    </dgm:pt>
    <dgm:pt modelId="{F7A38E49-61D5-4CBA-951C-960ACA8FC6D7}" type="pres">
      <dgm:prSet presAssocID="{AE6CB00A-A680-40B0-AD67-919F69C0EAFE}" presName="sp" presStyleCnt="0"/>
      <dgm:spPr/>
    </dgm:pt>
    <dgm:pt modelId="{EE421443-19D2-42AF-8D32-4B6996F4CBF0}" type="pres">
      <dgm:prSet presAssocID="{4A240B76-0A97-4E5D-B738-218251E662E4}" presName="linNode" presStyleCnt="0"/>
      <dgm:spPr/>
    </dgm:pt>
    <dgm:pt modelId="{BB043F68-E2AB-441B-816A-F031001522F5}" type="pres">
      <dgm:prSet presAssocID="{4A240B76-0A97-4E5D-B738-218251E662E4}" presName="parentText" presStyleLbl="node1" presStyleIdx="2" presStyleCnt="6">
        <dgm:presLayoutVars>
          <dgm:chMax val="1"/>
          <dgm:bulletEnabled val="1"/>
        </dgm:presLayoutVars>
      </dgm:prSet>
      <dgm:spPr/>
    </dgm:pt>
    <dgm:pt modelId="{EE289005-412D-434D-A477-C91F889B995C}" type="pres">
      <dgm:prSet presAssocID="{4A240B76-0A97-4E5D-B738-218251E662E4}" presName="descendantText" presStyleLbl="alignAccFollowNode1" presStyleIdx="2" presStyleCnt="6">
        <dgm:presLayoutVars>
          <dgm:bulletEnabled val="1"/>
        </dgm:presLayoutVars>
      </dgm:prSet>
      <dgm:spPr/>
    </dgm:pt>
    <dgm:pt modelId="{0AA3BCC2-4B1E-4773-A5DE-CD85201D0377}" type="pres">
      <dgm:prSet presAssocID="{51856C13-D01D-4D3C-9B49-9D7E0254B011}" presName="sp" presStyleCnt="0"/>
      <dgm:spPr/>
    </dgm:pt>
    <dgm:pt modelId="{3ACF6ACD-60D6-47E8-9D34-9AE5CD5080AC}" type="pres">
      <dgm:prSet presAssocID="{A8B16FDD-6BCC-49C6-B746-6447A4EFF837}" presName="linNode" presStyleCnt="0"/>
      <dgm:spPr/>
    </dgm:pt>
    <dgm:pt modelId="{710AE945-8DC1-4F6A-8881-B2C02D8191A3}" type="pres">
      <dgm:prSet presAssocID="{A8B16FDD-6BCC-49C6-B746-6447A4EFF837}" presName="parentText" presStyleLbl="node1" presStyleIdx="3" presStyleCnt="6">
        <dgm:presLayoutVars>
          <dgm:chMax val="1"/>
          <dgm:bulletEnabled val="1"/>
        </dgm:presLayoutVars>
      </dgm:prSet>
      <dgm:spPr/>
    </dgm:pt>
    <dgm:pt modelId="{75453693-380F-4B1A-B086-C9A85155FAEB}" type="pres">
      <dgm:prSet presAssocID="{A8B16FDD-6BCC-49C6-B746-6447A4EFF837}" presName="descendantText" presStyleLbl="alignAccFollowNode1" presStyleIdx="3" presStyleCnt="6">
        <dgm:presLayoutVars>
          <dgm:bulletEnabled val="1"/>
        </dgm:presLayoutVars>
      </dgm:prSet>
      <dgm:spPr/>
    </dgm:pt>
    <dgm:pt modelId="{24A82DEB-F352-4A58-81DF-D9311F0116FA}" type="pres">
      <dgm:prSet presAssocID="{6E2F0086-3897-4B80-AE79-1D72FF911933}" presName="sp" presStyleCnt="0"/>
      <dgm:spPr/>
    </dgm:pt>
    <dgm:pt modelId="{4E7AAB35-1E8B-436E-95B2-74C6C6FD209E}" type="pres">
      <dgm:prSet presAssocID="{9CA5EBFC-8FD8-4F98-B43B-35AB4537903A}" presName="linNode" presStyleCnt="0"/>
      <dgm:spPr/>
    </dgm:pt>
    <dgm:pt modelId="{95583386-51C7-4434-B669-0DD0AF53D21F}" type="pres">
      <dgm:prSet presAssocID="{9CA5EBFC-8FD8-4F98-B43B-35AB4537903A}" presName="parentText" presStyleLbl="node1" presStyleIdx="4" presStyleCnt="6">
        <dgm:presLayoutVars>
          <dgm:chMax val="1"/>
          <dgm:bulletEnabled val="1"/>
        </dgm:presLayoutVars>
      </dgm:prSet>
      <dgm:spPr/>
    </dgm:pt>
    <dgm:pt modelId="{DD08E097-F0E0-4AA8-B9C2-72398AA9F867}" type="pres">
      <dgm:prSet presAssocID="{9CA5EBFC-8FD8-4F98-B43B-35AB4537903A}" presName="descendantText" presStyleLbl="alignAccFollowNode1" presStyleIdx="4" presStyleCnt="6">
        <dgm:presLayoutVars>
          <dgm:bulletEnabled val="1"/>
        </dgm:presLayoutVars>
      </dgm:prSet>
      <dgm:spPr/>
    </dgm:pt>
    <dgm:pt modelId="{AE8A068E-18B8-44F7-A591-52B3F3C00BAD}" type="pres">
      <dgm:prSet presAssocID="{D347BC22-6736-4DBE-A3BB-AD6EC1820EC6}" presName="sp" presStyleCnt="0"/>
      <dgm:spPr/>
    </dgm:pt>
    <dgm:pt modelId="{319BC884-EB26-477C-B851-31E1A2E58FAB}" type="pres">
      <dgm:prSet presAssocID="{4A3921AB-BD48-4AE4-ACE2-D2369E64A091}" presName="linNode" presStyleCnt="0"/>
      <dgm:spPr/>
    </dgm:pt>
    <dgm:pt modelId="{F4A8070D-7684-409B-85B8-1223679E89D3}" type="pres">
      <dgm:prSet presAssocID="{4A3921AB-BD48-4AE4-ACE2-D2369E64A091}" presName="parentText" presStyleLbl="node1" presStyleIdx="5" presStyleCnt="6">
        <dgm:presLayoutVars>
          <dgm:chMax val="1"/>
          <dgm:bulletEnabled val="1"/>
        </dgm:presLayoutVars>
      </dgm:prSet>
      <dgm:spPr/>
    </dgm:pt>
    <dgm:pt modelId="{B83AE487-CA82-4283-8B58-FC4E9882F9B8}" type="pres">
      <dgm:prSet presAssocID="{4A3921AB-BD48-4AE4-ACE2-D2369E64A091}" presName="descendantText" presStyleLbl="alignAccFollowNode1" presStyleIdx="5" presStyleCnt="6">
        <dgm:presLayoutVars>
          <dgm:bulletEnabled val="1"/>
        </dgm:presLayoutVars>
      </dgm:prSet>
      <dgm:spPr/>
    </dgm:pt>
  </dgm:ptLst>
  <dgm:cxnLst>
    <dgm:cxn modelId="{122D7902-87A3-4830-AB32-B267BF1D6151}" type="presOf" srcId="{0FE9AD9C-AB84-4397-BAC3-65DB60F1C09A}" destId="{08798A2C-C8A0-414B-B406-9A8A25D897C4}" srcOrd="0" destOrd="0" presId="urn:microsoft.com/office/officeart/2005/8/layout/vList5"/>
    <dgm:cxn modelId="{06754D11-3C76-4890-9016-9EBF510085CE}" type="presOf" srcId="{4A240B76-0A97-4E5D-B738-218251E662E4}" destId="{BB043F68-E2AB-441B-816A-F031001522F5}" srcOrd="0" destOrd="0" presId="urn:microsoft.com/office/officeart/2005/8/layout/vList5"/>
    <dgm:cxn modelId="{3C07E41B-F5D1-4653-A55F-E3C83843276F}" type="presOf" srcId="{93B5FE80-39C2-4DF7-B10A-74D51ED54509}" destId="{3740C3DF-53EC-4568-A125-B35F9B61DA76}" srcOrd="0" destOrd="0" presId="urn:microsoft.com/office/officeart/2005/8/layout/vList5"/>
    <dgm:cxn modelId="{22594E1C-0484-4367-8ACC-F610C292AA84}" srcId="{C0104424-4770-4E0A-839B-76928EB26357}" destId="{A7209098-1D27-4F3B-9F6F-B6BDA24EBD40}" srcOrd="0" destOrd="0" parTransId="{7F67AC2F-547F-41EA-8AF1-9CA7A6DE8D58}" sibTransId="{F251B91F-BA3F-4E7B-8B65-57778CF7F654}"/>
    <dgm:cxn modelId="{7D05491D-AA0A-4E0F-B3EC-F779B0BD9F24}" type="presOf" srcId="{D771A673-6CB5-4A8B-AEFC-6067AD6DFF96}" destId="{EE289005-412D-434D-A477-C91F889B995C}" srcOrd="0" destOrd="0" presId="urn:microsoft.com/office/officeart/2005/8/layout/vList5"/>
    <dgm:cxn modelId="{0F39A025-D106-4744-9D27-3847D44A2E30}" srcId="{5DC7BE23-EADB-40CA-922F-4AF4DB4EF4F5}" destId="{C0104424-4770-4E0A-839B-76928EB26357}" srcOrd="0" destOrd="0" parTransId="{F55F0078-AE67-4127-9366-5567F873942E}" sibTransId="{709511AD-F5F4-497B-8F63-8640C13A298F}"/>
    <dgm:cxn modelId="{DFF54E2E-3CF7-4F23-981E-B663F98583EF}" type="presOf" srcId="{5DC7BE23-EADB-40CA-922F-4AF4DB4EF4F5}" destId="{2E466EF3-B454-49E9-918E-18059ACCA8D4}" srcOrd="0" destOrd="0" presId="urn:microsoft.com/office/officeart/2005/8/layout/vList5"/>
    <dgm:cxn modelId="{740AD536-DBF9-48A0-842B-AC7B78006B0B}" srcId="{9CA5EBFC-8FD8-4F98-B43B-35AB4537903A}" destId="{F541B83A-E314-4494-868C-03E5AB2C4914}" srcOrd="0" destOrd="0" parTransId="{D9F9B422-BC1F-4C5F-A5F8-D35A4C14066B}" sibTransId="{11F6E4DE-DA69-4767-AAFE-58C579071DF1}"/>
    <dgm:cxn modelId="{E961973B-8C74-49A3-8886-A1A85B6366C3}" srcId="{5DC7BE23-EADB-40CA-922F-4AF4DB4EF4F5}" destId="{9CA5EBFC-8FD8-4F98-B43B-35AB4537903A}" srcOrd="4" destOrd="0" parTransId="{22466855-190A-4846-A605-FFD44E69E60D}" sibTransId="{D347BC22-6736-4DBE-A3BB-AD6EC1820EC6}"/>
    <dgm:cxn modelId="{C792DE5B-9DDD-484C-B2A2-80AC7EC2B225}" srcId="{5DC7BE23-EADB-40CA-922F-4AF4DB4EF4F5}" destId="{4A3921AB-BD48-4AE4-ACE2-D2369E64A091}" srcOrd="5" destOrd="0" parTransId="{34A5F005-50B2-4F6A-81DE-D79F8EB24B68}" sibTransId="{B063AFE6-7C72-45C0-B334-CC785ADEC222}"/>
    <dgm:cxn modelId="{D496C674-EB11-44B8-B758-9004ABE97D03}" type="presOf" srcId="{4A3921AB-BD48-4AE4-ACE2-D2369E64A091}" destId="{F4A8070D-7684-409B-85B8-1223679E89D3}" srcOrd="0" destOrd="0" presId="urn:microsoft.com/office/officeart/2005/8/layout/vList5"/>
    <dgm:cxn modelId="{50D0CC77-0291-40D2-8425-B4E83B2B1E07}" srcId="{4A3921AB-BD48-4AE4-ACE2-D2369E64A091}" destId="{FD4D8B60-2781-4E37-9AD3-E05771F38EF1}" srcOrd="0" destOrd="0" parTransId="{05357130-3400-4BEC-A86F-8616F5716DDC}" sibTransId="{33678CF5-564D-40B6-83F5-0CAC58FDF81E}"/>
    <dgm:cxn modelId="{527CA47A-3989-4460-A792-31D318D16032}" srcId="{5DC7BE23-EADB-40CA-922F-4AF4DB4EF4F5}" destId="{A8B16FDD-6BCC-49C6-B746-6447A4EFF837}" srcOrd="3" destOrd="0" parTransId="{74DE5D78-343B-4E0D-A2B3-3C08ED1E12D0}" sibTransId="{6E2F0086-3897-4B80-AE79-1D72FF911933}"/>
    <dgm:cxn modelId="{D9BB8685-9C40-4E36-A6B5-7CBFF0E18C73}" type="presOf" srcId="{A7209098-1D27-4F3B-9F6F-B6BDA24EBD40}" destId="{308C3A82-57B0-4DDD-9276-FD7A6AC78C6E}" srcOrd="0" destOrd="0" presId="urn:microsoft.com/office/officeart/2005/8/layout/vList5"/>
    <dgm:cxn modelId="{4AAE658D-13AF-4950-8F44-53C9AE184479}" srcId="{5DC7BE23-EADB-40CA-922F-4AF4DB4EF4F5}" destId="{4A240B76-0A97-4E5D-B738-218251E662E4}" srcOrd="2" destOrd="0" parTransId="{DB375220-0FA2-4535-AFE5-911B113502D7}" sibTransId="{51856C13-D01D-4D3C-9B49-9D7E0254B011}"/>
    <dgm:cxn modelId="{C5C99BA9-D9F7-4061-B5F7-21F1C94AB58E}" type="presOf" srcId="{A8B16FDD-6BCC-49C6-B746-6447A4EFF837}" destId="{710AE945-8DC1-4F6A-8881-B2C02D8191A3}" srcOrd="0" destOrd="0" presId="urn:microsoft.com/office/officeart/2005/8/layout/vList5"/>
    <dgm:cxn modelId="{8C36DEA9-E609-48F7-ABDF-176617982044}" type="presOf" srcId="{F541B83A-E314-4494-868C-03E5AB2C4914}" destId="{DD08E097-F0E0-4AA8-B9C2-72398AA9F867}" srcOrd="0" destOrd="0" presId="urn:microsoft.com/office/officeart/2005/8/layout/vList5"/>
    <dgm:cxn modelId="{EF3EB9AD-8C07-4D0D-B010-F68EA947A925}" type="presOf" srcId="{FD4D8B60-2781-4E37-9AD3-E05771F38EF1}" destId="{B83AE487-CA82-4283-8B58-FC4E9882F9B8}" srcOrd="0" destOrd="0" presId="urn:microsoft.com/office/officeart/2005/8/layout/vList5"/>
    <dgm:cxn modelId="{61B2C0AD-EEE9-4D6F-8FEF-1EE23E88CBA0}" type="presOf" srcId="{9CA5EBFC-8FD8-4F98-B43B-35AB4537903A}" destId="{95583386-51C7-4434-B669-0DD0AF53D21F}" srcOrd="0" destOrd="0" presId="urn:microsoft.com/office/officeart/2005/8/layout/vList5"/>
    <dgm:cxn modelId="{7DEBE6B0-86A8-4592-891B-D4045837948D}" srcId="{4A240B76-0A97-4E5D-B738-218251E662E4}" destId="{D771A673-6CB5-4A8B-AEFC-6067AD6DFF96}" srcOrd="0" destOrd="0" parTransId="{CCAE4BFB-E73F-4EC1-A259-7A58CDD08990}" sibTransId="{0DE6AE5F-5FE6-4513-BD43-4D89BAC4CD54}"/>
    <dgm:cxn modelId="{FA9986B7-BDAB-4864-A10E-799D4F4588DA}" srcId="{A8B16FDD-6BCC-49C6-B746-6447A4EFF837}" destId="{FA53EAD3-2BE7-4F8D-A5A1-27138A96AF08}" srcOrd="0" destOrd="0" parTransId="{3658B2B5-2552-4374-B6F3-54B06A650E95}" sibTransId="{888B56AC-A640-4A3A-B2C7-A46DEDE1397D}"/>
    <dgm:cxn modelId="{04A0C8CE-3FD2-4988-8E2F-1FDAF86C12F5}" type="presOf" srcId="{FA53EAD3-2BE7-4F8D-A5A1-27138A96AF08}" destId="{75453693-380F-4B1A-B086-C9A85155FAEB}" srcOrd="0" destOrd="0" presId="urn:microsoft.com/office/officeart/2005/8/layout/vList5"/>
    <dgm:cxn modelId="{C8F349D4-D9D8-441E-B5C4-279CC015B835}" srcId="{93B5FE80-39C2-4DF7-B10A-74D51ED54509}" destId="{0FE9AD9C-AB84-4397-BAC3-65DB60F1C09A}" srcOrd="0" destOrd="0" parTransId="{4DE49B95-32E6-4D2A-BD1F-3226588B24EF}" sibTransId="{C97B64EF-FA83-4F7E-83F9-0160692B73CF}"/>
    <dgm:cxn modelId="{F5E46BE4-D1D9-48D1-BD51-A8CAE7227A0B}" srcId="{5DC7BE23-EADB-40CA-922F-4AF4DB4EF4F5}" destId="{93B5FE80-39C2-4DF7-B10A-74D51ED54509}" srcOrd="1" destOrd="0" parTransId="{90363A7C-2F1E-4540-BFBF-77C83E38DA24}" sibTransId="{AE6CB00A-A680-40B0-AD67-919F69C0EAFE}"/>
    <dgm:cxn modelId="{472E23F5-3230-405F-9B07-AB577E6FCC3C}" type="presOf" srcId="{C0104424-4770-4E0A-839B-76928EB26357}" destId="{9644F171-C1D5-40EB-8CA8-2FEFC015DCED}" srcOrd="0" destOrd="0" presId="urn:microsoft.com/office/officeart/2005/8/layout/vList5"/>
    <dgm:cxn modelId="{8795611B-94AE-441F-B0FA-0EC181AA8F32}" type="presParOf" srcId="{2E466EF3-B454-49E9-918E-18059ACCA8D4}" destId="{802CE0D0-73CD-48F4-9294-CC75CCF4346F}" srcOrd="0" destOrd="0" presId="urn:microsoft.com/office/officeart/2005/8/layout/vList5"/>
    <dgm:cxn modelId="{0A624F78-8DCD-45C9-9F35-61A2D4A6C987}" type="presParOf" srcId="{802CE0D0-73CD-48F4-9294-CC75CCF4346F}" destId="{9644F171-C1D5-40EB-8CA8-2FEFC015DCED}" srcOrd="0" destOrd="0" presId="urn:microsoft.com/office/officeart/2005/8/layout/vList5"/>
    <dgm:cxn modelId="{0AF3C1F2-352E-4A9F-82CB-6E9CB50A8871}" type="presParOf" srcId="{802CE0D0-73CD-48F4-9294-CC75CCF4346F}" destId="{308C3A82-57B0-4DDD-9276-FD7A6AC78C6E}" srcOrd="1" destOrd="0" presId="urn:microsoft.com/office/officeart/2005/8/layout/vList5"/>
    <dgm:cxn modelId="{E691C1CD-DCD3-45A0-8967-7B2C06007942}" type="presParOf" srcId="{2E466EF3-B454-49E9-918E-18059ACCA8D4}" destId="{9B0F1BE7-6E46-4912-93D4-A9BC44972616}" srcOrd="1" destOrd="0" presId="urn:microsoft.com/office/officeart/2005/8/layout/vList5"/>
    <dgm:cxn modelId="{9F1BE332-C29F-493B-9C78-AF8B011258F9}" type="presParOf" srcId="{2E466EF3-B454-49E9-918E-18059ACCA8D4}" destId="{F429E1BE-9054-44E9-B56C-7A75AA7A53E1}" srcOrd="2" destOrd="0" presId="urn:microsoft.com/office/officeart/2005/8/layout/vList5"/>
    <dgm:cxn modelId="{C94A223A-218B-49F5-8AA4-118498BCA579}" type="presParOf" srcId="{F429E1BE-9054-44E9-B56C-7A75AA7A53E1}" destId="{3740C3DF-53EC-4568-A125-B35F9B61DA76}" srcOrd="0" destOrd="0" presId="urn:microsoft.com/office/officeart/2005/8/layout/vList5"/>
    <dgm:cxn modelId="{F0F01065-E84F-4178-80C7-6F5C577625BF}" type="presParOf" srcId="{F429E1BE-9054-44E9-B56C-7A75AA7A53E1}" destId="{08798A2C-C8A0-414B-B406-9A8A25D897C4}" srcOrd="1" destOrd="0" presId="urn:microsoft.com/office/officeart/2005/8/layout/vList5"/>
    <dgm:cxn modelId="{D5E860AD-8BF9-447D-AD89-94625083927B}" type="presParOf" srcId="{2E466EF3-B454-49E9-918E-18059ACCA8D4}" destId="{F7A38E49-61D5-4CBA-951C-960ACA8FC6D7}" srcOrd="3" destOrd="0" presId="urn:microsoft.com/office/officeart/2005/8/layout/vList5"/>
    <dgm:cxn modelId="{C37B4014-037F-4C87-826C-F92AB43BF349}" type="presParOf" srcId="{2E466EF3-B454-49E9-918E-18059ACCA8D4}" destId="{EE421443-19D2-42AF-8D32-4B6996F4CBF0}" srcOrd="4" destOrd="0" presId="urn:microsoft.com/office/officeart/2005/8/layout/vList5"/>
    <dgm:cxn modelId="{7DC5C642-B94F-4251-90BF-730CC8A224D8}" type="presParOf" srcId="{EE421443-19D2-42AF-8D32-4B6996F4CBF0}" destId="{BB043F68-E2AB-441B-816A-F031001522F5}" srcOrd="0" destOrd="0" presId="urn:microsoft.com/office/officeart/2005/8/layout/vList5"/>
    <dgm:cxn modelId="{4F0FD4FD-55DF-4CDD-B758-C2001789B58C}" type="presParOf" srcId="{EE421443-19D2-42AF-8D32-4B6996F4CBF0}" destId="{EE289005-412D-434D-A477-C91F889B995C}" srcOrd="1" destOrd="0" presId="urn:microsoft.com/office/officeart/2005/8/layout/vList5"/>
    <dgm:cxn modelId="{A217FBF2-8DF3-4197-B0BD-D54C3C2F0DDA}" type="presParOf" srcId="{2E466EF3-B454-49E9-918E-18059ACCA8D4}" destId="{0AA3BCC2-4B1E-4773-A5DE-CD85201D0377}" srcOrd="5" destOrd="0" presId="urn:microsoft.com/office/officeart/2005/8/layout/vList5"/>
    <dgm:cxn modelId="{D3A83F4C-18FB-4424-8A35-44434706E271}" type="presParOf" srcId="{2E466EF3-B454-49E9-918E-18059ACCA8D4}" destId="{3ACF6ACD-60D6-47E8-9D34-9AE5CD5080AC}" srcOrd="6" destOrd="0" presId="urn:microsoft.com/office/officeart/2005/8/layout/vList5"/>
    <dgm:cxn modelId="{010C9052-45A8-4011-9833-7A0868AE36C9}" type="presParOf" srcId="{3ACF6ACD-60D6-47E8-9D34-9AE5CD5080AC}" destId="{710AE945-8DC1-4F6A-8881-B2C02D8191A3}" srcOrd="0" destOrd="0" presId="urn:microsoft.com/office/officeart/2005/8/layout/vList5"/>
    <dgm:cxn modelId="{A6F181E8-C274-4C68-96B6-183F6D443A4B}" type="presParOf" srcId="{3ACF6ACD-60D6-47E8-9D34-9AE5CD5080AC}" destId="{75453693-380F-4B1A-B086-C9A85155FAEB}" srcOrd="1" destOrd="0" presId="urn:microsoft.com/office/officeart/2005/8/layout/vList5"/>
    <dgm:cxn modelId="{4ED4D29B-B4BC-4BDE-9D37-C7F19C2D1F1D}" type="presParOf" srcId="{2E466EF3-B454-49E9-918E-18059ACCA8D4}" destId="{24A82DEB-F352-4A58-81DF-D9311F0116FA}" srcOrd="7" destOrd="0" presId="urn:microsoft.com/office/officeart/2005/8/layout/vList5"/>
    <dgm:cxn modelId="{2687D419-90B5-4D29-A2BE-676DA36BAA90}" type="presParOf" srcId="{2E466EF3-B454-49E9-918E-18059ACCA8D4}" destId="{4E7AAB35-1E8B-436E-95B2-74C6C6FD209E}" srcOrd="8" destOrd="0" presId="urn:microsoft.com/office/officeart/2005/8/layout/vList5"/>
    <dgm:cxn modelId="{CDC92751-E25F-4DCE-92EA-3C58E75285A7}" type="presParOf" srcId="{4E7AAB35-1E8B-436E-95B2-74C6C6FD209E}" destId="{95583386-51C7-4434-B669-0DD0AF53D21F}" srcOrd="0" destOrd="0" presId="urn:microsoft.com/office/officeart/2005/8/layout/vList5"/>
    <dgm:cxn modelId="{A16EDAE6-59BB-4F8E-85BF-97ABF011AF74}" type="presParOf" srcId="{4E7AAB35-1E8B-436E-95B2-74C6C6FD209E}" destId="{DD08E097-F0E0-4AA8-B9C2-72398AA9F867}" srcOrd="1" destOrd="0" presId="urn:microsoft.com/office/officeart/2005/8/layout/vList5"/>
    <dgm:cxn modelId="{A3981EDC-4AD9-46F3-85E4-041992ED171F}" type="presParOf" srcId="{2E466EF3-B454-49E9-918E-18059ACCA8D4}" destId="{AE8A068E-18B8-44F7-A591-52B3F3C00BAD}" srcOrd="9" destOrd="0" presId="urn:microsoft.com/office/officeart/2005/8/layout/vList5"/>
    <dgm:cxn modelId="{00592C2E-3698-4500-9157-1F96CB0A5BF0}" type="presParOf" srcId="{2E466EF3-B454-49E9-918E-18059ACCA8D4}" destId="{319BC884-EB26-477C-B851-31E1A2E58FAB}" srcOrd="10" destOrd="0" presId="urn:microsoft.com/office/officeart/2005/8/layout/vList5"/>
    <dgm:cxn modelId="{2FC9D297-4D5C-4985-8020-C56E7FB36D97}" type="presParOf" srcId="{319BC884-EB26-477C-B851-31E1A2E58FAB}" destId="{F4A8070D-7684-409B-85B8-1223679E89D3}" srcOrd="0" destOrd="0" presId="urn:microsoft.com/office/officeart/2005/8/layout/vList5"/>
    <dgm:cxn modelId="{2AF5473C-4AFC-4BD9-AB9A-A55D0065B97F}" type="presParOf" srcId="{319BC884-EB26-477C-B851-31E1A2E58FAB}" destId="{B83AE487-CA82-4283-8B58-FC4E9882F9B8}"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5E08C9F-F463-4901-9125-4135A448F277}" type="doc">
      <dgm:prSet loTypeId="urn:microsoft.com/office/officeart/2005/8/layout/hList1" loCatId="list" qsTypeId="urn:microsoft.com/office/officeart/2005/8/quickstyle/simple1" qsCatId="simple" csTypeId="urn:microsoft.com/office/officeart/2005/8/colors/colorful2" csCatId="colorful" phldr="1"/>
      <dgm:spPr/>
      <dgm:t>
        <a:bodyPr/>
        <a:lstStyle/>
        <a:p>
          <a:endParaRPr lang="en-US"/>
        </a:p>
      </dgm:t>
    </dgm:pt>
    <dgm:pt modelId="{FE9FA40C-DDA0-49FA-BFE3-40C310B076AD}">
      <dgm:prSet/>
      <dgm:spPr/>
      <dgm:t>
        <a:bodyPr/>
        <a:lstStyle/>
        <a:p>
          <a:r>
            <a:rPr lang="en-US" b="1"/>
            <a:t>Climate:</a:t>
          </a:r>
          <a:endParaRPr lang="en-US"/>
        </a:p>
      </dgm:t>
    </dgm:pt>
    <dgm:pt modelId="{EFC5CF99-F10E-4434-8BD2-E006BACAEF22}" type="parTrans" cxnId="{6B80FD3A-C2FC-4072-A38B-6EE06BCBB5A5}">
      <dgm:prSet/>
      <dgm:spPr/>
      <dgm:t>
        <a:bodyPr/>
        <a:lstStyle/>
        <a:p>
          <a:endParaRPr lang="en-US"/>
        </a:p>
      </dgm:t>
    </dgm:pt>
    <dgm:pt modelId="{D872A276-9095-4C63-9F51-D86B97801CEB}" type="sibTrans" cxnId="{6B80FD3A-C2FC-4072-A38B-6EE06BCBB5A5}">
      <dgm:prSet/>
      <dgm:spPr/>
      <dgm:t>
        <a:bodyPr/>
        <a:lstStyle/>
        <a:p>
          <a:endParaRPr lang="en-US"/>
        </a:p>
      </dgm:t>
    </dgm:pt>
    <dgm:pt modelId="{48900E76-BEDC-439B-AD3C-F21A915D50AF}">
      <dgm:prSet/>
      <dgm:spPr/>
      <dgm:t>
        <a:bodyPr/>
        <a:lstStyle/>
        <a:p>
          <a:r>
            <a:rPr lang="en-US" dirty="0"/>
            <a:t>Optimum temperature: 20–30°C for parasite development in the mosquito</a:t>
          </a:r>
        </a:p>
      </dgm:t>
    </dgm:pt>
    <dgm:pt modelId="{B334D5CC-C1FE-4CDB-9477-46DAC5205811}" type="parTrans" cxnId="{D3A2B549-DA0F-4D39-BCAB-79798D8E76FE}">
      <dgm:prSet/>
      <dgm:spPr/>
      <dgm:t>
        <a:bodyPr/>
        <a:lstStyle/>
        <a:p>
          <a:endParaRPr lang="en-US"/>
        </a:p>
      </dgm:t>
    </dgm:pt>
    <dgm:pt modelId="{E97CAF8C-5F4C-4BC7-873F-7B88DC1E7AE1}" type="sibTrans" cxnId="{D3A2B549-DA0F-4D39-BCAB-79798D8E76FE}">
      <dgm:prSet/>
      <dgm:spPr/>
      <dgm:t>
        <a:bodyPr/>
        <a:lstStyle/>
        <a:p>
          <a:endParaRPr lang="en-US"/>
        </a:p>
      </dgm:t>
    </dgm:pt>
    <dgm:pt modelId="{8D3EC50A-A215-43BE-BB55-EC20D91358A3}">
      <dgm:prSet/>
      <dgm:spPr/>
      <dgm:t>
        <a:bodyPr/>
        <a:lstStyle/>
        <a:p>
          <a:r>
            <a:rPr lang="en-US" dirty="0"/>
            <a:t>Relative humidity: at least 60% required</a:t>
          </a:r>
        </a:p>
      </dgm:t>
    </dgm:pt>
    <dgm:pt modelId="{CBF16602-EA7B-4F6F-934F-56CC145B3599}" type="parTrans" cxnId="{6A0E8AF8-3036-4CCB-B771-7C8EAF43C9BF}">
      <dgm:prSet/>
      <dgm:spPr/>
      <dgm:t>
        <a:bodyPr/>
        <a:lstStyle/>
        <a:p>
          <a:endParaRPr lang="en-US"/>
        </a:p>
      </dgm:t>
    </dgm:pt>
    <dgm:pt modelId="{70A571AC-F2CD-4CBF-A3C2-E95683D96BF8}" type="sibTrans" cxnId="{6A0E8AF8-3036-4CCB-B771-7C8EAF43C9BF}">
      <dgm:prSet/>
      <dgm:spPr/>
      <dgm:t>
        <a:bodyPr/>
        <a:lstStyle/>
        <a:p>
          <a:endParaRPr lang="en-US"/>
        </a:p>
      </dgm:t>
    </dgm:pt>
    <dgm:pt modelId="{0C90809F-EE12-40FE-9169-F6F738B9F724}">
      <dgm:prSet/>
      <dgm:spPr/>
      <dgm:t>
        <a:bodyPr/>
        <a:lstStyle/>
        <a:p>
          <a:r>
            <a:rPr lang="en-US" dirty="0"/>
            <a:t>Rainfall provides mosquito breeding opportunities</a:t>
          </a:r>
        </a:p>
      </dgm:t>
    </dgm:pt>
    <dgm:pt modelId="{351FCE3E-1392-4F03-8556-F17BA2C952F2}" type="parTrans" cxnId="{31DECD94-1FD0-4C9C-8509-35CCA8C7B7E5}">
      <dgm:prSet/>
      <dgm:spPr/>
      <dgm:t>
        <a:bodyPr/>
        <a:lstStyle/>
        <a:p>
          <a:endParaRPr lang="en-US"/>
        </a:p>
      </dgm:t>
    </dgm:pt>
    <dgm:pt modelId="{A729F86B-A753-4EAD-98EA-E6E823B403D8}" type="sibTrans" cxnId="{31DECD94-1FD0-4C9C-8509-35CCA8C7B7E5}">
      <dgm:prSet/>
      <dgm:spPr/>
      <dgm:t>
        <a:bodyPr/>
        <a:lstStyle/>
        <a:p>
          <a:endParaRPr lang="en-US"/>
        </a:p>
      </dgm:t>
    </dgm:pt>
    <dgm:pt modelId="{C0A44CF8-D371-4BCF-8680-741E763785F3}">
      <dgm:prSet/>
      <dgm:spPr/>
      <dgm:t>
        <a:bodyPr/>
        <a:lstStyle/>
        <a:p>
          <a:r>
            <a:rPr lang="en-US" b="1"/>
            <a:t>Seasonality:</a:t>
          </a:r>
          <a:endParaRPr lang="en-US"/>
        </a:p>
      </dgm:t>
    </dgm:pt>
    <dgm:pt modelId="{FAD01403-2BA6-42DC-88BD-F0196CE1CA9A}" type="parTrans" cxnId="{8BD35047-B3C1-4AC1-A62A-F3B6DC4DFE1E}">
      <dgm:prSet/>
      <dgm:spPr/>
      <dgm:t>
        <a:bodyPr/>
        <a:lstStyle/>
        <a:p>
          <a:endParaRPr lang="en-US"/>
        </a:p>
      </dgm:t>
    </dgm:pt>
    <dgm:pt modelId="{E8A89C70-985D-4092-8E65-85BE1CD2924A}" type="sibTrans" cxnId="{8BD35047-B3C1-4AC1-A62A-F3B6DC4DFE1E}">
      <dgm:prSet/>
      <dgm:spPr/>
      <dgm:t>
        <a:bodyPr/>
        <a:lstStyle/>
        <a:p>
          <a:endParaRPr lang="en-US"/>
        </a:p>
      </dgm:t>
    </dgm:pt>
    <dgm:pt modelId="{5D262C74-B9F5-498B-B5F3-674F8221BF5B}">
      <dgm:prSet/>
      <dgm:spPr/>
      <dgm:t>
        <a:bodyPr/>
        <a:lstStyle/>
        <a:p>
          <a:r>
            <a:rPr lang="en-US"/>
            <a:t>Peak incidence: July to November in most parts of India</a:t>
          </a:r>
        </a:p>
      </dgm:t>
    </dgm:pt>
    <dgm:pt modelId="{85B38490-E1E4-4437-8E0B-48D2DAC6200A}" type="parTrans" cxnId="{23EDE2BC-B656-4317-865E-22CDFA392D16}">
      <dgm:prSet/>
      <dgm:spPr/>
      <dgm:t>
        <a:bodyPr/>
        <a:lstStyle/>
        <a:p>
          <a:endParaRPr lang="en-US"/>
        </a:p>
      </dgm:t>
    </dgm:pt>
    <dgm:pt modelId="{C87778E7-EAFA-4E87-AAA7-E9728EE92BBE}" type="sibTrans" cxnId="{23EDE2BC-B656-4317-865E-22CDFA392D16}">
      <dgm:prSet/>
      <dgm:spPr/>
      <dgm:t>
        <a:bodyPr/>
        <a:lstStyle/>
        <a:p>
          <a:endParaRPr lang="en-US"/>
        </a:p>
      </dgm:t>
    </dgm:pt>
    <dgm:pt modelId="{9ED96126-593A-4F09-A4C9-FDFB25928B54}">
      <dgm:prSet/>
      <dgm:spPr/>
      <dgm:t>
        <a:bodyPr/>
        <a:lstStyle/>
        <a:p>
          <a:r>
            <a:rPr lang="en-US"/>
            <a:t>Varies by altitude, geography and local ecological conditions</a:t>
          </a:r>
        </a:p>
      </dgm:t>
    </dgm:pt>
    <dgm:pt modelId="{BFCA9D34-594F-4525-8B62-C11392BA89D7}" type="parTrans" cxnId="{0AA46D2D-1BA6-42FA-84C9-84ABBC8270B5}">
      <dgm:prSet/>
      <dgm:spPr/>
      <dgm:t>
        <a:bodyPr/>
        <a:lstStyle/>
        <a:p>
          <a:endParaRPr lang="en-US"/>
        </a:p>
      </dgm:t>
    </dgm:pt>
    <dgm:pt modelId="{9D4BC17F-683D-4DE7-AF16-D80B8CF60993}" type="sibTrans" cxnId="{0AA46D2D-1BA6-42FA-84C9-84ABBC8270B5}">
      <dgm:prSet/>
      <dgm:spPr/>
      <dgm:t>
        <a:bodyPr/>
        <a:lstStyle/>
        <a:p>
          <a:endParaRPr lang="en-US"/>
        </a:p>
      </dgm:t>
    </dgm:pt>
    <dgm:pt modelId="{A9613210-3D2E-4B30-9AE6-E552BAD184EF}">
      <dgm:prSet/>
      <dgm:spPr/>
      <dgm:t>
        <a:bodyPr/>
        <a:lstStyle/>
        <a:p>
          <a:r>
            <a:rPr lang="en-US" b="1" dirty="0"/>
            <a:t>Sustaining transmission:</a:t>
          </a:r>
          <a:endParaRPr lang="en-US" dirty="0"/>
        </a:p>
      </dgm:t>
    </dgm:pt>
    <dgm:pt modelId="{37220944-4A64-4D99-B5CF-185383383FBC}" type="parTrans" cxnId="{44FEEBF8-471E-4CCD-A997-3496D01B0331}">
      <dgm:prSet/>
      <dgm:spPr/>
      <dgm:t>
        <a:bodyPr/>
        <a:lstStyle/>
        <a:p>
          <a:endParaRPr lang="en-US"/>
        </a:p>
      </dgm:t>
    </dgm:pt>
    <dgm:pt modelId="{48A21502-CA01-4310-9655-CE2B1D08DD52}" type="sibTrans" cxnId="{44FEEBF8-471E-4CCD-A997-3496D01B0331}">
      <dgm:prSet/>
      <dgm:spPr/>
      <dgm:t>
        <a:bodyPr/>
        <a:lstStyle/>
        <a:p>
          <a:endParaRPr lang="en-US"/>
        </a:p>
      </dgm:t>
    </dgm:pt>
    <dgm:pt modelId="{B7D73322-90A8-418D-AF41-59BB10F6036E}">
      <dgm:prSet/>
      <dgm:spPr/>
      <dgm:t>
        <a:bodyPr/>
        <a:lstStyle/>
        <a:p>
          <a:r>
            <a:rPr lang="en-US"/>
            <a:t>Forests and forest fringes</a:t>
          </a:r>
        </a:p>
      </dgm:t>
    </dgm:pt>
    <dgm:pt modelId="{720F30C5-4456-4AEE-BC96-FF175477208E}" type="parTrans" cxnId="{BC2B653E-2D5C-454C-BEAB-E5D7D686BBD3}">
      <dgm:prSet/>
      <dgm:spPr/>
      <dgm:t>
        <a:bodyPr/>
        <a:lstStyle/>
        <a:p>
          <a:endParaRPr lang="en-US"/>
        </a:p>
      </dgm:t>
    </dgm:pt>
    <dgm:pt modelId="{BE209083-96F6-4DF0-87AB-FC0B1E6CD624}" type="sibTrans" cxnId="{BC2B653E-2D5C-454C-BEAB-E5D7D686BBD3}">
      <dgm:prSet/>
      <dgm:spPr/>
      <dgm:t>
        <a:bodyPr/>
        <a:lstStyle/>
        <a:p>
          <a:endParaRPr lang="en-US"/>
        </a:p>
      </dgm:t>
    </dgm:pt>
    <dgm:pt modelId="{8B96D231-D24A-47A6-9CF0-CFD784CC1D7D}">
      <dgm:prSet/>
      <dgm:spPr/>
      <dgm:t>
        <a:bodyPr/>
        <a:lstStyle/>
        <a:p>
          <a:r>
            <a:rPr lang="en-US"/>
            <a:t>Hills and valleys</a:t>
          </a:r>
        </a:p>
      </dgm:t>
    </dgm:pt>
    <dgm:pt modelId="{90810DB5-B510-43C7-8E63-7CC32A7D7A18}" type="parTrans" cxnId="{B4981427-F70D-4019-B440-98280A196F19}">
      <dgm:prSet/>
      <dgm:spPr/>
      <dgm:t>
        <a:bodyPr/>
        <a:lstStyle/>
        <a:p>
          <a:endParaRPr lang="en-US"/>
        </a:p>
      </dgm:t>
    </dgm:pt>
    <dgm:pt modelId="{E5C3B089-B54B-4E55-829A-DF14ADF12D49}" type="sibTrans" cxnId="{B4981427-F70D-4019-B440-98280A196F19}">
      <dgm:prSet/>
      <dgm:spPr/>
      <dgm:t>
        <a:bodyPr/>
        <a:lstStyle/>
        <a:p>
          <a:endParaRPr lang="en-US"/>
        </a:p>
      </dgm:t>
    </dgm:pt>
    <dgm:pt modelId="{37923EF2-A8FB-43F0-A487-9A774F52BF77}">
      <dgm:prSet/>
      <dgm:spPr/>
      <dgm:t>
        <a:bodyPr/>
        <a:lstStyle/>
        <a:p>
          <a:r>
            <a:rPr lang="en-US"/>
            <a:t>River basins and irrigation canal areas</a:t>
          </a:r>
        </a:p>
      </dgm:t>
    </dgm:pt>
    <dgm:pt modelId="{2541F07A-753D-414B-960B-1BF9AE41B493}" type="parTrans" cxnId="{021DACD8-9D99-48FF-9D9E-BDA79326AA58}">
      <dgm:prSet/>
      <dgm:spPr/>
      <dgm:t>
        <a:bodyPr/>
        <a:lstStyle/>
        <a:p>
          <a:endParaRPr lang="en-US"/>
        </a:p>
      </dgm:t>
    </dgm:pt>
    <dgm:pt modelId="{99C36485-76C2-413E-8790-56C442CE117C}" type="sibTrans" cxnId="{021DACD8-9D99-48FF-9D9E-BDA79326AA58}">
      <dgm:prSet/>
      <dgm:spPr/>
      <dgm:t>
        <a:bodyPr/>
        <a:lstStyle/>
        <a:p>
          <a:endParaRPr lang="en-US"/>
        </a:p>
      </dgm:t>
    </dgm:pt>
    <dgm:pt modelId="{2786F5C7-5498-4A92-9F12-54A27EE66C7A}">
      <dgm:prSet/>
      <dgm:spPr/>
      <dgm:t>
        <a:bodyPr/>
        <a:lstStyle/>
        <a:p>
          <a:r>
            <a:rPr lang="en-US"/>
            <a:t>Urban water storage and construction sites (An. stephensi)</a:t>
          </a:r>
        </a:p>
      </dgm:t>
    </dgm:pt>
    <dgm:pt modelId="{D5FB86F3-92EA-4A4A-B755-363ED8EE7C33}" type="parTrans" cxnId="{0CDC73B0-8A9F-4C25-AB23-C32A86418710}">
      <dgm:prSet/>
      <dgm:spPr/>
      <dgm:t>
        <a:bodyPr/>
        <a:lstStyle/>
        <a:p>
          <a:endParaRPr lang="en-US"/>
        </a:p>
      </dgm:t>
    </dgm:pt>
    <dgm:pt modelId="{1FAF0269-3A9C-4100-B05B-EAF613748563}" type="sibTrans" cxnId="{0CDC73B0-8A9F-4C25-AB23-C32A86418710}">
      <dgm:prSet/>
      <dgm:spPr/>
      <dgm:t>
        <a:bodyPr/>
        <a:lstStyle/>
        <a:p>
          <a:endParaRPr lang="en-US"/>
        </a:p>
      </dgm:t>
    </dgm:pt>
    <dgm:pt modelId="{94C80C8B-80D6-4A80-9291-E2CFB0E4DD72}">
      <dgm:prSet/>
      <dgm:spPr/>
      <dgm:t>
        <a:bodyPr/>
        <a:lstStyle/>
        <a:p>
          <a:r>
            <a:rPr lang="en-US"/>
            <a:t>Border areas and project sites</a:t>
          </a:r>
        </a:p>
      </dgm:t>
    </dgm:pt>
    <dgm:pt modelId="{A8CFC609-DC48-4E5F-9D58-B26B21396BFF}" type="parTrans" cxnId="{1A7E14F6-1859-4126-814B-3C427500F758}">
      <dgm:prSet/>
      <dgm:spPr/>
      <dgm:t>
        <a:bodyPr/>
        <a:lstStyle/>
        <a:p>
          <a:endParaRPr lang="en-US"/>
        </a:p>
      </dgm:t>
    </dgm:pt>
    <dgm:pt modelId="{34667660-16D7-4375-9063-7F8830514A32}" type="sibTrans" cxnId="{1A7E14F6-1859-4126-814B-3C427500F758}">
      <dgm:prSet/>
      <dgm:spPr/>
      <dgm:t>
        <a:bodyPr/>
        <a:lstStyle/>
        <a:p>
          <a:endParaRPr lang="en-US"/>
        </a:p>
      </dgm:t>
    </dgm:pt>
    <dgm:pt modelId="{3B21974D-E118-4B91-ADE3-E0050CB72F6F}" type="pres">
      <dgm:prSet presAssocID="{35E08C9F-F463-4901-9125-4135A448F277}" presName="Name0" presStyleCnt="0">
        <dgm:presLayoutVars>
          <dgm:dir/>
          <dgm:animLvl val="lvl"/>
          <dgm:resizeHandles val="exact"/>
        </dgm:presLayoutVars>
      </dgm:prSet>
      <dgm:spPr/>
    </dgm:pt>
    <dgm:pt modelId="{2083E598-AD14-4777-B226-2684D33DF30E}" type="pres">
      <dgm:prSet presAssocID="{FE9FA40C-DDA0-49FA-BFE3-40C310B076AD}" presName="composite" presStyleCnt="0"/>
      <dgm:spPr/>
    </dgm:pt>
    <dgm:pt modelId="{2C8FE7B2-F8B5-49F1-B0B1-52859EC648A8}" type="pres">
      <dgm:prSet presAssocID="{FE9FA40C-DDA0-49FA-BFE3-40C310B076AD}" presName="parTx" presStyleLbl="alignNode1" presStyleIdx="0" presStyleCnt="3">
        <dgm:presLayoutVars>
          <dgm:chMax val="0"/>
          <dgm:chPref val="0"/>
          <dgm:bulletEnabled val="1"/>
        </dgm:presLayoutVars>
      </dgm:prSet>
      <dgm:spPr/>
    </dgm:pt>
    <dgm:pt modelId="{FD3FD64E-B160-463E-9881-53ECFF179670}" type="pres">
      <dgm:prSet presAssocID="{FE9FA40C-DDA0-49FA-BFE3-40C310B076AD}" presName="desTx" presStyleLbl="alignAccFollowNode1" presStyleIdx="0" presStyleCnt="3">
        <dgm:presLayoutVars>
          <dgm:bulletEnabled val="1"/>
        </dgm:presLayoutVars>
      </dgm:prSet>
      <dgm:spPr/>
    </dgm:pt>
    <dgm:pt modelId="{63096711-0686-45CB-9AC0-B70B7ED6AF29}" type="pres">
      <dgm:prSet presAssocID="{D872A276-9095-4C63-9F51-D86B97801CEB}" presName="space" presStyleCnt="0"/>
      <dgm:spPr/>
    </dgm:pt>
    <dgm:pt modelId="{FB043AF8-7C18-42D4-9017-24992997007E}" type="pres">
      <dgm:prSet presAssocID="{C0A44CF8-D371-4BCF-8680-741E763785F3}" presName="composite" presStyleCnt="0"/>
      <dgm:spPr/>
    </dgm:pt>
    <dgm:pt modelId="{F0957CCA-0B34-44BF-AD27-20D1908E6B3B}" type="pres">
      <dgm:prSet presAssocID="{C0A44CF8-D371-4BCF-8680-741E763785F3}" presName="parTx" presStyleLbl="alignNode1" presStyleIdx="1" presStyleCnt="3">
        <dgm:presLayoutVars>
          <dgm:chMax val="0"/>
          <dgm:chPref val="0"/>
          <dgm:bulletEnabled val="1"/>
        </dgm:presLayoutVars>
      </dgm:prSet>
      <dgm:spPr/>
    </dgm:pt>
    <dgm:pt modelId="{2EB70641-077F-4C10-B023-E4244AF2100F}" type="pres">
      <dgm:prSet presAssocID="{C0A44CF8-D371-4BCF-8680-741E763785F3}" presName="desTx" presStyleLbl="alignAccFollowNode1" presStyleIdx="1" presStyleCnt="3">
        <dgm:presLayoutVars>
          <dgm:bulletEnabled val="1"/>
        </dgm:presLayoutVars>
      </dgm:prSet>
      <dgm:spPr/>
    </dgm:pt>
    <dgm:pt modelId="{9D6143EA-7F3E-4248-AC9A-616EC0F6705F}" type="pres">
      <dgm:prSet presAssocID="{E8A89C70-985D-4092-8E65-85BE1CD2924A}" presName="space" presStyleCnt="0"/>
      <dgm:spPr/>
    </dgm:pt>
    <dgm:pt modelId="{E9C7DB42-2955-4379-8CFB-BCCE3166D701}" type="pres">
      <dgm:prSet presAssocID="{A9613210-3D2E-4B30-9AE6-E552BAD184EF}" presName="composite" presStyleCnt="0"/>
      <dgm:spPr/>
    </dgm:pt>
    <dgm:pt modelId="{BA7EC570-65A5-42EA-BBA3-C6C8E1F74132}" type="pres">
      <dgm:prSet presAssocID="{A9613210-3D2E-4B30-9AE6-E552BAD184EF}" presName="parTx" presStyleLbl="alignNode1" presStyleIdx="2" presStyleCnt="3">
        <dgm:presLayoutVars>
          <dgm:chMax val="0"/>
          <dgm:chPref val="0"/>
          <dgm:bulletEnabled val="1"/>
        </dgm:presLayoutVars>
      </dgm:prSet>
      <dgm:spPr/>
    </dgm:pt>
    <dgm:pt modelId="{35C68D1B-42E5-4334-9525-079DA0B737A6}" type="pres">
      <dgm:prSet presAssocID="{A9613210-3D2E-4B30-9AE6-E552BAD184EF}" presName="desTx" presStyleLbl="alignAccFollowNode1" presStyleIdx="2" presStyleCnt="3">
        <dgm:presLayoutVars>
          <dgm:bulletEnabled val="1"/>
        </dgm:presLayoutVars>
      </dgm:prSet>
      <dgm:spPr/>
    </dgm:pt>
  </dgm:ptLst>
  <dgm:cxnLst>
    <dgm:cxn modelId="{8F598B0E-E592-410D-8B67-0756DDBE11C5}" type="presOf" srcId="{A9613210-3D2E-4B30-9AE6-E552BAD184EF}" destId="{BA7EC570-65A5-42EA-BBA3-C6C8E1F74132}" srcOrd="0" destOrd="0" presId="urn:microsoft.com/office/officeart/2005/8/layout/hList1"/>
    <dgm:cxn modelId="{3F56581C-204B-46F2-91B9-B2EAFBBD9016}" type="presOf" srcId="{8B96D231-D24A-47A6-9CF0-CFD784CC1D7D}" destId="{35C68D1B-42E5-4334-9525-079DA0B737A6}" srcOrd="0" destOrd="1" presId="urn:microsoft.com/office/officeart/2005/8/layout/hList1"/>
    <dgm:cxn modelId="{201E831D-2DBC-4467-A3EE-176967B402E8}" type="presOf" srcId="{0C90809F-EE12-40FE-9169-F6F738B9F724}" destId="{FD3FD64E-B160-463E-9881-53ECFF179670}" srcOrd="0" destOrd="2" presId="urn:microsoft.com/office/officeart/2005/8/layout/hList1"/>
    <dgm:cxn modelId="{08C6CC20-7A9F-4FD0-A673-2D96CE0B227A}" type="presOf" srcId="{8D3EC50A-A215-43BE-BB55-EC20D91358A3}" destId="{FD3FD64E-B160-463E-9881-53ECFF179670}" srcOrd="0" destOrd="1" presId="urn:microsoft.com/office/officeart/2005/8/layout/hList1"/>
    <dgm:cxn modelId="{B4981427-F70D-4019-B440-98280A196F19}" srcId="{A9613210-3D2E-4B30-9AE6-E552BAD184EF}" destId="{8B96D231-D24A-47A6-9CF0-CFD784CC1D7D}" srcOrd="1" destOrd="0" parTransId="{90810DB5-B510-43C7-8E63-7CC32A7D7A18}" sibTransId="{E5C3B089-B54B-4E55-829A-DF14ADF12D49}"/>
    <dgm:cxn modelId="{AA05A42B-6F2F-481E-AABA-8249E2D2C095}" type="presOf" srcId="{B7D73322-90A8-418D-AF41-59BB10F6036E}" destId="{35C68D1B-42E5-4334-9525-079DA0B737A6}" srcOrd="0" destOrd="0" presId="urn:microsoft.com/office/officeart/2005/8/layout/hList1"/>
    <dgm:cxn modelId="{0AA46D2D-1BA6-42FA-84C9-84ABBC8270B5}" srcId="{C0A44CF8-D371-4BCF-8680-741E763785F3}" destId="{9ED96126-593A-4F09-A4C9-FDFB25928B54}" srcOrd="1" destOrd="0" parTransId="{BFCA9D34-594F-4525-8B62-C11392BA89D7}" sibTransId="{9D4BC17F-683D-4DE7-AF16-D80B8CF60993}"/>
    <dgm:cxn modelId="{6B80FD3A-C2FC-4072-A38B-6EE06BCBB5A5}" srcId="{35E08C9F-F463-4901-9125-4135A448F277}" destId="{FE9FA40C-DDA0-49FA-BFE3-40C310B076AD}" srcOrd="0" destOrd="0" parTransId="{EFC5CF99-F10E-4434-8BD2-E006BACAEF22}" sibTransId="{D872A276-9095-4C63-9F51-D86B97801CEB}"/>
    <dgm:cxn modelId="{BC2B653E-2D5C-454C-BEAB-E5D7D686BBD3}" srcId="{A9613210-3D2E-4B30-9AE6-E552BAD184EF}" destId="{B7D73322-90A8-418D-AF41-59BB10F6036E}" srcOrd="0" destOrd="0" parTransId="{720F30C5-4456-4AEE-BC96-FF175477208E}" sibTransId="{BE209083-96F6-4DF0-87AB-FC0B1E6CD624}"/>
    <dgm:cxn modelId="{C6D32B5D-F712-47FE-91A4-4D73AAFB1A88}" type="presOf" srcId="{C0A44CF8-D371-4BCF-8680-741E763785F3}" destId="{F0957CCA-0B34-44BF-AD27-20D1908E6B3B}" srcOrd="0" destOrd="0" presId="urn:microsoft.com/office/officeart/2005/8/layout/hList1"/>
    <dgm:cxn modelId="{8BD35047-B3C1-4AC1-A62A-F3B6DC4DFE1E}" srcId="{35E08C9F-F463-4901-9125-4135A448F277}" destId="{C0A44CF8-D371-4BCF-8680-741E763785F3}" srcOrd="1" destOrd="0" parTransId="{FAD01403-2BA6-42DC-88BD-F0196CE1CA9A}" sibTransId="{E8A89C70-985D-4092-8E65-85BE1CD2924A}"/>
    <dgm:cxn modelId="{D3A2B549-DA0F-4D39-BCAB-79798D8E76FE}" srcId="{FE9FA40C-DDA0-49FA-BFE3-40C310B076AD}" destId="{48900E76-BEDC-439B-AD3C-F21A915D50AF}" srcOrd="0" destOrd="0" parTransId="{B334D5CC-C1FE-4CDB-9477-46DAC5205811}" sibTransId="{E97CAF8C-5F4C-4BC7-873F-7B88DC1E7AE1}"/>
    <dgm:cxn modelId="{31DECD94-1FD0-4C9C-8509-35CCA8C7B7E5}" srcId="{FE9FA40C-DDA0-49FA-BFE3-40C310B076AD}" destId="{0C90809F-EE12-40FE-9169-F6F738B9F724}" srcOrd="2" destOrd="0" parTransId="{351FCE3E-1392-4F03-8556-F17BA2C952F2}" sibTransId="{A729F86B-A753-4EAD-98EA-E6E823B403D8}"/>
    <dgm:cxn modelId="{FE1AFA9E-A895-4C7A-861D-5B0E28F24B20}" type="presOf" srcId="{9ED96126-593A-4F09-A4C9-FDFB25928B54}" destId="{2EB70641-077F-4C10-B023-E4244AF2100F}" srcOrd="0" destOrd="1" presId="urn:microsoft.com/office/officeart/2005/8/layout/hList1"/>
    <dgm:cxn modelId="{506CBEAF-2E6D-4D47-9824-4C12D5129052}" type="presOf" srcId="{37923EF2-A8FB-43F0-A487-9A774F52BF77}" destId="{35C68D1B-42E5-4334-9525-079DA0B737A6}" srcOrd="0" destOrd="2" presId="urn:microsoft.com/office/officeart/2005/8/layout/hList1"/>
    <dgm:cxn modelId="{0CDC73B0-8A9F-4C25-AB23-C32A86418710}" srcId="{A9613210-3D2E-4B30-9AE6-E552BAD184EF}" destId="{2786F5C7-5498-4A92-9F12-54A27EE66C7A}" srcOrd="3" destOrd="0" parTransId="{D5FB86F3-92EA-4A4A-B755-363ED8EE7C33}" sibTransId="{1FAF0269-3A9C-4100-B05B-EAF613748563}"/>
    <dgm:cxn modelId="{23EDE2BC-B656-4317-865E-22CDFA392D16}" srcId="{C0A44CF8-D371-4BCF-8680-741E763785F3}" destId="{5D262C74-B9F5-498B-B5F3-674F8221BF5B}" srcOrd="0" destOrd="0" parTransId="{85B38490-E1E4-4437-8E0B-48D2DAC6200A}" sibTransId="{C87778E7-EAFA-4E87-AAA7-E9728EE92BBE}"/>
    <dgm:cxn modelId="{9016C8C0-56C4-43AE-9A05-418672560B8C}" type="presOf" srcId="{94C80C8B-80D6-4A80-9291-E2CFB0E4DD72}" destId="{35C68D1B-42E5-4334-9525-079DA0B737A6}" srcOrd="0" destOrd="4" presId="urn:microsoft.com/office/officeart/2005/8/layout/hList1"/>
    <dgm:cxn modelId="{E84945D4-CB03-4342-976B-EFF44B6C348D}" type="presOf" srcId="{35E08C9F-F463-4901-9125-4135A448F277}" destId="{3B21974D-E118-4B91-ADE3-E0050CB72F6F}" srcOrd="0" destOrd="0" presId="urn:microsoft.com/office/officeart/2005/8/layout/hList1"/>
    <dgm:cxn modelId="{021DACD8-9D99-48FF-9D9E-BDA79326AA58}" srcId="{A9613210-3D2E-4B30-9AE6-E552BAD184EF}" destId="{37923EF2-A8FB-43F0-A487-9A774F52BF77}" srcOrd="2" destOrd="0" parTransId="{2541F07A-753D-414B-960B-1BF9AE41B493}" sibTransId="{99C36485-76C2-413E-8790-56C442CE117C}"/>
    <dgm:cxn modelId="{9680EAE7-3D00-494B-B7DA-15A6EEBA3740}" type="presOf" srcId="{2786F5C7-5498-4A92-9F12-54A27EE66C7A}" destId="{35C68D1B-42E5-4334-9525-079DA0B737A6}" srcOrd="0" destOrd="3" presId="urn:microsoft.com/office/officeart/2005/8/layout/hList1"/>
    <dgm:cxn modelId="{1A7E14F6-1859-4126-814B-3C427500F758}" srcId="{A9613210-3D2E-4B30-9AE6-E552BAD184EF}" destId="{94C80C8B-80D6-4A80-9291-E2CFB0E4DD72}" srcOrd="4" destOrd="0" parTransId="{A8CFC609-DC48-4E5F-9D58-B26B21396BFF}" sibTransId="{34667660-16D7-4375-9063-7F8830514A32}"/>
    <dgm:cxn modelId="{345882F6-78F3-4C09-B3D7-930C13C3C96E}" type="presOf" srcId="{48900E76-BEDC-439B-AD3C-F21A915D50AF}" destId="{FD3FD64E-B160-463E-9881-53ECFF179670}" srcOrd="0" destOrd="0" presId="urn:microsoft.com/office/officeart/2005/8/layout/hList1"/>
    <dgm:cxn modelId="{6A0E8AF8-3036-4CCB-B771-7C8EAF43C9BF}" srcId="{FE9FA40C-DDA0-49FA-BFE3-40C310B076AD}" destId="{8D3EC50A-A215-43BE-BB55-EC20D91358A3}" srcOrd="1" destOrd="0" parTransId="{CBF16602-EA7B-4F6F-934F-56CC145B3599}" sibTransId="{70A571AC-F2CD-4CBF-A3C2-E95683D96BF8}"/>
    <dgm:cxn modelId="{44FEEBF8-471E-4CCD-A997-3496D01B0331}" srcId="{35E08C9F-F463-4901-9125-4135A448F277}" destId="{A9613210-3D2E-4B30-9AE6-E552BAD184EF}" srcOrd="2" destOrd="0" parTransId="{37220944-4A64-4D99-B5CF-185383383FBC}" sibTransId="{48A21502-CA01-4310-9655-CE2B1D08DD52}"/>
    <dgm:cxn modelId="{0784D6FA-A98B-4A95-8465-0B9AF9459265}" type="presOf" srcId="{5D262C74-B9F5-498B-B5F3-674F8221BF5B}" destId="{2EB70641-077F-4C10-B023-E4244AF2100F}" srcOrd="0" destOrd="0" presId="urn:microsoft.com/office/officeart/2005/8/layout/hList1"/>
    <dgm:cxn modelId="{07559EFB-12A0-4695-8E2B-FEB74424B60C}" type="presOf" srcId="{FE9FA40C-DDA0-49FA-BFE3-40C310B076AD}" destId="{2C8FE7B2-F8B5-49F1-B0B1-52859EC648A8}" srcOrd="0" destOrd="0" presId="urn:microsoft.com/office/officeart/2005/8/layout/hList1"/>
    <dgm:cxn modelId="{556F29AD-5724-48B3-8F1A-52E93DF710DD}" type="presParOf" srcId="{3B21974D-E118-4B91-ADE3-E0050CB72F6F}" destId="{2083E598-AD14-4777-B226-2684D33DF30E}" srcOrd="0" destOrd="0" presId="urn:microsoft.com/office/officeart/2005/8/layout/hList1"/>
    <dgm:cxn modelId="{1E1079DA-0083-498D-A36B-00A4ADDBA71F}" type="presParOf" srcId="{2083E598-AD14-4777-B226-2684D33DF30E}" destId="{2C8FE7B2-F8B5-49F1-B0B1-52859EC648A8}" srcOrd="0" destOrd="0" presId="urn:microsoft.com/office/officeart/2005/8/layout/hList1"/>
    <dgm:cxn modelId="{AEE6B5BA-3CFF-4A0B-B7C6-3BAE72F5B2FE}" type="presParOf" srcId="{2083E598-AD14-4777-B226-2684D33DF30E}" destId="{FD3FD64E-B160-463E-9881-53ECFF179670}" srcOrd="1" destOrd="0" presId="urn:microsoft.com/office/officeart/2005/8/layout/hList1"/>
    <dgm:cxn modelId="{C3D63885-5B4A-42F5-AAB5-2C90015F3BE2}" type="presParOf" srcId="{3B21974D-E118-4B91-ADE3-E0050CB72F6F}" destId="{63096711-0686-45CB-9AC0-B70B7ED6AF29}" srcOrd="1" destOrd="0" presId="urn:microsoft.com/office/officeart/2005/8/layout/hList1"/>
    <dgm:cxn modelId="{ECFBFC8C-3468-4A10-9121-40ECA302C599}" type="presParOf" srcId="{3B21974D-E118-4B91-ADE3-E0050CB72F6F}" destId="{FB043AF8-7C18-42D4-9017-24992997007E}" srcOrd="2" destOrd="0" presId="urn:microsoft.com/office/officeart/2005/8/layout/hList1"/>
    <dgm:cxn modelId="{8EBD13E2-738E-4EBD-9242-EC9F40D21EF2}" type="presParOf" srcId="{FB043AF8-7C18-42D4-9017-24992997007E}" destId="{F0957CCA-0B34-44BF-AD27-20D1908E6B3B}" srcOrd="0" destOrd="0" presId="urn:microsoft.com/office/officeart/2005/8/layout/hList1"/>
    <dgm:cxn modelId="{4F0DCB86-39EE-494B-AC52-46A7645EC925}" type="presParOf" srcId="{FB043AF8-7C18-42D4-9017-24992997007E}" destId="{2EB70641-077F-4C10-B023-E4244AF2100F}" srcOrd="1" destOrd="0" presId="urn:microsoft.com/office/officeart/2005/8/layout/hList1"/>
    <dgm:cxn modelId="{378A39F6-05C0-4884-AA60-453198DB4F90}" type="presParOf" srcId="{3B21974D-E118-4B91-ADE3-E0050CB72F6F}" destId="{9D6143EA-7F3E-4248-AC9A-616EC0F6705F}" srcOrd="3" destOrd="0" presId="urn:microsoft.com/office/officeart/2005/8/layout/hList1"/>
    <dgm:cxn modelId="{F9478484-97E7-4985-B1A1-447086FE6525}" type="presParOf" srcId="{3B21974D-E118-4B91-ADE3-E0050CB72F6F}" destId="{E9C7DB42-2955-4379-8CFB-BCCE3166D701}" srcOrd="4" destOrd="0" presId="urn:microsoft.com/office/officeart/2005/8/layout/hList1"/>
    <dgm:cxn modelId="{E5994320-3F0B-4404-A325-3B3A48E0B1D4}" type="presParOf" srcId="{E9C7DB42-2955-4379-8CFB-BCCE3166D701}" destId="{BA7EC570-65A5-42EA-BBA3-C6C8E1F74132}" srcOrd="0" destOrd="0" presId="urn:microsoft.com/office/officeart/2005/8/layout/hList1"/>
    <dgm:cxn modelId="{73FE5CDC-8771-468E-887B-49B460D880A1}" type="presParOf" srcId="{E9C7DB42-2955-4379-8CFB-BCCE3166D701}" destId="{35C68D1B-42E5-4334-9525-079DA0B737A6}"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6AEDB86-000F-49D3-9B8B-C66B6593B982}"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8B425454-4520-4E8B-9FF7-F9DC64B8441F}">
      <dgm:prSet/>
      <dgm:spPr/>
      <dgm:t>
        <a:bodyPr/>
        <a:lstStyle/>
        <a:p>
          <a:r>
            <a:rPr lang="en-US" b="1" dirty="0"/>
            <a:t>Output indicators</a:t>
          </a:r>
          <a:r>
            <a:rPr lang="en-US" dirty="0"/>
            <a:t> (</a:t>
          </a:r>
          <a:r>
            <a:rPr lang="en-US" dirty="0" err="1"/>
            <a:t>programme</a:t>
          </a:r>
          <a:r>
            <a:rPr lang="en-US" dirty="0"/>
            <a:t>):</a:t>
          </a:r>
        </a:p>
      </dgm:t>
    </dgm:pt>
    <dgm:pt modelId="{EEBBD89D-5A3E-480D-AA08-4FF226F670DE}" type="parTrans" cxnId="{55CE4820-4D4F-4768-AFF4-F3D6F43518AE}">
      <dgm:prSet/>
      <dgm:spPr/>
      <dgm:t>
        <a:bodyPr/>
        <a:lstStyle/>
        <a:p>
          <a:endParaRPr lang="en-US" sz="2800"/>
        </a:p>
      </dgm:t>
    </dgm:pt>
    <dgm:pt modelId="{70751B6B-AC84-4129-8B7F-E8FDE883E487}" type="sibTrans" cxnId="{55CE4820-4D4F-4768-AFF4-F3D6F43518AE}">
      <dgm:prSet/>
      <dgm:spPr/>
      <dgm:t>
        <a:bodyPr/>
        <a:lstStyle/>
        <a:p>
          <a:endParaRPr lang="en-US"/>
        </a:p>
      </dgm:t>
    </dgm:pt>
    <dgm:pt modelId="{915EFC58-020B-47A8-9E16-9DAD99B360BA}">
      <dgm:prSet/>
      <dgm:spPr/>
      <dgm:t>
        <a:bodyPr/>
        <a:lstStyle/>
        <a:p>
          <a:r>
            <a:rPr lang="en-US"/>
            <a:t>Number of blood slides examined (ABER)</a:t>
          </a:r>
        </a:p>
      </dgm:t>
    </dgm:pt>
    <dgm:pt modelId="{E4B10546-C0A1-4799-A95A-BA557BFA726C}" type="parTrans" cxnId="{0CE19A0C-BE13-4AD7-A5E2-492D04BEB72B}">
      <dgm:prSet/>
      <dgm:spPr/>
      <dgm:t>
        <a:bodyPr/>
        <a:lstStyle/>
        <a:p>
          <a:endParaRPr lang="en-US" sz="2800"/>
        </a:p>
      </dgm:t>
    </dgm:pt>
    <dgm:pt modelId="{3015A899-5773-4182-A8B6-E2A471082CD9}" type="sibTrans" cxnId="{0CE19A0C-BE13-4AD7-A5E2-492D04BEB72B}">
      <dgm:prSet/>
      <dgm:spPr/>
      <dgm:t>
        <a:bodyPr/>
        <a:lstStyle/>
        <a:p>
          <a:endParaRPr lang="en-US"/>
        </a:p>
      </dgm:t>
    </dgm:pt>
    <dgm:pt modelId="{42F9B9DC-7D21-47E4-B283-09B33703AA7B}">
      <dgm:prSet/>
      <dgm:spPr/>
      <dgm:t>
        <a:bodyPr/>
        <a:lstStyle/>
        <a:p>
          <a:r>
            <a:rPr lang="en-US" dirty="0"/>
            <a:t>IRS coverage achieved</a:t>
          </a:r>
        </a:p>
      </dgm:t>
    </dgm:pt>
    <dgm:pt modelId="{40EBA623-D9F1-4F3C-96FA-71482987774D}" type="parTrans" cxnId="{6632CBF4-88BB-48F5-B3EF-94AC6B125395}">
      <dgm:prSet/>
      <dgm:spPr/>
      <dgm:t>
        <a:bodyPr/>
        <a:lstStyle/>
        <a:p>
          <a:endParaRPr lang="en-US" sz="2800"/>
        </a:p>
      </dgm:t>
    </dgm:pt>
    <dgm:pt modelId="{36B1DBD7-6210-4D55-A2E8-90ECA361D01A}" type="sibTrans" cxnId="{6632CBF4-88BB-48F5-B3EF-94AC6B125395}">
      <dgm:prSet/>
      <dgm:spPr/>
      <dgm:t>
        <a:bodyPr/>
        <a:lstStyle/>
        <a:p>
          <a:endParaRPr lang="en-US"/>
        </a:p>
      </dgm:t>
    </dgm:pt>
    <dgm:pt modelId="{B466FE4C-4FEF-4525-A78D-A7C5029ACD9E}">
      <dgm:prSet/>
      <dgm:spPr/>
      <dgm:t>
        <a:bodyPr/>
        <a:lstStyle/>
        <a:p>
          <a:r>
            <a:rPr lang="en-US"/>
            <a:t>LLINs distributed and in use</a:t>
          </a:r>
        </a:p>
      </dgm:t>
    </dgm:pt>
    <dgm:pt modelId="{1AEB4B3E-A9E2-4278-9C7D-77821BAE9702}" type="parTrans" cxnId="{4E814036-A66A-4D92-887C-F3E071FBB1E6}">
      <dgm:prSet/>
      <dgm:spPr/>
      <dgm:t>
        <a:bodyPr/>
        <a:lstStyle/>
        <a:p>
          <a:endParaRPr lang="en-US" sz="2800"/>
        </a:p>
      </dgm:t>
    </dgm:pt>
    <dgm:pt modelId="{EE7D1F56-0F0B-4C26-8914-F099214818D5}" type="sibTrans" cxnId="{4E814036-A66A-4D92-887C-F3E071FBB1E6}">
      <dgm:prSet/>
      <dgm:spPr/>
      <dgm:t>
        <a:bodyPr/>
        <a:lstStyle/>
        <a:p>
          <a:endParaRPr lang="en-US"/>
        </a:p>
      </dgm:t>
    </dgm:pt>
    <dgm:pt modelId="{57565B2F-3795-43BB-A984-0B3FA1A05152}">
      <dgm:prSet/>
      <dgm:spPr/>
      <dgm:t>
        <a:bodyPr/>
        <a:lstStyle/>
        <a:p>
          <a:r>
            <a:rPr lang="en-US" dirty="0"/>
            <a:t>Number of cases notified and investigated</a:t>
          </a:r>
        </a:p>
      </dgm:t>
    </dgm:pt>
    <dgm:pt modelId="{AA91C7FD-2902-4530-AF0A-D219F9E4A2FB}" type="parTrans" cxnId="{0EA052D9-6071-4532-A106-CB9DAD925059}">
      <dgm:prSet/>
      <dgm:spPr/>
      <dgm:t>
        <a:bodyPr/>
        <a:lstStyle/>
        <a:p>
          <a:endParaRPr lang="en-US" sz="2800"/>
        </a:p>
      </dgm:t>
    </dgm:pt>
    <dgm:pt modelId="{7309E476-8A60-4F85-B113-5C2CE047F9FA}" type="sibTrans" cxnId="{0EA052D9-6071-4532-A106-CB9DAD925059}">
      <dgm:prSet/>
      <dgm:spPr/>
      <dgm:t>
        <a:bodyPr/>
        <a:lstStyle/>
        <a:p>
          <a:endParaRPr lang="en-US"/>
        </a:p>
      </dgm:t>
    </dgm:pt>
    <dgm:pt modelId="{CDB3E26E-7B5D-4D47-96B8-0E522C361F5B}">
      <dgm:prSet/>
      <dgm:spPr/>
      <dgm:t>
        <a:bodyPr/>
        <a:lstStyle/>
        <a:p>
          <a:r>
            <a:rPr lang="en-US"/>
            <a:t>Number of foci investigated and responded to</a:t>
          </a:r>
        </a:p>
      </dgm:t>
    </dgm:pt>
    <dgm:pt modelId="{F2F7F806-9ECC-4A73-BB2C-9618FCE5565F}" type="parTrans" cxnId="{41815B8B-72E0-498B-883A-BF3FE7C6A130}">
      <dgm:prSet/>
      <dgm:spPr/>
      <dgm:t>
        <a:bodyPr/>
        <a:lstStyle/>
        <a:p>
          <a:endParaRPr lang="en-US" sz="2800"/>
        </a:p>
      </dgm:t>
    </dgm:pt>
    <dgm:pt modelId="{B136C154-2667-4E73-BF27-6BFE0ADC6D70}" type="sibTrans" cxnId="{41815B8B-72E0-498B-883A-BF3FE7C6A130}">
      <dgm:prSet/>
      <dgm:spPr/>
      <dgm:t>
        <a:bodyPr/>
        <a:lstStyle/>
        <a:p>
          <a:endParaRPr lang="en-US"/>
        </a:p>
      </dgm:t>
    </dgm:pt>
    <dgm:pt modelId="{5D87EEFB-8720-4131-8566-3D3DA7F9E2B8}">
      <dgm:prSet/>
      <dgm:spPr/>
      <dgm:t>
        <a:bodyPr/>
        <a:lstStyle/>
        <a:p>
          <a:r>
            <a:rPr lang="en-US" b="1" dirty="0"/>
            <a:t>Outcome indicators</a:t>
          </a:r>
          <a:r>
            <a:rPr lang="en-US" dirty="0"/>
            <a:t> (short-term results):</a:t>
          </a:r>
        </a:p>
      </dgm:t>
    </dgm:pt>
    <dgm:pt modelId="{0457CC2B-2A2C-4AA3-9F16-4B486B2AEF22}" type="parTrans" cxnId="{6E63125F-BA26-43B2-808C-DCD28D7B5C51}">
      <dgm:prSet/>
      <dgm:spPr/>
      <dgm:t>
        <a:bodyPr/>
        <a:lstStyle/>
        <a:p>
          <a:endParaRPr lang="en-US" sz="2800"/>
        </a:p>
      </dgm:t>
    </dgm:pt>
    <dgm:pt modelId="{87DF3BBB-9A31-44A8-AD0C-5D77BA80DFAB}" type="sibTrans" cxnId="{6E63125F-BA26-43B2-808C-DCD28D7B5C51}">
      <dgm:prSet/>
      <dgm:spPr/>
      <dgm:t>
        <a:bodyPr/>
        <a:lstStyle/>
        <a:p>
          <a:endParaRPr lang="en-US"/>
        </a:p>
      </dgm:t>
    </dgm:pt>
    <dgm:pt modelId="{E4534B74-FD3A-4344-9541-0EF01EAD9BB0}">
      <dgm:prSet/>
      <dgm:spPr/>
      <dgm:t>
        <a:bodyPr/>
        <a:lstStyle/>
        <a:p>
          <a:r>
            <a:rPr lang="en-US"/>
            <a:t>SPR / TPR trends</a:t>
          </a:r>
        </a:p>
      </dgm:t>
    </dgm:pt>
    <dgm:pt modelId="{56743DEE-71C5-4766-A507-DD321AC9EE83}" type="parTrans" cxnId="{477A5D78-AC1C-4315-BF98-2DAF90A1D01C}">
      <dgm:prSet/>
      <dgm:spPr/>
      <dgm:t>
        <a:bodyPr/>
        <a:lstStyle/>
        <a:p>
          <a:endParaRPr lang="en-US" sz="2800"/>
        </a:p>
      </dgm:t>
    </dgm:pt>
    <dgm:pt modelId="{25F21193-121C-458E-9D2E-2953D54CE4D3}" type="sibTrans" cxnId="{477A5D78-AC1C-4315-BF98-2DAF90A1D01C}">
      <dgm:prSet/>
      <dgm:spPr/>
      <dgm:t>
        <a:bodyPr/>
        <a:lstStyle/>
        <a:p>
          <a:endParaRPr lang="en-US"/>
        </a:p>
      </dgm:t>
    </dgm:pt>
    <dgm:pt modelId="{6C146B18-6971-40B6-BC86-77CC1370709B}">
      <dgm:prSet/>
      <dgm:spPr/>
      <dgm:t>
        <a:bodyPr/>
        <a:lstStyle/>
        <a:p>
          <a:r>
            <a:rPr lang="en-US"/>
            <a:t>Proportion of cases receiving parasitological confirmation</a:t>
          </a:r>
        </a:p>
      </dgm:t>
    </dgm:pt>
    <dgm:pt modelId="{758517C0-369F-4067-A5D7-735B8499A0AA}" type="parTrans" cxnId="{40D1AB5C-9E18-48CD-B1CC-9004D885D566}">
      <dgm:prSet/>
      <dgm:spPr/>
      <dgm:t>
        <a:bodyPr/>
        <a:lstStyle/>
        <a:p>
          <a:endParaRPr lang="en-US" sz="2800"/>
        </a:p>
      </dgm:t>
    </dgm:pt>
    <dgm:pt modelId="{A9DDCCF3-FDDA-43CA-8618-51EF4B674E23}" type="sibTrans" cxnId="{40D1AB5C-9E18-48CD-B1CC-9004D885D566}">
      <dgm:prSet/>
      <dgm:spPr/>
      <dgm:t>
        <a:bodyPr/>
        <a:lstStyle/>
        <a:p>
          <a:endParaRPr lang="en-US"/>
        </a:p>
      </dgm:t>
    </dgm:pt>
    <dgm:pt modelId="{27EBEE8C-74BA-4B36-81B5-68B7A1E0BA16}">
      <dgm:prSet/>
      <dgm:spPr/>
      <dgm:t>
        <a:bodyPr/>
        <a:lstStyle/>
        <a:p>
          <a:r>
            <a:rPr lang="en-US"/>
            <a:t>Proportion of confirmed cases receiving treatment within 24 hours</a:t>
          </a:r>
        </a:p>
      </dgm:t>
    </dgm:pt>
    <dgm:pt modelId="{22C17A97-7E1A-4E85-A52F-E07847007A66}" type="parTrans" cxnId="{5095FA19-7275-46E9-98A5-5F75E3FFA67E}">
      <dgm:prSet/>
      <dgm:spPr/>
      <dgm:t>
        <a:bodyPr/>
        <a:lstStyle/>
        <a:p>
          <a:endParaRPr lang="en-US" sz="2800"/>
        </a:p>
      </dgm:t>
    </dgm:pt>
    <dgm:pt modelId="{4F0E77F2-15E3-402B-84E7-4EB519062ABF}" type="sibTrans" cxnId="{5095FA19-7275-46E9-98A5-5F75E3FFA67E}">
      <dgm:prSet/>
      <dgm:spPr/>
      <dgm:t>
        <a:bodyPr/>
        <a:lstStyle/>
        <a:p>
          <a:endParaRPr lang="en-US"/>
        </a:p>
      </dgm:t>
    </dgm:pt>
    <dgm:pt modelId="{34BDDC64-FDEB-4A23-A53E-2122B1AF96B5}">
      <dgm:prSet/>
      <dgm:spPr/>
      <dgm:t>
        <a:bodyPr/>
        <a:lstStyle/>
        <a:p>
          <a:r>
            <a:rPr lang="en-US" b="1"/>
            <a:t>Impact indicators</a:t>
          </a:r>
          <a:r>
            <a:rPr lang="en-US"/>
            <a:t> (long-term change):</a:t>
          </a:r>
        </a:p>
      </dgm:t>
    </dgm:pt>
    <dgm:pt modelId="{252806B6-A806-4023-9214-14AA8CAE150B}" type="parTrans" cxnId="{5F521E6C-A650-4995-9E32-C727D9F0A7F0}">
      <dgm:prSet/>
      <dgm:spPr/>
      <dgm:t>
        <a:bodyPr/>
        <a:lstStyle/>
        <a:p>
          <a:endParaRPr lang="en-US" sz="2800"/>
        </a:p>
      </dgm:t>
    </dgm:pt>
    <dgm:pt modelId="{2DEA2C76-E7C4-4B12-ADAA-0A3FEC3BB06D}" type="sibTrans" cxnId="{5F521E6C-A650-4995-9E32-C727D9F0A7F0}">
      <dgm:prSet/>
      <dgm:spPr/>
      <dgm:t>
        <a:bodyPr/>
        <a:lstStyle/>
        <a:p>
          <a:endParaRPr lang="en-US"/>
        </a:p>
      </dgm:t>
    </dgm:pt>
    <dgm:pt modelId="{644D1483-B4F5-4088-A1F4-B41E56A51D56}">
      <dgm:prSet/>
      <dgm:spPr/>
      <dgm:t>
        <a:bodyPr/>
        <a:lstStyle/>
        <a:p>
          <a:r>
            <a:rPr lang="en-US"/>
            <a:t>API trend</a:t>
          </a:r>
        </a:p>
      </dgm:t>
    </dgm:pt>
    <dgm:pt modelId="{A9DEA0D4-F6B9-4A34-97DC-16B4C38A681D}" type="parTrans" cxnId="{A0D44C64-FD99-4566-992E-D8B8893481C2}">
      <dgm:prSet/>
      <dgm:spPr/>
      <dgm:t>
        <a:bodyPr/>
        <a:lstStyle/>
        <a:p>
          <a:endParaRPr lang="en-US" sz="2800"/>
        </a:p>
      </dgm:t>
    </dgm:pt>
    <dgm:pt modelId="{66E337C1-3D0A-4FE2-8FA6-C5B3EBE27CF2}" type="sibTrans" cxnId="{A0D44C64-FD99-4566-992E-D8B8893481C2}">
      <dgm:prSet/>
      <dgm:spPr/>
      <dgm:t>
        <a:bodyPr/>
        <a:lstStyle/>
        <a:p>
          <a:endParaRPr lang="en-US"/>
        </a:p>
      </dgm:t>
    </dgm:pt>
    <dgm:pt modelId="{BD3CC23E-4F0A-4815-A77A-0FF99D6E6A27}">
      <dgm:prSet/>
      <dgm:spPr/>
      <dgm:t>
        <a:bodyPr/>
        <a:lstStyle/>
        <a:p>
          <a:r>
            <a:rPr lang="en-US"/>
            <a:t>Malaria mortality rate</a:t>
          </a:r>
        </a:p>
      </dgm:t>
    </dgm:pt>
    <dgm:pt modelId="{5D0C349A-F924-4938-9794-99DB42262595}" type="parTrans" cxnId="{47C7309D-32B5-4D99-AC7D-92BBED5F39F6}">
      <dgm:prSet/>
      <dgm:spPr/>
      <dgm:t>
        <a:bodyPr/>
        <a:lstStyle/>
        <a:p>
          <a:endParaRPr lang="en-US" sz="2800"/>
        </a:p>
      </dgm:t>
    </dgm:pt>
    <dgm:pt modelId="{E5B66299-BA35-45B1-A0C2-618DB199AF0F}" type="sibTrans" cxnId="{47C7309D-32B5-4D99-AC7D-92BBED5F39F6}">
      <dgm:prSet/>
      <dgm:spPr/>
      <dgm:t>
        <a:bodyPr/>
        <a:lstStyle/>
        <a:p>
          <a:endParaRPr lang="en-US"/>
        </a:p>
      </dgm:t>
    </dgm:pt>
    <dgm:pt modelId="{FC66A7E8-5B56-49C3-8261-AACC4C9ED95E}">
      <dgm:prSet/>
      <dgm:spPr/>
      <dgm:t>
        <a:bodyPr/>
        <a:lstStyle/>
        <a:p>
          <a:r>
            <a:rPr lang="en-US"/>
            <a:t>Number of Category 0 districts</a:t>
          </a:r>
        </a:p>
      </dgm:t>
    </dgm:pt>
    <dgm:pt modelId="{64AC88D1-D729-4852-883A-C339E188D5F4}" type="parTrans" cxnId="{119F9FF5-4131-43C0-90D9-62795A85BC90}">
      <dgm:prSet/>
      <dgm:spPr/>
      <dgm:t>
        <a:bodyPr/>
        <a:lstStyle/>
        <a:p>
          <a:endParaRPr lang="en-US" sz="2800"/>
        </a:p>
      </dgm:t>
    </dgm:pt>
    <dgm:pt modelId="{40A4ACEF-1F21-4288-B419-24E9589C66A8}" type="sibTrans" cxnId="{119F9FF5-4131-43C0-90D9-62795A85BC90}">
      <dgm:prSet/>
      <dgm:spPr/>
      <dgm:t>
        <a:bodyPr/>
        <a:lstStyle/>
        <a:p>
          <a:endParaRPr lang="en-US"/>
        </a:p>
      </dgm:t>
    </dgm:pt>
    <dgm:pt modelId="{0A74427F-BF3D-427C-900A-BD11D45A7EC6}">
      <dgm:prSet/>
      <dgm:spPr/>
      <dgm:t>
        <a:bodyPr/>
        <a:lstStyle/>
        <a:p>
          <a:r>
            <a:rPr lang="en-US"/>
            <a:t>Number of states and UTs achieving zero indigenous cases</a:t>
          </a:r>
        </a:p>
      </dgm:t>
    </dgm:pt>
    <dgm:pt modelId="{2883C421-22FC-4C1F-ACCD-74FC837572D0}" type="parTrans" cxnId="{0CE6AA53-6F8D-414A-8D18-957F64831D65}">
      <dgm:prSet/>
      <dgm:spPr/>
      <dgm:t>
        <a:bodyPr/>
        <a:lstStyle/>
        <a:p>
          <a:endParaRPr lang="en-US" sz="2800"/>
        </a:p>
      </dgm:t>
    </dgm:pt>
    <dgm:pt modelId="{EA24D039-CE81-4C85-9CCE-B208656AE5D9}" type="sibTrans" cxnId="{0CE6AA53-6F8D-414A-8D18-957F64831D65}">
      <dgm:prSet/>
      <dgm:spPr/>
      <dgm:t>
        <a:bodyPr/>
        <a:lstStyle/>
        <a:p>
          <a:endParaRPr lang="en-US"/>
        </a:p>
      </dgm:t>
    </dgm:pt>
    <dgm:pt modelId="{0FA8D56F-F314-433E-90A6-1D1701252C64}" type="pres">
      <dgm:prSet presAssocID="{A6AEDB86-000F-49D3-9B8B-C66B6593B982}" presName="linear" presStyleCnt="0">
        <dgm:presLayoutVars>
          <dgm:animLvl val="lvl"/>
          <dgm:resizeHandles val="exact"/>
        </dgm:presLayoutVars>
      </dgm:prSet>
      <dgm:spPr/>
    </dgm:pt>
    <dgm:pt modelId="{B4DC567C-0670-4E20-A98B-139B35C8255E}" type="pres">
      <dgm:prSet presAssocID="{8B425454-4520-4E8B-9FF7-F9DC64B8441F}" presName="parentText" presStyleLbl="node1" presStyleIdx="0" presStyleCnt="3">
        <dgm:presLayoutVars>
          <dgm:chMax val="0"/>
          <dgm:bulletEnabled val="1"/>
        </dgm:presLayoutVars>
      </dgm:prSet>
      <dgm:spPr/>
    </dgm:pt>
    <dgm:pt modelId="{4F314191-2D77-4E59-996A-EFBAC53CEAE4}" type="pres">
      <dgm:prSet presAssocID="{8B425454-4520-4E8B-9FF7-F9DC64B8441F}" presName="childText" presStyleLbl="revTx" presStyleIdx="0" presStyleCnt="3">
        <dgm:presLayoutVars>
          <dgm:bulletEnabled val="1"/>
        </dgm:presLayoutVars>
      </dgm:prSet>
      <dgm:spPr/>
    </dgm:pt>
    <dgm:pt modelId="{79212CB7-8AEC-4B5A-A519-5491DF0B4B45}" type="pres">
      <dgm:prSet presAssocID="{5D87EEFB-8720-4131-8566-3D3DA7F9E2B8}" presName="parentText" presStyleLbl="node1" presStyleIdx="1" presStyleCnt="3">
        <dgm:presLayoutVars>
          <dgm:chMax val="0"/>
          <dgm:bulletEnabled val="1"/>
        </dgm:presLayoutVars>
      </dgm:prSet>
      <dgm:spPr/>
    </dgm:pt>
    <dgm:pt modelId="{6782085A-48F6-4CCE-A4AA-68D7085E818C}" type="pres">
      <dgm:prSet presAssocID="{5D87EEFB-8720-4131-8566-3D3DA7F9E2B8}" presName="childText" presStyleLbl="revTx" presStyleIdx="1" presStyleCnt="3">
        <dgm:presLayoutVars>
          <dgm:bulletEnabled val="1"/>
        </dgm:presLayoutVars>
      </dgm:prSet>
      <dgm:spPr/>
    </dgm:pt>
    <dgm:pt modelId="{A33E8E59-659C-451C-9984-207E3347BB3A}" type="pres">
      <dgm:prSet presAssocID="{34BDDC64-FDEB-4A23-A53E-2122B1AF96B5}" presName="parentText" presStyleLbl="node1" presStyleIdx="2" presStyleCnt="3">
        <dgm:presLayoutVars>
          <dgm:chMax val="0"/>
          <dgm:bulletEnabled val="1"/>
        </dgm:presLayoutVars>
      </dgm:prSet>
      <dgm:spPr/>
    </dgm:pt>
    <dgm:pt modelId="{1AE1BEC0-2C0E-47AF-9C63-2B6373EA77F7}" type="pres">
      <dgm:prSet presAssocID="{34BDDC64-FDEB-4A23-A53E-2122B1AF96B5}" presName="childText" presStyleLbl="revTx" presStyleIdx="2" presStyleCnt="3">
        <dgm:presLayoutVars>
          <dgm:bulletEnabled val="1"/>
        </dgm:presLayoutVars>
      </dgm:prSet>
      <dgm:spPr/>
    </dgm:pt>
  </dgm:ptLst>
  <dgm:cxnLst>
    <dgm:cxn modelId="{6B913105-AB9F-4DD3-84F1-161937D1A6EF}" type="presOf" srcId="{57565B2F-3795-43BB-A984-0B3FA1A05152}" destId="{4F314191-2D77-4E59-996A-EFBAC53CEAE4}" srcOrd="0" destOrd="3" presId="urn:microsoft.com/office/officeart/2005/8/layout/vList2"/>
    <dgm:cxn modelId="{0CE19A0C-BE13-4AD7-A5E2-492D04BEB72B}" srcId="{8B425454-4520-4E8B-9FF7-F9DC64B8441F}" destId="{915EFC58-020B-47A8-9E16-9DAD99B360BA}" srcOrd="0" destOrd="0" parTransId="{E4B10546-C0A1-4799-A95A-BA557BFA726C}" sibTransId="{3015A899-5773-4182-A8B6-E2A471082CD9}"/>
    <dgm:cxn modelId="{C7C2B412-2312-4A01-85B0-8F21F19D2F3C}" type="presOf" srcId="{B466FE4C-4FEF-4525-A78D-A7C5029ACD9E}" destId="{4F314191-2D77-4E59-996A-EFBAC53CEAE4}" srcOrd="0" destOrd="2" presId="urn:microsoft.com/office/officeart/2005/8/layout/vList2"/>
    <dgm:cxn modelId="{880ABC16-E1BF-4EC6-B3B4-E386190FB492}" type="presOf" srcId="{E4534B74-FD3A-4344-9541-0EF01EAD9BB0}" destId="{6782085A-48F6-4CCE-A4AA-68D7085E818C}" srcOrd="0" destOrd="0" presId="urn:microsoft.com/office/officeart/2005/8/layout/vList2"/>
    <dgm:cxn modelId="{5095FA19-7275-46E9-98A5-5F75E3FFA67E}" srcId="{5D87EEFB-8720-4131-8566-3D3DA7F9E2B8}" destId="{27EBEE8C-74BA-4B36-81B5-68B7A1E0BA16}" srcOrd="2" destOrd="0" parTransId="{22C17A97-7E1A-4E85-A52F-E07847007A66}" sibTransId="{4F0E77F2-15E3-402B-84E7-4EB519062ABF}"/>
    <dgm:cxn modelId="{55CE4820-4D4F-4768-AFF4-F3D6F43518AE}" srcId="{A6AEDB86-000F-49D3-9B8B-C66B6593B982}" destId="{8B425454-4520-4E8B-9FF7-F9DC64B8441F}" srcOrd="0" destOrd="0" parTransId="{EEBBD89D-5A3E-480D-AA08-4FF226F670DE}" sibTransId="{70751B6B-AC84-4129-8B7F-E8FDE883E487}"/>
    <dgm:cxn modelId="{4E814036-A66A-4D92-887C-F3E071FBB1E6}" srcId="{8B425454-4520-4E8B-9FF7-F9DC64B8441F}" destId="{B466FE4C-4FEF-4525-A78D-A7C5029ACD9E}" srcOrd="2" destOrd="0" parTransId="{1AEB4B3E-A9E2-4278-9C7D-77821BAE9702}" sibTransId="{EE7D1F56-0F0B-4C26-8914-F099214818D5}"/>
    <dgm:cxn modelId="{40D1AB5C-9E18-48CD-B1CC-9004D885D566}" srcId="{5D87EEFB-8720-4131-8566-3D3DA7F9E2B8}" destId="{6C146B18-6971-40B6-BC86-77CC1370709B}" srcOrd="1" destOrd="0" parTransId="{758517C0-369F-4067-A5D7-735B8499A0AA}" sibTransId="{A9DDCCF3-FDDA-43CA-8618-51EF4B674E23}"/>
    <dgm:cxn modelId="{6E63125F-BA26-43B2-808C-DCD28D7B5C51}" srcId="{A6AEDB86-000F-49D3-9B8B-C66B6593B982}" destId="{5D87EEFB-8720-4131-8566-3D3DA7F9E2B8}" srcOrd="1" destOrd="0" parTransId="{0457CC2B-2A2C-4AA3-9F16-4B486B2AEF22}" sibTransId="{87DF3BBB-9A31-44A8-AD0C-5D77BA80DFAB}"/>
    <dgm:cxn modelId="{A0D44C64-FD99-4566-992E-D8B8893481C2}" srcId="{34BDDC64-FDEB-4A23-A53E-2122B1AF96B5}" destId="{644D1483-B4F5-4088-A1F4-B41E56A51D56}" srcOrd="0" destOrd="0" parTransId="{A9DEA0D4-F6B9-4A34-97DC-16B4C38A681D}" sibTransId="{66E337C1-3D0A-4FE2-8FA6-C5B3EBE27CF2}"/>
    <dgm:cxn modelId="{8EDFC046-8662-4802-91E9-266EEC6F3713}" type="presOf" srcId="{0A74427F-BF3D-427C-900A-BD11D45A7EC6}" destId="{1AE1BEC0-2C0E-47AF-9C63-2B6373EA77F7}" srcOrd="0" destOrd="3" presId="urn:microsoft.com/office/officeart/2005/8/layout/vList2"/>
    <dgm:cxn modelId="{286BF447-4744-44C5-B08E-0CBE1060F962}" type="presOf" srcId="{42F9B9DC-7D21-47E4-B283-09B33703AA7B}" destId="{4F314191-2D77-4E59-996A-EFBAC53CEAE4}" srcOrd="0" destOrd="1" presId="urn:microsoft.com/office/officeart/2005/8/layout/vList2"/>
    <dgm:cxn modelId="{5F521E6C-A650-4995-9E32-C727D9F0A7F0}" srcId="{A6AEDB86-000F-49D3-9B8B-C66B6593B982}" destId="{34BDDC64-FDEB-4A23-A53E-2122B1AF96B5}" srcOrd="2" destOrd="0" parTransId="{252806B6-A806-4023-9214-14AA8CAE150B}" sibTransId="{2DEA2C76-E7C4-4B12-ADAA-0A3FEC3BB06D}"/>
    <dgm:cxn modelId="{0CE6AA53-6F8D-414A-8D18-957F64831D65}" srcId="{34BDDC64-FDEB-4A23-A53E-2122B1AF96B5}" destId="{0A74427F-BF3D-427C-900A-BD11D45A7EC6}" srcOrd="3" destOrd="0" parTransId="{2883C421-22FC-4C1F-ACCD-74FC837572D0}" sibTransId="{EA24D039-CE81-4C85-9CCE-B208656AE5D9}"/>
    <dgm:cxn modelId="{477A5D78-AC1C-4315-BF98-2DAF90A1D01C}" srcId="{5D87EEFB-8720-4131-8566-3D3DA7F9E2B8}" destId="{E4534B74-FD3A-4344-9541-0EF01EAD9BB0}" srcOrd="0" destOrd="0" parTransId="{56743DEE-71C5-4766-A507-DD321AC9EE83}" sibTransId="{25F21193-121C-458E-9D2E-2953D54CE4D3}"/>
    <dgm:cxn modelId="{1987147D-CA26-4780-9CA2-BC5438958476}" type="presOf" srcId="{A6AEDB86-000F-49D3-9B8B-C66B6593B982}" destId="{0FA8D56F-F314-433E-90A6-1D1701252C64}" srcOrd="0" destOrd="0" presId="urn:microsoft.com/office/officeart/2005/8/layout/vList2"/>
    <dgm:cxn modelId="{461D477D-7968-483B-B620-B456F363C5EF}" type="presOf" srcId="{915EFC58-020B-47A8-9E16-9DAD99B360BA}" destId="{4F314191-2D77-4E59-996A-EFBAC53CEAE4}" srcOrd="0" destOrd="0" presId="urn:microsoft.com/office/officeart/2005/8/layout/vList2"/>
    <dgm:cxn modelId="{F264B485-0B44-4426-9452-96BD9F8A92B7}" type="presOf" srcId="{34BDDC64-FDEB-4A23-A53E-2122B1AF96B5}" destId="{A33E8E59-659C-451C-9984-207E3347BB3A}" srcOrd="0" destOrd="0" presId="urn:microsoft.com/office/officeart/2005/8/layout/vList2"/>
    <dgm:cxn modelId="{41815B8B-72E0-498B-883A-BF3FE7C6A130}" srcId="{8B425454-4520-4E8B-9FF7-F9DC64B8441F}" destId="{CDB3E26E-7B5D-4D47-96B8-0E522C361F5B}" srcOrd="4" destOrd="0" parTransId="{F2F7F806-9ECC-4A73-BB2C-9618FCE5565F}" sibTransId="{B136C154-2667-4E73-BF27-6BFE0ADC6D70}"/>
    <dgm:cxn modelId="{73946C91-40E4-4AEB-AC56-153717693E22}" type="presOf" srcId="{8B425454-4520-4E8B-9FF7-F9DC64B8441F}" destId="{B4DC567C-0670-4E20-A98B-139B35C8255E}" srcOrd="0" destOrd="0" presId="urn:microsoft.com/office/officeart/2005/8/layout/vList2"/>
    <dgm:cxn modelId="{47C7309D-32B5-4D99-AC7D-92BBED5F39F6}" srcId="{34BDDC64-FDEB-4A23-A53E-2122B1AF96B5}" destId="{BD3CC23E-4F0A-4815-A77A-0FF99D6E6A27}" srcOrd="1" destOrd="0" parTransId="{5D0C349A-F924-4938-9794-99DB42262595}" sibTransId="{E5B66299-BA35-45B1-A0C2-618DB199AF0F}"/>
    <dgm:cxn modelId="{463E49B1-232B-45B0-9490-BFB254B772BE}" type="presOf" srcId="{644D1483-B4F5-4088-A1F4-B41E56A51D56}" destId="{1AE1BEC0-2C0E-47AF-9C63-2B6373EA77F7}" srcOrd="0" destOrd="0" presId="urn:microsoft.com/office/officeart/2005/8/layout/vList2"/>
    <dgm:cxn modelId="{B5FD0DBA-CC35-4B02-85C6-A49FE6ADAF80}" type="presOf" srcId="{BD3CC23E-4F0A-4815-A77A-0FF99D6E6A27}" destId="{1AE1BEC0-2C0E-47AF-9C63-2B6373EA77F7}" srcOrd="0" destOrd="1" presId="urn:microsoft.com/office/officeart/2005/8/layout/vList2"/>
    <dgm:cxn modelId="{6F43E0BA-7E66-498C-96BA-63D4E11BBAFE}" type="presOf" srcId="{CDB3E26E-7B5D-4D47-96B8-0E522C361F5B}" destId="{4F314191-2D77-4E59-996A-EFBAC53CEAE4}" srcOrd="0" destOrd="4" presId="urn:microsoft.com/office/officeart/2005/8/layout/vList2"/>
    <dgm:cxn modelId="{5EE028BF-C724-4845-BB87-1A71E92BB490}" type="presOf" srcId="{5D87EEFB-8720-4131-8566-3D3DA7F9E2B8}" destId="{79212CB7-8AEC-4B5A-A519-5491DF0B4B45}" srcOrd="0" destOrd="0" presId="urn:microsoft.com/office/officeart/2005/8/layout/vList2"/>
    <dgm:cxn modelId="{D4D47FCB-EE0D-40ED-A929-F018FF37981A}" type="presOf" srcId="{FC66A7E8-5B56-49C3-8261-AACC4C9ED95E}" destId="{1AE1BEC0-2C0E-47AF-9C63-2B6373EA77F7}" srcOrd="0" destOrd="2" presId="urn:microsoft.com/office/officeart/2005/8/layout/vList2"/>
    <dgm:cxn modelId="{0EA052D9-6071-4532-A106-CB9DAD925059}" srcId="{8B425454-4520-4E8B-9FF7-F9DC64B8441F}" destId="{57565B2F-3795-43BB-A984-0B3FA1A05152}" srcOrd="3" destOrd="0" parTransId="{AA91C7FD-2902-4530-AF0A-D219F9E4A2FB}" sibTransId="{7309E476-8A60-4F85-B113-5C2CE047F9FA}"/>
    <dgm:cxn modelId="{6632CBF4-88BB-48F5-B3EF-94AC6B125395}" srcId="{8B425454-4520-4E8B-9FF7-F9DC64B8441F}" destId="{42F9B9DC-7D21-47E4-B283-09B33703AA7B}" srcOrd="1" destOrd="0" parTransId="{40EBA623-D9F1-4F3C-96FA-71482987774D}" sibTransId="{36B1DBD7-6210-4D55-A2E8-90ECA361D01A}"/>
    <dgm:cxn modelId="{119F9FF5-4131-43C0-90D9-62795A85BC90}" srcId="{34BDDC64-FDEB-4A23-A53E-2122B1AF96B5}" destId="{FC66A7E8-5B56-49C3-8261-AACC4C9ED95E}" srcOrd="2" destOrd="0" parTransId="{64AC88D1-D729-4852-883A-C339E188D5F4}" sibTransId="{40A4ACEF-1F21-4288-B419-24E9589C66A8}"/>
    <dgm:cxn modelId="{0C619FFD-04AD-4CA7-BB4F-8B3C5952FB0B}" type="presOf" srcId="{27EBEE8C-74BA-4B36-81B5-68B7A1E0BA16}" destId="{6782085A-48F6-4CCE-A4AA-68D7085E818C}" srcOrd="0" destOrd="2" presId="urn:microsoft.com/office/officeart/2005/8/layout/vList2"/>
    <dgm:cxn modelId="{24367EFF-5744-4B1D-A884-474440C759FB}" type="presOf" srcId="{6C146B18-6971-40B6-BC86-77CC1370709B}" destId="{6782085A-48F6-4CCE-A4AA-68D7085E818C}" srcOrd="0" destOrd="1" presId="urn:microsoft.com/office/officeart/2005/8/layout/vList2"/>
    <dgm:cxn modelId="{5C44A848-B549-4F49-8C01-3C696E33E3B1}" type="presParOf" srcId="{0FA8D56F-F314-433E-90A6-1D1701252C64}" destId="{B4DC567C-0670-4E20-A98B-139B35C8255E}" srcOrd="0" destOrd="0" presId="urn:microsoft.com/office/officeart/2005/8/layout/vList2"/>
    <dgm:cxn modelId="{209A6421-3B6C-45CC-BAAD-B91EB22A3B48}" type="presParOf" srcId="{0FA8D56F-F314-433E-90A6-1D1701252C64}" destId="{4F314191-2D77-4E59-996A-EFBAC53CEAE4}" srcOrd="1" destOrd="0" presId="urn:microsoft.com/office/officeart/2005/8/layout/vList2"/>
    <dgm:cxn modelId="{FE2EB899-E272-4571-ABA9-20D883579A69}" type="presParOf" srcId="{0FA8D56F-F314-433E-90A6-1D1701252C64}" destId="{79212CB7-8AEC-4B5A-A519-5491DF0B4B45}" srcOrd="2" destOrd="0" presId="urn:microsoft.com/office/officeart/2005/8/layout/vList2"/>
    <dgm:cxn modelId="{5C82B1AA-1F01-4EF5-8B41-A0E1B45B1DAC}" type="presParOf" srcId="{0FA8D56F-F314-433E-90A6-1D1701252C64}" destId="{6782085A-48F6-4CCE-A4AA-68D7085E818C}" srcOrd="3" destOrd="0" presId="urn:microsoft.com/office/officeart/2005/8/layout/vList2"/>
    <dgm:cxn modelId="{A18EE7D6-66A2-41D7-A218-946003783111}" type="presParOf" srcId="{0FA8D56F-F314-433E-90A6-1D1701252C64}" destId="{A33E8E59-659C-451C-9984-207E3347BB3A}" srcOrd="4" destOrd="0" presId="urn:microsoft.com/office/officeart/2005/8/layout/vList2"/>
    <dgm:cxn modelId="{DAC21523-B7DF-49F8-9331-A31F8DB13314}" type="presParOf" srcId="{0FA8D56F-F314-433E-90A6-1D1701252C64}" destId="{1AE1BEC0-2C0E-47AF-9C63-2B6373EA77F7}"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3066A96-08B8-4E2E-A804-8A42F3FDDEAA}"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0F371127-9E09-4DDD-8F02-8B5FD9A5D264}">
      <dgm:prSet/>
      <dgm:spPr/>
      <dgm:t>
        <a:bodyPr/>
        <a:lstStyle/>
        <a:p>
          <a:r>
            <a:rPr lang="en-US" b="1" dirty="0"/>
            <a:t>Regular monitoring of:</a:t>
          </a:r>
          <a:endParaRPr lang="en-US" dirty="0"/>
        </a:p>
      </dgm:t>
    </dgm:pt>
    <dgm:pt modelId="{546C0CC1-DE2D-4E4A-A7C2-45C864999F22}" type="parTrans" cxnId="{0F0F41ED-5887-4B92-8106-9AF90924F784}">
      <dgm:prSet/>
      <dgm:spPr/>
      <dgm:t>
        <a:bodyPr/>
        <a:lstStyle/>
        <a:p>
          <a:endParaRPr lang="en-US"/>
        </a:p>
      </dgm:t>
    </dgm:pt>
    <dgm:pt modelId="{29B0ED6C-DB4E-4AC1-9B87-8B3A8B1E66EC}" type="sibTrans" cxnId="{0F0F41ED-5887-4B92-8106-9AF90924F784}">
      <dgm:prSet/>
      <dgm:spPr/>
      <dgm:t>
        <a:bodyPr/>
        <a:lstStyle/>
        <a:p>
          <a:endParaRPr lang="en-US"/>
        </a:p>
      </dgm:t>
    </dgm:pt>
    <dgm:pt modelId="{399D2D6F-156B-4FDD-BC53-25922E0D0CD6}">
      <dgm:prSet/>
      <dgm:spPr/>
      <dgm:t>
        <a:bodyPr/>
        <a:lstStyle/>
        <a:p>
          <a:r>
            <a:rPr lang="en-US" dirty="0"/>
            <a:t>Vector species composition</a:t>
          </a:r>
        </a:p>
      </dgm:t>
    </dgm:pt>
    <dgm:pt modelId="{E32A4A17-7792-45B7-930D-1B6E1460A267}" type="parTrans" cxnId="{FF0A8E03-23F3-481E-8301-796AF5C9305B}">
      <dgm:prSet/>
      <dgm:spPr/>
      <dgm:t>
        <a:bodyPr/>
        <a:lstStyle/>
        <a:p>
          <a:endParaRPr lang="en-US"/>
        </a:p>
      </dgm:t>
    </dgm:pt>
    <dgm:pt modelId="{2AD3A604-9E25-4154-AB33-5E9EA7F39F2D}" type="sibTrans" cxnId="{FF0A8E03-23F3-481E-8301-796AF5C9305B}">
      <dgm:prSet/>
      <dgm:spPr/>
      <dgm:t>
        <a:bodyPr/>
        <a:lstStyle/>
        <a:p>
          <a:endParaRPr lang="en-US"/>
        </a:p>
      </dgm:t>
    </dgm:pt>
    <dgm:pt modelId="{8340D9DA-9221-4DB2-8D18-E3D5EAD24825}">
      <dgm:prSet/>
      <dgm:spPr/>
      <dgm:t>
        <a:bodyPr/>
        <a:lstStyle/>
        <a:p>
          <a:r>
            <a:rPr lang="en-US" dirty="0"/>
            <a:t>Vector density</a:t>
          </a:r>
        </a:p>
      </dgm:t>
    </dgm:pt>
    <dgm:pt modelId="{A5716940-E5DE-4E1C-882D-A7E3F852B50E}" type="parTrans" cxnId="{2A2FEF97-B8E0-4666-BAD5-4362346AB070}">
      <dgm:prSet/>
      <dgm:spPr/>
      <dgm:t>
        <a:bodyPr/>
        <a:lstStyle/>
        <a:p>
          <a:endParaRPr lang="en-US"/>
        </a:p>
      </dgm:t>
    </dgm:pt>
    <dgm:pt modelId="{ED53A3B3-4942-4C2C-97B9-5C0D13B35D4E}" type="sibTrans" cxnId="{2A2FEF97-B8E0-4666-BAD5-4362346AB070}">
      <dgm:prSet/>
      <dgm:spPr/>
      <dgm:t>
        <a:bodyPr/>
        <a:lstStyle/>
        <a:p>
          <a:endParaRPr lang="en-US"/>
        </a:p>
      </dgm:t>
    </dgm:pt>
    <dgm:pt modelId="{AAA304FA-3E1E-45EF-A711-E1F78C54B0F2}">
      <dgm:prSet/>
      <dgm:spPr/>
      <dgm:t>
        <a:bodyPr/>
        <a:lstStyle/>
        <a:p>
          <a:r>
            <a:rPr lang="en-US" dirty="0"/>
            <a:t>Breeding habitats</a:t>
          </a:r>
        </a:p>
      </dgm:t>
    </dgm:pt>
    <dgm:pt modelId="{2335C475-58CE-44DA-AE8D-983739F338C5}" type="parTrans" cxnId="{B77D684C-ED59-4663-A749-BE743DDD3AC3}">
      <dgm:prSet/>
      <dgm:spPr/>
      <dgm:t>
        <a:bodyPr/>
        <a:lstStyle/>
        <a:p>
          <a:endParaRPr lang="en-US"/>
        </a:p>
      </dgm:t>
    </dgm:pt>
    <dgm:pt modelId="{99E8FBBC-9982-4864-A2DB-7D9A488690E3}" type="sibTrans" cxnId="{B77D684C-ED59-4663-A749-BE743DDD3AC3}">
      <dgm:prSet/>
      <dgm:spPr/>
      <dgm:t>
        <a:bodyPr/>
        <a:lstStyle/>
        <a:p>
          <a:endParaRPr lang="en-US"/>
        </a:p>
      </dgm:t>
    </dgm:pt>
    <dgm:pt modelId="{D734CAA7-6FF3-4581-A83C-7A73F8C4D03F}">
      <dgm:prSet/>
      <dgm:spPr/>
      <dgm:t>
        <a:bodyPr/>
        <a:lstStyle/>
        <a:p>
          <a:r>
            <a:rPr lang="en-US" dirty="0"/>
            <a:t>Resting and biting </a:t>
          </a:r>
          <a:r>
            <a:rPr lang="en-US" dirty="0" err="1"/>
            <a:t>behaviour</a:t>
          </a:r>
          <a:endParaRPr lang="en-US" dirty="0"/>
        </a:p>
      </dgm:t>
    </dgm:pt>
    <dgm:pt modelId="{7A222F46-2C5F-441B-81E6-2D9CDFDCADBC}" type="parTrans" cxnId="{0CBC8901-F7D3-4A41-BA95-01914F2F3366}">
      <dgm:prSet/>
      <dgm:spPr/>
      <dgm:t>
        <a:bodyPr/>
        <a:lstStyle/>
        <a:p>
          <a:endParaRPr lang="en-US"/>
        </a:p>
      </dgm:t>
    </dgm:pt>
    <dgm:pt modelId="{BC625DB7-DB97-47FE-8B9F-175D9ED8E0ED}" type="sibTrans" cxnId="{0CBC8901-F7D3-4A41-BA95-01914F2F3366}">
      <dgm:prSet/>
      <dgm:spPr/>
      <dgm:t>
        <a:bodyPr/>
        <a:lstStyle/>
        <a:p>
          <a:endParaRPr lang="en-US"/>
        </a:p>
      </dgm:t>
    </dgm:pt>
    <dgm:pt modelId="{006E36AA-DFE4-4F1F-A20A-381651291174}">
      <dgm:prSet/>
      <dgm:spPr/>
      <dgm:t>
        <a:bodyPr/>
        <a:lstStyle/>
        <a:p>
          <a:r>
            <a:rPr lang="en-US" dirty="0"/>
            <a:t>Foci characteristics</a:t>
          </a:r>
        </a:p>
      </dgm:t>
    </dgm:pt>
    <dgm:pt modelId="{9EC8489A-8CC3-4D77-8874-BB5CBFAF54D5}" type="parTrans" cxnId="{C3FEC431-F6A0-4A1E-AD9A-40396557B68C}">
      <dgm:prSet/>
      <dgm:spPr/>
      <dgm:t>
        <a:bodyPr/>
        <a:lstStyle/>
        <a:p>
          <a:endParaRPr lang="en-US"/>
        </a:p>
      </dgm:t>
    </dgm:pt>
    <dgm:pt modelId="{BE0959D5-908B-4B49-BDA3-648939C99560}" type="sibTrans" cxnId="{C3FEC431-F6A0-4A1E-AD9A-40396557B68C}">
      <dgm:prSet/>
      <dgm:spPr/>
      <dgm:t>
        <a:bodyPr/>
        <a:lstStyle/>
        <a:p>
          <a:endParaRPr lang="en-US"/>
        </a:p>
      </dgm:t>
    </dgm:pt>
    <dgm:pt modelId="{3CAB8F02-B540-411A-AE66-EC1F48A717C6}">
      <dgm:prSet/>
      <dgm:spPr/>
      <dgm:t>
        <a:bodyPr/>
        <a:lstStyle/>
        <a:p>
          <a:r>
            <a:rPr lang="en-US" dirty="0"/>
            <a:t>Insecticide resistance patterns</a:t>
          </a:r>
        </a:p>
      </dgm:t>
    </dgm:pt>
    <dgm:pt modelId="{2C90C3D4-5282-4206-950B-A2FED8D08832}" type="parTrans" cxnId="{FC2257D8-1B31-4820-A4EF-D2FAB2E4FC12}">
      <dgm:prSet/>
      <dgm:spPr/>
      <dgm:t>
        <a:bodyPr/>
        <a:lstStyle/>
        <a:p>
          <a:endParaRPr lang="en-US"/>
        </a:p>
      </dgm:t>
    </dgm:pt>
    <dgm:pt modelId="{C445292D-D4F1-47CA-844B-88222159B1B0}" type="sibTrans" cxnId="{FC2257D8-1B31-4820-A4EF-D2FAB2E4FC12}">
      <dgm:prSet/>
      <dgm:spPr/>
      <dgm:t>
        <a:bodyPr/>
        <a:lstStyle/>
        <a:p>
          <a:endParaRPr lang="en-US"/>
        </a:p>
      </dgm:t>
    </dgm:pt>
    <dgm:pt modelId="{8B385561-EA0C-4B61-A084-E92F9F2E17B6}">
      <dgm:prSet/>
      <dgm:spPr/>
      <dgm:t>
        <a:bodyPr/>
        <a:lstStyle/>
        <a:p>
          <a:r>
            <a:rPr lang="en-US" b="1" dirty="0" err="1"/>
            <a:t>Programme</a:t>
          </a:r>
          <a:r>
            <a:rPr lang="en-US" b="1" dirty="0"/>
            <a:t> use:</a:t>
          </a:r>
          <a:endParaRPr lang="en-US" dirty="0"/>
        </a:p>
      </dgm:t>
    </dgm:pt>
    <dgm:pt modelId="{E779D0FF-327D-45AA-A979-B084FDB30F3A}" type="parTrans" cxnId="{A34BC07A-325F-4946-A2EC-389200AD7EEF}">
      <dgm:prSet/>
      <dgm:spPr/>
      <dgm:t>
        <a:bodyPr/>
        <a:lstStyle/>
        <a:p>
          <a:endParaRPr lang="en-US"/>
        </a:p>
      </dgm:t>
    </dgm:pt>
    <dgm:pt modelId="{DFE61CE1-F7AD-41C0-8A99-3D0878125F1E}" type="sibTrans" cxnId="{A34BC07A-325F-4946-A2EC-389200AD7EEF}">
      <dgm:prSet/>
      <dgm:spPr/>
      <dgm:t>
        <a:bodyPr/>
        <a:lstStyle/>
        <a:p>
          <a:endParaRPr lang="en-US"/>
        </a:p>
      </dgm:t>
    </dgm:pt>
    <dgm:pt modelId="{DFCFA0C2-D1D9-4AD7-A786-EA7AAF7FD978}">
      <dgm:prSet/>
      <dgm:spPr/>
      <dgm:t>
        <a:bodyPr/>
        <a:lstStyle/>
        <a:p>
          <a:r>
            <a:rPr lang="en-US" dirty="0"/>
            <a:t>Guides selection of vector control tool (IRS vs LLINs vs larval control)</a:t>
          </a:r>
        </a:p>
      </dgm:t>
    </dgm:pt>
    <dgm:pt modelId="{9C592966-1DE4-47F9-AB1A-2610D1506B04}" type="parTrans" cxnId="{C385C456-5932-4E5B-BBA9-9A7D697328AD}">
      <dgm:prSet/>
      <dgm:spPr/>
      <dgm:t>
        <a:bodyPr/>
        <a:lstStyle/>
        <a:p>
          <a:endParaRPr lang="en-US"/>
        </a:p>
      </dgm:t>
    </dgm:pt>
    <dgm:pt modelId="{F7B362C6-231B-4EFC-9950-74858211E896}" type="sibTrans" cxnId="{C385C456-5932-4E5B-BBA9-9A7D697328AD}">
      <dgm:prSet/>
      <dgm:spPr/>
      <dgm:t>
        <a:bodyPr/>
        <a:lstStyle/>
        <a:p>
          <a:endParaRPr lang="en-US"/>
        </a:p>
      </dgm:t>
    </dgm:pt>
    <dgm:pt modelId="{9B9650D9-3413-4149-8BC8-BEF092BEBAC1}">
      <dgm:prSet/>
      <dgm:spPr/>
      <dgm:t>
        <a:bodyPr/>
        <a:lstStyle/>
        <a:p>
          <a:r>
            <a:rPr lang="en-US" dirty="0"/>
            <a:t>Monitors effectiveness of ongoing interventions</a:t>
          </a:r>
        </a:p>
      </dgm:t>
    </dgm:pt>
    <dgm:pt modelId="{7F33593D-F600-4958-8D4F-F3956E747F57}" type="parTrans" cxnId="{411B9C07-463A-4802-8F65-5FBC0BCEA3F6}">
      <dgm:prSet/>
      <dgm:spPr/>
      <dgm:t>
        <a:bodyPr/>
        <a:lstStyle/>
        <a:p>
          <a:endParaRPr lang="en-US"/>
        </a:p>
      </dgm:t>
    </dgm:pt>
    <dgm:pt modelId="{27BF6711-C5C0-4D09-9910-19F18B9CD207}" type="sibTrans" cxnId="{411B9C07-463A-4802-8F65-5FBC0BCEA3F6}">
      <dgm:prSet/>
      <dgm:spPr/>
      <dgm:t>
        <a:bodyPr/>
        <a:lstStyle/>
        <a:p>
          <a:endParaRPr lang="en-US"/>
        </a:p>
      </dgm:t>
    </dgm:pt>
    <dgm:pt modelId="{B983301F-6744-400C-AA55-F409E7D14875}">
      <dgm:prSet/>
      <dgm:spPr/>
      <dgm:t>
        <a:bodyPr/>
        <a:lstStyle/>
        <a:p>
          <a:r>
            <a:rPr lang="en-US" dirty="0"/>
            <a:t>Detects emerging resistance for early insecticide rotation</a:t>
          </a:r>
        </a:p>
      </dgm:t>
    </dgm:pt>
    <dgm:pt modelId="{7FBB5340-E115-429B-B8AC-55A0BCB5125A}" type="parTrans" cxnId="{D52AA196-5576-4021-BFE1-DF93DAAB2ED3}">
      <dgm:prSet/>
      <dgm:spPr/>
      <dgm:t>
        <a:bodyPr/>
        <a:lstStyle/>
        <a:p>
          <a:endParaRPr lang="en-US"/>
        </a:p>
      </dgm:t>
    </dgm:pt>
    <dgm:pt modelId="{1CBFF883-8BD8-49A6-A76D-8E74FE132064}" type="sibTrans" cxnId="{D52AA196-5576-4021-BFE1-DF93DAAB2ED3}">
      <dgm:prSet/>
      <dgm:spPr/>
      <dgm:t>
        <a:bodyPr/>
        <a:lstStyle/>
        <a:p>
          <a:endParaRPr lang="en-US"/>
        </a:p>
      </dgm:t>
    </dgm:pt>
    <dgm:pt modelId="{C761D013-11A5-4F3F-A460-44D5D405A170}">
      <dgm:prSet/>
      <dgm:spPr/>
      <dgm:t>
        <a:bodyPr/>
        <a:lstStyle/>
        <a:p>
          <a:r>
            <a:rPr lang="en-US" dirty="0"/>
            <a:t>Informs spatial targeting of interventions at foci and district level</a:t>
          </a:r>
        </a:p>
      </dgm:t>
    </dgm:pt>
    <dgm:pt modelId="{64179A32-15C6-4D29-A80E-5666635DC8F8}" type="parTrans" cxnId="{2B1D5659-FCBC-48A8-8522-54E2B8209D1D}">
      <dgm:prSet/>
      <dgm:spPr/>
      <dgm:t>
        <a:bodyPr/>
        <a:lstStyle/>
        <a:p>
          <a:endParaRPr lang="en-US"/>
        </a:p>
      </dgm:t>
    </dgm:pt>
    <dgm:pt modelId="{D53F557D-7478-4735-857E-B900C5F354EA}" type="sibTrans" cxnId="{2B1D5659-FCBC-48A8-8522-54E2B8209D1D}">
      <dgm:prSet/>
      <dgm:spPr/>
      <dgm:t>
        <a:bodyPr/>
        <a:lstStyle/>
        <a:p>
          <a:endParaRPr lang="en-US"/>
        </a:p>
      </dgm:t>
    </dgm:pt>
    <dgm:pt modelId="{B5C86D17-C8D1-4277-B6CB-CA03C9E5F208}" type="pres">
      <dgm:prSet presAssocID="{03066A96-08B8-4E2E-A804-8A42F3FDDEAA}" presName="linear" presStyleCnt="0">
        <dgm:presLayoutVars>
          <dgm:animLvl val="lvl"/>
          <dgm:resizeHandles val="exact"/>
        </dgm:presLayoutVars>
      </dgm:prSet>
      <dgm:spPr/>
    </dgm:pt>
    <dgm:pt modelId="{FCC1606D-A533-4A83-AE3D-FB56432A6E15}" type="pres">
      <dgm:prSet presAssocID="{0F371127-9E09-4DDD-8F02-8B5FD9A5D264}" presName="parentText" presStyleLbl="node1" presStyleIdx="0" presStyleCnt="2">
        <dgm:presLayoutVars>
          <dgm:chMax val="0"/>
          <dgm:bulletEnabled val="1"/>
        </dgm:presLayoutVars>
      </dgm:prSet>
      <dgm:spPr/>
    </dgm:pt>
    <dgm:pt modelId="{C7316B2D-442D-4E2D-A44F-DB9C4571BB07}" type="pres">
      <dgm:prSet presAssocID="{0F371127-9E09-4DDD-8F02-8B5FD9A5D264}" presName="childText" presStyleLbl="revTx" presStyleIdx="0" presStyleCnt="2">
        <dgm:presLayoutVars>
          <dgm:bulletEnabled val="1"/>
        </dgm:presLayoutVars>
      </dgm:prSet>
      <dgm:spPr/>
    </dgm:pt>
    <dgm:pt modelId="{5092311F-9607-44BC-AFD4-B82465FE8892}" type="pres">
      <dgm:prSet presAssocID="{8B385561-EA0C-4B61-A084-E92F9F2E17B6}" presName="parentText" presStyleLbl="node1" presStyleIdx="1" presStyleCnt="2">
        <dgm:presLayoutVars>
          <dgm:chMax val="0"/>
          <dgm:bulletEnabled val="1"/>
        </dgm:presLayoutVars>
      </dgm:prSet>
      <dgm:spPr/>
    </dgm:pt>
    <dgm:pt modelId="{DD1E23A0-692F-43BD-9C56-238118FDE56B}" type="pres">
      <dgm:prSet presAssocID="{8B385561-EA0C-4B61-A084-E92F9F2E17B6}" presName="childText" presStyleLbl="revTx" presStyleIdx="1" presStyleCnt="2">
        <dgm:presLayoutVars>
          <dgm:bulletEnabled val="1"/>
        </dgm:presLayoutVars>
      </dgm:prSet>
      <dgm:spPr/>
    </dgm:pt>
  </dgm:ptLst>
  <dgm:cxnLst>
    <dgm:cxn modelId="{0CBC8901-F7D3-4A41-BA95-01914F2F3366}" srcId="{0F371127-9E09-4DDD-8F02-8B5FD9A5D264}" destId="{D734CAA7-6FF3-4581-A83C-7A73F8C4D03F}" srcOrd="3" destOrd="0" parTransId="{7A222F46-2C5F-441B-81E6-2D9CDFDCADBC}" sibTransId="{BC625DB7-DB97-47FE-8B9F-175D9ED8E0ED}"/>
    <dgm:cxn modelId="{FF0A8E03-23F3-481E-8301-796AF5C9305B}" srcId="{0F371127-9E09-4DDD-8F02-8B5FD9A5D264}" destId="{399D2D6F-156B-4FDD-BC53-25922E0D0CD6}" srcOrd="0" destOrd="0" parTransId="{E32A4A17-7792-45B7-930D-1B6E1460A267}" sibTransId="{2AD3A604-9E25-4154-AB33-5E9EA7F39F2D}"/>
    <dgm:cxn modelId="{411B9C07-463A-4802-8F65-5FBC0BCEA3F6}" srcId="{8B385561-EA0C-4B61-A084-E92F9F2E17B6}" destId="{9B9650D9-3413-4149-8BC8-BEF092BEBAC1}" srcOrd="1" destOrd="0" parTransId="{7F33593D-F600-4958-8D4F-F3956E747F57}" sibTransId="{27BF6711-C5C0-4D09-9910-19F18B9CD207}"/>
    <dgm:cxn modelId="{4099331A-3418-4605-9931-C0E87FFB7A07}" type="presOf" srcId="{9B9650D9-3413-4149-8BC8-BEF092BEBAC1}" destId="{DD1E23A0-692F-43BD-9C56-238118FDE56B}" srcOrd="0" destOrd="1" presId="urn:microsoft.com/office/officeart/2005/8/layout/vList2"/>
    <dgm:cxn modelId="{AAFD571C-2ED3-467D-A6CA-EF0E6BE33AF9}" type="presOf" srcId="{006E36AA-DFE4-4F1F-A20A-381651291174}" destId="{C7316B2D-442D-4E2D-A44F-DB9C4571BB07}" srcOrd="0" destOrd="4" presId="urn:microsoft.com/office/officeart/2005/8/layout/vList2"/>
    <dgm:cxn modelId="{49266C26-7B45-4658-AB11-99E87B50D63A}" type="presOf" srcId="{DFCFA0C2-D1D9-4AD7-A786-EA7AAF7FD978}" destId="{DD1E23A0-692F-43BD-9C56-238118FDE56B}" srcOrd="0" destOrd="0" presId="urn:microsoft.com/office/officeart/2005/8/layout/vList2"/>
    <dgm:cxn modelId="{9F84B72E-8C14-4C2E-B4AB-3EA69E9EC0A1}" type="presOf" srcId="{03066A96-08B8-4E2E-A804-8A42F3FDDEAA}" destId="{B5C86D17-C8D1-4277-B6CB-CA03C9E5F208}" srcOrd="0" destOrd="0" presId="urn:microsoft.com/office/officeart/2005/8/layout/vList2"/>
    <dgm:cxn modelId="{C3FEC431-F6A0-4A1E-AD9A-40396557B68C}" srcId="{0F371127-9E09-4DDD-8F02-8B5FD9A5D264}" destId="{006E36AA-DFE4-4F1F-A20A-381651291174}" srcOrd="4" destOrd="0" parTransId="{9EC8489A-8CC3-4D77-8874-BB5CBFAF54D5}" sibTransId="{BE0959D5-908B-4B49-BDA3-648939C99560}"/>
    <dgm:cxn modelId="{D632F45D-1533-4C89-92F1-95A17042A6E0}" type="presOf" srcId="{8340D9DA-9221-4DB2-8D18-E3D5EAD24825}" destId="{C7316B2D-442D-4E2D-A44F-DB9C4571BB07}" srcOrd="0" destOrd="1" presId="urn:microsoft.com/office/officeart/2005/8/layout/vList2"/>
    <dgm:cxn modelId="{24DAEE61-6C21-4088-BFF0-E57C7D481701}" type="presOf" srcId="{0F371127-9E09-4DDD-8F02-8B5FD9A5D264}" destId="{FCC1606D-A533-4A83-AE3D-FB56432A6E15}" srcOrd="0" destOrd="0" presId="urn:microsoft.com/office/officeart/2005/8/layout/vList2"/>
    <dgm:cxn modelId="{C2629564-404B-457C-8E72-0AA9CE35EB9C}" type="presOf" srcId="{8B385561-EA0C-4B61-A084-E92F9F2E17B6}" destId="{5092311F-9607-44BC-AFD4-B82465FE8892}" srcOrd="0" destOrd="0" presId="urn:microsoft.com/office/officeart/2005/8/layout/vList2"/>
    <dgm:cxn modelId="{72599647-5F7C-47A4-8134-2481FF15C7BB}" type="presOf" srcId="{B983301F-6744-400C-AA55-F409E7D14875}" destId="{DD1E23A0-692F-43BD-9C56-238118FDE56B}" srcOrd="0" destOrd="2" presId="urn:microsoft.com/office/officeart/2005/8/layout/vList2"/>
    <dgm:cxn modelId="{B77D684C-ED59-4663-A749-BE743DDD3AC3}" srcId="{0F371127-9E09-4DDD-8F02-8B5FD9A5D264}" destId="{AAA304FA-3E1E-45EF-A711-E1F78C54B0F2}" srcOrd="2" destOrd="0" parTransId="{2335C475-58CE-44DA-AE8D-983739F338C5}" sibTransId="{99E8FBBC-9982-4864-A2DB-7D9A488690E3}"/>
    <dgm:cxn modelId="{C385C456-5932-4E5B-BBA9-9A7D697328AD}" srcId="{8B385561-EA0C-4B61-A084-E92F9F2E17B6}" destId="{DFCFA0C2-D1D9-4AD7-A786-EA7AAF7FD978}" srcOrd="0" destOrd="0" parTransId="{9C592966-1DE4-47F9-AB1A-2610D1506B04}" sibTransId="{F7B362C6-231B-4EFC-9950-74858211E896}"/>
    <dgm:cxn modelId="{2B1D5659-FCBC-48A8-8522-54E2B8209D1D}" srcId="{8B385561-EA0C-4B61-A084-E92F9F2E17B6}" destId="{C761D013-11A5-4F3F-A460-44D5D405A170}" srcOrd="3" destOrd="0" parTransId="{64179A32-15C6-4D29-A80E-5666635DC8F8}" sibTransId="{D53F557D-7478-4735-857E-B900C5F354EA}"/>
    <dgm:cxn modelId="{A34BC07A-325F-4946-A2EC-389200AD7EEF}" srcId="{03066A96-08B8-4E2E-A804-8A42F3FDDEAA}" destId="{8B385561-EA0C-4B61-A084-E92F9F2E17B6}" srcOrd="1" destOrd="0" parTransId="{E779D0FF-327D-45AA-A979-B084FDB30F3A}" sibTransId="{DFE61CE1-F7AD-41C0-8A99-3D0878125F1E}"/>
    <dgm:cxn modelId="{EA16CC92-A319-4C0D-AF7F-2CA3A8FCA58F}" type="presOf" srcId="{3CAB8F02-B540-411A-AE66-EC1F48A717C6}" destId="{C7316B2D-442D-4E2D-A44F-DB9C4571BB07}" srcOrd="0" destOrd="5" presId="urn:microsoft.com/office/officeart/2005/8/layout/vList2"/>
    <dgm:cxn modelId="{D52AA196-5576-4021-BFE1-DF93DAAB2ED3}" srcId="{8B385561-EA0C-4B61-A084-E92F9F2E17B6}" destId="{B983301F-6744-400C-AA55-F409E7D14875}" srcOrd="2" destOrd="0" parTransId="{7FBB5340-E115-429B-B8AC-55A0BCB5125A}" sibTransId="{1CBFF883-8BD8-49A6-A76D-8E74FE132064}"/>
    <dgm:cxn modelId="{2A2FEF97-B8E0-4666-BAD5-4362346AB070}" srcId="{0F371127-9E09-4DDD-8F02-8B5FD9A5D264}" destId="{8340D9DA-9221-4DB2-8D18-E3D5EAD24825}" srcOrd="1" destOrd="0" parTransId="{A5716940-E5DE-4E1C-882D-A7E3F852B50E}" sibTransId="{ED53A3B3-4942-4C2C-97B9-5C0D13B35D4E}"/>
    <dgm:cxn modelId="{D0BD389C-8E9A-464D-8117-87A31DDDDA8C}" type="presOf" srcId="{399D2D6F-156B-4FDD-BC53-25922E0D0CD6}" destId="{C7316B2D-442D-4E2D-A44F-DB9C4571BB07}" srcOrd="0" destOrd="0" presId="urn:microsoft.com/office/officeart/2005/8/layout/vList2"/>
    <dgm:cxn modelId="{9884489D-AC47-46A7-9195-D7A2E2A729D3}" type="presOf" srcId="{AAA304FA-3E1E-45EF-A711-E1F78C54B0F2}" destId="{C7316B2D-442D-4E2D-A44F-DB9C4571BB07}" srcOrd="0" destOrd="2" presId="urn:microsoft.com/office/officeart/2005/8/layout/vList2"/>
    <dgm:cxn modelId="{CD4A4CD3-9877-4056-98A5-62AB49112120}" type="presOf" srcId="{D734CAA7-6FF3-4581-A83C-7A73F8C4D03F}" destId="{C7316B2D-442D-4E2D-A44F-DB9C4571BB07}" srcOrd="0" destOrd="3" presId="urn:microsoft.com/office/officeart/2005/8/layout/vList2"/>
    <dgm:cxn modelId="{FC2257D8-1B31-4820-A4EF-D2FAB2E4FC12}" srcId="{0F371127-9E09-4DDD-8F02-8B5FD9A5D264}" destId="{3CAB8F02-B540-411A-AE66-EC1F48A717C6}" srcOrd="5" destOrd="0" parTransId="{2C90C3D4-5282-4206-950B-A2FED8D08832}" sibTransId="{C445292D-D4F1-47CA-844B-88222159B1B0}"/>
    <dgm:cxn modelId="{60C1F8DA-5FAC-47A6-8409-AE0E41980B9B}" type="presOf" srcId="{C761D013-11A5-4F3F-A460-44D5D405A170}" destId="{DD1E23A0-692F-43BD-9C56-238118FDE56B}" srcOrd="0" destOrd="3" presId="urn:microsoft.com/office/officeart/2005/8/layout/vList2"/>
    <dgm:cxn modelId="{0F0F41ED-5887-4B92-8106-9AF90924F784}" srcId="{03066A96-08B8-4E2E-A804-8A42F3FDDEAA}" destId="{0F371127-9E09-4DDD-8F02-8B5FD9A5D264}" srcOrd="0" destOrd="0" parTransId="{546C0CC1-DE2D-4E4A-A7C2-45C864999F22}" sibTransId="{29B0ED6C-DB4E-4AC1-9B87-8B3A8B1E66EC}"/>
    <dgm:cxn modelId="{A0F0D6DF-4AF6-4E24-BF3E-5E90DB44BE2B}" type="presParOf" srcId="{B5C86D17-C8D1-4277-B6CB-CA03C9E5F208}" destId="{FCC1606D-A533-4A83-AE3D-FB56432A6E15}" srcOrd="0" destOrd="0" presId="urn:microsoft.com/office/officeart/2005/8/layout/vList2"/>
    <dgm:cxn modelId="{D0B6A588-6B3E-4949-BDCA-05E731B4A22D}" type="presParOf" srcId="{B5C86D17-C8D1-4277-B6CB-CA03C9E5F208}" destId="{C7316B2D-442D-4E2D-A44F-DB9C4571BB07}" srcOrd="1" destOrd="0" presId="urn:microsoft.com/office/officeart/2005/8/layout/vList2"/>
    <dgm:cxn modelId="{706C4720-7D77-4505-8FB0-15087598CA61}" type="presParOf" srcId="{B5C86D17-C8D1-4277-B6CB-CA03C9E5F208}" destId="{5092311F-9607-44BC-AFD4-B82465FE8892}" srcOrd="2" destOrd="0" presId="urn:microsoft.com/office/officeart/2005/8/layout/vList2"/>
    <dgm:cxn modelId="{2AFBC40A-B58A-413B-98DF-182F66AD8D18}" type="presParOf" srcId="{B5C86D17-C8D1-4277-B6CB-CA03C9E5F208}" destId="{DD1E23A0-692F-43BD-9C56-238118FDE56B}"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806FA5C-A143-4A06-BEAD-82B0F8716B4D}"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A753EE80-ECE4-4D49-B64C-35712C542CA4}">
      <dgm:prSet/>
      <dgm:spPr/>
      <dgm:t>
        <a:bodyPr/>
        <a:lstStyle/>
        <a:p>
          <a:r>
            <a:rPr lang="en-US" b="1"/>
            <a:t>1953:</a:t>
          </a:r>
          <a:r>
            <a:rPr lang="en-US"/>
            <a:t> National Malaria Control Programme (NMCP)</a:t>
          </a:r>
        </a:p>
      </dgm:t>
    </dgm:pt>
    <dgm:pt modelId="{F28FEDBD-9743-4472-98F0-243A83EA8667}" type="parTrans" cxnId="{AEF90B29-6069-4F67-9844-DF051F9D812F}">
      <dgm:prSet/>
      <dgm:spPr/>
      <dgm:t>
        <a:bodyPr/>
        <a:lstStyle/>
        <a:p>
          <a:endParaRPr lang="en-US"/>
        </a:p>
      </dgm:t>
    </dgm:pt>
    <dgm:pt modelId="{842A2FC9-FCC8-4B5E-A8FE-7BBC83605FC8}" type="sibTrans" cxnId="{AEF90B29-6069-4F67-9844-DF051F9D812F}">
      <dgm:prSet/>
      <dgm:spPr/>
      <dgm:t>
        <a:bodyPr/>
        <a:lstStyle/>
        <a:p>
          <a:endParaRPr lang="en-US"/>
        </a:p>
      </dgm:t>
    </dgm:pt>
    <dgm:pt modelId="{66688B0B-0888-4E84-99E9-5F8C1C31DE61}">
      <dgm:prSet/>
      <dgm:spPr/>
      <dgm:t>
        <a:bodyPr/>
        <a:lstStyle/>
        <a:p>
          <a:r>
            <a:rPr lang="en-US" b="1"/>
            <a:t>1958:</a:t>
          </a:r>
          <a:r>
            <a:rPr lang="en-US"/>
            <a:t> National Malaria Eradication Programme (NMEP)</a:t>
          </a:r>
        </a:p>
      </dgm:t>
    </dgm:pt>
    <dgm:pt modelId="{31BF70CA-AA85-43E2-A631-9EC009E87F3E}" type="parTrans" cxnId="{42036052-162E-4682-82FC-596DB4227546}">
      <dgm:prSet/>
      <dgm:spPr/>
      <dgm:t>
        <a:bodyPr/>
        <a:lstStyle/>
        <a:p>
          <a:endParaRPr lang="en-US"/>
        </a:p>
      </dgm:t>
    </dgm:pt>
    <dgm:pt modelId="{8DD211CB-69FC-4FD0-988E-229086648AD9}" type="sibTrans" cxnId="{42036052-162E-4682-82FC-596DB4227546}">
      <dgm:prSet/>
      <dgm:spPr/>
      <dgm:t>
        <a:bodyPr/>
        <a:lstStyle/>
        <a:p>
          <a:endParaRPr lang="en-US"/>
        </a:p>
      </dgm:t>
    </dgm:pt>
    <dgm:pt modelId="{B4C4F723-5F5B-4109-AE2A-28967CC4A6D5}">
      <dgm:prSet/>
      <dgm:spPr/>
      <dgm:t>
        <a:bodyPr/>
        <a:lstStyle/>
        <a:p>
          <a:r>
            <a:rPr lang="en-US" b="1"/>
            <a:t>1977:</a:t>
          </a:r>
          <a:r>
            <a:rPr lang="en-US"/>
            <a:t> Modified Plan of Operations after malaria resurgence</a:t>
          </a:r>
        </a:p>
      </dgm:t>
    </dgm:pt>
    <dgm:pt modelId="{CAACF698-DEA8-4782-B5C3-D98F85B3B4C8}" type="parTrans" cxnId="{9A780284-6426-4A8B-A196-AECEA379FBEF}">
      <dgm:prSet/>
      <dgm:spPr/>
      <dgm:t>
        <a:bodyPr/>
        <a:lstStyle/>
        <a:p>
          <a:endParaRPr lang="en-US"/>
        </a:p>
      </dgm:t>
    </dgm:pt>
    <dgm:pt modelId="{E2B03736-AA05-40AD-A227-24EB24D960C4}" type="sibTrans" cxnId="{9A780284-6426-4A8B-A196-AECEA379FBEF}">
      <dgm:prSet/>
      <dgm:spPr/>
      <dgm:t>
        <a:bodyPr/>
        <a:lstStyle/>
        <a:p>
          <a:endParaRPr lang="en-US"/>
        </a:p>
      </dgm:t>
    </dgm:pt>
    <dgm:pt modelId="{CBDEC69E-72F1-41C1-8208-EA9984166A81}">
      <dgm:prSet/>
      <dgm:spPr/>
      <dgm:t>
        <a:bodyPr/>
        <a:lstStyle/>
        <a:p>
          <a:r>
            <a:rPr lang="en-US" b="1"/>
            <a:t>2003:</a:t>
          </a:r>
          <a:r>
            <a:rPr lang="en-US"/>
            <a:t> Integration into </a:t>
          </a:r>
          <a:r>
            <a:rPr lang="en-US" b="1"/>
            <a:t>NVBDCP</a:t>
          </a:r>
          <a:r>
            <a:rPr lang="en-US"/>
            <a:t> under the vector-borne disease umbrella</a:t>
          </a:r>
        </a:p>
      </dgm:t>
    </dgm:pt>
    <dgm:pt modelId="{50DE31D2-EEC9-43AD-AFB4-9F546357D7EE}" type="parTrans" cxnId="{768BBDF3-50B4-405D-9CC1-EB448845478E}">
      <dgm:prSet/>
      <dgm:spPr/>
      <dgm:t>
        <a:bodyPr/>
        <a:lstStyle/>
        <a:p>
          <a:endParaRPr lang="en-US"/>
        </a:p>
      </dgm:t>
    </dgm:pt>
    <dgm:pt modelId="{D41FABD4-4886-45C9-9618-E6C67911C337}" type="sibTrans" cxnId="{768BBDF3-50B4-405D-9CC1-EB448845478E}">
      <dgm:prSet/>
      <dgm:spPr/>
      <dgm:t>
        <a:bodyPr/>
        <a:lstStyle/>
        <a:p>
          <a:endParaRPr lang="en-US"/>
        </a:p>
      </dgm:t>
    </dgm:pt>
    <dgm:pt modelId="{9F312CE9-362E-49BD-B7F7-6F2AB7010C68}">
      <dgm:prSet/>
      <dgm:spPr/>
      <dgm:t>
        <a:bodyPr/>
        <a:lstStyle/>
        <a:p>
          <a:r>
            <a:rPr lang="en-US" b="1" dirty="0"/>
            <a:t>2016</a:t>
          </a:r>
          <a:r>
            <a:rPr lang="en-US" dirty="0"/>
            <a:t>: National Framework for Malaria Elimination (NFME) 2016-2030 launched</a:t>
          </a:r>
        </a:p>
      </dgm:t>
    </dgm:pt>
    <dgm:pt modelId="{869A5600-C742-4E4F-9E92-5CA2CFD342F0}" type="parTrans" cxnId="{B3C8DAC0-F306-4966-8423-044D1E562675}">
      <dgm:prSet/>
      <dgm:spPr/>
      <dgm:t>
        <a:bodyPr/>
        <a:lstStyle/>
        <a:p>
          <a:endParaRPr lang="en-US"/>
        </a:p>
      </dgm:t>
    </dgm:pt>
    <dgm:pt modelId="{CD6C6C4B-15CB-4ADD-8093-0677231106C6}" type="sibTrans" cxnId="{B3C8DAC0-F306-4966-8423-044D1E562675}">
      <dgm:prSet/>
      <dgm:spPr/>
      <dgm:t>
        <a:bodyPr/>
        <a:lstStyle/>
        <a:p>
          <a:endParaRPr lang="en-US"/>
        </a:p>
      </dgm:t>
    </dgm:pt>
    <dgm:pt modelId="{80ACA87C-6B2C-4666-8DE8-BC3A83827477}">
      <dgm:prSet/>
      <dgm:spPr/>
      <dgm:t>
        <a:bodyPr/>
        <a:lstStyle/>
        <a:p>
          <a:r>
            <a:rPr lang="en-US" b="1" dirty="0"/>
            <a:t>2023</a:t>
          </a:r>
          <a:r>
            <a:rPr lang="en-US" dirty="0"/>
            <a:t>: National Strategic Plan (NSP) 2023-27 - current framework</a:t>
          </a:r>
        </a:p>
      </dgm:t>
    </dgm:pt>
    <dgm:pt modelId="{585BC6BA-E3DB-41E5-BF5B-CF3EEE87CB77}" type="parTrans" cxnId="{725A2053-C0AB-4FE1-8334-28DB5562ADCA}">
      <dgm:prSet/>
      <dgm:spPr/>
      <dgm:t>
        <a:bodyPr/>
        <a:lstStyle/>
        <a:p>
          <a:endParaRPr lang="en-US"/>
        </a:p>
      </dgm:t>
    </dgm:pt>
    <dgm:pt modelId="{E0FD84C3-D519-4D73-BE9E-F31AD3CEC78E}" type="sibTrans" cxnId="{725A2053-C0AB-4FE1-8334-28DB5562ADCA}">
      <dgm:prSet/>
      <dgm:spPr/>
      <dgm:t>
        <a:bodyPr/>
        <a:lstStyle/>
        <a:p>
          <a:endParaRPr lang="en-US"/>
        </a:p>
      </dgm:t>
    </dgm:pt>
    <dgm:pt modelId="{89BD0CDB-7D97-46AB-AF7E-EFA97BD604AD}">
      <dgm:prSet/>
      <dgm:spPr/>
      <dgm:t>
        <a:bodyPr/>
        <a:lstStyle/>
        <a:p>
          <a:r>
            <a:rPr lang="en-US"/>
            <a:t>Current programme leadership is through </a:t>
          </a:r>
          <a:r>
            <a:rPr lang="en-US" b="1"/>
            <a:t>NCVBDC</a:t>
          </a:r>
          <a:r>
            <a:rPr lang="en-US"/>
            <a:t> under MoHFW/NHM</a:t>
          </a:r>
        </a:p>
      </dgm:t>
    </dgm:pt>
    <dgm:pt modelId="{A6D3E083-039A-43F4-B668-8FA90F661BC4}" type="parTrans" cxnId="{7300E477-EFB4-4B8D-A3F1-F14B82CF4F96}">
      <dgm:prSet/>
      <dgm:spPr/>
      <dgm:t>
        <a:bodyPr/>
        <a:lstStyle/>
        <a:p>
          <a:endParaRPr lang="en-US"/>
        </a:p>
      </dgm:t>
    </dgm:pt>
    <dgm:pt modelId="{DCE561D7-04EF-4ACE-84DD-4CAB929107AB}" type="sibTrans" cxnId="{7300E477-EFB4-4B8D-A3F1-F14B82CF4F96}">
      <dgm:prSet/>
      <dgm:spPr/>
      <dgm:t>
        <a:bodyPr/>
        <a:lstStyle/>
        <a:p>
          <a:endParaRPr lang="en-US"/>
        </a:p>
      </dgm:t>
    </dgm:pt>
    <dgm:pt modelId="{AA73CAF7-3E72-48B1-A33B-5F4BF2695684}" type="pres">
      <dgm:prSet presAssocID="{D806FA5C-A143-4A06-BEAD-82B0F8716B4D}" presName="vert0" presStyleCnt="0">
        <dgm:presLayoutVars>
          <dgm:dir/>
          <dgm:animOne val="branch"/>
          <dgm:animLvl val="lvl"/>
        </dgm:presLayoutVars>
      </dgm:prSet>
      <dgm:spPr/>
    </dgm:pt>
    <dgm:pt modelId="{27A5CFEA-D286-445B-A8AA-46777F1C5E47}" type="pres">
      <dgm:prSet presAssocID="{A753EE80-ECE4-4D49-B64C-35712C542CA4}" presName="thickLine" presStyleLbl="alignNode1" presStyleIdx="0" presStyleCnt="7"/>
      <dgm:spPr/>
    </dgm:pt>
    <dgm:pt modelId="{45D65293-F797-4F5A-97D2-4FBB3588845A}" type="pres">
      <dgm:prSet presAssocID="{A753EE80-ECE4-4D49-B64C-35712C542CA4}" presName="horz1" presStyleCnt="0"/>
      <dgm:spPr/>
    </dgm:pt>
    <dgm:pt modelId="{0FAE1CC5-0A44-4314-A616-0BBF30DCEC9E}" type="pres">
      <dgm:prSet presAssocID="{A753EE80-ECE4-4D49-B64C-35712C542CA4}" presName="tx1" presStyleLbl="revTx" presStyleIdx="0" presStyleCnt="7"/>
      <dgm:spPr/>
    </dgm:pt>
    <dgm:pt modelId="{6ACFD168-89C0-4EF8-801B-E2CC60271F68}" type="pres">
      <dgm:prSet presAssocID="{A753EE80-ECE4-4D49-B64C-35712C542CA4}" presName="vert1" presStyleCnt="0"/>
      <dgm:spPr/>
    </dgm:pt>
    <dgm:pt modelId="{1B57AEC0-A843-4E9E-94E9-000BF64E9347}" type="pres">
      <dgm:prSet presAssocID="{66688B0B-0888-4E84-99E9-5F8C1C31DE61}" presName="thickLine" presStyleLbl="alignNode1" presStyleIdx="1" presStyleCnt="7"/>
      <dgm:spPr/>
    </dgm:pt>
    <dgm:pt modelId="{9D584C19-4E5A-48B6-BB9C-B7740122EFE0}" type="pres">
      <dgm:prSet presAssocID="{66688B0B-0888-4E84-99E9-5F8C1C31DE61}" presName="horz1" presStyleCnt="0"/>
      <dgm:spPr/>
    </dgm:pt>
    <dgm:pt modelId="{6F6D0F08-6103-47F2-A487-11C43BB5CA97}" type="pres">
      <dgm:prSet presAssocID="{66688B0B-0888-4E84-99E9-5F8C1C31DE61}" presName="tx1" presStyleLbl="revTx" presStyleIdx="1" presStyleCnt="7"/>
      <dgm:spPr/>
    </dgm:pt>
    <dgm:pt modelId="{3BB12D76-080F-4057-B35D-B612663E8C7F}" type="pres">
      <dgm:prSet presAssocID="{66688B0B-0888-4E84-99E9-5F8C1C31DE61}" presName="vert1" presStyleCnt="0"/>
      <dgm:spPr/>
    </dgm:pt>
    <dgm:pt modelId="{83DDDFF9-5A91-4200-BFF0-5E12D3C99FE1}" type="pres">
      <dgm:prSet presAssocID="{B4C4F723-5F5B-4109-AE2A-28967CC4A6D5}" presName="thickLine" presStyleLbl="alignNode1" presStyleIdx="2" presStyleCnt="7"/>
      <dgm:spPr/>
    </dgm:pt>
    <dgm:pt modelId="{3919C919-A716-4F37-B871-6FF0278169E8}" type="pres">
      <dgm:prSet presAssocID="{B4C4F723-5F5B-4109-AE2A-28967CC4A6D5}" presName="horz1" presStyleCnt="0"/>
      <dgm:spPr/>
    </dgm:pt>
    <dgm:pt modelId="{F462F374-AE13-417E-B79F-BC28D89E41BD}" type="pres">
      <dgm:prSet presAssocID="{B4C4F723-5F5B-4109-AE2A-28967CC4A6D5}" presName="tx1" presStyleLbl="revTx" presStyleIdx="2" presStyleCnt="7"/>
      <dgm:spPr/>
    </dgm:pt>
    <dgm:pt modelId="{7ADAF56C-B52C-49FB-9960-544E7302AEA8}" type="pres">
      <dgm:prSet presAssocID="{B4C4F723-5F5B-4109-AE2A-28967CC4A6D5}" presName="vert1" presStyleCnt="0"/>
      <dgm:spPr/>
    </dgm:pt>
    <dgm:pt modelId="{570A79D5-ED61-48D7-BC76-D6C6D24C2676}" type="pres">
      <dgm:prSet presAssocID="{CBDEC69E-72F1-41C1-8208-EA9984166A81}" presName="thickLine" presStyleLbl="alignNode1" presStyleIdx="3" presStyleCnt="7"/>
      <dgm:spPr/>
    </dgm:pt>
    <dgm:pt modelId="{E95A4CD0-017E-4821-B38B-F438E4588197}" type="pres">
      <dgm:prSet presAssocID="{CBDEC69E-72F1-41C1-8208-EA9984166A81}" presName="horz1" presStyleCnt="0"/>
      <dgm:spPr/>
    </dgm:pt>
    <dgm:pt modelId="{260C4F13-FC5C-47BD-A1E4-CC31A8F37143}" type="pres">
      <dgm:prSet presAssocID="{CBDEC69E-72F1-41C1-8208-EA9984166A81}" presName="tx1" presStyleLbl="revTx" presStyleIdx="3" presStyleCnt="7"/>
      <dgm:spPr/>
    </dgm:pt>
    <dgm:pt modelId="{C8EE1277-38A3-4430-8EA0-78259EE8B7DE}" type="pres">
      <dgm:prSet presAssocID="{CBDEC69E-72F1-41C1-8208-EA9984166A81}" presName="vert1" presStyleCnt="0"/>
      <dgm:spPr/>
    </dgm:pt>
    <dgm:pt modelId="{73CA8ED9-D22D-48BD-BE8D-D2C9F549CAD0}" type="pres">
      <dgm:prSet presAssocID="{9F312CE9-362E-49BD-B7F7-6F2AB7010C68}" presName="thickLine" presStyleLbl="alignNode1" presStyleIdx="4" presStyleCnt="7"/>
      <dgm:spPr/>
    </dgm:pt>
    <dgm:pt modelId="{9CEB06A7-0D50-4C63-890A-C6AE84808418}" type="pres">
      <dgm:prSet presAssocID="{9F312CE9-362E-49BD-B7F7-6F2AB7010C68}" presName="horz1" presStyleCnt="0"/>
      <dgm:spPr/>
    </dgm:pt>
    <dgm:pt modelId="{3C3B0C05-25DC-4CC8-9303-EF349AF72BB7}" type="pres">
      <dgm:prSet presAssocID="{9F312CE9-362E-49BD-B7F7-6F2AB7010C68}" presName="tx1" presStyleLbl="revTx" presStyleIdx="4" presStyleCnt="7"/>
      <dgm:spPr/>
    </dgm:pt>
    <dgm:pt modelId="{A28E68C2-AFB5-4DAE-872F-DE52F55DF367}" type="pres">
      <dgm:prSet presAssocID="{9F312CE9-362E-49BD-B7F7-6F2AB7010C68}" presName="vert1" presStyleCnt="0"/>
      <dgm:spPr/>
    </dgm:pt>
    <dgm:pt modelId="{DC7060A0-15D6-476E-897D-05F7D1E04158}" type="pres">
      <dgm:prSet presAssocID="{80ACA87C-6B2C-4666-8DE8-BC3A83827477}" presName="thickLine" presStyleLbl="alignNode1" presStyleIdx="5" presStyleCnt="7"/>
      <dgm:spPr/>
    </dgm:pt>
    <dgm:pt modelId="{44FD90B3-CE81-4FCE-A11C-E735A7A3C8CD}" type="pres">
      <dgm:prSet presAssocID="{80ACA87C-6B2C-4666-8DE8-BC3A83827477}" presName="horz1" presStyleCnt="0"/>
      <dgm:spPr/>
    </dgm:pt>
    <dgm:pt modelId="{7DA1764D-FB35-4977-B6BE-151FCB469337}" type="pres">
      <dgm:prSet presAssocID="{80ACA87C-6B2C-4666-8DE8-BC3A83827477}" presName="tx1" presStyleLbl="revTx" presStyleIdx="5" presStyleCnt="7"/>
      <dgm:spPr/>
    </dgm:pt>
    <dgm:pt modelId="{92125B84-CFB7-4F2D-83A4-4746686CD1F4}" type="pres">
      <dgm:prSet presAssocID="{80ACA87C-6B2C-4666-8DE8-BC3A83827477}" presName="vert1" presStyleCnt="0"/>
      <dgm:spPr/>
    </dgm:pt>
    <dgm:pt modelId="{F0F54231-9A7B-46E1-9146-CB5FE333EF71}" type="pres">
      <dgm:prSet presAssocID="{89BD0CDB-7D97-46AB-AF7E-EFA97BD604AD}" presName="thickLine" presStyleLbl="alignNode1" presStyleIdx="6" presStyleCnt="7"/>
      <dgm:spPr/>
    </dgm:pt>
    <dgm:pt modelId="{33E86750-6AE9-4474-B751-D5641353439F}" type="pres">
      <dgm:prSet presAssocID="{89BD0CDB-7D97-46AB-AF7E-EFA97BD604AD}" presName="horz1" presStyleCnt="0"/>
      <dgm:spPr/>
    </dgm:pt>
    <dgm:pt modelId="{3C79D9E8-9315-4B96-A1CB-5ABFA8417556}" type="pres">
      <dgm:prSet presAssocID="{89BD0CDB-7D97-46AB-AF7E-EFA97BD604AD}" presName="tx1" presStyleLbl="revTx" presStyleIdx="6" presStyleCnt="7"/>
      <dgm:spPr/>
    </dgm:pt>
    <dgm:pt modelId="{8682E142-9D16-4FF6-95B8-A8565401C429}" type="pres">
      <dgm:prSet presAssocID="{89BD0CDB-7D97-46AB-AF7E-EFA97BD604AD}" presName="vert1" presStyleCnt="0"/>
      <dgm:spPr/>
    </dgm:pt>
  </dgm:ptLst>
  <dgm:cxnLst>
    <dgm:cxn modelId="{66812E00-35EE-4654-883E-9C9BD8C33EF4}" type="presOf" srcId="{80ACA87C-6B2C-4666-8DE8-BC3A83827477}" destId="{7DA1764D-FB35-4977-B6BE-151FCB469337}" srcOrd="0" destOrd="0" presId="urn:microsoft.com/office/officeart/2008/layout/LinedList"/>
    <dgm:cxn modelId="{632BD911-DEAC-445A-AF3C-3A1D9F79CC1C}" type="presOf" srcId="{CBDEC69E-72F1-41C1-8208-EA9984166A81}" destId="{260C4F13-FC5C-47BD-A1E4-CC31A8F37143}" srcOrd="0" destOrd="0" presId="urn:microsoft.com/office/officeart/2008/layout/LinedList"/>
    <dgm:cxn modelId="{AEF90B29-6069-4F67-9844-DF051F9D812F}" srcId="{D806FA5C-A143-4A06-BEAD-82B0F8716B4D}" destId="{A753EE80-ECE4-4D49-B64C-35712C542CA4}" srcOrd="0" destOrd="0" parTransId="{F28FEDBD-9743-4472-98F0-243A83EA8667}" sibTransId="{842A2FC9-FCC8-4B5E-A8FE-7BBC83605FC8}"/>
    <dgm:cxn modelId="{AD42792E-B1E5-4F8E-82A7-7F7EAC858607}" type="presOf" srcId="{A753EE80-ECE4-4D49-B64C-35712C542CA4}" destId="{0FAE1CC5-0A44-4314-A616-0BBF30DCEC9E}" srcOrd="0" destOrd="0" presId="urn:microsoft.com/office/officeart/2008/layout/LinedList"/>
    <dgm:cxn modelId="{008D8B36-0FFA-4A11-BADA-6CA46A913E93}" type="presOf" srcId="{9F312CE9-362E-49BD-B7F7-6F2AB7010C68}" destId="{3C3B0C05-25DC-4CC8-9303-EF349AF72BB7}" srcOrd="0" destOrd="0" presId="urn:microsoft.com/office/officeart/2008/layout/LinedList"/>
    <dgm:cxn modelId="{42036052-162E-4682-82FC-596DB4227546}" srcId="{D806FA5C-A143-4A06-BEAD-82B0F8716B4D}" destId="{66688B0B-0888-4E84-99E9-5F8C1C31DE61}" srcOrd="1" destOrd="0" parTransId="{31BF70CA-AA85-43E2-A631-9EC009E87F3E}" sibTransId="{8DD211CB-69FC-4FD0-988E-229086648AD9}"/>
    <dgm:cxn modelId="{725A2053-C0AB-4FE1-8334-28DB5562ADCA}" srcId="{D806FA5C-A143-4A06-BEAD-82B0F8716B4D}" destId="{80ACA87C-6B2C-4666-8DE8-BC3A83827477}" srcOrd="5" destOrd="0" parTransId="{585BC6BA-E3DB-41E5-BF5B-CF3EEE87CB77}" sibTransId="{E0FD84C3-D519-4D73-BE9E-F31AD3CEC78E}"/>
    <dgm:cxn modelId="{7300E477-EFB4-4B8D-A3F1-F14B82CF4F96}" srcId="{D806FA5C-A143-4A06-BEAD-82B0F8716B4D}" destId="{89BD0CDB-7D97-46AB-AF7E-EFA97BD604AD}" srcOrd="6" destOrd="0" parTransId="{A6D3E083-039A-43F4-B668-8FA90F661BC4}" sibTransId="{DCE561D7-04EF-4ACE-84DD-4CAB929107AB}"/>
    <dgm:cxn modelId="{9A780284-6426-4A8B-A196-AECEA379FBEF}" srcId="{D806FA5C-A143-4A06-BEAD-82B0F8716B4D}" destId="{B4C4F723-5F5B-4109-AE2A-28967CC4A6D5}" srcOrd="2" destOrd="0" parTransId="{CAACF698-DEA8-4782-B5C3-D98F85B3B4C8}" sibTransId="{E2B03736-AA05-40AD-A227-24EB24D960C4}"/>
    <dgm:cxn modelId="{C0201A97-64C0-4CC7-A319-67A37C2348CA}" type="presOf" srcId="{66688B0B-0888-4E84-99E9-5F8C1C31DE61}" destId="{6F6D0F08-6103-47F2-A487-11C43BB5CA97}" srcOrd="0" destOrd="0" presId="urn:microsoft.com/office/officeart/2008/layout/LinedList"/>
    <dgm:cxn modelId="{52A2FF9C-3240-4715-9845-51ACE3A37C26}" type="presOf" srcId="{B4C4F723-5F5B-4109-AE2A-28967CC4A6D5}" destId="{F462F374-AE13-417E-B79F-BC28D89E41BD}" srcOrd="0" destOrd="0" presId="urn:microsoft.com/office/officeart/2008/layout/LinedList"/>
    <dgm:cxn modelId="{C0C71FB5-CF44-41F7-A5E9-7EA79DAC3F10}" type="presOf" srcId="{89BD0CDB-7D97-46AB-AF7E-EFA97BD604AD}" destId="{3C79D9E8-9315-4B96-A1CB-5ABFA8417556}" srcOrd="0" destOrd="0" presId="urn:microsoft.com/office/officeart/2008/layout/LinedList"/>
    <dgm:cxn modelId="{B3C8DAC0-F306-4966-8423-044D1E562675}" srcId="{D806FA5C-A143-4A06-BEAD-82B0F8716B4D}" destId="{9F312CE9-362E-49BD-B7F7-6F2AB7010C68}" srcOrd="4" destOrd="0" parTransId="{869A5600-C742-4E4F-9E92-5CA2CFD342F0}" sibTransId="{CD6C6C4B-15CB-4ADD-8093-0677231106C6}"/>
    <dgm:cxn modelId="{A65CE4C1-8EFF-4F1F-BCA2-9777FB22D647}" type="presOf" srcId="{D806FA5C-A143-4A06-BEAD-82B0F8716B4D}" destId="{AA73CAF7-3E72-48B1-A33B-5F4BF2695684}" srcOrd="0" destOrd="0" presId="urn:microsoft.com/office/officeart/2008/layout/LinedList"/>
    <dgm:cxn modelId="{768BBDF3-50B4-405D-9CC1-EB448845478E}" srcId="{D806FA5C-A143-4A06-BEAD-82B0F8716B4D}" destId="{CBDEC69E-72F1-41C1-8208-EA9984166A81}" srcOrd="3" destOrd="0" parTransId="{50DE31D2-EEC9-43AD-AFB4-9F546357D7EE}" sibTransId="{D41FABD4-4886-45C9-9618-E6C67911C337}"/>
    <dgm:cxn modelId="{89DF8832-88D2-4CC8-993D-8B9C89115FE4}" type="presParOf" srcId="{AA73CAF7-3E72-48B1-A33B-5F4BF2695684}" destId="{27A5CFEA-D286-445B-A8AA-46777F1C5E47}" srcOrd="0" destOrd="0" presId="urn:microsoft.com/office/officeart/2008/layout/LinedList"/>
    <dgm:cxn modelId="{54F395FD-6B77-498D-8240-626F7084A647}" type="presParOf" srcId="{AA73CAF7-3E72-48B1-A33B-5F4BF2695684}" destId="{45D65293-F797-4F5A-97D2-4FBB3588845A}" srcOrd="1" destOrd="0" presId="urn:microsoft.com/office/officeart/2008/layout/LinedList"/>
    <dgm:cxn modelId="{C29CEB67-CE56-4F35-9045-17F9485A36E8}" type="presParOf" srcId="{45D65293-F797-4F5A-97D2-4FBB3588845A}" destId="{0FAE1CC5-0A44-4314-A616-0BBF30DCEC9E}" srcOrd="0" destOrd="0" presId="urn:microsoft.com/office/officeart/2008/layout/LinedList"/>
    <dgm:cxn modelId="{510DD125-F49B-4C39-9AA1-88AE131C8124}" type="presParOf" srcId="{45D65293-F797-4F5A-97D2-4FBB3588845A}" destId="{6ACFD168-89C0-4EF8-801B-E2CC60271F68}" srcOrd="1" destOrd="0" presId="urn:microsoft.com/office/officeart/2008/layout/LinedList"/>
    <dgm:cxn modelId="{02ABAF8B-E786-49D9-B4AC-FE1A20E3F99A}" type="presParOf" srcId="{AA73CAF7-3E72-48B1-A33B-5F4BF2695684}" destId="{1B57AEC0-A843-4E9E-94E9-000BF64E9347}" srcOrd="2" destOrd="0" presId="urn:microsoft.com/office/officeart/2008/layout/LinedList"/>
    <dgm:cxn modelId="{E3E72470-982F-471A-91C8-833CD6C3AA78}" type="presParOf" srcId="{AA73CAF7-3E72-48B1-A33B-5F4BF2695684}" destId="{9D584C19-4E5A-48B6-BB9C-B7740122EFE0}" srcOrd="3" destOrd="0" presId="urn:microsoft.com/office/officeart/2008/layout/LinedList"/>
    <dgm:cxn modelId="{C383A642-3DDF-4437-A5AF-9FCAC2C58F95}" type="presParOf" srcId="{9D584C19-4E5A-48B6-BB9C-B7740122EFE0}" destId="{6F6D0F08-6103-47F2-A487-11C43BB5CA97}" srcOrd="0" destOrd="0" presId="urn:microsoft.com/office/officeart/2008/layout/LinedList"/>
    <dgm:cxn modelId="{E4C29646-AB3A-4FA6-A063-868F5F8095AD}" type="presParOf" srcId="{9D584C19-4E5A-48B6-BB9C-B7740122EFE0}" destId="{3BB12D76-080F-4057-B35D-B612663E8C7F}" srcOrd="1" destOrd="0" presId="urn:microsoft.com/office/officeart/2008/layout/LinedList"/>
    <dgm:cxn modelId="{A4425A4B-0DD6-444F-B7CE-B6CC765788C7}" type="presParOf" srcId="{AA73CAF7-3E72-48B1-A33B-5F4BF2695684}" destId="{83DDDFF9-5A91-4200-BFF0-5E12D3C99FE1}" srcOrd="4" destOrd="0" presId="urn:microsoft.com/office/officeart/2008/layout/LinedList"/>
    <dgm:cxn modelId="{5FDE35B8-0555-44C8-BBD0-3C242845BC9E}" type="presParOf" srcId="{AA73CAF7-3E72-48B1-A33B-5F4BF2695684}" destId="{3919C919-A716-4F37-B871-6FF0278169E8}" srcOrd="5" destOrd="0" presId="urn:microsoft.com/office/officeart/2008/layout/LinedList"/>
    <dgm:cxn modelId="{16B54958-6024-47DC-8B3B-D8846B86D081}" type="presParOf" srcId="{3919C919-A716-4F37-B871-6FF0278169E8}" destId="{F462F374-AE13-417E-B79F-BC28D89E41BD}" srcOrd="0" destOrd="0" presId="urn:microsoft.com/office/officeart/2008/layout/LinedList"/>
    <dgm:cxn modelId="{5101CD84-1889-4659-9FDA-B496A610834D}" type="presParOf" srcId="{3919C919-A716-4F37-B871-6FF0278169E8}" destId="{7ADAF56C-B52C-49FB-9960-544E7302AEA8}" srcOrd="1" destOrd="0" presId="urn:microsoft.com/office/officeart/2008/layout/LinedList"/>
    <dgm:cxn modelId="{3246FD79-F94E-442C-99FE-44EC427245CF}" type="presParOf" srcId="{AA73CAF7-3E72-48B1-A33B-5F4BF2695684}" destId="{570A79D5-ED61-48D7-BC76-D6C6D24C2676}" srcOrd="6" destOrd="0" presId="urn:microsoft.com/office/officeart/2008/layout/LinedList"/>
    <dgm:cxn modelId="{6B577B7F-939F-4181-AD9D-E08CFE0E4D9C}" type="presParOf" srcId="{AA73CAF7-3E72-48B1-A33B-5F4BF2695684}" destId="{E95A4CD0-017E-4821-B38B-F438E4588197}" srcOrd="7" destOrd="0" presId="urn:microsoft.com/office/officeart/2008/layout/LinedList"/>
    <dgm:cxn modelId="{BA58374D-40D9-44E0-9626-043EE8AAD481}" type="presParOf" srcId="{E95A4CD0-017E-4821-B38B-F438E4588197}" destId="{260C4F13-FC5C-47BD-A1E4-CC31A8F37143}" srcOrd="0" destOrd="0" presId="urn:microsoft.com/office/officeart/2008/layout/LinedList"/>
    <dgm:cxn modelId="{ABD9450F-628B-4CFB-99F4-CF220109357E}" type="presParOf" srcId="{E95A4CD0-017E-4821-B38B-F438E4588197}" destId="{C8EE1277-38A3-4430-8EA0-78259EE8B7DE}" srcOrd="1" destOrd="0" presId="urn:microsoft.com/office/officeart/2008/layout/LinedList"/>
    <dgm:cxn modelId="{304B59C0-1ECF-466A-A57E-9542832C6776}" type="presParOf" srcId="{AA73CAF7-3E72-48B1-A33B-5F4BF2695684}" destId="{73CA8ED9-D22D-48BD-BE8D-D2C9F549CAD0}" srcOrd="8" destOrd="0" presId="urn:microsoft.com/office/officeart/2008/layout/LinedList"/>
    <dgm:cxn modelId="{5F20BD5A-17C6-4525-B4B6-441CE6B39AE4}" type="presParOf" srcId="{AA73CAF7-3E72-48B1-A33B-5F4BF2695684}" destId="{9CEB06A7-0D50-4C63-890A-C6AE84808418}" srcOrd="9" destOrd="0" presId="urn:microsoft.com/office/officeart/2008/layout/LinedList"/>
    <dgm:cxn modelId="{078E8553-BA51-4353-B44C-C55F787039E0}" type="presParOf" srcId="{9CEB06A7-0D50-4C63-890A-C6AE84808418}" destId="{3C3B0C05-25DC-4CC8-9303-EF349AF72BB7}" srcOrd="0" destOrd="0" presId="urn:microsoft.com/office/officeart/2008/layout/LinedList"/>
    <dgm:cxn modelId="{32379A20-C5BF-4BB9-8B97-5077A5152B4C}" type="presParOf" srcId="{9CEB06A7-0D50-4C63-890A-C6AE84808418}" destId="{A28E68C2-AFB5-4DAE-872F-DE52F55DF367}" srcOrd="1" destOrd="0" presId="urn:microsoft.com/office/officeart/2008/layout/LinedList"/>
    <dgm:cxn modelId="{82BDC973-B79D-46BA-AFC8-993331F53792}" type="presParOf" srcId="{AA73CAF7-3E72-48B1-A33B-5F4BF2695684}" destId="{DC7060A0-15D6-476E-897D-05F7D1E04158}" srcOrd="10" destOrd="0" presId="urn:microsoft.com/office/officeart/2008/layout/LinedList"/>
    <dgm:cxn modelId="{E2B0DD2D-8405-4A37-8D7D-D7CB090091EC}" type="presParOf" srcId="{AA73CAF7-3E72-48B1-A33B-5F4BF2695684}" destId="{44FD90B3-CE81-4FCE-A11C-E735A7A3C8CD}" srcOrd="11" destOrd="0" presId="urn:microsoft.com/office/officeart/2008/layout/LinedList"/>
    <dgm:cxn modelId="{05731B8F-3207-4EA6-8847-922A12F0E641}" type="presParOf" srcId="{44FD90B3-CE81-4FCE-A11C-E735A7A3C8CD}" destId="{7DA1764D-FB35-4977-B6BE-151FCB469337}" srcOrd="0" destOrd="0" presId="urn:microsoft.com/office/officeart/2008/layout/LinedList"/>
    <dgm:cxn modelId="{8872E438-4EDE-4B0F-A39D-2BF4B38A7F6D}" type="presParOf" srcId="{44FD90B3-CE81-4FCE-A11C-E735A7A3C8CD}" destId="{92125B84-CFB7-4F2D-83A4-4746686CD1F4}" srcOrd="1" destOrd="0" presId="urn:microsoft.com/office/officeart/2008/layout/LinedList"/>
    <dgm:cxn modelId="{B75F45E4-31E9-4335-BC25-53F694FE4E11}" type="presParOf" srcId="{AA73CAF7-3E72-48B1-A33B-5F4BF2695684}" destId="{F0F54231-9A7B-46E1-9146-CB5FE333EF71}" srcOrd="12" destOrd="0" presId="urn:microsoft.com/office/officeart/2008/layout/LinedList"/>
    <dgm:cxn modelId="{2101B9B0-F562-480B-9944-91FFFC4FC5C7}" type="presParOf" srcId="{AA73CAF7-3E72-48B1-A33B-5F4BF2695684}" destId="{33E86750-6AE9-4474-B751-D5641353439F}" srcOrd="13" destOrd="0" presId="urn:microsoft.com/office/officeart/2008/layout/LinedList"/>
    <dgm:cxn modelId="{D051DADE-15F0-46D6-B81D-8CECD68AA21B}" type="presParOf" srcId="{33E86750-6AE9-4474-B751-D5641353439F}" destId="{3C79D9E8-9315-4B96-A1CB-5ABFA8417556}" srcOrd="0" destOrd="0" presId="urn:microsoft.com/office/officeart/2008/layout/LinedList"/>
    <dgm:cxn modelId="{E7CAF3D7-C7FC-409F-A430-2827635790D2}" type="presParOf" srcId="{33E86750-6AE9-4474-B751-D5641353439F}" destId="{8682E142-9D16-4FF6-95B8-A8565401C429}"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8173559-1A3E-4A5C-B7CC-66EE60F839A7}"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2A1E8397-AD35-4FC6-BECB-5E7B63C6797E}">
      <dgm:prSet/>
      <dgm:spPr/>
      <dgm:t>
        <a:bodyPr/>
        <a:lstStyle/>
        <a:p>
          <a:r>
            <a:rPr lang="en-US"/>
            <a:t>Every suspected case should have </a:t>
          </a:r>
          <a:r>
            <a:rPr lang="en-US" b="1"/>
            <a:t>parasitological confirmation</a:t>
          </a:r>
          <a:r>
            <a:rPr lang="en-US"/>
            <a:t>.</a:t>
          </a:r>
        </a:p>
      </dgm:t>
    </dgm:pt>
    <dgm:pt modelId="{B3930D23-294E-40C3-A8BD-4E49822149D1}" type="parTrans" cxnId="{1A8EE462-1347-4503-BC31-33B52CE01FC4}">
      <dgm:prSet/>
      <dgm:spPr/>
      <dgm:t>
        <a:bodyPr/>
        <a:lstStyle/>
        <a:p>
          <a:endParaRPr lang="en-US"/>
        </a:p>
      </dgm:t>
    </dgm:pt>
    <dgm:pt modelId="{8E5A9D87-50C4-4DDE-90B3-021549683F9B}" type="sibTrans" cxnId="{1A8EE462-1347-4503-BC31-33B52CE01FC4}">
      <dgm:prSet/>
      <dgm:spPr/>
      <dgm:t>
        <a:bodyPr/>
        <a:lstStyle/>
        <a:p>
          <a:endParaRPr lang="en-US"/>
        </a:p>
      </dgm:t>
    </dgm:pt>
    <dgm:pt modelId="{94518FE0-5538-48B2-8617-9CB466D847AA}">
      <dgm:prSet/>
      <dgm:spPr/>
      <dgm:t>
        <a:bodyPr/>
        <a:lstStyle/>
        <a:p>
          <a:r>
            <a:rPr lang="en-US"/>
            <a:t>Quality-assured RDTs and microscopy should be available across levels.</a:t>
          </a:r>
        </a:p>
      </dgm:t>
    </dgm:pt>
    <dgm:pt modelId="{DA1806E1-9AD7-44D2-A3E3-ED1FE6B0EB33}" type="parTrans" cxnId="{85532572-00B7-4395-9788-58304A24C7B4}">
      <dgm:prSet/>
      <dgm:spPr/>
      <dgm:t>
        <a:bodyPr/>
        <a:lstStyle/>
        <a:p>
          <a:endParaRPr lang="en-US"/>
        </a:p>
      </dgm:t>
    </dgm:pt>
    <dgm:pt modelId="{3EF1D422-E186-4AE1-B0DD-32A2CE45207E}" type="sibTrans" cxnId="{85532572-00B7-4395-9788-58304A24C7B4}">
      <dgm:prSet/>
      <dgm:spPr/>
      <dgm:t>
        <a:bodyPr/>
        <a:lstStyle/>
        <a:p>
          <a:endParaRPr lang="en-US"/>
        </a:p>
      </dgm:t>
    </dgm:pt>
    <dgm:pt modelId="{C9C89540-76E5-403E-947F-976DD5A23D5C}">
      <dgm:prSet/>
      <dgm:spPr/>
      <dgm:t>
        <a:bodyPr/>
        <a:lstStyle/>
        <a:p>
          <a:r>
            <a:rPr lang="en-US"/>
            <a:t>The programme emphasizes </a:t>
          </a:r>
          <a:r>
            <a:rPr lang="en-US" b="1"/>
            <a:t>testing, treating and tracking</a:t>
          </a:r>
          <a:r>
            <a:rPr lang="en-US"/>
            <a:t>.</a:t>
          </a:r>
        </a:p>
      </dgm:t>
    </dgm:pt>
    <dgm:pt modelId="{D255D948-EF0B-4C17-920A-DDC2E631B0F0}" type="parTrans" cxnId="{DC4482EE-D5A1-4522-A3FB-53E8B746F2F8}">
      <dgm:prSet/>
      <dgm:spPr/>
      <dgm:t>
        <a:bodyPr/>
        <a:lstStyle/>
        <a:p>
          <a:endParaRPr lang="en-US"/>
        </a:p>
      </dgm:t>
    </dgm:pt>
    <dgm:pt modelId="{A64C3513-647D-4B76-BBD7-1F87B6F64A93}" type="sibTrans" cxnId="{DC4482EE-D5A1-4522-A3FB-53E8B746F2F8}">
      <dgm:prSet/>
      <dgm:spPr/>
      <dgm:t>
        <a:bodyPr/>
        <a:lstStyle/>
        <a:p>
          <a:endParaRPr lang="en-US"/>
        </a:p>
      </dgm:t>
    </dgm:pt>
    <dgm:pt modelId="{3C2F2C40-7A2B-491F-B922-986C615E6F26}">
      <dgm:prSet/>
      <dgm:spPr/>
      <dgm:t>
        <a:bodyPr/>
        <a:lstStyle/>
        <a:p>
          <a:r>
            <a:rPr lang="en-US"/>
            <a:t>Follow-up of relapse, recrudescence and treatment failure is important.</a:t>
          </a:r>
        </a:p>
      </dgm:t>
    </dgm:pt>
    <dgm:pt modelId="{931C6A50-548B-4710-B659-1C6D0682B0E9}" type="parTrans" cxnId="{9E3C2CCE-51B7-48C3-BB93-F3D79962AA8D}">
      <dgm:prSet/>
      <dgm:spPr/>
      <dgm:t>
        <a:bodyPr/>
        <a:lstStyle/>
        <a:p>
          <a:endParaRPr lang="en-US"/>
        </a:p>
      </dgm:t>
    </dgm:pt>
    <dgm:pt modelId="{BE6F9993-9C13-44D2-8FDC-96CD6C99CD02}" type="sibTrans" cxnId="{9E3C2CCE-51B7-48C3-BB93-F3D79962AA8D}">
      <dgm:prSet/>
      <dgm:spPr/>
      <dgm:t>
        <a:bodyPr/>
        <a:lstStyle/>
        <a:p>
          <a:endParaRPr lang="en-US"/>
        </a:p>
      </dgm:t>
    </dgm:pt>
    <dgm:pt modelId="{2BDF4981-7996-4349-90E7-1757D1D580C0}" type="pres">
      <dgm:prSet presAssocID="{F8173559-1A3E-4A5C-B7CC-66EE60F839A7}" presName="root" presStyleCnt="0">
        <dgm:presLayoutVars>
          <dgm:dir/>
          <dgm:resizeHandles val="exact"/>
        </dgm:presLayoutVars>
      </dgm:prSet>
      <dgm:spPr/>
    </dgm:pt>
    <dgm:pt modelId="{E1190C7D-8F67-4FCA-8807-4EC06E548EAD}" type="pres">
      <dgm:prSet presAssocID="{2A1E8397-AD35-4FC6-BECB-5E7B63C6797E}" presName="compNode" presStyleCnt="0"/>
      <dgm:spPr/>
    </dgm:pt>
    <dgm:pt modelId="{9BA6A7E6-880B-4569-9E67-E1C52B533ECB}" type="pres">
      <dgm:prSet presAssocID="{2A1E8397-AD35-4FC6-BECB-5E7B63C6797E}" presName="bgRect" presStyleLbl="bgShp" presStyleIdx="0" presStyleCnt="4"/>
      <dgm:spPr/>
    </dgm:pt>
    <dgm:pt modelId="{E4650D43-76E1-4292-8F2D-35C5CF67C622}" type="pres">
      <dgm:prSet presAssocID="{2A1E8397-AD35-4FC6-BECB-5E7B63C6797E}"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Magnifying glass"/>
        </a:ext>
      </dgm:extLst>
    </dgm:pt>
    <dgm:pt modelId="{0BBC7450-9DB5-416A-9B63-B03FF92C9A0E}" type="pres">
      <dgm:prSet presAssocID="{2A1E8397-AD35-4FC6-BECB-5E7B63C6797E}" presName="spaceRect" presStyleCnt="0"/>
      <dgm:spPr/>
    </dgm:pt>
    <dgm:pt modelId="{1CC913C2-0056-4C06-AE10-1B6CA82E5C90}" type="pres">
      <dgm:prSet presAssocID="{2A1E8397-AD35-4FC6-BECB-5E7B63C6797E}" presName="parTx" presStyleLbl="revTx" presStyleIdx="0" presStyleCnt="4">
        <dgm:presLayoutVars>
          <dgm:chMax val="0"/>
          <dgm:chPref val="0"/>
        </dgm:presLayoutVars>
      </dgm:prSet>
      <dgm:spPr/>
    </dgm:pt>
    <dgm:pt modelId="{B1CBC162-1BEF-433C-9653-AD31E41ACC06}" type="pres">
      <dgm:prSet presAssocID="{8E5A9D87-50C4-4DDE-90B3-021549683F9B}" presName="sibTrans" presStyleCnt="0"/>
      <dgm:spPr/>
    </dgm:pt>
    <dgm:pt modelId="{2EB7516A-9F45-4420-9619-C1235D501325}" type="pres">
      <dgm:prSet presAssocID="{94518FE0-5538-48B2-8617-9CB466D847AA}" presName="compNode" presStyleCnt="0"/>
      <dgm:spPr/>
    </dgm:pt>
    <dgm:pt modelId="{540E1686-D79E-44BF-A723-A92971E5D1E3}" type="pres">
      <dgm:prSet presAssocID="{94518FE0-5538-48B2-8617-9CB466D847AA}" presName="bgRect" presStyleLbl="bgShp" presStyleIdx="1" presStyleCnt="4"/>
      <dgm:spPr/>
    </dgm:pt>
    <dgm:pt modelId="{F8F99C79-B649-4D4D-9086-08073FCC9F62}" type="pres">
      <dgm:prSet presAssocID="{94518FE0-5538-48B2-8617-9CB466D847AA}"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icroscope"/>
        </a:ext>
      </dgm:extLst>
    </dgm:pt>
    <dgm:pt modelId="{D1999BA8-1652-4F35-B879-5597CA86859D}" type="pres">
      <dgm:prSet presAssocID="{94518FE0-5538-48B2-8617-9CB466D847AA}" presName="spaceRect" presStyleCnt="0"/>
      <dgm:spPr/>
    </dgm:pt>
    <dgm:pt modelId="{4D862AAF-1C73-4A9B-8A02-A2758ECD03BA}" type="pres">
      <dgm:prSet presAssocID="{94518FE0-5538-48B2-8617-9CB466D847AA}" presName="parTx" presStyleLbl="revTx" presStyleIdx="1" presStyleCnt="4">
        <dgm:presLayoutVars>
          <dgm:chMax val="0"/>
          <dgm:chPref val="0"/>
        </dgm:presLayoutVars>
      </dgm:prSet>
      <dgm:spPr/>
    </dgm:pt>
    <dgm:pt modelId="{F8A2E4CE-4E65-45CA-A245-E73CB6418380}" type="pres">
      <dgm:prSet presAssocID="{3EF1D422-E186-4AE1-B0DD-32A2CE45207E}" presName="sibTrans" presStyleCnt="0"/>
      <dgm:spPr/>
    </dgm:pt>
    <dgm:pt modelId="{B172A79C-E2B2-4036-91A9-E4C37EF0BB2E}" type="pres">
      <dgm:prSet presAssocID="{C9C89540-76E5-403E-947F-976DD5A23D5C}" presName="compNode" presStyleCnt="0"/>
      <dgm:spPr/>
    </dgm:pt>
    <dgm:pt modelId="{33B3A76A-5EEF-40FD-B0FC-9158B1CFDB3D}" type="pres">
      <dgm:prSet presAssocID="{C9C89540-76E5-403E-947F-976DD5A23D5C}" presName="bgRect" presStyleLbl="bgShp" presStyleIdx="2" presStyleCnt="4"/>
      <dgm:spPr/>
    </dgm:pt>
    <dgm:pt modelId="{D84CA529-0770-400F-86CB-0CD84A6AC136}" type="pres">
      <dgm:prSet presAssocID="{C9C89540-76E5-403E-947F-976DD5A23D5C}"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usiness Growth"/>
        </a:ext>
      </dgm:extLst>
    </dgm:pt>
    <dgm:pt modelId="{89A9F629-6193-499E-BFB9-343765B8E569}" type="pres">
      <dgm:prSet presAssocID="{C9C89540-76E5-403E-947F-976DD5A23D5C}" presName="spaceRect" presStyleCnt="0"/>
      <dgm:spPr/>
    </dgm:pt>
    <dgm:pt modelId="{D6D0344F-D210-4990-B3F9-7B46700AF6A0}" type="pres">
      <dgm:prSet presAssocID="{C9C89540-76E5-403E-947F-976DD5A23D5C}" presName="parTx" presStyleLbl="revTx" presStyleIdx="2" presStyleCnt="4">
        <dgm:presLayoutVars>
          <dgm:chMax val="0"/>
          <dgm:chPref val="0"/>
        </dgm:presLayoutVars>
      </dgm:prSet>
      <dgm:spPr/>
    </dgm:pt>
    <dgm:pt modelId="{5D50EBA9-2E87-4112-9FFF-5883BC8BDAAF}" type="pres">
      <dgm:prSet presAssocID="{A64C3513-647D-4B76-BBD7-1F87B6F64A93}" presName="sibTrans" presStyleCnt="0"/>
      <dgm:spPr/>
    </dgm:pt>
    <dgm:pt modelId="{7C6FB38C-964C-4393-8189-C74878ECD073}" type="pres">
      <dgm:prSet presAssocID="{3C2F2C40-7A2B-491F-B922-986C615E6F26}" presName="compNode" presStyleCnt="0"/>
      <dgm:spPr/>
    </dgm:pt>
    <dgm:pt modelId="{5ED93C39-558B-4017-BB88-CF5F15AC6B79}" type="pres">
      <dgm:prSet presAssocID="{3C2F2C40-7A2B-491F-B922-986C615E6F26}" presName="bgRect" presStyleLbl="bgShp" presStyleIdx="3" presStyleCnt="4"/>
      <dgm:spPr/>
    </dgm:pt>
    <dgm:pt modelId="{FAFFDDF9-6148-47BD-A01B-7851ADC1FD7F}" type="pres">
      <dgm:prSet presAssocID="{3C2F2C40-7A2B-491F-B922-986C615E6F26}"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ctor"/>
        </a:ext>
      </dgm:extLst>
    </dgm:pt>
    <dgm:pt modelId="{696813D3-CA8D-42B6-BBE5-10578A9407BE}" type="pres">
      <dgm:prSet presAssocID="{3C2F2C40-7A2B-491F-B922-986C615E6F26}" presName="spaceRect" presStyleCnt="0"/>
      <dgm:spPr/>
    </dgm:pt>
    <dgm:pt modelId="{D3F752C7-0BC2-4399-8AAB-3F70CB5544FC}" type="pres">
      <dgm:prSet presAssocID="{3C2F2C40-7A2B-491F-B922-986C615E6F26}" presName="parTx" presStyleLbl="revTx" presStyleIdx="3" presStyleCnt="4">
        <dgm:presLayoutVars>
          <dgm:chMax val="0"/>
          <dgm:chPref val="0"/>
        </dgm:presLayoutVars>
      </dgm:prSet>
      <dgm:spPr/>
    </dgm:pt>
  </dgm:ptLst>
  <dgm:cxnLst>
    <dgm:cxn modelId="{1A8EE462-1347-4503-BC31-33B52CE01FC4}" srcId="{F8173559-1A3E-4A5C-B7CC-66EE60F839A7}" destId="{2A1E8397-AD35-4FC6-BECB-5E7B63C6797E}" srcOrd="0" destOrd="0" parTransId="{B3930D23-294E-40C3-A8BD-4E49822149D1}" sibTransId="{8E5A9D87-50C4-4DDE-90B3-021549683F9B}"/>
    <dgm:cxn modelId="{9177F069-66F0-4CFA-9AE4-1799C965B246}" type="presOf" srcId="{C9C89540-76E5-403E-947F-976DD5A23D5C}" destId="{D6D0344F-D210-4990-B3F9-7B46700AF6A0}" srcOrd="0" destOrd="0" presId="urn:microsoft.com/office/officeart/2018/2/layout/IconVerticalSolidList"/>
    <dgm:cxn modelId="{85532572-00B7-4395-9788-58304A24C7B4}" srcId="{F8173559-1A3E-4A5C-B7CC-66EE60F839A7}" destId="{94518FE0-5538-48B2-8617-9CB466D847AA}" srcOrd="1" destOrd="0" parTransId="{DA1806E1-9AD7-44D2-A3E3-ED1FE6B0EB33}" sibTransId="{3EF1D422-E186-4AE1-B0DD-32A2CE45207E}"/>
    <dgm:cxn modelId="{CB2E3D57-8FE0-41B8-B6E3-18D20959D3D3}" type="presOf" srcId="{3C2F2C40-7A2B-491F-B922-986C615E6F26}" destId="{D3F752C7-0BC2-4399-8AAB-3F70CB5544FC}" srcOrd="0" destOrd="0" presId="urn:microsoft.com/office/officeart/2018/2/layout/IconVerticalSolidList"/>
    <dgm:cxn modelId="{99DE5D85-86E2-4C99-B7D4-8E7C3C1F44A8}" type="presOf" srcId="{2A1E8397-AD35-4FC6-BECB-5E7B63C6797E}" destId="{1CC913C2-0056-4C06-AE10-1B6CA82E5C90}" srcOrd="0" destOrd="0" presId="urn:microsoft.com/office/officeart/2018/2/layout/IconVerticalSolidList"/>
    <dgm:cxn modelId="{63C855CD-0F5D-4E68-8D6A-0CD0F8CE2130}" type="presOf" srcId="{94518FE0-5538-48B2-8617-9CB466D847AA}" destId="{4D862AAF-1C73-4A9B-8A02-A2758ECD03BA}" srcOrd="0" destOrd="0" presId="urn:microsoft.com/office/officeart/2018/2/layout/IconVerticalSolidList"/>
    <dgm:cxn modelId="{9E3C2CCE-51B7-48C3-BB93-F3D79962AA8D}" srcId="{F8173559-1A3E-4A5C-B7CC-66EE60F839A7}" destId="{3C2F2C40-7A2B-491F-B922-986C615E6F26}" srcOrd="3" destOrd="0" parTransId="{931C6A50-548B-4710-B659-1C6D0682B0E9}" sibTransId="{BE6F9993-9C13-44D2-8FDC-96CD6C99CD02}"/>
    <dgm:cxn modelId="{45C60CD1-B307-49BE-B3C0-45BA5B6711FE}" type="presOf" srcId="{F8173559-1A3E-4A5C-B7CC-66EE60F839A7}" destId="{2BDF4981-7996-4349-90E7-1757D1D580C0}" srcOrd="0" destOrd="0" presId="urn:microsoft.com/office/officeart/2018/2/layout/IconVerticalSolidList"/>
    <dgm:cxn modelId="{DC4482EE-D5A1-4522-A3FB-53E8B746F2F8}" srcId="{F8173559-1A3E-4A5C-B7CC-66EE60F839A7}" destId="{C9C89540-76E5-403E-947F-976DD5A23D5C}" srcOrd="2" destOrd="0" parTransId="{D255D948-EF0B-4C17-920A-DDC2E631B0F0}" sibTransId="{A64C3513-647D-4B76-BBD7-1F87B6F64A93}"/>
    <dgm:cxn modelId="{BBC6213A-4E27-4088-A4C9-ADC3E74F839C}" type="presParOf" srcId="{2BDF4981-7996-4349-90E7-1757D1D580C0}" destId="{E1190C7D-8F67-4FCA-8807-4EC06E548EAD}" srcOrd="0" destOrd="0" presId="urn:microsoft.com/office/officeart/2018/2/layout/IconVerticalSolidList"/>
    <dgm:cxn modelId="{0F698C88-FF09-47E2-8744-3478C86D4FE8}" type="presParOf" srcId="{E1190C7D-8F67-4FCA-8807-4EC06E548EAD}" destId="{9BA6A7E6-880B-4569-9E67-E1C52B533ECB}" srcOrd="0" destOrd="0" presId="urn:microsoft.com/office/officeart/2018/2/layout/IconVerticalSolidList"/>
    <dgm:cxn modelId="{6B4833F8-DD8F-4B44-A46B-675B3E53429E}" type="presParOf" srcId="{E1190C7D-8F67-4FCA-8807-4EC06E548EAD}" destId="{E4650D43-76E1-4292-8F2D-35C5CF67C622}" srcOrd="1" destOrd="0" presId="urn:microsoft.com/office/officeart/2018/2/layout/IconVerticalSolidList"/>
    <dgm:cxn modelId="{2DF75AEE-404D-4629-9604-3FBE15D335CA}" type="presParOf" srcId="{E1190C7D-8F67-4FCA-8807-4EC06E548EAD}" destId="{0BBC7450-9DB5-416A-9B63-B03FF92C9A0E}" srcOrd="2" destOrd="0" presId="urn:microsoft.com/office/officeart/2018/2/layout/IconVerticalSolidList"/>
    <dgm:cxn modelId="{705DDE79-7E51-42E8-A26A-57268295AA73}" type="presParOf" srcId="{E1190C7D-8F67-4FCA-8807-4EC06E548EAD}" destId="{1CC913C2-0056-4C06-AE10-1B6CA82E5C90}" srcOrd="3" destOrd="0" presId="urn:microsoft.com/office/officeart/2018/2/layout/IconVerticalSolidList"/>
    <dgm:cxn modelId="{882378AF-E84E-4319-B9BD-4A8EA574F5D4}" type="presParOf" srcId="{2BDF4981-7996-4349-90E7-1757D1D580C0}" destId="{B1CBC162-1BEF-433C-9653-AD31E41ACC06}" srcOrd="1" destOrd="0" presId="urn:microsoft.com/office/officeart/2018/2/layout/IconVerticalSolidList"/>
    <dgm:cxn modelId="{92661728-BC7C-4506-B54D-084CC3933A3C}" type="presParOf" srcId="{2BDF4981-7996-4349-90E7-1757D1D580C0}" destId="{2EB7516A-9F45-4420-9619-C1235D501325}" srcOrd="2" destOrd="0" presId="urn:microsoft.com/office/officeart/2018/2/layout/IconVerticalSolidList"/>
    <dgm:cxn modelId="{C49F6B9D-3A6C-486F-B226-F1BADA408257}" type="presParOf" srcId="{2EB7516A-9F45-4420-9619-C1235D501325}" destId="{540E1686-D79E-44BF-A723-A92971E5D1E3}" srcOrd="0" destOrd="0" presId="urn:microsoft.com/office/officeart/2018/2/layout/IconVerticalSolidList"/>
    <dgm:cxn modelId="{51EA8C61-1FC5-43AC-BFC7-5EB3A5CE5E1A}" type="presParOf" srcId="{2EB7516A-9F45-4420-9619-C1235D501325}" destId="{F8F99C79-B649-4D4D-9086-08073FCC9F62}" srcOrd="1" destOrd="0" presId="urn:microsoft.com/office/officeart/2018/2/layout/IconVerticalSolidList"/>
    <dgm:cxn modelId="{304A0985-68E8-43FC-85C3-55EC8FFBDA8A}" type="presParOf" srcId="{2EB7516A-9F45-4420-9619-C1235D501325}" destId="{D1999BA8-1652-4F35-B879-5597CA86859D}" srcOrd="2" destOrd="0" presId="urn:microsoft.com/office/officeart/2018/2/layout/IconVerticalSolidList"/>
    <dgm:cxn modelId="{60823813-658D-46A6-98E7-EA21D6D95843}" type="presParOf" srcId="{2EB7516A-9F45-4420-9619-C1235D501325}" destId="{4D862AAF-1C73-4A9B-8A02-A2758ECD03BA}" srcOrd="3" destOrd="0" presId="urn:microsoft.com/office/officeart/2018/2/layout/IconVerticalSolidList"/>
    <dgm:cxn modelId="{520FFA5D-CE36-491D-B5A2-39DA52AA8FA4}" type="presParOf" srcId="{2BDF4981-7996-4349-90E7-1757D1D580C0}" destId="{F8A2E4CE-4E65-45CA-A245-E73CB6418380}" srcOrd="3" destOrd="0" presId="urn:microsoft.com/office/officeart/2018/2/layout/IconVerticalSolidList"/>
    <dgm:cxn modelId="{066879A2-9B64-45D0-82BE-01789283452C}" type="presParOf" srcId="{2BDF4981-7996-4349-90E7-1757D1D580C0}" destId="{B172A79C-E2B2-4036-91A9-E4C37EF0BB2E}" srcOrd="4" destOrd="0" presId="urn:microsoft.com/office/officeart/2018/2/layout/IconVerticalSolidList"/>
    <dgm:cxn modelId="{9DC9D5ED-7235-4240-8070-501A7532A187}" type="presParOf" srcId="{B172A79C-E2B2-4036-91A9-E4C37EF0BB2E}" destId="{33B3A76A-5EEF-40FD-B0FC-9158B1CFDB3D}" srcOrd="0" destOrd="0" presId="urn:microsoft.com/office/officeart/2018/2/layout/IconVerticalSolidList"/>
    <dgm:cxn modelId="{09CC43F0-422B-4CF4-B9B5-B11CAADA627D}" type="presParOf" srcId="{B172A79C-E2B2-4036-91A9-E4C37EF0BB2E}" destId="{D84CA529-0770-400F-86CB-0CD84A6AC136}" srcOrd="1" destOrd="0" presId="urn:microsoft.com/office/officeart/2018/2/layout/IconVerticalSolidList"/>
    <dgm:cxn modelId="{D21A41B8-D593-45C3-B6A1-E94ECC4B9DCD}" type="presParOf" srcId="{B172A79C-E2B2-4036-91A9-E4C37EF0BB2E}" destId="{89A9F629-6193-499E-BFB9-343765B8E569}" srcOrd="2" destOrd="0" presId="urn:microsoft.com/office/officeart/2018/2/layout/IconVerticalSolidList"/>
    <dgm:cxn modelId="{9FDD4A47-AB43-4BC3-A785-CB2ECCB9DE1E}" type="presParOf" srcId="{B172A79C-E2B2-4036-91A9-E4C37EF0BB2E}" destId="{D6D0344F-D210-4990-B3F9-7B46700AF6A0}" srcOrd="3" destOrd="0" presId="urn:microsoft.com/office/officeart/2018/2/layout/IconVerticalSolidList"/>
    <dgm:cxn modelId="{880B41C4-C4D0-4213-A985-9C71E68F9A2F}" type="presParOf" srcId="{2BDF4981-7996-4349-90E7-1757D1D580C0}" destId="{5D50EBA9-2E87-4112-9FFF-5883BC8BDAAF}" srcOrd="5" destOrd="0" presId="urn:microsoft.com/office/officeart/2018/2/layout/IconVerticalSolidList"/>
    <dgm:cxn modelId="{F0C44B73-B50E-4E3B-B88F-7C3F1B3FA6A3}" type="presParOf" srcId="{2BDF4981-7996-4349-90E7-1757D1D580C0}" destId="{7C6FB38C-964C-4393-8189-C74878ECD073}" srcOrd="6" destOrd="0" presId="urn:microsoft.com/office/officeart/2018/2/layout/IconVerticalSolidList"/>
    <dgm:cxn modelId="{009B30C5-A98D-4C89-9BCF-A0A2FB92C804}" type="presParOf" srcId="{7C6FB38C-964C-4393-8189-C74878ECD073}" destId="{5ED93C39-558B-4017-BB88-CF5F15AC6B79}" srcOrd="0" destOrd="0" presId="urn:microsoft.com/office/officeart/2018/2/layout/IconVerticalSolidList"/>
    <dgm:cxn modelId="{E8265C65-26DB-41B6-A4F2-839A8A225B7C}" type="presParOf" srcId="{7C6FB38C-964C-4393-8189-C74878ECD073}" destId="{FAFFDDF9-6148-47BD-A01B-7851ADC1FD7F}" srcOrd="1" destOrd="0" presId="urn:microsoft.com/office/officeart/2018/2/layout/IconVerticalSolidList"/>
    <dgm:cxn modelId="{99872D0D-5721-4C01-B944-301D78F0820C}" type="presParOf" srcId="{7C6FB38C-964C-4393-8189-C74878ECD073}" destId="{696813D3-CA8D-42B6-BBE5-10578A9407BE}" srcOrd="2" destOrd="0" presId="urn:microsoft.com/office/officeart/2018/2/layout/IconVerticalSolidList"/>
    <dgm:cxn modelId="{96A0E505-67CB-4A63-9470-141B5F719D13}" type="presParOf" srcId="{7C6FB38C-964C-4393-8189-C74878ECD073}" destId="{D3F752C7-0BC2-4399-8AAB-3F70CB5544FC}"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649E2A2-37AC-4BCB-93B9-4AEA73A81391}" type="doc">
      <dgm:prSet loTypeId="urn:microsoft.com/office/officeart/2005/8/layout/default" loCatId="list" qsTypeId="urn:microsoft.com/office/officeart/2005/8/quickstyle/simple3" qsCatId="simple" csTypeId="urn:microsoft.com/office/officeart/2005/8/colors/colorful1" csCatId="colorful"/>
      <dgm:spPr/>
      <dgm:t>
        <a:bodyPr/>
        <a:lstStyle/>
        <a:p>
          <a:endParaRPr lang="en-US"/>
        </a:p>
      </dgm:t>
    </dgm:pt>
    <dgm:pt modelId="{C0451E5C-4DD0-4017-978A-AC5C9EAB48BD}">
      <dgm:prSet/>
      <dgm:spPr/>
      <dgm:t>
        <a:bodyPr/>
        <a:lstStyle/>
        <a:p>
          <a:r>
            <a:rPr lang="en-US"/>
            <a:t>Entomological surveillance</a:t>
          </a:r>
        </a:p>
      </dgm:t>
    </dgm:pt>
    <dgm:pt modelId="{4F51957D-4808-4A38-99A6-E601B692DD00}" type="parTrans" cxnId="{659260DA-236D-461E-A188-A7113394CA6A}">
      <dgm:prSet/>
      <dgm:spPr/>
      <dgm:t>
        <a:bodyPr/>
        <a:lstStyle/>
        <a:p>
          <a:endParaRPr lang="en-US">
            <a:solidFill>
              <a:schemeClr val="tx1"/>
            </a:solidFill>
          </a:endParaRPr>
        </a:p>
      </dgm:t>
    </dgm:pt>
    <dgm:pt modelId="{5F0B5699-0A62-4ED4-A28E-62DA61B49AD4}" type="sibTrans" cxnId="{659260DA-236D-461E-A188-A7113394CA6A}">
      <dgm:prSet/>
      <dgm:spPr/>
      <dgm:t>
        <a:bodyPr/>
        <a:lstStyle/>
        <a:p>
          <a:endParaRPr lang="en-US">
            <a:solidFill>
              <a:schemeClr val="tx1"/>
            </a:solidFill>
          </a:endParaRPr>
        </a:p>
      </dgm:t>
    </dgm:pt>
    <dgm:pt modelId="{B9512C6F-ED35-45DC-B72A-29B931C5650A}">
      <dgm:prSet/>
      <dgm:spPr/>
      <dgm:t>
        <a:bodyPr/>
        <a:lstStyle/>
        <a:p>
          <a:r>
            <a:rPr lang="en-US"/>
            <a:t>Foci investigation</a:t>
          </a:r>
        </a:p>
      </dgm:t>
    </dgm:pt>
    <dgm:pt modelId="{4B09BF9D-9ADB-424F-B754-4129A6EBBE0E}" type="parTrans" cxnId="{E68AB916-9D06-4D59-B7AB-158E855AC1B4}">
      <dgm:prSet/>
      <dgm:spPr/>
      <dgm:t>
        <a:bodyPr/>
        <a:lstStyle/>
        <a:p>
          <a:endParaRPr lang="en-US">
            <a:solidFill>
              <a:schemeClr val="tx1"/>
            </a:solidFill>
          </a:endParaRPr>
        </a:p>
      </dgm:t>
    </dgm:pt>
    <dgm:pt modelId="{D65E8E20-DA6A-47D9-97B5-A4FFF3120E23}" type="sibTrans" cxnId="{E68AB916-9D06-4D59-B7AB-158E855AC1B4}">
      <dgm:prSet/>
      <dgm:spPr/>
      <dgm:t>
        <a:bodyPr/>
        <a:lstStyle/>
        <a:p>
          <a:endParaRPr lang="en-US">
            <a:solidFill>
              <a:schemeClr val="tx1"/>
            </a:solidFill>
          </a:endParaRPr>
        </a:p>
      </dgm:t>
    </dgm:pt>
    <dgm:pt modelId="{13AE66F1-54B3-467F-90C6-15CE1EBF6E09}">
      <dgm:prSet/>
      <dgm:spPr/>
      <dgm:t>
        <a:bodyPr/>
        <a:lstStyle/>
        <a:p>
          <a:r>
            <a:rPr lang="en-US"/>
            <a:t>Insecticide resistance monitoring</a:t>
          </a:r>
        </a:p>
      </dgm:t>
    </dgm:pt>
    <dgm:pt modelId="{10FACCC8-C5F6-425C-A150-C3F4A40CDB19}" type="parTrans" cxnId="{15C0E553-F091-458E-ACF3-B298D9A7B9ED}">
      <dgm:prSet/>
      <dgm:spPr/>
      <dgm:t>
        <a:bodyPr/>
        <a:lstStyle/>
        <a:p>
          <a:endParaRPr lang="en-US">
            <a:solidFill>
              <a:schemeClr val="tx1"/>
            </a:solidFill>
          </a:endParaRPr>
        </a:p>
      </dgm:t>
    </dgm:pt>
    <dgm:pt modelId="{CA09D685-35CE-4B23-B0AC-D1D96862F807}" type="sibTrans" cxnId="{15C0E553-F091-458E-ACF3-B298D9A7B9ED}">
      <dgm:prSet/>
      <dgm:spPr/>
      <dgm:t>
        <a:bodyPr/>
        <a:lstStyle/>
        <a:p>
          <a:endParaRPr lang="en-US">
            <a:solidFill>
              <a:schemeClr val="tx1"/>
            </a:solidFill>
          </a:endParaRPr>
        </a:p>
      </dgm:t>
    </dgm:pt>
    <dgm:pt modelId="{1E33B451-01AC-43CA-BB58-58DC0939BFC5}">
      <dgm:prSet/>
      <dgm:spPr/>
      <dgm:t>
        <a:bodyPr/>
        <a:lstStyle/>
        <a:p>
          <a:r>
            <a:rPr lang="en-US"/>
            <a:t>IRS</a:t>
          </a:r>
        </a:p>
      </dgm:t>
    </dgm:pt>
    <dgm:pt modelId="{9441CDA1-A27E-41C6-B610-B1ABF308C02E}" type="parTrans" cxnId="{0463737F-FBD2-4867-BD78-BA0BDE2CBAD4}">
      <dgm:prSet/>
      <dgm:spPr/>
      <dgm:t>
        <a:bodyPr/>
        <a:lstStyle/>
        <a:p>
          <a:endParaRPr lang="en-US">
            <a:solidFill>
              <a:schemeClr val="tx1"/>
            </a:solidFill>
          </a:endParaRPr>
        </a:p>
      </dgm:t>
    </dgm:pt>
    <dgm:pt modelId="{60927DE3-6E69-470E-8144-1CBD3D540B21}" type="sibTrans" cxnId="{0463737F-FBD2-4867-BD78-BA0BDE2CBAD4}">
      <dgm:prSet/>
      <dgm:spPr/>
      <dgm:t>
        <a:bodyPr/>
        <a:lstStyle/>
        <a:p>
          <a:endParaRPr lang="en-US">
            <a:solidFill>
              <a:schemeClr val="tx1"/>
            </a:solidFill>
          </a:endParaRPr>
        </a:p>
      </dgm:t>
    </dgm:pt>
    <dgm:pt modelId="{842F0F38-C174-4F08-9051-96038E6282DA}">
      <dgm:prSet/>
      <dgm:spPr/>
      <dgm:t>
        <a:bodyPr/>
        <a:lstStyle/>
        <a:p>
          <a:r>
            <a:rPr lang="en-US"/>
            <a:t>LLINs</a:t>
          </a:r>
        </a:p>
      </dgm:t>
    </dgm:pt>
    <dgm:pt modelId="{7E433FF5-49D5-4EEA-9380-A0EAA8E3D8DE}" type="parTrans" cxnId="{9D4B70BE-C961-47C9-A84E-703F57FF4F65}">
      <dgm:prSet/>
      <dgm:spPr/>
      <dgm:t>
        <a:bodyPr/>
        <a:lstStyle/>
        <a:p>
          <a:endParaRPr lang="en-US">
            <a:solidFill>
              <a:schemeClr val="tx1"/>
            </a:solidFill>
          </a:endParaRPr>
        </a:p>
      </dgm:t>
    </dgm:pt>
    <dgm:pt modelId="{F3BE3E83-BE33-4243-86D2-00EEB605EA6A}" type="sibTrans" cxnId="{9D4B70BE-C961-47C9-A84E-703F57FF4F65}">
      <dgm:prSet/>
      <dgm:spPr/>
      <dgm:t>
        <a:bodyPr/>
        <a:lstStyle/>
        <a:p>
          <a:endParaRPr lang="en-US">
            <a:solidFill>
              <a:schemeClr val="tx1"/>
            </a:solidFill>
          </a:endParaRPr>
        </a:p>
      </dgm:t>
    </dgm:pt>
    <dgm:pt modelId="{2F21BC79-5312-4257-8C98-3A6234C0BE4D}">
      <dgm:prSet/>
      <dgm:spPr/>
      <dgm:t>
        <a:bodyPr/>
        <a:lstStyle/>
        <a:p>
          <a:r>
            <a:rPr lang="en-US"/>
            <a:t>Larval source management</a:t>
          </a:r>
        </a:p>
      </dgm:t>
    </dgm:pt>
    <dgm:pt modelId="{B248C2AD-9F45-4B4D-8896-2B28A32EC5CB}" type="parTrans" cxnId="{9941EAE4-336A-478A-871E-CE5385CEF702}">
      <dgm:prSet/>
      <dgm:spPr/>
      <dgm:t>
        <a:bodyPr/>
        <a:lstStyle/>
        <a:p>
          <a:endParaRPr lang="en-US">
            <a:solidFill>
              <a:schemeClr val="tx1"/>
            </a:solidFill>
          </a:endParaRPr>
        </a:p>
      </dgm:t>
    </dgm:pt>
    <dgm:pt modelId="{3C397D95-5D8F-4691-8850-E463AD1401F9}" type="sibTrans" cxnId="{9941EAE4-336A-478A-871E-CE5385CEF702}">
      <dgm:prSet/>
      <dgm:spPr/>
      <dgm:t>
        <a:bodyPr/>
        <a:lstStyle/>
        <a:p>
          <a:endParaRPr lang="en-US">
            <a:solidFill>
              <a:schemeClr val="tx1"/>
            </a:solidFill>
          </a:endParaRPr>
        </a:p>
      </dgm:t>
    </dgm:pt>
    <dgm:pt modelId="{1E93E2F0-E832-49FE-B14B-93A3B233DDC6}">
      <dgm:prSet/>
      <dgm:spPr/>
      <dgm:t>
        <a:bodyPr/>
        <a:lstStyle/>
        <a:p>
          <a:r>
            <a:rPr lang="en-US"/>
            <a:t>Emergency vector control when indicated</a:t>
          </a:r>
        </a:p>
      </dgm:t>
    </dgm:pt>
    <dgm:pt modelId="{1F1020ED-66C8-458E-B0B1-486D3D544734}" type="parTrans" cxnId="{717AECBD-020F-446E-BA59-9EBAE29A3E6E}">
      <dgm:prSet/>
      <dgm:spPr/>
      <dgm:t>
        <a:bodyPr/>
        <a:lstStyle/>
        <a:p>
          <a:endParaRPr lang="en-US">
            <a:solidFill>
              <a:schemeClr val="tx1"/>
            </a:solidFill>
          </a:endParaRPr>
        </a:p>
      </dgm:t>
    </dgm:pt>
    <dgm:pt modelId="{8072677B-8352-435F-A7AD-B0530139B967}" type="sibTrans" cxnId="{717AECBD-020F-446E-BA59-9EBAE29A3E6E}">
      <dgm:prSet/>
      <dgm:spPr/>
      <dgm:t>
        <a:bodyPr/>
        <a:lstStyle/>
        <a:p>
          <a:endParaRPr lang="en-US">
            <a:solidFill>
              <a:schemeClr val="tx1"/>
            </a:solidFill>
          </a:endParaRPr>
        </a:p>
      </dgm:t>
    </dgm:pt>
    <dgm:pt modelId="{0AFA63DA-D850-4A01-90F5-FDCFAC5FD360}" type="pres">
      <dgm:prSet presAssocID="{7649E2A2-37AC-4BCB-93B9-4AEA73A81391}" presName="diagram" presStyleCnt="0">
        <dgm:presLayoutVars>
          <dgm:dir/>
          <dgm:resizeHandles val="exact"/>
        </dgm:presLayoutVars>
      </dgm:prSet>
      <dgm:spPr/>
    </dgm:pt>
    <dgm:pt modelId="{92B71686-1291-4D05-B112-DBFF23284849}" type="pres">
      <dgm:prSet presAssocID="{C0451E5C-4DD0-4017-978A-AC5C9EAB48BD}" presName="node" presStyleLbl="node1" presStyleIdx="0" presStyleCnt="7">
        <dgm:presLayoutVars>
          <dgm:bulletEnabled val="1"/>
        </dgm:presLayoutVars>
      </dgm:prSet>
      <dgm:spPr/>
    </dgm:pt>
    <dgm:pt modelId="{E6C7C440-17A9-4A2A-84E8-61B0BAA4D484}" type="pres">
      <dgm:prSet presAssocID="{5F0B5699-0A62-4ED4-A28E-62DA61B49AD4}" presName="sibTrans" presStyleCnt="0"/>
      <dgm:spPr/>
    </dgm:pt>
    <dgm:pt modelId="{9E0FF03F-4F48-4BBF-BBD9-3488CDBB710D}" type="pres">
      <dgm:prSet presAssocID="{B9512C6F-ED35-45DC-B72A-29B931C5650A}" presName="node" presStyleLbl="node1" presStyleIdx="1" presStyleCnt="7">
        <dgm:presLayoutVars>
          <dgm:bulletEnabled val="1"/>
        </dgm:presLayoutVars>
      </dgm:prSet>
      <dgm:spPr/>
    </dgm:pt>
    <dgm:pt modelId="{B0CDD896-88C0-4FEF-8CFB-F1B3C7741AA5}" type="pres">
      <dgm:prSet presAssocID="{D65E8E20-DA6A-47D9-97B5-A4FFF3120E23}" presName="sibTrans" presStyleCnt="0"/>
      <dgm:spPr/>
    </dgm:pt>
    <dgm:pt modelId="{D308019E-0CCE-49FB-B804-0B1EA7AEEAC9}" type="pres">
      <dgm:prSet presAssocID="{13AE66F1-54B3-467F-90C6-15CE1EBF6E09}" presName="node" presStyleLbl="node1" presStyleIdx="2" presStyleCnt="7">
        <dgm:presLayoutVars>
          <dgm:bulletEnabled val="1"/>
        </dgm:presLayoutVars>
      </dgm:prSet>
      <dgm:spPr/>
    </dgm:pt>
    <dgm:pt modelId="{89F975EE-5DBA-4464-982F-3B91C495D124}" type="pres">
      <dgm:prSet presAssocID="{CA09D685-35CE-4B23-B0AC-D1D96862F807}" presName="sibTrans" presStyleCnt="0"/>
      <dgm:spPr/>
    </dgm:pt>
    <dgm:pt modelId="{8D2EE26A-A45D-4E14-829D-03E1E5F1E6BD}" type="pres">
      <dgm:prSet presAssocID="{1E33B451-01AC-43CA-BB58-58DC0939BFC5}" presName="node" presStyleLbl="node1" presStyleIdx="3" presStyleCnt="7">
        <dgm:presLayoutVars>
          <dgm:bulletEnabled val="1"/>
        </dgm:presLayoutVars>
      </dgm:prSet>
      <dgm:spPr/>
    </dgm:pt>
    <dgm:pt modelId="{862BDD14-E1A6-46D4-BD5E-F99FD48FA3F3}" type="pres">
      <dgm:prSet presAssocID="{60927DE3-6E69-470E-8144-1CBD3D540B21}" presName="sibTrans" presStyleCnt="0"/>
      <dgm:spPr/>
    </dgm:pt>
    <dgm:pt modelId="{986169FE-17D5-4159-B46B-8E37F8C334B5}" type="pres">
      <dgm:prSet presAssocID="{842F0F38-C174-4F08-9051-96038E6282DA}" presName="node" presStyleLbl="node1" presStyleIdx="4" presStyleCnt="7">
        <dgm:presLayoutVars>
          <dgm:bulletEnabled val="1"/>
        </dgm:presLayoutVars>
      </dgm:prSet>
      <dgm:spPr/>
    </dgm:pt>
    <dgm:pt modelId="{7CC585C7-078E-4A74-9242-CB014828285D}" type="pres">
      <dgm:prSet presAssocID="{F3BE3E83-BE33-4243-86D2-00EEB605EA6A}" presName="sibTrans" presStyleCnt="0"/>
      <dgm:spPr/>
    </dgm:pt>
    <dgm:pt modelId="{EDC328E8-6CF9-42B0-A1C9-861AAF50D3D8}" type="pres">
      <dgm:prSet presAssocID="{2F21BC79-5312-4257-8C98-3A6234C0BE4D}" presName="node" presStyleLbl="node1" presStyleIdx="5" presStyleCnt="7">
        <dgm:presLayoutVars>
          <dgm:bulletEnabled val="1"/>
        </dgm:presLayoutVars>
      </dgm:prSet>
      <dgm:spPr/>
    </dgm:pt>
    <dgm:pt modelId="{25CA027A-96E3-462D-8965-E4C4297BACD5}" type="pres">
      <dgm:prSet presAssocID="{3C397D95-5D8F-4691-8850-E463AD1401F9}" presName="sibTrans" presStyleCnt="0"/>
      <dgm:spPr/>
    </dgm:pt>
    <dgm:pt modelId="{F22ED290-21A2-4462-BAFD-90C961D2838F}" type="pres">
      <dgm:prSet presAssocID="{1E93E2F0-E832-49FE-B14B-93A3B233DDC6}" presName="node" presStyleLbl="node1" presStyleIdx="6" presStyleCnt="7">
        <dgm:presLayoutVars>
          <dgm:bulletEnabled val="1"/>
        </dgm:presLayoutVars>
      </dgm:prSet>
      <dgm:spPr/>
    </dgm:pt>
  </dgm:ptLst>
  <dgm:cxnLst>
    <dgm:cxn modelId="{E68AB916-9D06-4D59-B7AB-158E855AC1B4}" srcId="{7649E2A2-37AC-4BCB-93B9-4AEA73A81391}" destId="{B9512C6F-ED35-45DC-B72A-29B931C5650A}" srcOrd="1" destOrd="0" parTransId="{4B09BF9D-9ADB-424F-B754-4129A6EBBE0E}" sibTransId="{D65E8E20-DA6A-47D9-97B5-A4FFF3120E23}"/>
    <dgm:cxn modelId="{A1B64519-BEBE-498A-BB51-9CAC134F1AAB}" type="presOf" srcId="{2F21BC79-5312-4257-8C98-3A6234C0BE4D}" destId="{EDC328E8-6CF9-42B0-A1C9-861AAF50D3D8}" srcOrd="0" destOrd="0" presId="urn:microsoft.com/office/officeart/2005/8/layout/default"/>
    <dgm:cxn modelId="{7A25E93E-523A-4889-BF0A-323631B37164}" type="presOf" srcId="{1E33B451-01AC-43CA-BB58-58DC0939BFC5}" destId="{8D2EE26A-A45D-4E14-829D-03E1E5F1E6BD}" srcOrd="0" destOrd="0" presId="urn:microsoft.com/office/officeart/2005/8/layout/default"/>
    <dgm:cxn modelId="{15C0E553-F091-458E-ACF3-B298D9A7B9ED}" srcId="{7649E2A2-37AC-4BCB-93B9-4AEA73A81391}" destId="{13AE66F1-54B3-467F-90C6-15CE1EBF6E09}" srcOrd="2" destOrd="0" parTransId="{10FACCC8-C5F6-425C-A150-C3F4A40CDB19}" sibTransId="{CA09D685-35CE-4B23-B0AC-D1D96862F807}"/>
    <dgm:cxn modelId="{0463737F-FBD2-4867-BD78-BA0BDE2CBAD4}" srcId="{7649E2A2-37AC-4BCB-93B9-4AEA73A81391}" destId="{1E33B451-01AC-43CA-BB58-58DC0939BFC5}" srcOrd="3" destOrd="0" parTransId="{9441CDA1-A27E-41C6-B610-B1ABF308C02E}" sibTransId="{60927DE3-6E69-470E-8144-1CBD3D540B21}"/>
    <dgm:cxn modelId="{276531B6-3D1B-4894-B916-E76DC28DFB88}" type="presOf" srcId="{13AE66F1-54B3-467F-90C6-15CE1EBF6E09}" destId="{D308019E-0CCE-49FB-B804-0B1EA7AEEAC9}" srcOrd="0" destOrd="0" presId="urn:microsoft.com/office/officeart/2005/8/layout/default"/>
    <dgm:cxn modelId="{717AECBD-020F-446E-BA59-9EBAE29A3E6E}" srcId="{7649E2A2-37AC-4BCB-93B9-4AEA73A81391}" destId="{1E93E2F0-E832-49FE-B14B-93A3B233DDC6}" srcOrd="6" destOrd="0" parTransId="{1F1020ED-66C8-458E-B0B1-486D3D544734}" sibTransId="{8072677B-8352-435F-A7AD-B0530139B967}"/>
    <dgm:cxn modelId="{9D4B70BE-C961-47C9-A84E-703F57FF4F65}" srcId="{7649E2A2-37AC-4BCB-93B9-4AEA73A81391}" destId="{842F0F38-C174-4F08-9051-96038E6282DA}" srcOrd="4" destOrd="0" parTransId="{7E433FF5-49D5-4EEA-9380-A0EAA8E3D8DE}" sibTransId="{F3BE3E83-BE33-4243-86D2-00EEB605EA6A}"/>
    <dgm:cxn modelId="{5ECD54C1-DD5D-4964-9620-E5D87183C017}" type="presOf" srcId="{B9512C6F-ED35-45DC-B72A-29B931C5650A}" destId="{9E0FF03F-4F48-4BBF-BBD9-3488CDBB710D}" srcOrd="0" destOrd="0" presId="urn:microsoft.com/office/officeart/2005/8/layout/default"/>
    <dgm:cxn modelId="{659260DA-236D-461E-A188-A7113394CA6A}" srcId="{7649E2A2-37AC-4BCB-93B9-4AEA73A81391}" destId="{C0451E5C-4DD0-4017-978A-AC5C9EAB48BD}" srcOrd="0" destOrd="0" parTransId="{4F51957D-4808-4A38-99A6-E601B692DD00}" sibTransId="{5F0B5699-0A62-4ED4-A28E-62DA61B49AD4}"/>
    <dgm:cxn modelId="{3A7F85DD-A187-4831-BEB5-62475965912A}" type="presOf" srcId="{7649E2A2-37AC-4BCB-93B9-4AEA73A81391}" destId="{0AFA63DA-D850-4A01-90F5-FDCFAC5FD360}" srcOrd="0" destOrd="0" presId="urn:microsoft.com/office/officeart/2005/8/layout/default"/>
    <dgm:cxn modelId="{A132E3E3-97A6-434A-ABDA-B891676AFE6F}" type="presOf" srcId="{842F0F38-C174-4F08-9051-96038E6282DA}" destId="{986169FE-17D5-4159-B46B-8E37F8C334B5}" srcOrd="0" destOrd="0" presId="urn:microsoft.com/office/officeart/2005/8/layout/default"/>
    <dgm:cxn modelId="{9941EAE4-336A-478A-871E-CE5385CEF702}" srcId="{7649E2A2-37AC-4BCB-93B9-4AEA73A81391}" destId="{2F21BC79-5312-4257-8C98-3A6234C0BE4D}" srcOrd="5" destOrd="0" parTransId="{B248C2AD-9F45-4B4D-8896-2B28A32EC5CB}" sibTransId="{3C397D95-5D8F-4691-8850-E463AD1401F9}"/>
    <dgm:cxn modelId="{92A124E9-3B4B-4FFF-9191-41214B8648BB}" type="presOf" srcId="{1E93E2F0-E832-49FE-B14B-93A3B233DDC6}" destId="{F22ED290-21A2-4462-BAFD-90C961D2838F}" srcOrd="0" destOrd="0" presId="urn:microsoft.com/office/officeart/2005/8/layout/default"/>
    <dgm:cxn modelId="{461ECCEA-A6D5-403D-9A5B-775677AE32C8}" type="presOf" srcId="{C0451E5C-4DD0-4017-978A-AC5C9EAB48BD}" destId="{92B71686-1291-4D05-B112-DBFF23284849}" srcOrd="0" destOrd="0" presId="urn:microsoft.com/office/officeart/2005/8/layout/default"/>
    <dgm:cxn modelId="{08356DA6-C5FF-42A0-B31B-5377ACE06C34}" type="presParOf" srcId="{0AFA63DA-D850-4A01-90F5-FDCFAC5FD360}" destId="{92B71686-1291-4D05-B112-DBFF23284849}" srcOrd="0" destOrd="0" presId="urn:microsoft.com/office/officeart/2005/8/layout/default"/>
    <dgm:cxn modelId="{B0CA1EBE-E0A2-42EE-A252-5E572BD9F067}" type="presParOf" srcId="{0AFA63DA-D850-4A01-90F5-FDCFAC5FD360}" destId="{E6C7C440-17A9-4A2A-84E8-61B0BAA4D484}" srcOrd="1" destOrd="0" presId="urn:microsoft.com/office/officeart/2005/8/layout/default"/>
    <dgm:cxn modelId="{49E27600-4B16-47DE-9A30-6FC723A38FDC}" type="presParOf" srcId="{0AFA63DA-D850-4A01-90F5-FDCFAC5FD360}" destId="{9E0FF03F-4F48-4BBF-BBD9-3488CDBB710D}" srcOrd="2" destOrd="0" presId="urn:microsoft.com/office/officeart/2005/8/layout/default"/>
    <dgm:cxn modelId="{AAB14F86-BB7F-4A4D-9F49-F6B2F2FE44FE}" type="presParOf" srcId="{0AFA63DA-D850-4A01-90F5-FDCFAC5FD360}" destId="{B0CDD896-88C0-4FEF-8CFB-F1B3C7741AA5}" srcOrd="3" destOrd="0" presId="urn:microsoft.com/office/officeart/2005/8/layout/default"/>
    <dgm:cxn modelId="{BDFF9DCF-3864-4673-B13A-2E54DFF6B5B2}" type="presParOf" srcId="{0AFA63DA-D850-4A01-90F5-FDCFAC5FD360}" destId="{D308019E-0CCE-49FB-B804-0B1EA7AEEAC9}" srcOrd="4" destOrd="0" presId="urn:microsoft.com/office/officeart/2005/8/layout/default"/>
    <dgm:cxn modelId="{B8269912-727B-4D50-8D3F-ABC364CDFD6B}" type="presParOf" srcId="{0AFA63DA-D850-4A01-90F5-FDCFAC5FD360}" destId="{89F975EE-5DBA-4464-982F-3B91C495D124}" srcOrd="5" destOrd="0" presId="urn:microsoft.com/office/officeart/2005/8/layout/default"/>
    <dgm:cxn modelId="{E4A65045-CB3F-4C02-99C6-976327637368}" type="presParOf" srcId="{0AFA63DA-D850-4A01-90F5-FDCFAC5FD360}" destId="{8D2EE26A-A45D-4E14-829D-03E1E5F1E6BD}" srcOrd="6" destOrd="0" presId="urn:microsoft.com/office/officeart/2005/8/layout/default"/>
    <dgm:cxn modelId="{461B844C-73C4-4293-996F-56416F0932C1}" type="presParOf" srcId="{0AFA63DA-D850-4A01-90F5-FDCFAC5FD360}" destId="{862BDD14-E1A6-46D4-BD5E-F99FD48FA3F3}" srcOrd="7" destOrd="0" presId="urn:microsoft.com/office/officeart/2005/8/layout/default"/>
    <dgm:cxn modelId="{6303A037-BF77-4D9F-A72E-277EE86CBCF6}" type="presParOf" srcId="{0AFA63DA-D850-4A01-90F5-FDCFAC5FD360}" destId="{986169FE-17D5-4159-B46B-8E37F8C334B5}" srcOrd="8" destOrd="0" presId="urn:microsoft.com/office/officeart/2005/8/layout/default"/>
    <dgm:cxn modelId="{C1573CDA-2602-435B-A10F-ACC88D61F6EB}" type="presParOf" srcId="{0AFA63DA-D850-4A01-90F5-FDCFAC5FD360}" destId="{7CC585C7-078E-4A74-9242-CB014828285D}" srcOrd="9" destOrd="0" presId="urn:microsoft.com/office/officeart/2005/8/layout/default"/>
    <dgm:cxn modelId="{510C4298-F3AB-4EB9-8277-22D2578FF3A1}" type="presParOf" srcId="{0AFA63DA-D850-4A01-90F5-FDCFAC5FD360}" destId="{EDC328E8-6CF9-42B0-A1C9-861AAF50D3D8}" srcOrd="10" destOrd="0" presId="urn:microsoft.com/office/officeart/2005/8/layout/default"/>
    <dgm:cxn modelId="{C9CA1F05-EE60-42F7-BCB3-01A2F583C991}" type="presParOf" srcId="{0AFA63DA-D850-4A01-90F5-FDCFAC5FD360}" destId="{25CA027A-96E3-462D-8965-E4C4297BACD5}" srcOrd="11" destOrd="0" presId="urn:microsoft.com/office/officeart/2005/8/layout/default"/>
    <dgm:cxn modelId="{AADC0DF2-A2CF-4F20-8D0F-8209093FB4D3}" type="presParOf" srcId="{0AFA63DA-D850-4A01-90F5-FDCFAC5FD360}" destId="{F22ED290-21A2-4462-BAFD-90C961D2838F}" srcOrd="1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D40091F-B196-4FC9-A24B-15894FA3091C}" type="doc">
      <dgm:prSet loTypeId="urn:microsoft.com/office/officeart/2005/8/layout/vProcess5" loCatId="process" qsTypeId="urn:microsoft.com/office/officeart/2005/8/quickstyle/simple3" qsCatId="simple" csTypeId="urn:microsoft.com/office/officeart/2005/8/colors/colorful1" csCatId="colorful"/>
      <dgm:spPr/>
      <dgm:t>
        <a:bodyPr/>
        <a:lstStyle/>
        <a:p>
          <a:endParaRPr lang="en-US"/>
        </a:p>
      </dgm:t>
    </dgm:pt>
    <dgm:pt modelId="{A902E670-D83E-4C5E-8C81-AD6B1F82B9C3}">
      <dgm:prSet/>
      <dgm:spPr/>
      <dgm:t>
        <a:bodyPr/>
        <a:lstStyle/>
        <a:p>
          <a:r>
            <a:rPr lang="en-US" dirty="0"/>
            <a:t>Elimination of stagnant water collections</a:t>
          </a:r>
        </a:p>
      </dgm:t>
    </dgm:pt>
    <dgm:pt modelId="{588048A2-22A4-4557-9AAC-4DA1228D294F}" type="parTrans" cxnId="{0A0C7A02-8D20-420F-BC67-D478FA4523DD}">
      <dgm:prSet/>
      <dgm:spPr/>
      <dgm:t>
        <a:bodyPr/>
        <a:lstStyle/>
        <a:p>
          <a:endParaRPr lang="en-US"/>
        </a:p>
      </dgm:t>
    </dgm:pt>
    <dgm:pt modelId="{5CCD0AAC-A716-4334-A42E-C7DE7243FD53}" type="sibTrans" cxnId="{0A0C7A02-8D20-420F-BC67-D478FA4523DD}">
      <dgm:prSet/>
      <dgm:spPr/>
      <dgm:t>
        <a:bodyPr/>
        <a:lstStyle/>
        <a:p>
          <a:endParaRPr lang="en-US"/>
        </a:p>
      </dgm:t>
    </dgm:pt>
    <dgm:pt modelId="{8441BD03-BF20-488E-AB7F-0F6A4F5FDDB7}">
      <dgm:prSet/>
      <dgm:spPr/>
      <dgm:t>
        <a:bodyPr/>
        <a:lstStyle/>
        <a:p>
          <a:r>
            <a:rPr lang="en-US"/>
            <a:t>Filling, levelling, draining and channelization</a:t>
          </a:r>
        </a:p>
      </dgm:t>
    </dgm:pt>
    <dgm:pt modelId="{35801410-C669-428D-9D16-6DFC1A368FC3}" type="parTrans" cxnId="{4EF3B60D-6D85-4905-8374-77AAEA68DB11}">
      <dgm:prSet/>
      <dgm:spPr/>
      <dgm:t>
        <a:bodyPr/>
        <a:lstStyle/>
        <a:p>
          <a:endParaRPr lang="en-US"/>
        </a:p>
      </dgm:t>
    </dgm:pt>
    <dgm:pt modelId="{D04B7778-8674-4913-84BE-8219956FB48E}" type="sibTrans" cxnId="{4EF3B60D-6D85-4905-8374-77AAEA68DB11}">
      <dgm:prSet/>
      <dgm:spPr/>
      <dgm:t>
        <a:bodyPr/>
        <a:lstStyle/>
        <a:p>
          <a:endParaRPr lang="en-US"/>
        </a:p>
      </dgm:t>
    </dgm:pt>
    <dgm:pt modelId="{EA3330FE-E616-4268-B302-2C845370FA7E}">
      <dgm:prSet/>
      <dgm:spPr/>
      <dgm:t>
        <a:bodyPr/>
        <a:lstStyle/>
        <a:p>
          <a:r>
            <a:rPr lang="en-US"/>
            <a:t>Proper covering of stored water</a:t>
          </a:r>
        </a:p>
      </dgm:t>
    </dgm:pt>
    <dgm:pt modelId="{27B04F3C-0D86-4ECB-96A6-4D5577E7576C}" type="parTrans" cxnId="{0EA9D0A5-1B3F-49D4-98F7-B1E232FA04D0}">
      <dgm:prSet/>
      <dgm:spPr/>
      <dgm:t>
        <a:bodyPr/>
        <a:lstStyle/>
        <a:p>
          <a:endParaRPr lang="en-US"/>
        </a:p>
      </dgm:t>
    </dgm:pt>
    <dgm:pt modelId="{4A863126-344A-46C0-8049-3BAB2564E14C}" type="sibTrans" cxnId="{0EA9D0A5-1B3F-49D4-98F7-B1E232FA04D0}">
      <dgm:prSet/>
      <dgm:spPr/>
      <dgm:t>
        <a:bodyPr/>
        <a:lstStyle/>
        <a:p>
          <a:endParaRPr lang="en-US"/>
        </a:p>
      </dgm:t>
    </dgm:pt>
    <dgm:pt modelId="{FB6338FF-EA98-4BA3-BC46-12584CE1539E}">
      <dgm:prSet/>
      <dgm:spPr/>
      <dgm:t>
        <a:bodyPr/>
        <a:lstStyle/>
        <a:p>
          <a:r>
            <a:rPr lang="en-US"/>
            <a:t>Use of larvicides where appropriate</a:t>
          </a:r>
        </a:p>
      </dgm:t>
    </dgm:pt>
    <dgm:pt modelId="{0CB88C75-DB2D-48C7-963B-DE96ABC6F21F}" type="parTrans" cxnId="{AB8F5A7E-6171-4F0A-96B9-C9F70831ABFE}">
      <dgm:prSet/>
      <dgm:spPr/>
      <dgm:t>
        <a:bodyPr/>
        <a:lstStyle/>
        <a:p>
          <a:endParaRPr lang="en-US"/>
        </a:p>
      </dgm:t>
    </dgm:pt>
    <dgm:pt modelId="{F479A585-07D6-47D3-A898-E33CB4BAC023}" type="sibTrans" cxnId="{AB8F5A7E-6171-4F0A-96B9-C9F70831ABFE}">
      <dgm:prSet/>
      <dgm:spPr/>
      <dgm:t>
        <a:bodyPr/>
        <a:lstStyle/>
        <a:p>
          <a:endParaRPr lang="en-US"/>
        </a:p>
      </dgm:t>
    </dgm:pt>
    <dgm:pt modelId="{C414A466-6284-4BD0-8E05-CD900A92603E}">
      <dgm:prSet/>
      <dgm:spPr/>
      <dgm:t>
        <a:bodyPr/>
        <a:lstStyle/>
        <a:p>
          <a:r>
            <a:rPr lang="en-US"/>
            <a:t>Biological control in suitable habitats</a:t>
          </a:r>
        </a:p>
      </dgm:t>
    </dgm:pt>
    <dgm:pt modelId="{6A2346DD-F043-4527-878F-6F7FF6AABC0C}" type="parTrans" cxnId="{F4C04094-C2AD-47EC-A55B-CE183F073818}">
      <dgm:prSet/>
      <dgm:spPr/>
      <dgm:t>
        <a:bodyPr/>
        <a:lstStyle/>
        <a:p>
          <a:endParaRPr lang="en-US"/>
        </a:p>
      </dgm:t>
    </dgm:pt>
    <dgm:pt modelId="{1C898964-CF92-4381-83A5-378724D2EF96}" type="sibTrans" cxnId="{F4C04094-C2AD-47EC-A55B-CE183F073818}">
      <dgm:prSet/>
      <dgm:spPr/>
      <dgm:t>
        <a:bodyPr/>
        <a:lstStyle/>
        <a:p>
          <a:endParaRPr lang="en-US"/>
        </a:p>
      </dgm:t>
    </dgm:pt>
    <dgm:pt modelId="{76A3ED12-7420-428C-B561-B3177D4E52F8}" type="pres">
      <dgm:prSet presAssocID="{7D40091F-B196-4FC9-A24B-15894FA3091C}" presName="outerComposite" presStyleCnt="0">
        <dgm:presLayoutVars>
          <dgm:chMax val="5"/>
          <dgm:dir/>
          <dgm:resizeHandles val="exact"/>
        </dgm:presLayoutVars>
      </dgm:prSet>
      <dgm:spPr/>
    </dgm:pt>
    <dgm:pt modelId="{2E3B42AE-05FE-422F-B934-5011E7E44033}" type="pres">
      <dgm:prSet presAssocID="{7D40091F-B196-4FC9-A24B-15894FA3091C}" presName="dummyMaxCanvas" presStyleCnt="0">
        <dgm:presLayoutVars/>
      </dgm:prSet>
      <dgm:spPr/>
    </dgm:pt>
    <dgm:pt modelId="{BA3B25E4-2EDA-4AC7-91D1-8CA907E34241}" type="pres">
      <dgm:prSet presAssocID="{7D40091F-B196-4FC9-A24B-15894FA3091C}" presName="FiveNodes_1" presStyleLbl="node1" presStyleIdx="0" presStyleCnt="5">
        <dgm:presLayoutVars>
          <dgm:bulletEnabled val="1"/>
        </dgm:presLayoutVars>
      </dgm:prSet>
      <dgm:spPr/>
    </dgm:pt>
    <dgm:pt modelId="{26621414-83CA-43CF-B65F-B427A8DB6795}" type="pres">
      <dgm:prSet presAssocID="{7D40091F-B196-4FC9-A24B-15894FA3091C}" presName="FiveNodes_2" presStyleLbl="node1" presStyleIdx="1" presStyleCnt="5">
        <dgm:presLayoutVars>
          <dgm:bulletEnabled val="1"/>
        </dgm:presLayoutVars>
      </dgm:prSet>
      <dgm:spPr/>
    </dgm:pt>
    <dgm:pt modelId="{CF0B8D38-D02E-46A0-A207-3DBF7804627E}" type="pres">
      <dgm:prSet presAssocID="{7D40091F-B196-4FC9-A24B-15894FA3091C}" presName="FiveNodes_3" presStyleLbl="node1" presStyleIdx="2" presStyleCnt="5">
        <dgm:presLayoutVars>
          <dgm:bulletEnabled val="1"/>
        </dgm:presLayoutVars>
      </dgm:prSet>
      <dgm:spPr/>
    </dgm:pt>
    <dgm:pt modelId="{06DC8AA8-D5CC-487E-987E-F1777D45C12F}" type="pres">
      <dgm:prSet presAssocID="{7D40091F-B196-4FC9-A24B-15894FA3091C}" presName="FiveNodes_4" presStyleLbl="node1" presStyleIdx="3" presStyleCnt="5">
        <dgm:presLayoutVars>
          <dgm:bulletEnabled val="1"/>
        </dgm:presLayoutVars>
      </dgm:prSet>
      <dgm:spPr/>
    </dgm:pt>
    <dgm:pt modelId="{B0924B78-F058-4114-8AFC-6F92323511AC}" type="pres">
      <dgm:prSet presAssocID="{7D40091F-B196-4FC9-A24B-15894FA3091C}" presName="FiveNodes_5" presStyleLbl="node1" presStyleIdx="4" presStyleCnt="5">
        <dgm:presLayoutVars>
          <dgm:bulletEnabled val="1"/>
        </dgm:presLayoutVars>
      </dgm:prSet>
      <dgm:spPr/>
    </dgm:pt>
    <dgm:pt modelId="{E54A88F7-DB6D-4FF4-BA61-7F056DDFC604}" type="pres">
      <dgm:prSet presAssocID="{7D40091F-B196-4FC9-A24B-15894FA3091C}" presName="FiveConn_1-2" presStyleLbl="fgAccFollowNode1" presStyleIdx="0" presStyleCnt="4">
        <dgm:presLayoutVars>
          <dgm:bulletEnabled val="1"/>
        </dgm:presLayoutVars>
      </dgm:prSet>
      <dgm:spPr/>
    </dgm:pt>
    <dgm:pt modelId="{B4A90AC0-830F-41B5-B9C1-D58E3EFCF74F}" type="pres">
      <dgm:prSet presAssocID="{7D40091F-B196-4FC9-A24B-15894FA3091C}" presName="FiveConn_2-3" presStyleLbl="fgAccFollowNode1" presStyleIdx="1" presStyleCnt="4">
        <dgm:presLayoutVars>
          <dgm:bulletEnabled val="1"/>
        </dgm:presLayoutVars>
      </dgm:prSet>
      <dgm:spPr/>
    </dgm:pt>
    <dgm:pt modelId="{97F70EDD-E82C-49D1-8362-6DD8DE4EAC6E}" type="pres">
      <dgm:prSet presAssocID="{7D40091F-B196-4FC9-A24B-15894FA3091C}" presName="FiveConn_3-4" presStyleLbl="fgAccFollowNode1" presStyleIdx="2" presStyleCnt="4">
        <dgm:presLayoutVars>
          <dgm:bulletEnabled val="1"/>
        </dgm:presLayoutVars>
      </dgm:prSet>
      <dgm:spPr/>
    </dgm:pt>
    <dgm:pt modelId="{C4672A47-8E75-471C-9249-60AEED87A08A}" type="pres">
      <dgm:prSet presAssocID="{7D40091F-B196-4FC9-A24B-15894FA3091C}" presName="FiveConn_4-5" presStyleLbl="fgAccFollowNode1" presStyleIdx="3" presStyleCnt="4">
        <dgm:presLayoutVars>
          <dgm:bulletEnabled val="1"/>
        </dgm:presLayoutVars>
      </dgm:prSet>
      <dgm:spPr/>
    </dgm:pt>
    <dgm:pt modelId="{15BDAF2A-7FC7-40C0-9C62-685DF90CB9D2}" type="pres">
      <dgm:prSet presAssocID="{7D40091F-B196-4FC9-A24B-15894FA3091C}" presName="FiveNodes_1_text" presStyleLbl="node1" presStyleIdx="4" presStyleCnt="5">
        <dgm:presLayoutVars>
          <dgm:bulletEnabled val="1"/>
        </dgm:presLayoutVars>
      </dgm:prSet>
      <dgm:spPr/>
    </dgm:pt>
    <dgm:pt modelId="{4FC0C7E6-63B2-494F-B2F5-9A907ED31387}" type="pres">
      <dgm:prSet presAssocID="{7D40091F-B196-4FC9-A24B-15894FA3091C}" presName="FiveNodes_2_text" presStyleLbl="node1" presStyleIdx="4" presStyleCnt="5">
        <dgm:presLayoutVars>
          <dgm:bulletEnabled val="1"/>
        </dgm:presLayoutVars>
      </dgm:prSet>
      <dgm:spPr/>
    </dgm:pt>
    <dgm:pt modelId="{D63DE0E0-CBCB-446A-93DB-00166AF66300}" type="pres">
      <dgm:prSet presAssocID="{7D40091F-B196-4FC9-A24B-15894FA3091C}" presName="FiveNodes_3_text" presStyleLbl="node1" presStyleIdx="4" presStyleCnt="5">
        <dgm:presLayoutVars>
          <dgm:bulletEnabled val="1"/>
        </dgm:presLayoutVars>
      </dgm:prSet>
      <dgm:spPr/>
    </dgm:pt>
    <dgm:pt modelId="{CD753688-251D-4DFB-90CE-D713B26E4BDB}" type="pres">
      <dgm:prSet presAssocID="{7D40091F-B196-4FC9-A24B-15894FA3091C}" presName="FiveNodes_4_text" presStyleLbl="node1" presStyleIdx="4" presStyleCnt="5">
        <dgm:presLayoutVars>
          <dgm:bulletEnabled val="1"/>
        </dgm:presLayoutVars>
      </dgm:prSet>
      <dgm:spPr/>
    </dgm:pt>
    <dgm:pt modelId="{78981320-0E18-4035-983E-E99A369D2DB8}" type="pres">
      <dgm:prSet presAssocID="{7D40091F-B196-4FC9-A24B-15894FA3091C}" presName="FiveNodes_5_text" presStyleLbl="node1" presStyleIdx="4" presStyleCnt="5">
        <dgm:presLayoutVars>
          <dgm:bulletEnabled val="1"/>
        </dgm:presLayoutVars>
      </dgm:prSet>
      <dgm:spPr/>
    </dgm:pt>
  </dgm:ptLst>
  <dgm:cxnLst>
    <dgm:cxn modelId="{0A0C7A02-8D20-420F-BC67-D478FA4523DD}" srcId="{7D40091F-B196-4FC9-A24B-15894FA3091C}" destId="{A902E670-D83E-4C5E-8C81-AD6B1F82B9C3}" srcOrd="0" destOrd="0" parTransId="{588048A2-22A4-4557-9AAC-4DA1228D294F}" sibTransId="{5CCD0AAC-A716-4334-A42E-C7DE7243FD53}"/>
    <dgm:cxn modelId="{CDAD5E06-3739-412B-89DE-6ECFBAFF07EE}" type="presOf" srcId="{8441BD03-BF20-488E-AB7F-0F6A4F5FDDB7}" destId="{26621414-83CA-43CF-B65F-B427A8DB6795}" srcOrd="0" destOrd="0" presId="urn:microsoft.com/office/officeart/2005/8/layout/vProcess5"/>
    <dgm:cxn modelId="{4EF3B60D-6D85-4905-8374-77AAEA68DB11}" srcId="{7D40091F-B196-4FC9-A24B-15894FA3091C}" destId="{8441BD03-BF20-488E-AB7F-0F6A4F5FDDB7}" srcOrd="1" destOrd="0" parTransId="{35801410-C669-428D-9D16-6DFC1A368FC3}" sibTransId="{D04B7778-8674-4913-84BE-8219956FB48E}"/>
    <dgm:cxn modelId="{D8474B16-0329-4ADF-9D6A-2564B2FA0997}" type="presOf" srcId="{A902E670-D83E-4C5E-8C81-AD6B1F82B9C3}" destId="{15BDAF2A-7FC7-40C0-9C62-685DF90CB9D2}" srcOrd="1" destOrd="0" presId="urn:microsoft.com/office/officeart/2005/8/layout/vProcess5"/>
    <dgm:cxn modelId="{D6D06628-A80B-434E-9BAE-FE2AF09B832A}" type="presOf" srcId="{4A863126-344A-46C0-8049-3BAB2564E14C}" destId="{97F70EDD-E82C-49D1-8362-6DD8DE4EAC6E}" srcOrd="0" destOrd="0" presId="urn:microsoft.com/office/officeart/2005/8/layout/vProcess5"/>
    <dgm:cxn modelId="{BB1D9F39-30E9-4885-9006-193134C8322B}" type="presOf" srcId="{A902E670-D83E-4C5E-8C81-AD6B1F82B9C3}" destId="{BA3B25E4-2EDA-4AC7-91D1-8CA907E34241}" srcOrd="0" destOrd="0" presId="urn:microsoft.com/office/officeart/2005/8/layout/vProcess5"/>
    <dgm:cxn modelId="{A2AB8C42-6312-4C65-9F03-757F7DE89A83}" type="presOf" srcId="{5CCD0AAC-A716-4334-A42E-C7DE7243FD53}" destId="{E54A88F7-DB6D-4FF4-BA61-7F056DDFC604}" srcOrd="0" destOrd="0" presId="urn:microsoft.com/office/officeart/2005/8/layout/vProcess5"/>
    <dgm:cxn modelId="{06B23363-6524-4819-AE79-EC2DCED37668}" type="presOf" srcId="{FB6338FF-EA98-4BA3-BC46-12584CE1539E}" destId="{06DC8AA8-D5CC-487E-987E-F1777D45C12F}" srcOrd="0" destOrd="0" presId="urn:microsoft.com/office/officeart/2005/8/layout/vProcess5"/>
    <dgm:cxn modelId="{AB8F5A7E-6171-4F0A-96B9-C9F70831ABFE}" srcId="{7D40091F-B196-4FC9-A24B-15894FA3091C}" destId="{FB6338FF-EA98-4BA3-BC46-12584CE1539E}" srcOrd="3" destOrd="0" parTransId="{0CB88C75-DB2D-48C7-963B-DE96ABC6F21F}" sibTransId="{F479A585-07D6-47D3-A898-E33CB4BAC023}"/>
    <dgm:cxn modelId="{3A34DA88-0E99-4353-BC3F-D49B3F171AE2}" type="presOf" srcId="{FB6338FF-EA98-4BA3-BC46-12584CE1539E}" destId="{CD753688-251D-4DFB-90CE-D713B26E4BDB}" srcOrd="1" destOrd="0" presId="urn:microsoft.com/office/officeart/2005/8/layout/vProcess5"/>
    <dgm:cxn modelId="{F4C04094-C2AD-47EC-A55B-CE183F073818}" srcId="{7D40091F-B196-4FC9-A24B-15894FA3091C}" destId="{C414A466-6284-4BD0-8E05-CD900A92603E}" srcOrd="4" destOrd="0" parTransId="{6A2346DD-F043-4527-878F-6F7FF6AABC0C}" sibTransId="{1C898964-CF92-4381-83A5-378724D2EF96}"/>
    <dgm:cxn modelId="{7125FC9D-780B-4DB0-84FF-00C6C1519A90}" type="presOf" srcId="{C414A466-6284-4BD0-8E05-CD900A92603E}" destId="{78981320-0E18-4035-983E-E99A369D2DB8}" srcOrd="1" destOrd="0" presId="urn:microsoft.com/office/officeart/2005/8/layout/vProcess5"/>
    <dgm:cxn modelId="{61956B9E-0405-4275-BD36-0852C3557084}" type="presOf" srcId="{7D40091F-B196-4FC9-A24B-15894FA3091C}" destId="{76A3ED12-7420-428C-B561-B3177D4E52F8}" srcOrd="0" destOrd="0" presId="urn:microsoft.com/office/officeart/2005/8/layout/vProcess5"/>
    <dgm:cxn modelId="{0EA9D0A5-1B3F-49D4-98F7-B1E232FA04D0}" srcId="{7D40091F-B196-4FC9-A24B-15894FA3091C}" destId="{EA3330FE-E616-4268-B302-2C845370FA7E}" srcOrd="2" destOrd="0" parTransId="{27B04F3C-0D86-4ECB-96A6-4D5577E7576C}" sibTransId="{4A863126-344A-46C0-8049-3BAB2564E14C}"/>
    <dgm:cxn modelId="{C07CD1A8-F8EB-4996-89A3-089FFF81C109}" type="presOf" srcId="{D04B7778-8674-4913-84BE-8219956FB48E}" destId="{B4A90AC0-830F-41B5-B9C1-D58E3EFCF74F}" srcOrd="0" destOrd="0" presId="urn:microsoft.com/office/officeart/2005/8/layout/vProcess5"/>
    <dgm:cxn modelId="{D617D1AF-033D-4C64-AC03-B80FFFE8F719}" type="presOf" srcId="{EA3330FE-E616-4268-B302-2C845370FA7E}" destId="{D63DE0E0-CBCB-446A-93DB-00166AF66300}" srcOrd="1" destOrd="0" presId="urn:microsoft.com/office/officeart/2005/8/layout/vProcess5"/>
    <dgm:cxn modelId="{1A09D1B2-3D70-419B-9DF9-3093EF43786C}" type="presOf" srcId="{C414A466-6284-4BD0-8E05-CD900A92603E}" destId="{B0924B78-F058-4114-8AFC-6F92323511AC}" srcOrd="0" destOrd="0" presId="urn:microsoft.com/office/officeart/2005/8/layout/vProcess5"/>
    <dgm:cxn modelId="{8900A5EA-17D1-4F63-A9C1-179D17780FB4}" type="presOf" srcId="{EA3330FE-E616-4268-B302-2C845370FA7E}" destId="{CF0B8D38-D02E-46A0-A207-3DBF7804627E}" srcOrd="0" destOrd="0" presId="urn:microsoft.com/office/officeart/2005/8/layout/vProcess5"/>
    <dgm:cxn modelId="{994821F5-761A-47FC-A2F7-2F6FB6E8FC4B}" type="presOf" srcId="{8441BD03-BF20-488E-AB7F-0F6A4F5FDDB7}" destId="{4FC0C7E6-63B2-494F-B2F5-9A907ED31387}" srcOrd="1" destOrd="0" presId="urn:microsoft.com/office/officeart/2005/8/layout/vProcess5"/>
    <dgm:cxn modelId="{813457FE-F5D6-48B4-832D-B853EDFA7DD3}" type="presOf" srcId="{F479A585-07D6-47D3-A898-E33CB4BAC023}" destId="{C4672A47-8E75-471C-9249-60AEED87A08A}" srcOrd="0" destOrd="0" presId="urn:microsoft.com/office/officeart/2005/8/layout/vProcess5"/>
    <dgm:cxn modelId="{BB5E3A28-68AB-40D8-BE6D-C798A631F0B0}" type="presParOf" srcId="{76A3ED12-7420-428C-B561-B3177D4E52F8}" destId="{2E3B42AE-05FE-422F-B934-5011E7E44033}" srcOrd="0" destOrd="0" presId="urn:microsoft.com/office/officeart/2005/8/layout/vProcess5"/>
    <dgm:cxn modelId="{23230301-1D2C-49C8-BA06-1906717F06D3}" type="presParOf" srcId="{76A3ED12-7420-428C-B561-B3177D4E52F8}" destId="{BA3B25E4-2EDA-4AC7-91D1-8CA907E34241}" srcOrd="1" destOrd="0" presId="urn:microsoft.com/office/officeart/2005/8/layout/vProcess5"/>
    <dgm:cxn modelId="{9D45446D-33C9-4D21-A89C-EFB1ECF1B8E9}" type="presParOf" srcId="{76A3ED12-7420-428C-B561-B3177D4E52F8}" destId="{26621414-83CA-43CF-B65F-B427A8DB6795}" srcOrd="2" destOrd="0" presId="urn:microsoft.com/office/officeart/2005/8/layout/vProcess5"/>
    <dgm:cxn modelId="{0170046E-7182-47AB-9292-D5DDFB243E88}" type="presParOf" srcId="{76A3ED12-7420-428C-B561-B3177D4E52F8}" destId="{CF0B8D38-D02E-46A0-A207-3DBF7804627E}" srcOrd="3" destOrd="0" presId="urn:microsoft.com/office/officeart/2005/8/layout/vProcess5"/>
    <dgm:cxn modelId="{B5DBAE81-0002-4690-A48B-2A0085E58F2B}" type="presParOf" srcId="{76A3ED12-7420-428C-B561-B3177D4E52F8}" destId="{06DC8AA8-D5CC-487E-987E-F1777D45C12F}" srcOrd="4" destOrd="0" presId="urn:microsoft.com/office/officeart/2005/8/layout/vProcess5"/>
    <dgm:cxn modelId="{1CDCBABF-7407-4D58-B68F-3F307BC88DDF}" type="presParOf" srcId="{76A3ED12-7420-428C-B561-B3177D4E52F8}" destId="{B0924B78-F058-4114-8AFC-6F92323511AC}" srcOrd="5" destOrd="0" presId="urn:microsoft.com/office/officeart/2005/8/layout/vProcess5"/>
    <dgm:cxn modelId="{47957D3F-A1DA-46E9-99E0-B96E3CAF5912}" type="presParOf" srcId="{76A3ED12-7420-428C-B561-B3177D4E52F8}" destId="{E54A88F7-DB6D-4FF4-BA61-7F056DDFC604}" srcOrd="6" destOrd="0" presId="urn:microsoft.com/office/officeart/2005/8/layout/vProcess5"/>
    <dgm:cxn modelId="{05454A7D-6AC3-40C2-8854-E25BF3EBC0F5}" type="presParOf" srcId="{76A3ED12-7420-428C-B561-B3177D4E52F8}" destId="{B4A90AC0-830F-41B5-B9C1-D58E3EFCF74F}" srcOrd="7" destOrd="0" presId="urn:microsoft.com/office/officeart/2005/8/layout/vProcess5"/>
    <dgm:cxn modelId="{77B2852F-59D7-4498-9F95-B71314333A07}" type="presParOf" srcId="{76A3ED12-7420-428C-B561-B3177D4E52F8}" destId="{97F70EDD-E82C-49D1-8362-6DD8DE4EAC6E}" srcOrd="8" destOrd="0" presId="urn:microsoft.com/office/officeart/2005/8/layout/vProcess5"/>
    <dgm:cxn modelId="{1941D21B-282D-403D-A855-75ED9129B0C4}" type="presParOf" srcId="{76A3ED12-7420-428C-B561-B3177D4E52F8}" destId="{C4672A47-8E75-471C-9249-60AEED87A08A}" srcOrd="9" destOrd="0" presId="urn:microsoft.com/office/officeart/2005/8/layout/vProcess5"/>
    <dgm:cxn modelId="{E931F986-3F64-47BE-820F-1B19793E16F8}" type="presParOf" srcId="{76A3ED12-7420-428C-B561-B3177D4E52F8}" destId="{15BDAF2A-7FC7-40C0-9C62-685DF90CB9D2}" srcOrd="10" destOrd="0" presId="urn:microsoft.com/office/officeart/2005/8/layout/vProcess5"/>
    <dgm:cxn modelId="{413BEAA2-6FE5-446F-922D-66ADD39F7C90}" type="presParOf" srcId="{76A3ED12-7420-428C-B561-B3177D4E52F8}" destId="{4FC0C7E6-63B2-494F-B2F5-9A907ED31387}" srcOrd="11" destOrd="0" presId="urn:microsoft.com/office/officeart/2005/8/layout/vProcess5"/>
    <dgm:cxn modelId="{D316D14C-487C-42F5-8E9F-25ED141F874A}" type="presParOf" srcId="{76A3ED12-7420-428C-B561-B3177D4E52F8}" destId="{D63DE0E0-CBCB-446A-93DB-00166AF66300}" srcOrd="12" destOrd="0" presId="urn:microsoft.com/office/officeart/2005/8/layout/vProcess5"/>
    <dgm:cxn modelId="{84760043-73E3-4CD7-B9E9-129C7A5786C2}" type="presParOf" srcId="{76A3ED12-7420-428C-B561-B3177D4E52F8}" destId="{CD753688-251D-4DFB-90CE-D713B26E4BDB}" srcOrd="13" destOrd="0" presId="urn:microsoft.com/office/officeart/2005/8/layout/vProcess5"/>
    <dgm:cxn modelId="{77C83D70-4655-4478-AB14-7AEC6C9280EB}" type="presParOf" srcId="{76A3ED12-7420-428C-B561-B3177D4E52F8}" destId="{78981320-0E18-4035-983E-E99A369D2DB8}"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7C9FBBCD-E8F6-40EA-B8E6-B92812EBCADB}" type="doc">
      <dgm:prSet loTypeId="urn:microsoft.com/office/officeart/2018/2/layout/IconVerticalSolidList" loCatId="icon" qsTypeId="urn:microsoft.com/office/officeart/2005/8/quickstyle/simple1" qsCatId="simple" csTypeId="urn:microsoft.com/office/officeart/2005/8/colors/colorful5" csCatId="colorful" phldr="1"/>
      <dgm:spPr/>
      <dgm:t>
        <a:bodyPr/>
        <a:lstStyle/>
        <a:p>
          <a:endParaRPr lang="en-US"/>
        </a:p>
      </dgm:t>
    </dgm:pt>
    <dgm:pt modelId="{ABD17601-5701-47CA-AF4E-EFAC9F3FA0AC}">
      <dgm:prSet/>
      <dgm:spPr/>
      <dgm:t>
        <a:bodyPr/>
        <a:lstStyle/>
        <a:p>
          <a:pPr>
            <a:lnSpc>
              <a:spcPct val="100000"/>
            </a:lnSpc>
          </a:pPr>
          <a:r>
            <a:rPr lang="en-US"/>
            <a:t>Resistance monitoring is a formal part of the elimination strategy.</a:t>
          </a:r>
        </a:p>
      </dgm:t>
    </dgm:pt>
    <dgm:pt modelId="{897993BE-A87A-4139-A3C6-B32387603E0A}" type="parTrans" cxnId="{DC4B8927-D38C-408F-ABE7-6D3757B49EF0}">
      <dgm:prSet/>
      <dgm:spPr/>
      <dgm:t>
        <a:bodyPr/>
        <a:lstStyle/>
        <a:p>
          <a:endParaRPr lang="en-US"/>
        </a:p>
      </dgm:t>
    </dgm:pt>
    <dgm:pt modelId="{D4848503-8DE7-450A-873D-4DBCED0FCEAD}" type="sibTrans" cxnId="{DC4B8927-D38C-408F-ABE7-6D3757B49EF0}">
      <dgm:prSet/>
      <dgm:spPr/>
      <dgm:t>
        <a:bodyPr/>
        <a:lstStyle/>
        <a:p>
          <a:endParaRPr lang="en-US"/>
        </a:p>
      </dgm:t>
    </dgm:pt>
    <dgm:pt modelId="{49CF4780-ACB5-4279-9CAD-37CBF334162A}">
      <dgm:prSet/>
      <dgm:spPr/>
      <dgm:t>
        <a:bodyPr/>
        <a:lstStyle/>
        <a:p>
          <a:pPr>
            <a:lnSpc>
              <a:spcPct val="100000"/>
            </a:lnSpc>
          </a:pPr>
          <a:r>
            <a:rPr lang="en-US"/>
            <a:t>Programme response should be guided by regular IRM data.</a:t>
          </a:r>
        </a:p>
      </dgm:t>
    </dgm:pt>
    <dgm:pt modelId="{180BA9F7-11AD-4814-8843-3C718DC1F526}" type="parTrans" cxnId="{550068EC-D600-4290-A740-3F8CFB640232}">
      <dgm:prSet/>
      <dgm:spPr/>
      <dgm:t>
        <a:bodyPr/>
        <a:lstStyle/>
        <a:p>
          <a:endParaRPr lang="en-US"/>
        </a:p>
      </dgm:t>
    </dgm:pt>
    <dgm:pt modelId="{9A27EC33-10D1-4276-8EF1-7844CF579BDA}" type="sibTrans" cxnId="{550068EC-D600-4290-A740-3F8CFB640232}">
      <dgm:prSet/>
      <dgm:spPr/>
      <dgm:t>
        <a:bodyPr/>
        <a:lstStyle/>
        <a:p>
          <a:endParaRPr lang="en-US"/>
        </a:p>
      </dgm:t>
    </dgm:pt>
    <dgm:pt modelId="{AC65D022-18AA-4001-B13C-BB17532AD070}">
      <dgm:prSet/>
      <dgm:spPr/>
      <dgm:t>
        <a:bodyPr/>
        <a:lstStyle/>
        <a:p>
          <a:pPr>
            <a:lnSpc>
              <a:spcPct val="100000"/>
            </a:lnSpc>
          </a:pPr>
          <a:r>
            <a:rPr lang="en-US"/>
            <a:t>Without susceptibility data, vector control may become inefficient or misdirected.</a:t>
          </a:r>
        </a:p>
      </dgm:t>
    </dgm:pt>
    <dgm:pt modelId="{874B9D89-FC43-46AE-9E8E-6AF0504F814F}" type="parTrans" cxnId="{5C650B8A-74B6-4327-B4DE-D21F47DDD213}">
      <dgm:prSet/>
      <dgm:spPr/>
      <dgm:t>
        <a:bodyPr/>
        <a:lstStyle/>
        <a:p>
          <a:endParaRPr lang="en-US"/>
        </a:p>
      </dgm:t>
    </dgm:pt>
    <dgm:pt modelId="{9F36499F-7189-4D54-B99B-AB69D16C16CB}" type="sibTrans" cxnId="{5C650B8A-74B6-4327-B4DE-D21F47DDD213}">
      <dgm:prSet/>
      <dgm:spPr/>
      <dgm:t>
        <a:bodyPr/>
        <a:lstStyle/>
        <a:p>
          <a:endParaRPr lang="en-US"/>
        </a:p>
      </dgm:t>
    </dgm:pt>
    <dgm:pt modelId="{D8F1EA6C-1F37-4A36-9E9E-58667F1D9386}" type="pres">
      <dgm:prSet presAssocID="{7C9FBBCD-E8F6-40EA-B8E6-B92812EBCADB}" presName="root" presStyleCnt="0">
        <dgm:presLayoutVars>
          <dgm:dir/>
          <dgm:resizeHandles val="exact"/>
        </dgm:presLayoutVars>
      </dgm:prSet>
      <dgm:spPr/>
    </dgm:pt>
    <dgm:pt modelId="{C5F13EB0-1975-4A42-8B5E-CE3E3821ACB3}" type="pres">
      <dgm:prSet presAssocID="{ABD17601-5701-47CA-AF4E-EFAC9F3FA0AC}" presName="compNode" presStyleCnt="0"/>
      <dgm:spPr/>
    </dgm:pt>
    <dgm:pt modelId="{E315423B-0FD3-42C6-A2F0-2E42C2A5E0E3}" type="pres">
      <dgm:prSet presAssocID="{ABD17601-5701-47CA-AF4E-EFAC9F3FA0AC}" presName="bgRect" presStyleLbl="bgShp" presStyleIdx="0" presStyleCnt="3"/>
      <dgm:spPr/>
    </dgm:pt>
    <dgm:pt modelId="{1E8221C2-6FEB-4182-BD5E-AE5589D75073}" type="pres">
      <dgm:prSet presAssocID="{ABD17601-5701-47CA-AF4E-EFAC9F3FA0AC}"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Minimize"/>
        </a:ext>
      </dgm:extLst>
    </dgm:pt>
    <dgm:pt modelId="{D73E1F91-2808-4DEF-842A-7E1A19BE02B2}" type="pres">
      <dgm:prSet presAssocID="{ABD17601-5701-47CA-AF4E-EFAC9F3FA0AC}" presName="spaceRect" presStyleCnt="0"/>
      <dgm:spPr/>
    </dgm:pt>
    <dgm:pt modelId="{9AE16B5E-F9EB-481D-8182-E4EB495C1397}" type="pres">
      <dgm:prSet presAssocID="{ABD17601-5701-47CA-AF4E-EFAC9F3FA0AC}" presName="parTx" presStyleLbl="revTx" presStyleIdx="0" presStyleCnt="3">
        <dgm:presLayoutVars>
          <dgm:chMax val="0"/>
          <dgm:chPref val="0"/>
        </dgm:presLayoutVars>
      </dgm:prSet>
      <dgm:spPr/>
    </dgm:pt>
    <dgm:pt modelId="{0EF37EED-881C-4289-BE17-ED90BE1A9E32}" type="pres">
      <dgm:prSet presAssocID="{D4848503-8DE7-450A-873D-4DBCED0FCEAD}" presName="sibTrans" presStyleCnt="0"/>
      <dgm:spPr/>
    </dgm:pt>
    <dgm:pt modelId="{6CFC0F75-9DF6-4B56-BE72-733EBAF85E8E}" type="pres">
      <dgm:prSet presAssocID="{49CF4780-ACB5-4279-9CAD-37CBF334162A}" presName="compNode" presStyleCnt="0"/>
      <dgm:spPr/>
    </dgm:pt>
    <dgm:pt modelId="{807690F6-2D0E-4CED-A382-B21391C5216C}" type="pres">
      <dgm:prSet presAssocID="{49CF4780-ACB5-4279-9CAD-37CBF334162A}" presName="bgRect" presStyleLbl="bgShp" presStyleIdx="1" presStyleCnt="3"/>
      <dgm:spPr/>
    </dgm:pt>
    <dgm:pt modelId="{30671332-9086-4ED1-B4BD-B1F2F23AD0E2}" type="pres">
      <dgm:prSet presAssocID="{49CF4780-ACB5-4279-9CAD-37CBF334162A}"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heck List"/>
        </a:ext>
      </dgm:extLst>
    </dgm:pt>
    <dgm:pt modelId="{C625B28D-16AB-42C0-89B8-5E2375F98562}" type="pres">
      <dgm:prSet presAssocID="{49CF4780-ACB5-4279-9CAD-37CBF334162A}" presName="spaceRect" presStyleCnt="0"/>
      <dgm:spPr/>
    </dgm:pt>
    <dgm:pt modelId="{E1946646-FB83-4DD5-A969-26BA948E365D}" type="pres">
      <dgm:prSet presAssocID="{49CF4780-ACB5-4279-9CAD-37CBF334162A}" presName="parTx" presStyleLbl="revTx" presStyleIdx="1" presStyleCnt="3">
        <dgm:presLayoutVars>
          <dgm:chMax val="0"/>
          <dgm:chPref val="0"/>
        </dgm:presLayoutVars>
      </dgm:prSet>
      <dgm:spPr/>
    </dgm:pt>
    <dgm:pt modelId="{0FDB0187-B7EB-4455-B84B-ED6077167948}" type="pres">
      <dgm:prSet presAssocID="{9A27EC33-10D1-4276-8EF1-7844CF579BDA}" presName="sibTrans" presStyleCnt="0"/>
      <dgm:spPr/>
    </dgm:pt>
    <dgm:pt modelId="{F2A18C49-B6CD-4B4C-9A7F-9134D25E88AF}" type="pres">
      <dgm:prSet presAssocID="{AC65D022-18AA-4001-B13C-BB17532AD070}" presName="compNode" presStyleCnt="0"/>
      <dgm:spPr/>
    </dgm:pt>
    <dgm:pt modelId="{9900141A-0153-4150-AAF6-ADC0FE5D8818}" type="pres">
      <dgm:prSet presAssocID="{AC65D022-18AA-4001-B13C-BB17532AD070}" presName="bgRect" presStyleLbl="bgShp" presStyleIdx="2" presStyleCnt="3"/>
      <dgm:spPr/>
    </dgm:pt>
    <dgm:pt modelId="{3580BB55-65B8-4A97-9621-BB7D0962CDEE}" type="pres">
      <dgm:prSet presAssocID="{AC65D022-18AA-4001-B13C-BB17532AD070}"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Question mark"/>
        </a:ext>
      </dgm:extLst>
    </dgm:pt>
    <dgm:pt modelId="{0F0901A9-AF97-4943-93DC-E4A17A8A3A7E}" type="pres">
      <dgm:prSet presAssocID="{AC65D022-18AA-4001-B13C-BB17532AD070}" presName="spaceRect" presStyleCnt="0"/>
      <dgm:spPr/>
    </dgm:pt>
    <dgm:pt modelId="{8E6BA0B4-CEEB-4730-8201-AFC74E91E997}" type="pres">
      <dgm:prSet presAssocID="{AC65D022-18AA-4001-B13C-BB17532AD070}" presName="parTx" presStyleLbl="revTx" presStyleIdx="2" presStyleCnt="3">
        <dgm:presLayoutVars>
          <dgm:chMax val="0"/>
          <dgm:chPref val="0"/>
        </dgm:presLayoutVars>
      </dgm:prSet>
      <dgm:spPr/>
    </dgm:pt>
  </dgm:ptLst>
  <dgm:cxnLst>
    <dgm:cxn modelId="{DC4B8927-D38C-408F-ABE7-6D3757B49EF0}" srcId="{7C9FBBCD-E8F6-40EA-B8E6-B92812EBCADB}" destId="{ABD17601-5701-47CA-AF4E-EFAC9F3FA0AC}" srcOrd="0" destOrd="0" parTransId="{897993BE-A87A-4139-A3C6-B32387603E0A}" sibTransId="{D4848503-8DE7-450A-873D-4DBCED0FCEAD}"/>
    <dgm:cxn modelId="{6198F37B-0AA2-48A5-8802-A5363871920A}" type="presOf" srcId="{49CF4780-ACB5-4279-9CAD-37CBF334162A}" destId="{E1946646-FB83-4DD5-A969-26BA948E365D}" srcOrd="0" destOrd="0" presId="urn:microsoft.com/office/officeart/2018/2/layout/IconVerticalSolidList"/>
    <dgm:cxn modelId="{5C650B8A-74B6-4327-B4DE-D21F47DDD213}" srcId="{7C9FBBCD-E8F6-40EA-B8E6-B92812EBCADB}" destId="{AC65D022-18AA-4001-B13C-BB17532AD070}" srcOrd="2" destOrd="0" parTransId="{874B9D89-FC43-46AE-9E8E-6AF0504F814F}" sibTransId="{9F36499F-7189-4D54-B99B-AB69D16C16CB}"/>
    <dgm:cxn modelId="{C9D0E6C6-A36D-4D09-BE09-5B05D8356FAF}" type="presOf" srcId="{ABD17601-5701-47CA-AF4E-EFAC9F3FA0AC}" destId="{9AE16B5E-F9EB-481D-8182-E4EB495C1397}" srcOrd="0" destOrd="0" presId="urn:microsoft.com/office/officeart/2018/2/layout/IconVerticalSolidList"/>
    <dgm:cxn modelId="{1CDAFFD3-F61C-4F26-8611-827B23D73625}" type="presOf" srcId="{7C9FBBCD-E8F6-40EA-B8E6-B92812EBCADB}" destId="{D8F1EA6C-1F37-4A36-9E9E-58667F1D9386}" srcOrd="0" destOrd="0" presId="urn:microsoft.com/office/officeart/2018/2/layout/IconVerticalSolidList"/>
    <dgm:cxn modelId="{550068EC-D600-4290-A740-3F8CFB640232}" srcId="{7C9FBBCD-E8F6-40EA-B8E6-B92812EBCADB}" destId="{49CF4780-ACB5-4279-9CAD-37CBF334162A}" srcOrd="1" destOrd="0" parTransId="{180BA9F7-11AD-4814-8843-3C718DC1F526}" sibTransId="{9A27EC33-10D1-4276-8EF1-7844CF579BDA}"/>
    <dgm:cxn modelId="{DAEB45F8-2860-42BD-8778-D2E2BD750B99}" type="presOf" srcId="{AC65D022-18AA-4001-B13C-BB17532AD070}" destId="{8E6BA0B4-CEEB-4730-8201-AFC74E91E997}" srcOrd="0" destOrd="0" presId="urn:microsoft.com/office/officeart/2018/2/layout/IconVerticalSolidList"/>
    <dgm:cxn modelId="{B8AC9AF2-5C51-430A-A01C-AA91FAE2F6F4}" type="presParOf" srcId="{D8F1EA6C-1F37-4A36-9E9E-58667F1D9386}" destId="{C5F13EB0-1975-4A42-8B5E-CE3E3821ACB3}" srcOrd="0" destOrd="0" presId="urn:microsoft.com/office/officeart/2018/2/layout/IconVerticalSolidList"/>
    <dgm:cxn modelId="{8240A59F-2547-4D98-8C74-18A258825BD1}" type="presParOf" srcId="{C5F13EB0-1975-4A42-8B5E-CE3E3821ACB3}" destId="{E315423B-0FD3-42C6-A2F0-2E42C2A5E0E3}" srcOrd="0" destOrd="0" presId="urn:microsoft.com/office/officeart/2018/2/layout/IconVerticalSolidList"/>
    <dgm:cxn modelId="{AC7F0D7E-F721-4C15-BA5F-522ACFB85A5F}" type="presParOf" srcId="{C5F13EB0-1975-4A42-8B5E-CE3E3821ACB3}" destId="{1E8221C2-6FEB-4182-BD5E-AE5589D75073}" srcOrd="1" destOrd="0" presId="urn:microsoft.com/office/officeart/2018/2/layout/IconVerticalSolidList"/>
    <dgm:cxn modelId="{8C19903A-907A-4E45-8384-19B01334AAC7}" type="presParOf" srcId="{C5F13EB0-1975-4A42-8B5E-CE3E3821ACB3}" destId="{D73E1F91-2808-4DEF-842A-7E1A19BE02B2}" srcOrd="2" destOrd="0" presId="urn:microsoft.com/office/officeart/2018/2/layout/IconVerticalSolidList"/>
    <dgm:cxn modelId="{5F277578-440B-407D-BA6C-29B06FE7BB86}" type="presParOf" srcId="{C5F13EB0-1975-4A42-8B5E-CE3E3821ACB3}" destId="{9AE16B5E-F9EB-481D-8182-E4EB495C1397}" srcOrd="3" destOrd="0" presId="urn:microsoft.com/office/officeart/2018/2/layout/IconVerticalSolidList"/>
    <dgm:cxn modelId="{E9192500-1ABF-4EC8-AB70-8FC00F258638}" type="presParOf" srcId="{D8F1EA6C-1F37-4A36-9E9E-58667F1D9386}" destId="{0EF37EED-881C-4289-BE17-ED90BE1A9E32}" srcOrd="1" destOrd="0" presId="urn:microsoft.com/office/officeart/2018/2/layout/IconVerticalSolidList"/>
    <dgm:cxn modelId="{0794E273-4C79-4FDB-A594-48E71AED2630}" type="presParOf" srcId="{D8F1EA6C-1F37-4A36-9E9E-58667F1D9386}" destId="{6CFC0F75-9DF6-4B56-BE72-733EBAF85E8E}" srcOrd="2" destOrd="0" presId="urn:microsoft.com/office/officeart/2018/2/layout/IconVerticalSolidList"/>
    <dgm:cxn modelId="{11B1B2C6-72B7-4ABE-A733-F5B4EAC4355B}" type="presParOf" srcId="{6CFC0F75-9DF6-4B56-BE72-733EBAF85E8E}" destId="{807690F6-2D0E-4CED-A382-B21391C5216C}" srcOrd="0" destOrd="0" presId="urn:microsoft.com/office/officeart/2018/2/layout/IconVerticalSolidList"/>
    <dgm:cxn modelId="{BCE19E50-18CF-4D69-853C-A7A354085738}" type="presParOf" srcId="{6CFC0F75-9DF6-4B56-BE72-733EBAF85E8E}" destId="{30671332-9086-4ED1-B4BD-B1F2F23AD0E2}" srcOrd="1" destOrd="0" presId="urn:microsoft.com/office/officeart/2018/2/layout/IconVerticalSolidList"/>
    <dgm:cxn modelId="{3FF277CA-C58C-4ECA-9594-559E19D168FB}" type="presParOf" srcId="{6CFC0F75-9DF6-4B56-BE72-733EBAF85E8E}" destId="{C625B28D-16AB-42C0-89B8-5E2375F98562}" srcOrd="2" destOrd="0" presId="urn:microsoft.com/office/officeart/2018/2/layout/IconVerticalSolidList"/>
    <dgm:cxn modelId="{7EC527A8-001C-4D40-A111-CEAF79BCC70B}" type="presParOf" srcId="{6CFC0F75-9DF6-4B56-BE72-733EBAF85E8E}" destId="{E1946646-FB83-4DD5-A969-26BA948E365D}" srcOrd="3" destOrd="0" presId="urn:microsoft.com/office/officeart/2018/2/layout/IconVerticalSolidList"/>
    <dgm:cxn modelId="{422A3A5A-B32D-4209-BE48-B567121A16A0}" type="presParOf" srcId="{D8F1EA6C-1F37-4A36-9E9E-58667F1D9386}" destId="{0FDB0187-B7EB-4455-B84B-ED6077167948}" srcOrd="3" destOrd="0" presId="urn:microsoft.com/office/officeart/2018/2/layout/IconVerticalSolidList"/>
    <dgm:cxn modelId="{51AB57C8-D18C-461C-95DE-D454CC6904C9}" type="presParOf" srcId="{D8F1EA6C-1F37-4A36-9E9E-58667F1D9386}" destId="{F2A18C49-B6CD-4B4C-9A7F-9134D25E88AF}" srcOrd="4" destOrd="0" presId="urn:microsoft.com/office/officeart/2018/2/layout/IconVerticalSolidList"/>
    <dgm:cxn modelId="{C78BAA75-AE40-4546-BEE9-587F65EFB899}" type="presParOf" srcId="{F2A18C49-B6CD-4B4C-9A7F-9134D25E88AF}" destId="{9900141A-0153-4150-AAF6-ADC0FE5D8818}" srcOrd="0" destOrd="0" presId="urn:microsoft.com/office/officeart/2018/2/layout/IconVerticalSolidList"/>
    <dgm:cxn modelId="{4800BCC4-8155-468F-88A1-EA0447B47017}" type="presParOf" srcId="{F2A18C49-B6CD-4B4C-9A7F-9134D25E88AF}" destId="{3580BB55-65B8-4A97-9621-BB7D0962CDEE}" srcOrd="1" destOrd="0" presId="urn:microsoft.com/office/officeart/2018/2/layout/IconVerticalSolidList"/>
    <dgm:cxn modelId="{B88FBC6B-55CC-46AE-BB7F-CD9EE4CA8597}" type="presParOf" srcId="{F2A18C49-B6CD-4B4C-9A7F-9134D25E88AF}" destId="{0F0901A9-AF97-4943-93DC-E4A17A8A3A7E}" srcOrd="2" destOrd="0" presId="urn:microsoft.com/office/officeart/2018/2/layout/IconVerticalSolidList"/>
    <dgm:cxn modelId="{FF51F2D1-EB4C-4238-8CF9-8066F770C017}" type="presParOf" srcId="{F2A18C49-B6CD-4B4C-9A7F-9134D25E88AF}" destId="{8E6BA0B4-CEEB-4730-8201-AFC74E91E99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1A2DC51-3C00-4C4A-A534-030876F267A3}"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3DF9768-4E8C-4350-960B-C93F35DF234A}">
      <dgm:prSet/>
      <dgm:spPr/>
      <dgm:t>
        <a:bodyPr/>
        <a:lstStyle/>
        <a:p>
          <a:r>
            <a:rPr lang="en-US" dirty="0"/>
            <a:t>Early care seeking</a:t>
          </a:r>
        </a:p>
      </dgm:t>
    </dgm:pt>
    <dgm:pt modelId="{65CBE491-ED17-48FA-87E8-332520BB3E61}" type="parTrans" cxnId="{A6E6AAA4-5A61-4758-BBE4-25A47DE6FA83}">
      <dgm:prSet/>
      <dgm:spPr/>
      <dgm:t>
        <a:bodyPr/>
        <a:lstStyle/>
        <a:p>
          <a:endParaRPr lang="en-US"/>
        </a:p>
      </dgm:t>
    </dgm:pt>
    <dgm:pt modelId="{963FFA44-BD66-47FC-8505-C611DBF8BDD7}" type="sibTrans" cxnId="{A6E6AAA4-5A61-4758-BBE4-25A47DE6FA83}">
      <dgm:prSet/>
      <dgm:spPr/>
      <dgm:t>
        <a:bodyPr/>
        <a:lstStyle/>
        <a:p>
          <a:endParaRPr lang="en-US"/>
        </a:p>
      </dgm:t>
    </dgm:pt>
    <dgm:pt modelId="{1940A1D4-304C-44F2-8722-D6D5FAF0D57F}">
      <dgm:prSet/>
      <dgm:spPr/>
      <dgm:t>
        <a:bodyPr/>
        <a:lstStyle/>
        <a:p>
          <a:r>
            <a:rPr lang="en-US"/>
            <a:t>Treatment adherence</a:t>
          </a:r>
        </a:p>
      </dgm:t>
    </dgm:pt>
    <dgm:pt modelId="{B54BD600-5716-4109-8AAE-B81CE70248F0}" type="parTrans" cxnId="{08349411-7977-4E33-908A-591F39965DE0}">
      <dgm:prSet/>
      <dgm:spPr/>
      <dgm:t>
        <a:bodyPr/>
        <a:lstStyle/>
        <a:p>
          <a:endParaRPr lang="en-US"/>
        </a:p>
      </dgm:t>
    </dgm:pt>
    <dgm:pt modelId="{01EEAF2A-86CE-4953-B79D-92E849C9A879}" type="sibTrans" cxnId="{08349411-7977-4E33-908A-591F39965DE0}">
      <dgm:prSet/>
      <dgm:spPr/>
      <dgm:t>
        <a:bodyPr/>
        <a:lstStyle/>
        <a:p>
          <a:endParaRPr lang="en-US"/>
        </a:p>
      </dgm:t>
    </dgm:pt>
    <dgm:pt modelId="{37B86C3B-8776-45DB-B817-F92EBB87FA5C}">
      <dgm:prSet/>
      <dgm:spPr/>
      <dgm:t>
        <a:bodyPr/>
        <a:lstStyle/>
        <a:p>
          <a:r>
            <a:rPr lang="en-US"/>
            <a:t>Breeding site reduction</a:t>
          </a:r>
        </a:p>
      </dgm:t>
    </dgm:pt>
    <dgm:pt modelId="{5EADF943-3F7C-4627-84E0-2ECD1B68BE45}" type="parTrans" cxnId="{1277C3CC-9EF1-4764-8C49-4F34FD59C141}">
      <dgm:prSet/>
      <dgm:spPr/>
      <dgm:t>
        <a:bodyPr/>
        <a:lstStyle/>
        <a:p>
          <a:endParaRPr lang="en-US"/>
        </a:p>
      </dgm:t>
    </dgm:pt>
    <dgm:pt modelId="{53CA5F13-74ED-4313-9C42-BFFD16CF66C6}" type="sibTrans" cxnId="{1277C3CC-9EF1-4764-8C49-4F34FD59C141}">
      <dgm:prSet/>
      <dgm:spPr/>
      <dgm:t>
        <a:bodyPr/>
        <a:lstStyle/>
        <a:p>
          <a:endParaRPr lang="en-US"/>
        </a:p>
      </dgm:t>
    </dgm:pt>
    <dgm:pt modelId="{072749D8-3215-42B1-B1F0-F3611A1EF4C1}">
      <dgm:prSet/>
      <dgm:spPr/>
      <dgm:t>
        <a:bodyPr/>
        <a:lstStyle/>
        <a:p>
          <a:r>
            <a:rPr lang="en-US"/>
            <a:t>LLIN use and preventive behaviour</a:t>
          </a:r>
        </a:p>
      </dgm:t>
    </dgm:pt>
    <dgm:pt modelId="{2E5B44CB-D802-43D5-B222-BFC8A3669CDA}" type="parTrans" cxnId="{8AE5B79E-7574-40E4-92A8-488FD52713F6}">
      <dgm:prSet/>
      <dgm:spPr/>
      <dgm:t>
        <a:bodyPr/>
        <a:lstStyle/>
        <a:p>
          <a:endParaRPr lang="en-US"/>
        </a:p>
      </dgm:t>
    </dgm:pt>
    <dgm:pt modelId="{8DBB3645-A6F8-4CD7-8FB0-2D9D17CBD093}" type="sibTrans" cxnId="{8AE5B79E-7574-40E4-92A8-488FD52713F6}">
      <dgm:prSet/>
      <dgm:spPr/>
      <dgm:t>
        <a:bodyPr/>
        <a:lstStyle/>
        <a:p>
          <a:endParaRPr lang="en-US"/>
        </a:p>
      </dgm:t>
    </dgm:pt>
    <dgm:pt modelId="{8CA44EA8-6206-47C4-93BA-CDB797FF3DA0}">
      <dgm:prSet/>
      <dgm:spPr/>
      <dgm:t>
        <a:bodyPr/>
        <a:lstStyle/>
        <a:p>
          <a:r>
            <a:rPr lang="en-US"/>
            <a:t>Timely reporting support</a:t>
          </a:r>
        </a:p>
      </dgm:t>
    </dgm:pt>
    <dgm:pt modelId="{904C7DD2-7751-44AA-8E58-566A233F1757}" type="parTrans" cxnId="{AF32F9D2-14B9-4991-A68C-CCBC3EEF4C15}">
      <dgm:prSet/>
      <dgm:spPr/>
      <dgm:t>
        <a:bodyPr/>
        <a:lstStyle/>
        <a:p>
          <a:endParaRPr lang="en-US"/>
        </a:p>
      </dgm:t>
    </dgm:pt>
    <dgm:pt modelId="{397F49F1-17A1-4C6A-9782-E2B335404F66}" type="sibTrans" cxnId="{AF32F9D2-14B9-4991-A68C-CCBC3EEF4C15}">
      <dgm:prSet/>
      <dgm:spPr/>
      <dgm:t>
        <a:bodyPr/>
        <a:lstStyle/>
        <a:p>
          <a:endParaRPr lang="en-US"/>
        </a:p>
      </dgm:t>
    </dgm:pt>
    <dgm:pt modelId="{6826E191-EDD4-489D-80DC-8E7065A7C5A8}" type="pres">
      <dgm:prSet presAssocID="{31A2DC51-3C00-4C4A-A534-030876F267A3}" presName="root" presStyleCnt="0">
        <dgm:presLayoutVars>
          <dgm:dir/>
          <dgm:resizeHandles val="exact"/>
        </dgm:presLayoutVars>
      </dgm:prSet>
      <dgm:spPr/>
    </dgm:pt>
    <dgm:pt modelId="{4C34A1FC-BAF0-4C52-8B87-95A05F79ECC7}" type="pres">
      <dgm:prSet presAssocID="{03DF9768-4E8C-4350-960B-C93F35DF234A}" presName="compNode" presStyleCnt="0"/>
      <dgm:spPr/>
    </dgm:pt>
    <dgm:pt modelId="{11E03F55-83BC-4ADD-B00F-21F568A76ADC}" type="pres">
      <dgm:prSet presAssocID="{03DF9768-4E8C-4350-960B-C93F35DF234A}" presName="bgRect" presStyleLbl="bgShp" presStyleIdx="0" presStyleCnt="5"/>
      <dgm:spPr/>
    </dgm:pt>
    <dgm:pt modelId="{D2598AE3-AEB0-46AE-AF8C-E2A2D84AC24A}" type="pres">
      <dgm:prSet presAssocID="{03DF9768-4E8C-4350-960B-C93F35DF234A}"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tethoscope"/>
        </a:ext>
      </dgm:extLst>
    </dgm:pt>
    <dgm:pt modelId="{CD9EBA4B-EFB6-4131-BEDA-94A5AC7324C7}" type="pres">
      <dgm:prSet presAssocID="{03DF9768-4E8C-4350-960B-C93F35DF234A}" presName="spaceRect" presStyleCnt="0"/>
      <dgm:spPr/>
    </dgm:pt>
    <dgm:pt modelId="{65A653F5-AA80-4093-BC33-ED3694E1F786}" type="pres">
      <dgm:prSet presAssocID="{03DF9768-4E8C-4350-960B-C93F35DF234A}" presName="parTx" presStyleLbl="revTx" presStyleIdx="0" presStyleCnt="5">
        <dgm:presLayoutVars>
          <dgm:chMax val="0"/>
          <dgm:chPref val="0"/>
        </dgm:presLayoutVars>
      </dgm:prSet>
      <dgm:spPr/>
    </dgm:pt>
    <dgm:pt modelId="{9C837D53-26D8-4A7B-94EF-132460FDA5AE}" type="pres">
      <dgm:prSet presAssocID="{963FFA44-BD66-47FC-8505-C611DBF8BDD7}" presName="sibTrans" presStyleCnt="0"/>
      <dgm:spPr/>
    </dgm:pt>
    <dgm:pt modelId="{2DC32C6E-9AD5-4D9D-AA05-B28554159638}" type="pres">
      <dgm:prSet presAssocID="{1940A1D4-304C-44F2-8722-D6D5FAF0D57F}" presName="compNode" presStyleCnt="0"/>
      <dgm:spPr/>
    </dgm:pt>
    <dgm:pt modelId="{3BDB35CC-D46D-4538-83E3-074B51F89378}" type="pres">
      <dgm:prSet presAssocID="{1940A1D4-304C-44F2-8722-D6D5FAF0D57F}" presName="bgRect" presStyleLbl="bgShp" presStyleIdx="1" presStyleCnt="5"/>
      <dgm:spPr/>
    </dgm:pt>
    <dgm:pt modelId="{39C8C7CA-D11A-43F2-BF17-8E741D867C2C}" type="pres">
      <dgm:prSet presAssocID="{1940A1D4-304C-44F2-8722-D6D5FAF0D57F}"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edicine"/>
        </a:ext>
      </dgm:extLst>
    </dgm:pt>
    <dgm:pt modelId="{96AC6447-24D8-40F4-83BD-FB53D20E718D}" type="pres">
      <dgm:prSet presAssocID="{1940A1D4-304C-44F2-8722-D6D5FAF0D57F}" presName="spaceRect" presStyleCnt="0"/>
      <dgm:spPr/>
    </dgm:pt>
    <dgm:pt modelId="{2BEBC109-31D1-4C57-A8A4-4C3622C2F9AD}" type="pres">
      <dgm:prSet presAssocID="{1940A1D4-304C-44F2-8722-D6D5FAF0D57F}" presName="parTx" presStyleLbl="revTx" presStyleIdx="1" presStyleCnt="5">
        <dgm:presLayoutVars>
          <dgm:chMax val="0"/>
          <dgm:chPref val="0"/>
        </dgm:presLayoutVars>
      </dgm:prSet>
      <dgm:spPr/>
    </dgm:pt>
    <dgm:pt modelId="{7601A71A-6CB6-4BE1-BFC3-603EC91AFF56}" type="pres">
      <dgm:prSet presAssocID="{01EEAF2A-86CE-4953-B79D-92E849C9A879}" presName="sibTrans" presStyleCnt="0"/>
      <dgm:spPr/>
    </dgm:pt>
    <dgm:pt modelId="{AE0CCB79-DE4C-4431-915B-A69F554FFFFF}" type="pres">
      <dgm:prSet presAssocID="{37B86C3B-8776-45DB-B817-F92EBB87FA5C}" presName="compNode" presStyleCnt="0"/>
      <dgm:spPr/>
    </dgm:pt>
    <dgm:pt modelId="{8CBEB8C9-796C-4931-82D4-78D4AA3E43A9}" type="pres">
      <dgm:prSet presAssocID="{37B86C3B-8776-45DB-B817-F92EBB87FA5C}" presName="bgRect" presStyleLbl="bgShp" presStyleIdx="2" presStyleCnt="5"/>
      <dgm:spPr/>
    </dgm:pt>
    <dgm:pt modelId="{73752AA5-8626-406C-BA57-24A22DFC8494}" type="pres">
      <dgm:prSet presAssocID="{37B86C3B-8776-45DB-B817-F92EBB87FA5C}"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Cow"/>
        </a:ext>
      </dgm:extLst>
    </dgm:pt>
    <dgm:pt modelId="{BF84C68E-CD26-4747-909E-C6334011B3EF}" type="pres">
      <dgm:prSet presAssocID="{37B86C3B-8776-45DB-B817-F92EBB87FA5C}" presName="spaceRect" presStyleCnt="0"/>
      <dgm:spPr/>
    </dgm:pt>
    <dgm:pt modelId="{608FAC86-7022-413D-8020-90BC086FCCE7}" type="pres">
      <dgm:prSet presAssocID="{37B86C3B-8776-45DB-B817-F92EBB87FA5C}" presName="parTx" presStyleLbl="revTx" presStyleIdx="2" presStyleCnt="5">
        <dgm:presLayoutVars>
          <dgm:chMax val="0"/>
          <dgm:chPref val="0"/>
        </dgm:presLayoutVars>
      </dgm:prSet>
      <dgm:spPr/>
    </dgm:pt>
    <dgm:pt modelId="{878B59E8-48F7-4979-A354-45BC3579A488}" type="pres">
      <dgm:prSet presAssocID="{53CA5F13-74ED-4313-9C42-BFFD16CF66C6}" presName="sibTrans" presStyleCnt="0"/>
      <dgm:spPr/>
    </dgm:pt>
    <dgm:pt modelId="{7619E3E1-14FA-4755-AF2F-34E17BDAAF19}" type="pres">
      <dgm:prSet presAssocID="{072749D8-3215-42B1-B1F0-F3611A1EF4C1}" presName="compNode" presStyleCnt="0"/>
      <dgm:spPr/>
    </dgm:pt>
    <dgm:pt modelId="{4DBD220B-4FCC-41A6-979A-EC6C1EA063A2}" type="pres">
      <dgm:prSet presAssocID="{072749D8-3215-42B1-B1F0-F3611A1EF4C1}" presName="bgRect" presStyleLbl="bgShp" presStyleIdx="3" presStyleCnt="5"/>
      <dgm:spPr/>
    </dgm:pt>
    <dgm:pt modelId="{44ADBB28-34A6-4A35-89B2-C30D4D9C801C}" type="pres">
      <dgm:prSet presAssocID="{072749D8-3215-42B1-B1F0-F3611A1EF4C1}"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4D09BA42-E6DA-4E35-A0D5-FCFBBA94DD07}" type="pres">
      <dgm:prSet presAssocID="{072749D8-3215-42B1-B1F0-F3611A1EF4C1}" presName="spaceRect" presStyleCnt="0"/>
      <dgm:spPr/>
    </dgm:pt>
    <dgm:pt modelId="{E72872DE-F241-48EE-985C-7F62812C8657}" type="pres">
      <dgm:prSet presAssocID="{072749D8-3215-42B1-B1F0-F3611A1EF4C1}" presName="parTx" presStyleLbl="revTx" presStyleIdx="3" presStyleCnt="5">
        <dgm:presLayoutVars>
          <dgm:chMax val="0"/>
          <dgm:chPref val="0"/>
        </dgm:presLayoutVars>
      </dgm:prSet>
      <dgm:spPr/>
    </dgm:pt>
    <dgm:pt modelId="{7B9B9B39-76FD-4FE7-91C3-AFDF91435BFC}" type="pres">
      <dgm:prSet presAssocID="{8DBB3645-A6F8-4CD7-8FB0-2D9D17CBD093}" presName="sibTrans" presStyleCnt="0"/>
      <dgm:spPr/>
    </dgm:pt>
    <dgm:pt modelId="{836DD84F-9F76-48D2-AC69-343E6333A4DC}" type="pres">
      <dgm:prSet presAssocID="{8CA44EA8-6206-47C4-93BA-CDB797FF3DA0}" presName="compNode" presStyleCnt="0"/>
      <dgm:spPr/>
    </dgm:pt>
    <dgm:pt modelId="{A3B7128F-CEB5-447E-99F2-0187F3D7642F}" type="pres">
      <dgm:prSet presAssocID="{8CA44EA8-6206-47C4-93BA-CDB797FF3DA0}" presName="bgRect" presStyleLbl="bgShp" presStyleIdx="4" presStyleCnt="5"/>
      <dgm:spPr/>
    </dgm:pt>
    <dgm:pt modelId="{A8684C27-B2C6-4462-851C-86C7616E5E4F}" type="pres">
      <dgm:prSet presAssocID="{8CA44EA8-6206-47C4-93BA-CDB797FF3DA0}"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Stopwatch"/>
        </a:ext>
      </dgm:extLst>
    </dgm:pt>
    <dgm:pt modelId="{6CA26034-3159-4B62-BCA4-D55D683A3AD4}" type="pres">
      <dgm:prSet presAssocID="{8CA44EA8-6206-47C4-93BA-CDB797FF3DA0}" presName="spaceRect" presStyleCnt="0"/>
      <dgm:spPr/>
    </dgm:pt>
    <dgm:pt modelId="{23EFAD7D-062E-44E1-81B2-5BA9E7D46AD8}" type="pres">
      <dgm:prSet presAssocID="{8CA44EA8-6206-47C4-93BA-CDB797FF3DA0}" presName="parTx" presStyleLbl="revTx" presStyleIdx="4" presStyleCnt="5">
        <dgm:presLayoutVars>
          <dgm:chMax val="0"/>
          <dgm:chPref val="0"/>
        </dgm:presLayoutVars>
      </dgm:prSet>
      <dgm:spPr/>
    </dgm:pt>
  </dgm:ptLst>
  <dgm:cxnLst>
    <dgm:cxn modelId="{08349411-7977-4E33-908A-591F39965DE0}" srcId="{31A2DC51-3C00-4C4A-A534-030876F267A3}" destId="{1940A1D4-304C-44F2-8722-D6D5FAF0D57F}" srcOrd="1" destOrd="0" parTransId="{B54BD600-5716-4109-8AAE-B81CE70248F0}" sibTransId="{01EEAF2A-86CE-4953-B79D-92E849C9A879}"/>
    <dgm:cxn modelId="{2033782F-4970-40FB-9199-D8A8B5F24F2A}" type="presOf" srcId="{37B86C3B-8776-45DB-B817-F92EBB87FA5C}" destId="{608FAC86-7022-413D-8020-90BC086FCCE7}" srcOrd="0" destOrd="0" presId="urn:microsoft.com/office/officeart/2018/2/layout/IconVerticalSolidList"/>
    <dgm:cxn modelId="{B939843A-5B4A-4E2A-96EA-924263769CF0}" type="presOf" srcId="{03DF9768-4E8C-4350-960B-C93F35DF234A}" destId="{65A653F5-AA80-4093-BC33-ED3694E1F786}" srcOrd="0" destOrd="0" presId="urn:microsoft.com/office/officeart/2018/2/layout/IconVerticalSolidList"/>
    <dgm:cxn modelId="{F2775368-B6EC-4138-A438-787184EA58F5}" type="presOf" srcId="{31A2DC51-3C00-4C4A-A534-030876F267A3}" destId="{6826E191-EDD4-489D-80DC-8E7065A7C5A8}" srcOrd="0" destOrd="0" presId="urn:microsoft.com/office/officeart/2018/2/layout/IconVerticalSolidList"/>
    <dgm:cxn modelId="{E3A7CF6F-EB19-478F-AA48-01CD29FE76AC}" type="presOf" srcId="{8CA44EA8-6206-47C4-93BA-CDB797FF3DA0}" destId="{23EFAD7D-062E-44E1-81B2-5BA9E7D46AD8}" srcOrd="0" destOrd="0" presId="urn:microsoft.com/office/officeart/2018/2/layout/IconVerticalSolidList"/>
    <dgm:cxn modelId="{504D5A85-1985-483A-AAD9-F9945174BEEE}" type="presOf" srcId="{1940A1D4-304C-44F2-8722-D6D5FAF0D57F}" destId="{2BEBC109-31D1-4C57-A8A4-4C3622C2F9AD}" srcOrd="0" destOrd="0" presId="urn:microsoft.com/office/officeart/2018/2/layout/IconVerticalSolidList"/>
    <dgm:cxn modelId="{27AC5F98-74C1-492A-A1FB-DA852FA4910A}" type="presOf" srcId="{072749D8-3215-42B1-B1F0-F3611A1EF4C1}" destId="{E72872DE-F241-48EE-985C-7F62812C8657}" srcOrd="0" destOrd="0" presId="urn:microsoft.com/office/officeart/2018/2/layout/IconVerticalSolidList"/>
    <dgm:cxn modelId="{8AE5B79E-7574-40E4-92A8-488FD52713F6}" srcId="{31A2DC51-3C00-4C4A-A534-030876F267A3}" destId="{072749D8-3215-42B1-B1F0-F3611A1EF4C1}" srcOrd="3" destOrd="0" parTransId="{2E5B44CB-D802-43D5-B222-BFC8A3669CDA}" sibTransId="{8DBB3645-A6F8-4CD7-8FB0-2D9D17CBD093}"/>
    <dgm:cxn modelId="{A6E6AAA4-5A61-4758-BBE4-25A47DE6FA83}" srcId="{31A2DC51-3C00-4C4A-A534-030876F267A3}" destId="{03DF9768-4E8C-4350-960B-C93F35DF234A}" srcOrd="0" destOrd="0" parTransId="{65CBE491-ED17-48FA-87E8-332520BB3E61}" sibTransId="{963FFA44-BD66-47FC-8505-C611DBF8BDD7}"/>
    <dgm:cxn modelId="{1277C3CC-9EF1-4764-8C49-4F34FD59C141}" srcId="{31A2DC51-3C00-4C4A-A534-030876F267A3}" destId="{37B86C3B-8776-45DB-B817-F92EBB87FA5C}" srcOrd="2" destOrd="0" parTransId="{5EADF943-3F7C-4627-84E0-2ECD1B68BE45}" sibTransId="{53CA5F13-74ED-4313-9C42-BFFD16CF66C6}"/>
    <dgm:cxn modelId="{AF32F9D2-14B9-4991-A68C-CCBC3EEF4C15}" srcId="{31A2DC51-3C00-4C4A-A534-030876F267A3}" destId="{8CA44EA8-6206-47C4-93BA-CDB797FF3DA0}" srcOrd="4" destOrd="0" parTransId="{904C7DD2-7751-44AA-8E58-566A233F1757}" sibTransId="{397F49F1-17A1-4C6A-9782-E2B335404F66}"/>
    <dgm:cxn modelId="{D985F470-64F6-4DB2-8F74-16F181F861CE}" type="presParOf" srcId="{6826E191-EDD4-489D-80DC-8E7065A7C5A8}" destId="{4C34A1FC-BAF0-4C52-8B87-95A05F79ECC7}" srcOrd="0" destOrd="0" presId="urn:microsoft.com/office/officeart/2018/2/layout/IconVerticalSolidList"/>
    <dgm:cxn modelId="{131D1CE8-F07F-4736-9BA5-900F45E5A5EF}" type="presParOf" srcId="{4C34A1FC-BAF0-4C52-8B87-95A05F79ECC7}" destId="{11E03F55-83BC-4ADD-B00F-21F568A76ADC}" srcOrd="0" destOrd="0" presId="urn:microsoft.com/office/officeart/2018/2/layout/IconVerticalSolidList"/>
    <dgm:cxn modelId="{048109A4-9754-45CC-9097-3A7A60F905F4}" type="presParOf" srcId="{4C34A1FC-BAF0-4C52-8B87-95A05F79ECC7}" destId="{D2598AE3-AEB0-46AE-AF8C-E2A2D84AC24A}" srcOrd="1" destOrd="0" presId="urn:microsoft.com/office/officeart/2018/2/layout/IconVerticalSolidList"/>
    <dgm:cxn modelId="{77BF585D-9EA9-48CD-988E-2995B1FEF44E}" type="presParOf" srcId="{4C34A1FC-BAF0-4C52-8B87-95A05F79ECC7}" destId="{CD9EBA4B-EFB6-4131-BEDA-94A5AC7324C7}" srcOrd="2" destOrd="0" presId="urn:microsoft.com/office/officeart/2018/2/layout/IconVerticalSolidList"/>
    <dgm:cxn modelId="{6A6F2AF1-E1F0-4EC1-B5A5-5B80B550C886}" type="presParOf" srcId="{4C34A1FC-BAF0-4C52-8B87-95A05F79ECC7}" destId="{65A653F5-AA80-4093-BC33-ED3694E1F786}" srcOrd="3" destOrd="0" presId="urn:microsoft.com/office/officeart/2018/2/layout/IconVerticalSolidList"/>
    <dgm:cxn modelId="{48B596A4-0331-4B15-87CA-7120E79D1290}" type="presParOf" srcId="{6826E191-EDD4-489D-80DC-8E7065A7C5A8}" destId="{9C837D53-26D8-4A7B-94EF-132460FDA5AE}" srcOrd="1" destOrd="0" presId="urn:microsoft.com/office/officeart/2018/2/layout/IconVerticalSolidList"/>
    <dgm:cxn modelId="{8B7C91FE-4541-4D4B-B2F3-E34A0B509A0C}" type="presParOf" srcId="{6826E191-EDD4-489D-80DC-8E7065A7C5A8}" destId="{2DC32C6E-9AD5-4D9D-AA05-B28554159638}" srcOrd="2" destOrd="0" presId="urn:microsoft.com/office/officeart/2018/2/layout/IconVerticalSolidList"/>
    <dgm:cxn modelId="{7BE105F4-D0EF-4B6E-90D5-9C7F52F64A5D}" type="presParOf" srcId="{2DC32C6E-9AD5-4D9D-AA05-B28554159638}" destId="{3BDB35CC-D46D-4538-83E3-074B51F89378}" srcOrd="0" destOrd="0" presId="urn:microsoft.com/office/officeart/2018/2/layout/IconVerticalSolidList"/>
    <dgm:cxn modelId="{EEA4AA76-9C97-4D7E-BDC1-C7AD95F8718F}" type="presParOf" srcId="{2DC32C6E-9AD5-4D9D-AA05-B28554159638}" destId="{39C8C7CA-D11A-43F2-BF17-8E741D867C2C}" srcOrd="1" destOrd="0" presId="urn:microsoft.com/office/officeart/2018/2/layout/IconVerticalSolidList"/>
    <dgm:cxn modelId="{B916C9C5-0B24-4E3E-9A5F-295BE45A7FD6}" type="presParOf" srcId="{2DC32C6E-9AD5-4D9D-AA05-B28554159638}" destId="{96AC6447-24D8-40F4-83BD-FB53D20E718D}" srcOrd="2" destOrd="0" presId="urn:microsoft.com/office/officeart/2018/2/layout/IconVerticalSolidList"/>
    <dgm:cxn modelId="{35EBE5B8-A19A-49D8-A78E-7AC4CC0C4770}" type="presParOf" srcId="{2DC32C6E-9AD5-4D9D-AA05-B28554159638}" destId="{2BEBC109-31D1-4C57-A8A4-4C3622C2F9AD}" srcOrd="3" destOrd="0" presId="urn:microsoft.com/office/officeart/2018/2/layout/IconVerticalSolidList"/>
    <dgm:cxn modelId="{3ABD2E53-6F0B-4E12-92B5-B7E65962CBA8}" type="presParOf" srcId="{6826E191-EDD4-489D-80DC-8E7065A7C5A8}" destId="{7601A71A-6CB6-4BE1-BFC3-603EC91AFF56}" srcOrd="3" destOrd="0" presId="urn:microsoft.com/office/officeart/2018/2/layout/IconVerticalSolidList"/>
    <dgm:cxn modelId="{909A7DD7-FCE8-4085-89F3-90BAB0943979}" type="presParOf" srcId="{6826E191-EDD4-489D-80DC-8E7065A7C5A8}" destId="{AE0CCB79-DE4C-4431-915B-A69F554FFFFF}" srcOrd="4" destOrd="0" presId="urn:microsoft.com/office/officeart/2018/2/layout/IconVerticalSolidList"/>
    <dgm:cxn modelId="{92F6B550-B51A-4A57-98F1-78561DC4DCED}" type="presParOf" srcId="{AE0CCB79-DE4C-4431-915B-A69F554FFFFF}" destId="{8CBEB8C9-796C-4931-82D4-78D4AA3E43A9}" srcOrd="0" destOrd="0" presId="urn:microsoft.com/office/officeart/2018/2/layout/IconVerticalSolidList"/>
    <dgm:cxn modelId="{70382689-BF9B-4B93-9DC7-4DFB2CDC6753}" type="presParOf" srcId="{AE0CCB79-DE4C-4431-915B-A69F554FFFFF}" destId="{73752AA5-8626-406C-BA57-24A22DFC8494}" srcOrd="1" destOrd="0" presId="urn:microsoft.com/office/officeart/2018/2/layout/IconVerticalSolidList"/>
    <dgm:cxn modelId="{2A1E227E-0E9F-4D58-B51D-FD7F333084DD}" type="presParOf" srcId="{AE0CCB79-DE4C-4431-915B-A69F554FFFFF}" destId="{BF84C68E-CD26-4747-909E-C6334011B3EF}" srcOrd="2" destOrd="0" presId="urn:microsoft.com/office/officeart/2018/2/layout/IconVerticalSolidList"/>
    <dgm:cxn modelId="{0EC800C7-D6DA-4F56-8F10-E6A11467C984}" type="presParOf" srcId="{AE0CCB79-DE4C-4431-915B-A69F554FFFFF}" destId="{608FAC86-7022-413D-8020-90BC086FCCE7}" srcOrd="3" destOrd="0" presId="urn:microsoft.com/office/officeart/2018/2/layout/IconVerticalSolidList"/>
    <dgm:cxn modelId="{91C025A3-0A32-448F-8DD1-6200D39A9E8C}" type="presParOf" srcId="{6826E191-EDD4-489D-80DC-8E7065A7C5A8}" destId="{878B59E8-48F7-4979-A354-45BC3579A488}" srcOrd="5" destOrd="0" presId="urn:microsoft.com/office/officeart/2018/2/layout/IconVerticalSolidList"/>
    <dgm:cxn modelId="{5C18D4B3-0C11-432F-8084-8BC4BA26CAAE}" type="presParOf" srcId="{6826E191-EDD4-489D-80DC-8E7065A7C5A8}" destId="{7619E3E1-14FA-4755-AF2F-34E17BDAAF19}" srcOrd="6" destOrd="0" presId="urn:microsoft.com/office/officeart/2018/2/layout/IconVerticalSolidList"/>
    <dgm:cxn modelId="{8A4B7963-883D-4233-8A7B-9BBF479EDA63}" type="presParOf" srcId="{7619E3E1-14FA-4755-AF2F-34E17BDAAF19}" destId="{4DBD220B-4FCC-41A6-979A-EC6C1EA063A2}" srcOrd="0" destOrd="0" presId="urn:microsoft.com/office/officeart/2018/2/layout/IconVerticalSolidList"/>
    <dgm:cxn modelId="{1EC42376-7AF6-4AE3-8D5C-05CA40138B05}" type="presParOf" srcId="{7619E3E1-14FA-4755-AF2F-34E17BDAAF19}" destId="{44ADBB28-34A6-4A35-89B2-C30D4D9C801C}" srcOrd="1" destOrd="0" presId="urn:microsoft.com/office/officeart/2018/2/layout/IconVerticalSolidList"/>
    <dgm:cxn modelId="{88EE761E-78F7-42F0-A1E2-98AE3D14CE3E}" type="presParOf" srcId="{7619E3E1-14FA-4755-AF2F-34E17BDAAF19}" destId="{4D09BA42-E6DA-4E35-A0D5-FCFBBA94DD07}" srcOrd="2" destOrd="0" presId="urn:microsoft.com/office/officeart/2018/2/layout/IconVerticalSolidList"/>
    <dgm:cxn modelId="{F0BB781B-FB12-46A0-8D6D-AFC92AF7AC4F}" type="presParOf" srcId="{7619E3E1-14FA-4755-AF2F-34E17BDAAF19}" destId="{E72872DE-F241-48EE-985C-7F62812C8657}" srcOrd="3" destOrd="0" presId="urn:microsoft.com/office/officeart/2018/2/layout/IconVerticalSolidList"/>
    <dgm:cxn modelId="{3B53B652-4CB5-42FA-A8E0-DF21C39B875A}" type="presParOf" srcId="{6826E191-EDD4-489D-80DC-8E7065A7C5A8}" destId="{7B9B9B39-76FD-4FE7-91C3-AFDF91435BFC}" srcOrd="7" destOrd="0" presId="urn:microsoft.com/office/officeart/2018/2/layout/IconVerticalSolidList"/>
    <dgm:cxn modelId="{84D42534-A65F-4404-BA7B-897D4A734BDA}" type="presParOf" srcId="{6826E191-EDD4-489D-80DC-8E7065A7C5A8}" destId="{836DD84F-9F76-48D2-AC69-343E6333A4DC}" srcOrd="8" destOrd="0" presId="urn:microsoft.com/office/officeart/2018/2/layout/IconVerticalSolidList"/>
    <dgm:cxn modelId="{095970EC-EEF4-4DFF-870E-B432361B0120}" type="presParOf" srcId="{836DD84F-9F76-48D2-AC69-343E6333A4DC}" destId="{A3B7128F-CEB5-447E-99F2-0187F3D7642F}" srcOrd="0" destOrd="0" presId="urn:microsoft.com/office/officeart/2018/2/layout/IconVerticalSolidList"/>
    <dgm:cxn modelId="{91AB761D-858B-44AA-9F70-831426439C3F}" type="presParOf" srcId="{836DD84F-9F76-48D2-AC69-343E6333A4DC}" destId="{A8684C27-B2C6-4462-851C-86C7616E5E4F}" srcOrd="1" destOrd="0" presId="urn:microsoft.com/office/officeart/2018/2/layout/IconVerticalSolidList"/>
    <dgm:cxn modelId="{24639889-7BA7-451C-9F51-4B1DFC76AD5B}" type="presParOf" srcId="{836DD84F-9F76-48D2-AC69-343E6333A4DC}" destId="{6CA26034-3159-4B62-BCA4-D55D683A3AD4}" srcOrd="2" destOrd="0" presId="urn:microsoft.com/office/officeart/2018/2/layout/IconVerticalSolidList"/>
    <dgm:cxn modelId="{CADB4339-2BBF-4E91-9865-60BC53F3C95C}" type="presParOf" srcId="{836DD84F-9F76-48D2-AC69-343E6333A4DC}" destId="{23EFAD7D-062E-44E1-81B2-5BA9E7D46AD8}"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8C3A82-57B0-4DDD-9276-FD7A6AC78C6E}">
      <dsp:nvSpPr>
        <dsp:cNvPr id="0" name=""/>
        <dsp:cNvSpPr/>
      </dsp:nvSpPr>
      <dsp:spPr>
        <a:xfrm rot="5400000">
          <a:off x="6949385" y="-3031383"/>
          <a:ext cx="609708" cy="6827520"/>
        </a:xfrm>
        <a:prstGeom prst="round2Same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8110" tIns="59055" rIns="118110" bIns="59055" numCol="1" spcCol="1270" anchor="ctr" anchorCtr="0">
          <a:noAutofit/>
        </a:bodyPr>
        <a:lstStyle/>
        <a:p>
          <a:pPr marL="285750" lvl="1" indent="-285750" algn="l" defTabSz="1377950">
            <a:lnSpc>
              <a:spcPct val="90000"/>
            </a:lnSpc>
            <a:spcBef>
              <a:spcPct val="0"/>
            </a:spcBef>
            <a:spcAft>
              <a:spcPct val="15000"/>
            </a:spcAft>
            <a:buChar char="•"/>
          </a:pPr>
          <a:r>
            <a:rPr lang="en-US" sz="3100" kern="1200" dirty="0"/>
            <a:t>Current malaria epidemiology in India.</a:t>
          </a:r>
        </a:p>
      </dsp:txBody>
      <dsp:txXfrm rot="-5400000">
        <a:off x="3840480" y="107285"/>
        <a:ext cx="6797757" cy="550182"/>
      </dsp:txXfrm>
    </dsp:sp>
    <dsp:sp modelId="{9644F171-C1D5-40EB-8CA8-2FEFC015DCED}">
      <dsp:nvSpPr>
        <dsp:cNvPr id="0" name=""/>
        <dsp:cNvSpPr/>
      </dsp:nvSpPr>
      <dsp:spPr>
        <a:xfrm>
          <a:off x="0" y="1309"/>
          <a:ext cx="3840480" cy="76213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76200" rIns="152400" bIns="76200" numCol="1" spcCol="1270" anchor="ctr" anchorCtr="0">
          <a:noAutofit/>
        </a:bodyPr>
        <a:lstStyle/>
        <a:p>
          <a:pPr marL="0" lvl="0" indent="0" algn="ctr" defTabSz="1778000">
            <a:lnSpc>
              <a:spcPct val="90000"/>
            </a:lnSpc>
            <a:spcBef>
              <a:spcPct val="0"/>
            </a:spcBef>
            <a:spcAft>
              <a:spcPct val="35000"/>
            </a:spcAft>
            <a:buNone/>
          </a:pPr>
          <a:r>
            <a:rPr lang="en-US" sz="4000" kern="1200" dirty="0"/>
            <a:t>Describe</a:t>
          </a:r>
        </a:p>
      </dsp:txBody>
      <dsp:txXfrm>
        <a:off x="37204" y="38513"/>
        <a:ext cx="3766072" cy="687727"/>
      </dsp:txXfrm>
    </dsp:sp>
    <dsp:sp modelId="{08798A2C-C8A0-414B-B406-9A8A25D897C4}">
      <dsp:nvSpPr>
        <dsp:cNvPr id="0" name=""/>
        <dsp:cNvSpPr/>
      </dsp:nvSpPr>
      <dsp:spPr>
        <a:xfrm rot="5400000">
          <a:off x="6949385" y="-2231141"/>
          <a:ext cx="609708" cy="6827520"/>
        </a:xfrm>
        <a:prstGeom prst="round2Same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8110" tIns="59055" rIns="118110" bIns="59055" numCol="1" spcCol="1270" anchor="ctr" anchorCtr="0">
          <a:noAutofit/>
        </a:bodyPr>
        <a:lstStyle/>
        <a:p>
          <a:pPr marL="228600" lvl="1" indent="-228600" algn="l" defTabSz="977900">
            <a:lnSpc>
              <a:spcPct val="90000"/>
            </a:lnSpc>
            <a:spcBef>
              <a:spcPct val="0"/>
            </a:spcBef>
            <a:spcAft>
              <a:spcPct val="15000"/>
            </a:spcAft>
            <a:buChar char="•"/>
          </a:pPr>
          <a:r>
            <a:rPr lang="en-US" sz="2200" kern="1200" dirty="0"/>
            <a:t>Structure of the national malaria </a:t>
          </a:r>
          <a:r>
            <a:rPr lang="en-US" sz="2200" kern="1200" dirty="0" err="1"/>
            <a:t>programme</a:t>
          </a:r>
          <a:r>
            <a:rPr lang="en-US" sz="2200" kern="1200" dirty="0"/>
            <a:t>.</a:t>
          </a:r>
        </a:p>
      </dsp:txBody>
      <dsp:txXfrm rot="-5400000">
        <a:off x="3840480" y="907527"/>
        <a:ext cx="6797757" cy="550182"/>
      </dsp:txXfrm>
    </dsp:sp>
    <dsp:sp modelId="{3740C3DF-53EC-4568-A125-B35F9B61DA76}">
      <dsp:nvSpPr>
        <dsp:cNvPr id="0" name=""/>
        <dsp:cNvSpPr/>
      </dsp:nvSpPr>
      <dsp:spPr>
        <a:xfrm>
          <a:off x="0" y="801551"/>
          <a:ext cx="3840480" cy="762135"/>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76200" rIns="152400" bIns="76200" numCol="1" spcCol="1270" anchor="ctr" anchorCtr="0">
          <a:noAutofit/>
        </a:bodyPr>
        <a:lstStyle/>
        <a:p>
          <a:pPr marL="0" lvl="0" indent="0" algn="ctr" defTabSz="1778000">
            <a:lnSpc>
              <a:spcPct val="90000"/>
            </a:lnSpc>
            <a:spcBef>
              <a:spcPct val="0"/>
            </a:spcBef>
            <a:spcAft>
              <a:spcPct val="35000"/>
            </a:spcAft>
            <a:buNone/>
          </a:pPr>
          <a:r>
            <a:rPr lang="en-US" sz="4000" kern="1200" dirty="0"/>
            <a:t>Explain</a:t>
          </a:r>
        </a:p>
      </dsp:txBody>
      <dsp:txXfrm>
        <a:off x="37204" y="838755"/>
        <a:ext cx="3766072" cy="687727"/>
      </dsp:txXfrm>
    </dsp:sp>
    <dsp:sp modelId="{EE289005-412D-434D-A477-C91F889B995C}">
      <dsp:nvSpPr>
        <dsp:cNvPr id="0" name=""/>
        <dsp:cNvSpPr/>
      </dsp:nvSpPr>
      <dsp:spPr>
        <a:xfrm rot="5400000">
          <a:off x="6949385" y="-1430899"/>
          <a:ext cx="609708" cy="6827520"/>
        </a:xfrm>
        <a:prstGeom prst="round2Same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8110" tIns="59055" rIns="118110" bIns="59055" numCol="1" spcCol="1270" anchor="ctr" anchorCtr="0">
          <a:noAutofit/>
        </a:bodyPr>
        <a:lstStyle/>
        <a:p>
          <a:pPr marL="228600" lvl="1" indent="-228600" algn="l" defTabSz="977900">
            <a:lnSpc>
              <a:spcPct val="90000"/>
            </a:lnSpc>
            <a:spcBef>
              <a:spcPct val="0"/>
            </a:spcBef>
            <a:spcAft>
              <a:spcPct val="15000"/>
            </a:spcAft>
            <a:buChar char="•"/>
          </a:pPr>
          <a:r>
            <a:rPr lang="en-US" sz="2200" kern="1200" dirty="0"/>
            <a:t>India’s major malaria elimination goals &amp; targets.</a:t>
          </a:r>
        </a:p>
      </dsp:txBody>
      <dsp:txXfrm rot="-5400000">
        <a:off x="3840480" y="1707769"/>
        <a:ext cx="6797757" cy="550182"/>
      </dsp:txXfrm>
    </dsp:sp>
    <dsp:sp modelId="{BB043F68-E2AB-441B-816A-F031001522F5}">
      <dsp:nvSpPr>
        <dsp:cNvPr id="0" name=""/>
        <dsp:cNvSpPr/>
      </dsp:nvSpPr>
      <dsp:spPr>
        <a:xfrm>
          <a:off x="0" y="1601793"/>
          <a:ext cx="3840480" cy="762135"/>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76200" rIns="152400" bIns="76200" numCol="1" spcCol="1270" anchor="ctr" anchorCtr="0">
          <a:noAutofit/>
        </a:bodyPr>
        <a:lstStyle/>
        <a:p>
          <a:pPr marL="0" lvl="0" indent="0" algn="ctr" defTabSz="1778000">
            <a:lnSpc>
              <a:spcPct val="90000"/>
            </a:lnSpc>
            <a:spcBef>
              <a:spcPct val="0"/>
            </a:spcBef>
            <a:spcAft>
              <a:spcPct val="35000"/>
            </a:spcAft>
            <a:buNone/>
          </a:pPr>
          <a:r>
            <a:rPr lang="en-US" sz="4000" kern="1200" dirty="0"/>
            <a:t>Goals </a:t>
          </a:r>
        </a:p>
      </dsp:txBody>
      <dsp:txXfrm>
        <a:off x="37204" y="1638997"/>
        <a:ext cx="3766072" cy="687727"/>
      </dsp:txXfrm>
    </dsp:sp>
    <dsp:sp modelId="{75453693-380F-4B1A-B086-C9A85155FAEB}">
      <dsp:nvSpPr>
        <dsp:cNvPr id="0" name=""/>
        <dsp:cNvSpPr/>
      </dsp:nvSpPr>
      <dsp:spPr>
        <a:xfrm rot="5400000">
          <a:off x="6949385" y="-630656"/>
          <a:ext cx="609708" cy="6827520"/>
        </a:xfrm>
        <a:prstGeom prst="round2Same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8110" tIns="59055" rIns="118110" bIns="59055" numCol="1" spcCol="1270" anchor="ctr" anchorCtr="0">
          <a:noAutofit/>
        </a:bodyPr>
        <a:lstStyle/>
        <a:p>
          <a:pPr marL="228600" lvl="1" indent="-228600" algn="l" defTabSz="977900">
            <a:lnSpc>
              <a:spcPct val="90000"/>
            </a:lnSpc>
            <a:spcBef>
              <a:spcPct val="0"/>
            </a:spcBef>
            <a:spcAft>
              <a:spcPct val="15000"/>
            </a:spcAft>
            <a:buChar char="•"/>
          </a:pPr>
          <a:r>
            <a:rPr lang="en-US" sz="2200" kern="1200" dirty="0"/>
            <a:t>Surveillance As the core intervention for elimination.</a:t>
          </a:r>
        </a:p>
      </dsp:txBody>
      <dsp:txXfrm rot="-5400000">
        <a:off x="3840480" y="2508012"/>
        <a:ext cx="6797757" cy="550182"/>
      </dsp:txXfrm>
    </dsp:sp>
    <dsp:sp modelId="{710AE945-8DC1-4F6A-8881-B2C02D8191A3}">
      <dsp:nvSpPr>
        <dsp:cNvPr id="0" name=""/>
        <dsp:cNvSpPr/>
      </dsp:nvSpPr>
      <dsp:spPr>
        <a:xfrm>
          <a:off x="0" y="2402035"/>
          <a:ext cx="3840480" cy="762135"/>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76200" rIns="152400" bIns="76200" numCol="1" spcCol="1270" anchor="ctr" anchorCtr="0">
          <a:noAutofit/>
        </a:bodyPr>
        <a:lstStyle/>
        <a:p>
          <a:pPr marL="0" lvl="0" indent="0" algn="ctr" defTabSz="1778000">
            <a:lnSpc>
              <a:spcPct val="90000"/>
            </a:lnSpc>
            <a:spcBef>
              <a:spcPct val="0"/>
            </a:spcBef>
            <a:spcAft>
              <a:spcPct val="35000"/>
            </a:spcAft>
            <a:buNone/>
          </a:pPr>
          <a:r>
            <a:rPr lang="en-US" sz="4000" kern="1200" dirty="0"/>
            <a:t>Discuss</a:t>
          </a:r>
        </a:p>
      </dsp:txBody>
      <dsp:txXfrm>
        <a:off x="37204" y="2439239"/>
        <a:ext cx="3766072" cy="687727"/>
      </dsp:txXfrm>
    </dsp:sp>
    <dsp:sp modelId="{DD08E097-F0E0-4AA8-B9C2-72398AA9F867}">
      <dsp:nvSpPr>
        <dsp:cNvPr id="0" name=""/>
        <dsp:cNvSpPr/>
      </dsp:nvSpPr>
      <dsp:spPr>
        <a:xfrm rot="5400000">
          <a:off x="6949385" y="169585"/>
          <a:ext cx="609708" cy="6827520"/>
        </a:xfrm>
        <a:prstGeom prst="round2SameRect">
          <a:avLst/>
        </a:prstGeom>
        <a:solidFill>
          <a:schemeClr val="accent6">
            <a:tint val="40000"/>
            <a:alpha val="90000"/>
            <a:hueOff val="0"/>
            <a:satOff val="0"/>
            <a:lumOff val="0"/>
            <a:alphaOff val="0"/>
          </a:schemeClr>
        </a:solidFill>
        <a:ln w="12700" cap="flat" cmpd="sng" algn="ctr">
          <a:solidFill>
            <a:schemeClr val="accent6">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8110" tIns="59055" rIns="118110" bIns="59055" numCol="1" spcCol="1270" anchor="ctr" anchorCtr="0">
          <a:noAutofit/>
        </a:bodyPr>
        <a:lstStyle/>
        <a:p>
          <a:pPr marL="228600" lvl="1" indent="-228600" algn="l" defTabSz="977900">
            <a:lnSpc>
              <a:spcPct val="90000"/>
            </a:lnSpc>
            <a:spcBef>
              <a:spcPct val="0"/>
            </a:spcBef>
            <a:spcAft>
              <a:spcPct val="15000"/>
            </a:spcAft>
            <a:buChar char="•"/>
          </a:pPr>
          <a:r>
            <a:rPr lang="en-US" sz="2200" kern="1200" dirty="0"/>
            <a:t>Key entomological principles And vector control strategies.</a:t>
          </a:r>
        </a:p>
      </dsp:txBody>
      <dsp:txXfrm rot="-5400000">
        <a:off x="3840480" y="3308254"/>
        <a:ext cx="6797757" cy="550182"/>
      </dsp:txXfrm>
    </dsp:sp>
    <dsp:sp modelId="{95583386-51C7-4434-B669-0DD0AF53D21F}">
      <dsp:nvSpPr>
        <dsp:cNvPr id="0" name=""/>
        <dsp:cNvSpPr/>
      </dsp:nvSpPr>
      <dsp:spPr>
        <a:xfrm>
          <a:off x="0" y="3202277"/>
          <a:ext cx="3840480" cy="762135"/>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76200" rIns="152400" bIns="76200" numCol="1" spcCol="1270" anchor="ctr" anchorCtr="0">
          <a:noAutofit/>
        </a:bodyPr>
        <a:lstStyle/>
        <a:p>
          <a:pPr marL="0" lvl="0" indent="0" algn="ctr" defTabSz="1778000">
            <a:lnSpc>
              <a:spcPct val="90000"/>
            </a:lnSpc>
            <a:spcBef>
              <a:spcPct val="0"/>
            </a:spcBef>
            <a:spcAft>
              <a:spcPct val="35000"/>
            </a:spcAft>
            <a:buNone/>
          </a:pPr>
          <a:r>
            <a:rPr lang="en-US" sz="4000" kern="1200" dirty="0"/>
            <a:t>Outline</a:t>
          </a:r>
        </a:p>
      </dsp:txBody>
      <dsp:txXfrm>
        <a:off x="37204" y="3239481"/>
        <a:ext cx="3766072" cy="687727"/>
      </dsp:txXfrm>
    </dsp:sp>
    <dsp:sp modelId="{B83AE487-CA82-4283-8B58-FC4E9882F9B8}">
      <dsp:nvSpPr>
        <dsp:cNvPr id="0" name=""/>
        <dsp:cNvSpPr/>
      </dsp:nvSpPr>
      <dsp:spPr>
        <a:xfrm rot="5400000">
          <a:off x="6949385" y="969827"/>
          <a:ext cx="609708" cy="6827520"/>
        </a:xfrm>
        <a:prstGeom prst="round2Same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8110" tIns="59055" rIns="118110" bIns="59055" numCol="1" spcCol="1270" anchor="ctr" anchorCtr="0">
          <a:noAutofit/>
        </a:bodyPr>
        <a:lstStyle/>
        <a:p>
          <a:pPr marL="228600" lvl="1" indent="-228600" algn="l" defTabSz="977900">
            <a:lnSpc>
              <a:spcPct val="90000"/>
            </a:lnSpc>
            <a:spcBef>
              <a:spcPct val="0"/>
            </a:spcBef>
            <a:spcAft>
              <a:spcPct val="15000"/>
            </a:spcAft>
            <a:buChar char="•"/>
          </a:pPr>
          <a:r>
            <a:rPr lang="en-US" sz="2200" kern="1200" dirty="0"/>
            <a:t>Major challenges in the last mile toward elimination.</a:t>
          </a:r>
        </a:p>
      </dsp:txBody>
      <dsp:txXfrm rot="-5400000">
        <a:off x="3840480" y="4108496"/>
        <a:ext cx="6797757" cy="550182"/>
      </dsp:txXfrm>
    </dsp:sp>
    <dsp:sp modelId="{F4A8070D-7684-409B-85B8-1223679E89D3}">
      <dsp:nvSpPr>
        <dsp:cNvPr id="0" name=""/>
        <dsp:cNvSpPr/>
      </dsp:nvSpPr>
      <dsp:spPr>
        <a:xfrm>
          <a:off x="0" y="4002519"/>
          <a:ext cx="3840480" cy="76213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76200" rIns="152400" bIns="76200" numCol="1" spcCol="1270" anchor="ctr" anchorCtr="0">
          <a:noAutofit/>
        </a:bodyPr>
        <a:lstStyle/>
        <a:p>
          <a:pPr marL="0" lvl="0" indent="0" algn="ctr" defTabSz="1778000">
            <a:lnSpc>
              <a:spcPct val="90000"/>
            </a:lnSpc>
            <a:spcBef>
              <a:spcPct val="0"/>
            </a:spcBef>
            <a:spcAft>
              <a:spcPct val="35000"/>
            </a:spcAft>
            <a:buNone/>
          </a:pPr>
          <a:r>
            <a:rPr lang="en-US" sz="4000" kern="1200" dirty="0"/>
            <a:t>Identify</a:t>
          </a:r>
        </a:p>
      </dsp:txBody>
      <dsp:txXfrm>
        <a:off x="37204" y="4039723"/>
        <a:ext cx="3766072" cy="68772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8FE7B2-F8B5-49F1-B0B1-52859EC648A8}">
      <dsp:nvSpPr>
        <dsp:cNvPr id="0" name=""/>
        <dsp:cNvSpPr/>
      </dsp:nvSpPr>
      <dsp:spPr>
        <a:xfrm>
          <a:off x="3313" y="105523"/>
          <a:ext cx="3230505" cy="800169"/>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US" sz="2300" b="1" kern="1200"/>
            <a:t>Climate:</a:t>
          </a:r>
          <a:endParaRPr lang="en-US" sz="2300" kern="1200"/>
        </a:p>
      </dsp:txBody>
      <dsp:txXfrm>
        <a:off x="3313" y="105523"/>
        <a:ext cx="3230505" cy="800169"/>
      </dsp:txXfrm>
    </dsp:sp>
    <dsp:sp modelId="{FD3FD64E-B160-463E-9881-53ECFF179670}">
      <dsp:nvSpPr>
        <dsp:cNvPr id="0" name=""/>
        <dsp:cNvSpPr/>
      </dsp:nvSpPr>
      <dsp:spPr>
        <a:xfrm>
          <a:off x="3313" y="905693"/>
          <a:ext cx="3230505" cy="3551343"/>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US" sz="2300" kern="1200" dirty="0"/>
            <a:t>Optimum temperature: 20–30°C for parasite development in the mosquito</a:t>
          </a:r>
        </a:p>
        <a:p>
          <a:pPr marL="228600" lvl="1" indent="-228600" algn="l" defTabSz="1022350">
            <a:lnSpc>
              <a:spcPct val="90000"/>
            </a:lnSpc>
            <a:spcBef>
              <a:spcPct val="0"/>
            </a:spcBef>
            <a:spcAft>
              <a:spcPct val="15000"/>
            </a:spcAft>
            <a:buChar char="•"/>
          </a:pPr>
          <a:r>
            <a:rPr lang="en-US" sz="2300" kern="1200" dirty="0"/>
            <a:t>Relative humidity: at least 60% required</a:t>
          </a:r>
        </a:p>
        <a:p>
          <a:pPr marL="228600" lvl="1" indent="-228600" algn="l" defTabSz="1022350">
            <a:lnSpc>
              <a:spcPct val="90000"/>
            </a:lnSpc>
            <a:spcBef>
              <a:spcPct val="0"/>
            </a:spcBef>
            <a:spcAft>
              <a:spcPct val="15000"/>
            </a:spcAft>
            <a:buChar char="•"/>
          </a:pPr>
          <a:r>
            <a:rPr lang="en-US" sz="2300" kern="1200" dirty="0"/>
            <a:t>Rainfall provides mosquito breeding opportunities</a:t>
          </a:r>
        </a:p>
      </dsp:txBody>
      <dsp:txXfrm>
        <a:off x="3313" y="905693"/>
        <a:ext cx="3230505" cy="3551343"/>
      </dsp:txXfrm>
    </dsp:sp>
    <dsp:sp modelId="{F0957CCA-0B34-44BF-AD27-20D1908E6B3B}">
      <dsp:nvSpPr>
        <dsp:cNvPr id="0" name=""/>
        <dsp:cNvSpPr/>
      </dsp:nvSpPr>
      <dsp:spPr>
        <a:xfrm>
          <a:off x="3686090" y="105523"/>
          <a:ext cx="3230505" cy="800169"/>
        </a:xfrm>
        <a:prstGeom prst="rect">
          <a:avLst/>
        </a:prstGeom>
        <a:solidFill>
          <a:schemeClr val="accent2">
            <a:hueOff val="1597608"/>
            <a:satOff val="-19575"/>
            <a:lumOff val="-10294"/>
            <a:alphaOff val="0"/>
          </a:schemeClr>
        </a:solidFill>
        <a:ln w="12700" cap="flat" cmpd="sng" algn="ctr">
          <a:solidFill>
            <a:schemeClr val="accent2">
              <a:hueOff val="1597608"/>
              <a:satOff val="-19575"/>
              <a:lumOff val="-1029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US" sz="2300" b="1" kern="1200"/>
            <a:t>Seasonality:</a:t>
          </a:r>
          <a:endParaRPr lang="en-US" sz="2300" kern="1200"/>
        </a:p>
      </dsp:txBody>
      <dsp:txXfrm>
        <a:off x="3686090" y="105523"/>
        <a:ext cx="3230505" cy="800169"/>
      </dsp:txXfrm>
    </dsp:sp>
    <dsp:sp modelId="{2EB70641-077F-4C10-B023-E4244AF2100F}">
      <dsp:nvSpPr>
        <dsp:cNvPr id="0" name=""/>
        <dsp:cNvSpPr/>
      </dsp:nvSpPr>
      <dsp:spPr>
        <a:xfrm>
          <a:off x="3686090" y="905693"/>
          <a:ext cx="3230505" cy="3551343"/>
        </a:xfrm>
        <a:prstGeom prst="rect">
          <a:avLst/>
        </a:prstGeom>
        <a:solidFill>
          <a:schemeClr val="accent2">
            <a:tint val="40000"/>
            <a:alpha val="90000"/>
            <a:hueOff val="1158073"/>
            <a:satOff val="-26735"/>
            <a:lumOff val="-2556"/>
            <a:alphaOff val="0"/>
          </a:schemeClr>
        </a:solidFill>
        <a:ln w="12700" cap="flat" cmpd="sng" algn="ctr">
          <a:solidFill>
            <a:schemeClr val="accent2">
              <a:tint val="40000"/>
              <a:alpha val="90000"/>
              <a:hueOff val="1158073"/>
              <a:satOff val="-26735"/>
              <a:lumOff val="-255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US" sz="2300" kern="1200"/>
            <a:t>Peak incidence: July to November in most parts of India</a:t>
          </a:r>
        </a:p>
        <a:p>
          <a:pPr marL="228600" lvl="1" indent="-228600" algn="l" defTabSz="1022350">
            <a:lnSpc>
              <a:spcPct val="90000"/>
            </a:lnSpc>
            <a:spcBef>
              <a:spcPct val="0"/>
            </a:spcBef>
            <a:spcAft>
              <a:spcPct val="15000"/>
            </a:spcAft>
            <a:buChar char="•"/>
          </a:pPr>
          <a:r>
            <a:rPr lang="en-US" sz="2300" kern="1200"/>
            <a:t>Varies by altitude, geography and local ecological conditions</a:t>
          </a:r>
        </a:p>
      </dsp:txBody>
      <dsp:txXfrm>
        <a:off x="3686090" y="905693"/>
        <a:ext cx="3230505" cy="3551343"/>
      </dsp:txXfrm>
    </dsp:sp>
    <dsp:sp modelId="{BA7EC570-65A5-42EA-BBA3-C6C8E1F74132}">
      <dsp:nvSpPr>
        <dsp:cNvPr id="0" name=""/>
        <dsp:cNvSpPr/>
      </dsp:nvSpPr>
      <dsp:spPr>
        <a:xfrm>
          <a:off x="7368866" y="105523"/>
          <a:ext cx="3230505" cy="800169"/>
        </a:xfrm>
        <a:prstGeom prst="rect">
          <a:avLst/>
        </a:prstGeom>
        <a:solidFill>
          <a:schemeClr val="accent2">
            <a:hueOff val="3195217"/>
            <a:satOff val="-39150"/>
            <a:lumOff val="-20588"/>
            <a:alphaOff val="0"/>
          </a:schemeClr>
        </a:solidFill>
        <a:ln w="12700" cap="flat" cmpd="sng" algn="ctr">
          <a:solidFill>
            <a:schemeClr val="accent2">
              <a:hueOff val="3195217"/>
              <a:satOff val="-39150"/>
              <a:lumOff val="-2058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US" sz="2300" b="1" kern="1200" dirty="0"/>
            <a:t>Sustaining transmission:</a:t>
          </a:r>
          <a:endParaRPr lang="en-US" sz="2300" kern="1200" dirty="0"/>
        </a:p>
      </dsp:txBody>
      <dsp:txXfrm>
        <a:off x="7368866" y="105523"/>
        <a:ext cx="3230505" cy="800169"/>
      </dsp:txXfrm>
    </dsp:sp>
    <dsp:sp modelId="{35C68D1B-42E5-4334-9525-079DA0B737A6}">
      <dsp:nvSpPr>
        <dsp:cNvPr id="0" name=""/>
        <dsp:cNvSpPr/>
      </dsp:nvSpPr>
      <dsp:spPr>
        <a:xfrm>
          <a:off x="7368866" y="905693"/>
          <a:ext cx="3230505" cy="3551343"/>
        </a:xfrm>
        <a:prstGeom prst="rect">
          <a:avLst/>
        </a:prstGeom>
        <a:solidFill>
          <a:schemeClr val="accent2">
            <a:tint val="40000"/>
            <a:alpha val="90000"/>
            <a:hueOff val="2316146"/>
            <a:satOff val="-53471"/>
            <a:lumOff val="-5111"/>
            <a:alphaOff val="0"/>
          </a:schemeClr>
        </a:solidFill>
        <a:ln w="12700" cap="flat" cmpd="sng" algn="ctr">
          <a:solidFill>
            <a:schemeClr val="accent2">
              <a:tint val="40000"/>
              <a:alpha val="90000"/>
              <a:hueOff val="2316146"/>
              <a:satOff val="-53471"/>
              <a:lumOff val="-511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US" sz="2300" kern="1200"/>
            <a:t>Forests and forest fringes</a:t>
          </a:r>
        </a:p>
        <a:p>
          <a:pPr marL="228600" lvl="1" indent="-228600" algn="l" defTabSz="1022350">
            <a:lnSpc>
              <a:spcPct val="90000"/>
            </a:lnSpc>
            <a:spcBef>
              <a:spcPct val="0"/>
            </a:spcBef>
            <a:spcAft>
              <a:spcPct val="15000"/>
            </a:spcAft>
            <a:buChar char="•"/>
          </a:pPr>
          <a:r>
            <a:rPr lang="en-US" sz="2300" kern="1200"/>
            <a:t>Hills and valleys</a:t>
          </a:r>
        </a:p>
        <a:p>
          <a:pPr marL="228600" lvl="1" indent="-228600" algn="l" defTabSz="1022350">
            <a:lnSpc>
              <a:spcPct val="90000"/>
            </a:lnSpc>
            <a:spcBef>
              <a:spcPct val="0"/>
            </a:spcBef>
            <a:spcAft>
              <a:spcPct val="15000"/>
            </a:spcAft>
            <a:buChar char="•"/>
          </a:pPr>
          <a:r>
            <a:rPr lang="en-US" sz="2300" kern="1200"/>
            <a:t>River basins and irrigation canal areas</a:t>
          </a:r>
        </a:p>
        <a:p>
          <a:pPr marL="228600" lvl="1" indent="-228600" algn="l" defTabSz="1022350">
            <a:lnSpc>
              <a:spcPct val="90000"/>
            </a:lnSpc>
            <a:spcBef>
              <a:spcPct val="0"/>
            </a:spcBef>
            <a:spcAft>
              <a:spcPct val="15000"/>
            </a:spcAft>
            <a:buChar char="•"/>
          </a:pPr>
          <a:r>
            <a:rPr lang="en-US" sz="2300" kern="1200"/>
            <a:t>Urban water storage and construction sites (An. stephensi)</a:t>
          </a:r>
        </a:p>
        <a:p>
          <a:pPr marL="228600" lvl="1" indent="-228600" algn="l" defTabSz="1022350">
            <a:lnSpc>
              <a:spcPct val="90000"/>
            </a:lnSpc>
            <a:spcBef>
              <a:spcPct val="0"/>
            </a:spcBef>
            <a:spcAft>
              <a:spcPct val="15000"/>
            </a:spcAft>
            <a:buChar char="•"/>
          </a:pPr>
          <a:r>
            <a:rPr lang="en-US" sz="2300" kern="1200"/>
            <a:t>Border areas and project sites</a:t>
          </a:r>
        </a:p>
      </dsp:txBody>
      <dsp:txXfrm>
        <a:off x="7368866" y="905693"/>
        <a:ext cx="3230505" cy="355134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DC567C-0670-4E20-A98B-139B35C8255E}">
      <dsp:nvSpPr>
        <dsp:cNvPr id="0" name=""/>
        <dsp:cNvSpPr/>
      </dsp:nvSpPr>
      <dsp:spPr>
        <a:xfrm>
          <a:off x="0" y="114795"/>
          <a:ext cx="6858000" cy="5382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kern="1200" dirty="0"/>
            <a:t>Output indicators</a:t>
          </a:r>
          <a:r>
            <a:rPr lang="en-US" sz="2300" kern="1200" dirty="0"/>
            <a:t> (</a:t>
          </a:r>
          <a:r>
            <a:rPr lang="en-US" sz="2300" kern="1200" dirty="0" err="1"/>
            <a:t>programme</a:t>
          </a:r>
          <a:r>
            <a:rPr lang="en-US" sz="2300" kern="1200" dirty="0"/>
            <a:t>):</a:t>
          </a:r>
        </a:p>
      </dsp:txBody>
      <dsp:txXfrm>
        <a:off x="26273" y="141068"/>
        <a:ext cx="6805454" cy="485654"/>
      </dsp:txXfrm>
    </dsp:sp>
    <dsp:sp modelId="{4F314191-2D77-4E59-996A-EFBAC53CEAE4}">
      <dsp:nvSpPr>
        <dsp:cNvPr id="0" name=""/>
        <dsp:cNvSpPr/>
      </dsp:nvSpPr>
      <dsp:spPr>
        <a:xfrm>
          <a:off x="0" y="652995"/>
          <a:ext cx="6858000" cy="14521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7742"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a:t>Number of blood slides examined (ABER)</a:t>
          </a:r>
        </a:p>
        <a:p>
          <a:pPr marL="171450" lvl="1" indent="-171450" algn="l" defTabSz="800100">
            <a:lnSpc>
              <a:spcPct val="90000"/>
            </a:lnSpc>
            <a:spcBef>
              <a:spcPct val="0"/>
            </a:spcBef>
            <a:spcAft>
              <a:spcPct val="20000"/>
            </a:spcAft>
            <a:buChar char="•"/>
          </a:pPr>
          <a:r>
            <a:rPr lang="en-US" sz="1800" kern="1200" dirty="0"/>
            <a:t>IRS coverage achieved</a:t>
          </a:r>
        </a:p>
        <a:p>
          <a:pPr marL="171450" lvl="1" indent="-171450" algn="l" defTabSz="800100">
            <a:lnSpc>
              <a:spcPct val="90000"/>
            </a:lnSpc>
            <a:spcBef>
              <a:spcPct val="0"/>
            </a:spcBef>
            <a:spcAft>
              <a:spcPct val="20000"/>
            </a:spcAft>
            <a:buChar char="•"/>
          </a:pPr>
          <a:r>
            <a:rPr lang="en-US" sz="1800" kern="1200"/>
            <a:t>LLINs distributed and in use</a:t>
          </a:r>
        </a:p>
        <a:p>
          <a:pPr marL="171450" lvl="1" indent="-171450" algn="l" defTabSz="800100">
            <a:lnSpc>
              <a:spcPct val="90000"/>
            </a:lnSpc>
            <a:spcBef>
              <a:spcPct val="0"/>
            </a:spcBef>
            <a:spcAft>
              <a:spcPct val="20000"/>
            </a:spcAft>
            <a:buChar char="•"/>
          </a:pPr>
          <a:r>
            <a:rPr lang="en-US" sz="1800" kern="1200" dirty="0"/>
            <a:t>Number of cases notified and investigated</a:t>
          </a:r>
        </a:p>
        <a:p>
          <a:pPr marL="171450" lvl="1" indent="-171450" algn="l" defTabSz="800100">
            <a:lnSpc>
              <a:spcPct val="90000"/>
            </a:lnSpc>
            <a:spcBef>
              <a:spcPct val="0"/>
            </a:spcBef>
            <a:spcAft>
              <a:spcPct val="20000"/>
            </a:spcAft>
            <a:buChar char="•"/>
          </a:pPr>
          <a:r>
            <a:rPr lang="en-US" sz="1800" kern="1200"/>
            <a:t>Number of foci investigated and responded to</a:t>
          </a:r>
        </a:p>
      </dsp:txBody>
      <dsp:txXfrm>
        <a:off x="0" y="652995"/>
        <a:ext cx="6858000" cy="1452105"/>
      </dsp:txXfrm>
    </dsp:sp>
    <dsp:sp modelId="{79212CB7-8AEC-4B5A-A519-5491DF0B4B45}">
      <dsp:nvSpPr>
        <dsp:cNvPr id="0" name=""/>
        <dsp:cNvSpPr/>
      </dsp:nvSpPr>
      <dsp:spPr>
        <a:xfrm>
          <a:off x="0" y="2105100"/>
          <a:ext cx="6858000" cy="538200"/>
        </a:xfrm>
        <a:prstGeom prst="roundRect">
          <a:avLst/>
        </a:prstGeom>
        <a:solidFill>
          <a:schemeClr val="accent2">
            <a:hueOff val="1597608"/>
            <a:satOff val="-19575"/>
            <a:lumOff val="-1029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kern="1200" dirty="0"/>
            <a:t>Outcome indicators</a:t>
          </a:r>
          <a:r>
            <a:rPr lang="en-US" sz="2300" kern="1200" dirty="0"/>
            <a:t> (short-term results):</a:t>
          </a:r>
        </a:p>
      </dsp:txBody>
      <dsp:txXfrm>
        <a:off x="26273" y="2131373"/>
        <a:ext cx="6805454" cy="485654"/>
      </dsp:txXfrm>
    </dsp:sp>
    <dsp:sp modelId="{6782085A-48F6-4CCE-A4AA-68D7085E818C}">
      <dsp:nvSpPr>
        <dsp:cNvPr id="0" name=""/>
        <dsp:cNvSpPr/>
      </dsp:nvSpPr>
      <dsp:spPr>
        <a:xfrm>
          <a:off x="0" y="2643300"/>
          <a:ext cx="6858000" cy="8807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7742"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a:t>SPR / TPR trends</a:t>
          </a:r>
        </a:p>
        <a:p>
          <a:pPr marL="171450" lvl="1" indent="-171450" algn="l" defTabSz="800100">
            <a:lnSpc>
              <a:spcPct val="90000"/>
            </a:lnSpc>
            <a:spcBef>
              <a:spcPct val="0"/>
            </a:spcBef>
            <a:spcAft>
              <a:spcPct val="20000"/>
            </a:spcAft>
            <a:buChar char="•"/>
          </a:pPr>
          <a:r>
            <a:rPr lang="en-US" sz="1800" kern="1200"/>
            <a:t>Proportion of cases receiving parasitological confirmation</a:t>
          </a:r>
        </a:p>
        <a:p>
          <a:pPr marL="171450" lvl="1" indent="-171450" algn="l" defTabSz="800100">
            <a:lnSpc>
              <a:spcPct val="90000"/>
            </a:lnSpc>
            <a:spcBef>
              <a:spcPct val="0"/>
            </a:spcBef>
            <a:spcAft>
              <a:spcPct val="20000"/>
            </a:spcAft>
            <a:buChar char="•"/>
          </a:pPr>
          <a:r>
            <a:rPr lang="en-US" sz="1800" kern="1200"/>
            <a:t>Proportion of confirmed cases receiving treatment within 24 hours</a:t>
          </a:r>
        </a:p>
      </dsp:txBody>
      <dsp:txXfrm>
        <a:off x="0" y="2643300"/>
        <a:ext cx="6858000" cy="880785"/>
      </dsp:txXfrm>
    </dsp:sp>
    <dsp:sp modelId="{A33E8E59-659C-451C-9984-207E3347BB3A}">
      <dsp:nvSpPr>
        <dsp:cNvPr id="0" name=""/>
        <dsp:cNvSpPr/>
      </dsp:nvSpPr>
      <dsp:spPr>
        <a:xfrm>
          <a:off x="0" y="3524085"/>
          <a:ext cx="6858000" cy="538200"/>
        </a:xfrm>
        <a:prstGeom prst="roundRect">
          <a:avLst/>
        </a:prstGeom>
        <a:solidFill>
          <a:schemeClr val="accent2">
            <a:hueOff val="3195217"/>
            <a:satOff val="-39150"/>
            <a:lumOff val="-205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kern="1200"/>
            <a:t>Impact indicators</a:t>
          </a:r>
          <a:r>
            <a:rPr lang="en-US" sz="2300" kern="1200"/>
            <a:t> (long-term change):</a:t>
          </a:r>
        </a:p>
      </dsp:txBody>
      <dsp:txXfrm>
        <a:off x="26273" y="3550358"/>
        <a:ext cx="6805454" cy="485654"/>
      </dsp:txXfrm>
    </dsp:sp>
    <dsp:sp modelId="{1AE1BEC0-2C0E-47AF-9C63-2B6373EA77F7}">
      <dsp:nvSpPr>
        <dsp:cNvPr id="0" name=""/>
        <dsp:cNvSpPr/>
      </dsp:nvSpPr>
      <dsp:spPr>
        <a:xfrm>
          <a:off x="0" y="4062285"/>
          <a:ext cx="6858000" cy="1166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7742"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a:t>API trend</a:t>
          </a:r>
        </a:p>
        <a:p>
          <a:pPr marL="171450" lvl="1" indent="-171450" algn="l" defTabSz="800100">
            <a:lnSpc>
              <a:spcPct val="90000"/>
            </a:lnSpc>
            <a:spcBef>
              <a:spcPct val="0"/>
            </a:spcBef>
            <a:spcAft>
              <a:spcPct val="20000"/>
            </a:spcAft>
            <a:buChar char="•"/>
          </a:pPr>
          <a:r>
            <a:rPr lang="en-US" sz="1800" kern="1200"/>
            <a:t>Malaria mortality rate</a:t>
          </a:r>
        </a:p>
        <a:p>
          <a:pPr marL="171450" lvl="1" indent="-171450" algn="l" defTabSz="800100">
            <a:lnSpc>
              <a:spcPct val="90000"/>
            </a:lnSpc>
            <a:spcBef>
              <a:spcPct val="0"/>
            </a:spcBef>
            <a:spcAft>
              <a:spcPct val="20000"/>
            </a:spcAft>
            <a:buChar char="•"/>
          </a:pPr>
          <a:r>
            <a:rPr lang="en-US" sz="1800" kern="1200"/>
            <a:t>Number of Category 0 districts</a:t>
          </a:r>
        </a:p>
        <a:p>
          <a:pPr marL="171450" lvl="1" indent="-171450" algn="l" defTabSz="800100">
            <a:lnSpc>
              <a:spcPct val="90000"/>
            </a:lnSpc>
            <a:spcBef>
              <a:spcPct val="0"/>
            </a:spcBef>
            <a:spcAft>
              <a:spcPct val="20000"/>
            </a:spcAft>
            <a:buChar char="•"/>
          </a:pPr>
          <a:r>
            <a:rPr lang="en-US" sz="1800" kern="1200"/>
            <a:t>Number of states and UTs achieving zero indigenous cases</a:t>
          </a:r>
        </a:p>
      </dsp:txBody>
      <dsp:txXfrm>
        <a:off x="0" y="4062285"/>
        <a:ext cx="6858000" cy="116644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C1606D-A533-4A83-AE3D-FB56432A6E15}">
      <dsp:nvSpPr>
        <dsp:cNvPr id="0" name=""/>
        <dsp:cNvSpPr/>
      </dsp:nvSpPr>
      <dsp:spPr>
        <a:xfrm>
          <a:off x="0" y="27923"/>
          <a:ext cx="6858000" cy="63180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1" kern="1200" dirty="0"/>
            <a:t>Regular monitoring of:</a:t>
          </a:r>
          <a:endParaRPr lang="en-US" sz="2700" kern="1200" dirty="0"/>
        </a:p>
      </dsp:txBody>
      <dsp:txXfrm>
        <a:off x="30842" y="58765"/>
        <a:ext cx="6796316" cy="570116"/>
      </dsp:txXfrm>
    </dsp:sp>
    <dsp:sp modelId="{C7316B2D-442D-4E2D-A44F-DB9C4571BB07}">
      <dsp:nvSpPr>
        <dsp:cNvPr id="0" name=""/>
        <dsp:cNvSpPr/>
      </dsp:nvSpPr>
      <dsp:spPr>
        <a:xfrm>
          <a:off x="0" y="659723"/>
          <a:ext cx="6858000" cy="20679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7742"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kern="1200" dirty="0"/>
            <a:t>Vector species composition</a:t>
          </a:r>
        </a:p>
        <a:p>
          <a:pPr marL="228600" lvl="1" indent="-228600" algn="l" defTabSz="933450">
            <a:lnSpc>
              <a:spcPct val="90000"/>
            </a:lnSpc>
            <a:spcBef>
              <a:spcPct val="0"/>
            </a:spcBef>
            <a:spcAft>
              <a:spcPct val="20000"/>
            </a:spcAft>
            <a:buChar char="•"/>
          </a:pPr>
          <a:r>
            <a:rPr lang="en-US" sz="2100" kern="1200" dirty="0"/>
            <a:t>Vector density</a:t>
          </a:r>
        </a:p>
        <a:p>
          <a:pPr marL="228600" lvl="1" indent="-228600" algn="l" defTabSz="933450">
            <a:lnSpc>
              <a:spcPct val="90000"/>
            </a:lnSpc>
            <a:spcBef>
              <a:spcPct val="0"/>
            </a:spcBef>
            <a:spcAft>
              <a:spcPct val="20000"/>
            </a:spcAft>
            <a:buChar char="•"/>
          </a:pPr>
          <a:r>
            <a:rPr lang="en-US" sz="2100" kern="1200" dirty="0"/>
            <a:t>Breeding habitats</a:t>
          </a:r>
        </a:p>
        <a:p>
          <a:pPr marL="228600" lvl="1" indent="-228600" algn="l" defTabSz="933450">
            <a:lnSpc>
              <a:spcPct val="90000"/>
            </a:lnSpc>
            <a:spcBef>
              <a:spcPct val="0"/>
            </a:spcBef>
            <a:spcAft>
              <a:spcPct val="20000"/>
            </a:spcAft>
            <a:buChar char="•"/>
          </a:pPr>
          <a:r>
            <a:rPr lang="en-US" sz="2100" kern="1200" dirty="0"/>
            <a:t>Resting and biting </a:t>
          </a:r>
          <a:r>
            <a:rPr lang="en-US" sz="2100" kern="1200" dirty="0" err="1"/>
            <a:t>behaviour</a:t>
          </a:r>
          <a:endParaRPr lang="en-US" sz="2100" kern="1200" dirty="0"/>
        </a:p>
        <a:p>
          <a:pPr marL="228600" lvl="1" indent="-228600" algn="l" defTabSz="933450">
            <a:lnSpc>
              <a:spcPct val="90000"/>
            </a:lnSpc>
            <a:spcBef>
              <a:spcPct val="0"/>
            </a:spcBef>
            <a:spcAft>
              <a:spcPct val="20000"/>
            </a:spcAft>
            <a:buChar char="•"/>
          </a:pPr>
          <a:r>
            <a:rPr lang="en-US" sz="2100" kern="1200" dirty="0"/>
            <a:t>Foci characteristics</a:t>
          </a:r>
        </a:p>
        <a:p>
          <a:pPr marL="228600" lvl="1" indent="-228600" algn="l" defTabSz="933450">
            <a:lnSpc>
              <a:spcPct val="90000"/>
            </a:lnSpc>
            <a:spcBef>
              <a:spcPct val="0"/>
            </a:spcBef>
            <a:spcAft>
              <a:spcPct val="20000"/>
            </a:spcAft>
            <a:buChar char="•"/>
          </a:pPr>
          <a:r>
            <a:rPr lang="en-US" sz="2100" kern="1200" dirty="0"/>
            <a:t>Insecticide resistance patterns</a:t>
          </a:r>
        </a:p>
      </dsp:txBody>
      <dsp:txXfrm>
        <a:off x="0" y="659723"/>
        <a:ext cx="6858000" cy="2067929"/>
      </dsp:txXfrm>
    </dsp:sp>
    <dsp:sp modelId="{5092311F-9607-44BC-AFD4-B82465FE8892}">
      <dsp:nvSpPr>
        <dsp:cNvPr id="0" name=""/>
        <dsp:cNvSpPr/>
      </dsp:nvSpPr>
      <dsp:spPr>
        <a:xfrm>
          <a:off x="0" y="2727653"/>
          <a:ext cx="6858000" cy="631800"/>
        </a:xfrm>
        <a:prstGeom prst="roundRect">
          <a:avLst/>
        </a:prstGeom>
        <a:solidFill>
          <a:schemeClr val="accent5">
            <a:hueOff val="-7754674"/>
            <a:satOff val="-70706"/>
            <a:lumOff val="105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1" kern="1200" dirty="0" err="1"/>
            <a:t>Programme</a:t>
          </a:r>
          <a:r>
            <a:rPr lang="en-US" sz="2700" b="1" kern="1200" dirty="0"/>
            <a:t> use:</a:t>
          </a:r>
          <a:endParaRPr lang="en-US" sz="2700" kern="1200" dirty="0"/>
        </a:p>
      </dsp:txBody>
      <dsp:txXfrm>
        <a:off x="30842" y="2758495"/>
        <a:ext cx="6796316" cy="570116"/>
      </dsp:txXfrm>
    </dsp:sp>
    <dsp:sp modelId="{DD1E23A0-692F-43BD-9C56-238118FDE56B}">
      <dsp:nvSpPr>
        <dsp:cNvPr id="0" name=""/>
        <dsp:cNvSpPr/>
      </dsp:nvSpPr>
      <dsp:spPr>
        <a:xfrm>
          <a:off x="0" y="3359453"/>
          <a:ext cx="6858000" cy="19561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7742"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kern="1200" dirty="0"/>
            <a:t>Guides selection of vector control tool (IRS vs LLINs vs larval control)</a:t>
          </a:r>
        </a:p>
        <a:p>
          <a:pPr marL="228600" lvl="1" indent="-228600" algn="l" defTabSz="933450">
            <a:lnSpc>
              <a:spcPct val="90000"/>
            </a:lnSpc>
            <a:spcBef>
              <a:spcPct val="0"/>
            </a:spcBef>
            <a:spcAft>
              <a:spcPct val="20000"/>
            </a:spcAft>
            <a:buChar char="•"/>
          </a:pPr>
          <a:r>
            <a:rPr lang="en-US" sz="2100" kern="1200" dirty="0"/>
            <a:t>Monitors effectiveness of ongoing interventions</a:t>
          </a:r>
        </a:p>
        <a:p>
          <a:pPr marL="228600" lvl="1" indent="-228600" algn="l" defTabSz="933450">
            <a:lnSpc>
              <a:spcPct val="90000"/>
            </a:lnSpc>
            <a:spcBef>
              <a:spcPct val="0"/>
            </a:spcBef>
            <a:spcAft>
              <a:spcPct val="20000"/>
            </a:spcAft>
            <a:buChar char="•"/>
          </a:pPr>
          <a:r>
            <a:rPr lang="en-US" sz="2100" kern="1200" dirty="0"/>
            <a:t>Detects emerging resistance for early insecticide rotation</a:t>
          </a:r>
        </a:p>
        <a:p>
          <a:pPr marL="228600" lvl="1" indent="-228600" algn="l" defTabSz="933450">
            <a:lnSpc>
              <a:spcPct val="90000"/>
            </a:lnSpc>
            <a:spcBef>
              <a:spcPct val="0"/>
            </a:spcBef>
            <a:spcAft>
              <a:spcPct val="20000"/>
            </a:spcAft>
            <a:buChar char="•"/>
          </a:pPr>
          <a:r>
            <a:rPr lang="en-US" sz="2100" kern="1200" dirty="0"/>
            <a:t>Informs spatial targeting of interventions at foci and district level</a:t>
          </a:r>
        </a:p>
      </dsp:txBody>
      <dsp:txXfrm>
        <a:off x="0" y="3359453"/>
        <a:ext cx="6858000" cy="195615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A5CFEA-D286-445B-A8AA-46777F1C5E47}">
      <dsp:nvSpPr>
        <dsp:cNvPr id="0" name=""/>
        <dsp:cNvSpPr/>
      </dsp:nvSpPr>
      <dsp:spPr>
        <a:xfrm>
          <a:off x="0" y="435"/>
          <a:ext cx="106680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FAE1CC5-0A44-4314-A616-0BBF30DCEC9E}">
      <dsp:nvSpPr>
        <dsp:cNvPr id="0" name=""/>
        <dsp:cNvSpPr/>
      </dsp:nvSpPr>
      <dsp:spPr>
        <a:xfrm>
          <a:off x="0" y="435"/>
          <a:ext cx="10668000" cy="5099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kern="1200"/>
            <a:t>1953:</a:t>
          </a:r>
          <a:r>
            <a:rPr lang="en-US" sz="2400" kern="1200"/>
            <a:t> National Malaria Control Programme (NMCP)</a:t>
          </a:r>
        </a:p>
      </dsp:txBody>
      <dsp:txXfrm>
        <a:off x="0" y="435"/>
        <a:ext cx="10668000" cy="509948"/>
      </dsp:txXfrm>
    </dsp:sp>
    <dsp:sp modelId="{1B57AEC0-A843-4E9E-94E9-000BF64E9347}">
      <dsp:nvSpPr>
        <dsp:cNvPr id="0" name=""/>
        <dsp:cNvSpPr/>
      </dsp:nvSpPr>
      <dsp:spPr>
        <a:xfrm>
          <a:off x="0" y="510384"/>
          <a:ext cx="106680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6D0F08-6103-47F2-A487-11C43BB5CA97}">
      <dsp:nvSpPr>
        <dsp:cNvPr id="0" name=""/>
        <dsp:cNvSpPr/>
      </dsp:nvSpPr>
      <dsp:spPr>
        <a:xfrm>
          <a:off x="0" y="510384"/>
          <a:ext cx="10668000" cy="5099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kern="1200"/>
            <a:t>1958:</a:t>
          </a:r>
          <a:r>
            <a:rPr lang="en-US" sz="2400" kern="1200"/>
            <a:t> National Malaria Eradication Programme (NMEP)</a:t>
          </a:r>
        </a:p>
      </dsp:txBody>
      <dsp:txXfrm>
        <a:off x="0" y="510384"/>
        <a:ext cx="10668000" cy="509948"/>
      </dsp:txXfrm>
    </dsp:sp>
    <dsp:sp modelId="{83DDDFF9-5A91-4200-BFF0-5E12D3C99FE1}">
      <dsp:nvSpPr>
        <dsp:cNvPr id="0" name=""/>
        <dsp:cNvSpPr/>
      </dsp:nvSpPr>
      <dsp:spPr>
        <a:xfrm>
          <a:off x="0" y="1020333"/>
          <a:ext cx="106680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462F374-AE13-417E-B79F-BC28D89E41BD}">
      <dsp:nvSpPr>
        <dsp:cNvPr id="0" name=""/>
        <dsp:cNvSpPr/>
      </dsp:nvSpPr>
      <dsp:spPr>
        <a:xfrm>
          <a:off x="0" y="1020333"/>
          <a:ext cx="10668000" cy="5099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kern="1200"/>
            <a:t>1977:</a:t>
          </a:r>
          <a:r>
            <a:rPr lang="en-US" sz="2400" kern="1200"/>
            <a:t> Modified Plan of Operations after malaria resurgence</a:t>
          </a:r>
        </a:p>
      </dsp:txBody>
      <dsp:txXfrm>
        <a:off x="0" y="1020333"/>
        <a:ext cx="10668000" cy="509948"/>
      </dsp:txXfrm>
    </dsp:sp>
    <dsp:sp modelId="{570A79D5-ED61-48D7-BC76-D6C6D24C2676}">
      <dsp:nvSpPr>
        <dsp:cNvPr id="0" name=""/>
        <dsp:cNvSpPr/>
      </dsp:nvSpPr>
      <dsp:spPr>
        <a:xfrm>
          <a:off x="0" y="1530282"/>
          <a:ext cx="106680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60C4F13-FC5C-47BD-A1E4-CC31A8F37143}">
      <dsp:nvSpPr>
        <dsp:cNvPr id="0" name=""/>
        <dsp:cNvSpPr/>
      </dsp:nvSpPr>
      <dsp:spPr>
        <a:xfrm>
          <a:off x="0" y="1530282"/>
          <a:ext cx="10668000" cy="5099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kern="1200"/>
            <a:t>2003:</a:t>
          </a:r>
          <a:r>
            <a:rPr lang="en-US" sz="2400" kern="1200"/>
            <a:t> Integration into </a:t>
          </a:r>
          <a:r>
            <a:rPr lang="en-US" sz="2400" b="1" kern="1200"/>
            <a:t>NVBDCP</a:t>
          </a:r>
          <a:r>
            <a:rPr lang="en-US" sz="2400" kern="1200"/>
            <a:t> under the vector-borne disease umbrella</a:t>
          </a:r>
        </a:p>
      </dsp:txBody>
      <dsp:txXfrm>
        <a:off x="0" y="1530282"/>
        <a:ext cx="10668000" cy="509948"/>
      </dsp:txXfrm>
    </dsp:sp>
    <dsp:sp modelId="{73CA8ED9-D22D-48BD-BE8D-D2C9F549CAD0}">
      <dsp:nvSpPr>
        <dsp:cNvPr id="0" name=""/>
        <dsp:cNvSpPr/>
      </dsp:nvSpPr>
      <dsp:spPr>
        <a:xfrm>
          <a:off x="0" y="2040231"/>
          <a:ext cx="106680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C3B0C05-25DC-4CC8-9303-EF349AF72BB7}">
      <dsp:nvSpPr>
        <dsp:cNvPr id="0" name=""/>
        <dsp:cNvSpPr/>
      </dsp:nvSpPr>
      <dsp:spPr>
        <a:xfrm>
          <a:off x="0" y="2040231"/>
          <a:ext cx="10668000" cy="5099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kern="1200" dirty="0"/>
            <a:t>2016</a:t>
          </a:r>
          <a:r>
            <a:rPr lang="en-US" sz="2400" kern="1200" dirty="0"/>
            <a:t>: National Framework for Malaria Elimination (NFME) 2016-2030 launched</a:t>
          </a:r>
        </a:p>
      </dsp:txBody>
      <dsp:txXfrm>
        <a:off x="0" y="2040231"/>
        <a:ext cx="10668000" cy="509948"/>
      </dsp:txXfrm>
    </dsp:sp>
    <dsp:sp modelId="{DC7060A0-15D6-476E-897D-05F7D1E04158}">
      <dsp:nvSpPr>
        <dsp:cNvPr id="0" name=""/>
        <dsp:cNvSpPr/>
      </dsp:nvSpPr>
      <dsp:spPr>
        <a:xfrm>
          <a:off x="0" y="2550180"/>
          <a:ext cx="106680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DA1764D-FB35-4977-B6BE-151FCB469337}">
      <dsp:nvSpPr>
        <dsp:cNvPr id="0" name=""/>
        <dsp:cNvSpPr/>
      </dsp:nvSpPr>
      <dsp:spPr>
        <a:xfrm>
          <a:off x="0" y="2550180"/>
          <a:ext cx="10668000" cy="5099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kern="1200" dirty="0"/>
            <a:t>2023</a:t>
          </a:r>
          <a:r>
            <a:rPr lang="en-US" sz="2400" kern="1200" dirty="0"/>
            <a:t>: National Strategic Plan (NSP) 2023-27 - current framework</a:t>
          </a:r>
        </a:p>
      </dsp:txBody>
      <dsp:txXfrm>
        <a:off x="0" y="2550180"/>
        <a:ext cx="10668000" cy="509948"/>
      </dsp:txXfrm>
    </dsp:sp>
    <dsp:sp modelId="{F0F54231-9A7B-46E1-9146-CB5FE333EF71}">
      <dsp:nvSpPr>
        <dsp:cNvPr id="0" name=""/>
        <dsp:cNvSpPr/>
      </dsp:nvSpPr>
      <dsp:spPr>
        <a:xfrm>
          <a:off x="0" y="3060129"/>
          <a:ext cx="106680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C79D9E8-9315-4B96-A1CB-5ABFA8417556}">
      <dsp:nvSpPr>
        <dsp:cNvPr id="0" name=""/>
        <dsp:cNvSpPr/>
      </dsp:nvSpPr>
      <dsp:spPr>
        <a:xfrm>
          <a:off x="0" y="3060129"/>
          <a:ext cx="10668000" cy="5099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Current programme leadership is through </a:t>
          </a:r>
          <a:r>
            <a:rPr lang="en-US" sz="2400" b="1" kern="1200"/>
            <a:t>NCVBDC</a:t>
          </a:r>
          <a:r>
            <a:rPr lang="en-US" sz="2400" kern="1200"/>
            <a:t> under MoHFW/NHM</a:t>
          </a:r>
        </a:p>
      </dsp:txBody>
      <dsp:txXfrm>
        <a:off x="0" y="3060129"/>
        <a:ext cx="10668000" cy="50994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A6A7E6-880B-4569-9E67-E1C52B533ECB}">
      <dsp:nvSpPr>
        <dsp:cNvPr id="0" name=""/>
        <dsp:cNvSpPr/>
      </dsp:nvSpPr>
      <dsp:spPr>
        <a:xfrm>
          <a:off x="0" y="2211"/>
          <a:ext cx="6096000" cy="112102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650D43-76E1-4292-8F2D-35C5CF67C622}">
      <dsp:nvSpPr>
        <dsp:cNvPr id="0" name=""/>
        <dsp:cNvSpPr/>
      </dsp:nvSpPr>
      <dsp:spPr>
        <a:xfrm>
          <a:off x="339109" y="254441"/>
          <a:ext cx="616562" cy="6165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CC913C2-0056-4C06-AE10-1B6CA82E5C90}">
      <dsp:nvSpPr>
        <dsp:cNvPr id="0" name=""/>
        <dsp:cNvSpPr/>
      </dsp:nvSpPr>
      <dsp:spPr>
        <a:xfrm>
          <a:off x="1294780" y="2211"/>
          <a:ext cx="4801219" cy="11210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642" tIns="118642" rIns="118642" bIns="118642" numCol="1" spcCol="1270" anchor="ctr" anchorCtr="0">
          <a:noAutofit/>
        </a:bodyPr>
        <a:lstStyle/>
        <a:p>
          <a:pPr marL="0" lvl="0" indent="0" algn="l" defTabSz="977900">
            <a:lnSpc>
              <a:spcPct val="90000"/>
            </a:lnSpc>
            <a:spcBef>
              <a:spcPct val="0"/>
            </a:spcBef>
            <a:spcAft>
              <a:spcPct val="35000"/>
            </a:spcAft>
            <a:buNone/>
          </a:pPr>
          <a:r>
            <a:rPr lang="en-US" sz="2200" kern="1200"/>
            <a:t>Every suspected case should have </a:t>
          </a:r>
          <a:r>
            <a:rPr lang="en-US" sz="2200" b="1" kern="1200"/>
            <a:t>parasitological confirmation</a:t>
          </a:r>
          <a:r>
            <a:rPr lang="en-US" sz="2200" kern="1200"/>
            <a:t>.</a:t>
          </a:r>
        </a:p>
      </dsp:txBody>
      <dsp:txXfrm>
        <a:off x="1294780" y="2211"/>
        <a:ext cx="4801219" cy="1121022"/>
      </dsp:txXfrm>
    </dsp:sp>
    <dsp:sp modelId="{540E1686-D79E-44BF-A723-A92971E5D1E3}">
      <dsp:nvSpPr>
        <dsp:cNvPr id="0" name=""/>
        <dsp:cNvSpPr/>
      </dsp:nvSpPr>
      <dsp:spPr>
        <a:xfrm>
          <a:off x="0" y="1403489"/>
          <a:ext cx="6096000" cy="112102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F99C79-B649-4D4D-9086-08073FCC9F62}">
      <dsp:nvSpPr>
        <dsp:cNvPr id="0" name=""/>
        <dsp:cNvSpPr/>
      </dsp:nvSpPr>
      <dsp:spPr>
        <a:xfrm>
          <a:off x="339109" y="1655719"/>
          <a:ext cx="616562" cy="6165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D862AAF-1C73-4A9B-8A02-A2758ECD03BA}">
      <dsp:nvSpPr>
        <dsp:cNvPr id="0" name=""/>
        <dsp:cNvSpPr/>
      </dsp:nvSpPr>
      <dsp:spPr>
        <a:xfrm>
          <a:off x="1294780" y="1403489"/>
          <a:ext cx="4801219" cy="11210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642" tIns="118642" rIns="118642" bIns="118642" numCol="1" spcCol="1270" anchor="ctr" anchorCtr="0">
          <a:noAutofit/>
        </a:bodyPr>
        <a:lstStyle/>
        <a:p>
          <a:pPr marL="0" lvl="0" indent="0" algn="l" defTabSz="977900">
            <a:lnSpc>
              <a:spcPct val="90000"/>
            </a:lnSpc>
            <a:spcBef>
              <a:spcPct val="0"/>
            </a:spcBef>
            <a:spcAft>
              <a:spcPct val="35000"/>
            </a:spcAft>
            <a:buNone/>
          </a:pPr>
          <a:r>
            <a:rPr lang="en-US" sz="2200" kern="1200"/>
            <a:t>Quality-assured RDTs and microscopy should be available across levels.</a:t>
          </a:r>
        </a:p>
      </dsp:txBody>
      <dsp:txXfrm>
        <a:off x="1294780" y="1403489"/>
        <a:ext cx="4801219" cy="1121022"/>
      </dsp:txXfrm>
    </dsp:sp>
    <dsp:sp modelId="{33B3A76A-5EEF-40FD-B0FC-9158B1CFDB3D}">
      <dsp:nvSpPr>
        <dsp:cNvPr id="0" name=""/>
        <dsp:cNvSpPr/>
      </dsp:nvSpPr>
      <dsp:spPr>
        <a:xfrm>
          <a:off x="0" y="2804767"/>
          <a:ext cx="6096000" cy="112102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4CA529-0770-400F-86CB-0CD84A6AC136}">
      <dsp:nvSpPr>
        <dsp:cNvPr id="0" name=""/>
        <dsp:cNvSpPr/>
      </dsp:nvSpPr>
      <dsp:spPr>
        <a:xfrm>
          <a:off x="339109" y="3056997"/>
          <a:ext cx="616562" cy="6165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6D0344F-D210-4990-B3F9-7B46700AF6A0}">
      <dsp:nvSpPr>
        <dsp:cNvPr id="0" name=""/>
        <dsp:cNvSpPr/>
      </dsp:nvSpPr>
      <dsp:spPr>
        <a:xfrm>
          <a:off x="1294780" y="2804767"/>
          <a:ext cx="4801219" cy="11210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642" tIns="118642" rIns="118642" bIns="118642" numCol="1" spcCol="1270" anchor="ctr" anchorCtr="0">
          <a:noAutofit/>
        </a:bodyPr>
        <a:lstStyle/>
        <a:p>
          <a:pPr marL="0" lvl="0" indent="0" algn="l" defTabSz="977900">
            <a:lnSpc>
              <a:spcPct val="90000"/>
            </a:lnSpc>
            <a:spcBef>
              <a:spcPct val="0"/>
            </a:spcBef>
            <a:spcAft>
              <a:spcPct val="35000"/>
            </a:spcAft>
            <a:buNone/>
          </a:pPr>
          <a:r>
            <a:rPr lang="en-US" sz="2200" kern="1200"/>
            <a:t>The programme emphasizes </a:t>
          </a:r>
          <a:r>
            <a:rPr lang="en-US" sz="2200" b="1" kern="1200"/>
            <a:t>testing, treating and tracking</a:t>
          </a:r>
          <a:r>
            <a:rPr lang="en-US" sz="2200" kern="1200"/>
            <a:t>.</a:t>
          </a:r>
        </a:p>
      </dsp:txBody>
      <dsp:txXfrm>
        <a:off x="1294780" y="2804767"/>
        <a:ext cx="4801219" cy="1121022"/>
      </dsp:txXfrm>
    </dsp:sp>
    <dsp:sp modelId="{5ED93C39-558B-4017-BB88-CF5F15AC6B79}">
      <dsp:nvSpPr>
        <dsp:cNvPr id="0" name=""/>
        <dsp:cNvSpPr/>
      </dsp:nvSpPr>
      <dsp:spPr>
        <a:xfrm>
          <a:off x="0" y="4206045"/>
          <a:ext cx="6096000" cy="112102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FFDDF9-6148-47BD-A01B-7851ADC1FD7F}">
      <dsp:nvSpPr>
        <dsp:cNvPr id="0" name=""/>
        <dsp:cNvSpPr/>
      </dsp:nvSpPr>
      <dsp:spPr>
        <a:xfrm>
          <a:off x="339109" y="4458275"/>
          <a:ext cx="616562" cy="6165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3F752C7-0BC2-4399-8AAB-3F70CB5544FC}">
      <dsp:nvSpPr>
        <dsp:cNvPr id="0" name=""/>
        <dsp:cNvSpPr/>
      </dsp:nvSpPr>
      <dsp:spPr>
        <a:xfrm>
          <a:off x="1294780" y="4206045"/>
          <a:ext cx="4801219" cy="11210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642" tIns="118642" rIns="118642" bIns="118642" numCol="1" spcCol="1270" anchor="ctr" anchorCtr="0">
          <a:noAutofit/>
        </a:bodyPr>
        <a:lstStyle/>
        <a:p>
          <a:pPr marL="0" lvl="0" indent="0" algn="l" defTabSz="977900">
            <a:lnSpc>
              <a:spcPct val="90000"/>
            </a:lnSpc>
            <a:spcBef>
              <a:spcPct val="0"/>
            </a:spcBef>
            <a:spcAft>
              <a:spcPct val="35000"/>
            </a:spcAft>
            <a:buNone/>
          </a:pPr>
          <a:r>
            <a:rPr lang="en-US" sz="2200" kern="1200"/>
            <a:t>Follow-up of relapse, recrudescence and treatment failure is important.</a:t>
          </a:r>
        </a:p>
      </dsp:txBody>
      <dsp:txXfrm>
        <a:off x="1294780" y="4206045"/>
        <a:ext cx="4801219" cy="112102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B71686-1291-4D05-B112-DBFF23284849}">
      <dsp:nvSpPr>
        <dsp:cNvPr id="0" name=""/>
        <dsp:cNvSpPr/>
      </dsp:nvSpPr>
      <dsp:spPr>
        <a:xfrm>
          <a:off x="0" y="528638"/>
          <a:ext cx="2143125" cy="1285875"/>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Entomological surveillance</a:t>
          </a:r>
        </a:p>
      </dsp:txBody>
      <dsp:txXfrm>
        <a:off x="0" y="528638"/>
        <a:ext cx="2143125" cy="1285875"/>
      </dsp:txXfrm>
    </dsp:sp>
    <dsp:sp modelId="{9E0FF03F-4F48-4BBF-BBD9-3488CDBB710D}">
      <dsp:nvSpPr>
        <dsp:cNvPr id="0" name=""/>
        <dsp:cNvSpPr/>
      </dsp:nvSpPr>
      <dsp:spPr>
        <a:xfrm>
          <a:off x="2357437" y="528638"/>
          <a:ext cx="2143125" cy="1285875"/>
        </a:xfrm>
        <a:prstGeom prst="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Foci investigation</a:t>
          </a:r>
        </a:p>
      </dsp:txBody>
      <dsp:txXfrm>
        <a:off x="2357437" y="528638"/>
        <a:ext cx="2143125" cy="1285875"/>
      </dsp:txXfrm>
    </dsp:sp>
    <dsp:sp modelId="{D308019E-0CCE-49FB-B804-0B1EA7AEEAC9}">
      <dsp:nvSpPr>
        <dsp:cNvPr id="0" name=""/>
        <dsp:cNvSpPr/>
      </dsp:nvSpPr>
      <dsp:spPr>
        <a:xfrm>
          <a:off x="4714875" y="528638"/>
          <a:ext cx="2143125" cy="1285875"/>
        </a:xfrm>
        <a:prstGeom prst="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Insecticide resistance monitoring</a:t>
          </a:r>
        </a:p>
      </dsp:txBody>
      <dsp:txXfrm>
        <a:off x="4714875" y="528638"/>
        <a:ext cx="2143125" cy="1285875"/>
      </dsp:txXfrm>
    </dsp:sp>
    <dsp:sp modelId="{8D2EE26A-A45D-4E14-829D-03E1E5F1E6BD}">
      <dsp:nvSpPr>
        <dsp:cNvPr id="0" name=""/>
        <dsp:cNvSpPr/>
      </dsp:nvSpPr>
      <dsp:spPr>
        <a:xfrm>
          <a:off x="0" y="2028825"/>
          <a:ext cx="2143125" cy="1285875"/>
        </a:xfrm>
        <a:prstGeom prst="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IRS</a:t>
          </a:r>
        </a:p>
      </dsp:txBody>
      <dsp:txXfrm>
        <a:off x="0" y="2028825"/>
        <a:ext cx="2143125" cy="1285875"/>
      </dsp:txXfrm>
    </dsp:sp>
    <dsp:sp modelId="{986169FE-17D5-4159-B46B-8E37F8C334B5}">
      <dsp:nvSpPr>
        <dsp:cNvPr id="0" name=""/>
        <dsp:cNvSpPr/>
      </dsp:nvSpPr>
      <dsp:spPr>
        <a:xfrm>
          <a:off x="2357437" y="2028825"/>
          <a:ext cx="2143125" cy="1285875"/>
        </a:xfrm>
        <a:prstGeom prst="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LLINs</a:t>
          </a:r>
        </a:p>
      </dsp:txBody>
      <dsp:txXfrm>
        <a:off x="2357437" y="2028825"/>
        <a:ext cx="2143125" cy="1285875"/>
      </dsp:txXfrm>
    </dsp:sp>
    <dsp:sp modelId="{EDC328E8-6CF9-42B0-A1C9-861AAF50D3D8}">
      <dsp:nvSpPr>
        <dsp:cNvPr id="0" name=""/>
        <dsp:cNvSpPr/>
      </dsp:nvSpPr>
      <dsp:spPr>
        <a:xfrm>
          <a:off x="4714875" y="2028825"/>
          <a:ext cx="2143125" cy="1285875"/>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Larval source management</a:t>
          </a:r>
        </a:p>
      </dsp:txBody>
      <dsp:txXfrm>
        <a:off x="4714875" y="2028825"/>
        <a:ext cx="2143125" cy="1285875"/>
      </dsp:txXfrm>
    </dsp:sp>
    <dsp:sp modelId="{F22ED290-21A2-4462-BAFD-90C961D2838F}">
      <dsp:nvSpPr>
        <dsp:cNvPr id="0" name=""/>
        <dsp:cNvSpPr/>
      </dsp:nvSpPr>
      <dsp:spPr>
        <a:xfrm>
          <a:off x="2357437" y="3529013"/>
          <a:ext cx="2143125" cy="1285875"/>
        </a:xfrm>
        <a:prstGeom prst="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Emergency vector control when indicated</a:t>
          </a:r>
        </a:p>
      </dsp:txBody>
      <dsp:txXfrm>
        <a:off x="2357437" y="3529013"/>
        <a:ext cx="2143125" cy="128587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3B25E4-2EDA-4AC7-91D1-8CA907E34241}">
      <dsp:nvSpPr>
        <dsp:cNvPr id="0" name=""/>
        <dsp:cNvSpPr/>
      </dsp:nvSpPr>
      <dsp:spPr>
        <a:xfrm>
          <a:off x="0" y="0"/>
          <a:ext cx="5280660" cy="961834"/>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Elimination of stagnant water collections</a:t>
          </a:r>
        </a:p>
      </dsp:txBody>
      <dsp:txXfrm>
        <a:off x="28171" y="28171"/>
        <a:ext cx="4130231" cy="905492"/>
      </dsp:txXfrm>
    </dsp:sp>
    <dsp:sp modelId="{26621414-83CA-43CF-B65F-B427A8DB6795}">
      <dsp:nvSpPr>
        <dsp:cNvPr id="0" name=""/>
        <dsp:cNvSpPr/>
      </dsp:nvSpPr>
      <dsp:spPr>
        <a:xfrm>
          <a:off x="394335" y="1095422"/>
          <a:ext cx="5280660" cy="961834"/>
        </a:xfrm>
        <a:prstGeom prst="roundRect">
          <a:avLst>
            <a:gd name="adj" fmla="val 1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Filling, levelling, draining and channelization</a:t>
          </a:r>
        </a:p>
      </dsp:txBody>
      <dsp:txXfrm>
        <a:off x="422506" y="1123593"/>
        <a:ext cx="4204790" cy="905492"/>
      </dsp:txXfrm>
    </dsp:sp>
    <dsp:sp modelId="{CF0B8D38-D02E-46A0-A207-3DBF7804627E}">
      <dsp:nvSpPr>
        <dsp:cNvPr id="0" name=""/>
        <dsp:cNvSpPr/>
      </dsp:nvSpPr>
      <dsp:spPr>
        <a:xfrm>
          <a:off x="788670" y="2190845"/>
          <a:ext cx="5280660" cy="961834"/>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Proper covering of stored water</a:t>
          </a:r>
        </a:p>
      </dsp:txBody>
      <dsp:txXfrm>
        <a:off x="816841" y="2219016"/>
        <a:ext cx="4204790" cy="905492"/>
      </dsp:txXfrm>
    </dsp:sp>
    <dsp:sp modelId="{06DC8AA8-D5CC-487E-987E-F1777D45C12F}">
      <dsp:nvSpPr>
        <dsp:cNvPr id="0" name=""/>
        <dsp:cNvSpPr/>
      </dsp:nvSpPr>
      <dsp:spPr>
        <a:xfrm>
          <a:off x="1183005" y="3286268"/>
          <a:ext cx="5280660" cy="961834"/>
        </a:xfrm>
        <a:prstGeom prst="roundRect">
          <a:avLst>
            <a:gd name="adj" fmla="val 1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Use of larvicides where appropriate</a:t>
          </a:r>
        </a:p>
      </dsp:txBody>
      <dsp:txXfrm>
        <a:off x="1211176" y="3314439"/>
        <a:ext cx="4204790" cy="905492"/>
      </dsp:txXfrm>
    </dsp:sp>
    <dsp:sp modelId="{B0924B78-F058-4114-8AFC-6F92323511AC}">
      <dsp:nvSpPr>
        <dsp:cNvPr id="0" name=""/>
        <dsp:cNvSpPr/>
      </dsp:nvSpPr>
      <dsp:spPr>
        <a:xfrm>
          <a:off x="1577340" y="4381691"/>
          <a:ext cx="5280660" cy="961834"/>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Biological control in suitable habitats</a:t>
          </a:r>
        </a:p>
      </dsp:txBody>
      <dsp:txXfrm>
        <a:off x="1605511" y="4409862"/>
        <a:ext cx="4204790" cy="905492"/>
      </dsp:txXfrm>
    </dsp:sp>
    <dsp:sp modelId="{E54A88F7-DB6D-4FF4-BA61-7F056DDFC604}">
      <dsp:nvSpPr>
        <dsp:cNvPr id="0" name=""/>
        <dsp:cNvSpPr/>
      </dsp:nvSpPr>
      <dsp:spPr>
        <a:xfrm>
          <a:off x="4655467" y="702673"/>
          <a:ext cx="625192" cy="625192"/>
        </a:xfrm>
        <a:prstGeom prst="downArrow">
          <a:avLst>
            <a:gd name="adj1" fmla="val 55000"/>
            <a:gd name="adj2" fmla="val 45000"/>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4796135" y="702673"/>
        <a:ext cx="343856" cy="470457"/>
      </dsp:txXfrm>
    </dsp:sp>
    <dsp:sp modelId="{B4A90AC0-830F-41B5-B9C1-D58E3EFCF74F}">
      <dsp:nvSpPr>
        <dsp:cNvPr id="0" name=""/>
        <dsp:cNvSpPr/>
      </dsp:nvSpPr>
      <dsp:spPr>
        <a:xfrm>
          <a:off x="5049802" y="1798096"/>
          <a:ext cx="625192" cy="625192"/>
        </a:xfrm>
        <a:prstGeom prst="downArrow">
          <a:avLst>
            <a:gd name="adj1" fmla="val 55000"/>
            <a:gd name="adj2" fmla="val 45000"/>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5190470" y="1798096"/>
        <a:ext cx="343856" cy="470457"/>
      </dsp:txXfrm>
    </dsp:sp>
    <dsp:sp modelId="{97F70EDD-E82C-49D1-8362-6DD8DE4EAC6E}">
      <dsp:nvSpPr>
        <dsp:cNvPr id="0" name=""/>
        <dsp:cNvSpPr/>
      </dsp:nvSpPr>
      <dsp:spPr>
        <a:xfrm>
          <a:off x="5444137" y="2877488"/>
          <a:ext cx="625192" cy="625192"/>
        </a:xfrm>
        <a:prstGeom prst="downArrow">
          <a:avLst>
            <a:gd name="adj1" fmla="val 55000"/>
            <a:gd name="adj2" fmla="val 45000"/>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5584805" y="2877488"/>
        <a:ext cx="343856" cy="470457"/>
      </dsp:txXfrm>
    </dsp:sp>
    <dsp:sp modelId="{C4672A47-8E75-471C-9249-60AEED87A08A}">
      <dsp:nvSpPr>
        <dsp:cNvPr id="0" name=""/>
        <dsp:cNvSpPr/>
      </dsp:nvSpPr>
      <dsp:spPr>
        <a:xfrm>
          <a:off x="5838472" y="3983598"/>
          <a:ext cx="625192" cy="625192"/>
        </a:xfrm>
        <a:prstGeom prst="downArrow">
          <a:avLst>
            <a:gd name="adj1" fmla="val 55000"/>
            <a:gd name="adj2" fmla="val 45000"/>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5979140" y="3983598"/>
        <a:ext cx="343856" cy="47045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15423B-0FD3-42C6-A2F0-2E42C2A5E0E3}">
      <dsp:nvSpPr>
        <dsp:cNvPr id="0" name=""/>
        <dsp:cNvSpPr/>
      </dsp:nvSpPr>
      <dsp:spPr>
        <a:xfrm>
          <a:off x="0" y="652"/>
          <a:ext cx="6858000" cy="1526348"/>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E8221C2-6FEB-4182-BD5E-AE5589D75073}">
      <dsp:nvSpPr>
        <dsp:cNvPr id="0" name=""/>
        <dsp:cNvSpPr/>
      </dsp:nvSpPr>
      <dsp:spPr>
        <a:xfrm>
          <a:off x="461720" y="344080"/>
          <a:ext cx="839491" cy="8394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AE16B5E-F9EB-481D-8182-E4EB495C1397}">
      <dsp:nvSpPr>
        <dsp:cNvPr id="0" name=""/>
        <dsp:cNvSpPr/>
      </dsp:nvSpPr>
      <dsp:spPr>
        <a:xfrm>
          <a:off x="1762933" y="652"/>
          <a:ext cx="5095066" cy="15263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1539" tIns="161539" rIns="161539" bIns="161539" numCol="1" spcCol="1270" anchor="ctr" anchorCtr="0">
          <a:noAutofit/>
        </a:bodyPr>
        <a:lstStyle/>
        <a:p>
          <a:pPr marL="0" lvl="0" indent="0" algn="l" defTabSz="1111250">
            <a:lnSpc>
              <a:spcPct val="100000"/>
            </a:lnSpc>
            <a:spcBef>
              <a:spcPct val="0"/>
            </a:spcBef>
            <a:spcAft>
              <a:spcPct val="35000"/>
            </a:spcAft>
            <a:buNone/>
          </a:pPr>
          <a:r>
            <a:rPr lang="en-US" sz="2500" kern="1200"/>
            <a:t>Resistance monitoring is a formal part of the elimination strategy.</a:t>
          </a:r>
        </a:p>
      </dsp:txBody>
      <dsp:txXfrm>
        <a:off x="1762933" y="652"/>
        <a:ext cx="5095066" cy="1526348"/>
      </dsp:txXfrm>
    </dsp:sp>
    <dsp:sp modelId="{807690F6-2D0E-4CED-A382-B21391C5216C}">
      <dsp:nvSpPr>
        <dsp:cNvPr id="0" name=""/>
        <dsp:cNvSpPr/>
      </dsp:nvSpPr>
      <dsp:spPr>
        <a:xfrm>
          <a:off x="0" y="1908588"/>
          <a:ext cx="6858000" cy="1526348"/>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671332-9086-4ED1-B4BD-B1F2F23AD0E2}">
      <dsp:nvSpPr>
        <dsp:cNvPr id="0" name=""/>
        <dsp:cNvSpPr/>
      </dsp:nvSpPr>
      <dsp:spPr>
        <a:xfrm>
          <a:off x="461720" y="2252017"/>
          <a:ext cx="839491" cy="8394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1946646-FB83-4DD5-A969-26BA948E365D}">
      <dsp:nvSpPr>
        <dsp:cNvPr id="0" name=""/>
        <dsp:cNvSpPr/>
      </dsp:nvSpPr>
      <dsp:spPr>
        <a:xfrm>
          <a:off x="1762933" y="1908588"/>
          <a:ext cx="5095066" cy="15263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1539" tIns="161539" rIns="161539" bIns="161539" numCol="1" spcCol="1270" anchor="ctr" anchorCtr="0">
          <a:noAutofit/>
        </a:bodyPr>
        <a:lstStyle/>
        <a:p>
          <a:pPr marL="0" lvl="0" indent="0" algn="l" defTabSz="1111250">
            <a:lnSpc>
              <a:spcPct val="100000"/>
            </a:lnSpc>
            <a:spcBef>
              <a:spcPct val="0"/>
            </a:spcBef>
            <a:spcAft>
              <a:spcPct val="35000"/>
            </a:spcAft>
            <a:buNone/>
          </a:pPr>
          <a:r>
            <a:rPr lang="en-US" sz="2500" kern="1200"/>
            <a:t>Programme response should be guided by regular IRM data.</a:t>
          </a:r>
        </a:p>
      </dsp:txBody>
      <dsp:txXfrm>
        <a:off x="1762933" y="1908588"/>
        <a:ext cx="5095066" cy="1526348"/>
      </dsp:txXfrm>
    </dsp:sp>
    <dsp:sp modelId="{9900141A-0153-4150-AAF6-ADC0FE5D8818}">
      <dsp:nvSpPr>
        <dsp:cNvPr id="0" name=""/>
        <dsp:cNvSpPr/>
      </dsp:nvSpPr>
      <dsp:spPr>
        <a:xfrm>
          <a:off x="0" y="3816524"/>
          <a:ext cx="6858000" cy="1526348"/>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580BB55-65B8-4A97-9621-BB7D0962CDEE}">
      <dsp:nvSpPr>
        <dsp:cNvPr id="0" name=""/>
        <dsp:cNvSpPr/>
      </dsp:nvSpPr>
      <dsp:spPr>
        <a:xfrm>
          <a:off x="461720" y="4159953"/>
          <a:ext cx="839491" cy="8394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E6BA0B4-CEEB-4730-8201-AFC74E91E997}">
      <dsp:nvSpPr>
        <dsp:cNvPr id="0" name=""/>
        <dsp:cNvSpPr/>
      </dsp:nvSpPr>
      <dsp:spPr>
        <a:xfrm>
          <a:off x="1762933" y="3816524"/>
          <a:ext cx="5095066" cy="15263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1539" tIns="161539" rIns="161539" bIns="161539" numCol="1" spcCol="1270" anchor="ctr" anchorCtr="0">
          <a:noAutofit/>
        </a:bodyPr>
        <a:lstStyle/>
        <a:p>
          <a:pPr marL="0" lvl="0" indent="0" algn="l" defTabSz="1111250">
            <a:lnSpc>
              <a:spcPct val="100000"/>
            </a:lnSpc>
            <a:spcBef>
              <a:spcPct val="0"/>
            </a:spcBef>
            <a:spcAft>
              <a:spcPct val="35000"/>
            </a:spcAft>
            <a:buNone/>
          </a:pPr>
          <a:r>
            <a:rPr lang="en-US" sz="2500" kern="1200"/>
            <a:t>Without susceptibility data, vector control may become inefficient or misdirected.</a:t>
          </a:r>
        </a:p>
      </dsp:txBody>
      <dsp:txXfrm>
        <a:off x="1762933" y="3816524"/>
        <a:ext cx="5095066" cy="152634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E03F55-83BC-4ADD-B00F-21F568A76ADC}">
      <dsp:nvSpPr>
        <dsp:cNvPr id="0" name=""/>
        <dsp:cNvSpPr/>
      </dsp:nvSpPr>
      <dsp:spPr>
        <a:xfrm>
          <a:off x="0" y="4163"/>
          <a:ext cx="6096000" cy="88682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598AE3-AEB0-46AE-AF8C-E2A2D84AC24A}">
      <dsp:nvSpPr>
        <dsp:cNvPr id="0" name=""/>
        <dsp:cNvSpPr/>
      </dsp:nvSpPr>
      <dsp:spPr>
        <a:xfrm>
          <a:off x="268264" y="203699"/>
          <a:ext cx="487754" cy="48775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5A653F5-AA80-4093-BC33-ED3694E1F786}">
      <dsp:nvSpPr>
        <dsp:cNvPr id="0" name=""/>
        <dsp:cNvSpPr/>
      </dsp:nvSpPr>
      <dsp:spPr>
        <a:xfrm>
          <a:off x="1024283" y="4163"/>
          <a:ext cx="5071716" cy="8868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856" tIns="93856" rIns="93856" bIns="93856" numCol="1" spcCol="1270" anchor="ctr" anchorCtr="0">
          <a:noAutofit/>
        </a:bodyPr>
        <a:lstStyle/>
        <a:p>
          <a:pPr marL="0" lvl="0" indent="0" algn="l" defTabSz="844550">
            <a:lnSpc>
              <a:spcPct val="90000"/>
            </a:lnSpc>
            <a:spcBef>
              <a:spcPct val="0"/>
            </a:spcBef>
            <a:spcAft>
              <a:spcPct val="35000"/>
            </a:spcAft>
            <a:buNone/>
          </a:pPr>
          <a:r>
            <a:rPr lang="en-US" sz="1900" kern="1200" dirty="0"/>
            <a:t>Early care seeking</a:t>
          </a:r>
        </a:p>
      </dsp:txBody>
      <dsp:txXfrm>
        <a:off x="1024283" y="4163"/>
        <a:ext cx="5071716" cy="886825"/>
      </dsp:txXfrm>
    </dsp:sp>
    <dsp:sp modelId="{3BDB35CC-D46D-4538-83E3-074B51F89378}">
      <dsp:nvSpPr>
        <dsp:cNvPr id="0" name=""/>
        <dsp:cNvSpPr/>
      </dsp:nvSpPr>
      <dsp:spPr>
        <a:xfrm>
          <a:off x="0" y="1112695"/>
          <a:ext cx="6096000" cy="88682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C8C7CA-D11A-43F2-BF17-8E741D867C2C}">
      <dsp:nvSpPr>
        <dsp:cNvPr id="0" name=""/>
        <dsp:cNvSpPr/>
      </dsp:nvSpPr>
      <dsp:spPr>
        <a:xfrm>
          <a:off x="268264" y="1312231"/>
          <a:ext cx="487754" cy="48775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BEBC109-31D1-4C57-A8A4-4C3622C2F9AD}">
      <dsp:nvSpPr>
        <dsp:cNvPr id="0" name=""/>
        <dsp:cNvSpPr/>
      </dsp:nvSpPr>
      <dsp:spPr>
        <a:xfrm>
          <a:off x="1024283" y="1112695"/>
          <a:ext cx="5071716" cy="8868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856" tIns="93856" rIns="93856" bIns="93856" numCol="1" spcCol="1270" anchor="ctr" anchorCtr="0">
          <a:noAutofit/>
        </a:bodyPr>
        <a:lstStyle/>
        <a:p>
          <a:pPr marL="0" lvl="0" indent="0" algn="l" defTabSz="844550">
            <a:lnSpc>
              <a:spcPct val="90000"/>
            </a:lnSpc>
            <a:spcBef>
              <a:spcPct val="0"/>
            </a:spcBef>
            <a:spcAft>
              <a:spcPct val="35000"/>
            </a:spcAft>
            <a:buNone/>
          </a:pPr>
          <a:r>
            <a:rPr lang="en-US" sz="1900" kern="1200"/>
            <a:t>Treatment adherence</a:t>
          </a:r>
        </a:p>
      </dsp:txBody>
      <dsp:txXfrm>
        <a:off x="1024283" y="1112695"/>
        <a:ext cx="5071716" cy="886825"/>
      </dsp:txXfrm>
    </dsp:sp>
    <dsp:sp modelId="{8CBEB8C9-796C-4931-82D4-78D4AA3E43A9}">
      <dsp:nvSpPr>
        <dsp:cNvPr id="0" name=""/>
        <dsp:cNvSpPr/>
      </dsp:nvSpPr>
      <dsp:spPr>
        <a:xfrm>
          <a:off x="0" y="2221227"/>
          <a:ext cx="6096000" cy="88682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3752AA5-8626-406C-BA57-24A22DFC8494}">
      <dsp:nvSpPr>
        <dsp:cNvPr id="0" name=""/>
        <dsp:cNvSpPr/>
      </dsp:nvSpPr>
      <dsp:spPr>
        <a:xfrm>
          <a:off x="268264" y="2420762"/>
          <a:ext cx="487754" cy="48775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08FAC86-7022-413D-8020-90BC086FCCE7}">
      <dsp:nvSpPr>
        <dsp:cNvPr id="0" name=""/>
        <dsp:cNvSpPr/>
      </dsp:nvSpPr>
      <dsp:spPr>
        <a:xfrm>
          <a:off x="1024283" y="2221227"/>
          <a:ext cx="5071716" cy="8868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856" tIns="93856" rIns="93856" bIns="93856" numCol="1" spcCol="1270" anchor="ctr" anchorCtr="0">
          <a:noAutofit/>
        </a:bodyPr>
        <a:lstStyle/>
        <a:p>
          <a:pPr marL="0" lvl="0" indent="0" algn="l" defTabSz="844550">
            <a:lnSpc>
              <a:spcPct val="90000"/>
            </a:lnSpc>
            <a:spcBef>
              <a:spcPct val="0"/>
            </a:spcBef>
            <a:spcAft>
              <a:spcPct val="35000"/>
            </a:spcAft>
            <a:buNone/>
          </a:pPr>
          <a:r>
            <a:rPr lang="en-US" sz="1900" kern="1200"/>
            <a:t>Breeding site reduction</a:t>
          </a:r>
        </a:p>
      </dsp:txBody>
      <dsp:txXfrm>
        <a:off x="1024283" y="2221227"/>
        <a:ext cx="5071716" cy="886825"/>
      </dsp:txXfrm>
    </dsp:sp>
    <dsp:sp modelId="{4DBD220B-4FCC-41A6-979A-EC6C1EA063A2}">
      <dsp:nvSpPr>
        <dsp:cNvPr id="0" name=""/>
        <dsp:cNvSpPr/>
      </dsp:nvSpPr>
      <dsp:spPr>
        <a:xfrm>
          <a:off x="0" y="3329759"/>
          <a:ext cx="6096000" cy="88682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4ADBB28-34A6-4A35-89B2-C30D4D9C801C}">
      <dsp:nvSpPr>
        <dsp:cNvPr id="0" name=""/>
        <dsp:cNvSpPr/>
      </dsp:nvSpPr>
      <dsp:spPr>
        <a:xfrm>
          <a:off x="268264" y="3529294"/>
          <a:ext cx="487754" cy="48775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72872DE-F241-48EE-985C-7F62812C8657}">
      <dsp:nvSpPr>
        <dsp:cNvPr id="0" name=""/>
        <dsp:cNvSpPr/>
      </dsp:nvSpPr>
      <dsp:spPr>
        <a:xfrm>
          <a:off x="1024283" y="3329759"/>
          <a:ext cx="5071716" cy="8868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856" tIns="93856" rIns="93856" bIns="93856" numCol="1" spcCol="1270" anchor="ctr" anchorCtr="0">
          <a:noAutofit/>
        </a:bodyPr>
        <a:lstStyle/>
        <a:p>
          <a:pPr marL="0" lvl="0" indent="0" algn="l" defTabSz="844550">
            <a:lnSpc>
              <a:spcPct val="90000"/>
            </a:lnSpc>
            <a:spcBef>
              <a:spcPct val="0"/>
            </a:spcBef>
            <a:spcAft>
              <a:spcPct val="35000"/>
            </a:spcAft>
            <a:buNone/>
          </a:pPr>
          <a:r>
            <a:rPr lang="en-US" sz="1900" kern="1200"/>
            <a:t>LLIN use and preventive behaviour</a:t>
          </a:r>
        </a:p>
      </dsp:txBody>
      <dsp:txXfrm>
        <a:off x="1024283" y="3329759"/>
        <a:ext cx="5071716" cy="886825"/>
      </dsp:txXfrm>
    </dsp:sp>
    <dsp:sp modelId="{A3B7128F-CEB5-447E-99F2-0187F3D7642F}">
      <dsp:nvSpPr>
        <dsp:cNvPr id="0" name=""/>
        <dsp:cNvSpPr/>
      </dsp:nvSpPr>
      <dsp:spPr>
        <a:xfrm>
          <a:off x="0" y="4438291"/>
          <a:ext cx="6096000" cy="88682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8684C27-B2C6-4462-851C-86C7616E5E4F}">
      <dsp:nvSpPr>
        <dsp:cNvPr id="0" name=""/>
        <dsp:cNvSpPr/>
      </dsp:nvSpPr>
      <dsp:spPr>
        <a:xfrm>
          <a:off x="268264" y="4637826"/>
          <a:ext cx="487754" cy="48775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3EFAD7D-062E-44E1-81B2-5BA9E7D46AD8}">
      <dsp:nvSpPr>
        <dsp:cNvPr id="0" name=""/>
        <dsp:cNvSpPr/>
      </dsp:nvSpPr>
      <dsp:spPr>
        <a:xfrm>
          <a:off x="1024283" y="4438291"/>
          <a:ext cx="5071716" cy="8868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856" tIns="93856" rIns="93856" bIns="93856" numCol="1" spcCol="1270" anchor="ctr" anchorCtr="0">
          <a:noAutofit/>
        </a:bodyPr>
        <a:lstStyle/>
        <a:p>
          <a:pPr marL="0" lvl="0" indent="0" algn="l" defTabSz="844550">
            <a:lnSpc>
              <a:spcPct val="90000"/>
            </a:lnSpc>
            <a:spcBef>
              <a:spcPct val="0"/>
            </a:spcBef>
            <a:spcAft>
              <a:spcPct val="35000"/>
            </a:spcAft>
            <a:buNone/>
          </a:pPr>
          <a:r>
            <a:rPr lang="en-US" sz="1900" kern="1200"/>
            <a:t>Timely reporting support</a:t>
          </a:r>
        </a:p>
      </dsp:txBody>
      <dsp:txXfrm>
        <a:off x="1024283" y="4438291"/>
        <a:ext cx="5071716" cy="886825"/>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C81A0-FB7A-4357-8B37-1EC930D1E098}"/>
              </a:ext>
            </a:extLst>
          </p:cNvPr>
          <p:cNvSpPr>
            <a:spLocks noGrp="1"/>
          </p:cNvSpPr>
          <p:nvPr>
            <p:ph type="ctrTitle"/>
          </p:nvPr>
        </p:nvSpPr>
        <p:spPr>
          <a:xfrm>
            <a:off x="762000" y="1523999"/>
            <a:ext cx="10668000" cy="1985963"/>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D3C075C-7238-4F43-87E7-63A35BE6900C}"/>
              </a:ext>
            </a:extLst>
          </p:cNvPr>
          <p:cNvSpPr>
            <a:spLocks noGrp="1"/>
          </p:cNvSpPr>
          <p:nvPr>
            <p:ph type="subTitle" idx="1"/>
          </p:nvPr>
        </p:nvSpPr>
        <p:spPr>
          <a:xfrm>
            <a:off x="762000" y="3809999"/>
            <a:ext cx="10667998" cy="198596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0AB67EEB-ABA8-4DA9-803B-0C6CD8A1284C}"/>
              </a:ext>
            </a:extLst>
          </p:cNvPr>
          <p:cNvSpPr>
            <a:spLocks noGrp="1"/>
          </p:cNvSpPr>
          <p:nvPr>
            <p:ph type="dt" sz="half" idx="10"/>
          </p:nvPr>
        </p:nvSpPr>
        <p:spPr/>
        <p:txBody>
          <a:bodyPr anchor="b" anchorCtr="0"/>
          <a:lstStyle/>
          <a:p>
            <a:fld id="{F4D57BDD-E64A-4D27-8978-82FFCA18A12C}" type="datetimeFigureOut">
              <a:rPr lang="en-US" smtClean="0"/>
              <a:t>4/24/2026</a:t>
            </a:fld>
            <a:endParaRPr lang="en-US"/>
          </a:p>
        </p:txBody>
      </p:sp>
      <p:sp>
        <p:nvSpPr>
          <p:cNvPr id="5" name="Footer Placeholder 4">
            <a:extLst>
              <a:ext uri="{FF2B5EF4-FFF2-40B4-BE49-F238E27FC236}">
                <a16:creationId xmlns:a16="http://schemas.microsoft.com/office/drawing/2014/main" id="{0FCFD314-1E75-41B9-A585-4F4A32A347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0CC8E8-C649-4A81-BF53-F078B2A98453}"/>
              </a:ext>
            </a:extLst>
          </p:cNvPr>
          <p:cNvSpPr>
            <a:spLocks noGrp="1"/>
          </p:cNvSpPr>
          <p:nvPr>
            <p:ph type="sldNum" sz="quarter" idx="12"/>
          </p:nvPr>
        </p:nvSpPr>
        <p:spPr/>
        <p:txBody>
          <a:bodyPr/>
          <a:lstStyle/>
          <a:p>
            <a:fld id="{D643A852-0206-46AC-B0EB-645612933129}" type="slidenum">
              <a:rPr lang="en-US" smtClean="0"/>
              <a:t>‹#›</a:t>
            </a:fld>
            <a:endParaRPr lang="en-US" dirty="0"/>
          </a:p>
        </p:txBody>
      </p:sp>
    </p:spTree>
    <p:extLst>
      <p:ext uri="{BB962C8B-B14F-4D97-AF65-F5344CB8AC3E}">
        <p14:creationId xmlns:p14="http://schemas.microsoft.com/office/powerpoint/2010/main" val="32941408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6A6A6-C260-4F8B-99DF-249C907BE5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36F8CB-5C97-4437-A672-4E43D0E5AE8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90C990-05C1-4ECD-A899-722057AEA630}"/>
              </a:ext>
            </a:extLst>
          </p:cNvPr>
          <p:cNvSpPr>
            <a:spLocks noGrp="1"/>
          </p:cNvSpPr>
          <p:nvPr>
            <p:ph type="dt" sz="half" idx="10"/>
          </p:nvPr>
        </p:nvSpPr>
        <p:spPr/>
        <p:txBody>
          <a:bodyPr/>
          <a:lstStyle/>
          <a:p>
            <a:fld id="{F4D57BDD-E64A-4D27-8978-82FFCA18A12C}" type="datetimeFigureOut">
              <a:rPr lang="en-US" smtClean="0"/>
              <a:t>4/24/2026</a:t>
            </a:fld>
            <a:endParaRPr lang="en-US"/>
          </a:p>
        </p:txBody>
      </p:sp>
      <p:sp>
        <p:nvSpPr>
          <p:cNvPr id="5" name="Footer Placeholder 4">
            <a:extLst>
              <a:ext uri="{FF2B5EF4-FFF2-40B4-BE49-F238E27FC236}">
                <a16:creationId xmlns:a16="http://schemas.microsoft.com/office/drawing/2014/main" id="{C5E9811C-37A0-4DD1-8607-EFD4226E5D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CAB506-9570-4D3E-804F-A184A73DBCE6}"/>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704068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569B8-DEA4-4F12-9078-ECD731F2AC92}"/>
              </a:ext>
            </a:extLst>
          </p:cNvPr>
          <p:cNvSpPr>
            <a:spLocks noGrp="1"/>
          </p:cNvSpPr>
          <p:nvPr>
            <p:ph type="title"/>
          </p:nvPr>
        </p:nvSpPr>
        <p:spPr>
          <a:xfrm>
            <a:off x="762000" y="1530351"/>
            <a:ext cx="10668000" cy="2279650"/>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A0D1F3B-E79C-4822-999D-205B0E76C66F}"/>
              </a:ext>
            </a:extLst>
          </p:cNvPr>
          <p:cNvSpPr>
            <a:spLocks noGrp="1"/>
          </p:cNvSpPr>
          <p:nvPr>
            <p:ph type="body" idx="1"/>
          </p:nvPr>
        </p:nvSpPr>
        <p:spPr>
          <a:xfrm>
            <a:off x="762000" y="4589464"/>
            <a:ext cx="10668000" cy="1183184"/>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145166-621E-4C71-A40F-64E514536729}"/>
              </a:ext>
            </a:extLst>
          </p:cNvPr>
          <p:cNvSpPr>
            <a:spLocks noGrp="1"/>
          </p:cNvSpPr>
          <p:nvPr>
            <p:ph type="dt" sz="half" idx="10"/>
          </p:nvPr>
        </p:nvSpPr>
        <p:spPr/>
        <p:txBody>
          <a:bodyPr/>
          <a:lstStyle/>
          <a:p>
            <a:fld id="{F4D57BDD-E64A-4D27-8978-82FFCA18A12C}" type="datetimeFigureOut">
              <a:rPr lang="en-US" smtClean="0"/>
              <a:t>4/24/2026</a:t>
            </a:fld>
            <a:endParaRPr lang="en-US"/>
          </a:p>
        </p:txBody>
      </p:sp>
      <p:sp>
        <p:nvSpPr>
          <p:cNvPr id="5" name="Footer Placeholder 4">
            <a:extLst>
              <a:ext uri="{FF2B5EF4-FFF2-40B4-BE49-F238E27FC236}">
                <a16:creationId xmlns:a16="http://schemas.microsoft.com/office/drawing/2014/main" id="{44B8A175-E39F-477F-997B-99FF8677A5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69115F-5456-4FA3-8484-B1806E7C48C7}"/>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696523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8BC5C-CCF0-4BA5-B102-213AC6FD5A48}"/>
              </a:ext>
            </a:extLst>
          </p:cNvPr>
          <p:cNvSpPr>
            <a:spLocks noGrp="1"/>
          </p:cNvSpPr>
          <p:nvPr>
            <p:ph type="title"/>
          </p:nvPr>
        </p:nvSpPr>
        <p:spPr>
          <a:xfrm>
            <a:off x="762000" y="1524000"/>
            <a:ext cx="9144000" cy="126364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2237E63-3B4F-4C2F-A87C-9533227EB684}"/>
              </a:ext>
            </a:extLst>
          </p:cNvPr>
          <p:cNvSpPr>
            <a:spLocks noGrp="1"/>
          </p:cNvSpPr>
          <p:nvPr>
            <p:ph sz="half" idx="1"/>
          </p:nvPr>
        </p:nvSpPr>
        <p:spPr>
          <a:xfrm>
            <a:off x="762000" y="3048000"/>
            <a:ext cx="4572000" cy="304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E78ACE3E-2FED-4289-B138-3EC2826909F5}"/>
              </a:ext>
            </a:extLst>
          </p:cNvPr>
          <p:cNvSpPr>
            <a:spLocks noGrp="1"/>
          </p:cNvSpPr>
          <p:nvPr>
            <p:ph sz="half" idx="2"/>
          </p:nvPr>
        </p:nvSpPr>
        <p:spPr>
          <a:xfrm>
            <a:off x="6858000" y="3048000"/>
            <a:ext cx="4572000" cy="304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55DB51-20DA-4BEF-90BA-DDD37DC080CF}"/>
              </a:ext>
            </a:extLst>
          </p:cNvPr>
          <p:cNvSpPr>
            <a:spLocks noGrp="1"/>
          </p:cNvSpPr>
          <p:nvPr>
            <p:ph type="dt" sz="half" idx="10"/>
          </p:nvPr>
        </p:nvSpPr>
        <p:spPr/>
        <p:txBody>
          <a:bodyPr/>
          <a:lstStyle/>
          <a:p>
            <a:fld id="{F4D57BDD-E64A-4D27-8978-82FFCA18A12C}" type="datetimeFigureOut">
              <a:rPr lang="en-US" smtClean="0"/>
              <a:t>4/24/2026</a:t>
            </a:fld>
            <a:endParaRPr lang="en-US"/>
          </a:p>
        </p:txBody>
      </p:sp>
      <p:sp>
        <p:nvSpPr>
          <p:cNvPr id="6" name="Footer Placeholder 5">
            <a:extLst>
              <a:ext uri="{FF2B5EF4-FFF2-40B4-BE49-F238E27FC236}">
                <a16:creationId xmlns:a16="http://schemas.microsoft.com/office/drawing/2014/main" id="{506D22E1-F0DB-4CB7-B2E3-D578EEAA6E5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C29146B-54D6-4291-8EA2-6430024824AE}"/>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2439494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B4AE7-507A-4E14-96E2-5412FF8EA283}"/>
              </a:ext>
            </a:extLst>
          </p:cNvPr>
          <p:cNvSpPr>
            <a:spLocks noGrp="1"/>
          </p:cNvSpPr>
          <p:nvPr>
            <p:ph type="title"/>
          </p:nvPr>
        </p:nvSpPr>
        <p:spPr>
          <a:xfrm>
            <a:off x="762000" y="1527048"/>
            <a:ext cx="10668000" cy="75895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EDEEE83-2945-4C22-9597-57F1F1262841}"/>
              </a:ext>
            </a:extLst>
          </p:cNvPr>
          <p:cNvSpPr>
            <a:spLocks noGrp="1"/>
          </p:cNvSpPr>
          <p:nvPr>
            <p:ph type="body" idx="1"/>
          </p:nvPr>
        </p:nvSpPr>
        <p:spPr>
          <a:xfrm>
            <a:off x="762000" y="2285999"/>
            <a:ext cx="4572001"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C2494D-AD1D-4CB7-A17C-B69079113D71}"/>
              </a:ext>
            </a:extLst>
          </p:cNvPr>
          <p:cNvSpPr>
            <a:spLocks noGrp="1"/>
          </p:cNvSpPr>
          <p:nvPr>
            <p:ph sz="half" idx="2"/>
          </p:nvPr>
        </p:nvSpPr>
        <p:spPr>
          <a:xfrm>
            <a:off x="762001" y="3059113"/>
            <a:ext cx="4572000" cy="3036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B23E4950-830D-4EE3-9F51-DD730255E0CD}"/>
              </a:ext>
            </a:extLst>
          </p:cNvPr>
          <p:cNvSpPr>
            <a:spLocks noGrp="1"/>
          </p:cNvSpPr>
          <p:nvPr>
            <p:ph type="body" sz="quarter" idx="3"/>
          </p:nvPr>
        </p:nvSpPr>
        <p:spPr>
          <a:xfrm>
            <a:off x="6857998" y="2286000"/>
            <a:ext cx="4572001"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F244AA-BDAA-4FDD-B742-449DF905730C}"/>
              </a:ext>
            </a:extLst>
          </p:cNvPr>
          <p:cNvSpPr>
            <a:spLocks noGrp="1"/>
          </p:cNvSpPr>
          <p:nvPr>
            <p:ph sz="quarter" idx="4"/>
          </p:nvPr>
        </p:nvSpPr>
        <p:spPr>
          <a:xfrm>
            <a:off x="6858000" y="3059113"/>
            <a:ext cx="4571998" cy="3036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6B78494-ECE0-41D2-97E2-CFAC0434A8B8}"/>
              </a:ext>
            </a:extLst>
          </p:cNvPr>
          <p:cNvSpPr>
            <a:spLocks noGrp="1"/>
          </p:cNvSpPr>
          <p:nvPr>
            <p:ph type="dt" sz="half" idx="10"/>
          </p:nvPr>
        </p:nvSpPr>
        <p:spPr/>
        <p:txBody>
          <a:bodyPr/>
          <a:lstStyle/>
          <a:p>
            <a:fld id="{F4D57BDD-E64A-4D27-8978-82FFCA18A12C}" type="datetimeFigureOut">
              <a:rPr lang="en-US" smtClean="0"/>
              <a:t>4/24/2026</a:t>
            </a:fld>
            <a:endParaRPr lang="en-US"/>
          </a:p>
        </p:txBody>
      </p:sp>
      <p:sp>
        <p:nvSpPr>
          <p:cNvPr id="8" name="Footer Placeholder 7">
            <a:extLst>
              <a:ext uri="{FF2B5EF4-FFF2-40B4-BE49-F238E27FC236}">
                <a16:creationId xmlns:a16="http://schemas.microsoft.com/office/drawing/2014/main" id="{185E4C20-6CC5-4259-B554-B19F1A7AA0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B09AB13-CCCC-4074-9B66-CE0B37902E3F}"/>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17706708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FB5FF-4FD1-4CE4-BBC5-E6402FE06F0C}"/>
              </a:ext>
            </a:extLst>
          </p:cNvPr>
          <p:cNvSpPr>
            <a:spLocks noGrp="1"/>
          </p:cNvSpPr>
          <p:nvPr>
            <p:ph type="title"/>
          </p:nvPr>
        </p:nvSpPr>
        <p:spPr>
          <a:xfrm>
            <a:off x="762000" y="1524000"/>
            <a:ext cx="9144000" cy="3810000"/>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F9E71AAD-C5B9-485B-84DD-60DAFD5F18BC}"/>
              </a:ext>
            </a:extLst>
          </p:cNvPr>
          <p:cNvSpPr>
            <a:spLocks noGrp="1"/>
          </p:cNvSpPr>
          <p:nvPr>
            <p:ph type="dt" sz="half" idx="10"/>
          </p:nvPr>
        </p:nvSpPr>
        <p:spPr/>
        <p:txBody>
          <a:bodyPr/>
          <a:lstStyle/>
          <a:p>
            <a:fld id="{F4D57BDD-E64A-4D27-8978-82FFCA18A12C}" type="datetimeFigureOut">
              <a:rPr lang="en-US" smtClean="0"/>
              <a:t>4/24/2026</a:t>
            </a:fld>
            <a:endParaRPr lang="en-US"/>
          </a:p>
        </p:txBody>
      </p:sp>
      <p:sp>
        <p:nvSpPr>
          <p:cNvPr id="4" name="Footer Placeholder 3">
            <a:extLst>
              <a:ext uri="{FF2B5EF4-FFF2-40B4-BE49-F238E27FC236}">
                <a16:creationId xmlns:a16="http://schemas.microsoft.com/office/drawing/2014/main" id="{9B7CACFF-0406-4EE2-9E8F-F594B952C26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552A47E-1990-4B6B-BCCB-75B6F213A8ED}"/>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40051216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C8FE4C-64F1-4C88-9D30-17F8131ED627}"/>
              </a:ext>
            </a:extLst>
          </p:cNvPr>
          <p:cNvSpPr>
            <a:spLocks noGrp="1"/>
          </p:cNvSpPr>
          <p:nvPr>
            <p:ph type="dt" sz="half" idx="10"/>
          </p:nvPr>
        </p:nvSpPr>
        <p:spPr/>
        <p:txBody>
          <a:bodyPr/>
          <a:lstStyle/>
          <a:p>
            <a:fld id="{F4D57BDD-E64A-4D27-8978-82FFCA18A12C}" type="datetimeFigureOut">
              <a:rPr lang="en-US" smtClean="0"/>
              <a:t>4/24/2026</a:t>
            </a:fld>
            <a:endParaRPr lang="en-US"/>
          </a:p>
        </p:txBody>
      </p:sp>
      <p:sp>
        <p:nvSpPr>
          <p:cNvPr id="3" name="Footer Placeholder 2">
            <a:extLst>
              <a:ext uri="{FF2B5EF4-FFF2-40B4-BE49-F238E27FC236}">
                <a16:creationId xmlns:a16="http://schemas.microsoft.com/office/drawing/2014/main" id="{D25D8FB3-6FA4-40A7-BDBF-76CD0F22FEA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6649F41-A021-4490-BB80-C89DF0293708}"/>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36897814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CEF60-874B-45DE-BF65-CF0D08577588}"/>
              </a:ext>
            </a:extLst>
          </p:cNvPr>
          <p:cNvSpPr>
            <a:spLocks noGrp="1"/>
          </p:cNvSpPr>
          <p:nvPr>
            <p:ph type="title"/>
          </p:nvPr>
        </p:nvSpPr>
        <p:spPr>
          <a:xfrm>
            <a:off x="762000" y="1524000"/>
            <a:ext cx="3821113" cy="1524000"/>
          </a:xfrm>
        </p:spPr>
        <p:txBody>
          <a:bodyPr anchor="t" anchorCtr="0"/>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CD757B0-722D-425F-8BD4-9CD9093BCBF5}"/>
              </a:ext>
            </a:extLst>
          </p:cNvPr>
          <p:cNvSpPr>
            <a:spLocks noGrp="1"/>
          </p:cNvSpPr>
          <p:nvPr>
            <p:ph idx="1"/>
          </p:nvPr>
        </p:nvSpPr>
        <p:spPr>
          <a:xfrm>
            <a:off x="5334000" y="1524000"/>
            <a:ext cx="6096000" cy="3810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EDB0F60-AADF-41C3-8BFC-B405E0A3F9AC}"/>
              </a:ext>
            </a:extLst>
          </p:cNvPr>
          <p:cNvSpPr>
            <a:spLocks noGrp="1"/>
          </p:cNvSpPr>
          <p:nvPr>
            <p:ph type="body" sz="half" idx="2"/>
          </p:nvPr>
        </p:nvSpPr>
        <p:spPr>
          <a:xfrm>
            <a:off x="762000" y="3048000"/>
            <a:ext cx="3821113" cy="30480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AB1E11-97B6-42FD-9F45-6EDC3B83FABD}"/>
              </a:ext>
            </a:extLst>
          </p:cNvPr>
          <p:cNvSpPr>
            <a:spLocks noGrp="1"/>
          </p:cNvSpPr>
          <p:nvPr>
            <p:ph type="dt" sz="half" idx="10"/>
          </p:nvPr>
        </p:nvSpPr>
        <p:spPr/>
        <p:txBody>
          <a:bodyPr/>
          <a:lstStyle/>
          <a:p>
            <a:fld id="{F4D57BDD-E64A-4D27-8978-82FFCA18A12C}" type="datetimeFigureOut">
              <a:rPr lang="en-US" smtClean="0"/>
              <a:t>4/24/2026</a:t>
            </a:fld>
            <a:endParaRPr lang="en-US"/>
          </a:p>
        </p:txBody>
      </p:sp>
      <p:sp>
        <p:nvSpPr>
          <p:cNvPr id="6" name="Footer Placeholder 5">
            <a:extLst>
              <a:ext uri="{FF2B5EF4-FFF2-40B4-BE49-F238E27FC236}">
                <a16:creationId xmlns:a16="http://schemas.microsoft.com/office/drawing/2014/main" id="{E14D7DA9-F910-4337-99A2-91F4EA3612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93A2F2-339E-4406-9A90-534A38C5A069}"/>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8697854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71599-6E07-4A55-9B93-4CA5EFE3FD76}"/>
              </a:ext>
            </a:extLst>
          </p:cNvPr>
          <p:cNvSpPr>
            <a:spLocks noGrp="1"/>
          </p:cNvSpPr>
          <p:nvPr>
            <p:ph type="title"/>
          </p:nvPr>
        </p:nvSpPr>
        <p:spPr>
          <a:xfrm>
            <a:off x="762001" y="1524000"/>
            <a:ext cx="3810000" cy="15240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2C2D26-DACA-4941-955E-18F7E236758C}"/>
              </a:ext>
            </a:extLst>
          </p:cNvPr>
          <p:cNvSpPr>
            <a:spLocks noGrp="1"/>
          </p:cNvSpPr>
          <p:nvPr>
            <p:ph type="pic" idx="1"/>
          </p:nvPr>
        </p:nvSpPr>
        <p:spPr>
          <a:xfrm>
            <a:off x="5333999" y="1524000"/>
            <a:ext cx="6095999" cy="3810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a:t>
            </a:r>
            <a:r>
              <a:rPr lang="en-US" dirty="0" err="1"/>
              <a:t>toAdd</a:t>
            </a:r>
            <a:r>
              <a:rPr lang="en-US" dirty="0"/>
              <a:t> picture</a:t>
            </a:r>
          </a:p>
        </p:txBody>
      </p:sp>
      <p:sp>
        <p:nvSpPr>
          <p:cNvPr id="4" name="Text Placeholder 3">
            <a:extLst>
              <a:ext uri="{FF2B5EF4-FFF2-40B4-BE49-F238E27FC236}">
                <a16:creationId xmlns:a16="http://schemas.microsoft.com/office/drawing/2014/main" id="{27EDB26D-C5B0-41D6-A75F-F89A87BE243A}"/>
              </a:ext>
            </a:extLst>
          </p:cNvPr>
          <p:cNvSpPr>
            <a:spLocks noGrp="1"/>
          </p:cNvSpPr>
          <p:nvPr>
            <p:ph type="body" sz="half" idx="2"/>
          </p:nvPr>
        </p:nvSpPr>
        <p:spPr>
          <a:xfrm>
            <a:off x="762001" y="3048000"/>
            <a:ext cx="3810000" cy="30480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9304B6-48DF-41FA-A089-8C83BBA63673}"/>
              </a:ext>
            </a:extLst>
          </p:cNvPr>
          <p:cNvSpPr>
            <a:spLocks noGrp="1"/>
          </p:cNvSpPr>
          <p:nvPr>
            <p:ph type="dt" sz="half" idx="10"/>
          </p:nvPr>
        </p:nvSpPr>
        <p:spPr/>
        <p:txBody>
          <a:bodyPr/>
          <a:lstStyle/>
          <a:p>
            <a:fld id="{F4D57BDD-E64A-4D27-8978-82FFCA18A12C}" type="datetimeFigureOut">
              <a:rPr lang="en-US" smtClean="0"/>
              <a:t>4/24/2026</a:t>
            </a:fld>
            <a:endParaRPr lang="en-US"/>
          </a:p>
        </p:txBody>
      </p:sp>
      <p:sp>
        <p:nvSpPr>
          <p:cNvPr id="6" name="Footer Placeholder 5">
            <a:extLst>
              <a:ext uri="{FF2B5EF4-FFF2-40B4-BE49-F238E27FC236}">
                <a16:creationId xmlns:a16="http://schemas.microsoft.com/office/drawing/2014/main" id="{14DFB82F-A17A-4BC7-A522-CD934BC35C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CC530C-8824-4BE3-884E-2AFF30B572BC}"/>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4086010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CE73F-2F7C-4941-9B13-ACB43A4983EC}"/>
              </a:ext>
            </a:extLst>
          </p:cNvPr>
          <p:cNvSpPr>
            <a:spLocks noGrp="1"/>
          </p:cNvSpPr>
          <p:nvPr>
            <p:ph type="title"/>
          </p:nvPr>
        </p:nvSpPr>
        <p:spPr>
          <a:xfrm>
            <a:off x="762000" y="1524000"/>
            <a:ext cx="9144000" cy="1523999"/>
          </a:xfrm>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8BC107E-F2BE-4057-B06B-1E50FD12B561}"/>
              </a:ext>
            </a:extLst>
          </p:cNvPr>
          <p:cNvSpPr>
            <a:spLocks noGrp="1"/>
          </p:cNvSpPr>
          <p:nvPr>
            <p:ph type="body" orient="vert" idx="1"/>
          </p:nvPr>
        </p:nvSpPr>
        <p:spPr>
          <a:xfrm>
            <a:off x="762000" y="3048000"/>
            <a:ext cx="10668000" cy="3048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B9D7D8-1932-4215-A6E0-C16DA0DDB8B8}"/>
              </a:ext>
            </a:extLst>
          </p:cNvPr>
          <p:cNvSpPr>
            <a:spLocks noGrp="1"/>
          </p:cNvSpPr>
          <p:nvPr>
            <p:ph type="dt" sz="half" idx="10"/>
          </p:nvPr>
        </p:nvSpPr>
        <p:spPr/>
        <p:txBody>
          <a:bodyPr/>
          <a:lstStyle/>
          <a:p>
            <a:fld id="{F4D57BDD-E64A-4D27-8978-82FFCA18A12C}" type="datetimeFigureOut">
              <a:rPr lang="en-US" smtClean="0"/>
              <a:t>4/24/2026</a:t>
            </a:fld>
            <a:endParaRPr lang="en-US"/>
          </a:p>
        </p:txBody>
      </p:sp>
      <p:sp>
        <p:nvSpPr>
          <p:cNvPr id="5" name="Footer Placeholder 4">
            <a:extLst>
              <a:ext uri="{FF2B5EF4-FFF2-40B4-BE49-F238E27FC236}">
                <a16:creationId xmlns:a16="http://schemas.microsoft.com/office/drawing/2014/main" id="{4378B662-65E3-47B2-AD95-B041B57F3B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93DBC5-88B5-4F2A-A0E3-752CB421737A}"/>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34897802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6599DF-5B13-4800-ADD7-3A2A2F1C4889}"/>
              </a:ext>
            </a:extLst>
          </p:cNvPr>
          <p:cNvSpPr>
            <a:spLocks noGrp="1"/>
          </p:cNvSpPr>
          <p:nvPr>
            <p:ph type="title" orient="vert"/>
          </p:nvPr>
        </p:nvSpPr>
        <p:spPr>
          <a:xfrm>
            <a:off x="8724900" y="1523999"/>
            <a:ext cx="2705100" cy="4572001"/>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B191E12-22D9-4DA9-A336-EA6A8B9B55B8}"/>
              </a:ext>
            </a:extLst>
          </p:cNvPr>
          <p:cNvSpPr>
            <a:spLocks noGrp="1"/>
          </p:cNvSpPr>
          <p:nvPr>
            <p:ph type="body" orient="vert" idx="1"/>
          </p:nvPr>
        </p:nvSpPr>
        <p:spPr>
          <a:xfrm>
            <a:off x="762000" y="1524000"/>
            <a:ext cx="7620000" cy="4572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22A1D5-B7EF-43A4-81EF-B5A7EA35616B}"/>
              </a:ext>
            </a:extLst>
          </p:cNvPr>
          <p:cNvSpPr>
            <a:spLocks noGrp="1"/>
          </p:cNvSpPr>
          <p:nvPr>
            <p:ph type="dt" sz="half" idx="10"/>
          </p:nvPr>
        </p:nvSpPr>
        <p:spPr/>
        <p:txBody>
          <a:bodyPr/>
          <a:lstStyle/>
          <a:p>
            <a:fld id="{F4D57BDD-E64A-4D27-8978-82FFCA18A12C}" type="datetimeFigureOut">
              <a:rPr lang="en-US" smtClean="0"/>
              <a:t>4/24/2026</a:t>
            </a:fld>
            <a:endParaRPr lang="en-US"/>
          </a:p>
        </p:txBody>
      </p:sp>
      <p:sp>
        <p:nvSpPr>
          <p:cNvPr id="5" name="Footer Placeholder 4">
            <a:extLst>
              <a:ext uri="{FF2B5EF4-FFF2-40B4-BE49-F238E27FC236}">
                <a16:creationId xmlns:a16="http://schemas.microsoft.com/office/drawing/2014/main" id="{66809DFB-4410-42BF-B886-C984E3A53F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6487E8-E9A0-429E-88E5-34B1BE86BD23}"/>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40542374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1B49B9-8C94-4604-AEEE-CB5051962D27}"/>
              </a:ext>
            </a:extLst>
          </p:cNvPr>
          <p:cNvSpPr>
            <a:spLocks noGrp="1"/>
          </p:cNvSpPr>
          <p:nvPr>
            <p:ph type="title"/>
          </p:nvPr>
        </p:nvSpPr>
        <p:spPr>
          <a:xfrm>
            <a:off x="762000" y="1524000"/>
            <a:ext cx="9144000" cy="1263649"/>
          </a:xfrm>
          <a:prstGeom prst="rect">
            <a:avLst/>
          </a:prstGeom>
        </p:spPr>
        <p:txBody>
          <a:bodyPr vert="horz" lIns="91440" tIns="45720" rIns="91440" bIns="45720" rtlCol="0" anchor="t" anchorCtr="0">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9C3204E-CAF5-48A1-928F-757507EC48C4}"/>
              </a:ext>
            </a:extLst>
          </p:cNvPr>
          <p:cNvSpPr>
            <a:spLocks noGrp="1"/>
          </p:cNvSpPr>
          <p:nvPr>
            <p:ph type="body" idx="1"/>
          </p:nvPr>
        </p:nvSpPr>
        <p:spPr>
          <a:xfrm>
            <a:off x="762000" y="3047999"/>
            <a:ext cx="10668000" cy="30480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9540D12-4B42-4790-8677-C9250F3CDDCF}"/>
              </a:ext>
            </a:extLst>
          </p:cNvPr>
          <p:cNvSpPr>
            <a:spLocks noGrp="1"/>
          </p:cNvSpPr>
          <p:nvPr>
            <p:ph type="dt" sz="half" idx="2"/>
          </p:nvPr>
        </p:nvSpPr>
        <p:spPr>
          <a:xfrm>
            <a:off x="762000" y="401594"/>
            <a:ext cx="3048000" cy="365125"/>
          </a:xfrm>
          <a:prstGeom prst="rect">
            <a:avLst/>
          </a:prstGeom>
        </p:spPr>
        <p:txBody>
          <a:bodyPr vert="horz" lIns="91440" tIns="45720" rIns="91440" bIns="45720" rtlCol="0" anchor="b" anchorCtr="0"/>
          <a:lstStyle>
            <a:lvl1pPr algn="l">
              <a:defRPr sz="900">
                <a:solidFill>
                  <a:schemeClr val="tx1"/>
                </a:solidFill>
              </a:defRPr>
            </a:lvl1pPr>
          </a:lstStyle>
          <a:p>
            <a:fld id="{F4D57BDD-E64A-4D27-8978-82FFCA18A12C}" type="datetimeFigureOut">
              <a:rPr lang="en-US" smtClean="0"/>
              <a:pPr/>
              <a:t>4/24/2026</a:t>
            </a:fld>
            <a:endParaRPr lang="en-US" dirty="0"/>
          </a:p>
        </p:txBody>
      </p:sp>
      <p:sp>
        <p:nvSpPr>
          <p:cNvPr id="5" name="Footer Placeholder 4">
            <a:extLst>
              <a:ext uri="{FF2B5EF4-FFF2-40B4-BE49-F238E27FC236}">
                <a16:creationId xmlns:a16="http://schemas.microsoft.com/office/drawing/2014/main" id="{022B17CD-6C27-4CD1-B20D-EA4B8E54F4FD}"/>
              </a:ext>
            </a:extLst>
          </p:cNvPr>
          <p:cNvSpPr>
            <a:spLocks noGrp="1"/>
          </p:cNvSpPr>
          <p:nvPr>
            <p:ph type="ftr" sz="quarter" idx="3"/>
          </p:nvPr>
        </p:nvSpPr>
        <p:spPr>
          <a:xfrm>
            <a:off x="6858000" y="6096000"/>
            <a:ext cx="4572000" cy="365125"/>
          </a:xfrm>
          <a:prstGeom prst="rect">
            <a:avLst/>
          </a:prstGeom>
        </p:spPr>
        <p:txBody>
          <a:bodyPr vert="horz" lIns="91440" tIns="45720" rIns="91440" bIns="45720" rtlCol="0" anchor="t" anchorCtr="0"/>
          <a:lstStyle>
            <a:lvl1pPr algn="r">
              <a:defRPr sz="8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C03A934F-C817-4C99-A2CF-C763A3F20627}"/>
              </a:ext>
            </a:extLst>
          </p:cNvPr>
          <p:cNvSpPr>
            <a:spLocks noGrp="1"/>
          </p:cNvSpPr>
          <p:nvPr>
            <p:ph type="sldNum" sz="quarter" idx="4"/>
          </p:nvPr>
        </p:nvSpPr>
        <p:spPr>
          <a:xfrm>
            <a:off x="9144000" y="401594"/>
            <a:ext cx="2286000" cy="762000"/>
          </a:xfrm>
          <a:prstGeom prst="rect">
            <a:avLst/>
          </a:prstGeom>
        </p:spPr>
        <p:txBody>
          <a:bodyPr vert="horz" lIns="91440" tIns="45720" rIns="91440" bIns="45720" rtlCol="0" anchor="t" anchorCtr="0"/>
          <a:lstStyle>
            <a:lvl1pPr algn="r">
              <a:defRPr sz="3600">
                <a:solidFill>
                  <a:schemeClr val="tx1"/>
                </a:solidFill>
                <a:latin typeface="+mj-lt"/>
              </a:defRPr>
            </a:lvl1pPr>
          </a:lstStyle>
          <a:p>
            <a:fld id="{D643A852-0206-46AC-B0EB-645612933129}" type="slidenum">
              <a:rPr lang="en-US" smtClean="0"/>
              <a:pPr/>
              <a:t>‹#›</a:t>
            </a:fld>
            <a:endParaRPr lang="en-US" dirty="0"/>
          </a:p>
        </p:txBody>
      </p:sp>
    </p:spTree>
    <p:extLst>
      <p:ext uri="{BB962C8B-B14F-4D97-AF65-F5344CB8AC3E}">
        <p14:creationId xmlns:p14="http://schemas.microsoft.com/office/powerpoint/2010/main" val="404835878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41" r:id="rId5"/>
    <p:sldLayoutId id="2147483742" r:id="rId6"/>
    <p:sldLayoutId id="2147483747" r:id="rId7"/>
    <p:sldLayoutId id="2147483743" r:id="rId8"/>
    <p:sldLayoutId id="2147483744" r:id="rId9"/>
    <p:sldLayoutId id="2147483745" r:id="rId10"/>
    <p:sldLayoutId id="214748374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ppl-ai-file-upload.s3.amazonaws.com/web/direct-files/attachments/87248401/1015b22b-03af-442a-8a2a-41d26b484849/National-Strategic-Plan-Malaria-2023-27.pdf"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idsp.mohfw.gov.in/WriteReadData/OldSite/2WkDSOSept08/Resources_files/DistrictSurvMan/Module5.pdf"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40.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B37791B-B040-4694-BFDC-8DD132D86E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BC4198D-E106-EF28-9CB6-0B38B247EABD}"/>
              </a:ext>
            </a:extLst>
          </p:cNvPr>
          <p:cNvPicPr>
            <a:picLocks noChangeAspect="1"/>
          </p:cNvPicPr>
          <p:nvPr/>
        </p:nvPicPr>
        <p:blipFill>
          <a:blip r:embed="rId2">
            <a:alphaModFix amt="50000"/>
          </a:blip>
          <a:srcRect/>
          <a:stretch>
            <a:fillRect/>
          </a:stretch>
        </p:blipFill>
        <p:spPr>
          <a:xfrm>
            <a:off x="20" y="10"/>
            <a:ext cx="12191980" cy="6095990"/>
          </a:xfrm>
          <a:custGeom>
            <a:avLst/>
            <a:gdLst/>
            <a:ahLst/>
            <a:cxnLst/>
            <a:rect l="l" t="t" r="r" b="b"/>
            <a:pathLst>
              <a:path w="12192000" h="6096000">
                <a:moveTo>
                  <a:pt x="7230262" y="5906862"/>
                </a:moveTo>
                <a:lnTo>
                  <a:pt x="7197115" y="5913338"/>
                </a:lnTo>
                <a:lnTo>
                  <a:pt x="7214545" y="5911744"/>
                </a:lnTo>
                <a:cubicBezTo>
                  <a:pt x="7220308" y="5910958"/>
                  <a:pt x="7225785" y="5909624"/>
                  <a:pt x="7230262" y="5906862"/>
                </a:cubicBezTo>
                <a:close/>
                <a:moveTo>
                  <a:pt x="7009120" y="5850263"/>
                </a:moveTo>
                <a:lnTo>
                  <a:pt x="7021563" y="5861355"/>
                </a:lnTo>
                <a:lnTo>
                  <a:pt x="7021563" y="5861354"/>
                </a:lnTo>
                <a:close/>
                <a:moveTo>
                  <a:pt x="7768443" y="5742074"/>
                </a:moveTo>
                <a:lnTo>
                  <a:pt x="7768443" y="5742075"/>
                </a:lnTo>
                <a:lnTo>
                  <a:pt x="7792447" y="5764553"/>
                </a:lnTo>
                <a:cubicBezTo>
                  <a:pt x="7785969" y="5758457"/>
                  <a:pt x="7779301" y="5752361"/>
                  <a:pt x="7768443" y="5742074"/>
                </a:cubicBezTo>
                <a:close/>
                <a:moveTo>
                  <a:pt x="4038748" y="5739955"/>
                </a:moveTo>
                <a:lnTo>
                  <a:pt x="4030517" y="5751599"/>
                </a:lnTo>
                <a:cubicBezTo>
                  <a:pt x="4026230" y="5759505"/>
                  <a:pt x="4021242" y="5765745"/>
                  <a:pt x="4015609" y="5770450"/>
                </a:cubicBezTo>
                <a:lnTo>
                  <a:pt x="3996845" y="5780104"/>
                </a:lnTo>
                <a:cubicBezTo>
                  <a:pt x="4010562" y="5776555"/>
                  <a:pt x="4021944" y="5767411"/>
                  <a:pt x="4030518" y="5751599"/>
                </a:cubicBezTo>
                <a:close/>
                <a:moveTo>
                  <a:pt x="6245343" y="5736549"/>
                </a:moveTo>
                <a:lnTo>
                  <a:pt x="6274406" y="5743345"/>
                </a:lnTo>
                <a:lnTo>
                  <a:pt x="6291247" y="5749662"/>
                </a:lnTo>
                <a:lnTo>
                  <a:pt x="6291385" y="5749714"/>
                </a:lnTo>
                <a:lnTo>
                  <a:pt x="6306284" y="5755552"/>
                </a:lnTo>
                <a:lnTo>
                  <a:pt x="6308075" y="5755968"/>
                </a:lnTo>
                <a:lnTo>
                  <a:pt x="6313855" y="5758133"/>
                </a:lnTo>
                <a:cubicBezTo>
                  <a:pt x="6321454" y="5760521"/>
                  <a:pt x="6329151" y="5762258"/>
                  <a:pt x="6337048" y="5762696"/>
                </a:cubicBezTo>
                <a:lnTo>
                  <a:pt x="6308075" y="5755968"/>
                </a:lnTo>
                <a:lnTo>
                  <a:pt x="6291385" y="5749714"/>
                </a:lnTo>
                <a:lnTo>
                  <a:pt x="6276197" y="5743764"/>
                </a:lnTo>
                <a:lnTo>
                  <a:pt x="6274406" y="5743345"/>
                </a:lnTo>
                <a:lnTo>
                  <a:pt x="6268613" y="5741171"/>
                </a:lnTo>
                <a:cubicBezTo>
                  <a:pt x="6260996" y="5738770"/>
                  <a:pt x="6253273" y="5737013"/>
                  <a:pt x="6245343" y="5736549"/>
                </a:cubicBezTo>
                <a:close/>
                <a:moveTo>
                  <a:pt x="6558837" y="5706717"/>
                </a:moveTo>
                <a:cubicBezTo>
                  <a:pt x="6548970" y="5706068"/>
                  <a:pt x="6539355" y="5706473"/>
                  <a:pt x="6529984" y="5708163"/>
                </a:cubicBezTo>
                <a:lnTo>
                  <a:pt x="6589207" y="5711593"/>
                </a:lnTo>
                <a:cubicBezTo>
                  <a:pt x="6578825" y="5709068"/>
                  <a:pt x="6568705" y="5707366"/>
                  <a:pt x="6558837" y="5706717"/>
                </a:cubicBezTo>
                <a:close/>
                <a:moveTo>
                  <a:pt x="4834454" y="5646059"/>
                </a:moveTo>
                <a:cubicBezTo>
                  <a:pt x="4849504" y="5662538"/>
                  <a:pt x="4866316" y="5668776"/>
                  <a:pt x="4883986" y="5670301"/>
                </a:cubicBezTo>
                <a:lnTo>
                  <a:pt x="4858238" y="5663787"/>
                </a:lnTo>
                <a:cubicBezTo>
                  <a:pt x="4849945" y="5659978"/>
                  <a:pt x="4841980" y="5654298"/>
                  <a:pt x="4834454" y="5646059"/>
                </a:cubicBezTo>
                <a:close/>
                <a:moveTo>
                  <a:pt x="5056443" y="5643725"/>
                </a:moveTo>
                <a:lnTo>
                  <a:pt x="5072588" y="5644505"/>
                </a:lnTo>
                <a:cubicBezTo>
                  <a:pt x="5078053" y="5645963"/>
                  <a:pt x="5083590" y="5648726"/>
                  <a:pt x="5089162" y="5653107"/>
                </a:cubicBezTo>
                <a:cubicBezTo>
                  <a:pt x="5078019" y="5644344"/>
                  <a:pt x="5067015" y="5642058"/>
                  <a:pt x="5056443" y="5643725"/>
                </a:cubicBezTo>
                <a:close/>
                <a:moveTo>
                  <a:pt x="739852" y="5343843"/>
                </a:moveTo>
                <a:cubicBezTo>
                  <a:pt x="733899" y="5350392"/>
                  <a:pt x="728660" y="5358013"/>
                  <a:pt x="724278" y="5365062"/>
                </a:cubicBezTo>
                <a:cubicBezTo>
                  <a:pt x="719849" y="5372206"/>
                  <a:pt x="714527" y="5377552"/>
                  <a:pt x="708621" y="5381222"/>
                </a:cubicBezTo>
                <a:lnTo>
                  <a:pt x="691439" y="5386697"/>
                </a:lnTo>
                <a:lnTo>
                  <a:pt x="708622" y="5381222"/>
                </a:lnTo>
                <a:cubicBezTo>
                  <a:pt x="714527" y="5377552"/>
                  <a:pt x="719849" y="5372206"/>
                  <a:pt x="724279" y="5365062"/>
                </a:cubicBezTo>
                <a:cubicBezTo>
                  <a:pt x="728660" y="5358013"/>
                  <a:pt x="733899" y="5350392"/>
                  <a:pt x="739852" y="5343843"/>
                </a:cubicBezTo>
                <a:close/>
                <a:moveTo>
                  <a:pt x="8934151" y="5275333"/>
                </a:moveTo>
                <a:cubicBezTo>
                  <a:pt x="8940248" y="5280573"/>
                  <a:pt x="8947058" y="5285906"/>
                  <a:pt x="8954249" y="5290264"/>
                </a:cubicBezTo>
                <a:lnTo>
                  <a:pt x="8962389" y="5293563"/>
                </a:lnTo>
                <a:lnTo>
                  <a:pt x="8954250" y="5290264"/>
                </a:lnTo>
                <a:cubicBezTo>
                  <a:pt x="8947058" y="5285906"/>
                  <a:pt x="8940248" y="5280573"/>
                  <a:pt x="8934151" y="5275333"/>
                </a:cubicBezTo>
                <a:close/>
                <a:moveTo>
                  <a:pt x="2314816" y="5273737"/>
                </a:moveTo>
                <a:cubicBezTo>
                  <a:pt x="2309720" y="5274714"/>
                  <a:pt x="2304339" y="5276762"/>
                  <a:pt x="2300909" y="5279143"/>
                </a:cubicBezTo>
                <a:cubicBezTo>
                  <a:pt x="2267856" y="5302385"/>
                  <a:pt x="2242281" y="5314291"/>
                  <a:pt x="2216515" y="5314887"/>
                </a:cubicBezTo>
                <a:cubicBezTo>
                  <a:pt x="2242281" y="5314291"/>
                  <a:pt x="2267856" y="5302385"/>
                  <a:pt x="2300910" y="5279143"/>
                </a:cubicBezTo>
                <a:close/>
                <a:moveTo>
                  <a:pt x="1916629" y="5252000"/>
                </a:moveTo>
                <a:lnTo>
                  <a:pt x="1907132" y="5255330"/>
                </a:lnTo>
                <a:lnTo>
                  <a:pt x="1866619" y="5265015"/>
                </a:lnTo>
                <a:lnTo>
                  <a:pt x="1907133" y="5255330"/>
                </a:lnTo>
                <a:close/>
                <a:moveTo>
                  <a:pt x="2058204" y="5241232"/>
                </a:moveTo>
                <a:cubicBezTo>
                  <a:pt x="2076636" y="5242946"/>
                  <a:pt x="2095174" y="5243803"/>
                  <a:pt x="2108194" y="5255939"/>
                </a:cubicBezTo>
                <a:cubicBezTo>
                  <a:pt x="2095175" y="5243803"/>
                  <a:pt x="2076636" y="5242946"/>
                  <a:pt x="2058204" y="5241232"/>
                </a:cubicBezTo>
                <a:close/>
                <a:moveTo>
                  <a:pt x="0" y="0"/>
                </a:moveTo>
                <a:lnTo>
                  <a:pt x="12191456" y="0"/>
                </a:lnTo>
                <a:lnTo>
                  <a:pt x="12191456" y="873938"/>
                </a:lnTo>
                <a:lnTo>
                  <a:pt x="12192000" y="873938"/>
                </a:lnTo>
                <a:lnTo>
                  <a:pt x="12192000" y="3249107"/>
                </a:lnTo>
                <a:cubicBezTo>
                  <a:pt x="12192000" y="3264730"/>
                  <a:pt x="12192000" y="3274255"/>
                  <a:pt x="12192000" y="3283970"/>
                </a:cubicBezTo>
                <a:lnTo>
                  <a:pt x="12192000" y="3681702"/>
                </a:lnTo>
                <a:lnTo>
                  <a:pt x="12160947" y="3710323"/>
                </a:lnTo>
                <a:cubicBezTo>
                  <a:pt x="12118083" y="3731849"/>
                  <a:pt x="12072360" y="3751282"/>
                  <a:pt x="12026448" y="3770523"/>
                </a:cubicBezTo>
                <a:cubicBezTo>
                  <a:pt x="12013114" y="3776049"/>
                  <a:pt x="11998443" y="3779097"/>
                  <a:pt x="11986443" y="3786526"/>
                </a:cubicBezTo>
                <a:cubicBezTo>
                  <a:pt x="11931195" y="3820436"/>
                  <a:pt x="11877664" y="3857014"/>
                  <a:pt x="11821656" y="3889591"/>
                </a:cubicBezTo>
                <a:cubicBezTo>
                  <a:pt x="11763931" y="3923310"/>
                  <a:pt x="11712304" y="3963126"/>
                  <a:pt x="11672489" y="4017039"/>
                </a:cubicBezTo>
                <a:cubicBezTo>
                  <a:pt x="11635529" y="4067143"/>
                  <a:pt x="11599714" y="4118007"/>
                  <a:pt x="11562947" y="4168300"/>
                </a:cubicBezTo>
                <a:cubicBezTo>
                  <a:pt x="11553613" y="4181065"/>
                  <a:pt x="11545039" y="4196115"/>
                  <a:pt x="11532275" y="4204307"/>
                </a:cubicBezTo>
                <a:cubicBezTo>
                  <a:pt x="11505795" y="4221452"/>
                  <a:pt x="11476838" y="4235359"/>
                  <a:pt x="11448453" y="4249457"/>
                </a:cubicBezTo>
                <a:cubicBezTo>
                  <a:pt x="11424069" y="4261459"/>
                  <a:pt x="11398160" y="4270411"/>
                  <a:pt x="11374346" y="4283366"/>
                </a:cubicBezTo>
                <a:cubicBezTo>
                  <a:pt x="11355296" y="4293655"/>
                  <a:pt x="11338339" y="4307943"/>
                  <a:pt x="11320623" y="4320897"/>
                </a:cubicBezTo>
                <a:cubicBezTo>
                  <a:pt x="11305192" y="4332136"/>
                  <a:pt x="11288238" y="4341852"/>
                  <a:pt x="11275283" y="4355378"/>
                </a:cubicBezTo>
                <a:cubicBezTo>
                  <a:pt x="11243658" y="4388145"/>
                  <a:pt x="11211843" y="4420340"/>
                  <a:pt x="11172600" y="4444536"/>
                </a:cubicBezTo>
                <a:cubicBezTo>
                  <a:pt x="11133927" y="4468538"/>
                  <a:pt x="11097350" y="4495401"/>
                  <a:pt x="11058869" y="4519786"/>
                </a:cubicBezTo>
                <a:cubicBezTo>
                  <a:pt x="11021146" y="4543599"/>
                  <a:pt x="10987046" y="4569697"/>
                  <a:pt x="10967423" y="4611991"/>
                </a:cubicBezTo>
                <a:cubicBezTo>
                  <a:pt x="10958661" y="4630659"/>
                  <a:pt x="10946279" y="4651044"/>
                  <a:pt x="10929704" y="4661903"/>
                </a:cubicBezTo>
                <a:cubicBezTo>
                  <a:pt x="10906081" y="4677334"/>
                  <a:pt x="10876171" y="4682859"/>
                  <a:pt x="10850453" y="4696003"/>
                </a:cubicBezTo>
                <a:cubicBezTo>
                  <a:pt x="10820162" y="4711434"/>
                  <a:pt x="10785111" y="4724770"/>
                  <a:pt x="10764534" y="4749345"/>
                </a:cubicBezTo>
                <a:cubicBezTo>
                  <a:pt x="10746246" y="4771255"/>
                  <a:pt x="10727767" y="4788399"/>
                  <a:pt x="10703573" y="4802305"/>
                </a:cubicBezTo>
                <a:cubicBezTo>
                  <a:pt x="10686617" y="4812022"/>
                  <a:pt x="10674046" y="4829738"/>
                  <a:pt x="10656519" y="4837740"/>
                </a:cubicBezTo>
                <a:cubicBezTo>
                  <a:pt x="10633467" y="4848409"/>
                  <a:pt x="10610225" y="4856791"/>
                  <a:pt x="10590031" y="4873366"/>
                </a:cubicBezTo>
                <a:cubicBezTo>
                  <a:pt x="10569075" y="4890510"/>
                  <a:pt x="10545263" y="4904036"/>
                  <a:pt x="10523354" y="4920039"/>
                </a:cubicBezTo>
                <a:cubicBezTo>
                  <a:pt x="10511734" y="4928611"/>
                  <a:pt x="10502208" y="4939851"/>
                  <a:pt x="10490969" y="4948806"/>
                </a:cubicBezTo>
                <a:cubicBezTo>
                  <a:pt x="10470394" y="4965188"/>
                  <a:pt x="10449438" y="4981191"/>
                  <a:pt x="10428291" y="4996622"/>
                </a:cubicBezTo>
                <a:cubicBezTo>
                  <a:pt x="10407146" y="5012055"/>
                  <a:pt x="10386952" y="5029961"/>
                  <a:pt x="10363709" y="5041201"/>
                </a:cubicBezTo>
                <a:cubicBezTo>
                  <a:pt x="10324086" y="5060251"/>
                  <a:pt x="10280840" y="5071682"/>
                  <a:pt x="10242357" y="5092257"/>
                </a:cubicBezTo>
                <a:cubicBezTo>
                  <a:pt x="10203304" y="5113211"/>
                  <a:pt x="10166536" y="5139503"/>
                  <a:pt x="10131863" y="5167315"/>
                </a:cubicBezTo>
                <a:cubicBezTo>
                  <a:pt x="10104430" y="5189224"/>
                  <a:pt x="10078713" y="5210943"/>
                  <a:pt x="10044230" y="5222182"/>
                </a:cubicBezTo>
                <a:cubicBezTo>
                  <a:pt x="10024990" y="5228470"/>
                  <a:pt x="10004797" y="5242186"/>
                  <a:pt x="9993175" y="5258189"/>
                </a:cubicBezTo>
                <a:cubicBezTo>
                  <a:pt x="9968027" y="5293049"/>
                  <a:pt x="9935832" y="5317626"/>
                  <a:pt x="9899446" y="5338582"/>
                </a:cubicBezTo>
                <a:cubicBezTo>
                  <a:pt x="9850865" y="5366776"/>
                  <a:pt x="9802858" y="5395543"/>
                  <a:pt x="9754088" y="5423166"/>
                </a:cubicBezTo>
                <a:cubicBezTo>
                  <a:pt x="9725323" y="5439551"/>
                  <a:pt x="9696749" y="5456885"/>
                  <a:pt x="9666265" y="5468888"/>
                </a:cubicBezTo>
                <a:cubicBezTo>
                  <a:pt x="9603971" y="5493655"/>
                  <a:pt x="9540152" y="5514799"/>
                  <a:pt x="9477283" y="5537851"/>
                </a:cubicBezTo>
                <a:cubicBezTo>
                  <a:pt x="9456709" y="5545280"/>
                  <a:pt x="9437278" y="5555949"/>
                  <a:pt x="9416321" y="5562426"/>
                </a:cubicBezTo>
                <a:cubicBezTo>
                  <a:pt x="9393650" y="5569475"/>
                  <a:pt x="9369267" y="5571571"/>
                  <a:pt x="9346597" y="5578619"/>
                </a:cubicBezTo>
                <a:cubicBezTo>
                  <a:pt x="9308875" y="5590240"/>
                  <a:pt x="9272298" y="5605101"/>
                  <a:pt x="9234579" y="5616911"/>
                </a:cubicBezTo>
                <a:cubicBezTo>
                  <a:pt x="9161805" y="5639582"/>
                  <a:pt x="9088840" y="5661299"/>
                  <a:pt x="9015878" y="5682826"/>
                </a:cubicBezTo>
                <a:cubicBezTo>
                  <a:pt x="9000257" y="5687399"/>
                  <a:pt x="8983301" y="5687970"/>
                  <a:pt x="8967871" y="5692923"/>
                </a:cubicBezTo>
                <a:cubicBezTo>
                  <a:pt x="8926911" y="5706259"/>
                  <a:pt x="8886142" y="5720736"/>
                  <a:pt x="8845565" y="5735407"/>
                </a:cubicBezTo>
                <a:cubicBezTo>
                  <a:pt x="8820990" y="5744361"/>
                  <a:pt x="8796985" y="5755409"/>
                  <a:pt x="8772219" y="5763982"/>
                </a:cubicBezTo>
                <a:cubicBezTo>
                  <a:pt x="8752407" y="5770840"/>
                  <a:pt x="8732023" y="5776174"/>
                  <a:pt x="8711448" y="5780366"/>
                </a:cubicBezTo>
                <a:cubicBezTo>
                  <a:pt x="8693731" y="5783986"/>
                  <a:pt x="8675253" y="5783603"/>
                  <a:pt x="8657726" y="5787986"/>
                </a:cubicBezTo>
                <a:cubicBezTo>
                  <a:pt x="8610288" y="5799797"/>
                  <a:pt x="8563425" y="5813133"/>
                  <a:pt x="8516369" y="5825705"/>
                </a:cubicBezTo>
                <a:cubicBezTo>
                  <a:pt x="8497511" y="5830659"/>
                  <a:pt x="8478269" y="5834280"/>
                  <a:pt x="8459979" y="5840566"/>
                </a:cubicBezTo>
                <a:cubicBezTo>
                  <a:pt x="8411019" y="5857141"/>
                  <a:pt x="8362822" y="5875999"/>
                  <a:pt x="8313671" y="5891622"/>
                </a:cubicBezTo>
                <a:cubicBezTo>
                  <a:pt x="8272903" y="5904576"/>
                  <a:pt x="8230992" y="5913910"/>
                  <a:pt x="8189651" y="5925341"/>
                </a:cubicBezTo>
                <a:cubicBezTo>
                  <a:pt x="8172124" y="5930295"/>
                  <a:pt x="8155359" y="5937343"/>
                  <a:pt x="8137835" y="5941534"/>
                </a:cubicBezTo>
                <a:cubicBezTo>
                  <a:pt x="8098590" y="5951059"/>
                  <a:pt x="8058774" y="5959059"/>
                  <a:pt x="8019339" y="5968586"/>
                </a:cubicBezTo>
                <a:cubicBezTo>
                  <a:pt x="7996859" y="5974110"/>
                  <a:pt x="7975142" y="5984017"/>
                  <a:pt x="7952280" y="5987637"/>
                </a:cubicBezTo>
                <a:cubicBezTo>
                  <a:pt x="7897987" y="5996209"/>
                  <a:pt x="7843311" y="6002305"/>
                  <a:pt x="7788636" y="6009163"/>
                </a:cubicBezTo>
                <a:cubicBezTo>
                  <a:pt x="7732247" y="6016211"/>
                  <a:pt x="7676047" y="6023642"/>
                  <a:pt x="7619655" y="6029928"/>
                </a:cubicBezTo>
                <a:cubicBezTo>
                  <a:pt x="7588795" y="6033168"/>
                  <a:pt x="7557742" y="6033738"/>
                  <a:pt x="7526880" y="6036786"/>
                </a:cubicBezTo>
                <a:cubicBezTo>
                  <a:pt x="7499828" y="6039455"/>
                  <a:pt x="7472967" y="6044407"/>
                  <a:pt x="7445916" y="6047647"/>
                </a:cubicBezTo>
                <a:cubicBezTo>
                  <a:pt x="7422483" y="6050313"/>
                  <a:pt x="7398860" y="6051837"/>
                  <a:pt x="7375428" y="6054505"/>
                </a:cubicBezTo>
                <a:cubicBezTo>
                  <a:pt x="7337899" y="6058885"/>
                  <a:pt x="7300559" y="6063839"/>
                  <a:pt x="7263220" y="6068411"/>
                </a:cubicBezTo>
                <a:cubicBezTo>
                  <a:pt x="7247599" y="6070126"/>
                  <a:pt x="7231214" y="6074888"/>
                  <a:pt x="7216547" y="6072032"/>
                </a:cubicBezTo>
                <a:cubicBezTo>
                  <a:pt x="7179587" y="6064791"/>
                  <a:pt x="7143199" y="6066887"/>
                  <a:pt x="7106432" y="6071840"/>
                </a:cubicBezTo>
                <a:cubicBezTo>
                  <a:pt x="7093860" y="6073555"/>
                  <a:pt x="7080334" y="6073174"/>
                  <a:pt x="7068141" y="6069936"/>
                </a:cubicBezTo>
                <a:cubicBezTo>
                  <a:pt x="7043184" y="6063457"/>
                  <a:pt x="7018991" y="6054313"/>
                  <a:pt x="6994415" y="6046313"/>
                </a:cubicBezTo>
                <a:cubicBezTo>
                  <a:pt x="6991747" y="6045361"/>
                  <a:pt x="6988509" y="6045169"/>
                  <a:pt x="6985653" y="6044599"/>
                </a:cubicBezTo>
                <a:cubicBezTo>
                  <a:pt x="6969457" y="6041359"/>
                  <a:pt x="6953457" y="6038120"/>
                  <a:pt x="6937263" y="6035263"/>
                </a:cubicBezTo>
                <a:cubicBezTo>
                  <a:pt x="6928501" y="6033738"/>
                  <a:pt x="6919547" y="6033549"/>
                  <a:pt x="6910782" y="6032214"/>
                </a:cubicBezTo>
                <a:cubicBezTo>
                  <a:pt x="6876872" y="6026880"/>
                  <a:pt x="6839534" y="6035834"/>
                  <a:pt x="6810195" y="6012784"/>
                </a:cubicBezTo>
                <a:cubicBezTo>
                  <a:pt x="6791144" y="5997923"/>
                  <a:pt x="6772665" y="6001353"/>
                  <a:pt x="6752283" y="6003639"/>
                </a:cubicBezTo>
                <a:cubicBezTo>
                  <a:pt x="6736851" y="6005353"/>
                  <a:pt x="6721038" y="6004782"/>
                  <a:pt x="6705417" y="6004974"/>
                </a:cubicBezTo>
                <a:cubicBezTo>
                  <a:pt x="6677984" y="6005543"/>
                  <a:pt x="6650551" y="6005735"/>
                  <a:pt x="6623118" y="6006687"/>
                </a:cubicBezTo>
                <a:cubicBezTo>
                  <a:pt x="6614353" y="6007067"/>
                  <a:pt x="6605401" y="6011832"/>
                  <a:pt x="6596828" y="6011070"/>
                </a:cubicBezTo>
                <a:cubicBezTo>
                  <a:pt x="6557201" y="6007449"/>
                  <a:pt x="6517576" y="6001734"/>
                  <a:pt x="6477951" y="5998495"/>
                </a:cubicBezTo>
                <a:cubicBezTo>
                  <a:pt x="6455472" y="5996591"/>
                  <a:pt x="6432420" y="6000209"/>
                  <a:pt x="6410131" y="5997543"/>
                </a:cubicBezTo>
                <a:cubicBezTo>
                  <a:pt x="6384414" y="5994495"/>
                  <a:pt x="6359268" y="5986685"/>
                  <a:pt x="6333739" y="5981920"/>
                </a:cubicBezTo>
                <a:cubicBezTo>
                  <a:pt x="6326691" y="5980589"/>
                  <a:pt x="6318880" y="5982303"/>
                  <a:pt x="6311449" y="5982682"/>
                </a:cubicBezTo>
                <a:cubicBezTo>
                  <a:pt x="6303068" y="5983064"/>
                  <a:pt x="6294876" y="5983826"/>
                  <a:pt x="6286493" y="5984017"/>
                </a:cubicBezTo>
                <a:cubicBezTo>
                  <a:pt x="6260964" y="5984399"/>
                  <a:pt x="6235437" y="5983826"/>
                  <a:pt x="6209909" y="5985161"/>
                </a:cubicBezTo>
                <a:cubicBezTo>
                  <a:pt x="6194288" y="5985922"/>
                  <a:pt x="6177905" y="5993733"/>
                  <a:pt x="6163425" y="5990874"/>
                </a:cubicBezTo>
                <a:cubicBezTo>
                  <a:pt x="6133897" y="5985351"/>
                  <a:pt x="6104368" y="5997733"/>
                  <a:pt x="6074842" y="5987447"/>
                </a:cubicBezTo>
                <a:cubicBezTo>
                  <a:pt x="6065695" y="5984399"/>
                  <a:pt x="6053124" y="5992019"/>
                  <a:pt x="6042072" y="5992399"/>
                </a:cubicBezTo>
                <a:cubicBezTo>
                  <a:pt x="6014449" y="5993351"/>
                  <a:pt x="5986828" y="5993161"/>
                  <a:pt x="5959204" y="5992971"/>
                </a:cubicBezTo>
                <a:cubicBezTo>
                  <a:pt x="5934438" y="5992781"/>
                  <a:pt x="5908719" y="5995447"/>
                  <a:pt x="5884906" y="5990113"/>
                </a:cubicBezTo>
                <a:cubicBezTo>
                  <a:pt x="5859949" y="5984399"/>
                  <a:pt x="5837471" y="5985161"/>
                  <a:pt x="5813275" y="5991637"/>
                </a:cubicBezTo>
                <a:cubicBezTo>
                  <a:pt x="5796702" y="5996019"/>
                  <a:pt x="5779174" y="5996591"/>
                  <a:pt x="5762029" y="5997923"/>
                </a:cubicBezTo>
                <a:cubicBezTo>
                  <a:pt x="5743551" y="5999447"/>
                  <a:pt x="5723166" y="5995447"/>
                  <a:pt x="5706401" y="6001734"/>
                </a:cubicBezTo>
                <a:cubicBezTo>
                  <a:pt x="5656488" y="6020403"/>
                  <a:pt x="5605244" y="6024403"/>
                  <a:pt x="5553045" y="6024403"/>
                </a:cubicBezTo>
                <a:cubicBezTo>
                  <a:pt x="5543518" y="6024403"/>
                  <a:pt x="5533802" y="6021738"/>
                  <a:pt x="5524660" y="6018880"/>
                </a:cubicBezTo>
                <a:cubicBezTo>
                  <a:pt x="5471316" y="6001734"/>
                  <a:pt x="5417784" y="6003257"/>
                  <a:pt x="5363491" y="6013736"/>
                </a:cubicBezTo>
                <a:cubicBezTo>
                  <a:pt x="5352250" y="6016022"/>
                  <a:pt x="5339677" y="6016403"/>
                  <a:pt x="5328438" y="6014118"/>
                </a:cubicBezTo>
                <a:cubicBezTo>
                  <a:pt x="5296812" y="6007449"/>
                  <a:pt x="5266141" y="5996399"/>
                  <a:pt x="5234326" y="5991637"/>
                </a:cubicBezTo>
                <a:cubicBezTo>
                  <a:pt x="5181748" y="5983826"/>
                  <a:pt x="5136216" y="6010115"/>
                  <a:pt x="5089162" y="6027262"/>
                </a:cubicBezTo>
                <a:cubicBezTo>
                  <a:pt x="5044391" y="6043455"/>
                  <a:pt x="5006292" y="6080032"/>
                  <a:pt x="4953328" y="6071840"/>
                </a:cubicBezTo>
                <a:cubicBezTo>
                  <a:pt x="4947996" y="6071078"/>
                  <a:pt x="4942089" y="6076222"/>
                  <a:pt x="4936184" y="6077555"/>
                </a:cubicBezTo>
                <a:cubicBezTo>
                  <a:pt x="4919991" y="6081176"/>
                  <a:pt x="4903799" y="6085555"/>
                  <a:pt x="4887415" y="6087272"/>
                </a:cubicBezTo>
                <a:cubicBezTo>
                  <a:pt x="4867412" y="6089558"/>
                  <a:pt x="4847027" y="6088797"/>
                  <a:pt x="4827024" y="6090701"/>
                </a:cubicBezTo>
                <a:cubicBezTo>
                  <a:pt x="4814165" y="6091844"/>
                  <a:pt x="4801401" y="6093939"/>
                  <a:pt x="4788661" y="6095749"/>
                </a:cubicBezTo>
                <a:lnTo>
                  <a:pt x="4785776" y="6096000"/>
                </a:lnTo>
                <a:lnTo>
                  <a:pt x="4726469" y="6096000"/>
                </a:lnTo>
                <a:lnTo>
                  <a:pt x="4719697" y="6095130"/>
                </a:lnTo>
                <a:cubicBezTo>
                  <a:pt x="4709481" y="6092939"/>
                  <a:pt x="4699289" y="6090320"/>
                  <a:pt x="4689098" y="6088605"/>
                </a:cubicBezTo>
                <a:cubicBezTo>
                  <a:pt x="4660331" y="6083842"/>
                  <a:pt x="4628705" y="6085176"/>
                  <a:pt x="4603368" y="6072984"/>
                </a:cubicBezTo>
                <a:cubicBezTo>
                  <a:pt x="4576318" y="6060029"/>
                  <a:pt x="4550599" y="6054123"/>
                  <a:pt x="4522596" y="6058123"/>
                </a:cubicBezTo>
                <a:cubicBezTo>
                  <a:pt x="4513260" y="6059457"/>
                  <a:pt x="4501257" y="6067459"/>
                  <a:pt x="4497068" y="6075649"/>
                </a:cubicBezTo>
                <a:cubicBezTo>
                  <a:pt x="4487731" y="6093938"/>
                  <a:pt x="4474969" y="6097178"/>
                  <a:pt x="4457632" y="6090890"/>
                </a:cubicBezTo>
                <a:cubicBezTo>
                  <a:pt x="4442581" y="6085555"/>
                  <a:pt x="4424104" y="6082890"/>
                  <a:pt x="4413817" y="6072601"/>
                </a:cubicBezTo>
                <a:cubicBezTo>
                  <a:pt x="4384668" y="6043455"/>
                  <a:pt x="4347518" y="6042503"/>
                  <a:pt x="4311323" y="6034693"/>
                </a:cubicBezTo>
                <a:cubicBezTo>
                  <a:pt x="4289227" y="6029928"/>
                  <a:pt x="4268649" y="6029738"/>
                  <a:pt x="4246551" y="6032976"/>
                </a:cubicBezTo>
                <a:cubicBezTo>
                  <a:pt x="4198546" y="6040216"/>
                  <a:pt x="4151870" y="6029928"/>
                  <a:pt x="4105766" y="6016784"/>
                </a:cubicBezTo>
                <a:cubicBezTo>
                  <a:pt x="4075285" y="6008022"/>
                  <a:pt x="4044043" y="6002687"/>
                  <a:pt x="4013753" y="5993733"/>
                </a:cubicBezTo>
                <a:cubicBezTo>
                  <a:pt x="3991083" y="5986874"/>
                  <a:pt x="3968414" y="5978682"/>
                  <a:pt x="3947648" y="5967634"/>
                </a:cubicBezTo>
                <a:cubicBezTo>
                  <a:pt x="3917546" y="5951440"/>
                  <a:pt x="3891259" y="5927055"/>
                  <a:pt x="3852966" y="5933533"/>
                </a:cubicBezTo>
                <a:cubicBezTo>
                  <a:pt x="3819245" y="5939247"/>
                  <a:pt x="3788766" y="5927247"/>
                  <a:pt x="3757902" y="5915816"/>
                </a:cubicBezTo>
                <a:cubicBezTo>
                  <a:pt x="3735231" y="5907434"/>
                  <a:pt x="3712565" y="5898859"/>
                  <a:pt x="3689131" y="5893526"/>
                </a:cubicBezTo>
                <a:cubicBezTo>
                  <a:pt x="3661315" y="5887239"/>
                  <a:pt x="3629882" y="5889907"/>
                  <a:pt x="3605116" y="5878285"/>
                </a:cubicBezTo>
                <a:cubicBezTo>
                  <a:pt x="3579206" y="5866093"/>
                  <a:pt x="3557682" y="5874285"/>
                  <a:pt x="3534629" y="5877715"/>
                </a:cubicBezTo>
                <a:cubicBezTo>
                  <a:pt x="3497862" y="5883049"/>
                  <a:pt x="3461282" y="5892955"/>
                  <a:pt x="3424135" y="5880382"/>
                </a:cubicBezTo>
                <a:cubicBezTo>
                  <a:pt x="3378986" y="5865141"/>
                  <a:pt x="3334216" y="5848758"/>
                  <a:pt x="3288877" y="5834280"/>
                </a:cubicBezTo>
                <a:cubicBezTo>
                  <a:pt x="3271348" y="5828753"/>
                  <a:pt x="3252492" y="5826467"/>
                  <a:pt x="3234202" y="5823991"/>
                </a:cubicBezTo>
                <a:cubicBezTo>
                  <a:pt x="3216867" y="5821895"/>
                  <a:pt x="3196102" y="5827230"/>
                  <a:pt x="3182763" y="5819229"/>
                </a:cubicBezTo>
                <a:cubicBezTo>
                  <a:pt x="3148472" y="5798655"/>
                  <a:pt x="3113231" y="5788558"/>
                  <a:pt x="3073604" y="5788558"/>
                </a:cubicBezTo>
                <a:cubicBezTo>
                  <a:pt x="3058743" y="5788558"/>
                  <a:pt x="3044264" y="5779984"/>
                  <a:pt x="3029216" y="5778459"/>
                </a:cubicBezTo>
                <a:cubicBezTo>
                  <a:pt x="3008639" y="5776555"/>
                  <a:pt x="2985016" y="5771411"/>
                  <a:pt x="2967110" y="5778651"/>
                </a:cubicBezTo>
                <a:cubicBezTo>
                  <a:pt x="2925008" y="5795797"/>
                  <a:pt x="2890910" y="5781507"/>
                  <a:pt x="2854140" y="5764553"/>
                </a:cubicBezTo>
                <a:cubicBezTo>
                  <a:pt x="2817943" y="5747789"/>
                  <a:pt x="2779842" y="5734455"/>
                  <a:pt x="2741360" y="5723403"/>
                </a:cubicBezTo>
                <a:cubicBezTo>
                  <a:pt x="2726882" y="5719403"/>
                  <a:pt x="2709548" y="5726072"/>
                  <a:pt x="2693543" y="5727405"/>
                </a:cubicBezTo>
                <a:cubicBezTo>
                  <a:pt x="2687827" y="5727786"/>
                  <a:pt x="2681540" y="5728358"/>
                  <a:pt x="2676398" y="5726453"/>
                </a:cubicBezTo>
                <a:cubicBezTo>
                  <a:pt x="2626677" y="5708163"/>
                  <a:pt x="2576191" y="5694257"/>
                  <a:pt x="2522279" y="5703782"/>
                </a:cubicBezTo>
                <a:cubicBezTo>
                  <a:pt x="2517327" y="5704735"/>
                  <a:pt x="2511800" y="5702639"/>
                  <a:pt x="2506847" y="5701305"/>
                </a:cubicBezTo>
                <a:cubicBezTo>
                  <a:pt x="2482652" y="5694447"/>
                  <a:pt x="2459029" y="5683589"/>
                  <a:pt x="2434456" y="5681112"/>
                </a:cubicBezTo>
                <a:cubicBezTo>
                  <a:pt x="2373874" y="5675016"/>
                  <a:pt x="2312915" y="5672538"/>
                  <a:pt x="2251948" y="5668538"/>
                </a:cubicBezTo>
                <a:cubicBezTo>
                  <a:pt x="2248138" y="5668349"/>
                  <a:pt x="2244137" y="5668349"/>
                  <a:pt x="2240710" y="5667014"/>
                </a:cubicBezTo>
                <a:cubicBezTo>
                  <a:pt x="2218229" y="5658822"/>
                  <a:pt x="2198608" y="5661490"/>
                  <a:pt x="2179556" y="5677111"/>
                </a:cubicBezTo>
                <a:cubicBezTo>
                  <a:pt x="2171173" y="5683969"/>
                  <a:pt x="2159743" y="5687589"/>
                  <a:pt x="2149267" y="5691399"/>
                </a:cubicBezTo>
                <a:cubicBezTo>
                  <a:pt x="2133834" y="5697115"/>
                  <a:pt x="2118023" y="5702639"/>
                  <a:pt x="2102021" y="5706259"/>
                </a:cubicBezTo>
                <a:cubicBezTo>
                  <a:pt x="2086208" y="5709688"/>
                  <a:pt x="2069254" y="5714449"/>
                  <a:pt x="2054013" y="5711784"/>
                </a:cubicBezTo>
                <a:cubicBezTo>
                  <a:pt x="2026581" y="5707022"/>
                  <a:pt x="2000479" y="5696353"/>
                  <a:pt x="1973429" y="5689303"/>
                </a:cubicBezTo>
                <a:cubicBezTo>
                  <a:pt x="1964094" y="5686826"/>
                  <a:pt x="1953806" y="5687209"/>
                  <a:pt x="1944092" y="5687017"/>
                </a:cubicBezTo>
                <a:cubicBezTo>
                  <a:pt x="1921800" y="5686447"/>
                  <a:pt x="1898940" y="5691971"/>
                  <a:pt x="1878748" y="5676159"/>
                </a:cubicBezTo>
                <a:cubicBezTo>
                  <a:pt x="1860079" y="5661299"/>
                  <a:pt x="1841216" y="5665680"/>
                  <a:pt x="1821596" y="5676920"/>
                </a:cubicBezTo>
                <a:cubicBezTo>
                  <a:pt x="1807497" y="5684922"/>
                  <a:pt x="1791496" y="5691209"/>
                  <a:pt x="1775684" y="5694257"/>
                </a:cubicBezTo>
                <a:cubicBezTo>
                  <a:pt x="1753965" y="5698447"/>
                  <a:pt x="1732439" y="5700163"/>
                  <a:pt x="1709006" y="5697685"/>
                </a:cubicBezTo>
                <a:cubicBezTo>
                  <a:pt x="1692431" y="5695971"/>
                  <a:pt x="1678904" y="5695209"/>
                  <a:pt x="1665950" y="5685113"/>
                </a:cubicBezTo>
                <a:cubicBezTo>
                  <a:pt x="1663856" y="5683589"/>
                  <a:pt x="1660046" y="5683207"/>
                  <a:pt x="1657188" y="5683399"/>
                </a:cubicBezTo>
                <a:cubicBezTo>
                  <a:pt x="1619658" y="5686637"/>
                  <a:pt x="1582510" y="5684922"/>
                  <a:pt x="1544598" y="5682634"/>
                </a:cubicBezTo>
                <a:cubicBezTo>
                  <a:pt x="1496403" y="5679589"/>
                  <a:pt x="1445725" y="5688541"/>
                  <a:pt x="1404006" y="5720546"/>
                </a:cubicBezTo>
                <a:cubicBezTo>
                  <a:pt x="1397909" y="5725310"/>
                  <a:pt x="1388765" y="5727405"/>
                  <a:pt x="1380762" y="5728549"/>
                </a:cubicBezTo>
                <a:cubicBezTo>
                  <a:pt x="1343044" y="5733501"/>
                  <a:pt x="1305132" y="5736930"/>
                  <a:pt x="1267411" y="5742455"/>
                </a:cubicBezTo>
                <a:cubicBezTo>
                  <a:pt x="1246837" y="5745503"/>
                  <a:pt x="1225310" y="5748170"/>
                  <a:pt x="1206641" y="5756553"/>
                </a:cubicBezTo>
                <a:cubicBezTo>
                  <a:pt x="1188354" y="5764743"/>
                  <a:pt x="1173681" y="5774459"/>
                  <a:pt x="1162823" y="5757315"/>
                </a:cubicBezTo>
                <a:cubicBezTo>
                  <a:pt x="1143394" y="5766459"/>
                  <a:pt x="1126437" y="5774080"/>
                  <a:pt x="1109865" y="5782270"/>
                </a:cubicBezTo>
                <a:cubicBezTo>
                  <a:pt x="1103767" y="5785318"/>
                  <a:pt x="1098623" y="5790272"/>
                  <a:pt x="1092527" y="5793130"/>
                </a:cubicBezTo>
                <a:cubicBezTo>
                  <a:pt x="1086048" y="5796178"/>
                  <a:pt x="1078810" y="5798082"/>
                  <a:pt x="1071762" y="5799607"/>
                </a:cubicBezTo>
                <a:cubicBezTo>
                  <a:pt x="1040327" y="5806465"/>
                  <a:pt x="1008894" y="5812751"/>
                  <a:pt x="977653" y="5820182"/>
                </a:cubicBezTo>
                <a:cubicBezTo>
                  <a:pt x="971554" y="5821705"/>
                  <a:pt x="966411" y="5827801"/>
                  <a:pt x="960887" y="5831801"/>
                </a:cubicBezTo>
                <a:cubicBezTo>
                  <a:pt x="957266" y="5834470"/>
                  <a:pt x="953648" y="5838470"/>
                  <a:pt x="949646" y="5839042"/>
                </a:cubicBezTo>
                <a:cubicBezTo>
                  <a:pt x="919165" y="5843614"/>
                  <a:pt x="888877" y="5848949"/>
                  <a:pt x="858205" y="5851234"/>
                </a:cubicBezTo>
                <a:cubicBezTo>
                  <a:pt x="832486" y="5853138"/>
                  <a:pt x="807719" y="5852568"/>
                  <a:pt x="801053" y="5885715"/>
                </a:cubicBezTo>
                <a:cubicBezTo>
                  <a:pt x="799909" y="5891432"/>
                  <a:pt x="791717" y="5897528"/>
                  <a:pt x="785432" y="5900384"/>
                </a:cubicBezTo>
                <a:cubicBezTo>
                  <a:pt x="767524" y="5908576"/>
                  <a:pt x="748471" y="5914101"/>
                  <a:pt x="730754" y="5922482"/>
                </a:cubicBezTo>
                <a:cubicBezTo>
                  <a:pt x="672650" y="5950488"/>
                  <a:pt x="611880" y="5968205"/>
                  <a:pt x="546917" y="5964966"/>
                </a:cubicBezTo>
                <a:cubicBezTo>
                  <a:pt x="526724" y="5964014"/>
                  <a:pt x="507102" y="5953726"/>
                  <a:pt x="494337" y="5949915"/>
                </a:cubicBezTo>
                <a:cubicBezTo>
                  <a:pt x="457572" y="5964966"/>
                  <a:pt x="426709" y="5979445"/>
                  <a:pt x="394511" y="5990303"/>
                </a:cubicBezTo>
                <a:cubicBezTo>
                  <a:pt x="366127" y="6000019"/>
                  <a:pt x="336408" y="6006115"/>
                  <a:pt x="307259" y="6013163"/>
                </a:cubicBezTo>
                <a:cubicBezTo>
                  <a:pt x="296590" y="6015832"/>
                  <a:pt x="285732" y="6017355"/>
                  <a:pt x="274873" y="6018690"/>
                </a:cubicBezTo>
                <a:cubicBezTo>
                  <a:pt x="240965" y="6022880"/>
                  <a:pt x="205529" y="6012784"/>
                  <a:pt x="172384" y="6028786"/>
                </a:cubicBezTo>
                <a:cubicBezTo>
                  <a:pt x="155046" y="6037168"/>
                  <a:pt x="137898" y="6047265"/>
                  <a:pt x="119613" y="6051647"/>
                </a:cubicBezTo>
                <a:cubicBezTo>
                  <a:pt x="99990" y="6056409"/>
                  <a:pt x="80794" y="6063839"/>
                  <a:pt x="61197" y="6069150"/>
                </a:cubicBezTo>
                <a:lnTo>
                  <a:pt x="544" y="6073921"/>
                </a:lnTo>
                <a:lnTo>
                  <a:pt x="544" y="5946682"/>
                </a:lnTo>
                <a:lnTo>
                  <a:pt x="0" y="5946682"/>
                </a:lnTo>
                <a:lnTo>
                  <a:pt x="0" y="1335314"/>
                </a:lnTo>
                <a:lnTo>
                  <a:pt x="0" y="873938"/>
                </a:lnTo>
                <a:close/>
              </a:path>
            </a:pathLst>
          </a:custGeom>
          <a:effectLst>
            <a:outerShdw blurRad="381000" dist="152400" dir="5400000" algn="t" rotWithShape="0">
              <a:prstClr val="black">
                <a:alpha val="20000"/>
              </a:prstClr>
            </a:outerShdw>
          </a:effectLst>
        </p:spPr>
      </p:pic>
      <p:grpSp>
        <p:nvGrpSpPr>
          <p:cNvPr id="11" name="Group 10">
            <a:extLst>
              <a:ext uri="{FF2B5EF4-FFF2-40B4-BE49-F238E27FC236}">
                <a16:creationId xmlns:a16="http://schemas.microsoft.com/office/drawing/2014/main" id="{4252769E-B9F0-4068-A645-5BBEF16E9C2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4" y="3296010"/>
            <a:ext cx="12191456" cy="2849976"/>
            <a:chOff x="476" y="-3923157"/>
            <a:chExt cx="10667524" cy="2493729"/>
          </a:xfrm>
        </p:grpSpPr>
        <p:sp>
          <p:nvSpPr>
            <p:cNvPr id="12" name="Freeform: Shape 11">
              <a:extLst>
                <a:ext uri="{FF2B5EF4-FFF2-40B4-BE49-F238E27FC236}">
                  <a16:creationId xmlns:a16="http://schemas.microsoft.com/office/drawing/2014/main" id="{1E12D6AD-7096-45BB-9C02-468B2704C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6" y="-3923156"/>
              <a:ext cx="10667524" cy="2493728"/>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39953252-97DE-4766-B2F6-E4FDA2FDA6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6" y="-3923157"/>
              <a:ext cx="10667524" cy="2493728"/>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E9F83ABF-2172-ECA4-9BCC-91BE879007BB}"/>
              </a:ext>
            </a:extLst>
          </p:cNvPr>
          <p:cNvSpPr>
            <a:spLocks noGrp="1"/>
          </p:cNvSpPr>
          <p:nvPr>
            <p:ph type="ctrTitle"/>
          </p:nvPr>
        </p:nvSpPr>
        <p:spPr>
          <a:xfrm>
            <a:off x="761999" y="1514475"/>
            <a:ext cx="8381999" cy="1995487"/>
          </a:xfrm>
        </p:spPr>
        <p:txBody>
          <a:bodyPr>
            <a:normAutofit/>
          </a:bodyPr>
          <a:lstStyle/>
          <a:p>
            <a:pPr algn="l"/>
            <a:r>
              <a:rPr lang="en-US" sz="6800"/>
              <a:t>Epidemiology &amp; NVBDCP</a:t>
            </a:r>
          </a:p>
        </p:txBody>
      </p:sp>
      <p:sp>
        <p:nvSpPr>
          <p:cNvPr id="3" name="Subtitle 2">
            <a:extLst>
              <a:ext uri="{FF2B5EF4-FFF2-40B4-BE49-F238E27FC236}">
                <a16:creationId xmlns:a16="http://schemas.microsoft.com/office/drawing/2014/main" id="{F7210EA2-CEF5-B609-9C6C-91055AA8ECC4}"/>
              </a:ext>
            </a:extLst>
          </p:cNvPr>
          <p:cNvSpPr>
            <a:spLocks noGrp="1"/>
          </p:cNvSpPr>
          <p:nvPr>
            <p:ph type="subTitle" idx="1"/>
          </p:nvPr>
        </p:nvSpPr>
        <p:spPr>
          <a:xfrm>
            <a:off x="762000" y="3809999"/>
            <a:ext cx="8382000" cy="1338471"/>
          </a:xfrm>
        </p:spPr>
        <p:txBody>
          <a:bodyPr>
            <a:normAutofit/>
          </a:bodyPr>
          <a:lstStyle/>
          <a:p>
            <a:pPr algn="l"/>
            <a:r>
              <a:rPr lang="en-US" dirty="0"/>
              <a:t>India’s path to Elimination by 2027</a:t>
            </a:r>
          </a:p>
          <a:p>
            <a:pPr algn="l"/>
            <a:endParaRPr lang="en-US" dirty="0"/>
          </a:p>
          <a:p>
            <a:pPr algn="l"/>
            <a:r>
              <a:rPr lang="en-US" dirty="0"/>
              <a:t>Dr. Mukul Maheshwari</a:t>
            </a:r>
          </a:p>
        </p:txBody>
      </p:sp>
    </p:spTree>
    <p:extLst>
      <p:ext uri="{BB962C8B-B14F-4D97-AF65-F5344CB8AC3E}">
        <p14:creationId xmlns:p14="http://schemas.microsoft.com/office/powerpoint/2010/main" val="35002627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B37791B-B040-4694-BFDC-8DD132D86E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Mosquito on skin">
            <a:extLst>
              <a:ext uri="{FF2B5EF4-FFF2-40B4-BE49-F238E27FC236}">
                <a16:creationId xmlns:a16="http://schemas.microsoft.com/office/drawing/2014/main" id="{6E2CB631-5A15-D69A-96AD-6FD0FD809955}"/>
              </a:ext>
            </a:extLst>
          </p:cNvPr>
          <p:cNvPicPr>
            <a:picLocks noChangeAspect="1"/>
          </p:cNvPicPr>
          <p:nvPr/>
        </p:nvPicPr>
        <p:blipFill>
          <a:blip r:embed="rId2"/>
          <a:srcRect t="12447" r="1" b="1"/>
          <a:stretch>
            <a:fillRect/>
          </a:stretch>
        </p:blipFill>
        <p:spPr>
          <a:xfrm>
            <a:off x="20" y="10"/>
            <a:ext cx="12191435" cy="6857989"/>
          </a:xfrm>
          <a:prstGeom prst="rect">
            <a:avLst/>
          </a:prstGeom>
        </p:spPr>
      </p:pic>
      <p:sp>
        <p:nvSpPr>
          <p:cNvPr id="10" name="Rectangle 9">
            <a:extLst>
              <a:ext uri="{FF2B5EF4-FFF2-40B4-BE49-F238E27FC236}">
                <a16:creationId xmlns:a16="http://schemas.microsoft.com/office/drawing/2014/main" id="{117E1A5F-4E44-495B-9C48-A5314F5BAF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219199"/>
            <a:ext cx="12192001" cy="4733924"/>
          </a:xfrm>
          <a:prstGeom prst="rect">
            <a:avLst/>
          </a:prstGeom>
          <a:gradFill flip="none" rotWithShape="1">
            <a:gsLst>
              <a:gs pos="41000">
                <a:srgbClr val="000000">
                  <a:alpha val="40000"/>
                </a:srgbClr>
              </a:gs>
              <a:gs pos="60000">
                <a:srgbClr val="000000">
                  <a:alpha val="40000"/>
                </a:srgbClr>
              </a:gs>
              <a:gs pos="0">
                <a:schemeClr val="bg1">
                  <a:alpha val="0"/>
                </a:schemeClr>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5D4C98-7313-E962-E615-83F0A302AFC1}"/>
              </a:ext>
            </a:extLst>
          </p:cNvPr>
          <p:cNvSpPr>
            <a:spLocks noGrp="1"/>
          </p:cNvSpPr>
          <p:nvPr>
            <p:ph type="title"/>
          </p:nvPr>
        </p:nvSpPr>
        <p:spPr>
          <a:xfrm>
            <a:off x="762000" y="1523999"/>
            <a:ext cx="10668000" cy="1985963"/>
          </a:xfrm>
        </p:spPr>
        <p:txBody>
          <a:bodyPr vert="horz" lIns="91440" tIns="45720" rIns="91440" bIns="45720" rtlCol="0" anchor="b" anchorCtr="0">
            <a:normAutofit/>
          </a:bodyPr>
          <a:lstStyle/>
          <a:p>
            <a:pPr algn="ctr"/>
            <a:r>
              <a:rPr lang="en-US" sz="6800" b="1">
                <a:solidFill>
                  <a:srgbClr val="FFFFFF"/>
                </a:solidFill>
              </a:rPr>
              <a:t>Driven to End Malaria: Now We Can. Now We Must</a:t>
            </a:r>
            <a:endParaRPr lang="en-US" sz="6800">
              <a:solidFill>
                <a:srgbClr val="FFFFFF"/>
              </a:solidFill>
            </a:endParaRPr>
          </a:p>
        </p:txBody>
      </p:sp>
    </p:spTree>
    <p:extLst>
      <p:ext uri="{BB962C8B-B14F-4D97-AF65-F5344CB8AC3E}">
        <p14:creationId xmlns:p14="http://schemas.microsoft.com/office/powerpoint/2010/main" val="559653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B0479F5-59EA-43F3-BAFC-2606376EB6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A94C8C-E4A9-9CA3-47B4-CFD15BBC0A27}"/>
              </a:ext>
            </a:extLst>
          </p:cNvPr>
          <p:cNvSpPr>
            <a:spLocks noGrp="1"/>
          </p:cNvSpPr>
          <p:nvPr>
            <p:ph type="title"/>
          </p:nvPr>
        </p:nvSpPr>
        <p:spPr>
          <a:xfrm>
            <a:off x="761999" y="404141"/>
            <a:ext cx="10667999" cy="1297610"/>
          </a:xfrm>
        </p:spPr>
        <p:txBody>
          <a:bodyPr>
            <a:normAutofit/>
          </a:bodyPr>
          <a:lstStyle/>
          <a:p>
            <a:pPr algn="ctr"/>
            <a:r>
              <a:rPr lang="en-US" dirty="0"/>
              <a:t>Learning Objectives</a:t>
            </a:r>
          </a:p>
        </p:txBody>
      </p:sp>
      <p:graphicFrame>
        <p:nvGraphicFramePr>
          <p:cNvPr id="5" name="Content Placeholder 2">
            <a:extLst>
              <a:ext uri="{FF2B5EF4-FFF2-40B4-BE49-F238E27FC236}">
                <a16:creationId xmlns:a16="http://schemas.microsoft.com/office/drawing/2014/main" id="{F1807182-FF86-2C46-6B99-CD193AD2344C}"/>
              </a:ext>
            </a:extLst>
          </p:cNvPr>
          <p:cNvGraphicFramePr>
            <a:graphicFrameLocks noGrp="1"/>
          </p:cNvGraphicFramePr>
          <p:nvPr>
            <p:ph idx="1"/>
            <p:extLst>
              <p:ext uri="{D42A27DB-BD31-4B8C-83A1-F6EECF244321}">
                <p14:modId xmlns:p14="http://schemas.microsoft.com/office/powerpoint/2010/main" val="4171878275"/>
              </p:ext>
            </p:extLst>
          </p:nvPr>
        </p:nvGraphicFramePr>
        <p:xfrm>
          <a:off x="762000" y="1330037"/>
          <a:ext cx="10668000" cy="47659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338138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9B9264C-7082-0F0B-8634-4D88CF7E09DA}"/>
              </a:ext>
            </a:extLst>
          </p:cNvPr>
          <p:cNvPicPr>
            <a:picLocks noChangeAspect="1"/>
          </p:cNvPicPr>
          <p:nvPr/>
        </p:nvPicPr>
        <p:blipFill>
          <a:blip r:embed="rId2"/>
          <a:stretch>
            <a:fillRect/>
          </a:stretch>
        </p:blipFill>
        <p:spPr>
          <a:xfrm>
            <a:off x="0" y="367816"/>
            <a:ext cx="12192000" cy="6122368"/>
          </a:xfrm>
          <a:prstGeom prst="rect">
            <a:avLst/>
          </a:prstGeom>
        </p:spPr>
      </p:pic>
      <p:sp>
        <p:nvSpPr>
          <p:cNvPr id="2" name="Title 1">
            <a:extLst>
              <a:ext uri="{FF2B5EF4-FFF2-40B4-BE49-F238E27FC236}">
                <a16:creationId xmlns:a16="http://schemas.microsoft.com/office/drawing/2014/main" id="{54B59FC3-DE7A-F12B-9AA1-2DD7AD3680A2}"/>
              </a:ext>
            </a:extLst>
          </p:cNvPr>
          <p:cNvSpPr>
            <a:spLocks noGrp="1"/>
          </p:cNvSpPr>
          <p:nvPr>
            <p:ph type="title"/>
          </p:nvPr>
        </p:nvSpPr>
        <p:spPr>
          <a:xfrm>
            <a:off x="762000" y="476596"/>
            <a:ext cx="9144000" cy="1263649"/>
          </a:xfrm>
        </p:spPr>
        <p:txBody>
          <a:bodyPr/>
          <a:lstStyle/>
          <a:p>
            <a:r>
              <a:rPr lang="en-US" dirty="0"/>
              <a:t>Reasons for this discussion</a:t>
            </a:r>
          </a:p>
        </p:txBody>
      </p:sp>
      <p:sp>
        <p:nvSpPr>
          <p:cNvPr id="3" name="Content Placeholder 2">
            <a:extLst>
              <a:ext uri="{FF2B5EF4-FFF2-40B4-BE49-F238E27FC236}">
                <a16:creationId xmlns:a16="http://schemas.microsoft.com/office/drawing/2014/main" id="{90F42157-A14C-A5D2-3758-3A7E065677D3}"/>
              </a:ext>
            </a:extLst>
          </p:cNvPr>
          <p:cNvSpPr>
            <a:spLocks noGrp="1"/>
          </p:cNvSpPr>
          <p:nvPr>
            <p:ph idx="1"/>
          </p:nvPr>
        </p:nvSpPr>
        <p:spPr>
          <a:xfrm>
            <a:off x="762000" y="1740245"/>
            <a:ext cx="10668000" cy="4355755"/>
          </a:xfrm>
        </p:spPr>
        <p:txBody>
          <a:bodyPr>
            <a:normAutofit/>
          </a:bodyPr>
          <a:lstStyle/>
          <a:p>
            <a:r>
              <a:rPr lang="en-US" dirty="0"/>
              <a:t>India has shown a major decline in malaria over the last decade, but transmission has become increasingly </a:t>
            </a:r>
            <a:r>
              <a:rPr lang="en-US" b="1" dirty="0"/>
              <a:t>local, focal, and difficult to eliminate</a:t>
            </a:r>
            <a:r>
              <a:rPr lang="en-US" dirty="0"/>
              <a:t>.</a:t>
            </a:r>
          </a:p>
          <a:p>
            <a:r>
              <a:rPr lang="en-US" dirty="0"/>
              <a:t>The present challenge is not only treatment of malaria cases, but </a:t>
            </a:r>
            <a:r>
              <a:rPr lang="en-US" b="1" dirty="0"/>
              <a:t>finding every case, classifying every focus, and preventing onward transmission</a:t>
            </a:r>
            <a:r>
              <a:rPr lang="en-US" dirty="0"/>
              <a:t>.</a:t>
            </a:r>
          </a:p>
          <a:p>
            <a:r>
              <a:rPr lang="en-US" dirty="0"/>
              <a:t>Elimination is now a </a:t>
            </a:r>
            <a:r>
              <a:rPr lang="en-US" b="1" dirty="0" err="1"/>
              <a:t>programme</a:t>
            </a:r>
            <a:r>
              <a:rPr lang="en-US" b="1" dirty="0"/>
              <a:t>-driven public health task</a:t>
            </a:r>
            <a:r>
              <a:rPr lang="en-US" dirty="0"/>
              <a:t> rather than a purely clinical task.</a:t>
            </a:r>
          </a:p>
          <a:p>
            <a:pPr marL="0" indent="0">
              <a:buNone/>
            </a:pPr>
            <a:endParaRPr lang="en-US" dirty="0"/>
          </a:p>
        </p:txBody>
      </p:sp>
    </p:spTree>
    <p:extLst>
      <p:ext uri="{BB962C8B-B14F-4D97-AF65-F5344CB8AC3E}">
        <p14:creationId xmlns:p14="http://schemas.microsoft.com/office/powerpoint/2010/main" val="463257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xEl>
                                              <p:pRg st="0" end="0"/>
                                            </p:txEl>
                                          </p:spTgt>
                                        </p:tgtEl>
                                      </p:cBhvr>
                                    </p:animEffect>
                                    <p:set>
                                      <p:cBhvr>
                                        <p:cTn id="7" dur="1" fill="hold">
                                          <p:stCondLst>
                                            <p:cond delay="499"/>
                                          </p:stCondLst>
                                        </p:cTn>
                                        <p:tgtEl>
                                          <p:spTgt spid="3">
                                            <p:txEl>
                                              <p:pRg st="0" end="0"/>
                                            </p:txEl>
                                          </p:spTgt>
                                        </p:tgtEl>
                                        <p:attrNameLst>
                                          <p:attrName>style.visibility</p:attrName>
                                        </p:attrNameLst>
                                      </p:cBhvr>
                                      <p:to>
                                        <p:strVal val="hidden"/>
                                      </p:to>
                                    </p:set>
                                  </p:childTnLst>
                                </p:cTn>
                              </p:par>
                              <p:par>
                                <p:cTn id="8" presetID="14" presetClass="exit" presetSubtype="10" fill="hold" grpId="0" nodeType="withEffect">
                                  <p:stCondLst>
                                    <p:cond delay="0"/>
                                  </p:stCondLst>
                                  <p:childTnLst>
                                    <p:animEffect transition="out" filter="randombar(horizontal)">
                                      <p:cBhvr>
                                        <p:cTn id="9" dur="500"/>
                                        <p:tgtEl>
                                          <p:spTgt spid="3">
                                            <p:txEl>
                                              <p:pRg st="1" end="1"/>
                                            </p:txEl>
                                          </p:spTgt>
                                        </p:tgtEl>
                                      </p:cBhvr>
                                    </p:animEffect>
                                    <p:set>
                                      <p:cBhvr>
                                        <p:cTn id="10" dur="1" fill="hold">
                                          <p:stCondLst>
                                            <p:cond delay="499"/>
                                          </p:stCondLst>
                                        </p:cTn>
                                        <p:tgtEl>
                                          <p:spTgt spid="3">
                                            <p:txEl>
                                              <p:pRg st="1" end="1"/>
                                            </p:txEl>
                                          </p:spTgt>
                                        </p:tgtEl>
                                        <p:attrNameLst>
                                          <p:attrName>style.visibility</p:attrName>
                                        </p:attrNameLst>
                                      </p:cBhvr>
                                      <p:to>
                                        <p:strVal val="hidden"/>
                                      </p:to>
                                    </p:set>
                                  </p:childTnLst>
                                </p:cTn>
                              </p:par>
                              <p:par>
                                <p:cTn id="11" presetID="14" presetClass="exit" presetSubtype="10" fill="hold" grpId="0" nodeType="withEffect">
                                  <p:stCondLst>
                                    <p:cond delay="0"/>
                                  </p:stCondLst>
                                  <p:childTnLst>
                                    <p:animEffect transition="out" filter="randombar(horizontal)">
                                      <p:cBhvr>
                                        <p:cTn id="12" dur="500"/>
                                        <p:tgtEl>
                                          <p:spTgt spid="3">
                                            <p:txEl>
                                              <p:pRg st="2" end="2"/>
                                            </p:txEl>
                                          </p:spTgt>
                                        </p:tgtEl>
                                      </p:cBhvr>
                                    </p:animEffect>
                                    <p:set>
                                      <p:cBhvr>
                                        <p:cTn id="13" dur="1" fill="hold">
                                          <p:stCondLst>
                                            <p:cond delay="499"/>
                                          </p:stCondLst>
                                        </p:cTn>
                                        <p:tgtEl>
                                          <p:spTgt spid="3">
                                            <p:txEl>
                                              <p:pRg st="2" end="2"/>
                                            </p:txEl>
                                          </p:spTgt>
                                        </p:tgtEl>
                                        <p:attrNameLst>
                                          <p:attrName>style.visibility</p:attrName>
                                        </p:attrNameLst>
                                      </p:cBhvr>
                                      <p:to>
                                        <p:strVal val="hidden"/>
                                      </p:to>
                                    </p:set>
                                  </p:childTnLst>
                                </p:cTn>
                              </p:par>
                              <p:par>
                                <p:cTn id="14" presetID="14" presetClass="entr" presetSubtype="10"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randombar(horizontal)">
                                      <p:cBhvr>
                                        <p:cTn id="16" dur="500"/>
                                        <p:tgtEl>
                                          <p:spTgt spid="5"/>
                                        </p:tgtEl>
                                      </p:cBhvr>
                                    </p:animEffect>
                                  </p:childTnLst>
                                </p:cTn>
                              </p:par>
                              <p:par>
                                <p:cTn id="17" presetID="9" presetClass="emph" presetSubtype="0" grpId="0" nodeType="withEffect">
                                  <p:stCondLst>
                                    <p:cond delay="0"/>
                                  </p:stCondLst>
                                  <p:childTnLst>
                                    <p:set>
                                      <p:cBhvr>
                                        <p:cTn id="18" dur="indefinite"/>
                                        <p:tgtEl>
                                          <p:spTgt spid="2"/>
                                        </p:tgtEl>
                                        <p:attrNameLst>
                                          <p:attrName>style.opacity</p:attrName>
                                        </p:attrNameLst>
                                      </p:cBhvr>
                                      <p:to>
                                        <p:strVal val="0.5"/>
                                      </p:to>
                                    </p:set>
                                    <p:animEffect filter="image" prLst="opacity: 0.5">
                                      <p:cBhvr rctx="IE">
                                        <p:cTn id="19" dur="indefinite"/>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allAtOnce"/>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a:extLst>
              <a:ext uri="{FF2B5EF4-FFF2-40B4-BE49-F238E27FC236}">
                <a16:creationId xmlns:a16="http://schemas.microsoft.com/office/drawing/2014/main" id="{9222D442-D0E7-AF12-3513-932E732D7217}"/>
              </a:ext>
            </a:extLst>
          </p:cNvPr>
          <p:cNvPicPr>
            <a:picLocks noGrp="1" noChangeAspect="1"/>
          </p:cNvPicPr>
          <p:nvPr>
            <p:ph type="pic" idx="1"/>
          </p:nvPr>
        </p:nvPicPr>
        <p:blipFill>
          <a:blip r:embed="rId2"/>
          <a:srcRect l="2833" r="569"/>
          <a:stretch>
            <a:fillRect/>
          </a:stretch>
        </p:blipFill>
        <p:spPr>
          <a:xfrm>
            <a:off x="1" y="0"/>
            <a:ext cx="12192000" cy="4821382"/>
          </a:xfrm>
          <a:prstGeom prst="rect">
            <a:avLst/>
          </a:prstGeom>
        </p:spPr>
      </p:pic>
      <p:sp>
        <p:nvSpPr>
          <p:cNvPr id="8" name="Text Placeholder 7">
            <a:extLst>
              <a:ext uri="{FF2B5EF4-FFF2-40B4-BE49-F238E27FC236}">
                <a16:creationId xmlns:a16="http://schemas.microsoft.com/office/drawing/2014/main" id="{ECF6B18E-6E5F-3BA8-4023-2EC374BF903A}"/>
              </a:ext>
            </a:extLst>
          </p:cNvPr>
          <p:cNvSpPr>
            <a:spLocks noGrp="1"/>
          </p:cNvSpPr>
          <p:nvPr>
            <p:ph type="body" sz="half" idx="2"/>
          </p:nvPr>
        </p:nvSpPr>
        <p:spPr>
          <a:xfrm>
            <a:off x="762000" y="4821382"/>
            <a:ext cx="10931235" cy="1579418"/>
          </a:xfrm>
        </p:spPr>
        <p:txBody>
          <a:bodyPr>
            <a:normAutofit fontScale="92500" lnSpcReduction="10000"/>
          </a:bodyPr>
          <a:lstStyle/>
          <a:p>
            <a:r>
              <a:rPr lang="en-US" sz="2800" dirty="0"/>
              <a:t>India contributed </a:t>
            </a:r>
            <a:r>
              <a:rPr lang="en-US" sz="2800" b="1" dirty="0"/>
              <a:t>65.7% of the estimated malaria cases in the WHO South-East Asia Region</a:t>
            </a:r>
            <a:r>
              <a:rPr lang="en-US" sz="2800" dirty="0"/>
              <a:t> in 2022.</a:t>
            </a:r>
          </a:p>
          <a:p>
            <a:r>
              <a:rPr lang="en-US" sz="2800" dirty="0"/>
              <a:t>India achieved about </a:t>
            </a:r>
            <a:r>
              <a:rPr lang="en-US" sz="2800" b="1" dirty="0"/>
              <a:t>85% decline in malaria cases </a:t>
            </a:r>
            <a:r>
              <a:rPr lang="en-US" sz="2800" dirty="0"/>
              <a:t>and </a:t>
            </a:r>
            <a:r>
              <a:rPr lang="en-US" sz="2800" b="1" dirty="0"/>
              <a:t>78.3% decline in deaths</a:t>
            </a:r>
            <a:r>
              <a:rPr lang="en-US" sz="2800" dirty="0"/>
              <a:t> in 2022 compared with 2015.</a:t>
            </a:r>
          </a:p>
          <a:p>
            <a:endParaRPr lang="en-US" sz="2800" dirty="0"/>
          </a:p>
        </p:txBody>
      </p:sp>
    </p:spTree>
    <p:extLst>
      <p:ext uri="{BB962C8B-B14F-4D97-AF65-F5344CB8AC3E}">
        <p14:creationId xmlns:p14="http://schemas.microsoft.com/office/powerpoint/2010/main" val="2413300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A2E7E8D-7523-3868-877D-DD64CA3A6B95}"/>
              </a:ext>
            </a:extLst>
          </p:cNvPr>
          <p:cNvSpPr>
            <a:spLocks noGrp="1"/>
          </p:cNvSpPr>
          <p:nvPr>
            <p:ph type="title"/>
          </p:nvPr>
        </p:nvSpPr>
        <p:spPr>
          <a:xfrm>
            <a:off x="1356853" y="5153833"/>
            <a:ext cx="9144000" cy="1263649"/>
          </a:xfrm>
        </p:spPr>
        <p:txBody>
          <a:bodyPr>
            <a:noAutofit/>
          </a:bodyPr>
          <a:lstStyle/>
          <a:p>
            <a:r>
              <a:rPr lang="en-US" sz="2000" dirty="0"/>
              <a:t>API in India declined from </a:t>
            </a:r>
            <a:r>
              <a:rPr lang="en-US" sz="2000" b="1" dirty="0"/>
              <a:t>2.09 in 2000</a:t>
            </a:r>
            <a:r>
              <a:rPr lang="en-US" sz="2000" dirty="0"/>
              <a:t> to </a:t>
            </a:r>
            <a:r>
              <a:rPr lang="en-US" sz="2000" b="1" dirty="0"/>
              <a:t>0.13 in 2022</a:t>
            </a:r>
            <a:r>
              <a:rPr lang="en-US" sz="2000" dirty="0"/>
              <a:t>.</a:t>
            </a:r>
            <a:br>
              <a:rPr lang="en-US" sz="2000" dirty="0"/>
            </a:br>
            <a:r>
              <a:rPr lang="en-US" sz="2000" dirty="0"/>
              <a:t>Malaria deaths declined from </a:t>
            </a:r>
            <a:r>
              <a:rPr lang="en-US" sz="2000" b="1" dirty="0"/>
              <a:t>932 in 2000</a:t>
            </a:r>
            <a:r>
              <a:rPr lang="en-US" sz="2000" dirty="0"/>
              <a:t> to </a:t>
            </a:r>
            <a:r>
              <a:rPr lang="en-US" sz="2000" b="1" dirty="0"/>
              <a:t>83 in 2022</a:t>
            </a:r>
            <a:r>
              <a:rPr lang="en-US" sz="2000" dirty="0"/>
              <a:t>.</a:t>
            </a:r>
            <a:br>
              <a:rPr lang="en-US" sz="2000" dirty="0"/>
            </a:br>
            <a:r>
              <a:rPr lang="en-US" sz="2000" dirty="0"/>
              <a:t>Reported </a:t>
            </a:r>
            <a:r>
              <a:rPr lang="en-US" sz="2000" i="1" dirty="0"/>
              <a:t>P. falciparum</a:t>
            </a:r>
            <a:r>
              <a:rPr lang="en-US" sz="2000" dirty="0"/>
              <a:t> cases declined from </a:t>
            </a:r>
            <a:r>
              <a:rPr lang="en-US" sz="2000" b="1" dirty="0"/>
              <a:t>11,36,423 in 1995</a:t>
            </a:r>
            <a:r>
              <a:rPr lang="en-US" sz="2000" dirty="0"/>
              <a:t> to </a:t>
            </a:r>
            <a:r>
              <a:rPr lang="en-US" sz="2000" b="1" dirty="0"/>
              <a:t>98,306 in 2022</a:t>
            </a:r>
            <a:r>
              <a:rPr lang="en-US" sz="2000" dirty="0"/>
              <a:t>.</a:t>
            </a:r>
            <a:br>
              <a:rPr lang="en-US" sz="2000" dirty="0"/>
            </a:br>
            <a:endParaRPr lang="en-US" sz="2000" dirty="0"/>
          </a:p>
        </p:txBody>
      </p:sp>
      <p:pic>
        <p:nvPicPr>
          <p:cNvPr id="11" name="Content Placeholder 10">
            <a:extLst>
              <a:ext uri="{FF2B5EF4-FFF2-40B4-BE49-F238E27FC236}">
                <a16:creationId xmlns:a16="http://schemas.microsoft.com/office/drawing/2014/main" id="{7FF031A0-630A-4382-087E-584D1552563F}"/>
              </a:ext>
            </a:extLst>
          </p:cNvPr>
          <p:cNvPicPr>
            <a:picLocks noGrp="1" noChangeAspect="1"/>
          </p:cNvPicPr>
          <p:nvPr>
            <p:ph sz="half" idx="1"/>
          </p:nvPr>
        </p:nvPicPr>
        <p:blipFill>
          <a:blip r:embed="rId2"/>
          <a:stretch>
            <a:fillRect/>
          </a:stretch>
        </p:blipFill>
        <p:spPr>
          <a:xfrm>
            <a:off x="522186" y="440518"/>
            <a:ext cx="4398949" cy="4484173"/>
          </a:xfrm>
          <a:prstGeom prst="rect">
            <a:avLst/>
          </a:prstGeom>
        </p:spPr>
      </p:pic>
      <p:pic>
        <p:nvPicPr>
          <p:cNvPr id="12" name="Content Placeholder 11">
            <a:extLst>
              <a:ext uri="{FF2B5EF4-FFF2-40B4-BE49-F238E27FC236}">
                <a16:creationId xmlns:a16="http://schemas.microsoft.com/office/drawing/2014/main" id="{BC491222-F7B2-CF66-CFE9-097E2B24B185}"/>
              </a:ext>
            </a:extLst>
          </p:cNvPr>
          <p:cNvPicPr>
            <a:picLocks noGrp="1" noChangeAspect="1"/>
          </p:cNvPicPr>
          <p:nvPr>
            <p:ph sz="half" idx="2"/>
          </p:nvPr>
        </p:nvPicPr>
        <p:blipFill>
          <a:blip r:embed="rId3"/>
          <a:stretch>
            <a:fillRect/>
          </a:stretch>
        </p:blipFill>
        <p:spPr>
          <a:xfrm>
            <a:off x="5754579" y="440518"/>
            <a:ext cx="5915235" cy="4424654"/>
          </a:xfrm>
          <a:prstGeom prst="rect">
            <a:avLst/>
          </a:prstGeom>
        </p:spPr>
      </p:pic>
      <p:sp>
        <p:nvSpPr>
          <p:cNvPr id="13" name="Title 7">
            <a:extLst>
              <a:ext uri="{FF2B5EF4-FFF2-40B4-BE49-F238E27FC236}">
                <a16:creationId xmlns:a16="http://schemas.microsoft.com/office/drawing/2014/main" id="{4539578A-F7A5-58F4-6422-F14746CFA6F5}"/>
              </a:ext>
            </a:extLst>
          </p:cNvPr>
          <p:cNvSpPr txBox="1">
            <a:spLocks/>
          </p:cNvSpPr>
          <p:nvPr/>
        </p:nvSpPr>
        <p:spPr>
          <a:xfrm>
            <a:off x="933450" y="4865172"/>
            <a:ext cx="10909417" cy="155231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Transmission in </a:t>
            </a:r>
            <a:r>
              <a:rPr lang="en-US" sz="2000" dirty="0" err="1"/>
              <a:t>india</a:t>
            </a:r>
            <a:r>
              <a:rPr lang="en-US" sz="2000" dirty="0"/>
              <a:t> is increasingly concentrated in </a:t>
            </a:r>
            <a:r>
              <a:rPr lang="en-US" sz="2000" b="1" dirty="0"/>
              <a:t>hilly, forested, forest-fringe, border, tribal, </a:t>
            </a:r>
            <a:r>
              <a:rPr lang="en-US" sz="2000" b="1" dirty="0" err="1"/>
              <a:t>project,and</a:t>
            </a:r>
            <a:r>
              <a:rPr lang="en-US" sz="2000" b="1" dirty="0"/>
              <a:t> migrant settings</a:t>
            </a:r>
            <a:r>
              <a:rPr lang="en-US" sz="2000" dirty="0"/>
              <a:t>.</a:t>
            </a:r>
          </a:p>
          <a:p>
            <a:r>
              <a:rPr lang="en-US" sz="2000" dirty="0"/>
              <a:t>High-risk groups include </a:t>
            </a:r>
            <a:r>
              <a:rPr lang="en-US" sz="2000" b="1" dirty="0"/>
              <a:t>tribal populations, </a:t>
            </a:r>
            <a:r>
              <a:rPr lang="en-US" sz="2000" b="1" dirty="0" err="1"/>
              <a:t>mobileand</a:t>
            </a:r>
            <a:r>
              <a:rPr lang="en-US" sz="2000" b="1" dirty="0"/>
              <a:t> migrant groups, forest workers/goers, shifting </a:t>
            </a:r>
            <a:r>
              <a:rPr lang="en-US" sz="2000" b="1" dirty="0" err="1"/>
              <a:t>cultivators,and</a:t>
            </a:r>
            <a:r>
              <a:rPr lang="en-US" sz="2000" b="1" dirty="0"/>
              <a:t> socioeconomically disadvantaged populations</a:t>
            </a:r>
            <a:r>
              <a:rPr lang="en-US" sz="2000" dirty="0"/>
              <a:t>.</a:t>
            </a:r>
          </a:p>
          <a:p>
            <a:r>
              <a:rPr lang="en-US" sz="2000" dirty="0"/>
              <a:t>Urban malaria </a:t>
            </a:r>
            <a:r>
              <a:rPr lang="en-US" sz="2000" dirty="0" err="1"/>
              <a:t>remainsa</a:t>
            </a:r>
            <a:r>
              <a:rPr lang="en-US" sz="2000" dirty="0"/>
              <a:t> separate operational challenge.</a:t>
            </a:r>
          </a:p>
        </p:txBody>
      </p:sp>
    </p:spTree>
    <p:extLst>
      <p:ext uri="{BB962C8B-B14F-4D97-AF65-F5344CB8AC3E}">
        <p14:creationId xmlns:p14="http://schemas.microsoft.com/office/powerpoint/2010/main" val="3657432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animEffect transition="in" filter="randombar(horizontal)">
                                      <p:cBhvr>
                                        <p:cTn id="11" dur="500"/>
                                        <p:tgtEl>
                                          <p:spTgt spid="13">
                                            <p:txEl>
                                              <p:pRg st="0" end="0"/>
                                            </p:txEl>
                                          </p:spTgt>
                                        </p:tgtEl>
                                      </p:cBhvr>
                                    </p:animEffect>
                                  </p:childTnLst>
                                </p:cTn>
                              </p:par>
                            </p:childTnLst>
                          </p:cTn>
                        </p:par>
                        <p:par>
                          <p:cTn id="12" fill="hold">
                            <p:stCondLst>
                              <p:cond delay="1000"/>
                            </p:stCondLst>
                            <p:childTnLst>
                              <p:par>
                                <p:cTn id="13" presetID="14" presetClass="entr" presetSubtype="10" fill="hold" grpId="0" nodeType="afterEffect">
                                  <p:stCondLst>
                                    <p:cond delay="0"/>
                                  </p:stCondLst>
                                  <p:childTnLst>
                                    <p:set>
                                      <p:cBhvr>
                                        <p:cTn id="14" dur="1" fill="hold">
                                          <p:stCondLst>
                                            <p:cond delay="0"/>
                                          </p:stCondLst>
                                        </p:cTn>
                                        <p:tgtEl>
                                          <p:spTgt spid="13">
                                            <p:txEl>
                                              <p:pRg st="1" end="1"/>
                                            </p:txEl>
                                          </p:spTgt>
                                        </p:tgtEl>
                                        <p:attrNameLst>
                                          <p:attrName>style.visibility</p:attrName>
                                        </p:attrNameLst>
                                      </p:cBhvr>
                                      <p:to>
                                        <p:strVal val="visible"/>
                                      </p:to>
                                    </p:set>
                                    <p:animEffect transition="in" filter="randombar(horizontal)">
                                      <p:cBhvr>
                                        <p:cTn id="15" dur="500"/>
                                        <p:tgtEl>
                                          <p:spTgt spid="13">
                                            <p:txEl>
                                              <p:pRg st="1" end="1"/>
                                            </p:txEl>
                                          </p:spTgt>
                                        </p:tgtEl>
                                      </p:cBhvr>
                                    </p:animEffect>
                                  </p:childTnLst>
                                </p:cTn>
                              </p:par>
                            </p:childTnLst>
                          </p:cTn>
                        </p:par>
                        <p:par>
                          <p:cTn id="16" fill="hold">
                            <p:stCondLst>
                              <p:cond delay="1500"/>
                            </p:stCondLst>
                            <p:childTnLst>
                              <p:par>
                                <p:cTn id="17" presetID="14" presetClass="entr" presetSubtype="10" fill="hold" grpId="0" nodeType="afterEffect">
                                  <p:stCondLst>
                                    <p:cond delay="0"/>
                                  </p:stCondLst>
                                  <p:childTnLst>
                                    <p:set>
                                      <p:cBhvr>
                                        <p:cTn id="18" dur="1" fill="hold">
                                          <p:stCondLst>
                                            <p:cond delay="0"/>
                                          </p:stCondLst>
                                        </p:cTn>
                                        <p:tgtEl>
                                          <p:spTgt spid="13">
                                            <p:txEl>
                                              <p:pRg st="2" end="2"/>
                                            </p:txEl>
                                          </p:spTgt>
                                        </p:tgtEl>
                                        <p:attrNameLst>
                                          <p:attrName>style.visibility</p:attrName>
                                        </p:attrNameLst>
                                      </p:cBhvr>
                                      <p:to>
                                        <p:strVal val="visible"/>
                                      </p:to>
                                    </p:set>
                                    <p:animEffect transition="in" filter="randombar(horizontal)">
                                      <p:cBhvr>
                                        <p:cTn id="19" dur="500"/>
                                        <p:tgtEl>
                                          <p:spTgt spid="13">
                                            <p:txEl>
                                              <p:pRg st="2" end="2"/>
                                            </p:txEl>
                                          </p:spTgt>
                                        </p:tgtEl>
                                      </p:cBhvr>
                                    </p:animEffect>
                                  </p:childTnLst>
                                </p:cTn>
                              </p:par>
                              <p:par>
                                <p:cTn id="20" presetID="9" presetClass="emph" presetSubtype="0" nodeType="withEffect">
                                  <p:stCondLst>
                                    <p:cond delay="0"/>
                                  </p:stCondLst>
                                  <p:childTnLst>
                                    <p:set>
                                      <p:cBhvr>
                                        <p:cTn id="21" dur="indefinite"/>
                                        <p:tgtEl>
                                          <p:spTgt spid="11"/>
                                        </p:tgtEl>
                                        <p:attrNameLst>
                                          <p:attrName>style.opacity</p:attrName>
                                        </p:attrNameLst>
                                      </p:cBhvr>
                                      <p:to>
                                        <p:strVal val="0.25"/>
                                      </p:to>
                                    </p:set>
                                    <p:animEffect filter="image" prLst="opacity: 0.25">
                                      <p:cBhvr rctx="IE">
                                        <p:cTn id="22" dur="indefinite"/>
                                        <p:tgtEl>
                                          <p:spTgt spid="11"/>
                                        </p:tgtEl>
                                      </p:cBhvr>
                                    </p:animEffect>
                                  </p:childTnLst>
                                </p:cTn>
                              </p:par>
                              <p:par>
                                <p:cTn id="23" presetID="9" presetClass="emph" presetSubtype="0" nodeType="withEffect">
                                  <p:stCondLst>
                                    <p:cond delay="0"/>
                                  </p:stCondLst>
                                  <p:childTnLst>
                                    <p:set>
                                      <p:cBhvr>
                                        <p:cTn id="24" dur="indefinite"/>
                                        <p:tgtEl>
                                          <p:spTgt spid="12"/>
                                        </p:tgtEl>
                                        <p:attrNameLst>
                                          <p:attrName>style.opacity</p:attrName>
                                        </p:attrNameLst>
                                      </p:cBhvr>
                                      <p:to>
                                        <p:strVal val="0.25"/>
                                      </p:to>
                                    </p:set>
                                    <p:animEffect filter="image" prLst="opacity: 0.25">
                                      <p:cBhvr rctx="IE">
                                        <p:cTn id="25" dur="indefinite"/>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 grpId="0" build="p" advAuto="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0BB07B4-8756-4AE5-A848-6EA4FA2EDC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Detailed epidemiological triad of malaria India">
            <a:extLst>
              <a:ext uri="{FF2B5EF4-FFF2-40B4-BE49-F238E27FC236}">
                <a16:creationId xmlns:a16="http://schemas.microsoft.com/office/drawing/2014/main" id="{0BFD037D-81B1-4682-54E0-83FEAE70DD86}"/>
              </a:ext>
            </a:extLst>
          </p:cNvPr>
          <p:cNvPicPr>
            <a:picLocks noChangeAspect="1"/>
          </p:cNvPicPr>
          <p:nvPr/>
        </p:nvPicPr>
        <p:blipFill>
          <a:blip r:embed="rId2"/>
          <a:srcRect t="1569" b="14161"/>
          <a:stretch>
            <a:fillRect/>
          </a:stretch>
        </p:blipFill>
        <p:spPr>
          <a:xfrm>
            <a:off x="20" y="10"/>
            <a:ext cx="12191980" cy="6857990"/>
          </a:xfrm>
          <a:prstGeom prst="rect">
            <a:avLst/>
          </a:prstGeom>
        </p:spPr>
      </p:pic>
      <p:sp>
        <p:nvSpPr>
          <p:cNvPr id="13" name="Freeform: Shape 12">
            <a:extLst>
              <a:ext uri="{FF2B5EF4-FFF2-40B4-BE49-F238E27FC236}">
                <a16:creationId xmlns:a16="http://schemas.microsoft.com/office/drawing/2014/main" id="{B9AA136B-8967-470E-B8F4-1E3FE9CDB8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016251" y="3016250"/>
            <a:ext cx="6858000" cy="825498"/>
          </a:xfrm>
          <a:custGeom>
            <a:avLst/>
            <a:gdLst>
              <a:gd name="connsiteX0" fmla="*/ 6742558 w 6858000"/>
              <a:gd name="connsiteY0" fmla="*/ 499736 h 825498"/>
              <a:gd name="connsiteX1" fmla="*/ 6812057 w 6858000"/>
              <a:gd name="connsiteY1" fmla="*/ 519211 h 825498"/>
              <a:gd name="connsiteX2" fmla="*/ 6776799 w 6858000"/>
              <a:gd name="connsiteY2" fmla="*/ 514438 h 825498"/>
              <a:gd name="connsiteX3" fmla="*/ 6625227 w 6858000"/>
              <a:gd name="connsiteY3" fmla="*/ 507591 h 825498"/>
              <a:gd name="connsiteX4" fmla="*/ 6662536 w 6858000"/>
              <a:gd name="connsiteY4" fmla="*/ 500498 h 825498"/>
              <a:gd name="connsiteX5" fmla="*/ 6645552 w 6858000"/>
              <a:gd name="connsiteY5" fmla="*/ 507580 h 825498"/>
              <a:gd name="connsiteX6" fmla="*/ 6513012 w 6858000"/>
              <a:gd name="connsiteY6" fmla="*/ 515082 h 825498"/>
              <a:gd name="connsiteX7" fmla="*/ 6546191 w 6858000"/>
              <a:gd name="connsiteY7" fmla="*/ 496279 h 825498"/>
              <a:gd name="connsiteX8" fmla="*/ 6521803 w 6858000"/>
              <a:gd name="connsiteY8" fmla="*/ 512615 h 825498"/>
              <a:gd name="connsiteX9" fmla="*/ 5935958 w 6858000"/>
              <a:gd name="connsiteY9" fmla="*/ 643374 h 825498"/>
              <a:gd name="connsiteX10" fmla="*/ 5993267 w 6858000"/>
              <a:gd name="connsiteY10" fmla="*/ 639757 h 825498"/>
              <a:gd name="connsiteX11" fmla="*/ 5964477 w 6858000"/>
              <a:gd name="connsiteY11" fmla="*/ 643207 h 825498"/>
              <a:gd name="connsiteX12" fmla="*/ 5883762 w 6858000"/>
              <a:gd name="connsiteY12" fmla="*/ 625473 h 825498"/>
              <a:gd name="connsiteX13" fmla="*/ 5935941 w 6858000"/>
              <a:gd name="connsiteY13" fmla="*/ 643372 h 825498"/>
              <a:gd name="connsiteX14" fmla="*/ 5909350 w 6858000"/>
              <a:gd name="connsiteY14" fmla="*/ 636492 h 825498"/>
              <a:gd name="connsiteX15" fmla="*/ 5507674 w 6858000"/>
              <a:gd name="connsiteY15" fmla="*/ 462345 h 825498"/>
              <a:gd name="connsiteX16" fmla="*/ 5531687 w 6858000"/>
              <a:gd name="connsiteY16" fmla="*/ 451730 h 825498"/>
              <a:gd name="connsiteX17" fmla="*/ 5520422 w 6858000"/>
              <a:gd name="connsiteY17" fmla="*/ 460125 h 825498"/>
              <a:gd name="connsiteX18" fmla="*/ 5308185 w 6858000"/>
              <a:gd name="connsiteY18" fmla="*/ 440592 h 825498"/>
              <a:gd name="connsiteX19" fmla="*/ 5312288 w 6858000"/>
              <a:gd name="connsiteY19" fmla="*/ 438109 h 825498"/>
              <a:gd name="connsiteX20" fmla="*/ 5317382 w 6858000"/>
              <a:gd name="connsiteY20" fmla="*/ 437516 h 825498"/>
              <a:gd name="connsiteX21" fmla="*/ 5087451 w 6858000"/>
              <a:gd name="connsiteY21" fmla="*/ 476086 h 825498"/>
              <a:gd name="connsiteX22" fmla="*/ 5133209 w 6858000"/>
              <a:gd name="connsiteY22" fmla="*/ 489108 h 825498"/>
              <a:gd name="connsiteX23" fmla="*/ 5102460 w 6858000"/>
              <a:gd name="connsiteY23" fmla="*/ 481967 h 825498"/>
              <a:gd name="connsiteX24" fmla="*/ 5041538 w 6858000"/>
              <a:gd name="connsiteY24" fmla="*/ 462968 h 825498"/>
              <a:gd name="connsiteX25" fmla="*/ 5064790 w 6858000"/>
              <a:gd name="connsiteY25" fmla="*/ 467587 h 825498"/>
              <a:gd name="connsiteX26" fmla="*/ 5070579 w 6858000"/>
              <a:gd name="connsiteY26" fmla="*/ 469759 h 825498"/>
              <a:gd name="connsiteX27" fmla="*/ 4957458 w 6858000"/>
              <a:gd name="connsiteY27" fmla="*/ 419205 h 825498"/>
              <a:gd name="connsiteX28" fmla="*/ 4961456 w 6858000"/>
              <a:gd name="connsiteY28" fmla="*/ 420481 h 825498"/>
              <a:gd name="connsiteX29" fmla="*/ 4987033 w 6858000"/>
              <a:gd name="connsiteY29" fmla="*/ 436483 h 825498"/>
              <a:gd name="connsiteX30" fmla="*/ 4863344 w 6858000"/>
              <a:gd name="connsiteY30" fmla="*/ 407230 h 825498"/>
              <a:gd name="connsiteX31" fmla="*/ 4889270 w 6858000"/>
              <a:gd name="connsiteY31" fmla="*/ 414757 h 825498"/>
              <a:gd name="connsiteX32" fmla="*/ 4867614 w 6858000"/>
              <a:gd name="connsiteY32" fmla="*/ 409980 h 825498"/>
              <a:gd name="connsiteX33" fmla="*/ 4866598 w 6858000"/>
              <a:gd name="connsiteY33" fmla="*/ 409326 h 825498"/>
              <a:gd name="connsiteX34" fmla="*/ 3962162 w 6858000"/>
              <a:gd name="connsiteY34" fmla="*/ 411409 h 825498"/>
              <a:gd name="connsiteX35" fmla="*/ 4043830 w 6858000"/>
              <a:gd name="connsiteY35" fmla="*/ 395719 h 825498"/>
              <a:gd name="connsiteX36" fmla="*/ 4002410 w 6858000"/>
              <a:gd name="connsiteY36" fmla="*/ 409019 h 825498"/>
              <a:gd name="connsiteX37" fmla="*/ 2848821 w 6858000"/>
              <a:gd name="connsiteY37" fmla="*/ 455907 h 825498"/>
              <a:gd name="connsiteX38" fmla="*/ 2897785 w 6858000"/>
              <a:gd name="connsiteY38" fmla="*/ 440313 h 825498"/>
              <a:gd name="connsiteX39" fmla="*/ 2903542 w 6858000"/>
              <a:gd name="connsiteY39" fmla="*/ 439285 h 825498"/>
              <a:gd name="connsiteX40" fmla="*/ 2785442 w 6858000"/>
              <a:gd name="connsiteY40" fmla="*/ 506948 h 825498"/>
              <a:gd name="connsiteX41" fmla="*/ 2811779 w 6858000"/>
              <a:gd name="connsiteY41" fmla="*/ 496871 h 825498"/>
              <a:gd name="connsiteX42" fmla="*/ 2793022 w 6858000"/>
              <a:gd name="connsiteY42" fmla="*/ 506520 h 825498"/>
              <a:gd name="connsiteX43" fmla="*/ 2745376 w 6858000"/>
              <a:gd name="connsiteY43" fmla="*/ 501455 h 825498"/>
              <a:gd name="connsiteX44" fmla="*/ 2778004 w 6858000"/>
              <a:gd name="connsiteY44" fmla="*/ 507369 h 825498"/>
              <a:gd name="connsiteX45" fmla="*/ 2770757 w 6858000"/>
              <a:gd name="connsiteY45" fmla="*/ 507779 h 825498"/>
              <a:gd name="connsiteX46" fmla="*/ 2463020 w 6858000"/>
              <a:gd name="connsiteY46" fmla="*/ 387977 h 825498"/>
              <a:gd name="connsiteX47" fmla="*/ 2518249 w 6858000"/>
              <a:gd name="connsiteY47" fmla="*/ 379338 h 825498"/>
              <a:gd name="connsiteX48" fmla="*/ 2490551 w 6858000"/>
              <a:gd name="connsiteY48" fmla="*/ 385915 h 825498"/>
              <a:gd name="connsiteX49" fmla="*/ 1933219 w 6858000"/>
              <a:gd name="connsiteY49" fmla="*/ 188445 h 825498"/>
              <a:gd name="connsiteX50" fmla="*/ 1933220 w 6858000"/>
              <a:gd name="connsiteY50" fmla="*/ 188446 h 825498"/>
              <a:gd name="connsiteX51" fmla="*/ 1953414 w 6858000"/>
              <a:gd name="connsiteY51" fmla="*/ 212451 h 825498"/>
              <a:gd name="connsiteX52" fmla="*/ 1978655 w 6858000"/>
              <a:gd name="connsiteY52" fmla="*/ 244478 h 825498"/>
              <a:gd name="connsiteX53" fmla="*/ 1953413 w 6858000"/>
              <a:gd name="connsiteY53" fmla="*/ 212450 h 825498"/>
              <a:gd name="connsiteX54" fmla="*/ 1842158 w 6858000"/>
              <a:gd name="connsiteY54" fmla="*/ 82524 h 825498"/>
              <a:gd name="connsiteX55" fmla="*/ 1842159 w 6858000"/>
              <a:gd name="connsiteY55" fmla="*/ 82525 h 825498"/>
              <a:gd name="connsiteX56" fmla="*/ 1916455 w 6858000"/>
              <a:gd name="connsiteY56" fmla="*/ 173016 h 825498"/>
              <a:gd name="connsiteX57" fmla="*/ 1916454 w 6858000"/>
              <a:gd name="connsiteY57" fmla="*/ 173015 h 825498"/>
              <a:gd name="connsiteX58" fmla="*/ 338916 w 6858000"/>
              <a:gd name="connsiteY58" fmla="*/ 12999 h 825498"/>
              <a:gd name="connsiteX59" fmla="*/ 395626 w 6858000"/>
              <a:gd name="connsiteY59" fmla="*/ 22894 h 825498"/>
              <a:gd name="connsiteX60" fmla="*/ 367327 w 6858000"/>
              <a:gd name="connsiteY60" fmla="*/ 19086 h 825498"/>
              <a:gd name="connsiteX61" fmla="*/ 153394 w 6858000"/>
              <a:gd name="connsiteY61" fmla="*/ 30626 h 825498"/>
              <a:gd name="connsiteX62" fmla="*/ 228906 w 6858000"/>
              <a:gd name="connsiteY62" fmla="*/ 38895 h 825498"/>
              <a:gd name="connsiteX63" fmla="*/ 177271 w 6858000"/>
              <a:gd name="connsiteY63" fmla="*/ 34439 h 825498"/>
              <a:gd name="connsiteX64" fmla="*/ 0 w 6858000"/>
              <a:gd name="connsiteY64" fmla="*/ 19988 h 825498"/>
              <a:gd name="connsiteX65" fmla="*/ 0 w 6858000"/>
              <a:gd name="connsiteY65" fmla="*/ 484096 h 825498"/>
              <a:gd name="connsiteX66" fmla="*/ 1 w 6858000"/>
              <a:gd name="connsiteY66" fmla="*/ 484096 h 825498"/>
              <a:gd name="connsiteX67" fmla="*/ 1 w 6858000"/>
              <a:gd name="connsiteY67" fmla="*/ 484097 h 825498"/>
              <a:gd name="connsiteX68" fmla="*/ 2817 w 6858000"/>
              <a:gd name="connsiteY68" fmla="*/ 482970 h 825498"/>
              <a:gd name="connsiteX69" fmla="*/ 63587 w 6858000"/>
              <a:gd name="connsiteY69" fmla="*/ 468871 h 825498"/>
              <a:gd name="connsiteX70" fmla="*/ 176939 w 6858000"/>
              <a:gd name="connsiteY70" fmla="*/ 454966 h 825498"/>
              <a:gd name="connsiteX71" fmla="*/ 200182 w 6858000"/>
              <a:gd name="connsiteY71" fmla="*/ 446963 h 825498"/>
              <a:gd name="connsiteX72" fmla="*/ 340774 w 6858000"/>
              <a:gd name="connsiteY72" fmla="*/ 409051 h 825498"/>
              <a:gd name="connsiteX73" fmla="*/ 453364 w 6858000"/>
              <a:gd name="connsiteY73" fmla="*/ 409816 h 825498"/>
              <a:gd name="connsiteX74" fmla="*/ 462126 w 6858000"/>
              <a:gd name="connsiteY74" fmla="*/ 411530 h 825498"/>
              <a:gd name="connsiteX75" fmla="*/ 505182 w 6858000"/>
              <a:gd name="connsiteY75" fmla="*/ 424102 h 825498"/>
              <a:gd name="connsiteX76" fmla="*/ 571860 w 6858000"/>
              <a:gd name="connsiteY76" fmla="*/ 420674 h 825498"/>
              <a:gd name="connsiteX77" fmla="*/ 617772 w 6858000"/>
              <a:gd name="connsiteY77" fmla="*/ 403337 h 825498"/>
              <a:gd name="connsiteX78" fmla="*/ 674923 w 6858000"/>
              <a:gd name="connsiteY78" fmla="*/ 402575 h 825498"/>
              <a:gd name="connsiteX79" fmla="*/ 740268 w 6858000"/>
              <a:gd name="connsiteY79" fmla="*/ 413434 h 825498"/>
              <a:gd name="connsiteX80" fmla="*/ 769605 w 6858000"/>
              <a:gd name="connsiteY80" fmla="*/ 415720 h 825498"/>
              <a:gd name="connsiteX81" fmla="*/ 850189 w 6858000"/>
              <a:gd name="connsiteY81" fmla="*/ 438200 h 825498"/>
              <a:gd name="connsiteX82" fmla="*/ 898198 w 6858000"/>
              <a:gd name="connsiteY82" fmla="*/ 432676 h 825498"/>
              <a:gd name="connsiteX83" fmla="*/ 945444 w 6858000"/>
              <a:gd name="connsiteY83" fmla="*/ 417816 h 825498"/>
              <a:gd name="connsiteX84" fmla="*/ 975733 w 6858000"/>
              <a:gd name="connsiteY84" fmla="*/ 403527 h 825498"/>
              <a:gd name="connsiteX85" fmla="*/ 1036887 w 6858000"/>
              <a:gd name="connsiteY85" fmla="*/ 393431 h 825498"/>
              <a:gd name="connsiteX86" fmla="*/ 1048125 w 6858000"/>
              <a:gd name="connsiteY86" fmla="*/ 394955 h 825498"/>
              <a:gd name="connsiteX87" fmla="*/ 1230633 w 6858000"/>
              <a:gd name="connsiteY87" fmla="*/ 407529 h 825498"/>
              <a:gd name="connsiteX88" fmla="*/ 1303024 w 6858000"/>
              <a:gd name="connsiteY88" fmla="*/ 427722 h 825498"/>
              <a:gd name="connsiteX89" fmla="*/ 1318456 w 6858000"/>
              <a:gd name="connsiteY89" fmla="*/ 430198 h 825498"/>
              <a:gd name="connsiteX90" fmla="*/ 1472575 w 6858000"/>
              <a:gd name="connsiteY90" fmla="*/ 452870 h 825498"/>
              <a:gd name="connsiteX91" fmla="*/ 1489720 w 6858000"/>
              <a:gd name="connsiteY91" fmla="*/ 453821 h 825498"/>
              <a:gd name="connsiteX92" fmla="*/ 1537537 w 6858000"/>
              <a:gd name="connsiteY92" fmla="*/ 449821 h 825498"/>
              <a:gd name="connsiteX93" fmla="*/ 1650317 w 6858000"/>
              <a:gd name="connsiteY93" fmla="*/ 490970 h 825498"/>
              <a:gd name="connsiteX94" fmla="*/ 1763287 w 6858000"/>
              <a:gd name="connsiteY94" fmla="*/ 505069 h 825498"/>
              <a:gd name="connsiteX95" fmla="*/ 1825393 w 6858000"/>
              <a:gd name="connsiteY95" fmla="*/ 504877 h 825498"/>
              <a:gd name="connsiteX96" fmla="*/ 1869780 w 6858000"/>
              <a:gd name="connsiteY96" fmla="*/ 514975 h 825498"/>
              <a:gd name="connsiteX97" fmla="*/ 1978940 w 6858000"/>
              <a:gd name="connsiteY97" fmla="*/ 545646 h 825498"/>
              <a:gd name="connsiteX98" fmla="*/ 2030378 w 6858000"/>
              <a:gd name="connsiteY98" fmla="*/ 550408 h 825498"/>
              <a:gd name="connsiteX99" fmla="*/ 2085054 w 6858000"/>
              <a:gd name="connsiteY99" fmla="*/ 560697 h 825498"/>
              <a:gd name="connsiteX100" fmla="*/ 2220312 w 6858000"/>
              <a:gd name="connsiteY100" fmla="*/ 606798 h 825498"/>
              <a:gd name="connsiteX101" fmla="*/ 2330806 w 6858000"/>
              <a:gd name="connsiteY101" fmla="*/ 604132 h 825498"/>
              <a:gd name="connsiteX102" fmla="*/ 2401292 w 6858000"/>
              <a:gd name="connsiteY102" fmla="*/ 604702 h 825498"/>
              <a:gd name="connsiteX103" fmla="*/ 2485307 w 6858000"/>
              <a:gd name="connsiteY103" fmla="*/ 619943 h 825498"/>
              <a:gd name="connsiteX104" fmla="*/ 2554079 w 6858000"/>
              <a:gd name="connsiteY104" fmla="*/ 642232 h 825498"/>
              <a:gd name="connsiteX105" fmla="*/ 2649143 w 6858000"/>
              <a:gd name="connsiteY105" fmla="*/ 659949 h 825498"/>
              <a:gd name="connsiteX106" fmla="*/ 2743826 w 6858000"/>
              <a:gd name="connsiteY106" fmla="*/ 694050 h 825498"/>
              <a:gd name="connsiteX107" fmla="*/ 2809930 w 6858000"/>
              <a:gd name="connsiteY107" fmla="*/ 720149 h 825498"/>
              <a:gd name="connsiteX108" fmla="*/ 2901943 w 6858000"/>
              <a:gd name="connsiteY108" fmla="*/ 743200 h 825498"/>
              <a:gd name="connsiteX109" fmla="*/ 3042728 w 6858000"/>
              <a:gd name="connsiteY109" fmla="*/ 759392 h 825498"/>
              <a:gd name="connsiteX110" fmla="*/ 3107500 w 6858000"/>
              <a:gd name="connsiteY110" fmla="*/ 761108 h 825498"/>
              <a:gd name="connsiteX111" fmla="*/ 3209993 w 6858000"/>
              <a:gd name="connsiteY111" fmla="*/ 799018 h 825498"/>
              <a:gd name="connsiteX112" fmla="*/ 3253809 w 6858000"/>
              <a:gd name="connsiteY112" fmla="*/ 817306 h 825498"/>
              <a:gd name="connsiteX113" fmla="*/ 3293244 w 6858000"/>
              <a:gd name="connsiteY113" fmla="*/ 802066 h 825498"/>
              <a:gd name="connsiteX114" fmla="*/ 3318771 w 6858000"/>
              <a:gd name="connsiteY114" fmla="*/ 784539 h 825498"/>
              <a:gd name="connsiteX115" fmla="*/ 3399546 w 6858000"/>
              <a:gd name="connsiteY115" fmla="*/ 799400 h 825498"/>
              <a:gd name="connsiteX116" fmla="*/ 3485275 w 6858000"/>
              <a:gd name="connsiteY116" fmla="*/ 815020 h 825498"/>
              <a:gd name="connsiteX117" fmla="*/ 3546617 w 6858000"/>
              <a:gd name="connsiteY117" fmla="*/ 825498 h 825498"/>
              <a:gd name="connsiteX118" fmla="*/ 3623201 w 6858000"/>
              <a:gd name="connsiteY118" fmla="*/ 817117 h 825498"/>
              <a:gd name="connsiteX119" fmla="*/ 3683591 w 6858000"/>
              <a:gd name="connsiteY119" fmla="*/ 813688 h 825498"/>
              <a:gd name="connsiteX120" fmla="*/ 3732361 w 6858000"/>
              <a:gd name="connsiteY120" fmla="*/ 803973 h 825498"/>
              <a:gd name="connsiteX121" fmla="*/ 3749506 w 6858000"/>
              <a:gd name="connsiteY121" fmla="*/ 798255 h 825498"/>
              <a:gd name="connsiteX122" fmla="*/ 3885338 w 6858000"/>
              <a:gd name="connsiteY122" fmla="*/ 753679 h 825498"/>
              <a:gd name="connsiteX123" fmla="*/ 4030503 w 6858000"/>
              <a:gd name="connsiteY123" fmla="*/ 718054 h 825498"/>
              <a:gd name="connsiteX124" fmla="*/ 4124614 w 6858000"/>
              <a:gd name="connsiteY124" fmla="*/ 740535 h 825498"/>
              <a:gd name="connsiteX125" fmla="*/ 4159667 w 6858000"/>
              <a:gd name="connsiteY125" fmla="*/ 740152 h 825498"/>
              <a:gd name="connsiteX126" fmla="*/ 4320837 w 6858000"/>
              <a:gd name="connsiteY126" fmla="*/ 745296 h 825498"/>
              <a:gd name="connsiteX127" fmla="*/ 4349222 w 6858000"/>
              <a:gd name="connsiteY127" fmla="*/ 750820 h 825498"/>
              <a:gd name="connsiteX128" fmla="*/ 4502579 w 6858000"/>
              <a:gd name="connsiteY128" fmla="*/ 728149 h 825498"/>
              <a:gd name="connsiteX129" fmla="*/ 4558207 w 6858000"/>
              <a:gd name="connsiteY129" fmla="*/ 724339 h 825498"/>
              <a:gd name="connsiteX130" fmla="*/ 4609452 w 6858000"/>
              <a:gd name="connsiteY130" fmla="*/ 718054 h 825498"/>
              <a:gd name="connsiteX131" fmla="*/ 4681083 w 6858000"/>
              <a:gd name="connsiteY131" fmla="*/ 716529 h 825498"/>
              <a:gd name="connsiteX132" fmla="*/ 4755381 w 6858000"/>
              <a:gd name="connsiteY132" fmla="*/ 719387 h 825498"/>
              <a:gd name="connsiteX133" fmla="*/ 4838250 w 6858000"/>
              <a:gd name="connsiteY133" fmla="*/ 718815 h 825498"/>
              <a:gd name="connsiteX134" fmla="*/ 4871019 w 6858000"/>
              <a:gd name="connsiteY134" fmla="*/ 713863 h 825498"/>
              <a:gd name="connsiteX135" fmla="*/ 4959602 w 6858000"/>
              <a:gd name="connsiteY135" fmla="*/ 717291 h 825498"/>
              <a:gd name="connsiteX136" fmla="*/ 5006086 w 6858000"/>
              <a:gd name="connsiteY136" fmla="*/ 711578 h 825498"/>
              <a:gd name="connsiteX137" fmla="*/ 5082670 w 6858000"/>
              <a:gd name="connsiteY137" fmla="*/ 710434 h 825498"/>
              <a:gd name="connsiteX138" fmla="*/ 5107627 w 6858000"/>
              <a:gd name="connsiteY138" fmla="*/ 709098 h 825498"/>
              <a:gd name="connsiteX139" fmla="*/ 5129916 w 6858000"/>
              <a:gd name="connsiteY139" fmla="*/ 708336 h 825498"/>
              <a:gd name="connsiteX140" fmla="*/ 5206308 w 6858000"/>
              <a:gd name="connsiteY140" fmla="*/ 723959 h 825498"/>
              <a:gd name="connsiteX141" fmla="*/ 5274129 w 6858000"/>
              <a:gd name="connsiteY141" fmla="*/ 724911 h 825498"/>
              <a:gd name="connsiteX142" fmla="*/ 5393005 w 6858000"/>
              <a:gd name="connsiteY142" fmla="*/ 737485 h 825498"/>
              <a:gd name="connsiteX143" fmla="*/ 5419295 w 6858000"/>
              <a:gd name="connsiteY143" fmla="*/ 733103 h 825498"/>
              <a:gd name="connsiteX144" fmla="*/ 5501594 w 6858000"/>
              <a:gd name="connsiteY144" fmla="*/ 731389 h 825498"/>
              <a:gd name="connsiteX145" fmla="*/ 5548460 w 6858000"/>
              <a:gd name="connsiteY145" fmla="*/ 730056 h 825498"/>
              <a:gd name="connsiteX146" fmla="*/ 5606372 w 6858000"/>
              <a:gd name="connsiteY146" fmla="*/ 739199 h 825498"/>
              <a:gd name="connsiteX147" fmla="*/ 5706959 w 6858000"/>
              <a:gd name="connsiteY147" fmla="*/ 758630 h 825498"/>
              <a:gd name="connsiteX148" fmla="*/ 5733440 w 6858000"/>
              <a:gd name="connsiteY148" fmla="*/ 761678 h 825498"/>
              <a:gd name="connsiteX149" fmla="*/ 5781830 w 6858000"/>
              <a:gd name="connsiteY149" fmla="*/ 771015 h 825498"/>
              <a:gd name="connsiteX150" fmla="*/ 5790592 w 6858000"/>
              <a:gd name="connsiteY150" fmla="*/ 772730 h 825498"/>
              <a:gd name="connsiteX151" fmla="*/ 5864318 w 6858000"/>
              <a:gd name="connsiteY151" fmla="*/ 796351 h 825498"/>
              <a:gd name="connsiteX152" fmla="*/ 5902610 w 6858000"/>
              <a:gd name="connsiteY152" fmla="*/ 798255 h 825498"/>
              <a:gd name="connsiteX153" fmla="*/ 6012723 w 6858000"/>
              <a:gd name="connsiteY153" fmla="*/ 798447 h 825498"/>
              <a:gd name="connsiteX154" fmla="*/ 6059397 w 6858000"/>
              <a:gd name="connsiteY154" fmla="*/ 794827 h 825498"/>
              <a:gd name="connsiteX155" fmla="*/ 6171605 w 6858000"/>
              <a:gd name="connsiteY155" fmla="*/ 780921 h 825498"/>
              <a:gd name="connsiteX156" fmla="*/ 6242093 w 6858000"/>
              <a:gd name="connsiteY156" fmla="*/ 774063 h 825498"/>
              <a:gd name="connsiteX157" fmla="*/ 6323058 w 6858000"/>
              <a:gd name="connsiteY157" fmla="*/ 763202 h 825498"/>
              <a:gd name="connsiteX158" fmla="*/ 6415833 w 6858000"/>
              <a:gd name="connsiteY158" fmla="*/ 756344 h 825498"/>
              <a:gd name="connsiteX159" fmla="*/ 6584812 w 6858000"/>
              <a:gd name="connsiteY159" fmla="*/ 735580 h 825498"/>
              <a:gd name="connsiteX160" fmla="*/ 6748458 w 6858000"/>
              <a:gd name="connsiteY160" fmla="*/ 714053 h 825498"/>
              <a:gd name="connsiteX161" fmla="*/ 6815516 w 6858000"/>
              <a:gd name="connsiteY161" fmla="*/ 695002 h 825498"/>
              <a:gd name="connsiteX162" fmla="*/ 6858000 w 6858000"/>
              <a:gd name="connsiteY162" fmla="*/ 685303 h 825498"/>
              <a:gd name="connsiteX163" fmla="*/ 6858000 w 6858000"/>
              <a:gd name="connsiteY163" fmla="*/ 0 h 825498"/>
              <a:gd name="connsiteX164" fmla="*/ 1687324 w 6858000"/>
              <a:gd name="connsiteY164" fmla="*/ 0 h 825498"/>
              <a:gd name="connsiteX165" fmla="*/ 1 w 6858000"/>
              <a:gd name="connsiteY165" fmla="*/ 0 h 825498"/>
              <a:gd name="connsiteX166" fmla="*/ 1 w 6858000"/>
              <a:gd name="connsiteY166" fmla="*/ 19988 h 825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Lst>
            <a:rect l="l" t="t" r="r" b="b"/>
            <a:pathLst>
              <a:path w="6858000" h="825498">
                <a:moveTo>
                  <a:pt x="6742558" y="499736"/>
                </a:moveTo>
                <a:lnTo>
                  <a:pt x="6812057" y="519211"/>
                </a:lnTo>
                <a:lnTo>
                  <a:pt x="6776799" y="514438"/>
                </a:lnTo>
                <a:close/>
                <a:moveTo>
                  <a:pt x="6625227" y="507591"/>
                </a:moveTo>
                <a:lnTo>
                  <a:pt x="6662536" y="500498"/>
                </a:lnTo>
                <a:lnTo>
                  <a:pt x="6645552" y="507580"/>
                </a:lnTo>
                <a:close/>
                <a:moveTo>
                  <a:pt x="6513012" y="515082"/>
                </a:moveTo>
                <a:lnTo>
                  <a:pt x="6546191" y="496279"/>
                </a:lnTo>
                <a:lnTo>
                  <a:pt x="6521803" y="512615"/>
                </a:lnTo>
                <a:close/>
                <a:moveTo>
                  <a:pt x="5935958" y="643374"/>
                </a:moveTo>
                <a:lnTo>
                  <a:pt x="5993267" y="639757"/>
                </a:lnTo>
                <a:lnTo>
                  <a:pt x="5964477" y="643207"/>
                </a:lnTo>
                <a:close/>
                <a:moveTo>
                  <a:pt x="5883762" y="625473"/>
                </a:moveTo>
                <a:lnTo>
                  <a:pt x="5935941" y="643372"/>
                </a:lnTo>
                <a:lnTo>
                  <a:pt x="5909350" y="636492"/>
                </a:lnTo>
                <a:close/>
                <a:moveTo>
                  <a:pt x="5507674" y="462345"/>
                </a:moveTo>
                <a:lnTo>
                  <a:pt x="5531687" y="451730"/>
                </a:lnTo>
                <a:lnTo>
                  <a:pt x="5520422" y="460125"/>
                </a:lnTo>
                <a:close/>
                <a:moveTo>
                  <a:pt x="5308185" y="440592"/>
                </a:moveTo>
                <a:lnTo>
                  <a:pt x="5312288" y="438109"/>
                </a:lnTo>
                <a:lnTo>
                  <a:pt x="5317382" y="437516"/>
                </a:lnTo>
                <a:close/>
                <a:moveTo>
                  <a:pt x="5087451" y="476086"/>
                </a:moveTo>
                <a:lnTo>
                  <a:pt x="5133209" y="489108"/>
                </a:lnTo>
                <a:lnTo>
                  <a:pt x="5102460" y="481967"/>
                </a:lnTo>
                <a:close/>
                <a:moveTo>
                  <a:pt x="5041538" y="462968"/>
                </a:moveTo>
                <a:lnTo>
                  <a:pt x="5064790" y="467587"/>
                </a:lnTo>
                <a:lnTo>
                  <a:pt x="5070579" y="469759"/>
                </a:lnTo>
                <a:close/>
                <a:moveTo>
                  <a:pt x="4957458" y="419205"/>
                </a:moveTo>
                <a:lnTo>
                  <a:pt x="4961456" y="420481"/>
                </a:lnTo>
                <a:lnTo>
                  <a:pt x="4987033" y="436483"/>
                </a:lnTo>
                <a:close/>
                <a:moveTo>
                  <a:pt x="4863344" y="407230"/>
                </a:moveTo>
                <a:lnTo>
                  <a:pt x="4889270" y="414757"/>
                </a:lnTo>
                <a:lnTo>
                  <a:pt x="4867614" y="409980"/>
                </a:lnTo>
                <a:lnTo>
                  <a:pt x="4866598" y="409326"/>
                </a:lnTo>
                <a:close/>
                <a:moveTo>
                  <a:pt x="3962162" y="411409"/>
                </a:moveTo>
                <a:lnTo>
                  <a:pt x="4043830" y="395719"/>
                </a:lnTo>
                <a:lnTo>
                  <a:pt x="4002410" y="409019"/>
                </a:lnTo>
                <a:close/>
                <a:moveTo>
                  <a:pt x="2848821" y="455907"/>
                </a:moveTo>
                <a:lnTo>
                  <a:pt x="2897785" y="440313"/>
                </a:lnTo>
                <a:lnTo>
                  <a:pt x="2903542" y="439285"/>
                </a:lnTo>
                <a:close/>
                <a:moveTo>
                  <a:pt x="2785442" y="506948"/>
                </a:moveTo>
                <a:lnTo>
                  <a:pt x="2811779" y="496871"/>
                </a:lnTo>
                <a:lnTo>
                  <a:pt x="2793022" y="506520"/>
                </a:lnTo>
                <a:close/>
                <a:moveTo>
                  <a:pt x="2745376" y="501455"/>
                </a:moveTo>
                <a:lnTo>
                  <a:pt x="2778004" y="507369"/>
                </a:lnTo>
                <a:lnTo>
                  <a:pt x="2770757" y="507779"/>
                </a:lnTo>
                <a:close/>
                <a:moveTo>
                  <a:pt x="2463020" y="387977"/>
                </a:moveTo>
                <a:lnTo>
                  <a:pt x="2518249" y="379338"/>
                </a:lnTo>
                <a:lnTo>
                  <a:pt x="2490551" y="385915"/>
                </a:lnTo>
                <a:close/>
                <a:moveTo>
                  <a:pt x="1933219" y="188445"/>
                </a:moveTo>
                <a:lnTo>
                  <a:pt x="1933220" y="188446"/>
                </a:lnTo>
                <a:cubicBezTo>
                  <a:pt x="1940460" y="196066"/>
                  <a:pt x="1949604" y="203307"/>
                  <a:pt x="1953414" y="212451"/>
                </a:cubicBezTo>
                <a:lnTo>
                  <a:pt x="1978655" y="244478"/>
                </a:lnTo>
                <a:cubicBezTo>
                  <a:pt x="1967939" y="237120"/>
                  <a:pt x="1959319" y="226833"/>
                  <a:pt x="1953413" y="212450"/>
                </a:cubicBezTo>
                <a:close/>
                <a:moveTo>
                  <a:pt x="1842158" y="82524"/>
                </a:moveTo>
                <a:lnTo>
                  <a:pt x="1842159" y="82525"/>
                </a:lnTo>
                <a:lnTo>
                  <a:pt x="1916455" y="173016"/>
                </a:lnTo>
                <a:lnTo>
                  <a:pt x="1916454" y="173015"/>
                </a:lnTo>
                <a:close/>
                <a:moveTo>
                  <a:pt x="338916" y="12999"/>
                </a:moveTo>
                <a:lnTo>
                  <a:pt x="395626" y="22894"/>
                </a:lnTo>
                <a:lnTo>
                  <a:pt x="367327" y="19086"/>
                </a:lnTo>
                <a:close/>
                <a:moveTo>
                  <a:pt x="153394" y="30626"/>
                </a:moveTo>
                <a:lnTo>
                  <a:pt x="228906" y="38895"/>
                </a:lnTo>
                <a:lnTo>
                  <a:pt x="177271" y="34439"/>
                </a:lnTo>
                <a:close/>
                <a:moveTo>
                  <a:pt x="0" y="19988"/>
                </a:moveTo>
                <a:lnTo>
                  <a:pt x="0" y="484096"/>
                </a:lnTo>
                <a:lnTo>
                  <a:pt x="1" y="484096"/>
                </a:lnTo>
                <a:lnTo>
                  <a:pt x="1" y="484097"/>
                </a:lnTo>
                <a:lnTo>
                  <a:pt x="2817" y="482970"/>
                </a:lnTo>
                <a:cubicBezTo>
                  <a:pt x="21486" y="474588"/>
                  <a:pt x="43012" y="471921"/>
                  <a:pt x="63587" y="468871"/>
                </a:cubicBezTo>
                <a:cubicBezTo>
                  <a:pt x="101308" y="463347"/>
                  <a:pt x="139219" y="459917"/>
                  <a:pt x="176939" y="454966"/>
                </a:cubicBezTo>
                <a:cubicBezTo>
                  <a:pt x="184941" y="453821"/>
                  <a:pt x="194085" y="451728"/>
                  <a:pt x="200182" y="446963"/>
                </a:cubicBezTo>
                <a:cubicBezTo>
                  <a:pt x="241901" y="414958"/>
                  <a:pt x="292579" y="406005"/>
                  <a:pt x="340774" y="409051"/>
                </a:cubicBezTo>
                <a:cubicBezTo>
                  <a:pt x="378686" y="411340"/>
                  <a:pt x="415835" y="413054"/>
                  <a:pt x="453364" y="409816"/>
                </a:cubicBezTo>
                <a:cubicBezTo>
                  <a:pt x="456222" y="409624"/>
                  <a:pt x="460032" y="410006"/>
                  <a:pt x="462126" y="411530"/>
                </a:cubicBezTo>
                <a:cubicBezTo>
                  <a:pt x="475081" y="421626"/>
                  <a:pt x="488607" y="422388"/>
                  <a:pt x="505182" y="424102"/>
                </a:cubicBezTo>
                <a:cubicBezTo>
                  <a:pt x="528615" y="426580"/>
                  <a:pt x="550141" y="424864"/>
                  <a:pt x="571860" y="420674"/>
                </a:cubicBezTo>
                <a:cubicBezTo>
                  <a:pt x="587672" y="417626"/>
                  <a:pt x="603673" y="411340"/>
                  <a:pt x="617772" y="403337"/>
                </a:cubicBezTo>
                <a:cubicBezTo>
                  <a:pt x="637392" y="392097"/>
                  <a:pt x="656255" y="387717"/>
                  <a:pt x="674923" y="402575"/>
                </a:cubicBezTo>
                <a:cubicBezTo>
                  <a:pt x="695116" y="418388"/>
                  <a:pt x="717977" y="412864"/>
                  <a:pt x="740268" y="413434"/>
                </a:cubicBezTo>
                <a:cubicBezTo>
                  <a:pt x="749982" y="413626"/>
                  <a:pt x="760270" y="413244"/>
                  <a:pt x="769605" y="415720"/>
                </a:cubicBezTo>
                <a:cubicBezTo>
                  <a:pt x="796655" y="422770"/>
                  <a:pt x="822756" y="433438"/>
                  <a:pt x="850189" y="438200"/>
                </a:cubicBezTo>
                <a:cubicBezTo>
                  <a:pt x="865430" y="440867"/>
                  <a:pt x="882384" y="436104"/>
                  <a:pt x="898198" y="432676"/>
                </a:cubicBezTo>
                <a:cubicBezTo>
                  <a:pt x="914200" y="429056"/>
                  <a:pt x="930011" y="423532"/>
                  <a:pt x="945444" y="417816"/>
                </a:cubicBezTo>
                <a:cubicBezTo>
                  <a:pt x="955920" y="414006"/>
                  <a:pt x="967350" y="410386"/>
                  <a:pt x="975733" y="403527"/>
                </a:cubicBezTo>
                <a:cubicBezTo>
                  <a:pt x="994785" y="387907"/>
                  <a:pt x="1014406" y="385239"/>
                  <a:pt x="1036887" y="393431"/>
                </a:cubicBezTo>
                <a:cubicBezTo>
                  <a:pt x="1040315" y="394765"/>
                  <a:pt x="1044315" y="394765"/>
                  <a:pt x="1048125" y="394955"/>
                </a:cubicBezTo>
                <a:cubicBezTo>
                  <a:pt x="1109091" y="398955"/>
                  <a:pt x="1170051" y="401433"/>
                  <a:pt x="1230633" y="407529"/>
                </a:cubicBezTo>
                <a:cubicBezTo>
                  <a:pt x="1255206" y="410006"/>
                  <a:pt x="1278829" y="420864"/>
                  <a:pt x="1303024" y="427722"/>
                </a:cubicBezTo>
                <a:cubicBezTo>
                  <a:pt x="1307978" y="429056"/>
                  <a:pt x="1313504" y="431152"/>
                  <a:pt x="1318456" y="430198"/>
                </a:cubicBezTo>
                <a:cubicBezTo>
                  <a:pt x="1372368" y="420674"/>
                  <a:pt x="1422854" y="434580"/>
                  <a:pt x="1472575" y="452870"/>
                </a:cubicBezTo>
                <a:cubicBezTo>
                  <a:pt x="1477717" y="454775"/>
                  <a:pt x="1484004" y="454203"/>
                  <a:pt x="1489720" y="453821"/>
                </a:cubicBezTo>
                <a:cubicBezTo>
                  <a:pt x="1505724" y="452489"/>
                  <a:pt x="1523059" y="445821"/>
                  <a:pt x="1537537" y="449821"/>
                </a:cubicBezTo>
                <a:cubicBezTo>
                  <a:pt x="1576019" y="460871"/>
                  <a:pt x="1614120" y="474206"/>
                  <a:pt x="1650317" y="490970"/>
                </a:cubicBezTo>
                <a:cubicBezTo>
                  <a:pt x="1687086" y="507925"/>
                  <a:pt x="1721185" y="522213"/>
                  <a:pt x="1763287" y="505069"/>
                </a:cubicBezTo>
                <a:cubicBezTo>
                  <a:pt x="1781194" y="497828"/>
                  <a:pt x="1804816" y="502973"/>
                  <a:pt x="1825393" y="504877"/>
                </a:cubicBezTo>
                <a:cubicBezTo>
                  <a:pt x="1840441" y="506402"/>
                  <a:pt x="1854920" y="514975"/>
                  <a:pt x="1869780" y="514975"/>
                </a:cubicBezTo>
                <a:cubicBezTo>
                  <a:pt x="1909408" y="514975"/>
                  <a:pt x="1944649" y="525071"/>
                  <a:pt x="1978940" y="545646"/>
                </a:cubicBezTo>
                <a:cubicBezTo>
                  <a:pt x="1992279" y="553646"/>
                  <a:pt x="2013043" y="548312"/>
                  <a:pt x="2030378" y="550408"/>
                </a:cubicBezTo>
                <a:cubicBezTo>
                  <a:pt x="2048668" y="552885"/>
                  <a:pt x="2067525" y="555170"/>
                  <a:pt x="2085054" y="560697"/>
                </a:cubicBezTo>
                <a:cubicBezTo>
                  <a:pt x="2130393" y="575175"/>
                  <a:pt x="2175163" y="591558"/>
                  <a:pt x="2220312" y="606798"/>
                </a:cubicBezTo>
                <a:cubicBezTo>
                  <a:pt x="2257459" y="619373"/>
                  <a:pt x="2294039" y="609466"/>
                  <a:pt x="2330806" y="604132"/>
                </a:cubicBezTo>
                <a:cubicBezTo>
                  <a:pt x="2353859" y="600702"/>
                  <a:pt x="2375383" y="592510"/>
                  <a:pt x="2401292" y="604702"/>
                </a:cubicBezTo>
                <a:cubicBezTo>
                  <a:pt x="2426059" y="616325"/>
                  <a:pt x="2457492" y="613656"/>
                  <a:pt x="2485307" y="619943"/>
                </a:cubicBezTo>
                <a:cubicBezTo>
                  <a:pt x="2508742" y="625277"/>
                  <a:pt x="2531409" y="633851"/>
                  <a:pt x="2554079" y="642232"/>
                </a:cubicBezTo>
                <a:cubicBezTo>
                  <a:pt x="2584942" y="653663"/>
                  <a:pt x="2615421" y="665663"/>
                  <a:pt x="2649143" y="659949"/>
                </a:cubicBezTo>
                <a:cubicBezTo>
                  <a:pt x="2687436" y="653471"/>
                  <a:pt x="2713723" y="677855"/>
                  <a:pt x="2743826" y="694050"/>
                </a:cubicBezTo>
                <a:cubicBezTo>
                  <a:pt x="2764590" y="705098"/>
                  <a:pt x="2787259" y="713291"/>
                  <a:pt x="2809930" y="720149"/>
                </a:cubicBezTo>
                <a:cubicBezTo>
                  <a:pt x="2840219" y="729103"/>
                  <a:pt x="2871462" y="734438"/>
                  <a:pt x="2901943" y="743200"/>
                </a:cubicBezTo>
                <a:cubicBezTo>
                  <a:pt x="2948047" y="756344"/>
                  <a:pt x="2994722" y="766632"/>
                  <a:pt x="3042728" y="759392"/>
                </a:cubicBezTo>
                <a:cubicBezTo>
                  <a:pt x="3064827" y="756154"/>
                  <a:pt x="3085403" y="756344"/>
                  <a:pt x="3107500" y="761108"/>
                </a:cubicBezTo>
                <a:cubicBezTo>
                  <a:pt x="3143695" y="768919"/>
                  <a:pt x="3180844" y="769871"/>
                  <a:pt x="3209993" y="799018"/>
                </a:cubicBezTo>
                <a:cubicBezTo>
                  <a:pt x="3220280" y="809306"/>
                  <a:pt x="3238758" y="811972"/>
                  <a:pt x="3253809" y="817306"/>
                </a:cubicBezTo>
                <a:cubicBezTo>
                  <a:pt x="3271145" y="823595"/>
                  <a:pt x="3283908" y="820355"/>
                  <a:pt x="3293244" y="802066"/>
                </a:cubicBezTo>
                <a:cubicBezTo>
                  <a:pt x="3297434" y="793875"/>
                  <a:pt x="3309437" y="785874"/>
                  <a:pt x="3318771" y="784539"/>
                </a:cubicBezTo>
                <a:cubicBezTo>
                  <a:pt x="3346776" y="780539"/>
                  <a:pt x="3372495" y="786445"/>
                  <a:pt x="3399546" y="799400"/>
                </a:cubicBezTo>
                <a:cubicBezTo>
                  <a:pt x="3424883" y="811593"/>
                  <a:pt x="3456508" y="810258"/>
                  <a:pt x="3485275" y="815020"/>
                </a:cubicBezTo>
                <a:cubicBezTo>
                  <a:pt x="3505657" y="818450"/>
                  <a:pt x="3526042" y="825498"/>
                  <a:pt x="3546617" y="825498"/>
                </a:cubicBezTo>
                <a:cubicBezTo>
                  <a:pt x="3572146" y="825498"/>
                  <a:pt x="3597482" y="819402"/>
                  <a:pt x="3623201" y="817117"/>
                </a:cubicBezTo>
                <a:cubicBezTo>
                  <a:pt x="3643204" y="815212"/>
                  <a:pt x="3663589" y="815975"/>
                  <a:pt x="3683591" y="813688"/>
                </a:cubicBezTo>
                <a:cubicBezTo>
                  <a:pt x="3699976" y="811972"/>
                  <a:pt x="3716168" y="807592"/>
                  <a:pt x="3732361" y="803973"/>
                </a:cubicBezTo>
                <a:cubicBezTo>
                  <a:pt x="3738267" y="802638"/>
                  <a:pt x="3744173" y="797493"/>
                  <a:pt x="3749506" y="798255"/>
                </a:cubicBezTo>
                <a:cubicBezTo>
                  <a:pt x="3802467" y="806448"/>
                  <a:pt x="3840569" y="769871"/>
                  <a:pt x="3885338" y="753679"/>
                </a:cubicBezTo>
                <a:cubicBezTo>
                  <a:pt x="3932394" y="736531"/>
                  <a:pt x="3977925" y="710243"/>
                  <a:pt x="4030503" y="718054"/>
                </a:cubicBezTo>
                <a:cubicBezTo>
                  <a:pt x="4062318" y="722815"/>
                  <a:pt x="4092989" y="733865"/>
                  <a:pt x="4124614" y="740535"/>
                </a:cubicBezTo>
                <a:cubicBezTo>
                  <a:pt x="4135854" y="742820"/>
                  <a:pt x="4148427" y="742438"/>
                  <a:pt x="4159667" y="740152"/>
                </a:cubicBezTo>
                <a:cubicBezTo>
                  <a:pt x="4213961" y="729673"/>
                  <a:pt x="4267493" y="728149"/>
                  <a:pt x="4320837" y="745296"/>
                </a:cubicBezTo>
                <a:cubicBezTo>
                  <a:pt x="4329979" y="748155"/>
                  <a:pt x="4339695" y="750820"/>
                  <a:pt x="4349222" y="750820"/>
                </a:cubicBezTo>
                <a:cubicBezTo>
                  <a:pt x="4401419" y="750820"/>
                  <a:pt x="4452665" y="746820"/>
                  <a:pt x="4502579" y="728149"/>
                </a:cubicBezTo>
                <a:cubicBezTo>
                  <a:pt x="4519343" y="721863"/>
                  <a:pt x="4539728" y="725863"/>
                  <a:pt x="4558207" y="724339"/>
                </a:cubicBezTo>
                <a:cubicBezTo>
                  <a:pt x="4575351" y="723007"/>
                  <a:pt x="4592878" y="722436"/>
                  <a:pt x="4609452" y="718054"/>
                </a:cubicBezTo>
                <a:cubicBezTo>
                  <a:pt x="4633647" y="711578"/>
                  <a:pt x="4656126" y="710815"/>
                  <a:pt x="4681083" y="716529"/>
                </a:cubicBezTo>
                <a:cubicBezTo>
                  <a:pt x="4704895" y="721863"/>
                  <a:pt x="4730614" y="719198"/>
                  <a:pt x="4755381" y="719387"/>
                </a:cubicBezTo>
                <a:cubicBezTo>
                  <a:pt x="4783004" y="719577"/>
                  <a:pt x="4810627" y="719767"/>
                  <a:pt x="4838250" y="718815"/>
                </a:cubicBezTo>
                <a:cubicBezTo>
                  <a:pt x="4849300" y="718435"/>
                  <a:pt x="4861873" y="710815"/>
                  <a:pt x="4871019" y="713863"/>
                </a:cubicBezTo>
                <a:cubicBezTo>
                  <a:pt x="4900546" y="724149"/>
                  <a:pt x="4930075" y="711767"/>
                  <a:pt x="4959602" y="717291"/>
                </a:cubicBezTo>
                <a:cubicBezTo>
                  <a:pt x="4974082" y="720149"/>
                  <a:pt x="4990465" y="712339"/>
                  <a:pt x="5006086" y="711578"/>
                </a:cubicBezTo>
                <a:cubicBezTo>
                  <a:pt x="5031614" y="710243"/>
                  <a:pt x="5057141" y="710815"/>
                  <a:pt x="5082670" y="710434"/>
                </a:cubicBezTo>
                <a:cubicBezTo>
                  <a:pt x="5091052" y="710243"/>
                  <a:pt x="5099245" y="709481"/>
                  <a:pt x="5107627" y="709098"/>
                </a:cubicBezTo>
                <a:cubicBezTo>
                  <a:pt x="5115057" y="708718"/>
                  <a:pt x="5122867" y="707004"/>
                  <a:pt x="5129916" y="708336"/>
                </a:cubicBezTo>
                <a:cubicBezTo>
                  <a:pt x="5155445" y="713101"/>
                  <a:pt x="5180591" y="720911"/>
                  <a:pt x="5206308" y="723959"/>
                </a:cubicBezTo>
                <a:cubicBezTo>
                  <a:pt x="5228597" y="726625"/>
                  <a:pt x="5251650" y="723007"/>
                  <a:pt x="5274129" y="724911"/>
                </a:cubicBezTo>
                <a:cubicBezTo>
                  <a:pt x="5313754" y="728149"/>
                  <a:pt x="5353379" y="733865"/>
                  <a:pt x="5393005" y="737485"/>
                </a:cubicBezTo>
                <a:cubicBezTo>
                  <a:pt x="5401579" y="738247"/>
                  <a:pt x="5410531" y="733483"/>
                  <a:pt x="5419295" y="733103"/>
                </a:cubicBezTo>
                <a:cubicBezTo>
                  <a:pt x="5446728" y="732151"/>
                  <a:pt x="5474161" y="731959"/>
                  <a:pt x="5501594" y="731389"/>
                </a:cubicBezTo>
                <a:cubicBezTo>
                  <a:pt x="5517215" y="731198"/>
                  <a:pt x="5533027" y="731769"/>
                  <a:pt x="5548460" y="730056"/>
                </a:cubicBezTo>
                <a:cubicBezTo>
                  <a:pt x="5568842" y="727769"/>
                  <a:pt x="5587321" y="724339"/>
                  <a:pt x="5606372" y="739199"/>
                </a:cubicBezTo>
                <a:cubicBezTo>
                  <a:pt x="5635711" y="762250"/>
                  <a:pt x="5673050" y="753296"/>
                  <a:pt x="5706959" y="758630"/>
                </a:cubicBezTo>
                <a:cubicBezTo>
                  <a:pt x="5715723" y="759964"/>
                  <a:pt x="5724678" y="760155"/>
                  <a:pt x="5733440" y="761678"/>
                </a:cubicBezTo>
                <a:cubicBezTo>
                  <a:pt x="5749634" y="764537"/>
                  <a:pt x="5765635" y="767774"/>
                  <a:pt x="5781830" y="771015"/>
                </a:cubicBezTo>
                <a:cubicBezTo>
                  <a:pt x="5784686" y="771585"/>
                  <a:pt x="5787924" y="771777"/>
                  <a:pt x="5790592" y="772730"/>
                </a:cubicBezTo>
                <a:cubicBezTo>
                  <a:pt x="5815169" y="780729"/>
                  <a:pt x="5839361" y="789873"/>
                  <a:pt x="5864318" y="796351"/>
                </a:cubicBezTo>
                <a:cubicBezTo>
                  <a:pt x="5876511" y="799591"/>
                  <a:pt x="5890037" y="799972"/>
                  <a:pt x="5902610" y="798255"/>
                </a:cubicBezTo>
                <a:cubicBezTo>
                  <a:pt x="5939377" y="793303"/>
                  <a:pt x="5975764" y="791207"/>
                  <a:pt x="6012723" y="798447"/>
                </a:cubicBezTo>
                <a:cubicBezTo>
                  <a:pt x="6027392" y="801304"/>
                  <a:pt x="6043776" y="796541"/>
                  <a:pt x="6059397" y="794827"/>
                </a:cubicBezTo>
                <a:cubicBezTo>
                  <a:pt x="6096736" y="790256"/>
                  <a:pt x="6134075" y="785301"/>
                  <a:pt x="6171605" y="780921"/>
                </a:cubicBezTo>
                <a:cubicBezTo>
                  <a:pt x="6195037" y="778254"/>
                  <a:pt x="6218660" y="776729"/>
                  <a:pt x="6242093" y="774063"/>
                </a:cubicBezTo>
                <a:cubicBezTo>
                  <a:pt x="6269144" y="770823"/>
                  <a:pt x="6296005" y="765870"/>
                  <a:pt x="6323058" y="763202"/>
                </a:cubicBezTo>
                <a:cubicBezTo>
                  <a:pt x="6353919" y="760155"/>
                  <a:pt x="6384972" y="759584"/>
                  <a:pt x="6415833" y="756344"/>
                </a:cubicBezTo>
                <a:cubicBezTo>
                  <a:pt x="6472225" y="750058"/>
                  <a:pt x="6528424" y="742628"/>
                  <a:pt x="6584812" y="735580"/>
                </a:cubicBezTo>
                <a:cubicBezTo>
                  <a:pt x="6639488" y="728721"/>
                  <a:pt x="6694164" y="722625"/>
                  <a:pt x="6748458" y="714053"/>
                </a:cubicBezTo>
                <a:cubicBezTo>
                  <a:pt x="6771319" y="710434"/>
                  <a:pt x="6793035" y="700526"/>
                  <a:pt x="6815516" y="695002"/>
                </a:cubicBezTo>
                <a:lnTo>
                  <a:pt x="6858000" y="685303"/>
                </a:lnTo>
                <a:lnTo>
                  <a:pt x="6858000" y="0"/>
                </a:lnTo>
                <a:lnTo>
                  <a:pt x="1687324" y="0"/>
                </a:lnTo>
                <a:lnTo>
                  <a:pt x="1" y="0"/>
                </a:lnTo>
                <a:lnTo>
                  <a:pt x="1" y="19988"/>
                </a:ln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5" name="Group 14">
            <a:extLst>
              <a:ext uri="{FF2B5EF4-FFF2-40B4-BE49-F238E27FC236}">
                <a16:creationId xmlns:a16="http://schemas.microsoft.com/office/drawing/2014/main" id="{DF61C745-3976-47FD-A104-DCEC473D2FB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56" y="1"/>
            <a:ext cx="835935" cy="6858000"/>
            <a:chOff x="-456" y="1"/>
            <a:chExt cx="835935" cy="6858000"/>
          </a:xfrm>
          <a:effectLst>
            <a:outerShdw blurRad="381000" dist="152400" algn="ctr" rotWithShape="0">
              <a:srgbClr val="000000">
                <a:alpha val="10000"/>
              </a:srgbClr>
            </a:outerShdw>
          </a:effectLst>
        </p:grpSpPr>
        <p:sp>
          <p:nvSpPr>
            <p:cNvPr id="16" name="Freeform: Shape 15">
              <a:extLst>
                <a:ext uri="{FF2B5EF4-FFF2-40B4-BE49-F238E27FC236}">
                  <a16:creationId xmlns:a16="http://schemas.microsoft.com/office/drawing/2014/main" id="{64DC97B5-FBD7-49C1-B160-A5F0DAB52E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3011260" y="3011261"/>
              <a:ext cx="6858000" cy="835479"/>
            </a:xfrm>
            <a:custGeom>
              <a:avLst/>
              <a:gdLst>
                <a:gd name="connsiteX0" fmla="*/ 6564619 w 6858000"/>
                <a:gd name="connsiteY0" fmla="*/ 468946 h 835479"/>
                <a:gd name="connsiteX1" fmla="*/ 6564620 w 6858000"/>
                <a:gd name="connsiteY1" fmla="*/ 468946 h 835479"/>
                <a:gd name="connsiteX2" fmla="*/ 6588625 w 6858000"/>
                <a:gd name="connsiteY2" fmla="*/ 491425 h 835479"/>
                <a:gd name="connsiteX3" fmla="*/ 6625224 w 6858000"/>
                <a:gd name="connsiteY3" fmla="*/ 508047 h 835479"/>
                <a:gd name="connsiteX4" fmla="*/ 6662539 w 6858000"/>
                <a:gd name="connsiteY4" fmla="*/ 500953 h 835479"/>
                <a:gd name="connsiteX5" fmla="*/ 6662540 w 6858000"/>
                <a:gd name="connsiteY5" fmla="*/ 500952 h 835479"/>
                <a:gd name="connsiteX6" fmla="*/ 6662543 w 6858000"/>
                <a:gd name="connsiteY6" fmla="*/ 500951 h 835479"/>
                <a:gd name="connsiteX7" fmla="*/ 6683026 w 6858000"/>
                <a:gd name="connsiteY7" fmla="*/ 489501 h 835479"/>
                <a:gd name="connsiteX8" fmla="*/ 6702975 w 6858000"/>
                <a:gd name="connsiteY8" fmla="*/ 486354 h 835479"/>
                <a:gd name="connsiteX9" fmla="*/ 6702976 w 6858000"/>
                <a:gd name="connsiteY9" fmla="*/ 486354 h 835479"/>
                <a:gd name="connsiteX10" fmla="*/ 6742552 w 6858000"/>
                <a:gd name="connsiteY10" fmla="*/ 500190 h 835479"/>
                <a:gd name="connsiteX11" fmla="*/ 6742554 w 6858000"/>
                <a:gd name="connsiteY11" fmla="*/ 500191 h 835479"/>
                <a:gd name="connsiteX12" fmla="*/ 6812061 w 6858000"/>
                <a:gd name="connsiteY12" fmla="*/ 519668 h 835479"/>
                <a:gd name="connsiteX13" fmla="*/ 6776799 w 6858000"/>
                <a:gd name="connsiteY13" fmla="*/ 514894 h 835479"/>
                <a:gd name="connsiteX14" fmla="*/ 6742554 w 6858000"/>
                <a:gd name="connsiteY14" fmla="*/ 500191 h 835479"/>
                <a:gd name="connsiteX15" fmla="*/ 6742551 w 6858000"/>
                <a:gd name="connsiteY15" fmla="*/ 500190 h 835479"/>
                <a:gd name="connsiteX16" fmla="*/ 6702975 w 6858000"/>
                <a:gd name="connsiteY16" fmla="*/ 486354 h 835479"/>
                <a:gd name="connsiteX17" fmla="*/ 6662543 w 6858000"/>
                <a:gd name="connsiteY17" fmla="*/ 500951 h 835479"/>
                <a:gd name="connsiteX18" fmla="*/ 6662541 w 6858000"/>
                <a:gd name="connsiteY18" fmla="*/ 500952 h 835479"/>
                <a:gd name="connsiteX19" fmla="*/ 6662539 w 6858000"/>
                <a:gd name="connsiteY19" fmla="*/ 500953 h 835479"/>
                <a:gd name="connsiteX20" fmla="*/ 6645551 w 6858000"/>
                <a:gd name="connsiteY20" fmla="*/ 508036 h 835479"/>
                <a:gd name="connsiteX21" fmla="*/ 6625224 w 6858000"/>
                <a:gd name="connsiteY21" fmla="*/ 508047 h 835479"/>
                <a:gd name="connsiteX22" fmla="*/ 6625223 w 6858000"/>
                <a:gd name="connsiteY22" fmla="*/ 508047 h 835479"/>
                <a:gd name="connsiteX23" fmla="*/ 6588624 w 6858000"/>
                <a:gd name="connsiteY23" fmla="*/ 491425 h 835479"/>
                <a:gd name="connsiteX24" fmla="*/ 6438980 w 6858000"/>
                <a:gd name="connsiteY24" fmla="*/ 549267 h 835479"/>
                <a:gd name="connsiteX25" fmla="*/ 6463839 w 6858000"/>
                <a:gd name="connsiteY25" fmla="*/ 529336 h 835479"/>
                <a:gd name="connsiteX26" fmla="*/ 6463848 w 6858000"/>
                <a:gd name="connsiteY26" fmla="*/ 529334 h 835479"/>
                <a:gd name="connsiteX27" fmla="*/ 6513011 w 6858000"/>
                <a:gd name="connsiteY27" fmla="*/ 515538 h 835479"/>
                <a:gd name="connsiteX28" fmla="*/ 6546193 w 6858000"/>
                <a:gd name="connsiteY28" fmla="*/ 496733 h 835479"/>
                <a:gd name="connsiteX29" fmla="*/ 6546194 w 6858000"/>
                <a:gd name="connsiteY29" fmla="*/ 496733 h 835479"/>
                <a:gd name="connsiteX30" fmla="*/ 6521803 w 6858000"/>
                <a:gd name="connsiteY30" fmla="*/ 513071 h 835479"/>
                <a:gd name="connsiteX31" fmla="*/ 6513011 w 6858000"/>
                <a:gd name="connsiteY31" fmla="*/ 515538 h 835479"/>
                <a:gd name="connsiteX32" fmla="*/ 6508051 w 6858000"/>
                <a:gd name="connsiteY32" fmla="*/ 518349 h 835479"/>
                <a:gd name="connsiteX33" fmla="*/ 6463848 w 6858000"/>
                <a:gd name="connsiteY33" fmla="*/ 529334 h 835479"/>
                <a:gd name="connsiteX34" fmla="*/ 6463840 w 6858000"/>
                <a:gd name="connsiteY34" fmla="*/ 529336 h 835479"/>
                <a:gd name="connsiteX35" fmla="*/ 6438980 w 6858000"/>
                <a:gd name="connsiteY35" fmla="*/ 549267 h 835479"/>
                <a:gd name="connsiteX36" fmla="*/ 6365203 w 6858000"/>
                <a:gd name="connsiteY36" fmla="*/ 635242 h 835479"/>
                <a:gd name="connsiteX37" fmla="*/ 6387909 w 6858000"/>
                <a:gd name="connsiteY37" fmla="*/ 633959 h 835479"/>
                <a:gd name="connsiteX38" fmla="*/ 6391548 w 6858000"/>
                <a:gd name="connsiteY38" fmla="*/ 632195 h 835479"/>
                <a:gd name="connsiteX39" fmla="*/ 6407331 w 6858000"/>
                <a:gd name="connsiteY39" fmla="*/ 624541 h 835479"/>
                <a:gd name="connsiteX40" fmla="*/ 6407332 w 6858000"/>
                <a:gd name="connsiteY40" fmla="*/ 624541 h 835479"/>
                <a:gd name="connsiteX41" fmla="*/ 6391548 w 6858000"/>
                <a:gd name="connsiteY41" fmla="*/ 632195 h 835479"/>
                <a:gd name="connsiteX42" fmla="*/ 6387909 w 6858000"/>
                <a:gd name="connsiteY42" fmla="*/ 633961 h 835479"/>
                <a:gd name="connsiteX43" fmla="*/ 4221390 w 6858000"/>
                <a:gd name="connsiteY43" fmla="*/ 396172 h 835479"/>
                <a:gd name="connsiteX44" fmla="*/ 4221391 w 6858000"/>
                <a:gd name="connsiteY44" fmla="*/ 396172 h 835479"/>
                <a:gd name="connsiteX45" fmla="*/ 4253014 w 6858000"/>
                <a:gd name="connsiteY45" fmla="*/ 401888 h 835479"/>
                <a:gd name="connsiteX46" fmla="*/ 4324645 w 6858000"/>
                <a:gd name="connsiteY46" fmla="*/ 441704 h 835479"/>
                <a:gd name="connsiteX47" fmla="*/ 4363890 w 6858000"/>
                <a:gd name="connsiteY47" fmla="*/ 450658 h 835479"/>
                <a:gd name="connsiteX48" fmla="*/ 4482003 w 6858000"/>
                <a:gd name="connsiteY48" fmla="*/ 449896 h 835479"/>
                <a:gd name="connsiteX49" fmla="*/ 4659173 w 6858000"/>
                <a:gd name="connsiteY49" fmla="*/ 389886 h 835479"/>
                <a:gd name="connsiteX50" fmla="*/ 4677654 w 6858000"/>
                <a:gd name="connsiteY50" fmla="*/ 381884 h 835479"/>
                <a:gd name="connsiteX51" fmla="*/ 4767763 w 6858000"/>
                <a:gd name="connsiteY51" fmla="*/ 371977 h 835479"/>
                <a:gd name="connsiteX52" fmla="*/ 4800482 w 6858000"/>
                <a:gd name="connsiteY52" fmla="*/ 370668 h 835479"/>
                <a:gd name="connsiteX53" fmla="*/ 4800483 w 6858000"/>
                <a:gd name="connsiteY53" fmla="*/ 370668 h 835479"/>
                <a:gd name="connsiteX54" fmla="*/ 4828916 w 6858000"/>
                <a:gd name="connsiteY54" fmla="*/ 385504 h 835479"/>
                <a:gd name="connsiteX55" fmla="*/ 4863342 w 6858000"/>
                <a:gd name="connsiteY55" fmla="*/ 407685 h 835479"/>
                <a:gd name="connsiteX56" fmla="*/ 4889274 w 6858000"/>
                <a:gd name="connsiteY56" fmla="*/ 415214 h 835479"/>
                <a:gd name="connsiteX57" fmla="*/ 4912167 w 6858000"/>
                <a:gd name="connsiteY57" fmla="*/ 413509 h 835479"/>
                <a:gd name="connsiteX58" fmla="*/ 4933803 w 6858000"/>
                <a:gd name="connsiteY58" fmla="*/ 412107 h 835479"/>
                <a:gd name="connsiteX59" fmla="*/ 4933804 w 6858000"/>
                <a:gd name="connsiteY59" fmla="*/ 412107 h 835479"/>
                <a:gd name="connsiteX60" fmla="*/ 4952672 w 6858000"/>
                <a:gd name="connsiteY60" fmla="*/ 416866 h 835479"/>
                <a:gd name="connsiteX61" fmla="*/ 4957452 w 6858000"/>
                <a:gd name="connsiteY61" fmla="*/ 419659 h 835479"/>
                <a:gd name="connsiteX62" fmla="*/ 4961455 w 6858000"/>
                <a:gd name="connsiteY62" fmla="*/ 420937 h 835479"/>
                <a:gd name="connsiteX63" fmla="*/ 4987037 w 6858000"/>
                <a:gd name="connsiteY63" fmla="*/ 436941 h 835479"/>
                <a:gd name="connsiteX64" fmla="*/ 5041521 w 6858000"/>
                <a:gd name="connsiteY64" fmla="*/ 463420 h 835479"/>
                <a:gd name="connsiteX65" fmla="*/ 5041527 w 6858000"/>
                <a:gd name="connsiteY65" fmla="*/ 463422 h 835479"/>
                <a:gd name="connsiteX66" fmla="*/ 5064789 w 6858000"/>
                <a:gd name="connsiteY66" fmla="*/ 468043 h 835479"/>
                <a:gd name="connsiteX67" fmla="*/ 5070584 w 6858000"/>
                <a:gd name="connsiteY67" fmla="*/ 470217 h 835479"/>
                <a:gd name="connsiteX68" fmla="*/ 5072375 w 6858000"/>
                <a:gd name="connsiteY68" fmla="*/ 470636 h 835479"/>
                <a:gd name="connsiteX69" fmla="*/ 5087443 w 6858000"/>
                <a:gd name="connsiteY69" fmla="*/ 476540 h 835479"/>
                <a:gd name="connsiteX70" fmla="*/ 5133219 w 6858000"/>
                <a:gd name="connsiteY70" fmla="*/ 489567 h 835479"/>
                <a:gd name="connsiteX71" fmla="*/ 5133224 w 6858000"/>
                <a:gd name="connsiteY71" fmla="*/ 489569 h 835479"/>
                <a:gd name="connsiteX72" fmla="*/ 5166112 w 6858000"/>
                <a:gd name="connsiteY72" fmla="*/ 482853 h 835479"/>
                <a:gd name="connsiteX73" fmla="*/ 5166113 w 6858000"/>
                <a:gd name="connsiteY73" fmla="*/ 482853 h 835479"/>
                <a:gd name="connsiteX74" fmla="*/ 5172090 w 6858000"/>
                <a:gd name="connsiteY74" fmla="*/ 483545 h 835479"/>
                <a:gd name="connsiteX75" fmla="*/ 5179067 w 6858000"/>
                <a:gd name="connsiteY75" fmla="*/ 486091 h 835479"/>
                <a:gd name="connsiteX76" fmla="*/ 5229432 w 6858000"/>
                <a:gd name="connsiteY76" fmla="*/ 485925 h 835479"/>
                <a:gd name="connsiteX77" fmla="*/ 5243613 w 6858000"/>
                <a:gd name="connsiteY77" fmla="*/ 478254 h 835479"/>
                <a:gd name="connsiteX78" fmla="*/ 5272795 w 6858000"/>
                <a:gd name="connsiteY78" fmla="*/ 462468 h 835479"/>
                <a:gd name="connsiteX79" fmla="*/ 5312287 w 6858000"/>
                <a:gd name="connsiteY79" fmla="*/ 438565 h 835479"/>
                <a:gd name="connsiteX80" fmla="*/ 5321350 w 6858000"/>
                <a:gd name="connsiteY80" fmla="*/ 437509 h 835479"/>
                <a:gd name="connsiteX81" fmla="*/ 5326162 w 6858000"/>
                <a:gd name="connsiteY81" fmla="*/ 435035 h 835479"/>
                <a:gd name="connsiteX82" fmla="*/ 5355013 w 6858000"/>
                <a:gd name="connsiteY82" fmla="*/ 433589 h 835479"/>
                <a:gd name="connsiteX83" fmla="*/ 5355014 w 6858000"/>
                <a:gd name="connsiteY83" fmla="*/ 433589 h 835479"/>
                <a:gd name="connsiteX84" fmla="*/ 5385384 w 6858000"/>
                <a:gd name="connsiteY84" fmla="*/ 438465 h 835479"/>
                <a:gd name="connsiteX85" fmla="*/ 5425582 w 6858000"/>
                <a:gd name="connsiteY85" fmla="*/ 446656 h 835479"/>
                <a:gd name="connsiteX86" fmla="*/ 5480637 w 6858000"/>
                <a:gd name="connsiteY86" fmla="*/ 458278 h 835479"/>
                <a:gd name="connsiteX87" fmla="*/ 5507667 w 6858000"/>
                <a:gd name="connsiteY87" fmla="*/ 462803 h 835479"/>
                <a:gd name="connsiteX88" fmla="*/ 5531691 w 6858000"/>
                <a:gd name="connsiteY88" fmla="*/ 452184 h 835479"/>
                <a:gd name="connsiteX89" fmla="*/ 5531692 w 6858000"/>
                <a:gd name="connsiteY89" fmla="*/ 452183 h 835479"/>
                <a:gd name="connsiteX90" fmla="*/ 5547577 w 6858000"/>
                <a:gd name="connsiteY90" fmla="*/ 442037 h 835479"/>
                <a:gd name="connsiteX91" fmla="*/ 5547578 w 6858000"/>
                <a:gd name="connsiteY91" fmla="*/ 442037 h 835479"/>
                <a:gd name="connsiteX92" fmla="*/ 5562746 w 6858000"/>
                <a:gd name="connsiteY92" fmla="*/ 451610 h 835479"/>
                <a:gd name="connsiteX93" fmla="*/ 5704483 w 6858000"/>
                <a:gd name="connsiteY93" fmla="*/ 522858 h 835479"/>
                <a:gd name="connsiteX94" fmla="*/ 5740488 w 6858000"/>
                <a:gd name="connsiteY94" fmla="*/ 528765 h 835479"/>
                <a:gd name="connsiteX95" fmla="*/ 5760873 w 6858000"/>
                <a:gd name="connsiteY95" fmla="*/ 537529 h 835479"/>
                <a:gd name="connsiteX96" fmla="*/ 5883751 w 6858000"/>
                <a:gd name="connsiteY96" fmla="*/ 625924 h 835479"/>
                <a:gd name="connsiteX97" fmla="*/ 5883755 w 6858000"/>
                <a:gd name="connsiteY97" fmla="*/ 625926 h 835479"/>
                <a:gd name="connsiteX98" fmla="*/ 5935945 w 6858000"/>
                <a:gd name="connsiteY98" fmla="*/ 643829 h 835479"/>
                <a:gd name="connsiteX99" fmla="*/ 5935949 w 6858000"/>
                <a:gd name="connsiteY99" fmla="*/ 643830 h 835479"/>
                <a:gd name="connsiteX100" fmla="*/ 5993289 w 6858000"/>
                <a:gd name="connsiteY100" fmla="*/ 640211 h 835479"/>
                <a:gd name="connsiteX101" fmla="*/ 5993290 w 6858000"/>
                <a:gd name="connsiteY101" fmla="*/ 640210 h 835479"/>
                <a:gd name="connsiteX102" fmla="*/ 6026439 w 6858000"/>
                <a:gd name="connsiteY102" fmla="*/ 633735 h 835479"/>
                <a:gd name="connsiteX103" fmla="*/ 6108737 w 6858000"/>
                <a:gd name="connsiteY103" fmla="*/ 577534 h 835479"/>
                <a:gd name="connsiteX104" fmla="*/ 6133313 w 6858000"/>
                <a:gd name="connsiteY104" fmla="*/ 563843 h 835479"/>
                <a:gd name="connsiteX105" fmla="*/ 6133314 w 6858000"/>
                <a:gd name="connsiteY105" fmla="*/ 563843 h 835479"/>
                <a:gd name="connsiteX106" fmla="*/ 6143189 w 6858000"/>
                <a:gd name="connsiteY106" fmla="*/ 567542 h 835479"/>
                <a:gd name="connsiteX107" fmla="*/ 6155599 w 6858000"/>
                <a:gd name="connsiteY107" fmla="*/ 579438 h 835479"/>
                <a:gd name="connsiteX108" fmla="*/ 6155602 w 6858000"/>
                <a:gd name="connsiteY108" fmla="*/ 579440 h 835479"/>
                <a:gd name="connsiteX109" fmla="*/ 6228756 w 6858000"/>
                <a:gd name="connsiteY109" fmla="*/ 618111 h 835479"/>
                <a:gd name="connsiteX110" fmla="*/ 6361539 w 6858000"/>
                <a:gd name="connsiteY110" fmla="*/ 635448 h 835479"/>
                <a:gd name="connsiteX111" fmla="*/ 6361538 w 6858000"/>
                <a:gd name="connsiteY111" fmla="*/ 635448 h 835479"/>
                <a:gd name="connsiteX112" fmla="*/ 6228755 w 6858000"/>
                <a:gd name="connsiteY112" fmla="*/ 618111 h 835479"/>
                <a:gd name="connsiteX113" fmla="*/ 6155601 w 6858000"/>
                <a:gd name="connsiteY113" fmla="*/ 579440 h 835479"/>
                <a:gd name="connsiteX114" fmla="*/ 6155599 w 6858000"/>
                <a:gd name="connsiteY114" fmla="*/ 579438 h 835479"/>
                <a:gd name="connsiteX115" fmla="*/ 6133314 w 6858000"/>
                <a:gd name="connsiteY115" fmla="*/ 563843 h 835479"/>
                <a:gd name="connsiteX116" fmla="*/ 6108738 w 6858000"/>
                <a:gd name="connsiteY116" fmla="*/ 577534 h 835479"/>
                <a:gd name="connsiteX117" fmla="*/ 6026440 w 6858000"/>
                <a:gd name="connsiteY117" fmla="*/ 633735 h 835479"/>
                <a:gd name="connsiteX118" fmla="*/ 5993291 w 6858000"/>
                <a:gd name="connsiteY118" fmla="*/ 640210 h 835479"/>
                <a:gd name="connsiteX119" fmla="*/ 5993289 w 6858000"/>
                <a:gd name="connsiteY119" fmla="*/ 640211 h 835479"/>
                <a:gd name="connsiteX120" fmla="*/ 5964476 w 6858000"/>
                <a:gd name="connsiteY120" fmla="*/ 643664 h 835479"/>
                <a:gd name="connsiteX121" fmla="*/ 5935949 w 6858000"/>
                <a:gd name="connsiteY121" fmla="*/ 643830 h 835479"/>
                <a:gd name="connsiteX122" fmla="*/ 5935948 w 6858000"/>
                <a:gd name="connsiteY122" fmla="*/ 643830 h 835479"/>
                <a:gd name="connsiteX123" fmla="*/ 5935945 w 6858000"/>
                <a:gd name="connsiteY123" fmla="*/ 643829 h 835479"/>
                <a:gd name="connsiteX124" fmla="*/ 5909350 w 6858000"/>
                <a:gd name="connsiteY124" fmla="*/ 636949 h 835479"/>
                <a:gd name="connsiteX125" fmla="*/ 5883755 w 6858000"/>
                <a:gd name="connsiteY125" fmla="*/ 625926 h 835479"/>
                <a:gd name="connsiteX126" fmla="*/ 5883750 w 6858000"/>
                <a:gd name="connsiteY126" fmla="*/ 625924 h 835479"/>
                <a:gd name="connsiteX127" fmla="*/ 5760872 w 6858000"/>
                <a:gd name="connsiteY127" fmla="*/ 537529 h 835479"/>
                <a:gd name="connsiteX128" fmla="*/ 5740487 w 6858000"/>
                <a:gd name="connsiteY128" fmla="*/ 528765 h 835479"/>
                <a:gd name="connsiteX129" fmla="*/ 5704482 w 6858000"/>
                <a:gd name="connsiteY129" fmla="*/ 522858 h 835479"/>
                <a:gd name="connsiteX130" fmla="*/ 5562745 w 6858000"/>
                <a:gd name="connsiteY130" fmla="*/ 451610 h 835479"/>
                <a:gd name="connsiteX131" fmla="*/ 5547577 w 6858000"/>
                <a:gd name="connsiteY131" fmla="*/ 442037 h 835479"/>
                <a:gd name="connsiteX132" fmla="*/ 5531693 w 6858000"/>
                <a:gd name="connsiteY132" fmla="*/ 452183 h 835479"/>
                <a:gd name="connsiteX133" fmla="*/ 5531691 w 6858000"/>
                <a:gd name="connsiteY133" fmla="*/ 452184 h 835479"/>
                <a:gd name="connsiteX134" fmla="*/ 5520421 w 6858000"/>
                <a:gd name="connsiteY134" fmla="*/ 460582 h 835479"/>
                <a:gd name="connsiteX135" fmla="*/ 5507667 w 6858000"/>
                <a:gd name="connsiteY135" fmla="*/ 462803 h 835479"/>
                <a:gd name="connsiteX136" fmla="*/ 5507666 w 6858000"/>
                <a:gd name="connsiteY136" fmla="*/ 462803 h 835479"/>
                <a:gd name="connsiteX137" fmla="*/ 5480636 w 6858000"/>
                <a:gd name="connsiteY137" fmla="*/ 458278 h 835479"/>
                <a:gd name="connsiteX138" fmla="*/ 5425581 w 6858000"/>
                <a:gd name="connsiteY138" fmla="*/ 446656 h 835479"/>
                <a:gd name="connsiteX139" fmla="*/ 5385383 w 6858000"/>
                <a:gd name="connsiteY139" fmla="*/ 438465 h 835479"/>
                <a:gd name="connsiteX140" fmla="*/ 5355013 w 6858000"/>
                <a:gd name="connsiteY140" fmla="*/ 433589 h 835479"/>
                <a:gd name="connsiteX141" fmla="*/ 5321350 w 6858000"/>
                <a:gd name="connsiteY141" fmla="*/ 437509 h 835479"/>
                <a:gd name="connsiteX142" fmla="*/ 5272796 w 6858000"/>
                <a:gd name="connsiteY142" fmla="*/ 462468 h 835479"/>
                <a:gd name="connsiteX143" fmla="*/ 5243613 w 6858000"/>
                <a:gd name="connsiteY143" fmla="*/ 478254 h 835479"/>
                <a:gd name="connsiteX144" fmla="*/ 5229433 w 6858000"/>
                <a:gd name="connsiteY144" fmla="*/ 485925 h 835479"/>
                <a:gd name="connsiteX145" fmla="*/ 5179067 w 6858000"/>
                <a:gd name="connsiteY145" fmla="*/ 486091 h 835479"/>
                <a:gd name="connsiteX146" fmla="*/ 5179066 w 6858000"/>
                <a:gd name="connsiteY146" fmla="*/ 486091 h 835479"/>
                <a:gd name="connsiteX147" fmla="*/ 5172089 w 6858000"/>
                <a:gd name="connsiteY147" fmla="*/ 483545 h 835479"/>
                <a:gd name="connsiteX148" fmla="*/ 5166113 w 6858000"/>
                <a:gd name="connsiteY148" fmla="*/ 482853 h 835479"/>
                <a:gd name="connsiteX149" fmla="*/ 5133224 w 6858000"/>
                <a:gd name="connsiteY149" fmla="*/ 489569 h 835479"/>
                <a:gd name="connsiteX150" fmla="*/ 5133223 w 6858000"/>
                <a:gd name="connsiteY150" fmla="*/ 489569 h 835479"/>
                <a:gd name="connsiteX151" fmla="*/ 5133219 w 6858000"/>
                <a:gd name="connsiteY151" fmla="*/ 489567 h 835479"/>
                <a:gd name="connsiteX152" fmla="*/ 5102460 w 6858000"/>
                <a:gd name="connsiteY152" fmla="*/ 482424 h 835479"/>
                <a:gd name="connsiteX153" fmla="*/ 5087443 w 6858000"/>
                <a:gd name="connsiteY153" fmla="*/ 476540 h 835479"/>
                <a:gd name="connsiteX154" fmla="*/ 5087422 w 6858000"/>
                <a:gd name="connsiteY154" fmla="*/ 476534 h 835479"/>
                <a:gd name="connsiteX155" fmla="*/ 5070584 w 6858000"/>
                <a:gd name="connsiteY155" fmla="*/ 470217 h 835479"/>
                <a:gd name="connsiteX156" fmla="*/ 5041527 w 6858000"/>
                <a:gd name="connsiteY156" fmla="*/ 463422 h 835479"/>
                <a:gd name="connsiteX157" fmla="*/ 5041520 w 6858000"/>
                <a:gd name="connsiteY157" fmla="*/ 463420 h 835479"/>
                <a:gd name="connsiteX158" fmla="*/ 4987036 w 6858000"/>
                <a:gd name="connsiteY158" fmla="*/ 436941 h 835479"/>
                <a:gd name="connsiteX159" fmla="*/ 4957452 w 6858000"/>
                <a:gd name="connsiteY159" fmla="*/ 419659 h 835479"/>
                <a:gd name="connsiteX160" fmla="*/ 4933804 w 6858000"/>
                <a:gd name="connsiteY160" fmla="*/ 412107 h 835479"/>
                <a:gd name="connsiteX161" fmla="*/ 4912168 w 6858000"/>
                <a:gd name="connsiteY161" fmla="*/ 413509 h 835479"/>
                <a:gd name="connsiteX162" fmla="*/ 4889275 w 6858000"/>
                <a:gd name="connsiteY162" fmla="*/ 415214 h 835479"/>
                <a:gd name="connsiteX163" fmla="*/ 4889274 w 6858000"/>
                <a:gd name="connsiteY163" fmla="*/ 415214 h 835479"/>
                <a:gd name="connsiteX164" fmla="*/ 4867613 w 6858000"/>
                <a:gd name="connsiteY164" fmla="*/ 410436 h 835479"/>
                <a:gd name="connsiteX165" fmla="*/ 4863342 w 6858000"/>
                <a:gd name="connsiteY165" fmla="*/ 407685 h 835479"/>
                <a:gd name="connsiteX166" fmla="*/ 4857316 w 6858000"/>
                <a:gd name="connsiteY166" fmla="*/ 405935 h 835479"/>
                <a:gd name="connsiteX167" fmla="*/ 4828915 w 6858000"/>
                <a:gd name="connsiteY167" fmla="*/ 385504 h 835479"/>
                <a:gd name="connsiteX168" fmla="*/ 4800482 w 6858000"/>
                <a:gd name="connsiteY168" fmla="*/ 370668 h 835479"/>
                <a:gd name="connsiteX169" fmla="*/ 4767764 w 6858000"/>
                <a:gd name="connsiteY169" fmla="*/ 371977 h 835479"/>
                <a:gd name="connsiteX170" fmla="*/ 4677655 w 6858000"/>
                <a:gd name="connsiteY170" fmla="*/ 381884 h 835479"/>
                <a:gd name="connsiteX171" fmla="*/ 4659174 w 6858000"/>
                <a:gd name="connsiteY171" fmla="*/ 389886 h 835479"/>
                <a:gd name="connsiteX172" fmla="*/ 4482004 w 6858000"/>
                <a:gd name="connsiteY172" fmla="*/ 449896 h 835479"/>
                <a:gd name="connsiteX173" fmla="*/ 4363890 w 6858000"/>
                <a:gd name="connsiteY173" fmla="*/ 450658 h 835479"/>
                <a:gd name="connsiteX174" fmla="*/ 4363889 w 6858000"/>
                <a:gd name="connsiteY174" fmla="*/ 450658 h 835479"/>
                <a:gd name="connsiteX175" fmla="*/ 4324644 w 6858000"/>
                <a:gd name="connsiteY175" fmla="*/ 441704 h 835479"/>
                <a:gd name="connsiteX176" fmla="*/ 4253013 w 6858000"/>
                <a:gd name="connsiteY176" fmla="*/ 401888 h 835479"/>
                <a:gd name="connsiteX177" fmla="*/ 4165382 w 6858000"/>
                <a:gd name="connsiteY177" fmla="*/ 392362 h 835479"/>
                <a:gd name="connsiteX178" fmla="*/ 4165383 w 6858000"/>
                <a:gd name="connsiteY178" fmla="*/ 392362 h 835479"/>
                <a:gd name="connsiteX179" fmla="*/ 4192387 w 6858000"/>
                <a:gd name="connsiteY179" fmla="*/ 396267 h 835479"/>
                <a:gd name="connsiteX180" fmla="*/ 4192386 w 6858000"/>
                <a:gd name="connsiteY180" fmla="*/ 396267 h 835479"/>
                <a:gd name="connsiteX181" fmla="*/ 4165382 w 6858000"/>
                <a:gd name="connsiteY181" fmla="*/ 392362 h 835479"/>
                <a:gd name="connsiteX182" fmla="*/ 3885337 w 6858000"/>
                <a:gd name="connsiteY182" fmla="*/ 379980 h 835479"/>
                <a:gd name="connsiteX183" fmla="*/ 3885338 w 6858000"/>
                <a:gd name="connsiteY183" fmla="*/ 379980 h 835479"/>
                <a:gd name="connsiteX184" fmla="*/ 3885341 w 6858000"/>
                <a:gd name="connsiteY184" fmla="*/ 379982 h 835479"/>
                <a:gd name="connsiteX185" fmla="*/ 3962157 w 6858000"/>
                <a:gd name="connsiteY185" fmla="*/ 411865 h 835479"/>
                <a:gd name="connsiteX186" fmla="*/ 3962159 w 6858000"/>
                <a:gd name="connsiteY186" fmla="*/ 411865 h 835479"/>
                <a:gd name="connsiteX187" fmla="*/ 4043837 w 6858000"/>
                <a:gd name="connsiteY187" fmla="*/ 396173 h 835479"/>
                <a:gd name="connsiteX188" fmla="*/ 4043838 w 6858000"/>
                <a:gd name="connsiteY188" fmla="*/ 396172 h 835479"/>
                <a:gd name="connsiteX189" fmla="*/ 4103824 w 6858000"/>
                <a:gd name="connsiteY189" fmla="*/ 381051 h 835479"/>
                <a:gd name="connsiteX190" fmla="*/ 4103825 w 6858000"/>
                <a:gd name="connsiteY190" fmla="*/ 381051 h 835479"/>
                <a:gd name="connsiteX191" fmla="*/ 4134255 w 6858000"/>
                <a:gd name="connsiteY191" fmla="*/ 383018 h 835479"/>
                <a:gd name="connsiteX192" fmla="*/ 4165381 w 6858000"/>
                <a:gd name="connsiteY192" fmla="*/ 392362 h 835479"/>
                <a:gd name="connsiteX193" fmla="*/ 4103825 w 6858000"/>
                <a:gd name="connsiteY193" fmla="*/ 381051 h 835479"/>
                <a:gd name="connsiteX194" fmla="*/ 4043839 w 6858000"/>
                <a:gd name="connsiteY194" fmla="*/ 396172 h 835479"/>
                <a:gd name="connsiteX195" fmla="*/ 4043837 w 6858000"/>
                <a:gd name="connsiteY195" fmla="*/ 396173 h 835479"/>
                <a:gd name="connsiteX196" fmla="*/ 4002409 w 6858000"/>
                <a:gd name="connsiteY196" fmla="*/ 409475 h 835479"/>
                <a:gd name="connsiteX197" fmla="*/ 3962159 w 6858000"/>
                <a:gd name="connsiteY197" fmla="*/ 411865 h 835479"/>
                <a:gd name="connsiteX198" fmla="*/ 3962158 w 6858000"/>
                <a:gd name="connsiteY198" fmla="*/ 411865 h 835479"/>
                <a:gd name="connsiteX199" fmla="*/ 3962157 w 6858000"/>
                <a:gd name="connsiteY199" fmla="*/ 411865 h 835479"/>
                <a:gd name="connsiteX200" fmla="*/ 3923124 w 6858000"/>
                <a:gd name="connsiteY200" fmla="*/ 402361 h 835479"/>
                <a:gd name="connsiteX201" fmla="*/ 3885341 w 6858000"/>
                <a:gd name="connsiteY201" fmla="*/ 379982 h 835479"/>
                <a:gd name="connsiteX202" fmla="*/ 3669899 w 6858000"/>
                <a:gd name="connsiteY202" fmla="*/ 394577 h 835479"/>
                <a:gd name="connsiteX203" fmla="*/ 3680163 w 6858000"/>
                <a:gd name="connsiteY203" fmla="*/ 397173 h 835479"/>
                <a:gd name="connsiteX204" fmla="*/ 3734836 w 6858000"/>
                <a:gd name="connsiteY204" fmla="*/ 393125 h 835479"/>
                <a:gd name="connsiteX205" fmla="*/ 3734837 w 6858000"/>
                <a:gd name="connsiteY205" fmla="*/ 393125 h 835479"/>
                <a:gd name="connsiteX206" fmla="*/ 3754652 w 6858000"/>
                <a:gd name="connsiteY206" fmla="*/ 393507 h 835479"/>
                <a:gd name="connsiteX207" fmla="*/ 3789775 w 6858000"/>
                <a:gd name="connsiteY207" fmla="*/ 399864 h 835479"/>
                <a:gd name="connsiteX208" fmla="*/ 3822471 w 6858000"/>
                <a:gd name="connsiteY208" fmla="*/ 384932 h 835479"/>
                <a:gd name="connsiteX209" fmla="*/ 3852618 w 6858000"/>
                <a:gd name="connsiteY209" fmla="*/ 370597 h 835479"/>
                <a:gd name="connsiteX210" fmla="*/ 3852619 w 6858000"/>
                <a:gd name="connsiteY210" fmla="*/ 370597 h 835479"/>
                <a:gd name="connsiteX211" fmla="*/ 3868763 w 6858000"/>
                <a:gd name="connsiteY211" fmla="*/ 371377 h 835479"/>
                <a:gd name="connsiteX212" fmla="*/ 3885336 w 6858000"/>
                <a:gd name="connsiteY212" fmla="*/ 379980 h 835479"/>
                <a:gd name="connsiteX213" fmla="*/ 3852619 w 6858000"/>
                <a:gd name="connsiteY213" fmla="*/ 370597 h 835479"/>
                <a:gd name="connsiteX214" fmla="*/ 3822472 w 6858000"/>
                <a:gd name="connsiteY214" fmla="*/ 384932 h 835479"/>
                <a:gd name="connsiteX215" fmla="*/ 3789776 w 6858000"/>
                <a:gd name="connsiteY215" fmla="*/ 399864 h 835479"/>
                <a:gd name="connsiteX216" fmla="*/ 3789775 w 6858000"/>
                <a:gd name="connsiteY216" fmla="*/ 399864 h 835479"/>
                <a:gd name="connsiteX217" fmla="*/ 3754651 w 6858000"/>
                <a:gd name="connsiteY217" fmla="*/ 393507 h 835479"/>
                <a:gd name="connsiteX218" fmla="*/ 3734837 w 6858000"/>
                <a:gd name="connsiteY218" fmla="*/ 393125 h 835479"/>
                <a:gd name="connsiteX219" fmla="*/ 3680163 w 6858000"/>
                <a:gd name="connsiteY219" fmla="*/ 397173 h 835479"/>
                <a:gd name="connsiteX220" fmla="*/ 3680162 w 6858000"/>
                <a:gd name="connsiteY220" fmla="*/ 397173 h 835479"/>
                <a:gd name="connsiteX221" fmla="*/ 2836171 w 6858000"/>
                <a:gd name="connsiteY221" fmla="*/ 465063 h 835479"/>
                <a:gd name="connsiteX222" fmla="*/ 2848792 w 6858000"/>
                <a:gd name="connsiteY222" fmla="*/ 456372 h 835479"/>
                <a:gd name="connsiteX223" fmla="*/ 2897784 w 6858000"/>
                <a:gd name="connsiteY223" fmla="*/ 440769 h 835479"/>
                <a:gd name="connsiteX224" fmla="*/ 2903549 w 6858000"/>
                <a:gd name="connsiteY224" fmla="*/ 439740 h 835479"/>
                <a:gd name="connsiteX225" fmla="*/ 2914327 w 6858000"/>
                <a:gd name="connsiteY225" fmla="*/ 436466 h 835479"/>
                <a:gd name="connsiteX226" fmla="*/ 2947858 w 6858000"/>
                <a:gd name="connsiteY226" fmla="*/ 431835 h 835479"/>
                <a:gd name="connsiteX227" fmla="*/ 2947861 w 6858000"/>
                <a:gd name="connsiteY227" fmla="*/ 431834 h 835479"/>
                <a:gd name="connsiteX228" fmla="*/ 2947862 w 6858000"/>
                <a:gd name="connsiteY228" fmla="*/ 431834 h 835479"/>
                <a:gd name="connsiteX229" fmla="*/ 2982148 w 6858000"/>
                <a:gd name="connsiteY229" fmla="*/ 435418 h 835479"/>
                <a:gd name="connsiteX230" fmla="*/ 3077401 w 6858000"/>
                <a:gd name="connsiteY230" fmla="*/ 447111 h 835479"/>
                <a:gd name="connsiteX231" fmla="*/ 3172653 w 6858000"/>
                <a:gd name="connsiteY231" fmla="*/ 434656 h 835479"/>
                <a:gd name="connsiteX232" fmla="*/ 3489466 w 6858000"/>
                <a:gd name="connsiteY232" fmla="*/ 387029 h 835479"/>
                <a:gd name="connsiteX233" fmla="*/ 3544712 w 6858000"/>
                <a:gd name="connsiteY233" fmla="*/ 364930 h 835479"/>
                <a:gd name="connsiteX234" fmla="*/ 3574407 w 6858000"/>
                <a:gd name="connsiteY234" fmla="*/ 347308 h 835479"/>
                <a:gd name="connsiteX235" fmla="*/ 3574408 w 6858000"/>
                <a:gd name="connsiteY235" fmla="*/ 347308 h 835479"/>
                <a:gd name="connsiteX236" fmla="*/ 3606817 w 6858000"/>
                <a:gd name="connsiteY236" fmla="*/ 359406 h 835479"/>
                <a:gd name="connsiteX237" fmla="*/ 3630632 w 6858000"/>
                <a:gd name="connsiteY237" fmla="*/ 372932 h 835479"/>
                <a:gd name="connsiteX238" fmla="*/ 3651953 w 6858000"/>
                <a:gd name="connsiteY238" fmla="*/ 388826 h 835479"/>
                <a:gd name="connsiteX239" fmla="*/ 3630631 w 6858000"/>
                <a:gd name="connsiteY239" fmla="*/ 372932 h 835479"/>
                <a:gd name="connsiteX240" fmla="*/ 3606816 w 6858000"/>
                <a:gd name="connsiteY240" fmla="*/ 359406 h 835479"/>
                <a:gd name="connsiteX241" fmla="*/ 3587173 w 6858000"/>
                <a:gd name="connsiteY241" fmla="*/ 349660 h 835479"/>
                <a:gd name="connsiteX242" fmla="*/ 3574407 w 6858000"/>
                <a:gd name="connsiteY242" fmla="*/ 347308 h 835479"/>
                <a:gd name="connsiteX243" fmla="*/ 3562320 w 6858000"/>
                <a:gd name="connsiteY243" fmla="*/ 352387 h 835479"/>
                <a:gd name="connsiteX244" fmla="*/ 3544713 w 6858000"/>
                <a:gd name="connsiteY244" fmla="*/ 364930 h 835479"/>
                <a:gd name="connsiteX245" fmla="*/ 3489467 w 6858000"/>
                <a:gd name="connsiteY245" fmla="*/ 387029 h 835479"/>
                <a:gd name="connsiteX246" fmla="*/ 3172654 w 6858000"/>
                <a:gd name="connsiteY246" fmla="*/ 434656 h 835479"/>
                <a:gd name="connsiteX247" fmla="*/ 3077401 w 6858000"/>
                <a:gd name="connsiteY247" fmla="*/ 447111 h 835479"/>
                <a:gd name="connsiteX248" fmla="*/ 3077400 w 6858000"/>
                <a:gd name="connsiteY248" fmla="*/ 447111 h 835479"/>
                <a:gd name="connsiteX249" fmla="*/ 2982147 w 6858000"/>
                <a:gd name="connsiteY249" fmla="*/ 435418 h 835479"/>
                <a:gd name="connsiteX250" fmla="*/ 2947862 w 6858000"/>
                <a:gd name="connsiteY250" fmla="*/ 431834 h 835479"/>
                <a:gd name="connsiteX251" fmla="*/ 2947858 w 6858000"/>
                <a:gd name="connsiteY251" fmla="*/ 431835 h 835479"/>
                <a:gd name="connsiteX252" fmla="*/ 2903549 w 6858000"/>
                <a:gd name="connsiteY252" fmla="*/ 439740 h 835479"/>
                <a:gd name="connsiteX253" fmla="*/ 2848793 w 6858000"/>
                <a:gd name="connsiteY253" fmla="*/ 456372 h 835479"/>
                <a:gd name="connsiteX254" fmla="*/ 2836172 w 6858000"/>
                <a:gd name="connsiteY254" fmla="*/ 465063 h 835479"/>
                <a:gd name="connsiteX255" fmla="*/ 1268757 w 6858000"/>
                <a:gd name="connsiteY255" fmla="*/ 18376 h 835479"/>
                <a:gd name="connsiteX256" fmla="*/ 1286069 w 6858000"/>
                <a:gd name="connsiteY256" fmla="*/ 23543 h 835479"/>
                <a:gd name="connsiteX257" fmla="*/ 1350627 w 6858000"/>
                <a:gd name="connsiteY257" fmla="*/ 45880 h 835479"/>
                <a:gd name="connsiteX258" fmla="*/ 1413839 w 6858000"/>
                <a:gd name="connsiteY258" fmla="*/ 40286 h 835479"/>
                <a:gd name="connsiteX259" fmla="*/ 1350626 w 6858000"/>
                <a:gd name="connsiteY259" fmla="*/ 45881 h 835479"/>
                <a:gd name="connsiteX260" fmla="*/ 1286068 w 6858000"/>
                <a:gd name="connsiteY260" fmla="*/ 23543 h 835479"/>
                <a:gd name="connsiteX261" fmla="*/ 313532 w 6858000"/>
                <a:gd name="connsiteY261" fmla="*/ 14019 h 835479"/>
                <a:gd name="connsiteX262" fmla="*/ 313533 w 6858000"/>
                <a:gd name="connsiteY262" fmla="*/ 14018 h 835479"/>
                <a:gd name="connsiteX263" fmla="*/ 338870 w 6858000"/>
                <a:gd name="connsiteY263" fmla="*/ 13446 h 835479"/>
                <a:gd name="connsiteX264" fmla="*/ 338902 w 6858000"/>
                <a:gd name="connsiteY264" fmla="*/ 13453 h 835479"/>
                <a:gd name="connsiteX265" fmla="*/ 395639 w 6858000"/>
                <a:gd name="connsiteY265" fmla="*/ 23353 h 835479"/>
                <a:gd name="connsiteX266" fmla="*/ 367327 w 6858000"/>
                <a:gd name="connsiteY266" fmla="*/ 19543 h 835479"/>
                <a:gd name="connsiteX267" fmla="*/ 338902 w 6858000"/>
                <a:gd name="connsiteY267" fmla="*/ 13453 h 835479"/>
                <a:gd name="connsiteX268" fmla="*/ 338869 w 6858000"/>
                <a:gd name="connsiteY268" fmla="*/ 13447 h 835479"/>
                <a:gd name="connsiteX269" fmla="*/ 324057 w 6858000"/>
                <a:gd name="connsiteY269" fmla="*/ 11661 h 835479"/>
                <a:gd name="connsiteX270" fmla="*/ 281567 w 6858000"/>
                <a:gd name="connsiteY270" fmla="*/ 36346 h 835479"/>
                <a:gd name="connsiteX271" fmla="*/ 295414 w 6858000"/>
                <a:gd name="connsiteY271" fmla="*/ 31451 h 835479"/>
                <a:gd name="connsiteX272" fmla="*/ 295414 w 6858000"/>
                <a:gd name="connsiteY272" fmla="*/ 31452 h 835479"/>
                <a:gd name="connsiteX273" fmla="*/ 24485 w 6858000"/>
                <a:gd name="connsiteY273" fmla="*/ 23026 h 835479"/>
                <a:gd name="connsiteX274" fmla="*/ 74128 w 6858000"/>
                <a:gd name="connsiteY274" fmla="*/ 20763 h 835479"/>
                <a:gd name="connsiteX275" fmla="*/ 125860 w 6858000"/>
                <a:gd name="connsiteY275" fmla="*/ 26687 h 835479"/>
                <a:gd name="connsiteX276" fmla="*/ 153386 w 6858000"/>
                <a:gd name="connsiteY276" fmla="*/ 31082 h 835479"/>
                <a:gd name="connsiteX277" fmla="*/ 228943 w 6858000"/>
                <a:gd name="connsiteY277" fmla="*/ 39355 h 835479"/>
                <a:gd name="connsiteX278" fmla="*/ 177270 w 6858000"/>
                <a:gd name="connsiteY278" fmla="*/ 34896 h 835479"/>
                <a:gd name="connsiteX279" fmla="*/ 153386 w 6858000"/>
                <a:gd name="connsiteY279" fmla="*/ 31082 h 835479"/>
                <a:gd name="connsiteX280" fmla="*/ 151568 w 6858000"/>
                <a:gd name="connsiteY280" fmla="*/ 30883 h 835479"/>
                <a:gd name="connsiteX281" fmla="*/ 74128 w 6858000"/>
                <a:gd name="connsiteY281" fmla="*/ 20764 h 835479"/>
                <a:gd name="connsiteX282" fmla="*/ 0 w 6858000"/>
                <a:gd name="connsiteY282" fmla="*/ 29969 h 835479"/>
                <a:gd name="connsiteX283" fmla="*/ 0 w 6858000"/>
                <a:gd name="connsiteY283" fmla="*/ 494077 h 835479"/>
                <a:gd name="connsiteX284" fmla="*/ 2816 w 6858000"/>
                <a:gd name="connsiteY284" fmla="*/ 492950 h 835479"/>
                <a:gd name="connsiteX285" fmla="*/ 63586 w 6858000"/>
                <a:gd name="connsiteY285" fmla="*/ 478851 h 835479"/>
                <a:gd name="connsiteX286" fmla="*/ 176938 w 6858000"/>
                <a:gd name="connsiteY286" fmla="*/ 464945 h 835479"/>
                <a:gd name="connsiteX287" fmla="*/ 200181 w 6858000"/>
                <a:gd name="connsiteY287" fmla="*/ 456943 h 835479"/>
                <a:gd name="connsiteX288" fmla="*/ 340773 w 6858000"/>
                <a:gd name="connsiteY288" fmla="*/ 419031 h 835479"/>
                <a:gd name="connsiteX289" fmla="*/ 453363 w 6858000"/>
                <a:gd name="connsiteY289" fmla="*/ 419796 h 835479"/>
                <a:gd name="connsiteX290" fmla="*/ 462125 w 6858000"/>
                <a:gd name="connsiteY290" fmla="*/ 421510 h 835479"/>
                <a:gd name="connsiteX291" fmla="*/ 505181 w 6858000"/>
                <a:gd name="connsiteY291" fmla="*/ 434082 h 835479"/>
                <a:gd name="connsiteX292" fmla="*/ 571859 w 6858000"/>
                <a:gd name="connsiteY292" fmla="*/ 430654 h 835479"/>
                <a:gd name="connsiteX293" fmla="*/ 617771 w 6858000"/>
                <a:gd name="connsiteY293" fmla="*/ 413317 h 835479"/>
                <a:gd name="connsiteX294" fmla="*/ 674922 w 6858000"/>
                <a:gd name="connsiteY294" fmla="*/ 412555 h 835479"/>
                <a:gd name="connsiteX295" fmla="*/ 740267 w 6858000"/>
                <a:gd name="connsiteY295" fmla="*/ 423414 h 835479"/>
                <a:gd name="connsiteX296" fmla="*/ 769604 w 6858000"/>
                <a:gd name="connsiteY296" fmla="*/ 425700 h 835479"/>
                <a:gd name="connsiteX297" fmla="*/ 850188 w 6858000"/>
                <a:gd name="connsiteY297" fmla="*/ 448180 h 835479"/>
                <a:gd name="connsiteX298" fmla="*/ 898197 w 6858000"/>
                <a:gd name="connsiteY298" fmla="*/ 442656 h 835479"/>
                <a:gd name="connsiteX299" fmla="*/ 945443 w 6858000"/>
                <a:gd name="connsiteY299" fmla="*/ 427796 h 835479"/>
                <a:gd name="connsiteX300" fmla="*/ 975732 w 6858000"/>
                <a:gd name="connsiteY300" fmla="*/ 413507 h 835479"/>
                <a:gd name="connsiteX301" fmla="*/ 1036886 w 6858000"/>
                <a:gd name="connsiteY301" fmla="*/ 403411 h 835479"/>
                <a:gd name="connsiteX302" fmla="*/ 1048124 w 6858000"/>
                <a:gd name="connsiteY302" fmla="*/ 404935 h 835479"/>
                <a:gd name="connsiteX303" fmla="*/ 1230632 w 6858000"/>
                <a:gd name="connsiteY303" fmla="*/ 417509 h 835479"/>
                <a:gd name="connsiteX304" fmla="*/ 1303023 w 6858000"/>
                <a:gd name="connsiteY304" fmla="*/ 437702 h 835479"/>
                <a:gd name="connsiteX305" fmla="*/ 1318455 w 6858000"/>
                <a:gd name="connsiteY305" fmla="*/ 440178 h 835479"/>
                <a:gd name="connsiteX306" fmla="*/ 1472574 w 6858000"/>
                <a:gd name="connsiteY306" fmla="*/ 462849 h 835479"/>
                <a:gd name="connsiteX307" fmla="*/ 1489719 w 6858000"/>
                <a:gd name="connsiteY307" fmla="*/ 463801 h 835479"/>
                <a:gd name="connsiteX308" fmla="*/ 1537536 w 6858000"/>
                <a:gd name="connsiteY308" fmla="*/ 459801 h 835479"/>
                <a:gd name="connsiteX309" fmla="*/ 1650316 w 6858000"/>
                <a:gd name="connsiteY309" fmla="*/ 500950 h 835479"/>
                <a:gd name="connsiteX310" fmla="*/ 1763286 w 6858000"/>
                <a:gd name="connsiteY310" fmla="*/ 515049 h 835479"/>
                <a:gd name="connsiteX311" fmla="*/ 1825392 w 6858000"/>
                <a:gd name="connsiteY311" fmla="*/ 514857 h 835479"/>
                <a:gd name="connsiteX312" fmla="*/ 1869779 w 6858000"/>
                <a:gd name="connsiteY312" fmla="*/ 524955 h 835479"/>
                <a:gd name="connsiteX313" fmla="*/ 1978939 w 6858000"/>
                <a:gd name="connsiteY313" fmla="*/ 555626 h 835479"/>
                <a:gd name="connsiteX314" fmla="*/ 2030377 w 6858000"/>
                <a:gd name="connsiteY314" fmla="*/ 560388 h 835479"/>
                <a:gd name="connsiteX315" fmla="*/ 2085053 w 6858000"/>
                <a:gd name="connsiteY315" fmla="*/ 570677 h 835479"/>
                <a:gd name="connsiteX316" fmla="*/ 2220311 w 6858000"/>
                <a:gd name="connsiteY316" fmla="*/ 616778 h 835479"/>
                <a:gd name="connsiteX317" fmla="*/ 2330805 w 6858000"/>
                <a:gd name="connsiteY317" fmla="*/ 614112 h 835479"/>
                <a:gd name="connsiteX318" fmla="*/ 2401291 w 6858000"/>
                <a:gd name="connsiteY318" fmla="*/ 614682 h 835479"/>
                <a:gd name="connsiteX319" fmla="*/ 2485306 w 6858000"/>
                <a:gd name="connsiteY319" fmla="*/ 629923 h 835479"/>
                <a:gd name="connsiteX320" fmla="*/ 2554078 w 6858000"/>
                <a:gd name="connsiteY320" fmla="*/ 652213 h 835479"/>
                <a:gd name="connsiteX321" fmla="*/ 2649142 w 6858000"/>
                <a:gd name="connsiteY321" fmla="*/ 669930 h 835479"/>
                <a:gd name="connsiteX322" fmla="*/ 2743825 w 6858000"/>
                <a:gd name="connsiteY322" fmla="*/ 704031 h 835479"/>
                <a:gd name="connsiteX323" fmla="*/ 2809929 w 6858000"/>
                <a:gd name="connsiteY323" fmla="*/ 730130 h 835479"/>
                <a:gd name="connsiteX324" fmla="*/ 2901942 w 6858000"/>
                <a:gd name="connsiteY324" fmla="*/ 753181 h 835479"/>
                <a:gd name="connsiteX325" fmla="*/ 3042727 w 6858000"/>
                <a:gd name="connsiteY325" fmla="*/ 769373 h 835479"/>
                <a:gd name="connsiteX326" fmla="*/ 3107499 w 6858000"/>
                <a:gd name="connsiteY326" fmla="*/ 771089 h 835479"/>
                <a:gd name="connsiteX327" fmla="*/ 3209992 w 6858000"/>
                <a:gd name="connsiteY327" fmla="*/ 808998 h 835479"/>
                <a:gd name="connsiteX328" fmla="*/ 3253808 w 6858000"/>
                <a:gd name="connsiteY328" fmla="*/ 827287 h 835479"/>
                <a:gd name="connsiteX329" fmla="*/ 3293243 w 6858000"/>
                <a:gd name="connsiteY329" fmla="*/ 812047 h 835479"/>
                <a:gd name="connsiteX330" fmla="*/ 3318770 w 6858000"/>
                <a:gd name="connsiteY330" fmla="*/ 794520 h 835479"/>
                <a:gd name="connsiteX331" fmla="*/ 3399545 w 6858000"/>
                <a:gd name="connsiteY331" fmla="*/ 809381 h 835479"/>
                <a:gd name="connsiteX332" fmla="*/ 3485274 w 6858000"/>
                <a:gd name="connsiteY332" fmla="*/ 825001 h 835479"/>
                <a:gd name="connsiteX333" fmla="*/ 3546616 w 6858000"/>
                <a:gd name="connsiteY333" fmla="*/ 835479 h 835479"/>
                <a:gd name="connsiteX334" fmla="*/ 3623200 w 6858000"/>
                <a:gd name="connsiteY334" fmla="*/ 827097 h 835479"/>
                <a:gd name="connsiteX335" fmla="*/ 3683590 w 6858000"/>
                <a:gd name="connsiteY335" fmla="*/ 823669 h 835479"/>
                <a:gd name="connsiteX336" fmla="*/ 3732360 w 6858000"/>
                <a:gd name="connsiteY336" fmla="*/ 813953 h 835479"/>
                <a:gd name="connsiteX337" fmla="*/ 3749505 w 6858000"/>
                <a:gd name="connsiteY337" fmla="*/ 808236 h 835479"/>
                <a:gd name="connsiteX338" fmla="*/ 3885337 w 6858000"/>
                <a:gd name="connsiteY338" fmla="*/ 763659 h 835479"/>
                <a:gd name="connsiteX339" fmla="*/ 4030502 w 6858000"/>
                <a:gd name="connsiteY339" fmla="*/ 728034 h 835479"/>
                <a:gd name="connsiteX340" fmla="*/ 4124613 w 6858000"/>
                <a:gd name="connsiteY340" fmla="*/ 750515 h 835479"/>
                <a:gd name="connsiteX341" fmla="*/ 4159666 w 6858000"/>
                <a:gd name="connsiteY341" fmla="*/ 750133 h 835479"/>
                <a:gd name="connsiteX342" fmla="*/ 4320836 w 6858000"/>
                <a:gd name="connsiteY342" fmla="*/ 755277 h 835479"/>
                <a:gd name="connsiteX343" fmla="*/ 4349221 w 6858000"/>
                <a:gd name="connsiteY343" fmla="*/ 760801 h 835479"/>
                <a:gd name="connsiteX344" fmla="*/ 4502578 w 6858000"/>
                <a:gd name="connsiteY344" fmla="*/ 738130 h 835479"/>
                <a:gd name="connsiteX345" fmla="*/ 4558206 w 6858000"/>
                <a:gd name="connsiteY345" fmla="*/ 734320 h 835479"/>
                <a:gd name="connsiteX346" fmla="*/ 4609451 w 6858000"/>
                <a:gd name="connsiteY346" fmla="*/ 728034 h 835479"/>
                <a:gd name="connsiteX347" fmla="*/ 4681082 w 6858000"/>
                <a:gd name="connsiteY347" fmla="*/ 726510 h 835479"/>
                <a:gd name="connsiteX348" fmla="*/ 4755380 w 6858000"/>
                <a:gd name="connsiteY348" fmla="*/ 729368 h 835479"/>
                <a:gd name="connsiteX349" fmla="*/ 4838249 w 6858000"/>
                <a:gd name="connsiteY349" fmla="*/ 728796 h 835479"/>
                <a:gd name="connsiteX350" fmla="*/ 4871018 w 6858000"/>
                <a:gd name="connsiteY350" fmla="*/ 723844 h 835479"/>
                <a:gd name="connsiteX351" fmla="*/ 4959601 w 6858000"/>
                <a:gd name="connsiteY351" fmla="*/ 727272 h 835479"/>
                <a:gd name="connsiteX352" fmla="*/ 5006085 w 6858000"/>
                <a:gd name="connsiteY352" fmla="*/ 721558 h 835479"/>
                <a:gd name="connsiteX353" fmla="*/ 5082669 w 6858000"/>
                <a:gd name="connsiteY353" fmla="*/ 720414 h 835479"/>
                <a:gd name="connsiteX354" fmla="*/ 5107626 w 6858000"/>
                <a:gd name="connsiteY354" fmla="*/ 719079 h 835479"/>
                <a:gd name="connsiteX355" fmla="*/ 5129915 w 6858000"/>
                <a:gd name="connsiteY355" fmla="*/ 718317 h 835479"/>
                <a:gd name="connsiteX356" fmla="*/ 5206307 w 6858000"/>
                <a:gd name="connsiteY356" fmla="*/ 733940 h 835479"/>
                <a:gd name="connsiteX357" fmla="*/ 5274128 w 6858000"/>
                <a:gd name="connsiteY357" fmla="*/ 734892 h 835479"/>
                <a:gd name="connsiteX358" fmla="*/ 5393004 w 6858000"/>
                <a:gd name="connsiteY358" fmla="*/ 747466 h 835479"/>
                <a:gd name="connsiteX359" fmla="*/ 5419294 w 6858000"/>
                <a:gd name="connsiteY359" fmla="*/ 743084 h 835479"/>
                <a:gd name="connsiteX360" fmla="*/ 5501593 w 6858000"/>
                <a:gd name="connsiteY360" fmla="*/ 741370 h 835479"/>
                <a:gd name="connsiteX361" fmla="*/ 5548459 w 6858000"/>
                <a:gd name="connsiteY361" fmla="*/ 740036 h 835479"/>
                <a:gd name="connsiteX362" fmla="*/ 5606371 w 6858000"/>
                <a:gd name="connsiteY362" fmla="*/ 749180 h 835479"/>
                <a:gd name="connsiteX363" fmla="*/ 5706958 w 6858000"/>
                <a:gd name="connsiteY363" fmla="*/ 768611 h 835479"/>
                <a:gd name="connsiteX364" fmla="*/ 5733439 w 6858000"/>
                <a:gd name="connsiteY364" fmla="*/ 771659 h 835479"/>
                <a:gd name="connsiteX365" fmla="*/ 5781829 w 6858000"/>
                <a:gd name="connsiteY365" fmla="*/ 780996 h 835479"/>
                <a:gd name="connsiteX366" fmla="*/ 5790591 w 6858000"/>
                <a:gd name="connsiteY366" fmla="*/ 782710 h 835479"/>
                <a:gd name="connsiteX367" fmla="*/ 5864317 w 6858000"/>
                <a:gd name="connsiteY367" fmla="*/ 806332 h 835479"/>
                <a:gd name="connsiteX368" fmla="*/ 5902609 w 6858000"/>
                <a:gd name="connsiteY368" fmla="*/ 808236 h 835479"/>
                <a:gd name="connsiteX369" fmla="*/ 6012722 w 6858000"/>
                <a:gd name="connsiteY369" fmla="*/ 808428 h 835479"/>
                <a:gd name="connsiteX370" fmla="*/ 6059396 w 6858000"/>
                <a:gd name="connsiteY370" fmla="*/ 804808 h 835479"/>
                <a:gd name="connsiteX371" fmla="*/ 6171604 w 6858000"/>
                <a:gd name="connsiteY371" fmla="*/ 790902 h 835479"/>
                <a:gd name="connsiteX372" fmla="*/ 6242092 w 6858000"/>
                <a:gd name="connsiteY372" fmla="*/ 784044 h 835479"/>
                <a:gd name="connsiteX373" fmla="*/ 6323057 w 6858000"/>
                <a:gd name="connsiteY373" fmla="*/ 773183 h 835479"/>
                <a:gd name="connsiteX374" fmla="*/ 6415832 w 6858000"/>
                <a:gd name="connsiteY374" fmla="*/ 766325 h 835479"/>
                <a:gd name="connsiteX375" fmla="*/ 6584811 w 6858000"/>
                <a:gd name="connsiteY375" fmla="*/ 745560 h 835479"/>
                <a:gd name="connsiteX376" fmla="*/ 6748457 w 6858000"/>
                <a:gd name="connsiteY376" fmla="*/ 724034 h 835479"/>
                <a:gd name="connsiteX377" fmla="*/ 6815515 w 6858000"/>
                <a:gd name="connsiteY377" fmla="*/ 704983 h 835479"/>
                <a:gd name="connsiteX378" fmla="*/ 6858000 w 6858000"/>
                <a:gd name="connsiteY378" fmla="*/ 695283 h 835479"/>
                <a:gd name="connsiteX379" fmla="*/ 6858000 w 6858000"/>
                <a:gd name="connsiteY379" fmla="*/ 456 h 835479"/>
                <a:gd name="connsiteX380" fmla="*/ 1687322 w 6858000"/>
                <a:gd name="connsiteY380" fmla="*/ 456 h 835479"/>
                <a:gd name="connsiteX381" fmla="*/ 1697753 w 6858000"/>
                <a:gd name="connsiteY381" fmla="*/ 10970 h 835479"/>
                <a:gd name="connsiteX382" fmla="*/ 1733188 w 6858000"/>
                <a:gd name="connsiteY382" fmla="*/ 33639 h 835479"/>
                <a:gd name="connsiteX383" fmla="*/ 1833775 w 6858000"/>
                <a:gd name="connsiteY383" fmla="*/ 75360 h 835479"/>
                <a:gd name="connsiteX384" fmla="*/ 1842158 w 6858000"/>
                <a:gd name="connsiteY384" fmla="*/ 82981 h 835479"/>
                <a:gd name="connsiteX385" fmla="*/ 1916454 w 6858000"/>
                <a:gd name="connsiteY385" fmla="*/ 173472 h 835479"/>
                <a:gd name="connsiteX386" fmla="*/ 1933219 w 6858000"/>
                <a:gd name="connsiteY386" fmla="*/ 188902 h 835479"/>
                <a:gd name="connsiteX387" fmla="*/ 1953413 w 6858000"/>
                <a:gd name="connsiteY387" fmla="*/ 212907 h 835479"/>
                <a:gd name="connsiteX388" fmla="*/ 2016469 w 6858000"/>
                <a:gd name="connsiteY388" fmla="*/ 259390 h 835479"/>
                <a:gd name="connsiteX389" fmla="*/ 2094578 w 6858000"/>
                <a:gd name="connsiteY389" fmla="*/ 274249 h 835479"/>
                <a:gd name="connsiteX390" fmla="*/ 2188879 w 6858000"/>
                <a:gd name="connsiteY390" fmla="*/ 296920 h 835479"/>
                <a:gd name="connsiteX391" fmla="*/ 2228314 w 6858000"/>
                <a:gd name="connsiteY391" fmla="*/ 312160 h 835479"/>
                <a:gd name="connsiteX392" fmla="*/ 2334044 w 6858000"/>
                <a:gd name="connsiteY392" fmla="*/ 341117 h 835479"/>
                <a:gd name="connsiteX393" fmla="*/ 2409485 w 6858000"/>
                <a:gd name="connsiteY393" fmla="*/ 365502 h 835479"/>
                <a:gd name="connsiteX394" fmla="*/ 2409487 w 6858000"/>
                <a:gd name="connsiteY394" fmla="*/ 365504 h 835479"/>
                <a:gd name="connsiteX395" fmla="*/ 2463015 w 6858000"/>
                <a:gd name="connsiteY395" fmla="*/ 388434 h 835479"/>
                <a:gd name="connsiteX396" fmla="*/ 2463017 w 6858000"/>
                <a:gd name="connsiteY396" fmla="*/ 388434 h 835479"/>
                <a:gd name="connsiteX397" fmla="*/ 2518262 w 6858000"/>
                <a:gd name="connsiteY397" fmla="*/ 379792 h 835479"/>
                <a:gd name="connsiteX398" fmla="*/ 2518263 w 6858000"/>
                <a:gd name="connsiteY398" fmla="*/ 379791 h 835479"/>
                <a:gd name="connsiteX399" fmla="*/ 2545005 w 6858000"/>
                <a:gd name="connsiteY399" fmla="*/ 376147 h 835479"/>
                <a:gd name="connsiteX400" fmla="*/ 2545006 w 6858000"/>
                <a:gd name="connsiteY400" fmla="*/ 376147 h 835479"/>
                <a:gd name="connsiteX401" fmla="*/ 2571034 w 6858000"/>
                <a:gd name="connsiteY401" fmla="*/ 380361 h 835479"/>
                <a:gd name="connsiteX402" fmla="*/ 2668001 w 6858000"/>
                <a:gd name="connsiteY402" fmla="*/ 453514 h 835479"/>
                <a:gd name="connsiteX403" fmla="*/ 2745348 w 6858000"/>
                <a:gd name="connsiteY403" fmla="*/ 501904 h 835479"/>
                <a:gd name="connsiteX404" fmla="*/ 2745351 w 6858000"/>
                <a:gd name="connsiteY404" fmla="*/ 501906 h 835479"/>
                <a:gd name="connsiteX405" fmla="*/ 2778005 w 6858000"/>
                <a:gd name="connsiteY405" fmla="*/ 507825 h 835479"/>
                <a:gd name="connsiteX406" fmla="*/ 2785439 w 6858000"/>
                <a:gd name="connsiteY406" fmla="*/ 507405 h 835479"/>
                <a:gd name="connsiteX407" fmla="*/ 2811779 w 6858000"/>
                <a:gd name="connsiteY407" fmla="*/ 497326 h 835479"/>
                <a:gd name="connsiteX408" fmla="*/ 2811786 w 6858000"/>
                <a:gd name="connsiteY408" fmla="*/ 497322 h 835479"/>
                <a:gd name="connsiteX409" fmla="*/ 2811786 w 6858000"/>
                <a:gd name="connsiteY409" fmla="*/ 497323 h 835479"/>
                <a:gd name="connsiteX410" fmla="*/ 2811779 w 6858000"/>
                <a:gd name="connsiteY410" fmla="*/ 497326 h 835479"/>
                <a:gd name="connsiteX411" fmla="*/ 2793022 w 6858000"/>
                <a:gd name="connsiteY411" fmla="*/ 506976 h 835479"/>
                <a:gd name="connsiteX412" fmla="*/ 2785439 w 6858000"/>
                <a:gd name="connsiteY412" fmla="*/ 507405 h 835479"/>
                <a:gd name="connsiteX413" fmla="*/ 2782304 w 6858000"/>
                <a:gd name="connsiteY413" fmla="*/ 508605 h 835479"/>
                <a:gd name="connsiteX414" fmla="*/ 2778005 w 6858000"/>
                <a:gd name="connsiteY414" fmla="*/ 507825 h 835479"/>
                <a:gd name="connsiteX415" fmla="*/ 2770757 w 6858000"/>
                <a:gd name="connsiteY415" fmla="*/ 508235 h 835479"/>
                <a:gd name="connsiteX416" fmla="*/ 2745351 w 6858000"/>
                <a:gd name="connsiteY416" fmla="*/ 501906 h 835479"/>
                <a:gd name="connsiteX417" fmla="*/ 2745347 w 6858000"/>
                <a:gd name="connsiteY417" fmla="*/ 501904 h 835479"/>
                <a:gd name="connsiteX418" fmla="*/ 2668000 w 6858000"/>
                <a:gd name="connsiteY418" fmla="*/ 453514 h 835479"/>
                <a:gd name="connsiteX419" fmla="*/ 2571033 w 6858000"/>
                <a:gd name="connsiteY419" fmla="*/ 380361 h 835479"/>
                <a:gd name="connsiteX420" fmla="*/ 2545006 w 6858000"/>
                <a:gd name="connsiteY420" fmla="*/ 376147 h 835479"/>
                <a:gd name="connsiteX421" fmla="*/ 2518264 w 6858000"/>
                <a:gd name="connsiteY421" fmla="*/ 379791 h 835479"/>
                <a:gd name="connsiteX422" fmla="*/ 2518262 w 6858000"/>
                <a:gd name="connsiteY422" fmla="*/ 379792 h 835479"/>
                <a:gd name="connsiteX423" fmla="*/ 2490550 w 6858000"/>
                <a:gd name="connsiteY423" fmla="*/ 386372 h 835479"/>
                <a:gd name="connsiteX424" fmla="*/ 2463017 w 6858000"/>
                <a:gd name="connsiteY424" fmla="*/ 388434 h 835479"/>
                <a:gd name="connsiteX425" fmla="*/ 2463016 w 6858000"/>
                <a:gd name="connsiteY425" fmla="*/ 388434 h 835479"/>
                <a:gd name="connsiteX426" fmla="*/ 2463015 w 6858000"/>
                <a:gd name="connsiteY426" fmla="*/ 388434 h 835479"/>
                <a:gd name="connsiteX427" fmla="*/ 2435912 w 6858000"/>
                <a:gd name="connsiteY427" fmla="*/ 382603 h 835479"/>
                <a:gd name="connsiteX428" fmla="*/ 2409487 w 6858000"/>
                <a:gd name="connsiteY428" fmla="*/ 365504 h 835479"/>
                <a:gd name="connsiteX429" fmla="*/ 2409484 w 6858000"/>
                <a:gd name="connsiteY429" fmla="*/ 365502 h 835479"/>
                <a:gd name="connsiteX430" fmla="*/ 2334043 w 6858000"/>
                <a:gd name="connsiteY430" fmla="*/ 341117 h 835479"/>
                <a:gd name="connsiteX431" fmla="*/ 2228313 w 6858000"/>
                <a:gd name="connsiteY431" fmla="*/ 312160 h 835479"/>
                <a:gd name="connsiteX432" fmla="*/ 2188878 w 6858000"/>
                <a:gd name="connsiteY432" fmla="*/ 296920 h 835479"/>
                <a:gd name="connsiteX433" fmla="*/ 2094577 w 6858000"/>
                <a:gd name="connsiteY433" fmla="*/ 274249 h 835479"/>
                <a:gd name="connsiteX434" fmla="*/ 2016468 w 6858000"/>
                <a:gd name="connsiteY434" fmla="*/ 259390 h 835479"/>
                <a:gd name="connsiteX435" fmla="*/ 1953412 w 6858000"/>
                <a:gd name="connsiteY435" fmla="*/ 212907 h 835479"/>
                <a:gd name="connsiteX436" fmla="*/ 1933218 w 6858000"/>
                <a:gd name="connsiteY436" fmla="*/ 188902 h 835479"/>
                <a:gd name="connsiteX437" fmla="*/ 1916453 w 6858000"/>
                <a:gd name="connsiteY437" fmla="*/ 173472 h 835479"/>
                <a:gd name="connsiteX438" fmla="*/ 1842157 w 6858000"/>
                <a:gd name="connsiteY438" fmla="*/ 82981 h 835479"/>
                <a:gd name="connsiteX439" fmla="*/ 1833774 w 6858000"/>
                <a:gd name="connsiteY439" fmla="*/ 75360 h 835479"/>
                <a:gd name="connsiteX440" fmla="*/ 1733187 w 6858000"/>
                <a:gd name="connsiteY440" fmla="*/ 33639 h 835479"/>
                <a:gd name="connsiteX441" fmla="*/ 1697752 w 6858000"/>
                <a:gd name="connsiteY441" fmla="*/ 10971 h 835479"/>
                <a:gd name="connsiteX442" fmla="*/ 1687320 w 6858000"/>
                <a:gd name="connsiteY442" fmla="*/ 456 h 835479"/>
                <a:gd name="connsiteX443" fmla="*/ 916806 w 6858000"/>
                <a:gd name="connsiteY443" fmla="*/ 456 h 835479"/>
                <a:gd name="connsiteX444" fmla="*/ 927155 w 6858000"/>
                <a:gd name="connsiteY444" fmla="*/ 9636 h 835479"/>
                <a:gd name="connsiteX445" fmla="*/ 1097087 w 6858000"/>
                <a:gd name="connsiteY445" fmla="*/ 6016 h 835479"/>
                <a:gd name="connsiteX446" fmla="*/ 1123185 w 6858000"/>
                <a:gd name="connsiteY446" fmla="*/ 1634 h 835479"/>
                <a:gd name="connsiteX447" fmla="*/ 1184028 w 6858000"/>
                <a:gd name="connsiteY447" fmla="*/ 26353 h 835479"/>
                <a:gd name="connsiteX448" fmla="*/ 1123184 w 6858000"/>
                <a:gd name="connsiteY448" fmla="*/ 1635 h 835479"/>
                <a:gd name="connsiteX449" fmla="*/ 1097086 w 6858000"/>
                <a:gd name="connsiteY449" fmla="*/ 6017 h 835479"/>
                <a:gd name="connsiteX450" fmla="*/ 927154 w 6858000"/>
                <a:gd name="connsiteY450" fmla="*/ 9637 h 835479"/>
                <a:gd name="connsiteX451" fmla="*/ 916804 w 6858000"/>
                <a:gd name="connsiteY451" fmla="*/ 456 h 835479"/>
                <a:gd name="connsiteX452" fmla="*/ 578772 w 6858000"/>
                <a:gd name="connsiteY452" fmla="*/ 456 h 835479"/>
                <a:gd name="connsiteX453" fmla="*/ 556046 w 6858000"/>
                <a:gd name="connsiteY453" fmla="*/ 6589 h 835479"/>
                <a:gd name="connsiteX454" fmla="*/ 517850 w 6858000"/>
                <a:gd name="connsiteY454" fmla="*/ 15506 h 835479"/>
                <a:gd name="connsiteX455" fmla="*/ 556047 w 6858000"/>
                <a:gd name="connsiteY455" fmla="*/ 6588 h 835479"/>
                <a:gd name="connsiteX456" fmla="*/ 578770 w 6858000"/>
                <a:gd name="connsiteY456" fmla="*/ 456 h 835479"/>
                <a:gd name="connsiteX457" fmla="*/ 0 w 6858000"/>
                <a:gd name="connsiteY457" fmla="*/ 456 h 835479"/>
                <a:gd name="connsiteX458" fmla="*/ 0 w 6858000"/>
                <a:gd name="connsiteY458" fmla="*/ 20445 h 835479"/>
                <a:gd name="connsiteX459" fmla="*/ 0 w 6858000"/>
                <a:gd name="connsiteY459" fmla="*/ 29969 h 83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Lst>
              <a:rect l="l" t="t" r="r" b="b"/>
              <a:pathLst>
                <a:path w="6858000" h="835479">
                  <a:moveTo>
                    <a:pt x="6564619" y="468946"/>
                  </a:moveTo>
                  <a:lnTo>
                    <a:pt x="6564620" y="468946"/>
                  </a:lnTo>
                  <a:cubicBezTo>
                    <a:pt x="6575478" y="479233"/>
                    <a:pt x="6582146" y="485329"/>
                    <a:pt x="6588625" y="491425"/>
                  </a:cubicBezTo>
                  <a:lnTo>
                    <a:pt x="6625224" y="508047"/>
                  </a:lnTo>
                  <a:lnTo>
                    <a:pt x="6662539" y="500953"/>
                  </a:lnTo>
                  <a:lnTo>
                    <a:pt x="6662540" y="500952"/>
                  </a:lnTo>
                  <a:lnTo>
                    <a:pt x="6662543" y="500951"/>
                  </a:lnTo>
                  <a:lnTo>
                    <a:pt x="6683026" y="489501"/>
                  </a:lnTo>
                  <a:lnTo>
                    <a:pt x="6702975" y="486354"/>
                  </a:lnTo>
                  <a:lnTo>
                    <a:pt x="6702976" y="486354"/>
                  </a:lnTo>
                  <a:cubicBezTo>
                    <a:pt x="6716168" y="486759"/>
                    <a:pt x="6729218" y="491903"/>
                    <a:pt x="6742552" y="500190"/>
                  </a:cubicBezTo>
                  <a:lnTo>
                    <a:pt x="6742554" y="500191"/>
                  </a:lnTo>
                  <a:lnTo>
                    <a:pt x="6812061" y="519668"/>
                  </a:lnTo>
                  <a:lnTo>
                    <a:pt x="6776799" y="514894"/>
                  </a:lnTo>
                  <a:lnTo>
                    <a:pt x="6742554" y="500191"/>
                  </a:lnTo>
                  <a:lnTo>
                    <a:pt x="6742551" y="500190"/>
                  </a:lnTo>
                  <a:lnTo>
                    <a:pt x="6702975" y="486354"/>
                  </a:lnTo>
                  <a:lnTo>
                    <a:pt x="6662543" y="500951"/>
                  </a:lnTo>
                  <a:lnTo>
                    <a:pt x="6662541" y="500952"/>
                  </a:lnTo>
                  <a:lnTo>
                    <a:pt x="6662539" y="500953"/>
                  </a:lnTo>
                  <a:lnTo>
                    <a:pt x="6645551" y="508036"/>
                  </a:lnTo>
                  <a:lnTo>
                    <a:pt x="6625224" y="508047"/>
                  </a:lnTo>
                  <a:lnTo>
                    <a:pt x="6625223" y="508047"/>
                  </a:lnTo>
                  <a:cubicBezTo>
                    <a:pt x="6611340" y="505951"/>
                    <a:pt x="6597577" y="499903"/>
                    <a:pt x="6588624" y="491425"/>
                  </a:cubicBezTo>
                  <a:close/>
                  <a:moveTo>
                    <a:pt x="6438980" y="549267"/>
                  </a:moveTo>
                  <a:lnTo>
                    <a:pt x="6463839" y="529336"/>
                  </a:lnTo>
                  <a:lnTo>
                    <a:pt x="6463848" y="529334"/>
                  </a:lnTo>
                  <a:lnTo>
                    <a:pt x="6513011" y="515538"/>
                  </a:lnTo>
                  <a:lnTo>
                    <a:pt x="6546193" y="496733"/>
                  </a:lnTo>
                  <a:lnTo>
                    <a:pt x="6546194" y="496733"/>
                  </a:lnTo>
                  <a:lnTo>
                    <a:pt x="6521803" y="513071"/>
                  </a:lnTo>
                  <a:lnTo>
                    <a:pt x="6513011" y="515538"/>
                  </a:lnTo>
                  <a:lnTo>
                    <a:pt x="6508051" y="518349"/>
                  </a:lnTo>
                  <a:lnTo>
                    <a:pt x="6463848" y="529334"/>
                  </a:lnTo>
                  <a:lnTo>
                    <a:pt x="6463840" y="529336"/>
                  </a:lnTo>
                  <a:cubicBezTo>
                    <a:pt x="6451649" y="532288"/>
                    <a:pt x="6444076" y="539765"/>
                    <a:pt x="6438980" y="549267"/>
                  </a:cubicBezTo>
                  <a:close/>
                  <a:moveTo>
                    <a:pt x="6365203" y="635242"/>
                  </a:moveTo>
                  <a:lnTo>
                    <a:pt x="6387909" y="633959"/>
                  </a:lnTo>
                  <a:lnTo>
                    <a:pt x="6391548" y="632195"/>
                  </a:lnTo>
                  <a:lnTo>
                    <a:pt x="6407331" y="624541"/>
                  </a:lnTo>
                  <a:lnTo>
                    <a:pt x="6407332" y="624541"/>
                  </a:lnTo>
                  <a:lnTo>
                    <a:pt x="6391548" y="632195"/>
                  </a:lnTo>
                  <a:lnTo>
                    <a:pt x="6387909" y="633961"/>
                  </a:lnTo>
                  <a:close/>
                  <a:moveTo>
                    <a:pt x="4221390" y="396172"/>
                  </a:moveTo>
                  <a:lnTo>
                    <a:pt x="4221391" y="396172"/>
                  </a:lnTo>
                  <a:cubicBezTo>
                    <a:pt x="4232060" y="396934"/>
                    <a:pt x="4243872" y="397124"/>
                    <a:pt x="4253014" y="401888"/>
                  </a:cubicBezTo>
                  <a:cubicBezTo>
                    <a:pt x="4277401" y="414081"/>
                    <a:pt x="4300070" y="429701"/>
                    <a:pt x="4324645" y="441704"/>
                  </a:cubicBezTo>
                  <a:lnTo>
                    <a:pt x="4363890" y="450658"/>
                  </a:lnTo>
                  <a:lnTo>
                    <a:pt x="4482003" y="449896"/>
                  </a:lnTo>
                  <a:cubicBezTo>
                    <a:pt x="4546775" y="447228"/>
                    <a:pt x="4612499" y="446656"/>
                    <a:pt x="4659173" y="389886"/>
                  </a:cubicBezTo>
                  <a:cubicBezTo>
                    <a:pt x="4662985" y="385314"/>
                    <a:pt x="4671175" y="382646"/>
                    <a:pt x="4677654" y="381884"/>
                  </a:cubicBezTo>
                  <a:cubicBezTo>
                    <a:pt x="4707563" y="378265"/>
                    <a:pt x="4738234" y="377883"/>
                    <a:pt x="4767763" y="371977"/>
                  </a:cubicBezTo>
                  <a:cubicBezTo>
                    <a:pt x="4779574" y="369596"/>
                    <a:pt x="4790386" y="368787"/>
                    <a:pt x="4800482" y="370668"/>
                  </a:cubicBezTo>
                  <a:lnTo>
                    <a:pt x="4800483" y="370668"/>
                  </a:lnTo>
                  <a:cubicBezTo>
                    <a:pt x="4810580" y="372549"/>
                    <a:pt x="4819963" y="377122"/>
                    <a:pt x="4828916" y="385504"/>
                  </a:cubicBezTo>
                  <a:lnTo>
                    <a:pt x="4863342" y="407685"/>
                  </a:lnTo>
                  <a:lnTo>
                    <a:pt x="4889274" y="415214"/>
                  </a:lnTo>
                  <a:lnTo>
                    <a:pt x="4912167" y="413509"/>
                  </a:lnTo>
                  <a:cubicBezTo>
                    <a:pt x="4919977" y="411794"/>
                    <a:pt x="4927121" y="411437"/>
                    <a:pt x="4933803" y="412107"/>
                  </a:cubicBezTo>
                  <a:lnTo>
                    <a:pt x="4933804" y="412107"/>
                  </a:lnTo>
                  <a:lnTo>
                    <a:pt x="4952672" y="416866"/>
                  </a:lnTo>
                  <a:lnTo>
                    <a:pt x="4957452" y="419659"/>
                  </a:lnTo>
                  <a:lnTo>
                    <a:pt x="4961455" y="420937"/>
                  </a:lnTo>
                  <a:cubicBezTo>
                    <a:pt x="4970096" y="425448"/>
                    <a:pt x="4978393" y="431154"/>
                    <a:pt x="4987037" y="436941"/>
                  </a:cubicBezTo>
                  <a:cubicBezTo>
                    <a:pt x="5003801" y="448180"/>
                    <a:pt x="5022852" y="462278"/>
                    <a:pt x="5041521" y="463420"/>
                  </a:cubicBezTo>
                  <a:lnTo>
                    <a:pt x="5041527" y="463422"/>
                  </a:lnTo>
                  <a:lnTo>
                    <a:pt x="5064789" y="468043"/>
                  </a:lnTo>
                  <a:lnTo>
                    <a:pt x="5070584" y="470217"/>
                  </a:lnTo>
                  <a:lnTo>
                    <a:pt x="5072375" y="470636"/>
                  </a:lnTo>
                  <a:lnTo>
                    <a:pt x="5087443" y="476540"/>
                  </a:lnTo>
                  <a:lnTo>
                    <a:pt x="5133219" y="489567"/>
                  </a:lnTo>
                  <a:lnTo>
                    <a:pt x="5133224" y="489569"/>
                  </a:lnTo>
                  <a:lnTo>
                    <a:pt x="5166112" y="482853"/>
                  </a:lnTo>
                  <a:lnTo>
                    <a:pt x="5166113" y="482853"/>
                  </a:lnTo>
                  <a:cubicBezTo>
                    <a:pt x="5167637" y="482091"/>
                    <a:pt x="5169780" y="482663"/>
                    <a:pt x="5172090" y="483545"/>
                  </a:cubicBezTo>
                  <a:lnTo>
                    <a:pt x="5179067" y="486091"/>
                  </a:lnTo>
                  <a:lnTo>
                    <a:pt x="5229432" y="485925"/>
                  </a:lnTo>
                  <a:lnTo>
                    <a:pt x="5243613" y="478254"/>
                  </a:lnTo>
                  <a:lnTo>
                    <a:pt x="5272795" y="462468"/>
                  </a:lnTo>
                  <a:cubicBezTo>
                    <a:pt x="5285440" y="450823"/>
                    <a:pt x="5298594" y="443117"/>
                    <a:pt x="5312287" y="438565"/>
                  </a:cubicBezTo>
                  <a:lnTo>
                    <a:pt x="5321350" y="437509"/>
                  </a:lnTo>
                  <a:lnTo>
                    <a:pt x="5326162" y="435035"/>
                  </a:lnTo>
                  <a:lnTo>
                    <a:pt x="5355013" y="433589"/>
                  </a:lnTo>
                  <a:lnTo>
                    <a:pt x="5355014" y="433589"/>
                  </a:lnTo>
                  <a:cubicBezTo>
                    <a:pt x="5364882" y="434238"/>
                    <a:pt x="5375002" y="435941"/>
                    <a:pt x="5385384" y="438465"/>
                  </a:cubicBezTo>
                  <a:cubicBezTo>
                    <a:pt x="5398721" y="441704"/>
                    <a:pt x="5412057" y="443990"/>
                    <a:pt x="5425582" y="446656"/>
                  </a:cubicBezTo>
                  <a:cubicBezTo>
                    <a:pt x="5443870" y="450466"/>
                    <a:pt x="5462351" y="454468"/>
                    <a:pt x="5480637" y="458278"/>
                  </a:cubicBezTo>
                  <a:lnTo>
                    <a:pt x="5507667" y="462803"/>
                  </a:lnTo>
                  <a:lnTo>
                    <a:pt x="5531691" y="452184"/>
                  </a:lnTo>
                  <a:lnTo>
                    <a:pt x="5531692" y="452183"/>
                  </a:lnTo>
                  <a:cubicBezTo>
                    <a:pt x="5537599" y="445133"/>
                    <a:pt x="5542648" y="441941"/>
                    <a:pt x="5547577" y="442037"/>
                  </a:cubicBezTo>
                  <a:lnTo>
                    <a:pt x="5547578" y="442037"/>
                  </a:lnTo>
                  <a:cubicBezTo>
                    <a:pt x="5552507" y="442132"/>
                    <a:pt x="5557317" y="445514"/>
                    <a:pt x="5562746" y="451610"/>
                  </a:cubicBezTo>
                  <a:cubicBezTo>
                    <a:pt x="5600467" y="494284"/>
                    <a:pt x="5646189" y="520954"/>
                    <a:pt x="5704483" y="522858"/>
                  </a:cubicBezTo>
                  <a:cubicBezTo>
                    <a:pt x="5716485" y="523241"/>
                    <a:pt x="5728678" y="525906"/>
                    <a:pt x="5740488" y="528765"/>
                  </a:cubicBezTo>
                  <a:cubicBezTo>
                    <a:pt x="5747728" y="530479"/>
                    <a:pt x="5756493" y="532385"/>
                    <a:pt x="5760873" y="537529"/>
                  </a:cubicBezTo>
                  <a:cubicBezTo>
                    <a:pt x="5794974" y="576772"/>
                    <a:pt x="5837457" y="604015"/>
                    <a:pt x="5883751" y="625924"/>
                  </a:cubicBezTo>
                  <a:lnTo>
                    <a:pt x="5883755" y="625926"/>
                  </a:lnTo>
                  <a:lnTo>
                    <a:pt x="5935945" y="643829"/>
                  </a:lnTo>
                  <a:lnTo>
                    <a:pt x="5935949" y="643830"/>
                  </a:lnTo>
                  <a:lnTo>
                    <a:pt x="5993289" y="640211"/>
                  </a:lnTo>
                  <a:lnTo>
                    <a:pt x="5993290" y="640210"/>
                  </a:lnTo>
                  <a:cubicBezTo>
                    <a:pt x="6004530" y="639068"/>
                    <a:pt x="6017484" y="639259"/>
                    <a:pt x="6026439" y="633735"/>
                  </a:cubicBezTo>
                  <a:cubicBezTo>
                    <a:pt x="6054824" y="616397"/>
                    <a:pt x="6082257" y="597729"/>
                    <a:pt x="6108737" y="577534"/>
                  </a:cubicBezTo>
                  <a:cubicBezTo>
                    <a:pt x="6120073" y="568866"/>
                    <a:pt x="6126883" y="563913"/>
                    <a:pt x="6133313" y="563843"/>
                  </a:cubicBezTo>
                  <a:lnTo>
                    <a:pt x="6133314" y="563843"/>
                  </a:lnTo>
                  <a:lnTo>
                    <a:pt x="6143189" y="567542"/>
                  </a:lnTo>
                  <a:lnTo>
                    <a:pt x="6155599" y="579438"/>
                  </a:lnTo>
                  <a:lnTo>
                    <a:pt x="6155602" y="579440"/>
                  </a:lnTo>
                  <a:cubicBezTo>
                    <a:pt x="6175797" y="601729"/>
                    <a:pt x="6200944" y="613349"/>
                    <a:pt x="6228756" y="618111"/>
                  </a:cubicBezTo>
                  <a:lnTo>
                    <a:pt x="6361539" y="635448"/>
                  </a:lnTo>
                  <a:lnTo>
                    <a:pt x="6361538" y="635448"/>
                  </a:lnTo>
                  <a:cubicBezTo>
                    <a:pt x="6317150" y="631828"/>
                    <a:pt x="6272763" y="625542"/>
                    <a:pt x="6228755" y="618111"/>
                  </a:cubicBezTo>
                  <a:cubicBezTo>
                    <a:pt x="6200943" y="613349"/>
                    <a:pt x="6175796" y="601729"/>
                    <a:pt x="6155601" y="579440"/>
                  </a:cubicBezTo>
                  <a:lnTo>
                    <a:pt x="6155599" y="579438"/>
                  </a:lnTo>
                  <a:lnTo>
                    <a:pt x="6133314" y="563843"/>
                  </a:lnTo>
                  <a:lnTo>
                    <a:pt x="6108738" y="577534"/>
                  </a:lnTo>
                  <a:cubicBezTo>
                    <a:pt x="6082258" y="597729"/>
                    <a:pt x="6054825" y="616397"/>
                    <a:pt x="6026440" y="633735"/>
                  </a:cubicBezTo>
                  <a:cubicBezTo>
                    <a:pt x="6017485" y="639259"/>
                    <a:pt x="6004531" y="639068"/>
                    <a:pt x="5993291" y="640210"/>
                  </a:cubicBezTo>
                  <a:lnTo>
                    <a:pt x="5993289" y="640211"/>
                  </a:lnTo>
                  <a:lnTo>
                    <a:pt x="5964476" y="643664"/>
                  </a:lnTo>
                  <a:lnTo>
                    <a:pt x="5935949" y="643830"/>
                  </a:lnTo>
                  <a:lnTo>
                    <a:pt x="5935948" y="643830"/>
                  </a:lnTo>
                  <a:lnTo>
                    <a:pt x="5935945" y="643829"/>
                  </a:lnTo>
                  <a:lnTo>
                    <a:pt x="5909350" y="636949"/>
                  </a:lnTo>
                  <a:lnTo>
                    <a:pt x="5883755" y="625926"/>
                  </a:lnTo>
                  <a:lnTo>
                    <a:pt x="5883750" y="625924"/>
                  </a:lnTo>
                  <a:cubicBezTo>
                    <a:pt x="5837456" y="604015"/>
                    <a:pt x="5794973" y="576772"/>
                    <a:pt x="5760872" y="537529"/>
                  </a:cubicBezTo>
                  <a:cubicBezTo>
                    <a:pt x="5756492" y="532385"/>
                    <a:pt x="5747727" y="530479"/>
                    <a:pt x="5740487" y="528765"/>
                  </a:cubicBezTo>
                  <a:cubicBezTo>
                    <a:pt x="5728677" y="525906"/>
                    <a:pt x="5716484" y="523241"/>
                    <a:pt x="5704482" y="522858"/>
                  </a:cubicBezTo>
                  <a:cubicBezTo>
                    <a:pt x="5646188" y="520954"/>
                    <a:pt x="5600466" y="494284"/>
                    <a:pt x="5562745" y="451610"/>
                  </a:cubicBezTo>
                  <a:lnTo>
                    <a:pt x="5547577" y="442037"/>
                  </a:lnTo>
                  <a:lnTo>
                    <a:pt x="5531693" y="452183"/>
                  </a:lnTo>
                  <a:lnTo>
                    <a:pt x="5531691" y="452184"/>
                  </a:lnTo>
                  <a:lnTo>
                    <a:pt x="5520421" y="460582"/>
                  </a:lnTo>
                  <a:lnTo>
                    <a:pt x="5507667" y="462803"/>
                  </a:lnTo>
                  <a:lnTo>
                    <a:pt x="5507666" y="462803"/>
                  </a:lnTo>
                  <a:cubicBezTo>
                    <a:pt x="5498831" y="462755"/>
                    <a:pt x="5489496" y="460183"/>
                    <a:pt x="5480636" y="458278"/>
                  </a:cubicBezTo>
                  <a:cubicBezTo>
                    <a:pt x="5462350" y="454468"/>
                    <a:pt x="5443869" y="450466"/>
                    <a:pt x="5425581" y="446656"/>
                  </a:cubicBezTo>
                  <a:cubicBezTo>
                    <a:pt x="5412056" y="443990"/>
                    <a:pt x="5398720" y="441704"/>
                    <a:pt x="5385383" y="438465"/>
                  </a:cubicBezTo>
                  <a:lnTo>
                    <a:pt x="5355013" y="433589"/>
                  </a:lnTo>
                  <a:lnTo>
                    <a:pt x="5321350" y="437509"/>
                  </a:lnTo>
                  <a:lnTo>
                    <a:pt x="5272796" y="462468"/>
                  </a:lnTo>
                  <a:lnTo>
                    <a:pt x="5243613" y="478254"/>
                  </a:lnTo>
                  <a:lnTo>
                    <a:pt x="5229433" y="485925"/>
                  </a:lnTo>
                  <a:cubicBezTo>
                    <a:pt x="5213597" y="489759"/>
                    <a:pt x="5196594" y="489711"/>
                    <a:pt x="5179067" y="486091"/>
                  </a:cubicBezTo>
                  <a:lnTo>
                    <a:pt x="5179066" y="486091"/>
                  </a:lnTo>
                  <a:cubicBezTo>
                    <a:pt x="5176875" y="485615"/>
                    <a:pt x="5174399" y="484425"/>
                    <a:pt x="5172089" y="483545"/>
                  </a:cubicBezTo>
                  <a:lnTo>
                    <a:pt x="5166113" y="482853"/>
                  </a:lnTo>
                  <a:lnTo>
                    <a:pt x="5133224" y="489569"/>
                  </a:lnTo>
                  <a:lnTo>
                    <a:pt x="5133223" y="489569"/>
                  </a:lnTo>
                  <a:lnTo>
                    <a:pt x="5133219" y="489567"/>
                  </a:lnTo>
                  <a:lnTo>
                    <a:pt x="5102460" y="482424"/>
                  </a:lnTo>
                  <a:lnTo>
                    <a:pt x="5087443" y="476540"/>
                  </a:lnTo>
                  <a:lnTo>
                    <a:pt x="5087422" y="476534"/>
                  </a:lnTo>
                  <a:lnTo>
                    <a:pt x="5070584" y="470217"/>
                  </a:lnTo>
                  <a:lnTo>
                    <a:pt x="5041527" y="463422"/>
                  </a:lnTo>
                  <a:lnTo>
                    <a:pt x="5041520" y="463420"/>
                  </a:lnTo>
                  <a:cubicBezTo>
                    <a:pt x="5022851" y="462278"/>
                    <a:pt x="5003800" y="448180"/>
                    <a:pt x="4987036" y="436941"/>
                  </a:cubicBezTo>
                  <a:lnTo>
                    <a:pt x="4957452" y="419659"/>
                  </a:lnTo>
                  <a:lnTo>
                    <a:pt x="4933804" y="412107"/>
                  </a:lnTo>
                  <a:lnTo>
                    <a:pt x="4912168" y="413509"/>
                  </a:lnTo>
                  <a:cubicBezTo>
                    <a:pt x="4904357" y="415271"/>
                    <a:pt x="4896713" y="415783"/>
                    <a:pt x="4889275" y="415214"/>
                  </a:cubicBezTo>
                  <a:lnTo>
                    <a:pt x="4889274" y="415214"/>
                  </a:lnTo>
                  <a:lnTo>
                    <a:pt x="4867613" y="410436"/>
                  </a:lnTo>
                  <a:lnTo>
                    <a:pt x="4863342" y="407685"/>
                  </a:lnTo>
                  <a:lnTo>
                    <a:pt x="4857316" y="405935"/>
                  </a:lnTo>
                  <a:cubicBezTo>
                    <a:pt x="4847213" y="400792"/>
                    <a:pt x="4837702" y="393791"/>
                    <a:pt x="4828915" y="385504"/>
                  </a:cubicBezTo>
                  <a:lnTo>
                    <a:pt x="4800482" y="370668"/>
                  </a:lnTo>
                  <a:lnTo>
                    <a:pt x="4767764" y="371977"/>
                  </a:lnTo>
                  <a:cubicBezTo>
                    <a:pt x="4738235" y="377883"/>
                    <a:pt x="4707564" y="378265"/>
                    <a:pt x="4677655" y="381884"/>
                  </a:cubicBezTo>
                  <a:cubicBezTo>
                    <a:pt x="4671176" y="382646"/>
                    <a:pt x="4662986" y="385314"/>
                    <a:pt x="4659174" y="389886"/>
                  </a:cubicBezTo>
                  <a:cubicBezTo>
                    <a:pt x="4612500" y="446656"/>
                    <a:pt x="4546776" y="447228"/>
                    <a:pt x="4482004" y="449896"/>
                  </a:cubicBezTo>
                  <a:cubicBezTo>
                    <a:pt x="4442761" y="451610"/>
                    <a:pt x="4403325" y="451610"/>
                    <a:pt x="4363890" y="450658"/>
                  </a:cubicBezTo>
                  <a:lnTo>
                    <a:pt x="4363889" y="450658"/>
                  </a:lnTo>
                  <a:cubicBezTo>
                    <a:pt x="4350553" y="450466"/>
                    <a:pt x="4336456" y="447418"/>
                    <a:pt x="4324644" y="441704"/>
                  </a:cubicBezTo>
                  <a:cubicBezTo>
                    <a:pt x="4300069" y="429701"/>
                    <a:pt x="4277400" y="414081"/>
                    <a:pt x="4253013" y="401888"/>
                  </a:cubicBezTo>
                  <a:close/>
                  <a:moveTo>
                    <a:pt x="4165382" y="392362"/>
                  </a:moveTo>
                  <a:lnTo>
                    <a:pt x="4165383" y="392362"/>
                  </a:lnTo>
                  <a:lnTo>
                    <a:pt x="4192387" y="396267"/>
                  </a:lnTo>
                  <a:lnTo>
                    <a:pt x="4192386" y="396267"/>
                  </a:lnTo>
                  <a:cubicBezTo>
                    <a:pt x="4182766" y="396363"/>
                    <a:pt x="4173479" y="395791"/>
                    <a:pt x="4165382" y="392362"/>
                  </a:cubicBezTo>
                  <a:close/>
                  <a:moveTo>
                    <a:pt x="3885337" y="379980"/>
                  </a:moveTo>
                  <a:lnTo>
                    <a:pt x="3885338" y="379980"/>
                  </a:lnTo>
                  <a:lnTo>
                    <a:pt x="3885341" y="379982"/>
                  </a:lnTo>
                  <a:lnTo>
                    <a:pt x="3962157" y="411865"/>
                  </a:lnTo>
                  <a:lnTo>
                    <a:pt x="3962159" y="411865"/>
                  </a:lnTo>
                  <a:lnTo>
                    <a:pt x="4043837" y="396173"/>
                  </a:lnTo>
                  <a:lnTo>
                    <a:pt x="4043838" y="396172"/>
                  </a:lnTo>
                  <a:cubicBezTo>
                    <a:pt x="4063841" y="387409"/>
                    <a:pt x="4083701" y="382027"/>
                    <a:pt x="4103824" y="381051"/>
                  </a:cubicBezTo>
                  <a:lnTo>
                    <a:pt x="4103825" y="381051"/>
                  </a:lnTo>
                  <a:lnTo>
                    <a:pt x="4134255" y="383018"/>
                  </a:lnTo>
                  <a:lnTo>
                    <a:pt x="4165381" y="392362"/>
                  </a:lnTo>
                  <a:lnTo>
                    <a:pt x="4103825" y="381051"/>
                  </a:lnTo>
                  <a:lnTo>
                    <a:pt x="4043839" y="396172"/>
                  </a:lnTo>
                  <a:lnTo>
                    <a:pt x="4043837" y="396173"/>
                  </a:lnTo>
                  <a:lnTo>
                    <a:pt x="4002409" y="409475"/>
                  </a:lnTo>
                  <a:lnTo>
                    <a:pt x="3962159" y="411865"/>
                  </a:lnTo>
                  <a:lnTo>
                    <a:pt x="3962158" y="411865"/>
                  </a:lnTo>
                  <a:lnTo>
                    <a:pt x="3962157" y="411865"/>
                  </a:lnTo>
                  <a:lnTo>
                    <a:pt x="3923124" y="402361"/>
                  </a:lnTo>
                  <a:lnTo>
                    <a:pt x="3885341" y="379982"/>
                  </a:lnTo>
                  <a:close/>
                  <a:moveTo>
                    <a:pt x="3669899" y="394577"/>
                  </a:moveTo>
                  <a:lnTo>
                    <a:pt x="3680163" y="397173"/>
                  </a:lnTo>
                  <a:lnTo>
                    <a:pt x="3734836" y="393125"/>
                  </a:lnTo>
                  <a:lnTo>
                    <a:pt x="3734837" y="393125"/>
                  </a:lnTo>
                  <a:cubicBezTo>
                    <a:pt x="3741315" y="392173"/>
                    <a:pt x="3749125" y="390839"/>
                    <a:pt x="3754652" y="393507"/>
                  </a:cubicBezTo>
                  <a:lnTo>
                    <a:pt x="3789775" y="399864"/>
                  </a:lnTo>
                  <a:lnTo>
                    <a:pt x="3822471" y="384932"/>
                  </a:lnTo>
                  <a:cubicBezTo>
                    <a:pt x="3831901" y="377884"/>
                    <a:pt x="3842045" y="372264"/>
                    <a:pt x="3852618" y="370597"/>
                  </a:cubicBezTo>
                  <a:lnTo>
                    <a:pt x="3852619" y="370597"/>
                  </a:lnTo>
                  <a:lnTo>
                    <a:pt x="3868763" y="371377"/>
                  </a:lnTo>
                  <a:lnTo>
                    <a:pt x="3885336" y="379980"/>
                  </a:lnTo>
                  <a:lnTo>
                    <a:pt x="3852619" y="370597"/>
                  </a:lnTo>
                  <a:lnTo>
                    <a:pt x="3822472" y="384932"/>
                  </a:lnTo>
                  <a:cubicBezTo>
                    <a:pt x="3811613" y="393124"/>
                    <a:pt x="3800896" y="398269"/>
                    <a:pt x="3789776" y="399864"/>
                  </a:cubicBezTo>
                  <a:lnTo>
                    <a:pt x="3789775" y="399864"/>
                  </a:lnTo>
                  <a:cubicBezTo>
                    <a:pt x="3778654" y="401460"/>
                    <a:pt x="3767129" y="399507"/>
                    <a:pt x="3754651" y="393507"/>
                  </a:cubicBezTo>
                  <a:lnTo>
                    <a:pt x="3734837" y="393125"/>
                  </a:lnTo>
                  <a:lnTo>
                    <a:pt x="3680163" y="397173"/>
                  </a:lnTo>
                  <a:lnTo>
                    <a:pt x="3680162" y="397173"/>
                  </a:lnTo>
                  <a:close/>
                  <a:moveTo>
                    <a:pt x="2836171" y="465063"/>
                  </a:moveTo>
                  <a:lnTo>
                    <a:pt x="2848792" y="456372"/>
                  </a:lnTo>
                  <a:cubicBezTo>
                    <a:pt x="2865009" y="451372"/>
                    <a:pt x="2881306" y="445515"/>
                    <a:pt x="2897784" y="440769"/>
                  </a:cubicBezTo>
                  <a:lnTo>
                    <a:pt x="2903549" y="439740"/>
                  </a:lnTo>
                  <a:lnTo>
                    <a:pt x="2914327" y="436466"/>
                  </a:lnTo>
                  <a:lnTo>
                    <a:pt x="2947858" y="431835"/>
                  </a:lnTo>
                  <a:lnTo>
                    <a:pt x="2947861" y="431834"/>
                  </a:lnTo>
                  <a:lnTo>
                    <a:pt x="2947862" y="431834"/>
                  </a:lnTo>
                  <a:cubicBezTo>
                    <a:pt x="2959156" y="431465"/>
                    <a:pt x="2970575" y="432465"/>
                    <a:pt x="2982148" y="435418"/>
                  </a:cubicBezTo>
                  <a:lnTo>
                    <a:pt x="3077401" y="447111"/>
                  </a:lnTo>
                  <a:lnTo>
                    <a:pt x="3172653" y="434656"/>
                  </a:lnTo>
                  <a:cubicBezTo>
                    <a:pt x="3276479" y="408747"/>
                    <a:pt x="3380304" y="381315"/>
                    <a:pt x="3489466" y="387029"/>
                  </a:cubicBezTo>
                  <a:cubicBezTo>
                    <a:pt x="3507562" y="387981"/>
                    <a:pt x="3529089" y="376360"/>
                    <a:pt x="3544712" y="364930"/>
                  </a:cubicBezTo>
                  <a:cubicBezTo>
                    <a:pt x="3559667" y="354072"/>
                    <a:pt x="3566811" y="348213"/>
                    <a:pt x="3574407" y="347308"/>
                  </a:cubicBezTo>
                  <a:lnTo>
                    <a:pt x="3574408" y="347308"/>
                  </a:lnTo>
                  <a:cubicBezTo>
                    <a:pt x="3582004" y="346403"/>
                    <a:pt x="3590053" y="350452"/>
                    <a:pt x="3606817" y="359406"/>
                  </a:cubicBezTo>
                  <a:cubicBezTo>
                    <a:pt x="3614819" y="363788"/>
                    <a:pt x="3624725" y="366454"/>
                    <a:pt x="3630632" y="372932"/>
                  </a:cubicBezTo>
                  <a:lnTo>
                    <a:pt x="3651953" y="388826"/>
                  </a:lnTo>
                  <a:lnTo>
                    <a:pt x="3630631" y="372932"/>
                  </a:lnTo>
                  <a:cubicBezTo>
                    <a:pt x="3624724" y="366454"/>
                    <a:pt x="3614818" y="363788"/>
                    <a:pt x="3606816" y="359406"/>
                  </a:cubicBezTo>
                  <a:cubicBezTo>
                    <a:pt x="3598434" y="354929"/>
                    <a:pt x="3592231" y="351678"/>
                    <a:pt x="3587173" y="349660"/>
                  </a:cubicBezTo>
                  <a:lnTo>
                    <a:pt x="3574407" y="347308"/>
                  </a:lnTo>
                  <a:lnTo>
                    <a:pt x="3562320" y="352387"/>
                  </a:lnTo>
                  <a:cubicBezTo>
                    <a:pt x="3557715" y="355322"/>
                    <a:pt x="3552190" y="359501"/>
                    <a:pt x="3544713" y="364930"/>
                  </a:cubicBezTo>
                  <a:cubicBezTo>
                    <a:pt x="3529090" y="376360"/>
                    <a:pt x="3507563" y="387981"/>
                    <a:pt x="3489467" y="387029"/>
                  </a:cubicBezTo>
                  <a:cubicBezTo>
                    <a:pt x="3380305" y="381315"/>
                    <a:pt x="3276480" y="408747"/>
                    <a:pt x="3172654" y="434656"/>
                  </a:cubicBezTo>
                  <a:cubicBezTo>
                    <a:pt x="3140649" y="442658"/>
                    <a:pt x="3109025" y="446896"/>
                    <a:pt x="3077401" y="447111"/>
                  </a:cubicBezTo>
                  <a:lnTo>
                    <a:pt x="3077400" y="447111"/>
                  </a:lnTo>
                  <a:cubicBezTo>
                    <a:pt x="3045776" y="447325"/>
                    <a:pt x="3014152" y="443515"/>
                    <a:pt x="2982147" y="435418"/>
                  </a:cubicBezTo>
                  <a:lnTo>
                    <a:pt x="2947862" y="431834"/>
                  </a:lnTo>
                  <a:lnTo>
                    <a:pt x="2947858" y="431835"/>
                  </a:lnTo>
                  <a:lnTo>
                    <a:pt x="2903549" y="439740"/>
                  </a:lnTo>
                  <a:lnTo>
                    <a:pt x="2848793" y="456372"/>
                  </a:lnTo>
                  <a:cubicBezTo>
                    <a:pt x="2844316" y="457705"/>
                    <a:pt x="2839982" y="460991"/>
                    <a:pt x="2836172" y="465063"/>
                  </a:cubicBezTo>
                  <a:close/>
                  <a:moveTo>
                    <a:pt x="1268757" y="18376"/>
                  </a:moveTo>
                  <a:cubicBezTo>
                    <a:pt x="1275401" y="18828"/>
                    <a:pt x="1281688" y="20400"/>
                    <a:pt x="1286069" y="23543"/>
                  </a:cubicBezTo>
                  <a:cubicBezTo>
                    <a:pt x="1306929" y="38116"/>
                    <a:pt x="1328552" y="44356"/>
                    <a:pt x="1350627" y="45880"/>
                  </a:cubicBezTo>
                  <a:lnTo>
                    <a:pt x="1413839" y="40286"/>
                  </a:lnTo>
                  <a:lnTo>
                    <a:pt x="1350626" y="45881"/>
                  </a:lnTo>
                  <a:cubicBezTo>
                    <a:pt x="1328551" y="44356"/>
                    <a:pt x="1306929" y="38117"/>
                    <a:pt x="1286068" y="23543"/>
                  </a:cubicBezTo>
                  <a:close/>
                  <a:moveTo>
                    <a:pt x="313532" y="14019"/>
                  </a:moveTo>
                  <a:lnTo>
                    <a:pt x="313533" y="14018"/>
                  </a:lnTo>
                  <a:cubicBezTo>
                    <a:pt x="316389" y="9826"/>
                    <a:pt x="330298" y="12112"/>
                    <a:pt x="338870" y="13446"/>
                  </a:cubicBezTo>
                  <a:lnTo>
                    <a:pt x="338902" y="13453"/>
                  </a:lnTo>
                  <a:lnTo>
                    <a:pt x="395639" y="23353"/>
                  </a:lnTo>
                  <a:lnTo>
                    <a:pt x="367327" y="19543"/>
                  </a:lnTo>
                  <a:lnTo>
                    <a:pt x="338902" y="13453"/>
                  </a:lnTo>
                  <a:lnTo>
                    <a:pt x="338869" y="13447"/>
                  </a:lnTo>
                  <a:cubicBezTo>
                    <a:pt x="334583" y="12780"/>
                    <a:pt x="328963" y="11875"/>
                    <a:pt x="324057" y="11661"/>
                  </a:cubicBezTo>
                  <a:close/>
                  <a:moveTo>
                    <a:pt x="281567" y="36346"/>
                  </a:moveTo>
                  <a:lnTo>
                    <a:pt x="295414" y="31451"/>
                  </a:lnTo>
                  <a:lnTo>
                    <a:pt x="295414" y="31452"/>
                  </a:lnTo>
                  <a:close/>
                  <a:moveTo>
                    <a:pt x="24485" y="23026"/>
                  </a:moveTo>
                  <a:lnTo>
                    <a:pt x="74128" y="20763"/>
                  </a:lnTo>
                  <a:cubicBezTo>
                    <a:pt x="91491" y="21686"/>
                    <a:pt x="108702" y="23996"/>
                    <a:pt x="125860" y="26687"/>
                  </a:cubicBezTo>
                  <a:lnTo>
                    <a:pt x="153386" y="31082"/>
                  </a:lnTo>
                  <a:lnTo>
                    <a:pt x="228943" y="39355"/>
                  </a:lnTo>
                  <a:lnTo>
                    <a:pt x="177270" y="34896"/>
                  </a:lnTo>
                  <a:lnTo>
                    <a:pt x="153386" y="31082"/>
                  </a:lnTo>
                  <a:lnTo>
                    <a:pt x="151568" y="30883"/>
                  </a:lnTo>
                  <a:cubicBezTo>
                    <a:pt x="125875" y="26653"/>
                    <a:pt x="100173" y="22148"/>
                    <a:pt x="74128" y="20764"/>
                  </a:cubicBezTo>
                  <a:close/>
                  <a:moveTo>
                    <a:pt x="0" y="29969"/>
                  </a:moveTo>
                  <a:lnTo>
                    <a:pt x="0" y="494077"/>
                  </a:lnTo>
                  <a:lnTo>
                    <a:pt x="2816" y="492950"/>
                  </a:lnTo>
                  <a:cubicBezTo>
                    <a:pt x="21485" y="484568"/>
                    <a:pt x="43011" y="481900"/>
                    <a:pt x="63586" y="478851"/>
                  </a:cubicBezTo>
                  <a:cubicBezTo>
                    <a:pt x="101307" y="473327"/>
                    <a:pt x="139218" y="469897"/>
                    <a:pt x="176938" y="464945"/>
                  </a:cubicBezTo>
                  <a:cubicBezTo>
                    <a:pt x="184940" y="463801"/>
                    <a:pt x="194084" y="461707"/>
                    <a:pt x="200181" y="456943"/>
                  </a:cubicBezTo>
                  <a:cubicBezTo>
                    <a:pt x="241900" y="424938"/>
                    <a:pt x="292578" y="415985"/>
                    <a:pt x="340773" y="419031"/>
                  </a:cubicBezTo>
                  <a:cubicBezTo>
                    <a:pt x="378685" y="421320"/>
                    <a:pt x="415834" y="423034"/>
                    <a:pt x="453363" y="419796"/>
                  </a:cubicBezTo>
                  <a:cubicBezTo>
                    <a:pt x="456221" y="419604"/>
                    <a:pt x="460031" y="419986"/>
                    <a:pt x="462125" y="421510"/>
                  </a:cubicBezTo>
                  <a:cubicBezTo>
                    <a:pt x="475080" y="431606"/>
                    <a:pt x="488606" y="432368"/>
                    <a:pt x="505181" y="434082"/>
                  </a:cubicBezTo>
                  <a:cubicBezTo>
                    <a:pt x="528614" y="436560"/>
                    <a:pt x="550140" y="434844"/>
                    <a:pt x="571859" y="430654"/>
                  </a:cubicBezTo>
                  <a:cubicBezTo>
                    <a:pt x="587671" y="427606"/>
                    <a:pt x="603672" y="421320"/>
                    <a:pt x="617771" y="413317"/>
                  </a:cubicBezTo>
                  <a:cubicBezTo>
                    <a:pt x="637391" y="402077"/>
                    <a:pt x="656254" y="397697"/>
                    <a:pt x="674922" y="412555"/>
                  </a:cubicBezTo>
                  <a:cubicBezTo>
                    <a:pt x="695115" y="428368"/>
                    <a:pt x="717976" y="422844"/>
                    <a:pt x="740267" y="423414"/>
                  </a:cubicBezTo>
                  <a:cubicBezTo>
                    <a:pt x="749981" y="423606"/>
                    <a:pt x="760269" y="423224"/>
                    <a:pt x="769604" y="425700"/>
                  </a:cubicBezTo>
                  <a:cubicBezTo>
                    <a:pt x="796654" y="432750"/>
                    <a:pt x="822755" y="443418"/>
                    <a:pt x="850188" y="448180"/>
                  </a:cubicBezTo>
                  <a:cubicBezTo>
                    <a:pt x="865429" y="450847"/>
                    <a:pt x="882383" y="446084"/>
                    <a:pt x="898197" y="442656"/>
                  </a:cubicBezTo>
                  <a:cubicBezTo>
                    <a:pt x="914199" y="439036"/>
                    <a:pt x="930010" y="433512"/>
                    <a:pt x="945443" y="427796"/>
                  </a:cubicBezTo>
                  <a:cubicBezTo>
                    <a:pt x="955919" y="423986"/>
                    <a:pt x="967349" y="420366"/>
                    <a:pt x="975732" y="413507"/>
                  </a:cubicBezTo>
                  <a:cubicBezTo>
                    <a:pt x="994784" y="397887"/>
                    <a:pt x="1014405" y="395219"/>
                    <a:pt x="1036886" y="403411"/>
                  </a:cubicBezTo>
                  <a:cubicBezTo>
                    <a:pt x="1040314" y="404745"/>
                    <a:pt x="1044314" y="404745"/>
                    <a:pt x="1048124" y="404935"/>
                  </a:cubicBezTo>
                  <a:cubicBezTo>
                    <a:pt x="1109090" y="408935"/>
                    <a:pt x="1170050" y="411413"/>
                    <a:pt x="1230632" y="417509"/>
                  </a:cubicBezTo>
                  <a:cubicBezTo>
                    <a:pt x="1255205" y="419986"/>
                    <a:pt x="1278828" y="430844"/>
                    <a:pt x="1303023" y="437702"/>
                  </a:cubicBezTo>
                  <a:cubicBezTo>
                    <a:pt x="1307977" y="439036"/>
                    <a:pt x="1313503" y="441132"/>
                    <a:pt x="1318455" y="440178"/>
                  </a:cubicBezTo>
                  <a:cubicBezTo>
                    <a:pt x="1372367" y="430654"/>
                    <a:pt x="1422853" y="444560"/>
                    <a:pt x="1472574" y="462849"/>
                  </a:cubicBezTo>
                  <a:cubicBezTo>
                    <a:pt x="1477716" y="464755"/>
                    <a:pt x="1484003" y="464183"/>
                    <a:pt x="1489719" y="463801"/>
                  </a:cubicBezTo>
                  <a:cubicBezTo>
                    <a:pt x="1505723" y="462469"/>
                    <a:pt x="1523058" y="455801"/>
                    <a:pt x="1537536" y="459801"/>
                  </a:cubicBezTo>
                  <a:cubicBezTo>
                    <a:pt x="1576018" y="470851"/>
                    <a:pt x="1614119" y="484186"/>
                    <a:pt x="1650316" y="500950"/>
                  </a:cubicBezTo>
                  <a:cubicBezTo>
                    <a:pt x="1687085" y="517905"/>
                    <a:pt x="1721184" y="532193"/>
                    <a:pt x="1763286" y="515049"/>
                  </a:cubicBezTo>
                  <a:cubicBezTo>
                    <a:pt x="1781193" y="507808"/>
                    <a:pt x="1804815" y="512953"/>
                    <a:pt x="1825392" y="514857"/>
                  </a:cubicBezTo>
                  <a:cubicBezTo>
                    <a:pt x="1840440" y="516381"/>
                    <a:pt x="1854919" y="524955"/>
                    <a:pt x="1869779" y="524955"/>
                  </a:cubicBezTo>
                  <a:cubicBezTo>
                    <a:pt x="1909407" y="524955"/>
                    <a:pt x="1944648" y="535051"/>
                    <a:pt x="1978939" y="555626"/>
                  </a:cubicBezTo>
                  <a:cubicBezTo>
                    <a:pt x="1992278" y="563626"/>
                    <a:pt x="2013042" y="558292"/>
                    <a:pt x="2030377" y="560388"/>
                  </a:cubicBezTo>
                  <a:cubicBezTo>
                    <a:pt x="2048667" y="562864"/>
                    <a:pt x="2067524" y="565150"/>
                    <a:pt x="2085053" y="570677"/>
                  </a:cubicBezTo>
                  <a:cubicBezTo>
                    <a:pt x="2130392" y="585155"/>
                    <a:pt x="2175162" y="601538"/>
                    <a:pt x="2220311" y="616778"/>
                  </a:cubicBezTo>
                  <a:cubicBezTo>
                    <a:pt x="2257458" y="629353"/>
                    <a:pt x="2294038" y="619446"/>
                    <a:pt x="2330805" y="614112"/>
                  </a:cubicBezTo>
                  <a:cubicBezTo>
                    <a:pt x="2353858" y="610682"/>
                    <a:pt x="2375382" y="602490"/>
                    <a:pt x="2401291" y="614682"/>
                  </a:cubicBezTo>
                  <a:cubicBezTo>
                    <a:pt x="2426058" y="626304"/>
                    <a:pt x="2457491" y="623636"/>
                    <a:pt x="2485306" y="629923"/>
                  </a:cubicBezTo>
                  <a:cubicBezTo>
                    <a:pt x="2508741" y="635257"/>
                    <a:pt x="2531408" y="643831"/>
                    <a:pt x="2554078" y="652213"/>
                  </a:cubicBezTo>
                  <a:cubicBezTo>
                    <a:pt x="2584941" y="663644"/>
                    <a:pt x="2615420" y="675644"/>
                    <a:pt x="2649142" y="669930"/>
                  </a:cubicBezTo>
                  <a:cubicBezTo>
                    <a:pt x="2687435" y="663452"/>
                    <a:pt x="2713722" y="687836"/>
                    <a:pt x="2743825" y="704031"/>
                  </a:cubicBezTo>
                  <a:cubicBezTo>
                    <a:pt x="2764589" y="715079"/>
                    <a:pt x="2787258" y="723272"/>
                    <a:pt x="2809929" y="730130"/>
                  </a:cubicBezTo>
                  <a:cubicBezTo>
                    <a:pt x="2840218" y="739084"/>
                    <a:pt x="2871461" y="744418"/>
                    <a:pt x="2901942" y="753181"/>
                  </a:cubicBezTo>
                  <a:cubicBezTo>
                    <a:pt x="2948046" y="766325"/>
                    <a:pt x="2994721" y="776613"/>
                    <a:pt x="3042727" y="769373"/>
                  </a:cubicBezTo>
                  <a:cubicBezTo>
                    <a:pt x="3064826" y="766135"/>
                    <a:pt x="3085402" y="766325"/>
                    <a:pt x="3107499" y="771089"/>
                  </a:cubicBezTo>
                  <a:cubicBezTo>
                    <a:pt x="3143694" y="778899"/>
                    <a:pt x="3180843" y="779852"/>
                    <a:pt x="3209992" y="808998"/>
                  </a:cubicBezTo>
                  <a:cubicBezTo>
                    <a:pt x="3220279" y="819287"/>
                    <a:pt x="3238757" y="821953"/>
                    <a:pt x="3253808" y="827287"/>
                  </a:cubicBezTo>
                  <a:cubicBezTo>
                    <a:pt x="3271144" y="833575"/>
                    <a:pt x="3283907" y="830335"/>
                    <a:pt x="3293243" y="812047"/>
                  </a:cubicBezTo>
                  <a:cubicBezTo>
                    <a:pt x="3297433" y="803856"/>
                    <a:pt x="3309436" y="795854"/>
                    <a:pt x="3318770" y="794520"/>
                  </a:cubicBezTo>
                  <a:cubicBezTo>
                    <a:pt x="3346775" y="790520"/>
                    <a:pt x="3372494" y="796426"/>
                    <a:pt x="3399545" y="809381"/>
                  </a:cubicBezTo>
                  <a:cubicBezTo>
                    <a:pt x="3424882" y="821573"/>
                    <a:pt x="3456507" y="820239"/>
                    <a:pt x="3485274" y="825001"/>
                  </a:cubicBezTo>
                  <a:cubicBezTo>
                    <a:pt x="3505656" y="828431"/>
                    <a:pt x="3526041" y="835479"/>
                    <a:pt x="3546616" y="835479"/>
                  </a:cubicBezTo>
                  <a:cubicBezTo>
                    <a:pt x="3572145" y="835479"/>
                    <a:pt x="3597481" y="829383"/>
                    <a:pt x="3623200" y="827097"/>
                  </a:cubicBezTo>
                  <a:cubicBezTo>
                    <a:pt x="3643203" y="825193"/>
                    <a:pt x="3663588" y="825955"/>
                    <a:pt x="3683590" y="823669"/>
                  </a:cubicBezTo>
                  <a:cubicBezTo>
                    <a:pt x="3699975" y="821953"/>
                    <a:pt x="3716167" y="817573"/>
                    <a:pt x="3732360" y="813953"/>
                  </a:cubicBezTo>
                  <a:cubicBezTo>
                    <a:pt x="3738266" y="812619"/>
                    <a:pt x="3744172" y="807474"/>
                    <a:pt x="3749505" y="808236"/>
                  </a:cubicBezTo>
                  <a:cubicBezTo>
                    <a:pt x="3802466" y="816429"/>
                    <a:pt x="3840568" y="779852"/>
                    <a:pt x="3885337" y="763659"/>
                  </a:cubicBezTo>
                  <a:cubicBezTo>
                    <a:pt x="3932393" y="746512"/>
                    <a:pt x="3977924" y="720224"/>
                    <a:pt x="4030502" y="728034"/>
                  </a:cubicBezTo>
                  <a:cubicBezTo>
                    <a:pt x="4062317" y="732796"/>
                    <a:pt x="4092988" y="743846"/>
                    <a:pt x="4124613" y="750515"/>
                  </a:cubicBezTo>
                  <a:cubicBezTo>
                    <a:pt x="4135853" y="752801"/>
                    <a:pt x="4148426" y="752419"/>
                    <a:pt x="4159666" y="750133"/>
                  </a:cubicBezTo>
                  <a:cubicBezTo>
                    <a:pt x="4213960" y="739654"/>
                    <a:pt x="4267492" y="738130"/>
                    <a:pt x="4320836" y="755277"/>
                  </a:cubicBezTo>
                  <a:cubicBezTo>
                    <a:pt x="4329978" y="758135"/>
                    <a:pt x="4339694" y="760801"/>
                    <a:pt x="4349221" y="760801"/>
                  </a:cubicBezTo>
                  <a:cubicBezTo>
                    <a:pt x="4401418" y="760801"/>
                    <a:pt x="4452664" y="756801"/>
                    <a:pt x="4502578" y="738130"/>
                  </a:cubicBezTo>
                  <a:cubicBezTo>
                    <a:pt x="4519342" y="731844"/>
                    <a:pt x="4539727" y="735844"/>
                    <a:pt x="4558206" y="734320"/>
                  </a:cubicBezTo>
                  <a:cubicBezTo>
                    <a:pt x="4575350" y="732988"/>
                    <a:pt x="4592877" y="732416"/>
                    <a:pt x="4609451" y="728034"/>
                  </a:cubicBezTo>
                  <a:cubicBezTo>
                    <a:pt x="4633646" y="721558"/>
                    <a:pt x="4656125" y="720796"/>
                    <a:pt x="4681082" y="726510"/>
                  </a:cubicBezTo>
                  <a:cubicBezTo>
                    <a:pt x="4704894" y="731844"/>
                    <a:pt x="4730613" y="729178"/>
                    <a:pt x="4755380" y="729368"/>
                  </a:cubicBezTo>
                  <a:cubicBezTo>
                    <a:pt x="4783003" y="729558"/>
                    <a:pt x="4810626" y="729748"/>
                    <a:pt x="4838249" y="728796"/>
                  </a:cubicBezTo>
                  <a:cubicBezTo>
                    <a:pt x="4849299" y="728416"/>
                    <a:pt x="4861872" y="720796"/>
                    <a:pt x="4871018" y="723844"/>
                  </a:cubicBezTo>
                  <a:cubicBezTo>
                    <a:pt x="4900545" y="734130"/>
                    <a:pt x="4930074" y="721748"/>
                    <a:pt x="4959601" y="727272"/>
                  </a:cubicBezTo>
                  <a:cubicBezTo>
                    <a:pt x="4974081" y="730130"/>
                    <a:pt x="4990464" y="722320"/>
                    <a:pt x="5006085" y="721558"/>
                  </a:cubicBezTo>
                  <a:cubicBezTo>
                    <a:pt x="5031613" y="720224"/>
                    <a:pt x="5057140" y="720796"/>
                    <a:pt x="5082669" y="720414"/>
                  </a:cubicBezTo>
                  <a:cubicBezTo>
                    <a:pt x="5091051" y="720224"/>
                    <a:pt x="5099244" y="719462"/>
                    <a:pt x="5107626" y="719079"/>
                  </a:cubicBezTo>
                  <a:cubicBezTo>
                    <a:pt x="5115056" y="718699"/>
                    <a:pt x="5122866" y="716985"/>
                    <a:pt x="5129915" y="718317"/>
                  </a:cubicBezTo>
                  <a:cubicBezTo>
                    <a:pt x="5155444" y="723082"/>
                    <a:pt x="5180590" y="730892"/>
                    <a:pt x="5206307" y="733940"/>
                  </a:cubicBezTo>
                  <a:cubicBezTo>
                    <a:pt x="5228596" y="736606"/>
                    <a:pt x="5251649" y="732988"/>
                    <a:pt x="5274128" y="734892"/>
                  </a:cubicBezTo>
                  <a:cubicBezTo>
                    <a:pt x="5313753" y="738130"/>
                    <a:pt x="5353378" y="743846"/>
                    <a:pt x="5393004" y="747466"/>
                  </a:cubicBezTo>
                  <a:cubicBezTo>
                    <a:pt x="5401578" y="748228"/>
                    <a:pt x="5410530" y="743464"/>
                    <a:pt x="5419294" y="743084"/>
                  </a:cubicBezTo>
                  <a:cubicBezTo>
                    <a:pt x="5446727" y="742132"/>
                    <a:pt x="5474160" y="741940"/>
                    <a:pt x="5501593" y="741370"/>
                  </a:cubicBezTo>
                  <a:cubicBezTo>
                    <a:pt x="5517214" y="741178"/>
                    <a:pt x="5533026" y="741750"/>
                    <a:pt x="5548459" y="740036"/>
                  </a:cubicBezTo>
                  <a:cubicBezTo>
                    <a:pt x="5568841" y="737750"/>
                    <a:pt x="5587320" y="734320"/>
                    <a:pt x="5606371" y="749180"/>
                  </a:cubicBezTo>
                  <a:cubicBezTo>
                    <a:pt x="5635710" y="772231"/>
                    <a:pt x="5673049" y="763277"/>
                    <a:pt x="5706958" y="768611"/>
                  </a:cubicBezTo>
                  <a:cubicBezTo>
                    <a:pt x="5715722" y="769945"/>
                    <a:pt x="5724677" y="770135"/>
                    <a:pt x="5733439" y="771659"/>
                  </a:cubicBezTo>
                  <a:cubicBezTo>
                    <a:pt x="5749633" y="774517"/>
                    <a:pt x="5765634" y="777755"/>
                    <a:pt x="5781829" y="780996"/>
                  </a:cubicBezTo>
                  <a:cubicBezTo>
                    <a:pt x="5784685" y="781566"/>
                    <a:pt x="5787923" y="781758"/>
                    <a:pt x="5790591" y="782710"/>
                  </a:cubicBezTo>
                  <a:cubicBezTo>
                    <a:pt x="5815168" y="790710"/>
                    <a:pt x="5839360" y="799854"/>
                    <a:pt x="5864317" y="806332"/>
                  </a:cubicBezTo>
                  <a:cubicBezTo>
                    <a:pt x="5876510" y="809571"/>
                    <a:pt x="5890036" y="809953"/>
                    <a:pt x="5902609" y="808236"/>
                  </a:cubicBezTo>
                  <a:cubicBezTo>
                    <a:pt x="5939376" y="803284"/>
                    <a:pt x="5975763" y="801188"/>
                    <a:pt x="6012722" y="808428"/>
                  </a:cubicBezTo>
                  <a:cubicBezTo>
                    <a:pt x="6027391" y="811285"/>
                    <a:pt x="6043775" y="806522"/>
                    <a:pt x="6059396" y="804808"/>
                  </a:cubicBezTo>
                  <a:cubicBezTo>
                    <a:pt x="6096735" y="800236"/>
                    <a:pt x="6134074" y="795282"/>
                    <a:pt x="6171604" y="790902"/>
                  </a:cubicBezTo>
                  <a:cubicBezTo>
                    <a:pt x="6195036" y="788234"/>
                    <a:pt x="6218659" y="786710"/>
                    <a:pt x="6242092" y="784044"/>
                  </a:cubicBezTo>
                  <a:cubicBezTo>
                    <a:pt x="6269143" y="780804"/>
                    <a:pt x="6296004" y="775851"/>
                    <a:pt x="6323057" y="773183"/>
                  </a:cubicBezTo>
                  <a:cubicBezTo>
                    <a:pt x="6353918" y="770135"/>
                    <a:pt x="6384971" y="769565"/>
                    <a:pt x="6415832" y="766325"/>
                  </a:cubicBezTo>
                  <a:cubicBezTo>
                    <a:pt x="6472224" y="760039"/>
                    <a:pt x="6528423" y="752609"/>
                    <a:pt x="6584811" y="745560"/>
                  </a:cubicBezTo>
                  <a:cubicBezTo>
                    <a:pt x="6639487" y="738702"/>
                    <a:pt x="6694163" y="732606"/>
                    <a:pt x="6748457" y="724034"/>
                  </a:cubicBezTo>
                  <a:cubicBezTo>
                    <a:pt x="6771318" y="720414"/>
                    <a:pt x="6793034" y="710507"/>
                    <a:pt x="6815515" y="704983"/>
                  </a:cubicBezTo>
                  <a:lnTo>
                    <a:pt x="6858000" y="695283"/>
                  </a:lnTo>
                  <a:lnTo>
                    <a:pt x="6858000" y="456"/>
                  </a:lnTo>
                  <a:lnTo>
                    <a:pt x="1687322" y="456"/>
                  </a:lnTo>
                  <a:lnTo>
                    <a:pt x="1697753" y="10970"/>
                  </a:lnTo>
                  <a:cubicBezTo>
                    <a:pt x="1707279" y="20877"/>
                    <a:pt x="1720423" y="27925"/>
                    <a:pt x="1733188" y="33639"/>
                  </a:cubicBezTo>
                  <a:cubicBezTo>
                    <a:pt x="1766335" y="48310"/>
                    <a:pt x="1800246" y="61454"/>
                    <a:pt x="1833775" y="75360"/>
                  </a:cubicBezTo>
                  <a:cubicBezTo>
                    <a:pt x="1837013" y="76694"/>
                    <a:pt x="1839679" y="80123"/>
                    <a:pt x="1842158" y="82981"/>
                  </a:cubicBezTo>
                  <a:cubicBezTo>
                    <a:pt x="1866922" y="113082"/>
                    <a:pt x="1891497" y="143371"/>
                    <a:pt x="1916454" y="173472"/>
                  </a:cubicBezTo>
                  <a:cubicBezTo>
                    <a:pt x="1921216" y="179186"/>
                    <a:pt x="1928076" y="183378"/>
                    <a:pt x="1933219" y="188902"/>
                  </a:cubicBezTo>
                  <a:cubicBezTo>
                    <a:pt x="1940459" y="196522"/>
                    <a:pt x="1949603" y="203763"/>
                    <a:pt x="1953413" y="212907"/>
                  </a:cubicBezTo>
                  <a:cubicBezTo>
                    <a:pt x="1965224" y="241672"/>
                    <a:pt x="1987894" y="254056"/>
                    <a:pt x="2016469" y="259390"/>
                  </a:cubicBezTo>
                  <a:cubicBezTo>
                    <a:pt x="2042570" y="264343"/>
                    <a:pt x="2068669" y="268535"/>
                    <a:pt x="2094578" y="274249"/>
                  </a:cubicBezTo>
                  <a:cubicBezTo>
                    <a:pt x="2126201" y="281107"/>
                    <a:pt x="2157636" y="288537"/>
                    <a:pt x="2188879" y="296920"/>
                  </a:cubicBezTo>
                  <a:cubicBezTo>
                    <a:pt x="2202404" y="300540"/>
                    <a:pt x="2216692" y="304730"/>
                    <a:pt x="2228314" y="312160"/>
                  </a:cubicBezTo>
                  <a:cubicBezTo>
                    <a:pt x="2260890" y="332735"/>
                    <a:pt x="2295753" y="346641"/>
                    <a:pt x="2334044" y="341117"/>
                  </a:cubicBezTo>
                  <a:cubicBezTo>
                    <a:pt x="2364715" y="336735"/>
                    <a:pt x="2390434" y="347975"/>
                    <a:pt x="2409485" y="365502"/>
                  </a:cubicBezTo>
                  <a:lnTo>
                    <a:pt x="2409487" y="365504"/>
                  </a:lnTo>
                  <a:lnTo>
                    <a:pt x="2463015" y="388434"/>
                  </a:lnTo>
                  <a:lnTo>
                    <a:pt x="2463017" y="388434"/>
                  </a:lnTo>
                  <a:lnTo>
                    <a:pt x="2518262" y="379792"/>
                  </a:lnTo>
                  <a:lnTo>
                    <a:pt x="2518263" y="379791"/>
                  </a:lnTo>
                  <a:cubicBezTo>
                    <a:pt x="2527789" y="377124"/>
                    <a:pt x="2536456" y="375980"/>
                    <a:pt x="2545005" y="376147"/>
                  </a:cubicBezTo>
                  <a:lnTo>
                    <a:pt x="2545006" y="376147"/>
                  </a:lnTo>
                  <a:cubicBezTo>
                    <a:pt x="2553555" y="376313"/>
                    <a:pt x="2561985" y="377790"/>
                    <a:pt x="2571034" y="380361"/>
                  </a:cubicBezTo>
                  <a:cubicBezTo>
                    <a:pt x="2612945" y="392363"/>
                    <a:pt x="2640950" y="424940"/>
                    <a:pt x="2668001" y="453514"/>
                  </a:cubicBezTo>
                  <a:cubicBezTo>
                    <a:pt x="2691054" y="477900"/>
                    <a:pt x="2716963" y="491615"/>
                    <a:pt x="2745348" y="501904"/>
                  </a:cubicBezTo>
                  <a:lnTo>
                    <a:pt x="2745351" y="501906"/>
                  </a:lnTo>
                  <a:lnTo>
                    <a:pt x="2778005" y="507825"/>
                  </a:lnTo>
                  <a:lnTo>
                    <a:pt x="2785439" y="507405"/>
                  </a:lnTo>
                  <a:lnTo>
                    <a:pt x="2811779" y="497326"/>
                  </a:lnTo>
                  <a:lnTo>
                    <a:pt x="2811786" y="497322"/>
                  </a:lnTo>
                  <a:lnTo>
                    <a:pt x="2811786" y="497323"/>
                  </a:lnTo>
                  <a:lnTo>
                    <a:pt x="2811779" y="497326"/>
                  </a:lnTo>
                  <a:lnTo>
                    <a:pt x="2793022" y="506976"/>
                  </a:lnTo>
                  <a:lnTo>
                    <a:pt x="2785439" y="507405"/>
                  </a:lnTo>
                  <a:lnTo>
                    <a:pt x="2782304" y="508605"/>
                  </a:lnTo>
                  <a:lnTo>
                    <a:pt x="2778005" y="507825"/>
                  </a:lnTo>
                  <a:lnTo>
                    <a:pt x="2770757" y="508235"/>
                  </a:lnTo>
                  <a:lnTo>
                    <a:pt x="2745351" y="501906"/>
                  </a:lnTo>
                  <a:lnTo>
                    <a:pt x="2745347" y="501904"/>
                  </a:lnTo>
                  <a:cubicBezTo>
                    <a:pt x="2716962" y="491615"/>
                    <a:pt x="2691053" y="477900"/>
                    <a:pt x="2668000" y="453514"/>
                  </a:cubicBezTo>
                  <a:cubicBezTo>
                    <a:pt x="2640949" y="424940"/>
                    <a:pt x="2612944" y="392363"/>
                    <a:pt x="2571033" y="380361"/>
                  </a:cubicBezTo>
                  <a:lnTo>
                    <a:pt x="2545006" y="376147"/>
                  </a:lnTo>
                  <a:lnTo>
                    <a:pt x="2518264" y="379791"/>
                  </a:lnTo>
                  <a:lnTo>
                    <a:pt x="2518262" y="379792"/>
                  </a:lnTo>
                  <a:lnTo>
                    <a:pt x="2490550" y="386372"/>
                  </a:lnTo>
                  <a:lnTo>
                    <a:pt x="2463017" y="388434"/>
                  </a:lnTo>
                  <a:lnTo>
                    <a:pt x="2463016" y="388434"/>
                  </a:lnTo>
                  <a:lnTo>
                    <a:pt x="2463015" y="388434"/>
                  </a:lnTo>
                  <a:lnTo>
                    <a:pt x="2435912" y="382603"/>
                  </a:lnTo>
                  <a:lnTo>
                    <a:pt x="2409487" y="365504"/>
                  </a:lnTo>
                  <a:lnTo>
                    <a:pt x="2409484" y="365502"/>
                  </a:lnTo>
                  <a:cubicBezTo>
                    <a:pt x="2390433" y="347975"/>
                    <a:pt x="2364714" y="336735"/>
                    <a:pt x="2334043" y="341117"/>
                  </a:cubicBezTo>
                  <a:cubicBezTo>
                    <a:pt x="2295752" y="346641"/>
                    <a:pt x="2260889" y="332735"/>
                    <a:pt x="2228313" y="312160"/>
                  </a:cubicBezTo>
                  <a:cubicBezTo>
                    <a:pt x="2216691" y="304730"/>
                    <a:pt x="2202403" y="300540"/>
                    <a:pt x="2188878" y="296920"/>
                  </a:cubicBezTo>
                  <a:cubicBezTo>
                    <a:pt x="2157635" y="288537"/>
                    <a:pt x="2126200" y="281107"/>
                    <a:pt x="2094577" y="274249"/>
                  </a:cubicBezTo>
                  <a:cubicBezTo>
                    <a:pt x="2068668" y="268535"/>
                    <a:pt x="2042569" y="264343"/>
                    <a:pt x="2016468" y="259390"/>
                  </a:cubicBezTo>
                  <a:cubicBezTo>
                    <a:pt x="1987893" y="254056"/>
                    <a:pt x="1965223" y="241672"/>
                    <a:pt x="1953412" y="212907"/>
                  </a:cubicBezTo>
                  <a:cubicBezTo>
                    <a:pt x="1949602" y="203763"/>
                    <a:pt x="1940458" y="196522"/>
                    <a:pt x="1933218" y="188902"/>
                  </a:cubicBezTo>
                  <a:cubicBezTo>
                    <a:pt x="1928075" y="183378"/>
                    <a:pt x="1921215" y="179186"/>
                    <a:pt x="1916453" y="173472"/>
                  </a:cubicBezTo>
                  <a:cubicBezTo>
                    <a:pt x="1891496" y="143371"/>
                    <a:pt x="1866921" y="113082"/>
                    <a:pt x="1842157" y="82981"/>
                  </a:cubicBezTo>
                  <a:cubicBezTo>
                    <a:pt x="1839678" y="80123"/>
                    <a:pt x="1837012" y="76694"/>
                    <a:pt x="1833774" y="75360"/>
                  </a:cubicBezTo>
                  <a:cubicBezTo>
                    <a:pt x="1800245" y="61454"/>
                    <a:pt x="1766334" y="48311"/>
                    <a:pt x="1733187" y="33639"/>
                  </a:cubicBezTo>
                  <a:cubicBezTo>
                    <a:pt x="1720422" y="27925"/>
                    <a:pt x="1707278" y="20877"/>
                    <a:pt x="1697752" y="10971"/>
                  </a:cubicBezTo>
                  <a:lnTo>
                    <a:pt x="1687320" y="456"/>
                  </a:lnTo>
                  <a:lnTo>
                    <a:pt x="916806" y="456"/>
                  </a:lnTo>
                  <a:lnTo>
                    <a:pt x="927155" y="9636"/>
                  </a:lnTo>
                  <a:cubicBezTo>
                    <a:pt x="994785" y="53644"/>
                    <a:pt x="1030980" y="52500"/>
                    <a:pt x="1097087" y="6016"/>
                  </a:cubicBezTo>
                  <a:cubicBezTo>
                    <a:pt x="1103945" y="1254"/>
                    <a:pt x="1118613" y="-2176"/>
                    <a:pt x="1123185" y="1634"/>
                  </a:cubicBezTo>
                  <a:cubicBezTo>
                    <a:pt x="1142617" y="17446"/>
                    <a:pt x="1162953" y="24495"/>
                    <a:pt x="1184028" y="26353"/>
                  </a:cubicBezTo>
                  <a:cubicBezTo>
                    <a:pt x="1162953" y="24495"/>
                    <a:pt x="1142616" y="17447"/>
                    <a:pt x="1123184" y="1635"/>
                  </a:cubicBezTo>
                  <a:cubicBezTo>
                    <a:pt x="1118612" y="-2175"/>
                    <a:pt x="1103944" y="1255"/>
                    <a:pt x="1097086" y="6017"/>
                  </a:cubicBezTo>
                  <a:cubicBezTo>
                    <a:pt x="1030979" y="52501"/>
                    <a:pt x="994784" y="53645"/>
                    <a:pt x="927154" y="9637"/>
                  </a:cubicBezTo>
                  <a:lnTo>
                    <a:pt x="916804" y="456"/>
                  </a:lnTo>
                  <a:lnTo>
                    <a:pt x="578772" y="456"/>
                  </a:lnTo>
                  <a:lnTo>
                    <a:pt x="556046" y="6589"/>
                  </a:lnTo>
                  <a:lnTo>
                    <a:pt x="517850" y="15506"/>
                  </a:lnTo>
                  <a:lnTo>
                    <a:pt x="556047" y="6588"/>
                  </a:lnTo>
                  <a:lnTo>
                    <a:pt x="578770" y="456"/>
                  </a:lnTo>
                  <a:lnTo>
                    <a:pt x="0" y="456"/>
                  </a:lnTo>
                  <a:lnTo>
                    <a:pt x="0" y="20445"/>
                  </a:lnTo>
                  <a:lnTo>
                    <a:pt x="0" y="29969"/>
                  </a:ln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4FC1571B-42E0-4C7A-9488-92A282EE84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3011716" y="3011261"/>
              <a:ext cx="6858000" cy="835479"/>
            </a:xfrm>
            <a:custGeom>
              <a:avLst/>
              <a:gdLst>
                <a:gd name="connsiteX0" fmla="*/ 6564619 w 6858000"/>
                <a:gd name="connsiteY0" fmla="*/ 468946 h 835479"/>
                <a:gd name="connsiteX1" fmla="*/ 6564620 w 6858000"/>
                <a:gd name="connsiteY1" fmla="*/ 468946 h 835479"/>
                <a:gd name="connsiteX2" fmla="*/ 6588625 w 6858000"/>
                <a:gd name="connsiteY2" fmla="*/ 491425 h 835479"/>
                <a:gd name="connsiteX3" fmla="*/ 6625224 w 6858000"/>
                <a:gd name="connsiteY3" fmla="*/ 508047 h 835479"/>
                <a:gd name="connsiteX4" fmla="*/ 6662539 w 6858000"/>
                <a:gd name="connsiteY4" fmla="*/ 500953 h 835479"/>
                <a:gd name="connsiteX5" fmla="*/ 6662540 w 6858000"/>
                <a:gd name="connsiteY5" fmla="*/ 500952 h 835479"/>
                <a:gd name="connsiteX6" fmla="*/ 6662543 w 6858000"/>
                <a:gd name="connsiteY6" fmla="*/ 500951 h 835479"/>
                <a:gd name="connsiteX7" fmla="*/ 6683026 w 6858000"/>
                <a:gd name="connsiteY7" fmla="*/ 489501 h 835479"/>
                <a:gd name="connsiteX8" fmla="*/ 6702975 w 6858000"/>
                <a:gd name="connsiteY8" fmla="*/ 486354 h 835479"/>
                <a:gd name="connsiteX9" fmla="*/ 6702976 w 6858000"/>
                <a:gd name="connsiteY9" fmla="*/ 486354 h 835479"/>
                <a:gd name="connsiteX10" fmla="*/ 6742552 w 6858000"/>
                <a:gd name="connsiteY10" fmla="*/ 500190 h 835479"/>
                <a:gd name="connsiteX11" fmla="*/ 6742554 w 6858000"/>
                <a:gd name="connsiteY11" fmla="*/ 500191 h 835479"/>
                <a:gd name="connsiteX12" fmla="*/ 6812061 w 6858000"/>
                <a:gd name="connsiteY12" fmla="*/ 519668 h 835479"/>
                <a:gd name="connsiteX13" fmla="*/ 6776799 w 6858000"/>
                <a:gd name="connsiteY13" fmla="*/ 514894 h 835479"/>
                <a:gd name="connsiteX14" fmla="*/ 6742554 w 6858000"/>
                <a:gd name="connsiteY14" fmla="*/ 500191 h 835479"/>
                <a:gd name="connsiteX15" fmla="*/ 6742551 w 6858000"/>
                <a:gd name="connsiteY15" fmla="*/ 500190 h 835479"/>
                <a:gd name="connsiteX16" fmla="*/ 6702975 w 6858000"/>
                <a:gd name="connsiteY16" fmla="*/ 486354 h 835479"/>
                <a:gd name="connsiteX17" fmla="*/ 6662543 w 6858000"/>
                <a:gd name="connsiteY17" fmla="*/ 500951 h 835479"/>
                <a:gd name="connsiteX18" fmla="*/ 6662541 w 6858000"/>
                <a:gd name="connsiteY18" fmla="*/ 500952 h 835479"/>
                <a:gd name="connsiteX19" fmla="*/ 6662539 w 6858000"/>
                <a:gd name="connsiteY19" fmla="*/ 500953 h 835479"/>
                <a:gd name="connsiteX20" fmla="*/ 6645551 w 6858000"/>
                <a:gd name="connsiteY20" fmla="*/ 508036 h 835479"/>
                <a:gd name="connsiteX21" fmla="*/ 6625224 w 6858000"/>
                <a:gd name="connsiteY21" fmla="*/ 508047 h 835479"/>
                <a:gd name="connsiteX22" fmla="*/ 6625223 w 6858000"/>
                <a:gd name="connsiteY22" fmla="*/ 508047 h 835479"/>
                <a:gd name="connsiteX23" fmla="*/ 6588624 w 6858000"/>
                <a:gd name="connsiteY23" fmla="*/ 491425 h 835479"/>
                <a:gd name="connsiteX24" fmla="*/ 6438980 w 6858000"/>
                <a:gd name="connsiteY24" fmla="*/ 549267 h 835479"/>
                <a:gd name="connsiteX25" fmla="*/ 6463839 w 6858000"/>
                <a:gd name="connsiteY25" fmla="*/ 529336 h 835479"/>
                <a:gd name="connsiteX26" fmla="*/ 6463848 w 6858000"/>
                <a:gd name="connsiteY26" fmla="*/ 529334 h 835479"/>
                <a:gd name="connsiteX27" fmla="*/ 6513011 w 6858000"/>
                <a:gd name="connsiteY27" fmla="*/ 515538 h 835479"/>
                <a:gd name="connsiteX28" fmla="*/ 6546193 w 6858000"/>
                <a:gd name="connsiteY28" fmla="*/ 496733 h 835479"/>
                <a:gd name="connsiteX29" fmla="*/ 6546194 w 6858000"/>
                <a:gd name="connsiteY29" fmla="*/ 496733 h 835479"/>
                <a:gd name="connsiteX30" fmla="*/ 6521803 w 6858000"/>
                <a:gd name="connsiteY30" fmla="*/ 513071 h 835479"/>
                <a:gd name="connsiteX31" fmla="*/ 6513011 w 6858000"/>
                <a:gd name="connsiteY31" fmla="*/ 515538 h 835479"/>
                <a:gd name="connsiteX32" fmla="*/ 6508051 w 6858000"/>
                <a:gd name="connsiteY32" fmla="*/ 518349 h 835479"/>
                <a:gd name="connsiteX33" fmla="*/ 6463848 w 6858000"/>
                <a:gd name="connsiteY33" fmla="*/ 529334 h 835479"/>
                <a:gd name="connsiteX34" fmla="*/ 6463840 w 6858000"/>
                <a:gd name="connsiteY34" fmla="*/ 529336 h 835479"/>
                <a:gd name="connsiteX35" fmla="*/ 6438980 w 6858000"/>
                <a:gd name="connsiteY35" fmla="*/ 549267 h 835479"/>
                <a:gd name="connsiteX36" fmla="*/ 6365203 w 6858000"/>
                <a:gd name="connsiteY36" fmla="*/ 635242 h 835479"/>
                <a:gd name="connsiteX37" fmla="*/ 6387909 w 6858000"/>
                <a:gd name="connsiteY37" fmla="*/ 633959 h 835479"/>
                <a:gd name="connsiteX38" fmla="*/ 6391548 w 6858000"/>
                <a:gd name="connsiteY38" fmla="*/ 632195 h 835479"/>
                <a:gd name="connsiteX39" fmla="*/ 6407331 w 6858000"/>
                <a:gd name="connsiteY39" fmla="*/ 624541 h 835479"/>
                <a:gd name="connsiteX40" fmla="*/ 6407332 w 6858000"/>
                <a:gd name="connsiteY40" fmla="*/ 624541 h 835479"/>
                <a:gd name="connsiteX41" fmla="*/ 6391548 w 6858000"/>
                <a:gd name="connsiteY41" fmla="*/ 632195 h 835479"/>
                <a:gd name="connsiteX42" fmla="*/ 6387909 w 6858000"/>
                <a:gd name="connsiteY42" fmla="*/ 633961 h 835479"/>
                <a:gd name="connsiteX43" fmla="*/ 4221390 w 6858000"/>
                <a:gd name="connsiteY43" fmla="*/ 396172 h 835479"/>
                <a:gd name="connsiteX44" fmla="*/ 4221391 w 6858000"/>
                <a:gd name="connsiteY44" fmla="*/ 396172 h 835479"/>
                <a:gd name="connsiteX45" fmla="*/ 4253014 w 6858000"/>
                <a:gd name="connsiteY45" fmla="*/ 401888 h 835479"/>
                <a:gd name="connsiteX46" fmla="*/ 4324645 w 6858000"/>
                <a:gd name="connsiteY46" fmla="*/ 441704 h 835479"/>
                <a:gd name="connsiteX47" fmla="*/ 4363890 w 6858000"/>
                <a:gd name="connsiteY47" fmla="*/ 450658 h 835479"/>
                <a:gd name="connsiteX48" fmla="*/ 4482003 w 6858000"/>
                <a:gd name="connsiteY48" fmla="*/ 449896 h 835479"/>
                <a:gd name="connsiteX49" fmla="*/ 4659173 w 6858000"/>
                <a:gd name="connsiteY49" fmla="*/ 389886 h 835479"/>
                <a:gd name="connsiteX50" fmla="*/ 4677654 w 6858000"/>
                <a:gd name="connsiteY50" fmla="*/ 381884 h 835479"/>
                <a:gd name="connsiteX51" fmla="*/ 4767763 w 6858000"/>
                <a:gd name="connsiteY51" fmla="*/ 371977 h 835479"/>
                <a:gd name="connsiteX52" fmla="*/ 4800482 w 6858000"/>
                <a:gd name="connsiteY52" fmla="*/ 370668 h 835479"/>
                <a:gd name="connsiteX53" fmla="*/ 4800483 w 6858000"/>
                <a:gd name="connsiteY53" fmla="*/ 370668 h 835479"/>
                <a:gd name="connsiteX54" fmla="*/ 4828916 w 6858000"/>
                <a:gd name="connsiteY54" fmla="*/ 385504 h 835479"/>
                <a:gd name="connsiteX55" fmla="*/ 4863342 w 6858000"/>
                <a:gd name="connsiteY55" fmla="*/ 407685 h 835479"/>
                <a:gd name="connsiteX56" fmla="*/ 4889274 w 6858000"/>
                <a:gd name="connsiteY56" fmla="*/ 415214 h 835479"/>
                <a:gd name="connsiteX57" fmla="*/ 4912167 w 6858000"/>
                <a:gd name="connsiteY57" fmla="*/ 413509 h 835479"/>
                <a:gd name="connsiteX58" fmla="*/ 4933803 w 6858000"/>
                <a:gd name="connsiteY58" fmla="*/ 412107 h 835479"/>
                <a:gd name="connsiteX59" fmla="*/ 4933804 w 6858000"/>
                <a:gd name="connsiteY59" fmla="*/ 412107 h 835479"/>
                <a:gd name="connsiteX60" fmla="*/ 4952672 w 6858000"/>
                <a:gd name="connsiteY60" fmla="*/ 416866 h 835479"/>
                <a:gd name="connsiteX61" fmla="*/ 4957452 w 6858000"/>
                <a:gd name="connsiteY61" fmla="*/ 419659 h 835479"/>
                <a:gd name="connsiteX62" fmla="*/ 4961455 w 6858000"/>
                <a:gd name="connsiteY62" fmla="*/ 420937 h 835479"/>
                <a:gd name="connsiteX63" fmla="*/ 4987037 w 6858000"/>
                <a:gd name="connsiteY63" fmla="*/ 436941 h 835479"/>
                <a:gd name="connsiteX64" fmla="*/ 5041521 w 6858000"/>
                <a:gd name="connsiteY64" fmla="*/ 463420 h 835479"/>
                <a:gd name="connsiteX65" fmla="*/ 5041527 w 6858000"/>
                <a:gd name="connsiteY65" fmla="*/ 463422 h 835479"/>
                <a:gd name="connsiteX66" fmla="*/ 5064789 w 6858000"/>
                <a:gd name="connsiteY66" fmla="*/ 468043 h 835479"/>
                <a:gd name="connsiteX67" fmla="*/ 5070584 w 6858000"/>
                <a:gd name="connsiteY67" fmla="*/ 470217 h 835479"/>
                <a:gd name="connsiteX68" fmla="*/ 5072375 w 6858000"/>
                <a:gd name="connsiteY68" fmla="*/ 470636 h 835479"/>
                <a:gd name="connsiteX69" fmla="*/ 5087443 w 6858000"/>
                <a:gd name="connsiteY69" fmla="*/ 476540 h 835479"/>
                <a:gd name="connsiteX70" fmla="*/ 5133219 w 6858000"/>
                <a:gd name="connsiteY70" fmla="*/ 489567 h 835479"/>
                <a:gd name="connsiteX71" fmla="*/ 5133224 w 6858000"/>
                <a:gd name="connsiteY71" fmla="*/ 489569 h 835479"/>
                <a:gd name="connsiteX72" fmla="*/ 5166112 w 6858000"/>
                <a:gd name="connsiteY72" fmla="*/ 482853 h 835479"/>
                <a:gd name="connsiteX73" fmla="*/ 5166113 w 6858000"/>
                <a:gd name="connsiteY73" fmla="*/ 482853 h 835479"/>
                <a:gd name="connsiteX74" fmla="*/ 5172090 w 6858000"/>
                <a:gd name="connsiteY74" fmla="*/ 483545 h 835479"/>
                <a:gd name="connsiteX75" fmla="*/ 5179067 w 6858000"/>
                <a:gd name="connsiteY75" fmla="*/ 486091 h 835479"/>
                <a:gd name="connsiteX76" fmla="*/ 5229432 w 6858000"/>
                <a:gd name="connsiteY76" fmla="*/ 485925 h 835479"/>
                <a:gd name="connsiteX77" fmla="*/ 5243613 w 6858000"/>
                <a:gd name="connsiteY77" fmla="*/ 478254 h 835479"/>
                <a:gd name="connsiteX78" fmla="*/ 5272795 w 6858000"/>
                <a:gd name="connsiteY78" fmla="*/ 462468 h 835479"/>
                <a:gd name="connsiteX79" fmla="*/ 5312287 w 6858000"/>
                <a:gd name="connsiteY79" fmla="*/ 438565 h 835479"/>
                <a:gd name="connsiteX80" fmla="*/ 5321350 w 6858000"/>
                <a:gd name="connsiteY80" fmla="*/ 437509 h 835479"/>
                <a:gd name="connsiteX81" fmla="*/ 5326162 w 6858000"/>
                <a:gd name="connsiteY81" fmla="*/ 435035 h 835479"/>
                <a:gd name="connsiteX82" fmla="*/ 5355013 w 6858000"/>
                <a:gd name="connsiteY82" fmla="*/ 433589 h 835479"/>
                <a:gd name="connsiteX83" fmla="*/ 5355014 w 6858000"/>
                <a:gd name="connsiteY83" fmla="*/ 433589 h 835479"/>
                <a:gd name="connsiteX84" fmla="*/ 5385384 w 6858000"/>
                <a:gd name="connsiteY84" fmla="*/ 438465 h 835479"/>
                <a:gd name="connsiteX85" fmla="*/ 5425582 w 6858000"/>
                <a:gd name="connsiteY85" fmla="*/ 446656 h 835479"/>
                <a:gd name="connsiteX86" fmla="*/ 5480637 w 6858000"/>
                <a:gd name="connsiteY86" fmla="*/ 458278 h 835479"/>
                <a:gd name="connsiteX87" fmla="*/ 5507667 w 6858000"/>
                <a:gd name="connsiteY87" fmla="*/ 462803 h 835479"/>
                <a:gd name="connsiteX88" fmla="*/ 5531691 w 6858000"/>
                <a:gd name="connsiteY88" fmla="*/ 452184 h 835479"/>
                <a:gd name="connsiteX89" fmla="*/ 5531692 w 6858000"/>
                <a:gd name="connsiteY89" fmla="*/ 452183 h 835479"/>
                <a:gd name="connsiteX90" fmla="*/ 5547577 w 6858000"/>
                <a:gd name="connsiteY90" fmla="*/ 442037 h 835479"/>
                <a:gd name="connsiteX91" fmla="*/ 5547578 w 6858000"/>
                <a:gd name="connsiteY91" fmla="*/ 442037 h 835479"/>
                <a:gd name="connsiteX92" fmla="*/ 5562746 w 6858000"/>
                <a:gd name="connsiteY92" fmla="*/ 451610 h 835479"/>
                <a:gd name="connsiteX93" fmla="*/ 5704483 w 6858000"/>
                <a:gd name="connsiteY93" fmla="*/ 522858 h 835479"/>
                <a:gd name="connsiteX94" fmla="*/ 5740488 w 6858000"/>
                <a:gd name="connsiteY94" fmla="*/ 528765 h 835479"/>
                <a:gd name="connsiteX95" fmla="*/ 5760873 w 6858000"/>
                <a:gd name="connsiteY95" fmla="*/ 537529 h 835479"/>
                <a:gd name="connsiteX96" fmla="*/ 5883751 w 6858000"/>
                <a:gd name="connsiteY96" fmla="*/ 625924 h 835479"/>
                <a:gd name="connsiteX97" fmla="*/ 5883755 w 6858000"/>
                <a:gd name="connsiteY97" fmla="*/ 625926 h 835479"/>
                <a:gd name="connsiteX98" fmla="*/ 5935945 w 6858000"/>
                <a:gd name="connsiteY98" fmla="*/ 643829 h 835479"/>
                <a:gd name="connsiteX99" fmla="*/ 5935949 w 6858000"/>
                <a:gd name="connsiteY99" fmla="*/ 643830 h 835479"/>
                <a:gd name="connsiteX100" fmla="*/ 5993289 w 6858000"/>
                <a:gd name="connsiteY100" fmla="*/ 640211 h 835479"/>
                <a:gd name="connsiteX101" fmla="*/ 5993290 w 6858000"/>
                <a:gd name="connsiteY101" fmla="*/ 640210 h 835479"/>
                <a:gd name="connsiteX102" fmla="*/ 6026439 w 6858000"/>
                <a:gd name="connsiteY102" fmla="*/ 633735 h 835479"/>
                <a:gd name="connsiteX103" fmla="*/ 6108737 w 6858000"/>
                <a:gd name="connsiteY103" fmla="*/ 577534 h 835479"/>
                <a:gd name="connsiteX104" fmla="*/ 6133313 w 6858000"/>
                <a:gd name="connsiteY104" fmla="*/ 563843 h 835479"/>
                <a:gd name="connsiteX105" fmla="*/ 6133314 w 6858000"/>
                <a:gd name="connsiteY105" fmla="*/ 563843 h 835479"/>
                <a:gd name="connsiteX106" fmla="*/ 6143189 w 6858000"/>
                <a:gd name="connsiteY106" fmla="*/ 567542 h 835479"/>
                <a:gd name="connsiteX107" fmla="*/ 6155599 w 6858000"/>
                <a:gd name="connsiteY107" fmla="*/ 579438 h 835479"/>
                <a:gd name="connsiteX108" fmla="*/ 6155602 w 6858000"/>
                <a:gd name="connsiteY108" fmla="*/ 579440 h 835479"/>
                <a:gd name="connsiteX109" fmla="*/ 6228756 w 6858000"/>
                <a:gd name="connsiteY109" fmla="*/ 618111 h 835479"/>
                <a:gd name="connsiteX110" fmla="*/ 6361539 w 6858000"/>
                <a:gd name="connsiteY110" fmla="*/ 635448 h 835479"/>
                <a:gd name="connsiteX111" fmla="*/ 6361538 w 6858000"/>
                <a:gd name="connsiteY111" fmla="*/ 635448 h 835479"/>
                <a:gd name="connsiteX112" fmla="*/ 6228755 w 6858000"/>
                <a:gd name="connsiteY112" fmla="*/ 618111 h 835479"/>
                <a:gd name="connsiteX113" fmla="*/ 6155601 w 6858000"/>
                <a:gd name="connsiteY113" fmla="*/ 579440 h 835479"/>
                <a:gd name="connsiteX114" fmla="*/ 6155599 w 6858000"/>
                <a:gd name="connsiteY114" fmla="*/ 579438 h 835479"/>
                <a:gd name="connsiteX115" fmla="*/ 6133314 w 6858000"/>
                <a:gd name="connsiteY115" fmla="*/ 563843 h 835479"/>
                <a:gd name="connsiteX116" fmla="*/ 6108738 w 6858000"/>
                <a:gd name="connsiteY116" fmla="*/ 577534 h 835479"/>
                <a:gd name="connsiteX117" fmla="*/ 6026440 w 6858000"/>
                <a:gd name="connsiteY117" fmla="*/ 633735 h 835479"/>
                <a:gd name="connsiteX118" fmla="*/ 5993291 w 6858000"/>
                <a:gd name="connsiteY118" fmla="*/ 640210 h 835479"/>
                <a:gd name="connsiteX119" fmla="*/ 5993289 w 6858000"/>
                <a:gd name="connsiteY119" fmla="*/ 640211 h 835479"/>
                <a:gd name="connsiteX120" fmla="*/ 5964476 w 6858000"/>
                <a:gd name="connsiteY120" fmla="*/ 643664 h 835479"/>
                <a:gd name="connsiteX121" fmla="*/ 5935949 w 6858000"/>
                <a:gd name="connsiteY121" fmla="*/ 643830 h 835479"/>
                <a:gd name="connsiteX122" fmla="*/ 5935948 w 6858000"/>
                <a:gd name="connsiteY122" fmla="*/ 643830 h 835479"/>
                <a:gd name="connsiteX123" fmla="*/ 5935945 w 6858000"/>
                <a:gd name="connsiteY123" fmla="*/ 643829 h 835479"/>
                <a:gd name="connsiteX124" fmla="*/ 5909350 w 6858000"/>
                <a:gd name="connsiteY124" fmla="*/ 636949 h 835479"/>
                <a:gd name="connsiteX125" fmla="*/ 5883755 w 6858000"/>
                <a:gd name="connsiteY125" fmla="*/ 625926 h 835479"/>
                <a:gd name="connsiteX126" fmla="*/ 5883750 w 6858000"/>
                <a:gd name="connsiteY126" fmla="*/ 625924 h 835479"/>
                <a:gd name="connsiteX127" fmla="*/ 5760872 w 6858000"/>
                <a:gd name="connsiteY127" fmla="*/ 537529 h 835479"/>
                <a:gd name="connsiteX128" fmla="*/ 5740487 w 6858000"/>
                <a:gd name="connsiteY128" fmla="*/ 528765 h 835479"/>
                <a:gd name="connsiteX129" fmla="*/ 5704482 w 6858000"/>
                <a:gd name="connsiteY129" fmla="*/ 522858 h 835479"/>
                <a:gd name="connsiteX130" fmla="*/ 5562745 w 6858000"/>
                <a:gd name="connsiteY130" fmla="*/ 451610 h 835479"/>
                <a:gd name="connsiteX131" fmla="*/ 5547577 w 6858000"/>
                <a:gd name="connsiteY131" fmla="*/ 442037 h 835479"/>
                <a:gd name="connsiteX132" fmla="*/ 5531693 w 6858000"/>
                <a:gd name="connsiteY132" fmla="*/ 452183 h 835479"/>
                <a:gd name="connsiteX133" fmla="*/ 5531691 w 6858000"/>
                <a:gd name="connsiteY133" fmla="*/ 452184 h 835479"/>
                <a:gd name="connsiteX134" fmla="*/ 5520421 w 6858000"/>
                <a:gd name="connsiteY134" fmla="*/ 460582 h 835479"/>
                <a:gd name="connsiteX135" fmla="*/ 5507667 w 6858000"/>
                <a:gd name="connsiteY135" fmla="*/ 462803 h 835479"/>
                <a:gd name="connsiteX136" fmla="*/ 5507666 w 6858000"/>
                <a:gd name="connsiteY136" fmla="*/ 462803 h 835479"/>
                <a:gd name="connsiteX137" fmla="*/ 5480636 w 6858000"/>
                <a:gd name="connsiteY137" fmla="*/ 458278 h 835479"/>
                <a:gd name="connsiteX138" fmla="*/ 5425581 w 6858000"/>
                <a:gd name="connsiteY138" fmla="*/ 446656 h 835479"/>
                <a:gd name="connsiteX139" fmla="*/ 5385383 w 6858000"/>
                <a:gd name="connsiteY139" fmla="*/ 438465 h 835479"/>
                <a:gd name="connsiteX140" fmla="*/ 5355013 w 6858000"/>
                <a:gd name="connsiteY140" fmla="*/ 433589 h 835479"/>
                <a:gd name="connsiteX141" fmla="*/ 5321350 w 6858000"/>
                <a:gd name="connsiteY141" fmla="*/ 437509 h 835479"/>
                <a:gd name="connsiteX142" fmla="*/ 5272796 w 6858000"/>
                <a:gd name="connsiteY142" fmla="*/ 462468 h 835479"/>
                <a:gd name="connsiteX143" fmla="*/ 5243613 w 6858000"/>
                <a:gd name="connsiteY143" fmla="*/ 478254 h 835479"/>
                <a:gd name="connsiteX144" fmla="*/ 5229433 w 6858000"/>
                <a:gd name="connsiteY144" fmla="*/ 485925 h 835479"/>
                <a:gd name="connsiteX145" fmla="*/ 5179067 w 6858000"/>
                <a:gd name="connsiteY145" fmla="*/ 486091 h 835479"/>
                <a:gd name="connsiteX146" fmla="*/ 5179066 w 6858000"/>
                <a:gd name="connsiteY146" fmla="*/ 486091 h 835479"/>
                <a:gd name="connsiteX147" fmla="*/ 5172089 w 6858000"/>
                <a:gd name="connsiteY147" fmla="*/ 483545 h 835479"/>
                <a:gd name="connsiteX148" fmla="*/ 5166113 w 6858000"/>
                <a:gd name="connsiteY148" fmla="*/ 482853 h 835479"/>
                <a:gd name="connsiteX149" fmla="*/ 5133224 w 6858000"/>
                <a:gd name="connsiteY149" fmla="*/ 489569 h 835479"/>
                <a:gd name="connsiteX150" fmla="*/ 5133223 w 6858000"/>
                <a:gd name="connsiteY150" fmla="*/ 489569 h 835479"/>
                <a:gd name="connsiteX151" fmla="*/ 5133219 w 6858000"/>
                <a:gd name="connsiteY151" fmla="*/ 489567 h 835479"/>
                <a:gd name="connsiteX152" fmla="*/ 5102460 w 6858000"/>
                <a:gd name="connsiteY152" fmla="*/ 482424 h 835479"/>
                <a:gd name="connsiteX153" fmla="*/ 5087443 w 6858000"/>
                <a:gd name="connsiteY153" fmla="*/ 476540 h 835479"/>
                <a:gd name="connsiteX154" fmla="*/ 5087422 w 6858000"/>
                <a:gd name="connsiteY154" fmla="*/ 476534 h 835479"/>
                <a:gd name="connsiteX155" fmla="*/ 5070584 w 6858000"/>
                <a:gd name="connsiteY155" fmla="*/ 470217 h 835479"/>
                <a:gd name="connsiteX156" fmla="*/ 5041527 w 6858000"/>
                <a:gd name="connsiteY156" fmla="*/ 463422 h 835479"/>
                <a:gd name="connsiteX157" fmla="*/ 5041520 w 6858000"/>
                <a:gd name="connsiteY157" fmla="*/ 463420 h 835479"/>
                <a:gd name="connsiteX158" fmla="*/ 4987036 w 6858000"/>
                <a:gd name="connsiteY158" fmla="*/ 436941 h 835479"/>
                <a:gd name="connsiteX159" fmla="*/ 4957452 w 6858000"/>
                <a:gd name="connsiteY159" fmla="*/ 419659 h 835479"/>
                <a:gd name="connsiteX160" fmla="*/ 4933804 w 6858000"/>
                <a:gd name="connsiteY160" fmla="*/ 412107 h 835479"/>
                <a:gd name="connsiteX161" fmla="*/ 4912168 w 6858000"/>
                <a:gd name="connsiteY161" fmla="*/ 413509 h 835479"/>
                <a:gd name="connsiteX162" fmla="*/ 4889275 w 6858000"/>
                <a:gd name="connsiteY162" fmla="*/ 415214 h 835479"/>
                <a:gd name="connsiteX163" fmla="*/ 4889274 w 6858000"/>
                <a:gd name="connsiteY163" fmla="*/ 415214 h 835479"/>
                <a:gd name="connsiteX164" fmla="*/ 4867613 w 6858000"/>
                <a:gd name="connsiteY164" fmla="*/ 410436 h 835479"/>
                <a:gd name="connsiteX165" fmla="*/ 4863342 w 6858000"/>
                <a:gd name="connsiteY165" fmla="*/ 407685 h 835479"/>
                <a:gd name="connsiteX166" fmla="*/ 4857316 w 6858000"/>
                <a:gd name="connsiteY166" fmla="*/ 405935 h 835479"/>
                <a:gd name="connsiteX167" fmla="*/ 4828915 w 6858000"/>
                <a:gd name="connsiteY167" fmla="*/ 385504 h 835479"/>
                <a:gd name="connsiteX168" fmla="*/ 4800482 w 6858000"/>
                <a:gd name="connsiteY168" fmla="*/ 370668 h 835479"/>
                <a:gd name="connsiteX169" fmla="*/ 4767764 w 6858000"/>
                <a:gd name="connsiteY169" fmla="*/ 371977 h 835479"/>
                <a:gd name="connsiteX170" fmla="*/ 4677655 w 6858000"/>
                <a:gd name="connsiteY170" fmla="*/ 381884 h 835479"/>
                <a:gd name="connsiteX171" fmla="*/ 4659174 w 6858000"/>
                <a:gd name="connsiteY171" fmla="*/ 389886 h 835479"/>
                <a:gd name="connsiteX172" fmla="*/ 4482004 w 6858000"/>
                <a:gd name="connsiteY172" fmla="*/ 449896 h 835479"/>
                <a:gd name="connsiteX173" fmla="*/ 4363890 w 6858000"/>
                <a:gd name="connsiteY173" fmla="*/ 450658 h 835479"/>
                <a:gd name="connsiteX174" fmla="*/ 4363889 w 6858000"/>
                <a:gd name="connsiteY174" fmla="*/ 450658 h 835479"/>
                <a:gd name="connsiteX175" fmla="*/ 4324644 w 6858000"/>
                <a:gd name="connsiteY175" fmla="*/ 441704 h 835479"/>
                <a:gd name="connsiteX176" fmla="*/ 4253013 w 6858000"/>
                <a:gd name="connsiteY176" fmla="*/ 401888 h 835479"/>
                <a:gd name="connsiteX177" fmla="*/ 4165382 w 6858000"/>
                <a:gd name="connsiteY177" fmla="*/ 392362 h 835479"/>
                <a:gd name="connsiteX178" fmla="*/ 4165383 w 6858000"/>
                <a:gd name="connsiteY178" fmla="*/ 392362 h 835479"/>
                <a:gd name="connsiteX179" fmla="*/ 4192387 w 6858000"/>
                <a:gd name="connsiteY179" fmla="*/ 396267 h 835479"/>
                <a:gd name="connsiteX180" fmla="*/ 4192386 w 6858000"/>
                <a:gd name="connsiteY180" fmla="*/ 396267 h 835479"/>
                <a:gd name="connsiteX181" fmla="*/ 4165382 w 6858000"/>
                <a:gd name="connsiteY181" fmla="*/ 392362 h 835479"/>
                <a:gd name="connsiteX182" fmla="*/ 3885337 w 6858000"/>
                <a:gd name="connsiteY182" fmla="*/ 379980 h 835479"/>
                <a:gd name="connsiteX183" fmla="*/ 3885338 w 6858000"/>
                <a:gd name="connsiteY183" fmla="*/ 379980 h 835479"/>
                <a:gd name="connsiteX184" fmla="*/ 3885341 w 6858000"/>
                <a:gd name="connsiteY184" fmla="*/ 379982 h 835479"/>
                <a:gd name="connsiteX185" fmla="*/ 3962157 w 6858000"/>
                <a:gd name="connsiteY185" fmla="*/ 411865 h 835479"/>
                <a:gd name="connsiteX186" fmla="*/ 3962159 w 6858000"/>
                <a:gd name="connsiteY186" fmla="*/ 411865 h 835479"/>
                <a:gd name="connsiteX187" fmla="*/ 4043837 w 6858000"/>
                <a:gd name="connsiteY187" fmla="*/ 396173 h 835479"/>
                <a:gd name="connsiteX188" fmla="*/ 4043838 w 6858000"/>
                <a:gd name="connsiteY188" fmla="*/ 396172 h 835479"/>
                <a:gd name="connsiteX189" fmla="*/ 4103824 w 6858000"/>
                <a:gd name="connsiteY189" fmla="*/ 381051 h 835479"/>
                <a:gd name="connsiteX190" fmla="*/ 4103825 w 6858000"/>
                <a:gd name="connsiteY190" fmla="*/ 381051 h 835479"/>
                <a:gd name="connsiteX191" fmla="*/ 4134255 w 6858000"/>
                <a:gd name="connsiteY191" fmla="*/ 383018 h 835479"/>
                <a:gd name="connsiteX192" fmla="*/ 4165381 w 6858000"/>
                <a:gd name="connsiteY192" fmla="*/ 392362 h 835479"/>
                <a:gd name="connsiteX193" fmla="*/ 4103825 w 6858000"/>
                <a:gd name="connsiteY193" fmla="*/ 381051 h 835479"/>
                <a:gd name="connsiteX194" fmla="*/ 4043839 w 6858000"/>
                <a:gd name="connsiteY194" fmla="*/ 396172 h 835479"/>
                <a:gd name="connsiteX195" fmla="*/ 4043837 w 6858000"/>
                <a:gd name="connsiteY195" fmla="*/ 396173 h 835479"/>
                <a:gd name="connsiteX196" fmla="*/ 4002409 w 6858000"/>
                <a:gd name="connsiteY196" fmla="*/ 409475 h 835479"/>
                <a:gd name="connsiteX197" fmla="*/ 3962159 w 6858000"/>
                <a:gd name="connsiteY197" fmla="*/ 411865 h 835479"/>
                <a:gd name="connsiteX198" fmla="*/ 3962158 w 6858000"/>
                <a:gd name="connsiteY198" fmla="*/ 411865 h 835479"/>
                <a:gd name="connsiteX199" fmla="*/ 3962157 w 6858000"/>
                <a:gd name="connsiteY199" fmla="*/ 411865 h 835479"/>
                <a:gd name="connsiteX200" fmla="*/ 3923124 w 6858000"/>
                <a:gd name="connsiteY200" fmla="*/ 402361 h 835479"/>
                <a:gd name="connsiteX201" fmla="*/ 3885341 w 6858000"/>
                <a:gd name="connsiteY201" fmla="*/ 379982 h 835479"/>
                <a:gd name="connsiteX202" fmla="*/ 3669899 w 6858000"/>
                <a:gd name="connsiteY202" fmla="*/ 394577 h 835479"/>
                <a:gd name="connsiteX203" fmla="*/ 3680163 w 6858000"/>
                <a:gd name="connsiteY203" fmla="*/ 397173 h 835479"/>
                <a:gd name="connsiteX204" fmla="*/ 3734836 w 6858000"/>
                <a:gd name="connsiteY204" fmla="*/ 393125 h 835479"/>
                <a:gd name="connsiteX205" fmla="*/ 3734837 w 6858000"/>
                <a:gd name="connsiteY205" fmla="*/ 393125 h 835479"/>
                <a:gd name="connsiteX206" fmla="*/ 3754652 w 6858000"/>
                <a:gd name="connsiteY206" fmla="*/ 393507 h 835479"/>
                <a:gd name="connsiteX207" fmla="*/ 3789775 w 6858000"/>
                <a:gd name="connsiteY207" fmla="*/ 399864 h 835479"/>
                <a:gd name="connsiteX208" fmla="*/ 3822471 w 6858000"/>
                <a:gd name="connsiteY208" fmla="*/ 384932 h 835479"/>
                <a:gd name="connsiteX209" fmla="*/ 3852618 w 6858000"/>
                <a:gd name="connsiteY209" fmla="*/ 370597 h 835479"/>
                <a:gd name="connsiteX210" fmla="*/ 3852619 w 6858000"/>
                <a:gd name="connsiteY210" fmla="*/ 370597 h 835479"/>
                <a:gd name="connsiteX211" fmla="*/ 3868763 w 6858000"/>
                <a:gd name="connsiteY211" fmla="*/ 371377 h 835479"/>
                <a:gd name="connsiteX212" fmla="*/ 3885336 w 6858000"/>
                <a:gd name="connsiteY212" fmla="*/ 379980 h 835479"/>
                <a:gd name="connsiteX213" fmla="*/ 3852619 w 6858000"/>
                <a:gd name="connsiteY213" fmla="*/ 370597 h 835479"/>
                <a:gd name="connsiteX214" fmla="*/ 3822472 w 6858000"/>
                <a:gd name="connsiteY214" fmla="*/ 384932 h 835479"/>
                <a:gd name="connsiteX215" fmla="*/ 3789776 w 6858000"/>
                <a:gd name="connsiteY215" fmla="*/ 399864 h 835479"/>
                <a:gd name="connsiteX216" fmla="*/ 3789775 w 6858000"/>
                <a:gd name="connsiteY216" fmla="*/ 399864 h 835479"/>
                <a:gd name="connsiteX217" fmla="*/ 3754651 w 6858000"/>
                <a:gd name="connsiteY217" fmla="*/ 393507 h 835479"/>
                <a:gd name="connsiteX218" fmla="*/ 3734837 w 6858000"/>
                <a:gd name="connsiteY218" fmla="*/ 393125 h 835479"/>
                <a:gd name="connsiteX219" fmla="*/ 3680163 w 6858000"/>
                <a:gd name="connsiteY219" fmla="*/ 397173 h 835479"/>
                <a:gd name="connsiteX220" fmla="*/ 3680162 w 6858000"/>
                <a:gd name="connsiteY220" fmla="*/ 397173 h 835479"/>
                <a:gd name="connsiteX221" fmla="*/ 2836171 w 6858000"/>
                <a:gd name="connsiteY221" fmla="*/ 465063 h 835479"/>
                <a:gd name="connsiteX222" fmla="*/ 2848792 w 6858000"/>
                <a:gd name="connsiteY222" fmla="*/ 456372 h 835479"/>
                <a:gd name="connsiteX223" fmla="*/ 2897784 w 6858000"/>
                <a:gd name="connsiteY223" fmla="*/ 440769 h 835479"/>
                <a:gd name="connsiteX224" fmla="*/ 2903549 w 6858000"/>
                <a:gd name="connsiteY224" fmla="*/ 439740 h 835479"/>
                <a:gd name="connsiteX225" fmla="*/ 2914327 w 6858000"/>
                <a:gd name="connsiteY225" fmla="*/ 436466 h 835479"/>
                <a:gd name="connsiteX226" fmla="*/ 2947858 w 6858000"/>
                <a:gd name="connsiteY226" fmla="*/ 431835 h 835479"/>
                <a:gd name="connsiteX227" fmla="*/ 2947861 w 6858000"/>
                <a:gd name="connsiteY227" fmla="*/ 431834 h 835479"/>
                <a:gd name="connsiteX228" fmla="*/ 2947862 w 6858000"/>
                <a:gd name="connsiteY228" fmla="*/ 431834 h 835479"/>
                <a:gd name="connsiteX229" fmla="*/ 2982148 w 6858000"/>
                <a:gd name="connsiteY229" fmla="*/ 435418 h 835479"/>
                <a:gd name="connsiteX230" fmla="*/ 3077401 w 6858000"/>
                <a:gd name="connsiteY230" fmla="*/ 447111 h 835479"/>
                <a:gd name="connsiteX231" fmla="*/ 3172653 w 6858000"/>
                <a:gd name="connsiteY231" fmla="*/ 434656 h 835479"/>
                <a:gd name="connsiteX232" fmla="*/ 3489466 w 6858000"/>
                <a:gd name="connsiteY232" fmla="*/ 387029 h 835479"/>
                <a:gd name="connsiteX233" fmla="*/ 3544712 w 6858000"/>
                <a:gd name="connsiteY233" fmla="*/ 364930 h 835479"/>
                <a:gd name="connsiteX234" fmla="*/ 3574407 w 6858000"/>
                <a:gd name="connsiteY234" fmla="*/ 347308 h 835479"/>
                <a:gd name="connsiteX235" fmla="*/ 3574408 w 6858000"/>
                <a:gd name="connsiteY235" fmla="*/ 347308 h 835479"/>
                <a:gd name="connsiteX236" fmla="*/ 3606817 w 6858000"/>
                <a:gd name="connsiteY236" fmla="*/ 359406 h 835479"/>
                <a:gd name="connsiteX237" fmla="*/ 3630632 w 6858000"/>
                <a:gd name="connsiteY237" fmla="*/ 372932 h 835479"/>
                <a:gd name="connsiteX238" fmla="*/ 3651953 w 6858000"/>
                <a:gd name="connsiteY238" fmla="*/ 388826 h 835479"/>
                <a:gd name="connsiteX239" fmla="*/ 3630631 w 6858000"/>
                <a:gd name="connsiteY239" fmla="*/ 372932 h 835479"/>
                <a:gd name="connsiteX240" fmla="*/ 3606816 w 6858000"/>
                <a:gd name="connsiteY240" fmla="*/ 359406 h 835479"/>
                <a:gd name="connsiteX241" fmla="*/ 3587173 w 6858000"/>
                <a:gd name="connsiteY241" fmla="*/ 349660 h 835479"/>
                <a:gd name="connsiteX242" fmla="*/ 3574407 w 6858000"/>
                <a:gd name="connsiteY242" fmla="*/ 347308 h 835479"/>
                <a:gd name="connsiteX243" fmla="*/ 3562320 w 6858000"/>
                <a:gd name="connsiteY243" fmla="*/ 352387 h 835479"/>
                <a:gd name="connsiteX244" fmla="*/ 3544713 w 6858000"/>
                <a:gd name="connsiteY244" fmla="*/ 364930 h 835479"/>
                <a:gd name="connsiteX245" fmla="*/ 3489467 w 6858000"/>
                <a:gd name="connsiteY245" fmla="*/ 387029 h 835479"/>
                <a:gd name="connsiteX246" fmla="*/ 3172654 w 6858000"/>
                <a:gd name="connsiteY246" fmla="*/ 434656 h 835479"/>
                <a:gd name="connsiteX247" fmla="*/ 3077401 w 6858000"/>
                <a:gd name="connsiteY247" fmla="*/ 447111 h 835479"/>
                <a:gd name="connsiteX248" fmla="*/ 3077400 w 6858000"/>
                <a:gd name="connsiteY248" fmla="*/ 447111 h 835479"/>
                <a:gd name="connsiteX249" fmla="*/ 2982147 w 6858000"/>
                <a:gd name="connsiteY249" fmla="*/ 435418 h 835479"/>
                <a:gd name="connsiteX250" fmla="*/ 2947862 w 6858000"/>
                <a:gd name="connsiteY250" fmla="*/ 431834 h 835479"/>
                <a:gd name="connsiteX251" fmla="*/ 2947858 w 6858000"/>
                <a:gd name="connsiteY251" fmla="*/ 431835 h 835479"/>
                <a:gd name="connsiteX252" fmla="*/ 2903549 w 6858000"/>
                <a:gd name="connsiteY252" fmla="*/ 439740 h 835479"/>
                <a:gd name="connsiteX253" fmla="*/ 2848793 w 6858000"/>
                <a:gd name="connsiteY253" fmla="*/ 456372 h 835479"/>
                <a:gd name="connsiteX254" fmla="*/ 2836172 w 6858000"/>
                <a:gd name="connsiteY254" fmla="*/ 465063 h 835479"/>
                <a:gd name="connsiteX255" fmla="*/ 1268757 w 6858000"/>
                <a:gd name="connsiteY255" fmla="*/ 18376 h 835479"/>
                <a:gd name="connsiteX256" fmla="*/ 1286069 w 6858000"/>
                <a:gd name="connsiteY256" fmla="*/ 23543 h 835479"/>
                <a:gd name="connsiteX257" fmla="*/ 1350627 w 6858000"/>
                <a:gd name="connsiteY257" fmla="*/ 45880 h 835479"/>
                <a:gd name="connsiteX258" fmla="*/ 1413839 w 6858000"/>
                <a:gd name="connsiteY258" fmla="*/ 40286 h 835479"/>
                <a:gd name="connsiteX259" fmla="*/ 1350626 w 6858000"/>
                <a:gd name="connsiteY259" fmla="*/ 45881 h 835479"/>
                <a:gd name="connsiteX260" fmla="*/ 1286068 w 6858000"/>
                <a:gd name="connsiteY260" fmla="*/ 23543 h 835479"/>
                <a:gd name="connsiteX261" fmla="*/ 313532 w 6858000"/>
                <a:gd name="connsiteY261" fmla="*/ 14019 h 835479"/>
                <a:gd name="connsiteX262" fmla="*/ 313533 w 6858000"/>
                <a:gd name="connsiteY262" fmla="*/ 14018 h 835479"/>
                <a:gd name="connsiteX263" fmla="*/ 338870 w 6858000"/>
                <a:gd name="connsiteY263" fmla="*/ 13446 h 835479"/>
                <a:gd name="connsiteX264" fmla="*/ 338902 w 6858000"/>
                <a:gd name="connsiteY264" fmla="*/ 13453 h 835479"/>
                <a:gd name="connsiteX265" fmla="*/ 395639 w 6858000"/>
                <a:gd name="connsiteY265" fmla="*/ 23353 h 835479"/>
                <a:gd name="connsiteX266" fmla="*/ 367327 w 6858000"/>
                <a:gd name="connsiteY266" fmla="*/ 19543 h 835479"/>
                <a:gd name="connsiteX267" fmla="*/ 338902 w 6858000"/>
                <a:gd name="connsiteY267" fmla="*/ 13453 h 835479"/>
                <a:gd name="connsiteX268" fmla="*/ 338869 w 6858000"/>
                <a:gd name="connsiteY268" fmla="*/ 13447 h 835479"/>
                <a:gd name="connsiteX269" fmla="*/ 324057 w 6858000"/>
                <a:gd name="connsiteY269" fmla="*/ 11661 h 835479"/>
                <a:gd name="connsiteX270" fmla="*/ 281567 w 6858000"/>
                <a:gd name="connsiteY270" fmla="*/ 36346 h 835479"/>
                <a:gd name="connsiteX271" fmla="*/ 295414 w 6858000"/>
                <a:gd name="connsiteY271" fmla="*/ 31451 h 835479"/>
                <a:gd name="connsiteX272" fmla="*/ 295414 w 6858000"/>
                <a:gd name="connsiteY272" fmla="*/ 31452 h 835479"/>
                <a:gd name="connsiteX273" fmla="*/ 24485 w 6858000"/>
                <a:gd name="connsiteY273" fmla="*/ 23026 h 835479"/>
                <a:gd name="connsiteX274" fmla="*/ 74128 w 6858000"/>
                <a:gd name="connsiteY274" fmla="*/ 20763 h 835479"/>
                <a:gd name="connsiteX275" fmla="*/ 125860 w 6858000"/>
                <a:gd name="connsiteY275" fmla="*/ 26687 h 835479"/>
                <a:gd name="connsiteX276" fmla="*/ 153386 w 6858000"/>
                <a:gd name="connsiteY276" fmla="*/ 31082 h 835479"/>
                <a:gd name="connsiteX277" fmla="*/ 228943 w 6858000"/>
                <a:gd name="connsiteY277" fmla="*/ 39355 h 835479"/>
                <a:gd name="connsiteX278" fmla="*/ 177270 w 6858000"/>
                <a:gd name="connsiteY278" fmla="*/ 34896 h 835479"/>
                <a:gd name="connsiteX279" fmla="*/ 153386 w 6858000"/>
                <a:gd name="connsiteY279" fmla="*/ 31082 h 835479"/>
                <a:gd name="connsiteX280" fmla="*/ 151568 w 6858000"/>
                <a:gd name="connsiteY280" fmla="*/ 30883 h 835479"/>
                <a:gd name="connsiteX281" fmla="*/ 74128 w 6858000"/>
                <a:gd name="connsiteY281" fmla="*/ 20764 h 835479"/>
                <a:gd name="connsiteX282" fmla="*/ 0 w 6858000"/>
                <a:gd name="connsiteY282" fmla="*/ 29969 h 835479"/>
                <a:gd name="connsiteX283" fmla="*/ 0 w 6858000"/>
                <a:gd name="connsiteY283" fmla="*/ 494077 h 835479"/>
                <a:gd name="connsiteX284" fmla="*/ 2816 w 6858000"/>
                <a:gd name="connsiteY284" fmla="*/ 492950 h 835479"/>
                <a:gd name="connsiteX285" fmla="*/ 63586 w 6858000"/>
                <a:gd name="connsiteY285" fmla="*/ 478851 h 835479"/>
                <a:gd name="connsiteX286" fmla="*/ 176938 w 6858000"/>
                <a:gd name="connsiteY286" fmla="*/ 464945 h 835479"/>
                <a:gd name="connsiteX287" fmla="*/ 200181 w 6858000"/>
                <a:gd name="connsiteY287" fmla="*/ 456943 h 835479"/>
                <a:gd name="connsiteX288" fmla="*/ 340773 w 6858000"/>
                <a:gd name="connsiteY288" fmla="*/ 419031 h 835479"/>
                <a:gd name="connsiteX289" fmla="*/ 453363 w 6858000"/>
                <a:gd name="connsiteY289" fmla="*/ 419796 h 835479"/>
                <a:gd name="connsiteX290" fmla="*/ 462125 w 6858000"/>
                <a:gd name="connsiteY290" fmla="*/ 421510 h 835479"/>
                <a:gd name="connsiteX291" fmla="*/ 505181 w 6858000"/>
                <a:gd name="connsiteY291" fmla="*/ 434082 h 835479"/>
                <a:gd name="connsiteX292" fmla="*/ 571859 w 6858000"/>
                <a:gd name="connsiteY292" fmla="*/ 430654 h 835479"/>
                <a:gd name="connsiteX293" fmla="*/ 617771 w 6858000"/>
                <a:gd name="connsiteY293" fmla="*/ 413317 h 835479"/>
                <a:gd name="connsiteX294" fmla="*/ 674922 w 6858000"/>
                <a:gd name="connsiteY294" fmla="*/ 412555 h 835479"/>
                <a:gd name="connsiteX295" fmla="*/ 740267 w 6858000"/>
                <a:gd name="connsiteY295" fmla="*/ 423414 h 835479"/>
                <a:gd name="connsiteX296" fmla="*/ 769604 w 6858000"/>
                <a:gd name="connsiteY296" fmla="*/ 425700 h 835479"/>
                <a:gd name="connsiteX297" fmla="*/ 850188 w 6858000"/>
                <a:gd name="connsiteY297" fmla="*/ 448180 h 835479"/>
                <a:gd name="connsiteX298" fmla="*/ 898197 w 6858000"/>
                <a:gd name="connsiteY298" fmla="*/ 442656 h 835479"/>
                <a:gd name="connsiteX299" fmla="*/ 945443 w 6858000"/>
                <a:gd name="connsiteY299" fmla="*/ 427796 h 835479"/>
                <a:gd name="connsiteX300" fmla="*/ 975732 w 6858000"/>
                <a:gd name="connsiteY300" fmla="*/ 413507 h 835479"/>
                <a:gd name="connsiteX301" fmla="*/ 1036886 w 6858000"/>
                <a:gd name="connsiteY301" fmla="*/ 403411 h 835479"/>
                <a:gd name="connsiteX302" fmla="*/ 1048124 w 6858000"/>
                <a:gd name="connsiteY302" fmla="*/ 404935 h 835479"/>
                <a:gd name="connsiteX303" fmla="*/ 1230632 w 6858000"/>
                <a:gd name="connsiteY303" fmla="*/ 417509 h 835479"/>
                <a:gd name="connsiteX304" fmla="*/ 1303023 w 6858000"/>
                <a:gd name="connsiteY304" fmla="*/ 437702 h 835479"/>
                <a:gd name="connsiteX305" fmla="*/ 1318455 w 6858000"/>
                <a:gd name="connsiteY305" fmla="*/ 440178 h 835479"/>
                <a:gd name="connsiteX306" fmla="*/ 1472574 w 6858000"/>
                <a:gd name="connsiteY306" fmla="*/ 462849 h 835479"/>
                <a:gd name="connsiteX307" fmla="*/ 1489719 w 6858000"/>
                <a:gd name="connsiteY307" fmla="*/ 463801 h 835479"/>
                <a:gd name="connsiteX308" fmla="*/ 1537536 w 6858000"/>
                <a:gd name="connsiteY308" fmla="*/ 459801 h 835479"/>
                <a:gd name="connsiteX309" fmla="*/ 1650316 w 6858000"/>
                <a:gd name="connsiteY309" fmla="*/ 500950 h 835479"/>
                <a:gd name="connsiteX310" fmla="*/ 1763286 w 6858000"/>
                <a:gd name="connsiteY310" fmla="*/ 515049 h 835479"/>
                <a:gd name="connsiteX311" fmla="*/ 1825392 w 6858000"/>
                <a:gd name="connsiteY311" fmla="*/ 514857 h 835479"/>
                <a:gd name="connsiteX312" fmla="*/ 1869779 w 6858000"/>
                <a:gd name="connsiteY312" fmla="*/ 524955 h 835479"/>
                <a:gd name="connsiteX313" fmla="*/ 1978939 w 6858000"/>
                <a:gd name="connsiteY313" fmla="*/ 555626 h 835479"/>
                <a:gd name="connsiteX314" fmla="*/ 2030377 w 6858000"/>
                <a:gd name="connsiteY314" fmla="*/ 560388 h 835479"/>
                <a:gd name="connsiteX315" fmla="*/ 2085053 w 6858000"/>
                <a:gd name="connsiteY315" fmla="*/ 570677 h 835479"/>
                <a:gd name="connsiteX316" fmla="*/ 2220311 w 6858000"/>
                <a:gd name="connsiteY316" fmla="*/ 616778 h 835479"/>
                <a:gd name="connsiteX317" fmla="*/ 2330805 w 6858000"/>
                <a:gd name="connsiteY317" fmla="*/ 614112 h 835479"/>
                <a:gd name="connsiteX318" fmla="*/ 2401291 w 6858000"/>
                <a:gd name="connsiteY318" fmla="*/ 614682 h 835479"/>
                <a:gd name="connsiteX319" fmla="*/ 2485306 w 6858000"/>
                <a:gd name="connsiteY319" fmla="*/ 629923 h 835479"/>
                <a:gd name="connsiteX320" fmla="*/ 2554078 w 6858000"/>
                <a:gd name="connsiteY320" fmla="*/ 652213 h 835479"/>
                <a:gd name="connsiteX321" fmla="*/ 2649142 w 6858000"/>
                <a:gd name="connsiteY321" fmla="*/ 669930 h 835479"/>
                <a:gd name="connsiteX322" fmla="*/ 2743825 w 6858000"/>
                <a:gd name="connsiteY322" fmla="*/ 704031 h 835479"/>
                <a:gd name="connsiteX323" fmla="*/ 2809929 w 6858000"/>
                <a:gd name="connsiteY323" fmla="*/ 730130 h 835479"/>
                <a:gd name="connsiteX324" fmla="*/ 2901942 w 6858000"/>
                <a:gd name="connsiteY324" fmla="*/ 753181 h 835479"/>
                <a:gd name="connsiteX325" fmla="*/ 3042727 w 6858000"/>
                <a:gd name="connsiteY325" fmla="*/ 769373 h 835479"/>
                <a:gd name="connsiteX326" fmla="*/ 3107499 w 6858000"/>
                <a:gd name="connsiteY326" fmla="*/ 771089 h 835479"/>
                <a:gd name="connsiteX327" fmla="*/ 3209992 w 6858000"/>
                <a:gd name="connsiteY327" fmla="*/ 808998 h 835479"/>
                <a:gd name="connsiteX328" fmla="*/ 3253808 w 6858000"/>
                <a:gd name="connsiteY328" fmla="*/ 827287 h 835479"/>
                <a:gd name="connsiteX329" fmla="*/ 3293243 w 6858000"/>
                <a:gd name="connsiteY329" fmla="*/ 812047 h 835479"/>
                <a:gd name="connsiteX330" fmla="*/ 3318770 w 6858000"/>
                <a:gd name="connsiteY330" fmla="*/ 794520 h 835479"/>
                <a:gd name="connsiteX331" fmla="*/ 3399545 w 6858000"/>
                <a:gd name="connsiteY331" fmla="*/ 809381 h 835479"/>
                <a:gd name="connsiteX332" fmla="*/ 3485274 w 6858000"/>
                <a:gd name="connsiteY332" fmla="*/ 825001 h 835479"/>
                <a:gd name="connsiteX333" fmla="*/ 3546616 w 6858000"/>
                <a:gd name="connsiteY333" fmla="*/ 835479 h 835479"/>
                <a:gd name="connsiteX334" fmla="*/ 3623200 w 6858000"/>
                <a:gd name="connsiteY334" fmla="*/ 827097 h 835479"/>
                <a:gd name="connsiteX335" fmla="*/ 3683590 w 6858000"/>
                <a:gd name="connsiteY335" fmla="*/ 823669 h 835479"/>
                <a:gd name="connsiteX336" fmla="*/ 3732360 w 6858000"/>
                <a:gd name="connsiteY336" fmla="*/ 813953 h 835479"/>
                <a:gd name="connsiteX337" fmla="*/ 3749505 w 6858000"/>
                <a:gd name="connsiteY337" fmla="*/ 808236 h 835479"/>
                <a:gd name="connsiteX338" fmla="*/ 3885337 w 6858000"/>
                <a:gd name="connsiteY338" fmla="*/ 763659 h 835479"/>
                <a:gd name="connsiteX339" fmla="*/ 4030502 w 6858000"/>
                <a:gd name="connsiteY339" fmla="*/ 728034 h 835479"/>
                <a:gd name="connsiteX340" fmla="*/ 4124613 w 6858000"/>
                <a:gd name="connsiteY340" fmla="*/ 750515 h 835479"/>
                <a:gd name="connsiteX341" fmla="*/ 4159666 w 6858000"/>
                <a:gd name="connsiteY341" fmla="*/ 750133 h 835479"/>
                <a:gd name="connsiteX342" fmla="*/ 4320836 w 6858000"/>
                <a:gd name="connsiteY342" fmla="*/ 755277 h 835479"/>
                <a:gd name="connsiteX343" fmla="*/ 4349221 w 6858000"/>
                <a:gd name="connsiteY343" fmla="*/ 760801 h 835479"/>
                <a:gd name="connsiteX344" fmla="*/ 4502578 w 6858000"/>
                <a:gd name="connsiteY344" fmla="*/ 738130 h 835479"/>
                <a:gd name="connsiteX345" fmla="*/ 4558206 w 6858000"/>
                <a:gd name="connsiteY345" fmla="*/ 734320 h 835479"/>
                <a:gd name="connsiteX346" fmla="*/ 4609451 w 6858000"/>
                <a:gd name="connsiteY346" fmla="*/ 728034 h 835479"/>
                <a:gd name="connsiteX347" fmla="*/ 4681082 w 6858000"/>
                <a:gd name="connsiteY347" fmla="*/ 726510 h 835479"/>
                <a:gd name="connsiteX348" fmla="*/ 4755380 w 6858000"/>
                <a:gd name="connsiteY348" fmla="*/ 729368 h 835479"/>
                <a:gd name="connsiteX349" fmla="*/ 4838249 w 6858000"/>
                <a:gd name="connsiteY349" fmla="*/ 728796 h 835479"/>
                <a:gd name="connsiteX350" fmla="*/ 4871018 w 6858000"/>
                <a:gd name="connsiteY350" fmla="*/ 723844 h 835479"/>
                <a:gd name="connsiteX351" fmla="*/ 4959601 w 6858000"/>
                <a:gd name="connsiteY351" fmla="*/ 727272 h 835479"/>
                <a:gd name="connsiteX352" fmla="*/ 5006085 w 6858000"/>
                <a:gd name="connsiteY352" fmla="*/ 721558 h 835479"/>
                <a:gd name="connsiteX353" fmla="*/ 5082669 w 6858000"/>
                <a:gd name="connsiteY353" fmla="*/ 720414 h 835479"/>
                <a:gd name="connsiteX354" fmla="*/ 5107626 w 6858000"/>
                <a:gd name="connsiteY354" fmla="*/ 719079 h 835479"/>
                <a:gd name="connsiteX355" fmla="*/ 5129915 w 6858000"/>
                <a:gd name="connsiteY355" fmla="*/ 718317 h 835479"/>
                <a:gd name="connsiteX356" fmla="*/ 5206307 w 6858000"/>
                <a:gd name="connsiteY356" fmla="*/ 733940 h 835479"/>
                <a:gd name="connsiteX357" fmla="*/ 5274128 w 6858000"/>
                <a:gd name="connsiteY357" fmla="*/ 734892 h 835479"/>
                <a:gd name="connsiteX358" fmla="*/ 5393004 w 6858000"/>
                <a:gd name="connsiteY358" fmla="*/ 747466 h 835479"/>
                <a:gd name="connsiteX359" fmla="*/ 5419294 w 6858000"/>
                <a:gd name="connsiteY359" fmla="*/ 743084 h 835479"/>
                <a:gd name="connsiteX360" fmla="*/ 5501593 w 6858000"/>
                <a:gd name="connsiteY360" fmla="*/ 741370 h 835479"/>
                <a:gd name="connsiteX361" fmla="*/ 5548459 w 6858000"/>
                <a:gd name="connsiteY361" fmla="*/ 740036 h 835479"/>
                <a:gd name="connsiteX362" fmla="*/ 5606371 w 6858000"/>
                <a:gd name="connsiteY362" fmla="*/ 749180 h 835479"/>
                <a:gd name="connsiteX363" fmla="*/ 5706958 w 6858000"/>
                <a:gd name="connsiteY363" fmla="*/ 768611 h 835479"/>
                <a:gd name="connsiteX364" fmla="*/ 5733439 w 6858000"/>
                <a:gd name="connsiteY364" fmla="*/ 771659 h 835479"/>
                <a:gd name="connsiteX365" fmla="*/ 5781829 w 6858000"/>
                <a:gd name="connsiteY365" fmla="*/ 780996 h 835479"/>
                <a:gd name="connsiteX366" fmla="*/ 5790591 w 6858000"/>
                <a:gd name="connsiteY366" fmla="*/ 782710 h 835479"/>
                <a:gd name="connsiteX367" fmla="*/ 5864317 w 6858000"/>
                <a:gd name="connsiteY367" fmla="*/ 806332 h 835479"/>
                <a:gd name="connsiteX368" fmla="*/ 5902609 w 6858000"/>
                <a:gd name="connsiteY368" fmla="*/ 808236 h 835479"/>
                <a:gd name="connsiteX369" fmla="*/ 6012722 w 6858000"/>
                <a:gd name="connsiteY369" fmla="*/ 808428 h 835479"/>
                <a:gd name="connsiteX370" fmla="*/ 6059396 w 6858000"/>
                <a:gd name="connsiteY370" fmla="*/ 804808 h 835479"/>
                <a:gd name="connsiteX371" fmla="*/ 6171604 w 6858000"/>
                <a:gd name="connsiteY371" fmla="*/ 790902 h 835479"/>
                <a:gd name="connsiteX372" fmla="*/ 6242092 w 6858000"/>
                <a:gd name="connsiteY372" fmla="*/ 784044 h 835479"/>
                <a:gd name="connsiteX373" fmla="*/ 6323057 w 6858000"/>
                <a:gd name="connsiteY373" fmla="*/ 773183 h 835479"/>
                <a:gd name="connsiteX374" fmla="*/ 6415832 w 6858000"/>
                <a:gd name="connsiteY374" fmla="*/ 766325 h 835479"/>
                <a:gd name="connsiteX375" fmla="*/ 6584811 w 6858000"/>
                <a:gd name="connsiteY375" fmla="*/ 745560 h 835479"/>
                <a:gd name="connsiteX376" fmla="*/ 6748457 w 6858000"/>
                <a:gd name="connsiteY376" fmla="*/ 724034 h 835479"/>
                <a:gd name="connsiteX377" fmla="*/ 6815515 w 6858000"/>
                <a:gd name="connsiteY377" fmla="*/ 704983 h 835479"/>
                <a:gd name="connsiteX378" fmla="*/ 6858000 w 6858000"/>
                <a:gd name="connsiteY378" fmla="*/ 695283 h 835479"/>
                <a:gd name="connsiteX379" fmla="*/ 6858000 w 6858000"/>
                <a:gd name="connsiteY379" fmla="*/ 456 h 835479"/>
                <a:gd name="connsiteX380" fmla="*/ 1687322 w 6858000"/>
                <a:gd name="connsiteY380" fmla="*/ 456 h 835479"/>
                <a:gd name="connsiteX381" fmla="*/ 1697753 w 6858000"/>
                <a:gd name="connsiteY381" fmla="*/ 10970 h 835479"/>
                <a:gd name="connsiteX382" fmla="*/ 1733188 w 6858000"/>
                <a:gd name="connsiteY382" fmla="*/ 33639 h 835479"/>
                <a:gd name="connsiteX383" fmla="*/ 1833775 w 6858000"/>
                <a:gd name="connsiteY383" fmla="*/ 75360 h 835479"/>
                <a:gd name="connsiteX384" fmla="*/ 1842158 w 6858000"/>
                <a:gd name="connsiteY384" fmla="*/ 82981 h 835479"/>
                <a:gd name="connsiteX385" fmla="*/ 1916454 w 6858000"/>
                <a:gd name="connsiteY385" fmla="*/ 173472 h 835479"/>
                <a:gd name="connsiteX386" fmla="*/ 1933219 w 6858000"/>
                <a:gd name="connsiteY386" fmla="*/ 188902 h 835479"/>
                <a:gd name="connsiteX387" fmla="*/ 1953413 w 6858000"/>
                <a:gd name="connsiteY387" fmla="*/ 212907 h 835479"/>
                <a:gd name="connsiteX388" fmla="*/ 2016469 w 6858000"/>
                <a:gd name="connsiteY388" fmla="*/ 259390 h 835479"/>
                <a:gd name="connsiteX389" fmla="*/ 2094578 w 6858000"/>
                <a:gd name="connsiteY389" fmla="*/ 274249 h 835479"/>
                <a:gd name="connsiteX390" fmla="*/ 2188879 w 6858000"/>
                <a:gd name="connsiteY390" fmla="*/ 296920 h 835479"/>
                <a:gd name="connsiteX391" fmla="*/ 2228314 w 6858000"/>
                <a:gd name="connsiteY391" fmla="*/ 312160 h 835479"/>
                <a:gd name="connsiteX392" fmla="*/ 2334044 w 6858000"/>
                <a:gd name="connsiteY392" fmla="*/ 341117 h 835479"/>
                <a:gd name="connsiteX393" fmla="*/ 2409485 w 6858000"/>
                <a:gd name="connsiteY393" fmla="*/ 365502 h 835479"/>
                <a:gd name="connsiteX394" fmla="*/ 2409487 w 6858000"/>
                <a:gd name="connsiteY394" fmla="*/ 365504 h 835479"/>
                <a:gd name="connsiteX395" fmla="*/ 2463015 w 6858000"/>
                <a:gd name="connsiteY395" fmla="*/ 388434 h 835479"/>
                <a:gd name="connsiteX396" fmla="*/ 2463017 w 6858000"/>
                <a:gd name="connsiteY396" fmla="*/ 388434 h 835479"/>
                <a:gd name="connsiteX397" fmla="*/ 2518262 w 6858000"/>
                <a:gd name="connsiteY397" fmla="*/ 379792 h 835479"/>
                <a:gd name="connsiteX398" fmla="*/ 2518263 w 6858000"/>
                <a:gd name="connsiteY398" fmla="*/ 379791 h 835479"/>
                <a:gd name="connsiteX399" fmla="*/ 2545005 w 6858000"/>
                <a:gd name="connsiteY399" fmla="*/ 376147 h 835479"/>
                <a:gd name="connsiteX400" fmla="*/ 2545006 w 6858000"/>
                <a:gd name="connsiteY400" fmla="*/ 376147 h 835479"/>
                <a:gd name="connsiteX401" fmla="*/ 2571034 w 6858000"/>
                <a:gd name="connsiteY401" fmla="*/ 380361 h 835479"/>
                <a:gd name="connsiteX402" fmla="*/ 2668001 w 6858000"/>
                <a:gd name="connsiteY402" fmla="*/ 453514 h 835479"/>
                <a:gd name="connsiteX403" fmla="*/ 2745348 w 6858000"/>
                <a:gd name="connsiteY403" fmla="*/ 501904 h 835479"/>
                <a:gd name="connsiteX404" fmla="*/ 2745351 w 6858000"/>
                <a:gd name="connsiteY404" fmla="*/ 501906 h 835479"/>
                <a:gd name="connsiteX405" fmla="*/ 2778005 w 6858000"/>
                <a:gd name="connsiteY405" fmla="*/ 507825 h 835479"/>
                <a:gd name="connsiteX406" fmla="*/ 2785439 w 6858000"/>
                <a:gd name="connsiteY406" fmla="*/ 507405 h 835479"/>
                <a:gd name="connsiteX407" fmla="*/ 2811779 w 6858000"/>
                <a:gd name="connsiteY407" fmla="*/ 497326 h 835479"/>
                <a:gd name="connsiteX408" fmla="*/ 2811786 w 6858000"/>
                <a:gd name="connsiteY408" fmla="*/ 497322 h 835479"/>
                <a:gd name="connsiteX409" fmla="*/ 2811786 w 6858000"/>
                <a:gd name="connsiteY409" fmla="*/ 497323 h 835479"/>
                <a:gd name="connsiteX410" fmla="*/ 2811779 w 6858000"/>
                <a:gd name="connsiteY410" fmla="*/ 497326 h 835479"/>
                <a:gd name="connsiteX411" fmla="*/ 2793022 w 6858000"/>
                <a:gd name="connsiteY411" fmla="*/ 506976 h 835479"/>
                <a:gd name="connsiteX412" fmla="*/ 2785439 w 6858000"/>
                <a:gd name="connsiteY412" fmla="*/ 507405 h 835479"/>
                <a:gd name="connsiteX413" fmla="*/ 2782304 w 6858000"/>
                <a:gd name="connsiteY413" fmla="*/ 508605 h 835479"/>
                <a:gd name="connsiteX414" fmla="*/ 2778005 w 6858000"/>
                <a:gd name="connsiteY414" fmla="*/ 507825 h 835479"/>
                <a:gd name="connsiteX415" fmla="*/ 2770757 w 6858000"/>
                <a:gd name="connsiteY415" fmla="*/ 508235 h 835479"/>
                <a:gd name="connsiteX416" fmla="*/ 2745351 w 6858000"/>
                <a:gd name="connsiteY416" fmla="*/ 501906 h 835479"/>
                <a:gd name="connsiteX417" fmla="*/ 2745347 w 6858000"/>
                <a:gd name="connsiteY417" fmla="*/ 501904 h 835479"/>
                <a:gd name="connsiteX418" fmla="*/ 2668000 w 6858000"/>
                <a:gd name="connsiteY418" fmla="*/ 453514 h 835479"/>
                <a:gd name="connsiteX419" fmla="*/ 2571033 w 6858000"/>
                <a:gd name="connsiteY419" fmla="*/ 380361 h 835479"/>
                <a:gd name="connsiteX420" fmla="*/ 2545006 w 6858000"/>
                <a:gd name="connsiteY420" fmla="*/ 376147 h 835479"/>
                <a:gd name="connsiteX421" fmla="*/ 2518264 w 6858000"/>
                <a:gd name="connsiteY421" fmla="*/ 379791 h 835479"/>
                <a:gd name="connsiteX422" fmla="*/ 2518262 w 6858000"/>
                <a:gd name="connsiteY422" fmla="*/ 379792 h 835479"/>
                <a:gd name="connsiteX423" fmla="*/ 2490550 w 6858000"/>
                <a:gd name="connsiteY423" fmla="*/ 386372 h 835479"/>
                <a:gd name="connsiteX424" fmla="*/ 2463017 w 6858000"/>
                <a:gd name="connsiteY424" fmla="*/ 388434 h 835479"/>
                <a:gd name="connsiteX425" fmla="*/ 2463016 w 6858000"/>
                <a:gd name="connsiteY425" fmla="*/ 388434 h 835479"/>
                <a:gd name="connsiteX426" fmla="*/ 2463015 w 6858000"/>
                <a:gd name="connsiteY426" fmla="*/ 388434 h 835479"/>
                <a:gd name="connsiteX427" fmla="*/ 2435912 w 6858000"/>
                <a:gd name="connsiteY427" fmla="*/ 382603 h 835479"/>
                <a:gd name="connsiteX428" fmla="*/ 2409487 w 6858000"/>
                <a:gd name="connsiteY428" fmla="*/ 365504 h 835479"/>
                <a:gd name="connsiteX429" fmla="*/ 2409484 w 6858000"/>
                <a:gd name="connsiteY429" fmla="*/ 365502 h 835479"/>
                <a:gd name="connsiteX430" fmla="*/ 2334043 w 6858000"/>
                <a:gd name="connsiteY430" fmla="*/ 341117 h 835479"/>
                <a:gd name="connsiteX431" fmla="*/ 2228313 w 6858000"/>
                <a:gd name="connsiteY431" fmla="*/ 312160 h 835479"/>
                <a:gd name="connsiteX432" fmla="*/ 2188878 w 6858000"/>
                <a:gd name="connsiteY432" fmla="*/ 296920 h 835479"/>
                <a:gd name="connsiteX433" fmla="*/ 2094577 w 6858000"/>
                <a:gd name="connsiteY433" fmla="*/ 274249 h 835479"/>
                <a:gd name="connsiteX434" fmla="*/ 2016468 w 6858000"/>
                <a:gd name="connsiteY434" fmla="*/ 259390 h 835479"/>
                <a:gd name="connsiteX435" fmla="*/ 1953412 w 6858000"/>
                <a:gd name="connsiteY435" fmla="*/ 212907 h 835479"/>
                <a:gd name="connsiteX436" fmla="*/ 1933218 w 6858000"/>
                <a:gd name="connsiteY436" fmla="*/ 188902 h 835479"/>
                <a:gd name="connsiteX437" fmla="*/ 1916453 w 6858000"/>
                <a:gd name="connsiteY437" fmla="*/ 173472 h 835479"/>
                <a:gd name="connsiteX438" fmla="*/ 1842157 w 6858000"/>
                <a:gd name="connsiteY438" fmla="*/ 82981 h 835479"/>
                <a:gd name="connsiteX439" fmla="*/ 1833774 w 6858000"/>
                <a:gd name="connsiteY439" fmla="*/ 75360 h 835479"/>
                <a:gd name="connsiteX440" fmla="*/ 1733187 w 6858000"/>
                <a:gd name="connsiteY440" fmla="*/ 33639 h 835479"/>
                <a:gd name="connsiteX441" fmla="*/ 1697752 w 6858000"/>
                <a:gd name="connsiteY441" fmla="*/ 10971 h 835479"/>
                <a:gd name="connsiteX442" fmla="*/ 1687320 w 6858000"/>
                <a:gd name="connsiteY442" fmla="*/ 456 h 835479"/>
                <a:gd name="connsiteX443" fmla="*/ 916806 w 6858000"/>
                <a:gd name="connsiteY443" fmla="*/ 456 h 835479"/>
                <a:gd name="connsiteX444" fmla="*/ 927155 w 6858000"/>
                <a:gd name="connsiteY444" fmla="*/ 9636 h 835479"/>
                <a:gd name="connsiteX445" fmla="*/ 1097087 w 6858000"/>
                <a:gd name="connsiteY445" fmla="*/ 6016 h 835479"/>
                <a:gd name="connsiteX446" fmla="*/ 1123185 w 6858000"/>
                <a:gd name="connsiteY446" fmla="*/ 1634 h 835479"/>
                <a:gd name="connsiteX447" fmla="*/ 1184028 w 6858000"/>
                <a:gd name="connsiteY447" fmla="*/ 26353 h 835479"/>
                <a:gd name="connsiteX448" fmla="*/ 1123184 w 6858000"/>
                <a:gd name="connsiteY448" fmla="*/ 1635 h 835479"/>
                <a:gd name="connsiteX449" fmla="*/ 1097086 w 6858000"/>
                <a:gd name="connsiteY449" fmla="*/ 6017 h 835479"/>
                <a:gd name="connsiteX450" fmla="*/ 927154 w 6858000"/>
                <a:gd name="connsiteY450" fmla="*/ 9637 h 835479"/>
                <a:gd name="connsiteX451" fmla="*/ 916804 w 6858000"/>
                <a:gd name="connsiteY451" fmla="*/ 456 h 835479"/>
                <a:gd name="connsiteX452" fmla="*/ 578772 w 6858000"/>
                <a:gd name="connsiteY452" fmla="*/ 456 h 835479"/>
                <a:gd name="connsiteX453" fmla="*/ 556046 w 6858000"/>
                <a:gd name="connsiteY453" fmla="*/ 6589 h 835479"/>
                <a:gd name="connsiteX454" fmla="*/ 517850 w 6858000"/>
                <a:gd name="connsiteY454" fmla="*/ 15506 h 835479"/>
                <a:gd name="connsiteX455" fmla="*/ 556047 w 6858000"/>
                <a:gd name="connsiteY455" fmla="*/ 6588 h 835479"/>
                <a:gd name="connsiteX456" fmla="*/ 578770 w 6858000"/>
                <a:gd name="connsiteY456" fmla="*/ 456 h 835479"/>
                <a:gd name="connsiteX457" fmla="*/ 0 w 6858000"/>
                <a:gd name="connsiteY457" fmla="*/ 456 h 835479"/>
                <a:gd name="connsiteX458" fmla="*/ 0 w 6858000"/>
                <a:gd name="connsiteY458" fmla="*/ 20445 h 835479"/>
                <a:gd name="connsiteX459" fmla="*/ 0 w 6858000"/>
                <a:gd name="connsiteY459" fmla="*/ 29969 h 83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Lst>
              <a:rect l="l" t="t" r="r" b="b"/>
              <a:pathLst>
                <a:path w="6858000" h="835479">
                  <a:moveTo>
                    <a:pt x="6564619" y="468946"/>
                  </a:moveTo>
                  <a:lnTo>
                    <a:pt x="6564620" y="468946"/>
                  </a:lnTo>
                  <a:cubicBezTo>
                    <a:pt x="6575478" y="479233"/>
                    <a:pt x="6582146" y="485329"/>
                    <a:pt x="6588625" y="491425"/>
                  </a:cubicBezTo>
                  <a:lnTo>
                    <a:pt x="6625224" y="508047"/>
                  </a:lnTo>
                  <a:lnTo>
                    <a:pt x="6662539" y="500953"/>
                  </a:lnTo>
                  <a:lnTo>
                    <a:pt x="6662540" y="500952"/>
                  </a:lnTo>
                  <a:lnTo>
                    <a:pt x="6662543" y="500951"/>
                  </a:lnTo>
                  <a:lnTo>
                    <a:pt x="6683026" y="489501"/>
                  </a:lnTo>
                  <a:lnTo>
                    <a:pt x="6702975" y="486354"/>
                  </a:lnTo>
                  <a:lnTo>
                    <a:pt x="6702976" y="486354"/>
                  </a:lnTo>
                  <a:cubicBezTo>
                    <a:pt x="6716168" y="486759"/>
                    <a:pt x="6729218" y="491903"/>
                    <a:pt x="6742552" y="500190"/>
                  </a:cubicBezTo>
                  <a:lnTo>
                    <a:pt x="6742554" y="500191"/>
                  </a:lnTo>
                  <a:lnTo>
                    <a:pt x="6812061" y="519668"/>
                  </a:lnTo>
                  <a:lnTo>
                    <a:pt x="6776799" y="514894"/>
                  </a:lnTo>
                  <a:lnTo>
                    <a:pt x="6742554" y="500191"/>
                  </a:lnTo>
                  <a:lnTo>
                    <a:pt x="6742551" y="500190"/>
                  </a:lnTo>
                  <a:lnTo>
                    <a:pt x="6702975" y="486354"/>
                  </a:lnTo>
                  <a:lnTo>
                    <a:pt x="6662543" y="500951"/>
                  </a:lnTo>
                  <a:lnTo>
                    <a:pt x="6662541" y="500952"/>
                  </a:lnTo>
                  <a:lnTo>
                    <a:pt x="6662539" y="500953"/>
                  </a:lnTo>
                  <a:lnTo>
                    <a:pt x="6645551" y="508036"/>
                  </a:lnTo>
                  <a:lnTo>
                    <a:pt x="6625224" y="508047"/>
                  </a:lnTo>
                  <a:lnTo>
                    <a:pt x="6625223" y="508047"/>
                  </a:lnTo>
                  <a:cubicBezTo>
                    <a:pt x="6611340" y="505951"/>
                    <a:pt x="6597577" y="499903"/>
                    <a:pt x="6588624" y="491425"/>
                  </a:cubicBezTo>
                  <a:close/>
                  <a:moveTo>
                    <a:pt x="6438980" y="549267"/>
                  </a:moveTo>
                  <a:lnTo>
                    <a:pt x="6463839" y="529336"/>
                  </a:lnTo>
                  <a:lnTo>
                    <a:pt x="6463848" y="529334"/>
                  </a:lnTo>
                  <a:lnTo>
                    <a:pt x="6513011" y="515538"/>
                  </a:lnTo>
                  <a:lnTo>
                    <a:pt x="6546193" y="496733"/>
                  </a:lnTo>
                  <a:lnTo>
                    <a:pt x="6546194" y="496733"/>
                  </a:lnTo>
                  <a:lnTo>
                    <a:pt x="6521803" y="513071"/>
                  </a:lnTo>
                  <a:lnTo>
                    <a:pt x="6513011" y="515538"/>
                  </a:lnTo>
                  <a:lnTo>
                    <a:pt x="6508051" y="518349"/>
                  </a:lnTo>
                  <a:lnTo>
                    <a:pt x="6463848" y="529334"/>
                  </a:lnTo>
                  <a:lnTo>
                    <a:pt x="6463840" y="529336"/>
                  </a:lnTo>
                  <a:cubicBezTo>
                    <a:pt x="6451649" y="532288"/>
                    <a:pt x="6444076" y="539765"/>
                    <a:pt x="6438980" y="549267"/>
                  </a:cubicBezTo>
                  <a:close/>
                  <a:moveTo>
                    <a:pt x="6365203" y="635242"/>
                  </a:moveTo>
                  <a:lnTo>
                    <a:pt x="6387909" y="633959"/>
                  </a:lnTo>
                  <a:lnTo>
                    <a:pt x="6391548" y="632195"/>
                  </a:lnTo>
                  <a:lnTo>
                    <a:pt x="6407331" y="624541"/>
                  </a:lnTo>
                  <a:lnTo>
                    <a:pt x="6407332" y="624541"/>
                  </a:lnTo>
                  <a:lnTo>
                    <a:pt x="6391548" y="632195"/>
                  </a:lnTo>
                  <a:lnTo>
                    <a:pt x="6387909" y="633961"/>
                  </a:lnTo>
                  <a:close/>
                  <a:moveTo>
                    <a:pt x="4221390" y="396172"/>
                  </a:moveTo>
                  <a:lnTo>
                    <a:pt x="4221391" y="396172"/>
                  </a:lnTo>
                  <a:cubicBezTo>
                    <a:pt x="4232060" y="396934"/>
                    <a:pt x="4243872" y="397124"/>
                    <a:pt x="4253014" y="401888"/>
                  </a:cubicBezTo>
                  <a:cubicBezTo>
                    <a:pt x="4277401" y="414081"/>
                    <a:pt x="4300070" y="429701"/>
                    <a:pt x="4324645" y="441704"/>
                  </a:cubicBezTo>
                  <a:lnTo>
                    <a:pt x="4363890" y="450658"/>
                  </a:lnTo>
                  <a:lnTo>
                    <a:pt x="4482003" y="449896"/>
                  </a:lnTo>
                  <a:cubicBezTo>
                    <a:pt x="4546775" y="447228"/>
                    <a:pt x="4612499" y="446656"/>
                    <a:pt x="4659173" y="389886"/>
                  </a:cubicBezTo>
                  <a:cubicBezTo>
                    <a:pt x="4662985" y="385314"/>
                    <a:pt x="4671175" y="382646"/>
                    <a:pt x="4677654" y="381884"/>
                  </a:cubicBezTo>
                  <a:cubicBezTo>
                    <a:pt x="4707563" y="378265"/>
                    <a:pt x="4738234" y="377883"/>
                    <a:pt x="4767763" y="371977"/>
                  </a:cubicBezTo>
                  <a:cubicBezTo>
                    <a:pt x="4779574" y="369596"/>
                    <a:pt x="4790386" y="368787"/>
                    <a:pt x="4800482" y="370668"/>
                  </a:cubicBezTo>
                  <a:lnTo>
                    <a:pt x="4800483" y="370668"/>
                  </a:lnTo>
                  <a:cubicBezTo>
                    <a:pt x="4810580" y="372549"/>
                    <a:pt x="4819963" y="377122"/>
                    <a:pt x="4828916" y="385504"/>
                  </a:cubicBezTo>
                  <a:lnTo>
                    <a:pt x="4863342" y="407685"/>
                  </a:lnTo>
                  <a:lnTo>
                    <a:pt x="4889274" y="415214"/>
                  </a:lnTo>
                  <a:lnTo>
                    <a:pt x="4912167" y="413509"/>
                  </a:lnTo>
                  <a:cubicBezTo>
                    <a:pt x="4919977" y="411794"/>
                    <a:pt x="4927121" y="411437"/>
                    <a:pt x="4933803" y="412107"/>
                  </a:cubicBezTo>
                  <a:lnTo>
                    <a:pt x="4933804" y="412107"/>
                  </a:lnTo>
                  <a:lnTo>
                    <a:pt x="4952672" y="416866"/>
                  </a:lnTo>
                  <a:lnTo>
                    <a:pt x="4957452" y="419659"/>
                  </a:lnTo>
                  <a:lnTo>
                    <a:pt x="4961455" y="420937"/>
                  </a:lnTo>
                  <a:cubicBezTo>
                    <a:pt x="4970096" y="425448"/>
                    <a:pt x="4978393" y="431154"/>
                    <a:pt x="4987037" y="436941"/>
                  </a:cubicBezTo>
                  <a:cubicBezTo>
                    <a:pt x="5003801" y="448180"/>
                    <a:pt x="5022852" y="462278"/>
                    <a:pt x="5041521" y="463420"/>
                  </a:cubicBezTo>
                  <a:lnTo>
                    <a:pt x="5041527" y="463422"/>
                  </a:lnTo>
                  <a:lnTo>
                    <a:pt x="5064789" y="468043"/>
                  </a:lnTo>
                  <a:lnTo>
                    <a:pt x="5070584" y="470217"/>
                  </a:lnTo>
                  <a:lnTo>
                    <a:pt x="5072375" y="470636"/>
                  </a:lnTo>
                  <a:lnTo>
                    <a:pt x="5087443" y="476540"/>
                  </a:lnTo>
                  <a:lnTo>
                    <a:pt x="5133219" y="489567"/>
                  </a:lnTo>
                  <a:lnTo>
                    <a:pt x="5133224" y="489569"/>
                  </a:lnTo>
                  <a:lnTo>
                    <a:pt x="5166112" y="482853"/>
                  </a:lnTo>
                  <a:lnTo>
                    <a:pt x="5166113" y="482853"/>
                  </a:lnTo>
                  <a:cubicBezTo>
                    <a:pt x="5167637" y="482091"/>
                    <a:pt x="5169780" y="482663"/>
                    <a:pt x="5172090" y="483545"/>
                  </a:cubicBezTo>
                  <a:lnTo>
                    <a:pt x="5179067" y="486091"/>
                  </a:lnTo>
                  <a:lnTo>
                    <a:pt x="5229432" y="485925"/>
                  </a:lnTo>
                  <a:lnTo>
                    <a:pt x="5243613" y="478254"/>
                  </a:lnTo>
                  <a:lnTo>
                    <a:pt x="5272795" y="462468"/>
                  </a:lnTo>
                  <a:cubicBezTo>
                    <a:pt x="5285440" y="450823"/>
                    <a:pt x="5298594" y="443117"/>
                    <a:pt x="5312287" y="438565"/>
                  </a:cubicBezTo>
                  <a:lnTo>
                    <a:pt x="5321350" y="437509"/>
                  </a:lnTo>
                  <a:lnTo>
                    <a:pt x="5326162" y="435035"/>
                  </a:lnTo>
                  <a:lnTo>
                    <a:pt x="5355013" y="433589"/>
                  </a:lnTo>
                  <a:lnTo>
                    <a:pt x="5355014" y="433589"/>
                  </a:lnTo>
                  <a:cubicBezTo>
                    <a:pt x="5364882" y="434238"/>
                    <a:pt x="5375002" y="435941"/>
                    <a:pt x="5385384" y="438465"/>
                  </a:cubicBezTo>
                  <a:cubicBezTo>
                    <a:pt x="5398721" y="441704"/>
                    <a:pt x="5412057" y="443990"/>
                    <a:pt x="5425582" y="446656"/>
                  </a:cubicBezTo>
                  <a:cubicBezTo>
                    <a:pt x="5443870" y="450466"/>
                    <a:pt x="5462351" y="454468"/>
                    <a:pt x="5480637" y="458278"/>
                  </a:cubicBezTo>
                  <a:lnTo>
                    <a:pt x="5507667" y="462803"/>
                  </a:lnTo>
                  <a:lnTo>
                    <a:pt x="5531691" y="452184"/>
                  </a:lnTo>
                  <a:lnTo>
                    <a:pt x="5531692" y="452183"/>
                  </a:lnTo>
                  <a:cubicBezTo>
                    <a:pt x="5537599" y="445133"/>
                    <a:pt x="5542648" y="441941"/>
                    <a:pt x="5547577" y="442037"/>
                  </a:cubicBezTo>
                  <a:lnTo>
                    <a:pt x="5547578" y="442037"/>
                  </a:lnTo>
                  <a:cubicBezTo>
                    <a:pt x="5552507" y="442132"/>
                    <a:pt x="5557317" y="445514"/>
                    <a:pt x="5562746" y="451610"/>
                  </a:cubicBezTo>
                  <a:cubicBezTo>
                    <a:pt x="5600467" y="494284"/>
                    <a:pt x="5646189" y="520954"/>
                    <a:pt x="5704483" y="522858"/>
                  </a:cubicBezTo>
                  <a:cubicBezTo>
                    <a:pt x="5716485" y="523241"/>
                    <a:pt x="5728678" y="525906"/>
                    <a:pt x="5740488" y="528765"/>
                  </a:cubicBezTo>
                  <a:cubicBezTo>
                    <a:pt x="5747728" y="530479"/>
                    <a:pt x="5756493" y="532385"/>
                    <a:pt x="5760873" y="537529"/>
                  </a:cubicBezTo>
                  <a:cubicBezTo>
                    <a:pt x="5794974" y="576772"/>
                    <a:pt x="5837457" y="604015"/>
                    <a:pt x="5883751" y="625924"/>
                  </a:cubicBezTo>
                  <a:lnTo>
                    <a:pt x="5883755" y="625926"/>
                  </a:lnTo>
                  <a:lnTo>
                    <a:pt x="5935945" y="643829"/>
                  </a:lnTo>
                  <a:lnTo>
                    <a:pt x="5935949" y="643830"/>
                  </a:lnTo>
                  <a:lnTo>
                    <a:pt x="5993289" y="640211"/>
                  </a:lnTo>
                  <a:lnTo>
                    <a:pt x="5993290" y="640210"/>
                  </a:lnTo>
                  <a:cubicBezTo>
                    <a:pt x="6004530" y="639068"/>
                    <a:pt x="6017484" y="639259"/>
                    <a:pt x="6026439" y="633735"/>
                  </a:cubicBezTo>
                  <a:cubicBezTo>
                    <a:pt x="6054824" y="616397"/>
                    <a:pt x="6082257" y="597729"/>
                    <a:pt x="6108737" y="577534"/>
                  </a:cubicBezTo>
                  <a:cubicBezTo>
                    <a:pt x="6120073" y="568866"/>
                    <a:pt x="6126883" y="563913"/>
                    <a:pt x="6133313" y="563843"/>
                  </a:cubicBezTo>
                  <a:lnTo>
                    <a:pt x="6133314" y="563843"/>
                  </a:lnTo>
                  <a:lnTo>
                    <a:pt x="6143189" y="567542"/>
                  </a:lnTo>
                  <a:lnTo>
                    <a:pt x="6155599" y="579438"/>
                  </a:lnTo>
                  <a:lnTo>
                    <a:pt x="6155602" y="579440"/>
                  </a:lnTo>
                  <a:cubicBezTo>
                    <a:pt x="6175797" y="601729"/>
                    <a:pt x="6200944" y="613349"/>
                    <a:pt x="6228756" y="618111"/>
                  </a:cubicBezTo>
                  <a:lnTo>
                    <a:pt x="6361539" y="635448"/>
                  </a:lnTo>
                  <a:lnTo>
                    <a:pt x="6361538" y="635448"/>
                  </a:lnTo>
                  <a:cubicBezTo>
                    <a:pt x="6317150" y="631828"/>
                    <a:pt x="6272763" y="625542"/>
                    <a:pt x="6228755" y="618111"/>
                  </a:cubicBezTo>
                  <a:cubicBezTo>
                    <a:pt x="6200943" y="613349"/>
                    <a:pt x="6175796" y="601729"/>
                    <a:pt x="6155601" y="579440"/>
                  </a:cubicBezTo>
                  <a:lnTo>
                    <a:pt x="6155599" y="579438"/>
                  </a:lnTo>
                  <a:lnTo>
                    <a:pt x="6133314" y="563843"/>
                  </a:lnTo>
                  <a:lnTo>
                    <a:pt x="6108738" y="577534"/>
                  </a:lnTo>
                  <a:cubicBezTo>
                    <a:pt x="6082258" y="597729"/>
                    <a:pt x="6054825" y="616397"/>
                    <a:pt x="6026440" y="633735"/>
                  </a:cubicBezTo>
                  <a:cubicBezTo>
                    <a:pt x="6017485" y="639259"/>
                    <a:pt x="6004531" y="639068"/>
                    <a:pt x="5993291" y="640210"/>
                  </a:cubicBezTo>
                  <a:lnTo>
                    <a:pt x="5993289" y="640211"/>
                  </a:lnTo>
                  <a:lnTo>
                    <a:pt x="5964476" y="643664"/>
                  </a:lnTo>
                  <a:lnTo>
                    <a:pt x="5935949" y="643830"/>
                  </a:lnTo>
                  <a:lnTo>
                    <a:pt x="5935948" y="643830"/>
                  </a:lnTo>
                  <a:lnTo>
                    <a:pt x="5935945" y="643829"/>
                  </a:lnTo>
                  <a:lnTo>
                    <a:pt x="5909350" y="636949"/>
                  </a:lnTo>
                  <a:lnTo>
                    <a:pt x="5883755" y="625926"/>
                  </a:lnTo>
                  <a:lnTo>
                    <a:pt x="5883750" y="625924"/>
                  </a:lnTo>
                  <a:cubicBezTo>
                    <a:pt x="5837456" y="604015"/>
                    <a:pt x="5794973" y="576772"/>
                    <a:pt x="5760872" y="537529"/>
                  </a:cubicBezTo>
                  <a:cubicBezTo>
                    <a:pt x="5756492" y="532385"/>
                    <a:pt x="5747727" y="530479"/>
                    <a:pt x="5740487" y="528765"/>
                  </a:cubicBezTo>
                  <a:cubicBezTo>
                    <a:pt x="5728677" y="525906"/>
                    <a:pt x="5716484" y="523241"/>
                    <a:pt x="5704482" y="522858"/>
                  </a:cubicBezTo>
                  <a:cubicBezTo>
                    <a:pt x="5646188" y="520954"/>
                    <a:pt x="5600466" y="494284"/>
                    <a:pt x="5562745" y="451610"/>
                  </a:cubicBezTo>
                  <a:lnTo>
                    <a:pt x="5547577" y="442037"/>
                  </a:lnTo>
                  <a:lnTo>
                    <a:pt x="5531693" y="452183"/>
                  </a:lnTo>
                  <a:lnTo>
                    <a:pt x="5531691" y="452184"/>
                  </a:lnTo>
                  <a:lnTo>
                    <a:pt x="5520421" y="460582"/>
                  </a:lnTo>
                  <a:lnTo>
                    <a:pt x="5507667" y="462803"/>
                  </a:lnTo>
                  <a:lnTo>
                    <a:pt x="5507666" y="462803"/>
                  </a:lnTo>
                  <a:cubicBezTo>
                    <a:pt x="5498831" y="462755"/>
                    <a:pt x="5489496" y="460183"/>
                    <a:pt x="5480636" y="458278"/>
                  </a:cubicBezTo>
                  <a:cubicBezTo>
                    <a:pt x="5462350" y="454468"/>
                    <a:pt x="5443869" y="450466"/>
                    <a:pt x="5425581" y="446656"/>
                  </a:cubicBezTo>
                  <a:cubicBezTo>
                    <a:pt x="5412056" y="443990"/>
                    <a:pt x="5398720" y="441704"/>
                    <a:pt x="5385383" y="438465"/>
                  </a:cubicBezTo>
                  <a:lnTo>
                    <a:pt x="5355013" y="433589"/>
                  </a:lnTo>
                  <a:lnTo>
                    <a:pt x="5321350" y="437509"/>
                  </a:lnTo>
                  <a:lnTo>
                    <a:pt x="5272796" y="462468"/>
                  </a:lnTo>
                  <a:lnTo>
                    <a:pt x="5243613" y="478254"/>
                  </a:lnTo>
                  <a:lnTo>
                    <a:pt x="5229433" y="485925"/>
                  </a:lnTo>
                  <a:cubicBezTo>
                    <a:pt x="5213597" y="489759"/>
                    <a:pt x="5196594" y="489711"/>
                    <a:pt x="5179067" y="486091"/>
                  </a:cubicBezTo>
                  <a:lnTo>
                    <a:pt x="5179066" y="486091"/>
                  </a:lnTo>
                  <a:cubicBezTo>
                    <a:pt x="5176875" y="485615"/>
                    <a:pt x="5174399" y="484425"/>
                    <a:pt x="5172089" y="483545"/>
                  </a:cubicBezTo>
                  <a:lnTo>
                    <a:pt x="5166113" y="482853"/>
                  </a:lnTo>
                  <a:lnTo>
                    <a:pt x="5133224" y="489569"/>
                  </a:lnTo>
                  <a:lnTo>
                    <a:pt x="5133223" y="489569"/>
                  </a:lnTo>
                  <a:lnTo>
                    <a:pt x="5133219" y="489567"/>
                  </a:lnTo>
                  <a:lnTo>
                    <a:pt x="5102460" y="482424"/>
                  </a:lnTo>
                  <a:lnTo>
                    <a:pt x="5087443" y="476540"/>
                  </a:lnTo>
                  <a:lnTo>
                    <a:pt x="5087422" y="476534"/>
                  </a:lnTo>
                  <a:lnTo>
                    <a:pt x="5070584" y="470217"/>
                  </a:lnTo>
                  <a:lnTo>
                    <a:pt x="5041527" y="463422"/>
                  </a:lnTo>
                  <a:lnTo>
                    <a:pt x="5041520" y="463420"/>
                  </a:lnTo>
                  <a:cubicBezTo>
                    <a:pt x="5022851" y="462278"/>
                    <a:pt x="5003800" y="448180"/>
                    <a:pt x="4987036" y="436941"/>
                  </a:cubicBezTo>
                  <a:lnTo>
                    <a:pt x="4957452" y="419659"/>
                  </a:lnTo>
                  <a:lnTo>
                    <a:pt x="4933804" y="412107"/>
                  </a:lnTo>
                  <a:lnTo>
                    <a:pt x="4912168" y="413509"/>
                  </a:lnTo>
                  <a:cubicBezTo>
                    <a:pt x="4904357" y="415271"/>
                    <a:pt x="4896713" y="415783"/>
                    <a:pt x="4889275" y="415214"/>
                  </a:cubicBezTo>
                  <a:lnTo>
                    <a:pt x="4889274" y="415214"/>
                  </a:lnTo>
                  <a:lnTo>
                    <a:pt x="4867613" y="410436"/>
                  </a:lnTo>
                  <a:lnTo>
                    <a:pt x="4863342" y="407685"/>
                  </a:lnTo>
                  <a:lnTo>
                    <a:pt x="4857316" y="405935"/>
                  </a:lnTo>
                  <a:cubicBezTo>
                    <a:pt x="4847213" y="400792"/>
                    <a:pt x="4837702" y="393791"/>
                    <a:pt x="4828915" y="385504"/>
                  </a:cubicBezTo>
                  <a:lnTo>
                    <a:pt x="4800482" y="370668"/>
                  </a:lnTo>
                  <a:lnTo>
                    <a:pt x="4767764" y="371977"/>
                  </a:lnTo>
                  <a:cubicBezTo>
                    <a:pt x="4738235" y="377883"/>
                    <a:pt x="4707564" y="378265"/>
                    <a:pt x="4677655" y="381884"/>
                  </a:cubicBezTo>
                  <a:cubicBezTo>
                    <a:pt x="4671176" y="382646"/>
                    <a:pt x="4662986" y="385314"/>
                    <a:pt x="4659174" y="389886"/>
                  </a:cubicBezTo>
                  <a:cubicBezTo>
                    <a:pt x="4612500" y="446656"/>
                    <a:pt x="4546776" y="447228"/>
                    <a:pt x="4482004" y="449896"/>
                  </a:cubicBezTo>
                  <a:cubicBezTo>
                    <a:pt x="4442761" y="451610"/>
                    <a:pt x="4403325" y="451610"/>
                    <a:pt x="4363890" y="450658"/>
                  </a:cubicBezTo>
                  <a:lnTo>
                    <a:pt x="4363889" y="450658"/>
                  </a:lnTo>
                  <a:cubicBezTo>
                    <a:pt x="4350553" y="450466"/>
                    <a:pt x="4336456" y="447418"/>
                    <a:pt x="4324644" y="441704"/>
                  </a:cubicBezTo>
                  <a:cubicBezTo>
                    <a:pt x="4300069" y="429701"/>
                    <a:pt x="4277400" y="414081"/>
                    <a:pt x="4253013" y="401888"/>
                  </a:cubicBezTo>
                  <a:close/>
                  <a:moveTo>
                    <a:pt x="4165382" y="392362"/>
                  </a:moveTo>
                  <a:lnTo>
                    <a:pt x="4165383" y="392362"/>
                  </a:lnTo>
                  <a:lnTo>
                    <a:pt x="4192387" y="396267"/>
                  </a:lnTo>
                  <a:lnTo>
                    <a:pt x="4192386" y="396267"/>
                  </a:lnTo>
                  <a:cubicBezTo>
                    <a:pt x="4182766" y="396363"/>
                    <a:pt x="4173479" y="395791"/>
                    <a:pt x="4165382" y="392362"/>
                  </a:cubicBezTo>
                  <a:close/>
                  <a:moveTo>
                    <a:pt x="3885337" y="379980"/>
                  </a:moveTo>
                  <a:lnTo>
                    <a:pt x="3885338" y="379980"/>
                  </a:lnTo>
                  <a:lnTo>
                    <a:pt x="3885341" y="379982"/>
                  </a:lnTo>
                  <a:lnTo>
                    <a:pt x="3962157" y="411865"/>
                  </a:lnTo>
                  <a:lnTo>
                    <a:pt x="3962159" y="411865"/>
                  </a:lnTo>
                  <a:lnTo>
                    <a:pt x="4043837" y="396173"/>
                  </a:lnTo>
                  <a:lnTo>
                    <a:pt x="4043838" y="396172"/>
                  </a:lnTo>
                  <a:cubicBezTo>
                    <a:pt x="4063841" y="387409"/>
                    <a:pt x="4083701" y="382027"/>
                    <a:pt x="4103824" y="381051"/>
                  </a:cubicBezTo>
                  <a:lnTo>
                    <a:pt x="4103825" y="381051"/>
                  </a:lnTo>
                  <a:lnTo>
                    <a:pt x="4134255" y="383018"/>
                  </a:lnTo>
                  <a:lnTo>
                    <a:pt x="4165381" y="392362"/>
                  </a:lnTo>
                  <a:lnTo>
                    <a:pt x="4103825" y="381051"/>
                  </a:lnTo>
                  <a:lnTo>
                    <a:pt x="4043839" y="396172"/>
                  </a:lnTo>
                  <a:lnTo>
                    <a:pt x="4043837" y="396173"/>
                  </a:lnTo>
                  <a:lnTo>
                    <a:pt x="4002409" y="409475"/>
                  </a:lnTo>
                  <a:lnTo>
                    <a:pt x="3962159" y="411865"/>
                  </a:lnTo>
                  <a:lnTo>
                    <a:pt x="3962158" y="411865"/>
                  </a:lnTo>
                  <a:lnTo>
                    <a:pt x="3962157" y="411865"/>
                  </a:lnTo>
                  <a:lnTo>
                    <a:pt x="3923124" y="402361"/>
                  </a:lnTo>
                  <a:lnTo>
                    <a:pt x="3885341" y="379982"/>
                  </a:lnTo>
                  <a:close/>
                  <a:moveTo>
                    <a:pt x="3669899" y="394577"/>
                  </a:moveTo>
                  <a:lnTo>
                    <a:pt x="3680163" y="397173"/>
                  </a:lnTo>
                  <a:lnTo>
                    <a:pt x="3734836" y="393125"/>
                  </a:lnTo>
                  <a:lnTo>
                    <a:pt x="3734837" y="393125"/>
                  </a:lnTo>
                  <a:cubicBezTo>
                    <a:pt x="3741315" y="392173"/>
                    <a:pt x="3749125" y="390839"/>
                    <a:pt x="3754652" y="393507"/>
                  </a:cubicBezTo>
                  <a:lnTo>
                    <a:pt x="3789775" y="399864"/>
                  </a:lnTo>
                  <a:lnTo>
                    <a:pt x="3822471" y="384932"/>
                  </a:lnTo>
                  <a:cubicBezTo>
                    <a:pt x="3831901" y="377884"/>
                    <a:pt x="3842045" y="372264"/>
                    <a:pt x="3852618" y="370597"/>
                  </a:cubicBezTo>
                  <a:lnTo>
                    <a:pt x="3852619" y="370597"/>
                  </a:lnTo>
                  <a:lnTo>
                    <a:pt x="3868763" y="371377"/>
                  </a:lnTo>
                  <a:lnTo>
                    <a:pt x="3885336" y="379980"/>
                  </a:lnTo>
                  <a:lnTo>
                    <a:pt x="3852619" y="370597"/>
                  </a:lnTo>
                  <a:lnTo>
                    <a:pt x="3822472" y="384932"/>
                  </a:lnTo>
                  <a:cubicBezTo>
                    <a:pt x="3811613" y="393124"/>
                    <a:pt x="3800896" y="398269"/>
                    <a:pt x="3789776" y="399864"/>
                  </a:cubicBezTo>
                  <a:lnTo>
                    <a:pt x="3789775" y="399864"/>
                  </a:lnTo>
                  <a:cubicBezTo>
                    <a:pt x="3778654" y="401460"/>
                    <a:pt x="3767129" y="399507"/>
                    <a:pt x="3754651" y="393507"/>
                  </a:cubicBezTo>
                  <a:lnTo>
                    <a:pt x="3734837" y="393125"/>
                  </a:lnTo>
                  <a:lnTo>
                    <a:pt x="3680163" y="397173"/>
                  </a:lnTo>
                  <a:lnTo>
                    <a:pt x="3680162" y="397173"/>
                  </a:lnTo>
                  <a:close/>
                  <a:moveTo>
                    <a:pt x="2836171" y="465063"/>
                  </a:moveTo>
                  <a:lnTo>
                    <a:pt x="2848792" y="456372"/>
                  </a:lnTo>
                  <a:cubicBezTo>
                    <a:pt x="2865009" y="451372"/>
                    <a:pt x="2881306" y="445515"/>
                    <a:pt x="2897784" y="440769"/>
                  </a:cubicBezTo>
                  <a:lnTo>
                    <a:pt x="2903549" y="439740"/>
                  </a:lnTo>
                  <a:lnTo>
                    <a:pt x="2914327" y="436466"/>
                  </a:lnTo>
                  <a:lnTo>
                    <a:pt x="2947858" y="431835"/>
                  </a:lnTo>
                  <a:lnTo>
                    <a:pt x="2947861" y="431834"/>
                  </a:lnTo>
                  <a:lnTo>
                    <a:pt x="2947862" y="431834"/>
                  </a:lnTo>
                  <a:cubicBezTo>
                    <a:pt x="2959156" y="431465"/>
                    <a:pt x="2970575" y="432465"/>
                    <a:pt x="2982148" y="435418"/>
                  </a:cubicBezTo>
                  <a:lnTo>
                    <a:pt x="3077401" y="447111"/>
                  </a:lnTo>
                  <a:lnTo>
                    <a:pt x="3172653" y="434656"/>
                  </a:lnTo>
                  <a:cubicBezTo>
                    <a:pt x="3276479" y="408747"/>
                    <a:pt x="3380304" y="381315"/>
                    <a:pt x="3489466" y="387029"/>
                  </a:cubicBezTo>
                  <a:cubicBezTo>
                    <a:pt x="3507562" y="387981"/>
                    <a:pt x="3529089" y="376360"/>
                    <a:pt x="3544712" y="364930"/>
                  </a:cubicBezTo>
                  <a:cubicBezTo>
                    <a:pt x="3559667" y="354072"/>
                    <a:pt x="3566811" y="348213"/>
                    <a:pt x="3574407" y="347308"/>
                  </a:cubicBezTo>
                  <a:lnTo>
                    <a:pt x="3574408" y="347308"/>
                  </a:lnTo>
                  <a:cubicBezTo>
                    <a:pt x="3582004" y="346403"/>
                    <a:pt x="3590053" y="350452"/>
                    <a:pt x="3606817" y="359406"/>
                  </a:cubicBezTo>
                  <a:cubicBezTo>
                    <a:pt x="3614819" y="363788"/>
                    <a:pt x="3624725" y="366454"/>
                    <a:pt x="3630632" y="372932"/>
                  </a:cubicBezTo>
                  <a:lnTo>
                    <a:pt x="3651953" y="388826"/>
                  </a:lnTo>
                  <a:lnTo>
                    <a:pt x="3630631" y="372932"/>
                  </a:lnTo>
                  <a:cubicBezTo>
                    <a:pt x="3624724" y="366454"/>
                    <a:pt x="3614818" y="363788"/>
                    <a:pt x="3606816" y="359406"/>
                  </a:cubicBezTo>
                  <a:cubicBezTo>
                    <a:pt x="3598434" y="354929"/>
                    <a:pt x="3592231" y="351678"/>
                    <a:pt x="3587173" y="349660"/>
                  </a:cubicBezTo>
                  <a:lnTo>
                    <a:pt x="3574407" y="347308"/>
                  </a:lnTo>
                  <a:lnTo>
                    <a:pt x="3562320" y="352387"/>
                  </a:lnTo>
                  <a:cubicBezTo>
                    <a:pt x="3557715" y="355322"/>
                    <a:pt x="3552190" y="359501"/>
                    <a:pt x="3544713" y="364930"/>
                  </a:cubicBezTo>
                  <a:cubicBezTo>
                    <a:pt x="3529090" y="376360"/>
                    <a:pt x="3507563" y="387981"/>
                    <a:pt x="3489467" y="387029"/>
                  </a:cubicBezTo>
                  <a:cubicBezTo>
                    <a:pt x="3380305" y="381315"/>
                    <a:pt x="3276480" y="408747"/>
                    <a:pt x="3172654" y="434656"/>
                  </a:cubicBezTo>
                  <a:cubicBezTo>
                    <a:pt x="3140649" y="442658"/>
                    <a:pt x="3109025" y="446896"/>
                    <a:pt x="3077401" y="447111"/>
                  </a:cubicBezTo>
                  <a:lnTo>
                    <a:pt x="3077400" y="447111"/>
                  </a:lnTo>
                  <a:cubicBezTo>
                    <a:pt x="3045776" y="447325"/>
                    <a:pt x="3014152" y="443515"/>
                    <a:pt x="2982147" y="435418"/>
                  </a:cubicBezTo>
                  <a:lnTo>
                    <a:pt x="2947862" y="431834"/>
                  </a:lnTo>
                  <a:lnTo>
                    <a:pt x="2947858" y="431835"/>
                  </a:lnTo>
                  <a:lnTo>
                    <a:pt x="2903549" y="439740"/>
                  </a:lnTo>
                  <a:lnTo>
                    <a:pt x="2848793" y="456372"/>
                  </a:lnTo>
                  <a:cubicBezTo>
                    <a:pt x="2844316" y="457705"/>
                    <a:pt x="2839982" y="460991"/>
                    <a:pt x="2836172" y="465063"/>
                  </a:cubicBezTo>
                  <a:close/>
                  <a:moveTo>
                    <a:pt x="1268757" y="18376"/>
                  </a:moveTo>
                  <a:cubicBezTo>
                    <a:pt x="1275401" y="18828"/>
                    <a:pt x="1281688" y="20400"/>
                    <a:pt x="1286069" y="23543"/>
                  </a:cubicBezTo>
                  <a:cubicBezTo>
                    <a:pt x="1306929" y="38116"/>
                    <a:pt x="1328552" y="44356"/>
                    <a:pt x="1350627" y="45880"/>
                  </a:cubicBezTo>
                  <a:lnTo>
                    <a:pt x="1413839" y="40286"/>
                  </a:lnTo>
                  <a:lnTo>
                    <a:pt x="1350626" y="45881"/>
                  </a:lnTo>
                  <a:cubicBezTo>
                    <a:pt x="1328551" y="44356"/>
                    <a:pt x="1306929" y="38117"/>
                    <a:pt x="1286068" y="23543"/>
                  </a:cubicBezTo>
                  <a:close/>
                  <a:moveTo>
                    <a:pt x="313532" y="14019"/>
                  </a:moveTo>
                  <a:lnTo>
                    <a:pt x="313533" y="14018"/>
                  </a:lnTo>
                  <a:cubicBezTo>
                    <a:pt x="316389" y="9826"/>
                    <a:pt x="330298" y="12112"/>
                    <a:pt x="338870" y="13446"/>
                  </a:cubicBezTo>
                  <a:lnTo>
                    <a:pt x="338902" y="13453"/>
                  </a:lnTo>
                  <a:lnTo>
                    <a:pt x="395639" y="23353"/>
                  </a:lnTo>
                  <a:lnTo>
                    <a:pt x="367327" y="19543"/>
                  </a:lnTo>
                  <a:lnTo>
                    <a:pt x="338902" y="13453"/>
                  </a:lnTo>
                  <a:lnTo>
                    <a:pt x="338869" y="13447"/>
                  </a:lnTo>
                  <a:cubicBezTo>
                    <a:pt x="334583" y="12780"/>
                    <a:pt x="328963" y="11875"/>
                    <a:pt x="324057" y="11661"/>
                  </a:cubicBezTo>
                  <a:close/>
                  <a:moveTo>
                    <a:pt x="281567" y="36346"/>
                  </a:moveTo>
                  <a:lnTo>
                    <a:pt x="295414" y="31451"/>
                  </a:lnTo>
                  <a:lnTo>
                    <a:pt x="295414" y="31452"/>
                  </a:lnTo>
                  <a:close/>
                  <a:moveTo>
                    <a:pt x="24485" y="23026"/>
                  </a:moveTo>
                  <a:lnTo>
                    <a:pt x="74128" y="20763"/>
                  </a:lnTo>
                  <a:cubicBezTo>
                    <a:pt x="91491" y="21686"/>
                    <a:pt x="108702" y="23996"/>
                    <a:pt x="125860" y="26687"/>
                  </a:cubicBezTo>
                  <a:lnTo>
                    <a:pt x="153386" y="31082"/>
                  </a:lnTo>
                  <a:lnTo>
                    <a:pt x="228943" y="39355"/>
                  </a:lnTo>
                  <a:lnTo>
                    <a:pt x="177270" y="34896"/>
                  </a:lnTo>
                  <a:lnTo>
                    <a:pt x="153386" y="31082"/>
                  </a:lnTo>
                  <a:lnTo>
                    <a:pt x="151568" y="30883"/>
                  </a:lnTo>
                  <a:cubicBezTo>
                    <a:pt x="125875" y="26653"/>
                    <a:pt x="100173" y="22148"/>
                    <a:pt x="74128" y="20764"/>
                  </a:cubicBezTo>
                  <a:close/>
                  <a:moveTo>
                    <a:pt x="0" y="29969"/>
                  </a:moveTo>
                  <a:lnTo>
                    <a:pt x="0" y="494077"/>
                  </a:lnTo>
                  <a:lnTo>
                    <a:pt x="2816" y="492950"/>
                  </a:lnTo>
                  <a:cubicBezTo>
                    <a:pt x="21485" y="484568"/>
                    <a:pt x="43011" y="481900"/>
                    <a:pt x="63586" y="478851"/>
                  </a:cubicBezTo>
                  <a:cubicBezTo>
                    <a:pt x="101307" y="473327"/>
                    <a:pt x="139218" y="469897"/>
                    <a:pt x="176938" y="464945"/>
                  </a:cubicBezTo>
                  <a:cubicBezTo>
                    <a:pt x="184940" y="463801"/>
                    <a:pt x="194084" y="461707"/>
                    <a:pt x="200181" y="456943"/>
                  </a:cubicBezTo>
                  <a:cubicBezTo>
                    <a:pt x="241900" y="424938"/>
                    <a:pt x="292578" y="415985"/>
                    <a:pt x="340773" y="419031"/>
                  </a:cubicBezTo>
                  <a:cubicBezTo>
                    <a:pt x="378685" y="421320"/>
                    <a:pt x="415834" y="423034"/>
                    <a:pt x="453363" y="419796"/>
                  </a:cubicBezTo>
                  <a:cubicBezTo>
                    <a:pt x="456221" y="419604"/>
                    <a:pt x="460031" y="419986"/>
                    <a:pt x="462125" y="421510"/>
                  </a:cubicBezTo>
                  <a:cubicBezTo>
                    <a:pt x="475080" y="431606"/>
                    <a:pt x="488606" y="432368"/>
                    <a:pt x="505181" y="434082"/>
                  </a:cubicBezTo>
                  <a:cubicBezTo>
                    <a:pt x="528614" y="436560"/>
                    <a:pt x="550140" y="434844"/>
                    <a:pt x="571859" y="430654"/>
                  </a:cubicBezTo>
                  <a:cubicBezTo>
                    <a:pt x="587671" y="427606"/>
                    <a:pt x="603672" y="421320"/>
                    <a:pt x="617771" y="413317"/>
                  </a:cubicBezTo>
                  <a:cubicBezTo>
                    <a:pt x="637391" y="402077"/>
                    <a:pt x="656254" y="397697"/>
                    <a:pt x="674922" y="412555"/>
                  </a:cubicBezTo>
                  <a:cubicBezTo>
                    <a:pt x="695115" y="428368"/>
                    <a:pt x="717976" y="422844"/>
                    <a:pt x="740267" y="423414"/>
                  </a:cubicBezTo>
                  <a:cubicBezTo>
                    <a:pt x="749981" y="423606"/>
                    <a:pt x="760269" y="423224"/>
                    <a:pt x="769604" y="425700"/>
                  </a:cubicBezTo>
                  <a:cubicBezTo>
                    <a:pt x="796654" y="432750"/>
                    <a:pt x="822755" y="443418"/>
                    <a:pt x="850188" y="448180"/>
                  </a:cubicBezTo>
                  <a:cubicBezTo>
                    <a:pt x="865429" y="450847"/>
                    <a:pt x="882383" y="446084"/>
                    <a:pt x="898197" y="442656"/>
                  </a:cubicBezTo>
                  <a:cubicBezTo>
                    <a:pt x="914199" y="439036"/>
                    <a:pt x="930010" y="433512"/>
                    <a:pt x="945443" y="427796"/>
                  </a:cubicBezTo>
                  <a:cubicBezTo>
                    <a:pt x="955919" y="423986"/>
                    <a:pt x="967349" y="420366"/>
                    <a:pt x="975732" y="413507"/>
                  </a:cubicBezTo>
                  <a:cubicBezTo>
                    <a:pt x="994784" y="397887"/>
                    <a:pt x="1014405" y="395219"/>
                    <a:pt x="1036886" y="403411"/>
                  </a:cubicBezTo>
                  <a:cubicBezTo>
                    <a:pt x="1040314" y="404745"/>
                    <a:pt x="1044314" y="404745"/>
                    <a:pt x="1048124" y="404935"/>
                  </a:cubicBezTo>
                  <a:cubicBezTo>
                    <a:pt x="1109090" y="408935"/>
                    <a:pt x="1170050" y="411413"/>
                    <a:pt x="1230632" y="417509"/>
                  </a:cubicBezTo>
                  <a:cubicBezTo>
                    <a:pt x="1255205" y="419986"/>
                    <a:pt x="1278828" y="430844"/>
                    <a:pt x="1303023" y="437702"/>
                  </a:cubicBezTo>
                  <a:cubicBezTo>
                    <a:pt x="1307977" y="439036"/>
                    <a:pt x="1313503" y="441132"/>
                    <a:pt x="1318455" y="440178"/>
                  </a:cubicBezTo>
                  <a:cubicBezTo>
                    <a:pt x="1372367" y="430654"/>
                    <a:pt x="1422853" y="444560"/>
                    <a:pt x="1472574" y="462849"/>
                  </a:cubicBezTo>
                  <a:cubicBezTo>
                    <a:pt x="1477716" y="464755"/>
                    <a:pt x="1484003" y="464183"/>
                    <a:pt x="1489719" y="463801"/>
                  </a:cubicBezTo>
                  <a:cubicBezTo>
                    <a:pt x="1505723" y="462469"/>
                    <a:pt x="1523058" y="455801"/>
                    <a:pt x="1537536" y="459801"/>
                  </a:cubicBezTo>
                  <a:cubicBezTo>
                    <a:pt x="1576018" y="470851"/>
                    <a:pt x="1614119" y="484186"/>
                    <a:pt x="1650316" y="500950"/>
                  </a:cubicBezTo>
                  <a:cubicBezTo>
                    <a:pt x="1687085" y="517905"/>
                    <a:pt x="1721184" y="532193"/>
                    <a:pt x="1763286" y="515049"/>
                  </a:cubicBezTo>
                  <a:cubicBezTo>
                    <a:pt x="1781193" y="507808"/>
                    <a:pt x="1804815" y="512953"/>
                    <a:pt x="1825392" y="514857"/>
                  </a:cubicBezTo>
                  <a:cubicBezTo>
                    <a:pt x="1840440" y="516381"/>
                    <a:pt x="1854919" y="524955"/>
                    <a:pt x="1869779" y="524955"/>
                  </a:cubicBezTo>
                  <a:cubicBezTo>
                    <a:pt x="1909407" y="524955"/>
                    <a:pt x="1944648" y="535051"/>
                    <a:pt x="1978939" y="555626"/>
                  </a:cubicBezTo>
                  <a:cubicBezTo>
                    <a:pt x="1992278" y="563626"/>
                    <a:pt x="2013042" y="558292"/>
                    <a:pt x="2030377" y="560388"/>
                  </a:cubicBezTo>
                  <a:cubicBezTo>
                    <a:pt x="2048667" y="562864"/>
                    <a:pt x="2067524" y="565150"/>
                    <a:pt x="2085053" y="570677"/>
                  </a:cubicBezTo>
                  <a:cubicBezTo>
                    <a:pt x="2130392" y="585155"/>
                    <a:pt x="2175162" y="601538"/>
                    <a:pt x="2220311" y="616778"/>
                  </a:cubicBezTo>
                  <a:cubicBezTo>
                    <a:pt x="2257458" y="629353"/>
                    <a:pt x="2294038" y="619446"/>
                    <a:pt x="2330805" y="614112"/>
                  </a:cubicBezTo>
                  <a:cubicBezTo>
                    <a:pt x="2353858" y="610682"/>
                    <a:pt x="2375382" y="602490"/>
                    <a:pt x="2401291" y="614682"/>
                  </a:cubicBezTo>
                  <a:cubicBezTo>
                    <a:pt x="2426058" y="626304"/>
                    <a:pt x="2457491" y="623636"/>
                    <a:pt x="2485306" y="629923"/>
                  </a:cubicBezTo>
                  <a:cubicBezTo>
                    <a:pt x="2508741" y="635257"/>
                    <a:pt x="2531408" y="643831"/>
                    <a:pt x="2554078" y="652213"/>
                  </a:cubicBezTo>
                  <a:cubicBezTo>
                    <a:pt x="2584941" y="663644"/>
                    <a:pt x="2615420" y="675644"/>
                    <a:pt x="2649142" y="669930"/>
                  </a:cubicBezTo>
                  <a:cubicBezTo>
                    <a:pt x="2687435" y="663452"/>
                    <a:pt x="2713722" y="687836"/>
                    <a:pt x="2743825" y="704031"/>
                  </a:cubicBezTo>
                  <a:cubicBezTo>
                    <a:pt x="2764589" y="715079"/>
                    <a:pt x="2787258" y="723272"/>
                    <a:pt x="2809929" y="730130"/>
                  </a:cubicBezTo>
                  <a:cubicBezTo>
                    <a:pt x="2840218" y="739084"/>
                    <a:pt x="2871461" y="744418"/>
                    <a:pt x="2901942" y="753181"/>
                  </a:cubicBezTo>
                  <a:cubicBezTo>
                    <a:pt x="2948046" y="766325"/>
                    <a:pt x="2994721" y="776613"/>
                    <a:pt x="3042727" y="769373"/>
                  </a:cubicBezTo>
                  <a:cubicBezTo>
                    <a:pt x="3064826" y="766135"/>
                    <a:pt x="3085402" y="766325"/>
                    <a:pt x="3107499" y="771089"/>
                  </a:cubicBezTo>
                  <a:cubicBezTo>
                    <a:pt x="3143694" y="778899"/>
                    <a:pt x="3180843" y="779852"/>
                    <a:pt x="3209992" y="808998"/>
                  </a:cubicBezTo>
                  <a:cubicBezTo>
                    <a:pt x="3220279" y="819287"/>
                    <a:pt x="3238757" y="821953"/>
                    <a:pt x="3253808" y="827287"/>
                  </a:cubicBezTo>
                  <a:cubicBezTo>
                    <a:pt x="3271144" y="833575"/>
                    <a:pt x="3283907" y="830335"/>
                    <a:pt x="3293243" y="812047"/>
                  </a:cubicBezTo>
                  <a:cubicBezTo>
                    <a:pt x="3297433" y="803856"/>
                    <a:pt x="3309436" y="795854"/>
                    <a:pt x="3318770" y="794520"/>
                  </a:cubicBezTo>
                  <a:cubicBezTo>
                    <a:pt x="3346775" y="790520"/>
                    <a:pt x="3372494" y="796426"/>
                    <a:pt x="3399545" y="809381"/>
                  </a:cubicBezTo>
                  <a:cubicBezTo>
                    <a:pt x="3424882" y="821573"/>
                    <a:pt x="3456507" y="820239"/>
                    <a:pt x="3485274" y="825001"/>
                  </a:cubicBezTo>
                  <a:cubicBezTo>
                    <a:pt x="3505656" y="828431"/>
                    <a:pt x="3526041" y="835479"/>
                    <a:pt x="3546616" y="835479"/>
                  </a:cubicBezTo>
                  <a:cubicBezTo>
                    <a:pt x="3572145" y="835479"/>
                    <a:pt x="3597481" y="829383"/>
                    <a:pt x="3623200" y="827097"/>
                  </a:cubicBezTo>
                  <a:cubicBezTo>
                    <a:pt x="3643203" y="825193"/>
                    <a:pt x="3663588" y="825955"/>
                    <a:pt x="3683590" y="823669"/>
                  </a:cubicBezTo>
                  <a:cubicBezTo>
                    <a:pt x="3699975" y="821953"/>
                    <a:pt x="3716167" y="817573"/>
                    <a:pt x="3732360" y="813953"/>
                  </a:cubicBezTo>
                  <a:cubicBezTo>
                    <a:pt x="3738266" y="812619"/>
                    <a:pt x="3744172" y="807474"/>
                    <a:pt x="3749505" y="808236"/>
                  </a:cubicBezTo>
                  <a:cubicBezTo>
                    <a:pt x="3802466" y="816429"/>
                    <a:pt x="3840568" y="779852"/>
                    <a:pt x="3885337" y="763659"/>
                  </a:cubicBezTo>
                  <a:cubicBezTo>
                    <a:pt x="3932393" y="746512"/>
                    <a:pt x="3977924" y="720224"/>
                    <a:pt x="4030502" y="728034"/>
                  </a:cubicBezTo>
                  <a:cubicBezTo>
                    <a:pt x="4062317" y="732796"/>
                    <a:pt x="4092988" y="743846"/>
                    <a:pt x="4124613" y="750515"/>
                  </a:cubicBezTo>
                  <a:cubicBezTo>
                    <a:pt x="4135853" y="752801"/>
                    <a:pt x="4148426" y="752419"/>
                    <a:pt x="4159666" y="750133"/>
                  </a:cubicBezTo>
                  <a:cubicBezTo>
                    <a:pt x="4213960" y="739654"/>
                    <a:pt x="4267492" y="738130"/>
                    <a:pt x="4320836" y="755277"/>
                  </a:cubicBezTo>
                  <a:cubicBezTo>
                    <a:pt x="4329978" y="758135"/>
                    <a:pt x="4339694" y="760801"/>
                    <a:pt x="4349221" y="760801"/>
                  </a:cubicBezTo>
                  <a:cubicBezTo>
                    <a:pt x="4401418" y="760801"/>
                    <a:pt x="4452664" y="756801"/>
                    <a:pt x="4502578" y="738130"/>
                  </a:cubicBezTo>
                  <a:cubicBezTo>
                    <a:pt x="4519342" y="731844"/>
                    <a:pt x="4539727" y="735844"/>
                    <a:pt x="4558206" y="734320"/>
                  </a:cubicBezTo>
                  <a:cubicBezTo>
                    <a:pt x="4575350" y="732988"/>
                    <a:pt x="4592877" y="732416"/>
                    <a:pt x="4609451" y="728034"/>
                  </a:cubicBezTo>
                  <a:cubicBezTo>
                    <a:pt x="4633646" y="721558"/>
                    <a:pt x="4656125" y="720796"/>
                    <a:pt x="4681082" y="726510"/>
                  </a:cubicBezTo>
                  <a:cubicBezTo>
                    <a:pt x="4704894" y="731844"/>
                    <a:pt x="4730613" y="729178"/>
                    <a:pt x="4755380" y="729368"/>
                  </a:cubicBezTo>
                  <a:cubicBezTo>
                    <a:pt x="4783003" y="729558"/>
                    <a:pt x="4810626" y="729748"/>
                    <a:pt x="4838249" y="728796"/>
                  </a:cubicBezTo>
                  <a:cubicBezTo>
                    <a:pt x="4849299" y="728416"/>
                    <a:pt x="4861872" y="720796"/>
                    <a:pt x="4871018" y="723844"/>
                  </a:cubicBezTo>
                  <a:cubicBezTo>
                    <a:pt x="4900545" y="734130"/>
                    <a:pt x="4930074" y="721748"/>
                    <a:pt x="4959601" y="727272"/>
                  </a:cubicBezTo>
                  <a:cubicBezTo>
                    <a:pt x="4974081" y="730130"/>
                    <a:pt x="4990464" y="722320"/>
                    <a:pt x="5006085" y="721558"/>
                  </a:cubicBezTo>
                  <a:cubicBezTo>
                    <a:pt x="5031613" y="720224"/>
                    <a:pt x="5057140" y="720796"/>
                    <a:pt x="5082669" y="720414"/>
                  </a:cubicBezTo>
                  <a:cubicBezTo>
                    <a:pt x="5091051" y="720224"/>
                    <a:pt x="5099244" y="719462"/>
                    <a:pt x="5107626" y="719079"/>
                  </a:cubicBezTo>
                  <a:cubicBezTo>
                    <a:pt x="5115056" y="718699"/>
                    <a:pt x="5122866" y="716985"/>
                    <a:pt x="5129915" y="718317"/>
                  </a:cubicBezTo>
                  <a:cubicBezTo>
                    <a:pt x="5155444" y="723082"/>
                    <a:pt x="5180590" y="730892"/>
                    <a:pt x="5206307" y="733940"/>
                  </a:cubicBezTo>
                  <a:cubicBezTo>
                    <a:pt x="5228596" y="736606"/>
                    <a:pt x="5251649" y="732988"/>
                    <a:pt x="5274128" y="734892"/>
                  </a:cubicBezTo>
                  <a:cubicBezTo>
                    <a:pt x="5313753" y="738130"/>
                    <a:pt x="5353378" y="743846"/>
                    <a:pt x="5393004" y="747466"/>
                  </a:cubicBezTo>
                  <a:cubicBezTo>
                    <a:pt x="5401578" y="748228"/>
                    <a:pt x="5410530" y="743464"/>
                    <a:pt x="5419294" y="743084"/>
                  </a:cubicBezTo>
                  <a:cubicBezTo>
                    <a:pt x="5446727" y="742132"/>
                    <a:pt x="5474160" y="741940"/>
                    <a:pt x="5501593" y="741370"/>
                  </a:cubicBezTo>
                  <a:cubicBezTo>
                    <a:pt x="5517214" y="741178"/>
                    <a:pt x="5533026" y="741750"/>
                    <a:pt x="5548459" y="740036"/>
                  </a:cubicBezTo>
                  <a:cubicBezTo>
                    <a:pt x="5568841" y="737750"/>
                    <a:pt x="5587320" y="734320"/>
                    <a:pt x="5606371" y="749180"/>
                  </a:cubicBezTo>
                  <a:cubicBezTo>
                    <a:pt x="5635710" y="772231"/>
                    <a:pt x="5673049" y="763277"/>
                    <a:pt x="5706958" y="768611"/>
                  </a:cubicBezTo>
                  <a:cubicBezTo>
                    <a:pt x="5715722" y="769945"/>
                    <a:pt x="5724677" y="770135"/>
                    <a:pt x="5733439" y="771659"/>
                  </a:cubicBezTo>
                  <a:cubicBezTo>
                    <a:pt x="5749633" y="774517"/>
                    <a:pt x="5765634" y="777755"/>
                    <a:pt x="5781829" y="780996"/>
                  </a:cubicBezTo>
                  <a:cubicBezTo>
                    <a:pt x="5784685" y="781566"/>
                    <a:pt x="5787923" y="781758"/>
                    <a:pt x="5790591" y="782710"/>
                  </a:cubicBezTo>
                  <a:cubicBezTo>
                    <a:pt x="5815168" y="790710"/>
                    <a:pt x="5839360" y="799854"/>
                    <a:pt x="5864317" y="806332"/>
                  </a:cubicBezTo>
                  <a:cubicBezTo>
                    <a:pt x="5876510" y="809571"/>
                    <a:pt x="5890036" y="809953"/>
                    <a:pt x="5902609" y="808236"/>
                  </a:cubicBezTo>
                  <a:cubicBezTo>
                    <a:pt x="5939376" y="803284"/>
                    <a:pt x="5975763" y="801188"/>
                    <a:pt x="6012722" y="808428"/>
                  </a:cubicBezTo>
                  <a:cubicBezTo>
                    <a:pt x="6027391" y="811285"/>
                    <a:pt x="6043775" y="806522"/>
                    <a:pt x="6059396" y="804808"/>
                  </a:cubicBezTo>
                  <a:cubicBezTo>
                    <a:pt x="6096735" y="800236"/>
                    <a:pt x="6134074" y="795282"/>
                    <a:pt x="6171604" y="790902"/>
                  </a:cubicBezTo>
                  <a:cubicBezTo>
                    <a:pt x="6195036" y="788234"/>
                    <a:pt x="6218659" y="786710"/>
                    <a:pt x="6242092" y="784044"/>
                  </a:cubicBezTo>
                  <a:cubicBezTo>
                    <a:pt x="6269143" y="780804"/>
                    <a:pt x="6296004" y="775851"/>
                    <a:pt x="6323057" y="773183"/>
                  </a:cubicBezTo>
                  <a:cubicBezTo>
                    <a:pt x="6353918" y="770135"/>
                    <a:pt x="6384971" y="769565"/>
                    <a:pt x="6415832" y="766325"/>
                  </a:cubicBezTo>
                  <a:cubicBezTo>
                    <a:pt x="6472224" y="760039"/>
                    <a:pt x="6528423" y="752609"/>
                    <a:pt x="6584811" y="745560"/>
                  </a:cubicBezTo>
                  <a:cubicBezTo>
                    <a:pt x="6639487" y="738702"/>
                    <a:pt x="6694163" y="732606"/>
                    <a:pt x="6748457" y="724034"/>
                  </a:cubicBezTo>
                  <a:cubicBezTo>
                    <a:pt x="6771318" y="720414"/>
                    <a:pt x="6793034" y="710507"/>
                    <a:pt x="6815515" y="704983"/>
                  </a:cubicBezTo>
                  <a:lnTo>
                    <a:pt x="6858000" y="695283"/>
                  </a:lnTo>
                  <a:lnTo>
                    <a:pt x="6858000" y="456"/>
                  </a:lnTo>
                  <a:lnTo>
                    <a:pt x="1687322" y="456"/>
                  </a:lnTo>
                  <a:lnTo>
                    <a:pt x="1697753" y="10970"/>
                  </a:lnTo>
                  <a:cubicBezTo>
                    <a:pt x="1707279" y="20877"/>
                    <a:pt x="1720423" y="27925"/>
                    <a:pt x="1733188" y="33639"/>
                  </a:cubicBezTo>
                  <a:cubicBezTo>
                    <a:pt x="1766335" y="48310"/>
                    <a:pt x="1800246" y="61454"/>
                    <a:pt x="1833775" y="75360"/>
                  </a:cubicBezTo>
                  <a:cubicBezTo>
                    <a:pt x="1837013" y="76694"/>
                    <a:pt x="1839679" y="80123"/>
                    <a:pt x="1842158" y="82981"/>
                  </a:cubicBezTo>
                  <a:cubicBezTo>
                    <a:pt x="1866922" y="113082"/>
                    <a:pt x="1891497" y="143371"/>
                    <a:pt x="1916454" y="173472"/>
                  </a:cubicBezTo>
                  <a:cubicBezTo>
                    <a:pt x="1921216" y="179186"/>
                    <a:pt x="1928076" y="183378"/>
                    <a:pt x="1933219" y="188902"/>
                  </a:cubicBezTo>
                  <a:cubicBezTo>
                    <a:pt x="1940459" y="196522"/>
                    <a:pt x="1949603" y="203763"/>
                    <a:pt x="1953413" y="212907"/>
                  </a:cubicBezTo>
                  <a:cubicBezTo>
                    <a:pt x="1965224" y="241672"/>
                    <a:pt x="1987894" y="254056"/>
                    <a:pt x="2016469" y="259390"/>
                  </a:cubicBezTo>
                  <a:cubicBezTo>
                    <a:pt x="2042570" y="264343"/>
                    <a:pt x="2068669" y="268535"/>
                    <a:pt x="2094578" y="274249"/>
                  </a:cubicBezTo>
                  <a:cubicBezTo>
                    <a:pt x="2126201" y="281107"/>
                    <a:pt x="2157636" y="288537"/>
                    <a:pt x="2188879" y="296920"/>
                  </a:cubicBezTo>
                  <a:cubicBezTo>
                    <a:pt x="2202404" y="300540"/>
                    <a:pt x="2216692" y="304730"/>
                    <a:pt x="2228314" y="312160"/>
                  </a:cubicBezTo>
                  <a:cubicBezTo>
                    <a:pt x="2260890" y="332735"/>
                    <a:pt x="2295753" y="346641"/>
                    <a:pt x="2334044" y="341117"/>
                  </a:cubicBezTo>
                  <a:cubicBezTo>
                    <a:pt x="2364715" y="336735"/>
                    <a:pt x="2390434" y="347975"/>
                    <a:pt x="2409485" y="365502"/>
                  </a:cubicBezTo>
                  <a:lnTo>
                    <a:pt x="2409487" y="365504"/>
                  </a:lnTo>
                  <a:lnTo>
                    <a:pt x="2463015" y="388434"/>
                  </a:lnTo>
                  <a:lnTo>
                    <a:pt x="2463017" y="388434"/>
                  </a:lnTo>
                  <a:lnTo>
                    <a:pt x="2518262" y="379792"/>
                  </a:lnTo>
                  <a:lnTo>
                    <a:pt x="2518263" y="379791"/>
                  </a:lnTo>
                  <a:cubicBezTo>
                    <a:pt x="2527789" y="377124"/>
                    <a:pt x="2536456" y="375980"/>
                    <a:pt x="2545005" y="376147"/>
                  </a:cubicBezTo>
                  <a:lnTo>
                    <a:pt x="2545006" y="376147"/>
                  </a:lnTo>
                  <a:cubicBezTo>
                    <a:pt x="2553555" y="376313"/>
                    <a:pt x="2561985" y="377790"/>
                    <a:pt x="2571034" y="380361"/>
                  </a:cubicBezTo>
                  <a:cubicBezTo>
                    <a:pt x="2612945" y="392363"/>
                    <a:pt x="2640950" y="424940"/>
                    <a:pt x="2668001" y="453514"/>
                  </a:cubicBezTo>
                  <a:cubicBezTo>
                    <a:pt x="2691054" y="477900"/>
                    <a:pt x="2716963" y="491615"/>
                    <a:pt x="2745348" y="501904"/>
                  </a:cubicBezTo>
                  <a:lnTo>
                    <a:pt x="2745351" y="501906"/>
                  </a:lnTo>
                  <a:lnTo>
                    <a:pt x="2778005" y="507825"/>
                  </a:lnTo>
                  <a:lnTo>
                    <a:pt x="2785439" y="507405"/>
                  </a:lnTo>
                  <a:lnTo>
                    <a:pt x="2811779" y="497326"/>
                  </a:lnTo>
                  <a:lnTo>
                    <a:pt x="2811786" y="497322"/>
                  </a:lnTo>
                  <a:lnTo>
                    <a:pt x="2811786" y="497323"/>
                  </a:lnTo>
                  <a:lnTo>
                    <a:pt x="2811779" y="497326"/>
                  </a:lnTo>
                  <a:lnTo>
                    <a:pt x="2793022" y="506976"/>
                  </a:lnTo>
                  <a:lnTo>
                    <a:pt x="2785439" y="507405"/>
                  </a:lnTo>
                  <a:lnTo>
                    <a:pt x="2782304" y="508605"/>
                  </a:lnTo>
                  <a:lnTo>
                    <a:pt x="2778005" y="507825"/>
                  </a:lnTo>
                  <a:lnTo>
                    <a:pt x="2770757" y="508235"/>
                  </a:lnTo>
                  <a:lnTo>
                    <a:pt x="2745351" y="501906"/>
                  </a:lnTo>
                  <a:lnTo>
                    <a:pt x="2745347" y="501904"/>
                  </a:lnTo>
                  <a:cubicBezTo>
                    <a:pt x="2716962" y="491615"/>
                    <a:pt x="2691053" y="477900"/>
                    <a:pt x="2668000" y="453514"/>
                  </a:cubicBezTo>
                  <a:cubicBezTo>
                    <a:pt x="2640949" y="424940"/>
                    <a:pt x="2612944" y="392363"/>
                    <a:pt x="2571033" y="380361"/>
                  </a:cubicBezTo>
                  <a:lnTo>
                    <a:pt x="2545006" y="376147"/>
                  </a:lnTo>
                  <a:lnTo>
                    <a:pt x="2518264" y="379791"/>
                  </a:lnTo>
                  <a:lnTo>
                    <a:pt x="2518262" y="379792"/>
                  </a:lnTo>
                  <a:lnTo>
                    <a:pt x="2490550" y="386372"/>
                  </a:lnTo>
                  <a:lnTo>
                    <a:pt x="2463017" y="388434"/>
                  </a:lnTo>
                  <a:lnTo>
                    <a:pt x="2463016" y="388434"/>
                  </a:lnTo>
                  <a:lnTo>
                    <a:pt x="2463015" y="388434"/>
                  </a:lnTo>
                  <a:lnTo>
                    <a:pt x="2435912" y="382603"/>
                  </a:lnTo>
                  <a:lnTo>
                    <a:pt x="2409487" y="365504"/>
                  </a:lnTo>
                  <a:lnTo>
                    <a:pt x="2409484" y="365502"/>
                  </a:lnTo>
                  <a:cubicBezTo>
                    <a:pt x="2390433" y="347975"/>
                    <a:pt x="2364714" y="336735"/>
                    <a:pt x="2334043" y="341117"/>
                  </a:cubicBezTo>
                  <a:cubicBezTo>
                    <a:pt x="2295752" y="346641"/>
                    <a:pt x="2260889" y="332735"/>
                    <a:pt x="2228313" y="312160"/>
                  </a:cubicBezTo>
                  <a:cubicBezTo>
                    <a:pt x="2216691" y="304730"/>
                    <a:pt x="2202403" y="300540"/>
                    <a:pt x="2188878" y="296920"/>
                  </a:cubicBezTo>
                  <a:cubicBezTo>
                    <a:pt x="2157635" y="288537"/>
                    <a:pt x="2126200" y="281107"/>
                    <a:pt x="2094577" y="274249"/>
                  </a:cubicBezTo>
                  <a:cubicBezTo>
                    <a:pt x="2068668" y="268535"/>
                    <a:pt x="2042569" y="264343"/>
                    <a:pt x="2016468" y="259390"/>
                  </a:cubicBezTo>
                  <a:cubicBezTo>
                    <a:pt x="1987893" y="254056"/>
                    <a:pt x="1965223" y="241672"/>
                    <a:pt x="1953412" y="212907"/>
                  </a:cubicBezTo>
                  <a:cubicBezTo>
                    <a:pt x="1949602" y="203763"/>
                    <a:pt x="1940458" y="196522"/>
                    <a:pt x="1933218" y="188902"/>
                  </a:cubicBezTo>
                  <a:cubicBezTo>
                    <a:pt x="1928075" y="183378"/>
                    <a:pt x="1921215" y="179186"/>
                    <a:pt x="1916453" y="173472"/>
                  </a:cubicBezTo>
                  <a:cubicBezTo>
                    <a:pt x="1891496" y="143371"/>
                    <a:pt x="1866921" y="113082"/>
                    <a:pt x="1842157" y="82981"/>
                  </a:cubicBezTo>
                  <a:cubicBezTo>
                    <a:pt x="1839678" y="80123"/>
                    <a:pt x="1837012" y="76694"/>
                    <a:pt x="1833774" y="75360"/>
                  </a:cubicBezTo>
                  <a:cubicBezTo>
                    <a:pt x="1800245" y="61454"/>
                    <a:pt x="1766334" y="48311"/>
                    <a:pt x="1733187" y="33639"/>
                  </a:cubicBezTo>
                  <a:cubicBezTo>
                    <a:pt x="1720422" y="27925"/>
                    <a:pt x="1707278" y="20877"/>
                    <a:pt x="1697752" y="10971"/>
                  </a:cubicBezTo>
                  <a:lnTo>
                    <a:pt x="1687320" y="456"/>
                  </a:lnTo>
                  <a:lnTo>
                    <a:pt x="916806" y="456"/>
                  </a:lnTo>
                  <a:lnTo>
                    <a:pt x="927155" y="9636"/>
                  </a:lnTo>
                  <a:cubicBezTo>
                    <a:pt x="994785" y="53644"/>
                    <a:pt x="1030980" y="52500"/>
                    <a:pt x="1097087" y="6016"/>
                  </a:cubicBezTo>
                  <a:cubicBezTo>
                    <a:pt x="1103945" y="1254"/>
                    <a:pt x="1118613" y="-2176"/>
                    <a:pt x="1123185" y="1634"/>
                  </a:cubicBezTo>
                  <a:cubicBezTo>
                    <a:pt x="1142617" y="17446"/>
                    <a:pt x="1162953" y="24495"/>
                    <a:pt x="1184028" y="26353"/>
                  </a:cubicBezTo>
                  <a:cubicBezTo>
                    <a:pt x="1162953" y="24495"/>
                    <a:pt x="1142616" y="17447"/>
                    <a:pt x="1123184" y="1635"/>
                  </a:cubicBezTo>
                  <a:cubicBezTo>
                    <a:pt x="1118612" y="-2175"/>
                    <a:pt x="1103944" y="1255"/>
                    <a:pt x="1097086" y="6017"/>
                  </a:cubicBezTo>
                  <a:cubicBezTo>
                    <a:pt x="1030979" y="52501"/>
                    <a:pt x="994784" y="53645"/>
                    <a:pt x="927154" y="9637"/>
                  </a:cubicBezTo>
                  <a:lnTo>
                    <a:pt x="916804" y="456"/>
                  </a:lnTo>
                  <a:lnTo>
                    <a:pt x="578772" y="456"/>
                  </a:lnTo>
                  <a:lnTo>
                    <a:pt x="556046" y="6589"/>
                  </a:lnTo>
                  <a:lnTo>
                    <a:pt x="517850" y="15506"/>
                  </a:lnTo>
                  <a:lnTo>
                    <a:pt x="556047" y="6588"/>
                  </a:lnTo>
                  <a:lnTo>
                    <a:pt x="578770" y="456"/>
                  </a:lnTo>
                  <a:lnTo>
                    <a:pt x="0" y="456"/>
                  </a:lnTo>
                  <a:lnTo>
                    <a:pt x="0" y="20445"/>
                  </a:lnTo>
                  <a:lnTo>
                    <a:pt x="0" y="29969"/>
                  </a:ln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552762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0BB07B4-8756-4AE5-A848-6EA4FA2EDC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One Health concept for malaria India">
            <a:extLst>
              <a:ext uri="{FF2B5EF4-FFF2-40B4-BE49-F238E27FC236}">
                <a16:creationId xmlns:a16="http://schemas.microsoft.com/office/drawing/2014/main" id="{2FBCC57A-803F-FA91-D890-F85C73892AEE}"/>
              </a:ext>
            </a:extLst>
          </p:cNvPr>
          <p:cNvPicPr>
            <a:picLocks noChangeAspect="1"/>
          </p:cNvPicPr>
          <p:nvPr/>
        </p:nvPicPr>
        <p:blipFill>
          <a:blip r:embed="rId2"/>
          <a:srcRect t="1308" b="14422"/>
          <a:stretch>
            <a:fillRect/>
          </a:stretch>
        </p:blipFill>
        <p:spPr>
          <a:xfrm>
            <a:off x="20" y="10"/>
            <a:ext cx="12191980" cy="6857990"/>
          </a:xfrm>
          <a:prstGeom prst="rect">
            <a:avLst/>
          </a:prstGeom>
        </p:spPr>
      </p:pic>
      <p:sp>
        <p:nvSpPr>
          <p:cNvPr id="9" name="Freeform: Shape 8">
            <a:extLst>
              <a:ext uri="{FF2B5EF4-FFF2-40B4-BE49-F238E27FC236}">
                <a16:creationId xmlns:a16="http://schemas.microsoft.com/office/drawing/2014/main" id="{B9AA136B-8967-470E-B8F4-1E3FE9CDB8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016251" y="3016250"/>
            <a:ext cx="6858000" cy="825498"/>
          </a:xfrm>
          <a:custGeom>
            <a:avLst/>
            <a:gdLst>
              <a:gd name="connsiteX0" fmla="*/ 6742558 w 6858000"/>
              <a:gd name="connsiteY0" fmla="*/ 499736 h 825498"/>
              <a:gd name="connsiteX1" fmla="*/ 6812057 w 6858000"/>
              <a:gd name="connsiteY1" fmla="*/ 519211 h 825498"/>
              <a:gd name="connsiteX2" fmla="*/ 6776799 w 6858000"/>
              <a:gd name="connsiteY2" fmla="*/ 514438 h 825498"/>
              <a:gd name="connsiteX3" fmla="*/ 6625227 w 6858000"/>
              <a:gd name="connsiteY3" fmla="*/ 507591 h 825498"/>
              <a:gd name="connsiteX4" fmla="*/ 6662536 w 6858000"/>
              <a:gd name="connsiteY4" fmla="*/ 500498 h 825498"/>
              <a:gd name="connsiteX5" fmla="*/ 6645552 w 6858000"/>
              <a:gd name="connsiteY5" fmla="*/ 507580 h 825498"/>
              <a:gd name="connsiteX6" fmla="*/ 6513012 w 6858000"/>
              <a:gd name="connsiteY6" fmla="*/ 515082 h 825498"/>
              <a:gd name="connsiteX7" fmla="*/ 6546191 w 6858000"/>
              <a:gd name="connsiteY7" fmla="*/ 496279 h 825498"/>
              <a:gd name="connsiteX8" fmla="*/ 6521803 w 6858000"/>
              <a:gd name="connsiteY8" fmla="*/ 512615 h 825498"/>
              <a:gd name="connsiteX9" fmla="*/ 5935958 w 6858000"/>
              <a:gd name="connsiteY9" fmla="*/ 643374 h 825498"/>
              <a:gd name="connsiteX10" fmla="*/ 5993267 w 6858000"/>
              <a:gd name="connsiteY10" fmla="*/ 639757 h 825498"/>
              <a:gd name="connsiteX11" fmla="*/ 5964477 w 6858000"/>
              <a:gd name="connsiteY11" fmla="*/ 643207 h 825498"/>
              <a:gd name="connsiteX12" fmla="*/ 5883762 w 6858000"/>
              <a:gd name="connsiteY12" fmla="*/ 625473 h 825498"/>
              <a:gd name="connsiteX13" fmla="*/ 5935941 w 6858000"/>
              <a:gd name="connsiteY13" fmla="*/ 643372 h 825498"/>
              <a:gd name="connsiteX14" fmla="*/ 5909350 w 6858000"/>
              <a:gd name="connsiteY14" fmla="*/ 636492 h 825498"/>
              <a:gd name="connsiteX15" fmla="*/ 5507674 w 6858000"/>
              <a:gd name="connsiteY15" fmla="*/ 462345 h 825498"/>
              <a:gd name="connsiteX16" fmla="*/ 5531687 w 6858000"/>
              <a:gd name="connsiteY16" fmla="*/ 451730 h 825498"/>
              <a:gd name="connsiteX17" fmla="*/ 5520422 w 6858000"/>
              <a:gd name="connsiteY17" fmla="*/ 460125 h 825498"/>
              <a:gd name="connsiteX18" fmla="*/ 5308185 w 6858000"/>
              <a:gd name="connsiteY18" fmla="*/ 440592 h 825498"/>
              <a:gd name="connsiteX19" fmla="*/ 5312288 w 6858000"/>
              <a:gd name="connsiteY19" fmla="*/ 438109 h 825498"/>
              <a:gd name="connsiteX20" fmla="*/ 5317382 w 6858000"/>
              <a:gd name="connsiteY20" fmla="*/ 437516 h 825498"/>
              <a:gd name="connsiteX21" fmla="*/ 5087451 w 6858000"/>
              <a:gd name="connsiteY21" fmla="*/ 476086 h 825498"/>
              <a:gd name="connsiteX22" fmla="*/ 5133209 w 6858000"/>
              <a:gd name="connsiteY22" fmla="*/ 489108 h 825498"/>
              <a:gd name="connsiteX23" fmla="*/ 5102460 w 6858000"/>
              <a:gd name="connsiteY23" fmla="*/ 481967 h 825498"/>
              <a:gd name="connsiteX24" fmla="*/ 5041538 w 6858000"/>
              <a:gd name="connsiteY24" fmla="*/ 462968 h 825498"/>
              <a:gd name="connsiteX25" fmla="*/ 5064790 w 6858000"/>
              <a:gd name="connsiteY25" fmla="*/ 467587 h 825498"/>
              <a:gd name="connsiteX26" fmla="*/ 5070579 w 6858000"/>
              <a:gd name="connsiteY26" fmla="*/ 469759 h 825498"/>
              <a:gd name="connsiteX27" fmla="*/ 4957458 w 6858000"/>
              <a:gd name="connsiteY27" fmla="*/ 419205 h 825498"/>
              <a:gd name="connsiteX28" fmla="*/ 4961456 w 6858000"/>
              <a:gd name="connsiteY28" fmla="*/ 420481 h 825498"/>
              <a:gd name="connsiteX29" fmla="*/ 4987033 w 6858000"/>
              <a:gd name="connsiteY29" fmla="*/ 436483 h 825498"/>
              <a:gd name="connsiteX30" fmla="*/ 4863344 w 6858000"/>
              <a:gd name="connsiteY30" fmla="*/ 407230 h 825498"/>
              <a:gd name="connsiteX31" fmla="*/ 4889270 w 6858000"/>
              <a:gd name="connsiteY31" fmla="*/ 414757 h 825498"/>
              <a:gd name="connsiteX32" fmla="*/ 4867614 w 6858000"/>
              <a:gd name="connsiteY32" fmla="*/ 409980 h 825498"/>
              <a:gd name="connsiteX33" fmla="*/ 4866598 w 6858000"/>
              <a:gd name="connsiteY33" fmla="*/ 409326 h 825498"/>
              <a:gd name="connsiteX34" fmla="*/ 3962162 w 6858000"/>
              <a:gd name="connsiteY34" fmla="*/ 411409 h 825498"/>
              <a:gd name="connsiteX35" fmla="*/ 4043830 w 6858000"/>
              <a:gd name="connsiteY35" fmla="*/ 395719 h 825498"/>
              <a:gd name="connsiteX36" fmla="*/ 4002410 w 6858000"/>
              <a:gd name="connsiteY36" fmla="*/ 409019 h 825498"/>
              <a:gd name="connsiteX37" fmla="*/ 2848821 w 6858000"/>
              <a:gd name="connsiteY37" fmla="*/ 455907 h 825498"/>
              <a:gd name="connsiteX38" fmla="*/ 2897785 w 6858000"/>
              <a:gd name="connsiteY38" fmla="*/ 440313 h 825498"/>
              <a:gd name="connsiteX39" fmla="*/ 2903542 w 6858000"/>
              <a:gd name="connsiteY39" fmla="*/ 439285 h 825498"/>
              <a:gd name="connsiteX40" fmla="*/ 2785442 w 6858000"/>
              <a:gd name="connsiteY40" fmla="*/ 506948 h 825498"/>
              <a:gd name="connsiteX41" fmla="*/ 2811779 w 6858000"/>
              <a:gd name="connsiteY41" fmla="*/ 496871 h 825498"/>
              <a:gd name="connsiteX42" fmla="*/ 2793022 w 6858000"/>
              <a:gd name="connsiteY42" fmla="*/ 506520 h 825498"/>
              <a:gd name="connsiteX43" fmla="*/ 2745376 w 6858000"/>
              <a:gd name="connsiteY43" fmla="*/ 501455 h 825498"/>
              <a:gd name="connsiteX44" fmla="*/ 2778004 w 6858000"/>
              <a:gd name="connsiteY44" fmla="*/ 507369 h 825498"/>
              <a:gd name="connsiteX45" fmla="*/ 2770757 w 6858000"/>
              <a:gd name="connsiteY45" fmla="*/ 507779 h 825498"/>
              <a:gd name="connsiteX46" fmla="*/ 2463020 w 6858000"/>
              <a:gd name="connsiteY46" fmla="*/ 387977 h 825498"/>
              <a:gd name="connsiteX47" fmla="*/ 2518249 w 6858000"/>
              <a:gd name="connsiteY47" fmla="*/ 379338 h 825498"/>
              <a:gd name="connsiteX48" fmla="*/ 2490551 w 6858000"/>
              <a:gd name="connsiteY48" fmla="*/ 385915 h 825498"/>
              <a:gd name="connsiteX49" fmla="*/ 1933219 w 6858000"/>
              <a:gd name="connsiteY49" fmla="*/ 188445 h 825498"/>
              <a:gd name="connsiteX50" fmla="*/ 1933220 w 6858000"/>
              <a:gd name="connsiteY50" fmla="*/ 188446 h 825498"/>
              <a:gd name="connsiteX51" fmla="*/ 1953414 w 6858000"/>
              <a:gd name="connsiteY51" fmla="*/ 212451 h 825498"/>
              <a:gd name="connsiteX52" fmla="*/ 1978655 w 6858000"/>
              <a:gd name="connsiteY52" fmla="*/ 244478 h 825498"/>
              <a:gd name="connsiteX53" fmla="*/ 1953413 w 6858000"/>
              <a:gd name="connsiteY53" fmla="*/ 212450 h 825498"/>
              <a:gd name="connsiteX54" fmla="*/ 1842158 w 6858000"/>
              <a:gd name="connsiteY54" fmla="*/ 82524 h 825498"/>
              <a:gd name="connsiteX55" fmla="*/ 1842159 w 6858000"/>
              <a:gd name="connsiteY55" fmla="*/ 82525 h 825498"/>
              <a:gd name="connsiteX56" fmla="*/ 1916455 w 6858000"/>
              <a:gd name="connsiteY56" fmla="*/ 173016 h 825498"/>
              <a:gd name="connsiteX57" fmla="*/ 1916454 w 6858000"/>
              <a:gd name="connsiteY57" fmla="*/ 173015 h 825498"/>
              <a:gd name="connsiteX58" fmla="*/ 338916 w 6858000"/>
              <a:gd name="connsiteY58" fmla="*/ 12999 h 825498"/>
              <a:gd name="connsiteX59" fmla="*/ 395626 w 6858000"/>
              <a:gd name="connsiteY59" fmla="*/ 22894 h 825498"/>
              <a:gd name="connsiteX60" fmla="*/ 367327 w 6858000"/>
              <a:gd name="connsiteY60" fmla="*/ 19086 h 825498"/>
              <a:gd name="connsiteX61" fmla="*/ 153394 w 6858000"/>
              <a:gd name="connsiteY61" fmla="*/ 30626 h 825498"/>
              <a:gd name="connsiteX62" fmla="*/ 228906 w 6858000"/>
              <a:gd name="connsiteY62" fmla="*/ 38895 h 825498"/>
              <a:gd name="connsiteX63" fmla="*/ 177271 w 6858000"/>
              <a:gd name="connsiteY63" fmla="*/ 34439 h 825498"/>
              <a:gd name="connsiteX64" fmla="*/ 0 w 6858000"/>
              <a:gd name="connsiteY64" fmla="*/ 19988 h 825498"/>
              <a:gd name="connsiteX65" fmla="*/ 0 w 6858000"/>
              <a:gd name="connsiteY65" fmla="*/ 484096 h 825498"/>
              <a:gd name="connsiteX66" fmla="*/ 1 w 6858000"/>
              <a:gd name="connsiteY66" fmla="*/ 484096 h 825498"/>
              <a:gd name="connsiteX67" fmla="*/ 1 w 6858000"/>
              <a:gd name="connsiteY67" fmla="*/ 484097 h 825498"/>
              <a:gd name="connsiteX68" fmla="*/ 2817 w 6858000"/>
              <a:gd name="connsiteY68" fmla="*/ 482970 h 825498"/>
              <a:gd name="connsiteX69" fmla="*/ 63587 w 6858000"/>
              <a:gd name="connsiteY69" fmla="*/ 468871 h 825498"/>
              <a:gd name="connsiteX70" fmla="*/ 176939 w 6858000"/>
              <a:gd name="connsiteY70" fmla="*/ 454966 h 825498"/>
              <a:gd name="connsiteX71" fmla="*/ 200182 w 6858000"/>
              <a:gd name="connsiteY71" fmla="*/ 446963 h 825498"/>
              <a:gd name="connsiteX72" fmla="*/ 340774 w 6858000"/>
              <a:gd name="connsiteY72" fmla="*/ 409051 h 825498"/>
              <a:gd name="connsiteX73" fmla="*/ 453364 w 6858000"/>
              <a:gd name="connsiteY73" fmla="*/ 409816 h 825498"/>
              <a:gd name="connsiteX74" fmla="*/ 462126 w 6858000"/>
              <a:gd name="connsiteY74" fmla="*/ 411530 h 825498"/>
              <a:gd name="connsiteX75" fmla="*/ 505182 w 6858000"/>
              <a:gd name="connsiteY75" fmla="*/ 424102 h 825498"/>
              <a:gd name="connsiteX76" fmla="*/ 571860 w 6858000"/>
              <a:gd name="connsiteY76" fmla="*/ 420674 h 825498"/>
              <a:gd name="connsiteX77" fmla="*/ 617772 w 6858000"/>
              <a:gd name="connsiteY77" fmla="*/ 403337 h 825498"/>
              <a:gd name="connsiteX78" fmla="*/ 674923 w 6858000"/>
              <a:gd name="connsiteY78" fmla="*/ 402575 h 825498"/>
              <a:gd name="connsiteX79" fmla="*/ 740268 w 6858000"/>
              <a:gd name="connsiteY79" fmla="*/ 413434 h 825498"/>
              <a:gd name="connsiteX80" fmla="*/ 769605 w 6858000"/>
              <a:gd name="connsiteY80" fmla="*/ 415720 h 825498"/>
              <a:gd name="connsiteX81" fmla="*/ 850189 w 6858000"/>
              <a:gd name="connsiteY81" fmla="*/ 438200 h 825498"/>
              <a:gd name="connsiteX82" fmla="*/ 898198 w 6858000"/>
              <a:gd name="connsiteY82" fmla="*/ 432676 h 825498"/>
              <a:gd name="connsiteX83" fmla="*/ 945444 w 6858000"/>
              <a:gd name="connsiteY83" fmla="*/ 417816 h 825498"/>
              <a:gd name="connsiteX84" fmla="*/ 975733 w 6858000"/>
              <a:gd name="connsiteY84" fmla="*/ 403527 h 825498"/>
              <a:gd name="connsiteX85" fmla="*/ 1036887 w 6858000"/>
              <a:gd name="connsiteY85" fmla="*/ 393431 h 825498"/>
              <a:gd name="connsiteX86" fmla="*/ 1048125 w 6858000"/>
              <a:gd name="connsiteY86" fmla="*/ 394955 h 825498"/>
              <a:gd name="connsiteX87" fmla="*/ 1230633 w 6858000"/>
              <a:gd name="connsiteY87" fmla="*/ 407529 h 825498"/>
              <a:gd name="connsiteX88" fmla="*/ 1303024 w 6858000"/>
              <a:gd name="connsiteY88" fmla="*/ 427722 h 825498"/>
              <a:gd name="connsiteX89" fmla="*/ 1318456 w 6858000"/>
              <a:gd name="connsiteY89" fmla="*/ 430198 h 825498"/>
              <a:gd name="connsiteX90" fmla="*/ 1472575 w 6858000"/>
              <a:gd name="connsiteY90" fmla="*/ 452870 h 825498"/>
              <a:gd name="connsiteX91" fmla="*/ 1489720 w 6858000"/>
              <a:gd name="connsiteY91" fmla="*/ 453821 h 825498"/>
              <a:gd name="connsiteX92" fmla="*/ 1537537 w 6858000"/>
              <a:gd name="connsiteY92" fmla="*/ 449821 h 825498"/>
              <a:gd name="connsiteX93" fmla="*/ 1650317 w 6858000"/>
              <a:gd name="connsiteY93" fmla="*/ 490970 h 825498"/>
              <a:gd name="connsiteX94" fmla="*/ 1763287 w 6858000"/>
              <a:gd name="connsiteY94" fmla="*/ 505069 h 825498"/>
              <a:gd name="connsiteX95" fmla="*/ 1825393 w 6858000"/>
              <a:gd name="connsiteY95" fmla="*/ 504877 h 825498"/>
              <a:gd name="connsiteX96" fmla="*/ 1869780 w 6858000"/>
              <a:gd name="connsiteY96" fmla="*/ 514975 h 825498"/>
              <a:gd name="connsiteX97" fmla="*/ 1978940 w 6858000"/>
              <a:gd name="connsiteY97" fmla="*/ 545646 h 825498"/>
              <a:gd name="connsiteX98" fmla="*/ 2030378 w 6858000"/>
              <a:gd name="connsiteY98" fmla="*/ 550408 h 825498"/>
              <a:gd name="connsiteX99" fmla="*/ 2085054 w 6858000"/>
              <a:gd name="connsiteY99" fmla="*/ 560697 h 825498"/>
              <a:gd name="connsiteX100" fmla="*/ 2220312 w 6858000"/>
              <a:gd name="connsiteY100" fmla="*/ 606798 h 825498"/>
              <a:gd name="connsiteX101" fmla="*/ 2330806 w 6858000"/>
              <a:gd name="connsiteY101" fmla="*/ 604132 h 825498"/>
              <a:gd name="connsiteX102" fmla="*/ 2401292 w 6858000"/>
              <a:gd name="connsiteY102" fmla="*/ 604702 h 825498"/>
              <a:gd name="connsiteX103" fmla="*/ 2485307 w 6858000"/>
              <a:gd name="connsiteY103" fmla="*/ 619943 h 825498"/>
              <a:gd name="connsiteX104" fmla="*/ 2554079 w 6858000"/>
              <a:gd name="connsiteY104" fmla="*/ 642232 h 825498"/>
              <a:gd name="connsiteX105" fmla="*/ 2649143 w 6858000"/>
              <a:gd name="connsiteY105" fmla="*/ 659949 h 825498"/>
              <a:gd name="connsiteX106" fmla="*/ 2743826 w 6858000"/>
              <a:gd name="connsiteY106" fmla="*/ 694050 h 825498"/>
              <a:gd name="connsiteX107" fmla="*/ 2809930 w 6858000"/>
              <a:gd name="connsiteY107" fmla="*/ 720149 h 825498"/>
              <a:gd name="connsiteX108" fmla="*/ 2901943 w 6858000"/>
              <a:gd name="connsiteY108" fmla="*/ 743200 h 825498"/>
              <a:gd name="connsiteX109" fmla="*/ 3042728 w 6858000"/>
              <a:gd name="connsiteY109" fmla="*/ 759392 h 825498"/>
              <a:gd name="connsiteX110" fmla="*/ 3107500 w 6858000"/>
              <a:gd name="connsiteY110" fmla="*/ 761108 h 825498"/>
              <a:gd name="connsiteX111" fmla="*/ 3209993 w 6858000"/>
              <a:gd name="connsiteY111" fmla="*/ 799018 h 825498"/>
              <a:gd name="connsiteX112" fmla="*/ 3253809 w 6858000"/>
              <a:gd name="connsiteY112" fmla="*/ 817306 h 825498"/>
              <a:gd name="connsiteX113" fmla="*/ 3293244 w 6858000"/>
              <a:gd name="connsiteY113" fmla="*/ 802066 h 825498"/>
              <a:gd name="connsiteX114" fmla="*/ 3318771 w 6858000"/>
              <a:gd name="connsiteY114" fmla="*/ 784539 h 825498"/>
              <a:gd name="connsiteX115" fmla="*/ 3399546 w 6858000"/>
              <a:gd name="connsiteY115" fmla="*/ 799400 h 825498"/>
              <a:gd name="connsiteX116" fmla="*/ 3485275 w 6858000"/>
              <a:gd name="connsiteY116" fmla="*/ 815020 h 825498"/>
              <a:gd name="connsiteX117" fmla="*/ 3546617 w 6858000"/>
              <a:gd name="connsiteY117" fmla="*/ 825498 h 825498"/>
              <a:gd name="connsiteX118" fmla="*/ 3623201 w 6858000"/>
              <a:gd name="connsiteY118" fmla="*/ 817117 h 825498"/>
              <a:gd name="connsiteX119" fmla="*/ 3683591 w 6858000"/>
              <a:gd name="connsiteY119" fmla="*/ 813688 h 825498"/>
              <a:gd name="connsiteX120" fmla="*/ 3732361 w 6858000"/>
              <a:gd name="connsiteY120" fmla="*/ 803973 h 825498"/>
              <a:gd name="connsiteX121" fmla="*/ 3749506 w 6858000"/>
              <a:gd name="connsiteY121" fmla="*/ 798255 h 825498"/>
              <a:gd name="connsiteX122" fmla="*/ 3885338 w 6858000"/>
              <a:gd name="connsiteY122" fmla="*/ 753679 h 825498"/>
              <a:gd name="connsiteX123" fmla="*/ 4030503 w 6858000"/>
              <a:gd name="connsiteY123" fmla="*/ 718054 h 825498"/>
              <a:gd name="connsiteX124" fmla="*/ 4124614 w 6858000"/>
              <a:gd name="connsiteY124" fmla="*/ 740535 h 825498"/>
              <a:gd name="connsiteX125" fmla="*/ 4159667 w 6858000"/>
              <a:gd name="connsiteY125" fmla="*/ 740152 h 825498"/>
              <a:gd name="connsiteX126" fmla="*/ 4320837 w 6858000"/>
              <a:gd name="connsiteY126" fmla="*/ 745296 h 825498"/>
              <a:gd name="connsiteX127" fmla="*/ 4349222 w 6858000"/>
              <a:gd name="connsiteY127" fmla="*/ 750820 h 825498"/>
              <a:gd name="connsiteX128" fmla="*/ 4502579 w 6858000"/>
              <a:gd name="connsiteY128" fmla="*/ 728149 h 825498"/>
              <a:gd name="connsiteX129" fmla="*/ 4558207 w 6858000"/>
              <a:gd name="connsiteY129" fmla="*/ 724339 h 825498"/>
              <a:gd name="connsiteX130" fmla="*/ 4609452 w 6858000"/>
              <a:gd name="connsiteY130" fmla="*/ 718054 h 825498"/>
              <a:gd name="connsiteX131" fmla="*/ 4681083 w 6858000"/>
              <a:gd name="connsiteY131" fmla="*/ 716529 h 825498"/>
              <a:gd name="connsiteX132" fmla="*/ 4755381 w 6858000"/>
              <a:gd name="connsiteY132" fmla="*/ 719387 h 825498"/>
              <a:gd name="connsiteX133" fmla="*/ 4838250 w 6858000"/>
              <a:gd name="connsiteY133" fmla="*/ 718815 h 825498"/>
              <a:gd name="connsiteX134" fmla="*/ 4871019 w 6858000"/>
              <a:gd name="connsiteY134" fmla="*/ 713863 h 825498"/>
              <a:gd name="connsiteX135" fmla="*/ 4959602 w 6858000"/>
              <a:gd name="connsiteY135" fmla="*/ 717291 h 825498"/>
              <a:gd name="connsiteX136" fmla="*/ 5006086 w 6858000"/>
              <a:gd name="connsiteY136" fmla="*/ 711578 h 825498"/>
              <a:gd name="connsiteX137" fmla="*/ 5082670 w 6858000"/>
              <a:gd name="connsiteY137" fmla="*/ 710434 h 825498"/>
              <a:gd name="connsiteX138" fmla="*/ 5107627 w 6858000"/>
              <a:gd name="connsiteY138" fmla="*/ 709098 h 825498"/>
              <a:gd name="connsiteX139" fmla="*/ 5129916 w 6858000"/>
              <a:gd name="connsiteY139" fmla="*/ 708336 h 825498"/>
              <a:gd name="connsiteX140" fmla="*/ 5206308 w 6858000"/>
              <a:gd name="connsiteY140" fmla="*/ 723959 h 825498"/>
              <a:gd name="connsiteX141" fmla="*/ 5274129 w 6858000"/>
              <a:gd name="connsiteY141" fmla="*/ 724911 h 825498"/>
              <a:gd name="connsiteX142" fmla="*/ 5393005 w 6858000"/>
              <a:gd name="connsiteY142" fmla="*/ 737485 h 825498"/>
              <a:gd name="connsiteX143" fmla="*/ 5419295 w 6858000"/>
              <a:gd name="connsiteY143" fmla="*/ 733103 h 825498"/>
              <a:gd name="connsiteX144" fmla="*/ 5501594 w 6858000"/>
              <a:gd name="connsiteY144" fmla="*/ 731389 h 825498"/>
              <a:gd name="connsiteX145" fmla="*/ 5548460 w 6858000"/>
              <a:gd name="connsiteY145" fmla="*/ 730056 h 825498"/>
              <a:gd name="connsiteX146" fmla="*/ 5606372 w 6858000"/>
              <a:gd name="connsiteY146" fmla="*/ 739199 h 825498"/>
              <a:gd name="connsiteX147" fmla="*/ 5706959 w 6858000"/>
              <a:gd name="connsiteY147" fmla="*/ 758630 h 825498"/>
              <a:gd name="connsiteX148" fmla="*/ 5733440 w 6858000"/>
              <a:gd name="connsiteY148" fmla="*/ 761678 h 825498"/>
              <a:gd name="connsiteX149" fmla="*/ 5781830 w 6858000"/>
              <a:gd name="connsiteY149" fmla="*/ 771015 h 825498"/>
              <a:gd name="connsiteX150" fmla="*/ 5790592 w 6858000"/>
              <a:gd name="connsiteY150" fmla="*/ 772730 h 825498"/>
              <a:gd name="connsiteX151" fmla="*/ 5864318 w 6858000"/>
              <a:gd name="connsiteY151" fmla="*/ 796351 h 825498"/>
              <a:gd name="connsiteX152" fmla="*/ 5902610 w 6858000"/>
              <a:gd name="connsiteY152" fmla="*/ 798255 h 825498"/>
              <a:gd name="connsiteX153" fmla="*/ 6012723 w 6858000"/>
              <a:gd name="connsiteY153" fmla="*/ 798447 h 825498"/>
              <a:gd name="connsiteX154" fmla="*/ 6059397 w 6858000"/>
              <a:gd name="connsiteY154" fmla="*/ 794827 h 825498"/>
              <a:gd name="connsiteX155" fmla="*/ 6171605 w 6858000"/>
              <a:gd name="connsiteY155" fmla="*/ 780921 h 825498"/>
              <a:gd name="connsiteX156" fmla="*/ 6242093 w 6858000"/>
              <a:gd name="connsiteY156" fmla="*/ 774063 h 825498"/>
              <a:gd name="connsiteX157" fmla="*/ 6323058 w 6858000"/>
              <a:gd name="connsiteY157" fmla="*/ 763202 h 825498"/>
              <a:gd name="connsiteX158" fmla="*/ 6415833 w 6858000"/>
              <a:gd name="connsiteY158" fmla="*/ 756344 h 825498"/>
              <a:gd name="connsiteX159" fmla="*/ 6584812 w 6858000"/>
              <a:gd name="connsiteY159" fmla="*/ 735580 h 825498"/>
              <a:gd name="connsiteX160" fmla="*/ 6748458 w 6858000"/>
              <a:gd name="connsiteY160" fmla="*/ 714053 h 825498"/>
              <a:gd name="connsiteX161" fmla="*/ 6815516 w 6858000"/>
              <a:gd name="connsiteY161" fmla="*/ 695002 h 825498"/>
              <a:gd name="connsiteX162" fmla="*/ 6858000 w 6858000"/>
              <a:gd name="connsiteY162" fmla="*/ 685303 h 825498"/>
              <a:gd name="connsiteX163" fmla="*/ 6858000 w 6858000"/>
              <a:gd name="connsiteY163" fmla="*/ 0 h 825498"/>
              <a:gd name="connsiteX164" fmla="*/ 1687324 w 6858000"/>
              <a:gd name="connsiteY164" fmla="*/ 0 h 825498"/>
              <a:gd name="connsiteX165" fmla="*/ 1 w 6858000"/>
              <a:gd name="connsiteY165" fmla="*/ 0 h 825498"/>
              <a:gd name="connsiteX166" fmla="*/ 1 w 6858000"/>
              <a:gd name="connsiteY166" fmla="*/ 19988 h 825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Lst>
            <a:rect l="l" t="t" r="r" b="b"/>
            <a:pathLst>
              <a:path w="6858000" h="825498">
                <a:moveTo>
                  <a:pt x="6742558" y="499736"/>
                </a:moveTo>
                <a:lnTo>
                  <a:pt x="6812057" y="519211"/>
                </a:lnTo>
                <a:lnTo>
                  <a:pt x="6776799" y="514438"/>
                </a:lnTo>
                <a:close/>
                <a:moveTo>
                  <a:pt x="6625227" y="507591"/>
                </a:moveTo>
                <a:lnTo>
                  <a:pt x="6662536" y="500498"/>
                </a:lnTo>
                <a:lnTo>
                  <a:pt x="6645552" y="507580"/>
                </a:lnTo>
                <a:close/>
                <a:moveTo>
                  <a:pt x="6513012" y="515082"/>
                </a:moveTo>
                <a:lnTo>
                  <a:pt x="6546191" y="496279"/>
                </a:lnTo>
                <a:lnTo>
                  <a:pt x="6521803" y="512615"/>
                </a:lnTo>
                <a:close/>
                <a:moveTo>
                  <a:pt x="5935958" y="643374"/>
                </a:moveTo>
                <a:lnTo>
                  <a:pt x="5993267" y="639757"/>
                </a:lnTo>
                <a:lnTo>
                  <a:pt x="5964477" y="643207"/>
                </a:lnTo>
                <a:close/>
                <a:moveTo>
                  <a:pt x="5883762" y="625473"/>
                </a:moveTo>
                <a:lnTo>
                  <a:pt x="5935941" y="643372"/>
                </a:lnTo>
                <a:lnTo>
                  <a:pt x="5909350" y="636492"/>
                </a:lnTo>
                <a:close/>
                <a:moveTo>
                  <a:pt x="5507674" y="462345"/>
                </a:moveTo>
                <a:lnTo>
                  <a:pt x="5531687" y="451730"/>
                </a:lnTo>
                <a:lnTo>
                  <a:pt x="5520422" y="460125"/>
                </a:lnTo>
                <a:close/>
                <a:moveTo>
                  <a:pt x="5308185" y="440592"/>
                </a:moveTo>
                <a:lnTo>
                  <a:pt x="5312288" y="438109"/>
                </a:lnTo>
                <a:lnTo>
                  <a:pt x="5317382" y="437516"/>
                </a:lnTo>
                <a:close/>
                <a:moveTo>
                  <a:pt x="5087451" y="476086"/>
                </a:moveTo>
                <a:lnTo>
                  <a:pt x="5133209" y="489108"/>
                </a:lnTo>
                <a:lnTo>
                  <a:pt x="5102460" y="481967"/>
                </a:lnTo>
                <a:close/>
                <a:moveTo>
                  <a:pt x="5041538" y="462968"/>
                </a:moveTo>
                <a:lnTo>
                  <a:pt x="5064790" y="467587"/>
                </a:lnTo>
                <a:lnTo>
                  <a:pt x="5070579" y="469759"/>
                </a:lnTo>
                <a:close/>
                <a:moveTo>
                  <a:pt x="4957458" y="419205"/>
                </a:moveTo>
                <a:lnTo>
                  <a:pt x="4961456" y="420481"/>
                </a:lnTo>
                <a:lnTo>
                  <a:pt x="4987033" y="436483"/>
                </a:lnTo>
                <a:close/>
                <a:moveTo>
                  <a:pt x="4863344" y="407230"/>
                </a:moveTo>
                <a:lnTo>
                  <a:pt x="4889270" y="414757"/>
                </a:lnTo>
                <a:lnTo>
                  <a:pt x="4867614" y="409980"/>
                </a:lnTo>
                <a:lnTo>
                  <a:pt x="4866598" y="409326"/>
                </a:lnTo>
                <a:close/>
                <a:moveTo>
                  <a:pt x="3962162" y="411409"/>
                </a:moveTo>
                <a:lnTo>
                  <a:pt x="4043830" y="395719"/>
                </a:lnTo>
                <a:lnTo>
                  <a:pt x="4002410" y="409019"/>
                </a:lnTo>
                <a:close/>
                <a:moveTo>
                  <a:pt x="2848821" y="455907"/>
                </a:moveTo>
                <a:lnTo>
                  <a:pt x="2897785" y="440313"/>
                </a:lnTo>
                <a:lnTo>
                  <a:pt x="2903542" y="439285"/>
                </a:lnTo>
                <a:close/>
                <a:moveTo>
                  <a:pt x="2785442" y="506948"/>
                </a:moveTo>
                <a:lnTo>
                  <a:pt x="2811779" y="496871"/>
                </a:lnTo>
                <a:lnTo>
                  <a:pt x="2793022" y="506520"/>
                </a:lnTo>
                <a:close/>
                <a:moveTo>
                  <a:pt x="2745376" y="501455"/>
                </a:moveTo>
                <a:lnTo>
                  <a:pt x="2778004" y="507369"/>
                </a:lnTo>
                <a:lnTo>
                  <a:pt x="2770757" y="507779"/>
                </a:lnTo>
                <a:close/>
                <a:moveTo>
                  <a:pt x="2463020" y="387977"/>
                </a:moveTo>
                <a:lnTo>
                  <a:pt x="2518249" y="379338"/>
                </a:lnTo>
                <a:lnTo>
                  <a:pt x="2490551" y="385915"/>
                </a:lnTo>
                <a:close/>
                <a:moveTo>
                  <a:pt x="1933219" y="188445"/>
                </a:moveTo>
                <a:lnTo>
                  <a:pt x="1933220" y="188446"/>
                </a:lnTo>
                <a:cubicBezTo>
                  <a:pt x="1940460" y="196066"/>
                  <a:pt x="1949604" y="203307"/>
                  <a:pt x="1953414" y="212451"/>
                </a:cubicBezTo>
                <a:lnTo>
                  <a:pt x="1978655" y="244478"/>
                </a:lnTo>
                <a:cubicBezTo>
                  <a:pt x="1967939" y="237120"/>
                  <a:pt x="1959319" y="226833"/>
                  <a:pt x="1953413" y="212450"/>
                </a:cubicBezTo>
                <a:close/>
                <a:moveTo>
                  <a:pt x="1842158" y="82524"/>
                </a:moveTo>
                <a:lnTo>
                  <a:pt x="1842159" y="82525"/>
                </a:lnTo>
                <a:lnTo>
                  <a:pt x="1916455" y="173016"/>
                </a:lnTo>
                <a:lnTo>
                  <a:pt x="1916454" y="173015"/>
                </a:lnTo>
                <a:close/>
                <a:moveTo>
                  <a:pt x="338916" y="12999"/>
                </a:moveTo>
                <a:lnTo>
                  <a:pt x="395626" y="22894"/>
                </a:lnTo>
                <a:lnTo>
                  <a:pt x="367327" y="19086"/>
                </a:lnTo>
                <a:close/>
                <a:moveTo>
                  <a:pt x="153394" y="30626"/>
                </a:moveTo>
                <a:lnTo>
                  <a:pt x="228906" y="38895"/>
                </a:lnTo>
                <a:lnTo>
                  <a:pt x="177271" y="34439"/>
                </a:lnTo>
                <a:close/>
                <a:moveTo>
                  <a:pt x="0" y="19988"/>
                </a:moveTo>
                <a:lnTo>
                  <a:pt x="0" y="484096"/>
                </a:lnTo>
                <a:lnTo>
                  <a:pt x="1" y="484096"/>
                </a:lnTo>
                <a:lnTo>
                  <a:pt x="1" y="484097"/>
                </a:lnTo>
                <a:lnTo>
                  <a:pt x="2817" y="482970"/>
                </a:lnTo>
                <a:cubicBezTo>
                  <a:pt x="21486" y="474588"/>
                  <a:pt x="43012" y="471921"/>
                  <a:pt x="63587" y="468871"/>
                </a:cubicBezTo>
                <a:cubicBezTo>
                  <a:pt x="101308" y="463347"/>
                  <a:pt x="139219" y="459917"/>
                  <a:pt x="176939" y="454966"/>
                </a:cubicBezTo>
                <a:cubicBezTo>
                  <a:pt x="184941" y="453821"/>
                  <a:pt x="194085" y="451728"/>
                  <a:pt x="200182" y="446963"/>
                </a:cubicBezTo>
                <a:cubicBezTo>
                  <a:pt x="241901" y="414958"/>
                  <a:pt x="292579" y="406005"/>
                  <a:pt x="340774" y="409051"/>
                </a:cubicBezTo>
                <a:cubicBezTo>
                  <a:pt x="378686" y="411340"/>
                  <a:pt x="415835" y="413054"/>
                  <a:pt x="453364" y="409816"/>
                </a:cubicBezTo>
                <a:cubicBezTo>
                  <a:pt x="456222" y="409624"/>
                  <a:pt x="460032" y="410006"/>
                  <a:pt x="462126" y="411530"/>
                </a:cubicBezTo>
                <a:cubicBezTo>
                  <a:pt x="475081" y="421626"/>
                  <a:pt x="488607" y="422388"/>
                  <a:pt x="505182" y="424102"/>
                </a:cubicBezTo>
                <a:cubicBezTo>
                  <a:pt x="528615" y="426580"/>
                  <a:pt x="550141" y="424864"/>
                  <a:pt x="571860" y="420674"/>
                </a:cubicBezTo>
                <a:cubicBezTo>
                  <a:pt x="587672" y="417626"/>
                  <a:pt x="603673" y="411340"/>
                  <a:pt x="617772" y="403337"/>
                </a:cubicBezTo>
                <a:cubicBezTo>
                  <a:pt x="637392" y="392097"/>
                  <a:pt x="656255" y="387717"/>
                  <a:pt x="674923" y="402575"/>
                </a:cubicBezTo>
                <a:cubicBezTo>
                  <a:pt x="695116" y="418388"/>
                  <a:pt x="717977" y="412864"/>
                  <a:pt x="740268" y="413434"/>
                </a:cubicBezTo>
                <a:cubicBezTo>
                  <a:pt x="749982" y="413626"/>
                  <a:pt x="760270" y="413244"/>
                  <a:pt x="769605" y="415720"/>
                </a:cubicBezTo>
                <a:cubicBezTo>
                  <a:pt x="796655" y="422770"/>
                  <a:pt x="822756" y="433438"/>
                  <a:pt x="850189" y="438200"/>
                </a:cubicBezTo>
                <a:cubicBezTo>
                  <a:pt x="865430" y="440867"/>
                  <a:pt x="882384" y="436104"/>
                  <a:pt x="898198" y="432676"/>
                </a:cubicBezTo>
                <a:cubicBezTo>
                  <a:pt x="914200" y="429056"/>
                  <a:pt x="930011" y="423532"/>
                  <a:pt x="945444" y="417816"/>
                </a:cubicBezTo>
                <a:cubicBezTo>
                  <a:pt x="955920" y="414006"/>
                  <a:pt x="967350" y="410386"/>
                  <a:pt x="975733" y="403527"/>
                </a:cubicBezTo>
                <a:cubicBezTo>
                  <a:pt x="994785" y="387907"/>
                  <a:pt x="1014406" y="385239"/>
                  <a:pt x="1036887" y="393431"/>
                </a:cubicBezTo>
                <a:cubicBezTo>
                  <a:pt x="1040315" y="394765"/>
                  <a:pt x="1044315" y="394765"/>
                  <a:pt x="1048125" y="394955"/>
                </a:cubicBezTo>
                <a:cubicBezTo>
                  <a:pt x="1109091" y="398955"/>
                  <a:pt x="1170051" y="401433"/>
                  <a:pt x="1230633" y="407529"/>
                </a:cubicBezTo>
                <a:cubicBezTo>
                  <a:pt x="1255206" y="410006"/>
                  <a:pt x="1278829" y="420864"/>
                  <a:pt x="1303024" y="427722"/>
                </a:cubicBezTo>
                <a:cubicBezTo>
                  <a:pt x="1307978" y="429056"/>
                  <a:pt x="1313504" y="431152"/>
                  <a:pt x="1318456" y="430198"/>
                </a:cubicBezTo>
                <a:cubicBezTo>
                  <a:pt x="1372368" y="420674"/>
                  <a:pt x="1422854" y="434580"/>
                  <a:pt x="1472575" y="452870"/>
                </a:cubicBezTo>
                <a:cubicBezTo>
                  <a:pt x="1477717" y="454775"/>
                  <a:pt x="1484004" y="454203"/>
                  <a:pt x="1489720" y="453821"/>
                </a:cubicBezTo>
                <a:cubicBezTo>
                  <a:pt x="1505724" y="452489"/>
                  <a:pt x="1523059" y="445821"/>
                  <a:pt x="1537537" y="449821"/>
                </a:cubicBezTo>
                <a:cubicBezTo>
                  <a:pt x="1576019" y="460871"/>
                  <a:pt x="1614120" y="474206"/>
                  <a:pt x="1650317" y="490970"/>
                </a:cubicBezTo>
                <a:cubicBezTo>
                  <a:pt x="1687086" y="507925"/>
                  <a:pt x="1721185" y="522213"/>
                  <a:pt x="1763287" y="505069"/>
                </a:cubicBezTo>
                <a:cubicBezTo>
                  <a:pt x="1781194" y="497828"/>
                  <a:pt x="1804816" y="502973"/>
                  <a:pt x="1825393" y="504877"/>
                </a:cubicBezTo>
                <a:cubicBezTo>
                  <a:pt x="1840441" y="506402"/>
                  <a:pt x="1854920" y="514975"/>
                  <a:pt x="1869780" y="514975"/>
                </a:cubicBezTo>
                <a:cubicBezTo>
                  <a:pt x="1909408" y="514975"/>
                  <a:pt x="1944649" y="525071"/>
                  <a:pt x="1978940" y="545646"/>
                </a:cubicBezTo>
                <a:cubicBezTo>
                  <a:pt x="1992279" y="553646"/>
                  <a:pt x="2013043" y="548312"/>
                  <a:pt x="2030378" y="550408"/>
                </a:cubicBezTo>
                <a:cubicBezTo>
                  <a:pt x="2048668" y="552885"/>
                  <a:pt x="2067525" y="555170"/>
                  <a:pt x="2085054" y="560697"/>
                </a:cubicBezTo>
                <a:cubicBezTo>
                  <a:pt x="2130393" y="575175"/>
                  <a:pt x="2175163" y="591558"/>
                  <a:pt x="2220312" y="606798"/>
                </a:cubicBezTo>
                <a:cubicBezTo>
                  <a:pt x="2257459" y="619373"/>
                  <a:pt x="2294039" y="609466"/>
                  <a:pt x="2330806" y="604132"/>
                </a:cubicBezTo>
                <a:cubicBezTo>
                  <a:pt x="2353859" y="600702"/>
                  <a:pt x="2375383" y="592510"/>
                  <a:pt x="2401292" y="604702"/>
                </a:cubicBezTo>
                <a:cubicBezTo>
                  <a:pt x="2426059" y="616325"/>
                  <a:pt x="2457492" y="613656"/>
                  <a:pt x="2485307" y="619943"/>
                </a:cubicBezTo>
                <a:cubicBezTo>
                  <a:pt x="2508742" y="625277"/>
                  <a:pt x="2531409" y="633851"/>
                  <a:pt x="2554079" y="642232"/>
                </a:cubicBezTo>
                <a:cubicBezTo>
                  <a:pt x="2584942" y="653663"/>
                  <a:pt x="2615421" y="665663"/>
                  <a:pt x="2649143" y="659949"/>
                </a:cubicBezTo>
                <a:cubicBezTo>
                  <a:pt x="2687436" y="653471"/>
                  <a:pt x="2713723" y="677855"/>
                  <a:pt x="2743826" y="694050"/>
                </a:cubicBezTo>
                <a:cubicBezTo>
                  <a:pt x="2764590" y="705098"/>
                  <a:pt x="2787259" y="713291"/>
                  <a:pt x="2809930" y="720149"/>
                </a:cubicBezTo>
                <a:cubicBezTo>
                  <a:pt x="2840219" y="729103"/>
                  <a:pt x="2871462" y="734438"/>
                  <a:pt x="2901943" y="743200"/>
                </a:cubicBezTo>
                <a:cubicBezTo>
                  <a:pt x="2948047" y="756344"/>
                  <a:pt x="2994722" y="766632"/>
                  <a:pt x="3042728" y="759392"/>
                </a:cubicBezTo>
                <a:cubicBezTo>
                  <a:pt x="3064827" y="756154"/>
                  <a:pt x="3085403" y="756344"/>
                  <a:pt x="3107500" y="761108"/>
                </a:cubicBezTo>
                <a:cubicBezTo>
                  <a:pt x="3143695" y="768919"/>
                  <a:pt x="3180844" y="769871"/>
                  <a:pt x="3209993" y="799018"/>
                </a:cubicBezTo>
                <a:cubicBezTo>
                  <a:pt x="3220280" y="809306"/>
                  <a:pt x="3238758" y="811972"/>
                  <a:pt x="3253809" y="817306"/>
                </a:cubicBezTo>
                <a:cubicBezTo>
                  <a:pt x="3271145" y="823595"/>
                  <a:pt x="3283908" y="820355"/>
                  <a:pt x="3293244" y="802066"/>
                </a:cubicBezTo>
                <a:cubicBezTo>
                  <a:pt x="3297434" y="793875"/>
                  <a:pt x="3309437" y="785874"/>
                  <a:pt x="3318771" y="784539"/>
                </a:cubicBezTo>
                <a:cubicBezTo>
                  <a:pt x="3346776" y="780539"/>
                  <a:pt x="3372495" y="786445"/>
                  <a:pt x="3399546" y="799400"/>
                </a:cubicBezTo>
                <a:cubicBezTo>
                  <a:pt x="3424883" y="811593"/>
                  <a:pt x="3456508" y="810258"/>
                  <a:pt x="3485275" y="815020"/>
                </a:cubicBezTo>
                <a:cubicBezTo>
                  <a:pt x="3505657" y="818450"/>
                  <a:pt x="3526042" y="825498"/>
                  <a:pt x="3546617" y="825498"/>
                </a:cubicBezTo>
                <a:cubicBezTo>
                  <a:pt x="3572146" y="825498"/>
                  <a:pt x="3597482" y="819402"/>
                  <a:pt x="3623201" y="817117"/>
                </a:cubicBezTo>
                <a:cubicBezTo>
                  <a:pt x="3643204" y="815212"/>
                  <a:pt x="3663589" y="815975"/>
                  <a:pt x="3683591" y="813688"/>
                </a:cubicBezTo>
                <a:cubicBezTo>
                  <a:pt x="3699976" y="811972"/>
                  <a:pt x="3716168" y="807592"/>
                  <a:pt x="3732361" y="803973"/>
                </a:cubicBezTo>
                <a:cubicBezTo>
                  <a:pt x="3738267" y="802638"/>
                  <a:pt x="3744173" y="797493"/>
                  <a:pt x="3749506" y="798255"/>
                </a:cubicBezTo>
                <a:cubicBezTo>
                  <a:pt x="3802467" y="806448"/>
                  <a:pt x="3840569" y="769871"/>
                  <a:pt x="3885338" y="753679"/>
                </a:cubicBezTo>
                <a:cubicBezTo>
                  <a:pt x="3932394" y="736531"/>
                  <a:pt x="3977925" y="710243"/>
                  <a:pt x="4030503" y="718054"/>
                </a:cubicBezTo>
                <a:cubicBezTo>
                  <a:pt x="4062318" y="722815"/>
                  <a:pt x="4092989" y="733865"/>
                  <a:pt x="4124614" y="740535"/>
                </a:cubicBezTo>
                <a:cubicBezTo>
                  <a:pt x="4135854" y="742820"/>
                  <a:pt x="4148427" y="742438"/>
                  <a:pt x="4159667" y="740152"/>
                </a:cubicBezTo>
                <a:cubicBezTo>
                  <a:pt x="4213961" y="729673"/>
                  <a:pt x="4267493" y="728149"/>
                  <a:pt x="4320837" y="745296"/>
                </a:cubicBezTo>
                <a:cubicBezTo>
                  <a:pt x="4329979" y="748155"/>
                  <a:pt x="4339695" y="750820"/>
                  <a:pt x="4349222" y="750820"/>
                </a:cubicBezTo>
                <a:cubicBezTo>
                  <a:pt x="4401419" y="750820"/>
                  <a:pt x="4452665" y="746820"/>
                  <a:pt x="4502579" y="728149"/>
                </a:cubicBezTo>
                <a:cubicBezTo>
                  <a:pt x="4519343" y="721863"/>
                  <a:pt x="4539728" y="725863"/>
                  <a:pt x="4558207" y="724339"/>
                </a:cubicBezTo>
                <a:cubicBezTo>
                  <a:pt x="4575351" y="723007"/>
                  <a:pt x="4592878" y="722436"/>
                  <a:pt x="4609452" y="718054"/>
                </a:cubicBezTo>
                <a:cubicBezTo>
                  <a:pt x="4633647" y="711578"/>
                  <a:pt x="4656126" y="710815"/>
                  <a:pt x="4681083" y="716529"/>
                </a:cubicBezTo>
                <a:cubicBezTo>
                  <a:pt x="4704895" y="721863"/>
                  <a:pt x="4730614" y="719198"/>
                  <a:pt x="4755381" y="719387"/>
                </a:cubicBezTo>
                <a:cubicBezTo>
                  <a:pt x="4783004" y="719577"/>
                  <a:pt x="4810627" y="719767"/>
                  <a:pt x="4838250" y="718815"/>
                </a:cubicBezTo>
                <a:cubicBezTo>
                  <a:pt x="4849300" y="718435"/>
                  <a:pt x="4861873" y="710815"/>
                  <a:pt x="4871019" y="713863"/>
                </a:cubicBezTo>
                <a:cubicBezTo>
                  <a:pt x="4900546" y="724149"/>
                  <a:pt x="4930075" y="711767"/>
                  <a:pt x="4959602" y="717291"/>
                </a:cubicBezTo>
                <a:cubicBezTo>
                  <a:pt x="4974082" y="720149"/>
                  <a:pt x="4990465" y="712339"/>
                  <a:pt x="5006086" y="711578"/>
                </a:cubicBezTo>
                <a:cubicBezTo>
                  <a:pt x="5031614" y="710243"/>
                  <a:pt x="5057141" y="710815"/>
                  <a:pt x="5082670" y="710434"/>
                </a:cubicBezTo>
                <a:cubicBezTo>
                  <a:pt x="5091052" y="710243"/>
                  <a:pt x="5099245" y="709481"/>
                  <a:pt x="5107627" y="709098"/>
                </a:cubicBezTo>
                <a:cubicBezTo>
                  <a:pt x="5115057" y="708718"/>
                  <a:pt x="5122867" y="707004"/>
                  <a:pt x="5129916" y="708336"/>
                </a:cubicBezTo>
                <a:cubicBezTo>
                  <a:pt x="5155445" y="713101"/>
                  <a:pt x="5180591" y="720911"/>
                  <a:pt x="5206308" y="723959"/>
                </a:cubicBezTo>
                <a:cubicBezTo>
                  <a:pt x="5228597" y="726625"/>
                  <a:pt x="5251650" y="723007"/>
                  <a:pt x="5274129" y="724911"/>
                </a:cubicBezTo>
                <a:cubicBezTo>
                  <a:pt x="5313754" y="728149"/>
                  <a:pt x="5353379" y="733865"/>
                  <a:pt x="5393005" y="737485"/>
                </a:cubicBezTo>
                <a:cubicBezTo>
                  <a:pt x="5401579" y="738247"/>
                  <a:pt x="5410531" y="733483"/>
                  <a:pt x="5419295" y="733103"/>
                </a:cubicBezTo>
                <a:cubicBezTo>
                  <a:pt x="5446728" y="732151"/>
                  <a:pt x="5474161" y="731959"/>
                  <a:pt x="5501594" y="731389"/>
                </a:cubicBezTo>
                <a:cubicBezTo>
                  <a:pt x="5517215" y="731198"/>
                  <a:pt x="5533027" y="731769"/>
                  <a:pt x="5548460" y="730056"/>
                </a:cubicBezTo>
                <a:cubicBezTo>
                  <a:pt x="5568842" y="727769"/>
                  <a:pt x="5587321" y="724339"/>
                  <a:pt x="5606372" y="739199"/>
                </a:cubicBezTo>
                <a:cubicBezTo>
                  <a:pt x="5635711" y="762250"/>
                  <a:pt x="5673050" y="753296"/>
                  <a:pt x="5706959" y="758630"/>
                </a:cubicBezTo>
                <a:cubicBezTo>
                  <a:pt x="5715723" y="759964"/>
                  <a:pt x="5724678" y="760155"/>
                  <a:pt x="5733440" y="761678"/>
                </a:cubicBezTo>
                <a:cubicBezTo>
                  <a:pt x="5749634" y="764537"/>
                  <a:pt x="5765635" y="767774"/>
                  <a:pt x="5781830" y="771015"/>
                </a:cubicBezTo>
                <a:cubicBezTo>
                  <a:pt x="5784686" y="771585"/>
                  <a:pt x="5787924" y="771777"/>
                  <a:pt x="5790592" y="772730"/>
                </a:cubicBezTo>
                <a:cubicBezTo>
                  <a:pt x="5815169" y="780729"/>
                  <a:pt x="5839361" y="789873"/>
                  <a:pt x="5864318" y="796351"/>
                </a:cubicBezTo>
                <a:cubicBezTo>
                  <a:pt x="5876511" y="799591"/>
                  <a:pt x="5890037" y="799972"/>
                  <a:pt x="5902610" y="798255"/>
                </a:cubicBezTo>
                <a:cubicBezTo>
                  <a:pt x="5939377" y="793303"/>
                  <a:pt x="5975764" y="791207"/>
                  <a:pt x="6012723" y="798447"/>
                </a:cubicBezTo>
                <a:cubicBezTo>
                  <a:pt x="6027392" y="801304"/>
                  <a:pt x="6043776" y="796541"/>
                  <a:pt x="6059397" y="794827"/>
                </a:cubicBezTo>
                <a:cubicBezTo>
                  <a:pt x="6096736" y="790256"/>
                  <a:pt x="6134075" y="785301"/>
                  <a:pt x="6171605" y="780921"/>
                </a:cubicBezTo>
                <a:cubicBezTo>
                  <a:pt x="6195037" y="778254"/>
                  <a:pt x="6218660" y="776729"/>
                  <a:pt x="6242093" y="774063"/>
                </a:cubicBezTo>
                <a:cubicBezTo>
                  <a:pt x="6269144" y="770823"/>
                  <a:pt x="6296005" y="765870"/>
                  <a:pt x="6323058" y="763202"/>
                </a:cubicBezTo>
                <a:cubicBezTo>
                  <a:pt x="6353919" y="760155"/>
                  <a:pt x="6384972" y="759584"/>
                  <a:pt x="6415833" y="756344"/>
                </a:cubicBezTo>
                <a:cubicBezTo>
                  <a:pt x="6472225" y="750058"/>
                  <a:pt x="6528424" y="742628"/>
                  <a:pt x="6584812" y="735580"/>
                </a:cubicBezTo>
                <a:cubicBezTo>
                  <a:pt x="6639488" y="728721"/>
                  <a:pt x="6694164" y="722625"/>
                  <a:pt x="6748458" y="714053"/>
                </a:cubicBezTo>
                <a:cubicBezTo>
                  <a:pt x="6771319" y="710434"/>
                  <a:pt x="6793035" y="700526"/>
                  <a:pt x="6815516" y="695002"/>
                </a:cubicBezTo>
                <a:lnTo>
                  <a:pt x="6858000" y="685303"/>
                </a:lnTo>
                <a:lnTo>
                  <a:pt x="6858000" y="0"/>
                </a:lnTo>
                <a:lnTo>
                  <a:pt x="1687324" y="0"/>
                </a:lnTo>
                <a:lnTo>
                  <a:pt x="1" y="0"/>
                </a:lnTo>
                <a:lnTo>
                  <a:pt x="1" y="19988"/>
                </a:ln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1" name="Group 10">
            <a:extLst>
              <a:ext uri="{FF2B5EF4-FFF2-40B4-BE49-F238E27FC236}">
                <a16:creationId xmlns:a16="http://schemas.microsoft.com/office/drawing/2014/main" id="{DF61C745-3976-47FD-A104-DCEC473D2FB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56" y="1"/>
            <a:ext cx="835935" cy="6858000"/>
            <a:chOff x="-456" y="1"/>
            <a:chExt cx="835935" cy="6858000"/>
          </a:xfrm>
          <a:effectLst>
            <a:outerShdw blurRad="381000" dist="152400" algn="ctr" rotWithShape="0">
              <a:srgbClr val="000000">
                <a:alpha val="10000"/>
              </a:srgbClr>
            </a:outerShdw>
          </a:effectLst>
        </p:grpSpPr>
        <p:sp>
          <p:nvSpPr>
            <p:cNvPr id="12" name="Freeform: Shape 11">
              <a:extLst>
                <a:ext uri="{FF2B5EF4-FFF2-40B4-BE49-F238E27FC236}">
                  <a16:creationId xmlns:a16="http://schemas.microsoft.com/office/drawing/2014/main" id="{64DC97B5-FBD7-49C1-B160-A5F0DAB52E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3011260" y="3011261"/>
              <a:ext cx="6858000" cy="835479"/>
            </a:xfrm>
            <a:custGeom>
              <a:avLst/>
              <a:gdLst>
                <a:gd name="connsiteX0" fmla="*/ 6564619 w 6858000"/>
                <a:gd name="connsiteY0" fmla="*/ 468946 h 835479"/>
                <a:gd name="connsiteX1" fmla="*/ 6564620 w 6858000"/>
                <a:gd name="connsiteY1" fmla="*/ 468946 h 835479"/>
                <a:gd name="connsiteX2" fmla="*/ 6588625 w 6858000"/>
                <a:gd name="connsiteY2" fmla="*/ 491425 h 835479"/>
                <a:gd name="connsiteX3" fmla="*/ 6625224 w 6858000"/>
                <a:gd name="connsiteY3" fmla="*/ 508047 h 835479"/>
                <a:gd name="connsiteX4" fmla="*/ 6662539 w 6858000"/>
                <a:gd name="connsiteY4" fmla="*/ 500953 h 835479"/>
                <a:gd name="connsiteX5" fmla="*/ 6662540 w 6858000"/>
                <a:gd name="connsiteY5" fmla="*/ 500952 h 835479"/>
                <a:gd name="connsiteX6" fmla="*/ 6662543 w 6858000"/>
                <a:gd name="connsiteY6" fmla="*/ 500951 h 835479"/>
                <a:gd name="connsiteX7" fmla="*/ 6683026 w 6858000"/>
                <a:gd name="connsiteY7" fmla="*/ 489501 h 835479"/>
                <a:gd name="connsiteX8" fmla="*/ 6702975 w 6858000"/>
                <a:gd name="connsiteY8" fmla="*/ 486354 h 835479"/>
                <a:gd name="connsiteX9" fmla="*/ 6702976 w 6858000"/>
                <a:gd name="connsiteY9" fmla="*/ 486354 h 835479"/>
                <a:gd name="connsiteX10" fmla="*/ 6742552 w 6858000"/>
                <a:gd name="connsiteY10" fmla="*/ 500190 h 835479"/>
                <a:gd name="connsiteX11" fmla="*/ 6742554 w 6858000"/>
                <a:gd name="connsiteY11" fmla="*/ 500191 h 835479"/>
                <a:gd name="connsiteX12" fmla="*/ 6812061 w 6858000"/>
                <a:gd name="connsiteY12" fmla="*/ 519668 h 835479"/>
                <a:gd name="connsiteX13" fmla="*/ 6776799 w 6858000"/>
                <a:gd name="connsiteY13" fmla="*/ 514894 h 835479"/>
                <a:gd name="connsiteX14" fmla="*/ 6742554 w 6858000"/>
                <a:gd name="connsiteY14" fmla="*/ 500191 h 835479"/>
                <a:gd name="connsiteX15" fmla="*/ 6742551 w 6858000"/>
                <a:gd name="connsiteY15" fmla="*/ 500190 h 835479"/>
                <a:gd name="connsiteX16" fmla="*/ 6702975 w 6858000"/>
                <a:gd name="connsiteY16" fmla="*/ 486354 h 835479"/>
                <a:gd name="connsiteX17" fmla="*/ 6662543 w 6858000"/>
                <a:gd name="connsiteY17" fmla="*/ 500951 h 835479"/>
                <a:gd name="connsiteX18" fmla="*/ 6662541 w 6858000"/>
                <a:gd name="connsiteY18" fmla="*/ 500952 h 835479"/>
                <a:gd name="connsiteX19" fmla="*/ 6662539 w 6858000"/>
                <a:gd name="connsiteY19" fmla="*/ 500953 h 835479"/>
                <a:gd name="connsiteX20" fmla="*/ 6645551 w 6858000"/>
                <a:gd name="connsiteY20" fmla="*/ 508036 h 835479"/>
                <a:gd name="connsiteX21" fmla="*/ 6625224 w 6858000"/>
                <a:gd name="connsiteY21" fmla="*/ 508047 h 835479"/>
                <a:gd name="connsiteX22" fmla="*/ 6625223 w 6858000"/>
                <a:gd name="connsiteY22" fmla="*/ 508047 h 835479"/>
                <a:gd name="connsiteX23" fmla="*/ 6588624 w 6858000"/>
                <a:gd name="connsiteY23" fmla="*/ 491425 h 835479"/>
                <a:gd name="connsiteX24" fmla="*/ 6438980 w 6858000"/>
                <a:gd name="connsiteY24" fmla="*/ 549267 h 835479"/>
                <a:gd name="connsiteX25" fmla="*/ 6463839 w 6858000"/>
                <a:gd name="connsiteY25" fmla="*/ 529336 h 835479"/>
                <a:gd name="connsiteX26" fmla="*/ 6463848 w 6858000"/>
                <a:gd name="connsiteY26" fmla="*/ 529334 h 835479"/>
                <a:gd name="connsiteX27" fmla="*/ 6513011 w 6858000"/>
                <a:gd name="connsiteY27" fmla="*/ 515538 h 835479"/>
                <a:gd name="connsiteX28" fmla="*/ 6546193 w 6858000"/>
                <a:gd name="connsiteY28" fmla="*/ 496733 h 835479"/>
                <a:gd name="connsiteX29" fmla="*/ 6546194 w 6858000"/>
                <a:gd name="connsiteY29" fmla="*/ 496733 h 835479"/>
                <a:gd name="connsiteX30" fmla="*/ 6521803 w 6858000"/>
                <a:gd name="connsiteY30" fmla="*/ 513071 h 835479"/>
                <a:gd name="connsiteX31" fmla="*/ 6513011 w 6858000"/>
                <a:gd name="connsiteY31" fmla="*/ 515538 h 835479"/>
                <a:gd name="connsiteX32" fmla="*/ 6508051 w 6858000"/>
                <a:gd name="connsiteY32" fmla="*/ 518349 h 835479"/>
                <a:gd name="connsiteX33" fmla="*/ 6463848 w 6858000"/>
                <a:gd name="connsiteY33" fmla="*/ 529334 h 835479"/>
                <a:gd name="connsiteX34" fmla="*/ 6463840 w 6858000"/>
                <a:gd name="connsiteY34" fmla="*/ 529336 h 835479"/>
                <a:gd name="connsiteX35" fmla="*/ 6438980 w 6858000"/>
                <a:gd name="connsiteY35" fmla="*/ 549267 h 835479"/>
                <a:gd name="connsiteX36" fmla="*/ 6365203 w 6858000"/>
                <a:gd name="connsiteY36" fmla="*/ 635242 h 835479"/>
                <a:gd name="connsiteX37" fmla="*/ 6387909 w 6858000"/>
                <a:gd name="connsiteY37" fmla="*/ 633959 h 835479"/>
                <a:gd name="connsiteX38" fmla="*/ 6391548 w 6858000"/>
                <a:gd name="connsiteY38" fmla="*/ 632195 h 835479"/>
                <a:gd name="connsiteX39" fmla="*/ 6407331 w 6858000"/>
                <a:gd name="connsiteY39" fmla="*/ 624541 h 835479"/>
                <a:gd name="connsiteX40" fmla="*/ 6407332 w 6858000"/>
                <a:gd name="connsiteY40" fmla="*/ 624541 h 835479"/>
                <a:gd name="connsiteX41" fmla="*/ 6391548 w 6858000"/>
                <a:gd name="connsiteY41" fmla="*/ 632195 h 835479"/>
                <a:gd name="connsiteX42" fmla="*/ 6387909 w 6858000"/>
                <a:gd name="connsiteY42" fmla="*/ 633961 h 835479"/>
                <a:gd name="connsiteX43" fmla="*/ 4221390 w 6858000"/>
                <a:gd name="connsiteY43" fmla="*/ 396172 h 835479"/>
                <a:gd name="connsiteX44" fmla="*/ 4221391 w 6858000"/>
                <a:gd name="connsiteY44" fmla="*/ 396172 h 835479"/>
                <a:gd name="connsiteX45" fmla="*/ 4253014 w 6858000"/>
                <a:gd name="connsiteY45" fmla="*/ 401888 h 835479"/>
                <a:gd name="connsiteX46" fmla="*/ 4324645 w 6858000"/>
                <a:gd name="connsiteY46" fmla="*/ 441704 h 835479"/>
                <a:gd name="connsiteX47" fmla="*/ 4363890 w 6858000"/>
                <a:gd name="connsiteY47" fmla="*/ 450658 h 835479"/>
                <a:gd name="connsiteX48" fmla="*/ 4482003 w 6858000"/>
                <a:gd name="connsiteY48" fmla="*/ 449896 h 835479"/>
                <a:gd name="connsiteX49" fmla="*/ 4659173 w 6858000"/>
                <a:gd name="connsiteY49" fmla="*/ 389886 h 835479"/>
                <a:gd name="connsiteX50" fmla="*/ 4677654 w 6858000"/>
                <a:gd name="connsiteY50" fmla="*/ 381884 h 835479"/>
                <a:gd name="connsiteX51" fmla="*/ 4767763 w 6858000"/>
                <a:gd name="connsiteY51" fmla="*/ 371977 h 835479"/>
                <a:gd name="connsiteX52" fmla="*/ 4800482 w 6858000"/>
                <a:gd name="connsiteY52" fmla="*/ 370668 h 835479"/>
                <a:gd name="connsiteX53" fmla="*/ 4800483 w 6858000"/>
                <a:gd name="connsiteY53" fmla="*/ 370668 h 835479"/>
                <a:gd name="connsiteX54" fmla="*/ 4828916 w 6858000"/>
                <a:gd name="connsiteY54" fmla="*/ 385504 h 835479"/>
                <a:gd name="connsiteX55" fmla="*/ 4863342 w 6858000"/>
                <a:gd name="connsiteY55" fmla="*/ 407685 h 835479"/>
                <a:gd name="connsiteX56" fmla="*/ 4889274 w 6858000"/>
                <a:gd name="connsiteY56" fmla="*/ 415214 h 835479"/>
                <a:gd name="connsiteX57" fmla="*/ 4912167 w 6858000"/>
                <a:gd name="connsiteY57" fmla="*/ 413509 h 835479"/>
                <a:gd name="connsiteX58" fmla="*/ 4933803 w 6858000"/>
                <a:gd name="connsiteY58" fmla="*/ 412107 h 835479"/>
                <a:gd name="connsiteX59" fmla="*/ 4933804 w 6858000"/>
                <a:gd name="connsiteY59" fmla="*/ 412107 h 835479"/>
                <a:gd name="connsiteX60" fmla="*/ 4952672 w 6858000"/>
                <a:gd name="connsiteY60" fmla="*/ 416866 h 835479"/>
                <a:gd name="connsiteX61" fmla="*/ 4957452 w 6858000"/>
                <a:gd name="connsiteY61" fmla="*/ 419659 h 835479"/>
                <a:gd name="connsiteX62" fmla="*/ 4961455 w 6858000"/>
                <a:gd name="connsiteY62" fmla="*/ 420937 h 835479"/>
                <a:gd name="connsiteX63" fmla="*/ 4987037 w 6858000"/>
                <a:gd name="connsiteY63" fmla="*/ 436941 h 835479"/>
                <a:gd name="connsiteX64" fmla="*/ 5041521 w 6858000"/>
                <a:gd name="connsiteY64" fmla="*/ 463420 h 835479"/>
                <a:gd name="connsiteX65" fmla="*/ 5041527 w 6858000"/>
                <a:gd name="connsiteY65" fmla="*/ 463422 h 835479"/>
                <a:gd name="connsiteX66" fmla="*/ 5064789 w 6858000"/>
                <a:gd name="connsiteY66" fmla="*/ 468043 h 835479"/>
                <a:gd name="connsiteX67" fmla="*/ 5070584 w 6858000"/>
                <a:gd name="connsiteY67" fmla="*/ 470217 h 835479"/>
                <a:gd name="connsiteX68" fmla="*/ 5072375 w 6858000"/>
                <a:gd name="connsiteY68" fmla="*/ 470636 h 835479"/>
                <a:gd name="connsiteX69" fmla="*/ 5087443 w 6858000"/>
                <a:gd name="connsiteY69" fmla="*/ 476540 h 835479"/>
                <a:gd name="connsiteX70" fmla="*/ 5133219 w 6858000"/>
                <a:gd name="connsiteY70" fmla="*/ 489567 h 835479"/>
                <a:gd name="connsiteX71" fmla="*/ 5133224 w 6858000"/>
                <a:gd name="connsiteY71" fmla="*/ 489569 h 835479"/>
                <a:gd name="connsiteX72" fmla="*/ 5166112 w 6858000"/>
                <a:gd name="connsiteY72" fmla="*/ 482853 h 835479"/>
                <a:gd name="connsiteX73" fmla="*/ 5166113 w 6858000"/>
                <a:gd name="connsiteY73" fmla="*/ 482853 h 835479"/>
                <a:gd name="connsiteX74" fmla="*/ 5172090 w 6858000"/>
                <a:gd name="connsiteY74" fmla="*/ 483545 h 835479"/>
                <a:gd name="connsiteX75" fmla="*/ 5179067 w 6858000"/>
                <a:gd name="connsiteY75" fmla="*/ 486091 h 835479"/>
                <a:gd name="connsiteX76" fmla="*/ 5229432 w 6858000"/>
                <a:gd name="connsiteY76" fmla="*/ 485925 h 835479"/>
                <a:gd name="connsiteX77" fmla="*/ 5243613 w 6858000"/>
                <a:gd name="connsiteY77" fmla="*/ 478254 h 835479"/>
                <a:gd name="connsiteX78" fmla="*/ 5272795 w 6858000"/>
                <a:gd name="connsiteY78" fmla="*/ 462468 h 835479"/>
                <a:gd name="connsiteX79" fmla="*/ 5312287 w 6858000"/>
                <a:gd name="connsiteY79" fmla="*/ 438565 h 835479"/>
                <a:gd name="connsiteX80" fmla="*/ 5321350 w 6858000"/>
                <a:gd name="connsiteY80" fmla="*/ 437509 h 835479"/>
                <a:gd name="connsiteX81" fmla="*/ 5326162 w 6858000"/>
                <a:gd name="connsiteY81" fmla="*/ 435035 h 835479"/>
                <a:gd name="connsiteX82" fmla="*/ 5355013 w 6858000"/>
                <a:gd name="connsiteY82" fmla="*/ 433589 h 835479"/>
                <a:gd name="connsiteX83" fmla="*/ 5355014 w 6858000"/>
                <a:gd name="connsiteY83" fmla="*/ 433589 h 835479"/>
                <a:gd name="connsiteX84" fmla="*/ 5385384 w 6858000"/>
                <a:gd name="connsiteY84" fmla="*/ 438465 h 835479"/>
                <a:gd name="connsiteX85" fmla="*/ 5425582 w 6858000"/>
                <a:gd name="connsiteY85" fmla="*/ 446656 h 835479"/>
                <a:gd name="connsiteX86" fmla="*/ 5480637 w 6858000"/>
                <a:gd name="connsiteY86" fmla="*/ 458278 h 835479"/>
                <a:gd name="connsiteX87" fmla="*/ 5507667 w 6858000"/>
                <a:gd name="connsiteY87" fmla="*/ 462803 h 835479"/>
                <a:gd name="connsiteX88" fmla="*/ 5531691 w 6858000"/>
                <a:gd name="connsiteY88" fmla="*/ 452184 h 835479"/>
                <a:gd name="connsiteX89" fmla="*/ 5531692 w 6858000"/>
                <a:gd name="connsiteY89" fmla="*/ 452183 h 835479"/>
                <a:gd name="connsiteX90" fmla="*/ 5547577 w 6858000"/>
                <a:gd name="connsiteY90" fmla="*/ 442037 h 835479"/>
                <a:gd name="connsiteX91" fmla="*/ 5547578 w 6858000"/>
                <a:gd name="connsiteY91" fmla="*/ 442037 h 835479"/>
                <a:gd name="connsiteX92" fmla="*/ 5562746 w 6858000"/>
                <a:gd name="connsiteY92" fmla="*/ 451610 h 835479"/>
                <a:gd name="connsiteX93" fmla="*/ 5704483 w 6858000"/>
                <a:gd name="connsiteY93" fmla="*/ 522858 h 835479"/>
                <a:gd name="connsiteX94" fmla="*/ 5740488 w 6858000"/>
                <a:gd name="connsiteY94" fmla="*/ 528765 h 835479"/>
                <a:gd name="connsiteX95" fmla="*/ 5760873 w 6858000"/>
                <a:gd name="connsiteY95" fmla="*/ 537529 h 835479"/>
                <a:gd name="connsiteX96" fmla="*/ 5883751 w 6858000"/>
                <a:gd name="connsiteY96" fmla="*/ 625924 h 835479"/>
                <a:gd name="connsiteX97" fmla="*/ 5883755 w 6858000"/>
                <a:gd name="connsiteY97" fmla="*/ 625926 h 835479"/>
                <a:gd name="connsiteX98" fmla="*/ 5935945 w 6858000"/>
                <a:gd name="connsiteY98" fmla="*/ 643829 h 835479"/>
                <a:gd name="connsiteX99" fmla="*/ 5935949 w 6858000"/>
                <a:gd name="connsiteY99" fmla="*/ 643830 h 835479"/>
                <a:gd name="connsiteX100" fmla="*/ 5993289 w 6858000"/>
                <a:gd name="connsiteY100" fmla="*/ 640211 h 835479"/>
                <a:gd name="connsiteX101" fmla="*/ 5993290 w 6858000"/>
                <a:gd name="connsiteY101" fmla="*/ 640210 h 835479"/>
                <a:gd name="connsiteX102" fmla="*/ 6026439 w 6858000"/>
                <a:gd name="connsiteY102" fmla="*/ 633735 h 835479"/>
                <a:gd name="connsiteX103" fmla="*/ 6108737 w 6858000"/>
                <a:gd name="connsiteY103" fmla="*/ 577534 h 835479"/>
                <a:gd name="connsiteX104" fmla="*/ 6133313 w 6858000"/>
                <a:gd name="connsiteY104" fmla="*/ 563843 h 835479"/>
                <a:gd name="connsiteX105" fmla="*/ 6133314 w 6858000"/>
                <a:gd name="connsiteY105" fmla="*/ 563843 h 835479"/>
                <a:gd name="connsiteX106" fmla="*/ 6143189 w 6858000"/>
                <a:gd name="connsiteY106" fmla="*/ 567542 h 835479"/>
                <a:gd name="connsiteX107" fmla="*/ 6155599 w 6858000"/>
                <a:gd name="connsiteY107" fmla="*/ 579438 h 835479"/>
                <a:gd name="connsiteX108" fmla="*/ 6155602 w 6858000"/>
                <a:gd name="connsiteY108" fmla="*/ 579440 h 835479"/>
                <a:gd name="connsiteX109" fmla="*/ 6228756 w 6858000"/>
                <a:gd name="connsiteY109" fmla="*/ 618111 h 835479"/>
                <a:gd name="connsiteX110" fmla="*/ 6361539 w 6858000"/>
                <a:gd name="connsiteY110" fmla="*/ 635448 h 835479"/>
                <a:gd name="connsiteX111" fmla="*/ 6361538 w 6858000"/>
                <a:gd name="connsiteY111" fmla="*/ 635448 h 835479"/>
                <a:gd name="connsiteX112" fmla="*/ 6228755 w 6858000"/>
                <a:gd name="connsiteY112" fmla="*/ 618111 h 835479"/>
                <a:gd name="connsiteX113" fmla="*/ 6155601 w 6858000"/>
                <a:gd name="connsiteY113" fmla="*/ 579440 h 835479"/>
                <a:gd name="connsiteX114" fmla="*/ 6155599 w 6858000"/>
                <a:gd name="connsiteY114" fmla="*/ 579438 h 835479"/>
                <a:gd name="connsiteX115" fmla="*/ 6133314 w 6858000"/>
                <a:gd name="connsiteY115" fmla="*/ 563843 h 835479"/>
                <a:gd name="connsiteX116" fmla="*/ 6108738 w 6858000"/>
                <a:gd name="connsiteY116" fmla="*/ 577534 h 835479"/>
                <a:gd name="connsiteX117" fmla="*/ 6026440 w 6858000"/>
                <a:gd name="connsiteY117" fmla="*/ 633735 h 835479"/>
                <a:gd name="connsiteX118" fmla="*/ 5993291 w 6858000"/>
                <a:gd name="connsiteY118" fmla="*/ 640210 h 835479"/>
                <a:gd name="connsiteX119" fmla="*/ 5993289 w 6858000"/>
                <a:gd name="connsiteY119" fmla="*/ 640211 h 835479"/>
                <a:gd name="connsiteX120" fmla="*/ 5964476 w 6858000"/>
                <a:gd name="connsiteY120" fmla="*/ 643664 h 835479"/>
                <a:gd name="connsiteX121" fmla="*/ 5935949 w 6858000"/>
                <a:gd name="connsiteY121" fmla="*/ 643830 h 835479"/>
                <a:gd name="connsiteX122" fmla="*/ 5935948 w 6858000"/>
                <a:gd name="connsiteY122" fmla="*/ 643830 h 835479"/>
                <a:gd name="connsiteX123" fmla="*/ 5935945 w 6858000"/>
                <a:gd name="connsiteY123" fmla="*/ 643829 h 835479"/>
                <a:gd name="connsiteX124" fmla="*/ 5909350 w 6858000"/>
                <a:gd name="connsiteY124" fmla="*/ 636949 h 835479"/>
                <a:gd name="connsiteX125" fmla="*/ 5883755 w 6858000"/>
                <a:gd name="connsiteY125" fmla="*/ 625926 h 835479"/>
                <a:gd name="connsiteX126" fmla="*/ 5883750 w 6858000"/>
                <a:gd name="connsiteY126" fmla="*/ 625924 h 835479"/>
                <a:gd name="connsiteX127" fmla="*/ 5760872 w 6858000"/>
                <a:gd name="connsiteY127" fmla="*/ 537529 h 835479"/>
                <a:gd name="connsiteX128" fmla="*/ 5740487 w 6858000"/>
                <a:gd name="connsiteY128" fmla="*/ 528765 h 835479"/>
                <a:gd name="connsiteX129" fmla="*/ 5704482 w 6858000"/>
                <a:gd name="connsiteY129" fmla="*/ 522858 h 835479"/>
                <a:gd name="connsiteX130" fmla="*/ 5562745 w 6858000"/>
                <a:gd name="connsiteY130" fmla="*/ 451610 h 835479"/>
                <a:gd name="connsiteX131" fmla="*/ 5547577 w 6858000"/>
                <a:gd name="connsiteY131" fmla="*/ 442037 h 835479"/>
                <a:gd name="connsiteX132" fmla="*/ 5531693 w 6858000"/>
                <a:gd name="connsiteY132" fmla="*/ 452183 h 835479"/>
                <a:gd name="connsiteX133" fmla="*/ 5531691 w 6858000"/>
                <a:gd name="connsiteY133" fmla="*/ 452184 h 835479"/>
                <a:gd name="connsiteX134" fmla="*/ 5520421 w 6858000"/>
                <a:gd name="connsiteY134" fmla="*/ 460582 h 835479"/>
                <a:gd name="connsiteX135" fmla="*/ 5507667 w 6858000"/>
                <a:gd name="connsiteY135" fmla="*/ 462803 h 835479"/>
                <a:gd name="connsiteX136" fmla="*/ 5507666 w 6858000"/>
                <a:gd name="connsiteY136" fmla="*/ 462803 h 835479"/>
                <a:gd name="connsiteX137" fmla="*/ 5480636 w 6858000"/>
                <a:gd name="connsiteY137" fmla="*/ 458278 h 835479"/>
                <a:gd name="connsiteX138" fmla="*/ 5425581 w 6858000"/>
                <a:gd name="connsiteY138" fmla="*/ 446656 h 835479"/>
                <a:gd name="connsiteX139" fmla="*/ 5385383 w 6858000"/>
                <a:gd name="connsiteY139" fmla="*/ 438465 h 835479"/>
                <a:gd name="connsiteX140" fmla="*/ 5355013 w 6858000"/>
                <a:gd name="connsiteY140" fmla="*/ 433589 h 835479"/>
                <a:gd name="connsiteX141" fmla="*/ 5321350 w 6858000"/>
                <a:gd name="connsiteY141" fmla="*/ 437509 h 835479"/>
                <a:gd name="connsiteX142" fmla="*/ 5272796 w 6858000"/>
                <a:gd name="connsiteY142" fmla="*/ 462468 h 835479"/>
                <a:gd name="connsiteX143" fmla="*/ 5243613 w 6858000"/>
                <a:gd name="connsiteY143" fmla="*/ 478254 h 835479"/>
                <a:gd name="connsiteX144" fmla="*/ 5229433 w 6858000"/>
                <a:gd name="connsiteY144" fmla="*/ 485925 h 835479"/>
                <a:gd name="connsiteX145" fmla="*/ 5179067 w 6858000"/>
                <a:gd name="connsiteY145" fmla="*/ 486091 h 835479"/>
                <a:gd name="connsiteX146" fmla="*/ 5179066 w 6858000"/>
                <a:gd name="connsiteY146" fmla="*/ 486091 h 835479"/>
                <a:gd name="connsiteX147" fmla="*/ 5172089 w 6858000"/>
                <a:gd name="connsiteY147" fmla="*/ 483545 h 835479"/>
                <a:gd name="connsiteX148" fmla="*/ 5166113 w 6858000"/>
                <a:gd name="connsiteY148" fmla="*/ 482853 h 835479"/>
                <a:gd name="connsiteX149" fmla="*/ 5133224 w 6858000"/>
                <a:gd name="connsiteY149" fmla="*/ 489569 h 835479"/>
                <a:gd name="connsiteX150" fmla="*/ 5133223 w 6858000"/>
                <a:gd name="connsiteY150" fmla="*/ 489569 h 835479"/>
                <a:gd name="connsiteX151" fmla="*/ 5133219 w 6858000"/>
                <a:gd name="connsiteY151" fmla="*/ 489567 h 835479"/>
                <a:gd name="connsiteX152" fmla="*/ 5102460 w 6858000"/>
                <a:gd name="connsiteY152" fmla="*/ 482424 h 835479"/>
                <a:gd name="connsiteX153" fmla="*/ 5087443 w 6858000"/>
                <a:gd name="connsiteY153" fmla="*/ 476540 h 835479"/>
                <a:gd name="connsiteX154" fmla="*/ 5087422 w 6858000"/>
                <a:gd name="connsiteY154" fmla="*/ 476534 h 835479"/>
                <a:gd name="connsiteX155" fmla="*/ 5070584 w 6858000"/>
                <a:gd name="connsiteY155" fmla="*/ 470217 h 835479"/>
                <a:gd name="connsiteX156" fmla="*/ 5041527 w 6858000"/>
                <a:gd name="connsiteY156" fmla="*/ 463422 h 835479"/>
                <a:gd name="connsiteX157" fmla="*/ 5041520 w 6858000"/>
                <a:gd name="connsiteY157" fmla="*/ 463420 h 835479"/>
                <a:gd name="connsiteX158" fmla="*/ 4987036 w 6858000"/>
                <a:gd name="connsiteY158" fmla="*/ 436941 h 835479"/>
                <a:gd name="connsiteX159" fmla="*/ 4957452 w 6858000"/>
                <a:gd name="connsiteY159" fmla="*/ 419659 h 835479"/>
                <a:gd name="connsiteX160" fmla="*/ 4933804 w 6858000"/>
                <a:gd name="connsiteY160" fmla="*/ 412107 h 835479"/>
                <a:gd name="connsiteX161" fmla="*/ 4912168 w 6858000"/>
                <a:gd name="connsiteY161" fmla="*/ 413509 h 835479"/>
                <a:gd name="connsiteX162" fmla="*/ 4889275 w 6858000"/>
                <a:gd name="connsiteY162" fmla="*/ 415214 h 835479"/>
                <a:gd name="connsiteX163" fmla="*/ 4889274 w 6858000"/>
                <a:gd name="connsiteY163" fmla="*/ 415214 h 835479"/>
                <a:gd name="connsiteX164" fmla="*/ 4867613 w 6858000"/>
                <a:gd name="connsiteY164" fmla="*/ 410436 h 835479"/>
                <a:gd name="connsiteX165" fmla="*/ 4863342 w 6858000"/>
                <a:gd name="connsiteY165" fmla="*/ 407685 h 835479"/>
                <a:gd name="connsiteX166" fmla="*/ 4857316 w 6858000"/>
                <a:gd name="connsiteY166" fmla="*/ 405935 h 835479"/>
                <a:gd name="connsiteX167" fmla="*/ 4828915 w 6858000"/>
                <a:gd name="connsiteY167" fmla="*/ 385504 h 835479"/>
                <a:gd name="connsiteX168" fmla="*/ 4800482 w 6858000"/>
                <a:gd name="connsiteY168" fmla="*/ 370668 h 835479"/>
                <a:gd name="connsiteX169" fmla="*/ 4767764 w 6858000"/>
                <a:gd name="connsiteY169" fmla="*/ 371977 h 835479"/>
                <a:gd name="connsiteX170" fmla="*/ 4677655 w 6858000"/>
                <a:gd name="connsiteY170" fmla="*/ 381884 h 835479"/>
                <a:gd name="connsiteX171" fmla="*/ 4659174 w 6858000"/>
                <a:gd name="connsiteY171" fmla="*/ 389886 h 835479"/>
                <a:gd name="connsiteX172" fmla="*/ 4482004 w 6858000"/>
                <a:gd name="connsiteY172" fmla="*/ 449896 h 835479"/>
                <a:gd name="connsiteX173" fmla="*/ 4363890 w 6858000"/>
                <a:gd name="connsiteY173" fmla="*/ 450658 h 835479"/>
                <a:gd name="connsiteX174" fmla="*/ 4363889 w 6858000"/>
                <a:gd name="connsiteY174" fmla="*/ 450658 h 835479"/>
                <a:gd name="connsiteX175" fmla="*/ 4324644 w 6858000"/>
                <a:gd name="connsiteY175" fmla="*/ 441704 h 835479"/>
                <a:gd name="connsiteX176" fmla="*/ 4253013 w 6858000"/>
                <a:gd name="connsiteY176" fmla="*/ 401888 h 835479"/>
                <a:gd name="connsiteX177" fmla="*/ 4165382 w 6858000"/>
                <a:gd name="connsiteY177" fmla="*/ 392362 h 835479"/>
                <a:gd name="connsiteX178" fmla="*/ 4165383 w 6858000"/>
                <a:gd name="connsiteY178" fmla="*/ 392362 h 835479"/>
                <a:gd name="connsiteX179" fmla="*/ 4192387 w 6858000"/>
                <a:gd name="connsiteY179" fmla="*/ 396267 h 835479"/>
                <a:gd name="connsiteX180" fmla="*/ 4192386 w 6858000"/>
                <a:gd name="connsiteY180" fmla="*/ 396267 h 835479"/>
                <a:gd name="connsiteX181" fmla="*/ 4165382 w 6858000"/>
                <a:gd name="connsiteY181" fmla="*/ 392362 h 835479"/>
                <a:gd name="connsiteX182" fmla="*/ 3885337 w 6858000"/>
                <a:gd name="connsiteY182" fmla="*/ 379980 h 835479"/>
                <a:gd name="connsiteX183" fmla="*/ 3885338 w 6858000"/>
                <a:gd name="connsiteY183" fmla="*/ 379980 h 835479"/>
                <a:gd name="connsiteX184" fmla="*/ 3885341 w 6858000"/>
                <a:gd name="connsiteY184" fmla="*/ 379982 h 835479"/>
                <a:gd name="connsiteX185" fmla="*/ 3962157 w 6858000"/>
                <a:gd name="connsiteY185" fmla="*/ 411865 h 835479"/>
                <a:gd name="connsiteX186" fmla="*/ 3962159 w 6858000"/>
                <a:gd name="connsiteY186" fmla="*/ 411865 h 835479"/>
                <a:gd name="connsiteX187" fmla="*/ 4043837 w 6858000"/>
                <a:gd name="connsiteY187" fmla="*/ 396173 h 835479"/>
                <a:gd name="connsiteX188" fmla="*/ 4043838 w 6858000"/>
                <a:gd name="connsiteY188" fmla="*/ 396172 h 835479"/>
                <a:gd name="connsiteX189" fmla="*/ 4103824 w 6858000"/>
                <a:gd name="connsiteY189" fmla="*/ 381051 h 835479"/>
                <a:gd name="connsiteX190" fmla="*/ 4103825 w 6858000"/>
                <a:gd name="connsiteY190" fmla="*/ 381051 h 835479"/>
                <a:gd name="connsiteX191" fmla="*/ 4134255 w 6858000"/>
                <a:gd name="connsiteY191" fmla="*/ 383018 h 835479"/>
                <a:gd name="connsiteX192" fmla="*/ 4165381 w 6858000"/>
                <a:gd name="connsiteY192" fmla="*/ 392362 h 835479"/>
                <a:gd name="connsiteX193" fmla="*/ 4103825 w 6858000"/>
                <a:gd name="connsiteY193" fmla="*/ 381051 h 835479"/>
                <a:gd name="connsiteX194" fmla="*/ 4043839 w 6858000"/>
                <a:gd name="connsiteY194" fmla="*/ 396172 h 835479"/>
                <a:gd name="connsiteX195" fmla="*/ 4043837 w 6858000"/>
                <a:gd name="connsiteY195" fmla="*/ 396173 h 835479"/>
                <a:gd name="connsiteX196" fmla="*/ 4002409 w 6858000"/>
                <a:gd name="connsiteY196" fmla="*/ 409475 h 835479"/>
                <a:gd name="connsiteX197" fmla="*/ 3962159 w 6858000"/>
                <a:gd name="connsiteY197" fmla="*/ 411865 h 835479"/>
                <a:gd name="connsiteX198" fmla="*/ 3962158 w 6858000"/>
                <a:gd name="connsiteY198" fmla="*/ 411865 h 835479"/>
                <a:gd name="connsiteX199" fmla="*/ 3962157 w 6858000"/>
                <a:gd name="connsiteY199" fmla="*/ 411865 h 835479"/>
                <a:gd name="connsiteX200" fmla="*/ 3923124 w 6858000"/>
                <a:gd name="connsiteY200" fmla="*/ 402361 h 835479"/>
                <a:gd name="connsiteX201" fmla="*/ 3885341 w 6858000"/>
                <a:gd name="connsiteY201" fmla="*/ 379982 h 835479"/>
                <a:gd name="connsiteX202" fmla="*/ 3669899 w 6858000"/>
                <a:gd name="connsiteY202" fmla="*/ 394577 h 835479"/>
                <a:gd name="connsiteX203" fmla="*/ 3680163 w 6858000"/>
                <a:gd name="connsiteY203" fmla="*/ 397173 h 835479"/>
                <a:gd name="connsiteX204" fmla="*/ 3734836 w 6858000"/>
                <a:gd name="connsiteY204" fmla="*/ 393125 h 835479"/>
                <a:gd name="connsiteX205" fmla="*/ 3734837 w 6858000"/>
                <a:gd name="connsiteY205" fmla="*/ 393125 h 835479"/>
                <a:gd name="connsiteX206" fmla="*/ 3754652 w 6858000"/>
                <a:gd name="connsiteY206" fmla="*/ 393507 h 835479"/>
                <a:gd name="connsiteX207" fmla="*/ 3789775 w 6858000"/>
                <a:gd name="connsiteY207" fmla="*/ 399864 h 835479"/>
                <a:gd name="connsiteX208" fmla="*/ 3822471 w 6858000"/>
                <a:gd name="connsiteY208" fmla="*/ 384932 h 835479"/>
                <a:gd name="connsiteX209" fmla="*/ 3852618 w 6858000"/>
                <a:gd name="connsiteY209" fmla="*/ 370597 h 835479"/>
                <a:gd name="connsiteX210" fmla="*/ 3852619 w 6858000"/>
                <a:gd name="connsiteY210" fmla="*/ 370597 h 835479"/>
                <a:gd name="connsiteX211" fmla="*/ 3868763 w 6858000"/>
                <a:gd name="connsiteY211" fmla="*/ 371377 h 835479"/>
                <a:gd name="connsiteX212" fmla="*/ 3885336 w 6858000"/>
                <a:gd name="connsiteY212" fmla="*/ 379980 h 835479"/>
                <a:gd name="connsiteX213" fmla="*/ 3852619 w 6858000"/>
                <a:gd name="connsiteY213" fmla="*/ 370597 h 835479"/>
                <a:gd name="connsiteX214" fmla="*/ 3822472 w 6858000"/>
                <a:gd name="connsiteY214" fmla="*/ 384932 h 835479"/>
                <a:gd name="connsiteX215" fmla="*/ 3789776 w 6858000"/>
                <a:gd name="connsiteY215" fmla="*/ 399864 h 835479"/>
                <a:gd name="connsiteX216" fmla="*/ 3789775 w 6858000"/>
                <a:gd name="connsiteY216" fmla="*/ 399864 h 835479"/>
                <a:gd name="connsiteX217" fmla="*/ 3754651 w 6858000"/>
                <a:gd name="connsiteY217" fmla="*/ 393507 h 835479"/>
                <a:gd name="connsiteX218" fmla="*/ 3734837 w 6858000"/>
                <a:gd name="connsiteY218" fmla="*/ 393125 h 835479"/>
                <a:gd name="connsiteX219" fmla="*/ 3680163 w 6858000"/>
                <a:gd name="connsiteY219" fmla="*/ 397173 h 835479"/>
                <a:gd name="connsiteX220" fmla="*/ 3680162 w 6858000"/>
                <a:gd name="connsiteY220" fmla="*/ 397173 h 835479"/>
                <a:gd name="connsiteX221" fmla="*/ 2836171 w 6858000"/>
                <a:gd name="connsiteY221" fmla="*/ 465063 h 835479"/>
                <a:gd name="connsiteX222" fmla="*/ 2848792 w 6858000"/>
                <a:gd name="connsiteY222" fmla="*/ 456372 h 835479"/>
                <a:gd name="connsiteX223" fmla="*/ 2897784 w 6858000"/>
                <a:gd name="connsiteY223" fmla="*/ 440769 h 835479"/>
                <a:gd name="connsiteX224" fmla="*/ 2903549 w 6858000"/>
                <a:gd name="connsiteY224" fmla="*/ 439740 h 835479"/>
                <a:gd name="connsiteX225" fmla="*/ 2914327 w 6858000"/>
                <a:gd name="connsiteY225" fmla="*/ 436466 h 835479"/>
                <a:gd name="connsiteX226" fmla="*/ 2947858 w 6858000"/>
                <a:gd name="connsiteY226" fmla="*/ 431835 h 835479"/>
                <a:gd name="connsiteX227" fmla="*/ 2947861 w 6858000"/>
                <a:gd name="connsiteY227" fmla="*/ 431834 h 835479"/>
                <a:gd name="connsiteX228" fmla="*/ 2947862 w 6858000"/>
                <a:gd name="connsiteY228" fmla="*/ 431834 h 835479"/>
                <a:gd name="connsiteX229" fmla="*/ 2982148 w 6858000"/>
                <a:gd name="connsiteY229" fmla="*/ 435418 h 835479"/>
                <a:gd name="connsiteX230" fmla="*/ 3077401 w 6858000"/>
                <a:gd name="connsiteY230" fmla="*/ 447111 h 835479"/>
                <a:gd name="connsiteX231" fmla="*/ 3172653 w 6858000"/>
                <a:gd name="connsiteY231" fmla="*/ 434656 h 835479"/>
                <a:gd name="connsiteX232" fmla="*/ 3489466 w 6858000"/>
                <a:gd name="connsiteY232" fmla="*/ 387029 h 835479"/>
                <a:gd name="connsiteX233" fmla="*/ 3544712 w 6858000"/>
                <a:gd name="connsiteY233" fmla="*/ 364930 h 835479"/>
                <a:gd name="connsiteX234" fmla="*/ 3574407 w 6858000"/>
                <a:gd name="connsiteY234" fmla="*/ 347308 h 835479"/>
                <a:gd name="connsiteX235" fmla="*/ 3574408 w 6858000"/>
                <a:gd name="connsiteY235" fmla="*/ 347308 h 835479"/>
                <a:gd name="connsiteX236" fmla="*/ 3606817 w 6858000"/>
                <a:gd name="connsiteY236" fmla="*/ 359406 h 835479"/>
                <a:gd name="connsiteX237" fmla="*/ 3630632 w 6858000"/>
                <a:gd name="connsiteY237" fmla="*/ 372932 h 835479"/>
                <a:gd name="connsiteX238" fmla="*/ 3651953 w 6858000"/>
                <a:gd name="connsiteY238" fmla="*/ 388826 h 835479"/>
                <a:gd name="connsiteX239" fmla="*/ 3630631 w 6858000"/>
                <a:gd name="connsiteY239" fmla="*/ 372932 h 835479"/>
                <a:gd name="connsiteX240" fmla="*/ 3606816 w 6858000"/>
                <a:gd name="connsiteY240" fmla="*/ 359406 h 835479"/>
                <a:gd name="connsiteX241" fmla="*/ 3587173 w 6858000"/>
                <a:gd name="connsiteY241" fmla="*/ 349660 h 835479"/>
                <a:gd name="connsiteX242" fmla="*/ 3574407 w 6858000"/>
                <a:gd name="connsiteY242" fmla="*/ 347308 h 835479"/>
                <a:gd name="connsiteX243" fmla="*/ 3562320 w 6858000"/>
                <a:gd name="connsiteY243" fmla="*/ 352387 h 835479"/>
                <a:gd name="connsiteX244" fmla="*/ 3544713 w 6858000"/>
                <a:gd name="connsiteY244" fmla="*/ 364930 h 835479"/>
                <a:gd name="connsiteX245" fmla="*/ 3489467 w 6858000"/>
                <a:gd name="connsiteY245" fmla="*/ 387029 h 835479"/>
                <a:gd name="connsiteX246" fmla="*/ 3172654 w 6858000"/>
                <a:gd name="connsiteY246" fmla="*/ 434656 h 835479"/>
                <a:gd name="connsiteX247" fmla="*/ 3077401 w 6858000"/>
                <a:gd name="connsiteY247" fmla="*/ 447111 h 835479"/>
                <a:gd name="connsiteX248" fmla="*/ 3077400 w 6858000"/>
                <a:gd name="connsiteY248" fmla="*/ 447111 h 835479"/>
                <a:gd name="connsiteX249" fmla="*/ 2982147 w 6858000"/>
                <a:gd name="connsiteY249" fmla="*/ 435418 h 835479"/>
                <a:gd name="connsiteX250" fmla="*/ 2947862 w 6858000"/>
                <a:gd name="connsiteY250" fmla="*/ 431834 h 835479"/>
                <a:gd name="connsiteX251" fmla="*/ 2947858 w 6858000"/>
                <a:gd name="connsiteY251" fmla="*/ 431835 h 835479"/>
                <a:gd name="connsiteX252" fmla="*/ 2903549 w 6858000"/>
                <a:gd name="connsiteY252" fmla="*/ 439740 h 835479"/>
                <a:gd name="connsiteX253" fmla="*/ 2848793 w 6858000"/>
                <a:gd name="connsiteY253" fmla="*/ 456372 h 835479"/>
                <a:gd name="connsiteX254" fmla="*/ 2836172 w 6858000"/>
                <a:gd name="connsiteY254" fmla="*/ 465063 h 835479"/>
                <a:gd name="connsiteX255" fmla="*/ 1268757 w 6858000"/>
                <a:gd name="connsiteY255" fmla="*/ 18376 h 835479"/>
                <a:gd name="connsiteX256" fmla="*/ 1286069 w 6858000"/>
                <a:gd name="connsiteY256" fmla="*/ 23543 h 835479"/>
                <a:gd name="connsiteX257" fmla="*/ 1350627 w 6858000"/>
                <a:gd name="connsiteY257" fmla="*/ 45880 h 835479"/>
                <a:gd name="connsiteX258" fmla="*/ 1413839 w 6858000"/>
                <a:gd name="connsiteY258" fmla="*/ 40286 h 835479"/>
                <a:gd name="connsiteX259" fmla="*/ 1350626 w 6858000"/>
                <a:gd name="connsiteY259" fmla="*/ 45881 h 835479"/>
                <a:gd name="connsiteX260" fmla="*/ 1286068 w 6858000"/>
                <a:gd name="connsiteY260" fmla="*/ 23543 h 835479"/>
                <a:gd name="connsiteX261" fmla="*/ 313532 w 6858000"/>
                <a:gd name="connsiteY261" fmla="*/ 14019 h 835479"/>
                <a:gd name="connsiteX262" fmla="*/ 313533 w 6858000"/>
                <a:gd name="connsiteY262" fmla="*/ 14018 h 835479"/>
                <a:gd name="connsiteX263" fmla="*/ 338870 w 6858000"/>
                <a:gd name="connsiteY263" fmla="*/ 13446 h 835479"/>
                <a:gd name="connsiteX264" fmla="*/ 338902 w 6858000"/>
                <a:gd name="connsiteY264" fmla="*/ 13453 h 835479"/>
                <a:gd name="connsiteX265" fmla="*/ 395639 w 6858000"/>
                <a:gd name="connsiteY265" fmla="*/ 23353 h 835479"/>
                <a:gd name="connsiteX266" fmla="*/ 367327 w 6858000"/>
                <a:gd name="connsiteY266" fmla="*/ 19543 h 835479"/>
                <a:gd name="connsiteX267" fmla="*/ 338902 w 6858000"/>
                <a:gd name="connsiteY267" fmla="*/ 13453 h 835479"/>
                <a:gd name="connsiteX268" fmla="*/ 338869 w 6858000"/>
                <a:gd name="connsiteY268" fmla="*/ 13447 h 835479"/>
                <a:gd name="connsiteX269" fmla="*/ 324057 w 6858000"/>
                <a:gd name="connsiteY269" fmla="*/ 11661 h 835479"/>
                <a:gd name="connsiteX270" fmla="*/ 281567 w 6858000"/>
                <a:gd name="connsiteY270" fmla="*/ 36346 h 835479"/>
                <a:gd name="connsiteX271" fmla="*/ 295414 w 6858000"/>
                <a:gd name="connsiteY271" fmla="*/ 31451 h 835479"/>
                <a:gd name="connsiteX272" fmla="*/ 295414 w 6858000"/>
                <a:gd name="connsiteY272" fmla="*/ 31452 h 835479"/>
                <a:gd name="connsiteX273" fmla="*/ 24485 w 6858000"/>
                <a:gd name="connsiteY273" fmla="*/ 23026 h 835479"/>
                <a:gd name="connsiteX274" fmla="*/ 74128 w 6858000"/>
                <a:gd name="connsiteY274" fmla="*/ 20763 h 835479"/>
                <a:gd name="connsiteX275" fmla="*/ 125860 w 6858000"/>
                <a:gd name="connsiteY275" fmla="*/ 26687 h 835479"/>
                <a:gd name="connsiteX276" fmla="*/ 153386 w 6858000"/>
                <a:gd name="connsiteY276" fmla="*/ 31082 h 835479"/>
                <a:gd name="connsiteX277" fmla="*/ 228943 w 6858000"/>
                <a:gd name="connsiteY277" fmla="*/ 39355 h 835479"/>
                <a:gd name="connsiteX278" fmla="*/ 177270 w 6858000"/>
                <a:gd name="connsiteY278" fmla="*/ 34896 h 835479"/>
                <a:gd name="connsiteX279" fmla="*/ 153386 w 6858000"/>
                <a:gd name="connsiteY279" fmla="*/ 31082 h 835479"/>
                <a:gd name="connsiteX280" fmla="*/ 151568 w 6858000"/>
                <a:gd name="connsiteY280" fmla="*/ 30883 h 835479"/>
                <a:gd name="connsiteX281" fmla="*/ 74128 w 6858000"/>
                <a:gd name="connsiteY281" fmla="*/ 20764 h 835479"/>
                <a:gd name="connsiteX282" fmla="*/ 0 w 6858000"/>
                <a:gd name="connsiteY282" fmla="*/ 29969 h 835479"/>
                <a:gd name="connsiteX283" fmla="*/ 0 w 6858000"/>
                <a:gd name="connsiteY283" fmla="*/ 494077 h 835479"/>
                <a:gd name="connsiteX284" fmla="*/ 2816 w 6858000"/>
                <a:gd name="connsiteY284" fmla="*/ 492950 h 835479"/>
                <a:gd name="connsiteX285" fmla="*/ 63586 w 6858000"/>
                <a:gd name="connsiteY285" fmla="*/ 478851 h 835479"/>
                <a:gd name="connsiteX286" fmla="*/ 176938 w 6858000"/>
                <a:gd name="connsiteY286" fmla="*/ 464945 h 835479"/>
                <a:gd name="connsiteX287" fmla="*/ 200181 w 6858000"/>
                <a:gd name="connsiteY287" fmla="*/ 456943 h 835479"/>
                <a:gd name="connsiteX288" fmla="*/ 340773 w 6858000"/>
                <a:gd name="connsiteY288" fmla="*/ 419031 h 835479"/>
                <a:gd name="connsiteX289" fmla="*/ 453363 w 6858000"/>
                <a:gd name="connsiteY289" fmla="*/ 419796 h 835479"/>
                <a:gd name="connsiteX290" fmla="*/ 462125 w 6858000"/>
                <a:gd name="connsiteY290" fmla="*/ 421510 h 835479"/>
                <a:gd name="connsiteX291" fmla="*/ 505181 w 6858000"/>
                <a:gd name="connsiteY291" fmla="*/ 434082 h 835479"/>
                <a:gd name="connsiteX292" fmla="*/ 571859 w 6858000"/>
                <a:gd name="connsiteY292" fmla="*/ 430654 h 835479"/>
                <a:gd name="connsiteX293" fmla="*/ 617771 w 6858000"/>
                <a:gd name="connsiteY293" fmla="*/ 413317 h 835479"/>
                <a:gd name="connsiteX294" fmla="*/ 674922 w 6858000"/>
                <a:gd name="connsiteY294" fmla="*/ 412555 h 835479"/>
                <a:gd name="connsiteX295" fmla="*/ 740267 w 6858000"/>
                <a:gd name="connsiteY295" fmla="*/ 423414 h 835479"/>
                <a:gd name="connsiteX296" fmla="*/ 769604 w 6858000"/>
                <a:gd name="connsiteY296" fmla="*/ 425700 h 835479"/>
                <a:gd name="connsiteX297" fmla="*/ 850188 w 6858000"/>
                <a:gd name="connsiteY297" fmla="*/ 448180 h 835479"/>
                <a:gd name="connsiteX298" fmla="*/ 898197 w 6858000"/>
                <a:gd name="connsiteY298" fmla="*/ 442656 h 835479"/>
                <a:gd name="connsiteX299" fmla="*/ 945443 w 6858000"/>
                <a:gd name="connsiteY299" fmla="*/ 427796 h 835479"/>
                <a:gd name="connsiteX300" fmla="*/ 975732 w 6858000"/>
                <a:gd name="connsiteY300" fmla="*/ 413507 h 835479"/>
                <a:gd name="connsiteX301" fmla="*/ 1036886 w 6858000"/>
                <a:gd name="connsiteY301" fmla="*/ 403411 h 835479"/>
                <a:gd name="connsiteX302" fmla="*/ 1048124 w 6858000"/>
                <a:gd name="connsiteY302" fmla="*/ 404935 h 835479"/>
                <a:gd name="connsiteX303" fmla="*/ 1230632 w 6858000"/>
                <a:gd name="connsiteY303" fmla="*/ 417509 h 835479"/>
                <a:gd name="connsiteX304" fmla="*/ 1303023 w 6858000"/>
                <a:gd name="connsiteY304" fmla="*/ 437702 h 835479"/>
                <a:gd name="connsiteX305" fmla="*/ 1318455 w 6858000"/>
                <a:gd name="connsiteY305" fmla="*/ 440178 h 835479"/>
                <a:gd name="connsiteX306" fmla="*/ 1472574 w 6858000"/>
                <a:gd name="connsiteY306" fmla="*/ 462849 h 835479"/>
                <a:gd name="connsiteX307" fmla="*/ 1489719 w 6858000"/>
                <a:gd name="connsiteY307" fmla="*/ 463801 h 835479"/>
                <a:gd name="connsiteX308" fmla="*/ 1537536 w 6858000"/>
                <a:gd name="connsiteY308" fmla="*/ 459801 h 835479"/>
                <a:gd name="connsiteX309" fmla="*/ 1650316 w 6858000"/>
                <a:gd name="connsiteY309" fmla="*/ 500950 h 835479"/>
                <a:gd name="connsiteX310" fmla="*/ 1763286 w 6858000"/>
                <a:gd name="connsiteY310" fmla="*/ 515049 h 835479"/>
                <a:gd name="connsiteX311" fmla="*/ 1825392 w 6858000"/>
                <a:gd name="connsiteY311" fmla="*/ 514857 h 835479"/>
                <a:gd name="connsiteX312" fmla="*/ 1869779 w 6858000"/>
                <a:gd name="connsiteY312" fmla="*/ 524955 h 835479"/>
                <a:gd name="connsiteX313" fmla="*/ 1978939 w 6858000"/>
                <a:gd name="connsiteY313" fmla="*/ 555626 h 835479"/>
                <a:gd name="connsiteX314" fmla="*/ 2030377 w 6858000"/>
                <a:gd name="connsiteY314" fmla="*/ 560388 h 835479"/>
                <a:gd name="connsiteX315" fmla="*/ 2085053 w 6858000"/>
                <a:gd name="connsiteY315" fmla="*/ 570677 h 835479"/>
                <a:gd name="connsiteX316" fmla="*/ 2220311 w 6858000"/>
                <a:gd name="connsiteY316" fmla="*/ 616778 h 835479"/>
                <a:gd name="connsiteX317" fmla="*/ 2330805 w 6858000"/>
                <a:gd name="connsiteY317" fmla="*/ 614112 h 835479"/>
                <a:gd name="connsiteX318" fmla="*/ 2401291 w 6858000"/>
                <a:gd name="connsiteY318" fmla="*/ 614682 h 835479"/>
                <a:gd name="connsiteX319" fmla="*/ 2485306 w 6858000"/>
                <a:gd name="connsiteY319" fmla="*/ 629923 h 835479"/>
                <a:gd name="connsiteX320" fmla="*/ 2554078 w 6858000"/>
                <a:gd name="connsiteY320" fmla="*/ 652213 h 835479"/>
                <a:gd name="connsiteX321" fmla="*/ 2649142 w 6858000"/>
                <a:gd name="connsiteY321" fmla="*/ 669930 h 835479"/>
                <a:gd name="connsiteX322" fmla="*/ 2743825 w 6858000"/>
                <a:gd name="connsiteY322" fmla="*/ 704031 h 835479"/>
                <a:gd name="connsiteX323" fmla="*/ 2809929 w 6858000"/>
                <a:gd name="connsiteY323" fmla="*/ 730130 h 835479"/>
                <a:gd name="connsiteX324" fmla="*/ 2901942 w 6858000"/>
                <a:gd name="connsiteY324" fmla="*/ 753181 h 835479"/>
                <a:gd name="connsiteX325" fmla="*/ 3042727 w 6858000"/>
                <a:gd name="connsiteY325" fmla="*/ 769373 h 835479"/>
                <a:gd name="connsiteX326" fmla="*/ 3107499 w 6858000"/>
                <a:gd name="connsiteY326" fmla="*/ 771089 h 835479"/>
                <a:gd name="connsiteX327" fmla="*/ 3209992 w 6858000"/>
                <a:gd name="connsiteY327" fmla="*/ 808998 h 835479"/>
                <a:gd name="connsiteX328" fmla="*/ 3253808 w 6858000"/>
                <a:gd name="connsiteY328" fmla="*/ 827287 h 835479"/>
                <a:gd name="connsiteX329" fmla="*/ 3293243 w 6858000"/>
                <a:gd name="connsiteY329" fmla="*/ 812047 h 835479"/>
                <a:gd name="connsiteX330" fmla="*/ 3318770 w 6858000"/>
                <a:gd name="connsiteY330" fmla="*/ 794520 h 835479"/>
                <a:gd name="connsiteX331" fmla="*/ 3399545 w 6858000"/>
                <a:gd name="connsiteY331" fmla="*/ 809381 h 835479"/>
                <a:gd name="connsiteX332" fmla="*/ 3485274 w 6858000"/>
                <a:gd name="connsiteY332" fmla="*/ 825001 h 835479"/>
                <a:gd name="connsiteX333" fmla="*/ 3546616 w 6858000"/>
                <a:gd name="connsiteY333" fmla="*/ 835479 h 835479"/>
                <a:gd name="connsiteX334" fmla="*/ 3623200 w 6858000"/>
                <a:gd name="connsiteY334" fmla="*/ 827097 h 835479"/>
                <a:gd name="connsiteX335" fmla="*/ 3683590 w 6858000"/>
                <a:gd name="connsiteY335" fmla="*/ 823669 h 835479"/>
                <a:gd name="connsiteX336" fmla="*/ 3732360 w 6858000"/>
                <a:gd name="connsiteY336" fmla="*/ 813953 h 835479"/>
                <a:gd name="connsiteX337" fmla="*/ 3749505 w 6858000"/>
                <a:gd name="connsiteY337" fmla="*/ 808236 h 835479"/>
                <a:gd name="connsiteX338" fmla="*/ 3885337 w 6858000"/>
                <a:gd name="connsiteY338" fmla="*/ 763659 h 835479"/>
                <a:gd name="connsiteX339" fmla="*/ 4030502 w 6858000"/>
                <a:gd name="connsiteY339" fmla="*/ 728034 h 835479"/>
                <a:gd name="connsiteX340" fmla="*/ 4124613 w 6858000"/>
                <a:gd name="connsiteY340" fmla="*/ 750515 h 835479"/>
                <a:gd name="connsiteX341" fmla="*/ 4159666 w 6858000"/>
                <a:gd name="connsiteY341" fmla="*/ 750133 h 835479"/>
                <a:gd name="connsiteX342" fmla="*/ 4320836 w 6858000"/>
                <a:gd name="connsiteY342" fmla="*/ 755277 h 835479"/>
                <a:gd name="connsiteX343" fmla="*/ 4349221 w 6858000"/>
                <a:gd name="connsiteY343" fmla="*/ 760801 h 835479"/>
                <a:gd name="connsiteX344" fmla="*/ 4502578 w 6858000"/>
                <a:gd name="connsiteY344" fmla="*/ 738130 h 835479"/>
                <a:gd name="connsiteX345" fmla="*/ 4558206 w 6858000"/>
                <a:gd name="connsiteY345" fmla="*/ 734320 h 835479"/>
                <a:gd name="connsiteX346" fmla="*/ 4609451 w 6858000"/>
                <a:gd name="connsiteY346" fmla="*/ 728034 h 835479"/>
                <a:gd name="connsiteX347" fmla="*/ 4681082 w 6858000"/>
                <a:gd name="connsiteY347" fmla="*/ 726510 h 835479"/>
                <a:gd name="connsiteX348" fmla="*/ 4755380 w 6858000"/>
                <a:gd name="connsiteY348" fmla="*/ 729368 h 835479"/>
                <a:gd name="connsiteX349" fmla="*/ 4838249 w 6858000"/>
                <a:gd name="connsiteY349" fmla="*/ 728796 h 835479"/>
                <a:gd name="connsiteX350" fmla="*/ 4871018 w 6858000"/>
                <a:gd name="connsiteY350" fmla="*/ 723844 h 835479"/>
                <a:gd name="connsiteX351" fmla="*/ 4959601 w 6858000"/>
                <a:gd name="connsiteY351" fmla="*/ 727272 h 835479"/>
                <a:gd name="connsiteX352" fmla="*/ 5006085 w 6858000"/>
                <a:gd name="connsiteY352" fmla="*/ 721558 h 835479"/>
                <a:gd name="connsiteX353" fmla="*/ 5082669 w 6858000"/>
                <a:gd name="connsiteY353" fmla="*/ 720414 h 835479"/>
                <a:gd name="connsiteX354" fmla="*/ 5107626 w 6858000"/>
                <a:gd name="connsiteY354" fmla="*/ 719079 h 835479"/>
                <a:gd name="connsiteX355" fmla="*/ 5129915 w 6858000"/>
                <a:gd name="connsiteY355" fmla="*/ 718317 h 835479"/>
                <a:gd name="connsiteX356" fmla="*/ 5206307 w 6858000"/>
                <a:gd name="connsiteY356" fmla="*/ 733940 h 835479"/>
                <a:gd name="connsiteX357" fmla="*/ 5274128 w 6858000"/>
                <a:gd name="connsiteY357" fmla="*/ 734892 h 835479"/>
                <a:gd name="connsiteX358" fmla="*/ 5393004 w 6858000"/>
                <a:gd name="connsiteY358" fmla="*/ 747466 h 835479"/>
                <a:gd name="connsiteX359" fmla="*/ 5419294 w 6858000"/>
                <a:gd name="connsiteY359" fmla="*/ 743084 h 835479"/>
                <a:gd name="connsiteX360" fmla="*/ 5501593 w 6858000"/>
                <a:gd name="connsiteY360" fmla="*/ 741370 h 835479"/>
                <a:gd name="connsiteX361" fmla="*/ 5548459 w 6858000"/>
                <a:gd name="connsiteY361" fmla="*/ 740036 h 835479"/>
                <a:gd name="connsiteX362" fmla="*/ 5606371 w 6858000"/>
                <a:gd name="connsiteY362" fmla="*/ 749180 h 835479"/>
                <a:gd name="connsiteX363" fmla="*/ 5706958 w 6858000"/>
                <a:gd name="connsiteY363" fmla="*/ 768611 h 835479"/>
                <a:gd name="connsiteX364" fmla="*/ 5733439 w 6858000"/>
                <a:gd name="connsiteY364" fmla="*/ 771659 h 835479"/>
                <a:gd name="connsiteX365" fmla="*/ 5781829 w 6858000"/>
                <a:gd name="connsiteY365" fmla="*/ 780996 h 835479"/>
                <a:gd name="connsiteX366" fmla="*/ 5790591 w 6858000"/>
                <a:gd name="connsiteY366" fmla="*/ 782710 h 835479"/>
                <a:gd name="connsiteX367" fmla="*/ 5864317 w 6858000"/>
                <a:gd name="connsiteY367" fmla="*/ 806332 h 835479"/>
                <a:gd name="connsiteX368" fmla="*/ 5902609 w 6858000"/>
                <a:gd name="connsiteY368" fmla="*/ 808236 h 835479"/>
                <a:gd name="connsiteX369" fmla="*/ 6012722 w 6858000"/>
                <a:gd name="connsiteY369" fmla="*/ 808428 h 835479"/>
                <a:gd name="connsiteX370" fmla="*/ 6059396 w 6858000"/>
                <a:gd name="connsiteY370" fmla="*/ 804808 h 835479"/>
                <a:gd name="connsiteX371" fmla="*/ 6171604 w 6858000"/>
                <a:gd name="connsiteY371" fmla="*/ 790902 h 835479"/>
                <a:gd name="connsiteX372" fmla="*/ 6242092 w 6858000"/>
                <a:gd name="connsiteY372" fmla="*/ 784044 h 835479"/>
                <a:gd name="connsiteX373" fmla="*/ 6323057 w 6858000"/>
                <a:gd name="connsiteY373" fmla="*/ 773183 h 835479"/>
                <a:gd name="connsiteX374" fmla="*/ 6415832 w 6858000"/>
                <a:gd name="connsiteY374" fmla="*/ 766325 h 835479"/>
                <a:gd name="connsiteX375" fmla="*/ 6584811 w 6858000"/>
                <a:gd name="connsiteY375" fmla="*/ 745560 h 835479"/>
                <a:gd name="connsiteX376" fmla="*/ 6748457 w 6858000"/>
                <a:gd name="connsiteY376" fmla="*/ 724034 h 835479"/>
                <a:gd name="connsiteX377" fmla="*/ 6815515 w 6858000"/>
                <a:gd name="connsiteY377" fmla="*/ 704983 h 835479"/>
                <a:gd name="connsiteX378" fmla="*/ 6858000 w 6858000"/>
                <a:gd name="connsiteY378" fmla="*/ 695283 h 835479"/>
                <a:gd name="connsiteX379" fmla="*/ 6858000 w 6858000"/>
                <a:gd name="connsiteY379" fmla="*/ 456 h 835479"/>
                <a:gd name="connsiteX380" fmla="*/ 1687322 w 6858000"/>
                <a:gd name="connsiteY380" fmla="*/ 456 h 835479"/>
                <a:gd name="connsiteX381" fmla="*/ 1697753 w 6858000"/>
                <a:gd name="connsiteY381" fmla="*/ 10970 h 835479"/>
                <a:gd name="connsiteX382" fmla="*/ 1733188 w 6858000"/>
                <a:gd name="connsiteY382" fmla="*/ 33639 h 835479"/>
                <a:gd name="connsiteX383" fmla="*/ 1833775 w 6858000"/>
                <a:gd name="connsiteY383" fmla="*/ 75360 h 835479"/>
                <a:gd name="connsiteX384" fmla="*/ 1842158 w 6858000"/>
                <a:gd name="connsiteY384" fmla="*/ 82981 h 835479"/>
                <a:gd name="connsiteX385" fmla="*/ 1916454 w 6858000"/>
                <a:gd name="connsiteY385" fmla="*/ 173472 h 835479"/>
                <a:gd name="connsiteX386" fmla="*/ 1933219 w 6858000"/>
                <a:gd name="connsiteY386" fmla="*/ 188902 h 835479"/>
                <a:gd name="connsiteX387" fmla="*/ 1953413 w 6858000"/>
                <a:gd name="connsiteY387" fmla="*/ 212907 h 835479"/>
                <a:gd name="connsiteX388" fmla="*/ 2016469 w 6858000"/>
                <a:gd name="connsiteY388" fmla="*/ 259390 h 835479"/>
                <a:gd name="connsiteX389" fmla="*/ 2094578 w 6858000"/>
                <a:gd name="connsiteY389" fmla="*/ 274249 h 835479"/>
                <a:gd name="connsiteX390" fmla="*/ 2188879 w 6858000"/>
                <a:gd name="connsiteY390" fmla="*/ 296920 h 835479"/>
                <a:gd name="connsiteX391" fmla="*/ 2228314 w 6858000"/>
                <a:gd name="connsiteY391" fmla="*/ 312160 h 835479"/>
                <a:gd name="connsiteX392" fmla="*/ 2334044 w 6858000"/>
                <a:gd name="connsiteY392" fmla="*/ 341117 h 835479"/>
                <a:gd name="connsiteX393" fmla="*/ 2409485 w 6858000"/>
                <a:gd name="connsiteY393" fmla="*/ 365502 h 835479"/>
                <a:gd name="connsiteX394" fmla="*/ 2409487 w 6858000"/>
                <a:gd name="connsiteY394" fmla="*/ 365504 h 835479"/>
                <a:gd name="connsiteX395" fmla="*/ 2463015 w 6858000"/>
                <a:gd name="connsiteY395" fmla="*/ 388434 h 835479"/>
                <a:gd name="connsiteX396" fmla="*/ 2463017 w 6858000"/>
                <a:gd name="connsiteY396" fmla="*/ 388434 h 835479"/>
                <a:gd name="connsiteX397" fmla="*/ 2518262 w 6858000"/>
                <a:gd name="connsiteY397" fmla="*/ 379792 h 835479"/>
                <a:gd name="connsiteX398" fmla="*/ 2518263 w 6858000"/>
                <a:gd name="connsiteY398" fmla="*/ 379791 h 835479"/>
                <a:gd name="connsiteX399" fmla="*/ 2545005 w 6858000"/>
                <a:gd name="connsiteY399" fmla="*/ 376147 h 835479"/>
                <a:gd name="connsiteX400" fmla="*/ 2545006 w 6858000"/>
                <a:gd name="connsiteY400" fmla="*/ 376147 h 835479"/>
                <a:gd name="connsiteX401" fmla="*/ 2571034 w 6858000"/>
                <a:gd name="connsiteY401" fmla="*/ 380361 h 835479"/>
                <a:gd name="connsiteX402" fmla="*/ 2668001 w 6858000"/>
                <a:gd name="connsiteY402" fmla="*/ 453514 h 835479"/>
                <a:gd name="connsiteX403" fmla="*/ 2745348 w 6858000"/>
                <a:gd name="connsiteY403" fmla="*/ 501904 h 835479"/>
                <a:gd name="connsiteX404" fmla="*/ 2745351 w 6858000"/>
                <a:gd name="connsiteY404" fmla="*/ 501906 h 835479"/>
                <a:gd name="connsiteX405" fmla="*/ 2778005 w 6858000"/>
                <a:gd name="connsiteY405" fmla="*/ 507825 h 835479"/>
                <a:gd name="connsiteX406" fmla="*/ 2785439 w 6858000"/>
                <a:gd name="connsiteY406" fmla="*/ 507405 h 835479"/>
                <a:gd name="connsiteX407" fmla="*/ 2811779 w 6858000"/>
                <a:gd name="connsiteY407" fmla="*/ 497326 h 835479"/>
                <a:gd name="connsiteX408" fmla="*/ 2811786 w 6858000"/>
                <a:gd name="connsiteY408" fmla="*/ 497322 h 835479"/>
                <a:gd name="connsiteX409" fmla="*/ 2811786 w 6858000"/>
                <a:gd name="connsiteY409" fmla="*/ 497323 h 835479"/>
                <a:gd name="connsiteX410" fmla="*/ 2811779 w 6858000"/>
                <a:gd name="connsiteY410" fmla="*/ 497326 h 835479"/>
                <a:gd name="connsiteX411" fmla="*/ 2793022 w 6858000"/>
                <a:gd name="connsiteY411" fmla="*/ 506976 h 835479"/>
                <a:gd name="connsiteX412" fmla="*/ 2785439 w 6858000"/>
                <a:gd name="connsiteY412" fmla="*/ 507405 h 835479"/>
                <a:gd name="connsiteX413" fmla="*/ 2782304 w 6858000"/>
                <a:gd name="connsiteY413" fmla="*/ 508605 h 835479"/>
                <a:gd name="connsiteX414" fmla="*/ 2778005 w 6858000"/>
                <a:gd name="connsiteY414" fmla="*/ 507825 h 835479"/>
                <a:gd name="connsiteX415" fmla="*/ 2770757 w 6858000"/>
                <a:gd name="connsiteY415" fmla="*/ 508235 h 835479"/>
                <a:gd name="connsiteX416" fmla="*/ 2745351 w 6858000"/>
                <a:gd name="connsiteY416" fmla="*/ 501906 h 835479"/>
                <a:gd name="connsiteX417" fmla="*/ 2745347 w 6858000"/>
                <a:gd name="connsiteY417" fmla="*/ 501904 h 835479"/>
                <a:gd name="connsiteX418" fmla="*/ 2668000 w 6858000"/>
                <a:gd name="connsiteY418" fmla="*/ 453514 h 835479"/>
                <a:gd name="connsiteX419" fmla="*/ 2571033 w 6858000"/>
                <a:gd name="connsiteY419" fmla="*/ 380361 h 835479"/>
                <a:gd name="connsiteX420" fmla="*/ 2545006 w 6858000"/>
                <a:gd name="connsiteY420" fmla="*/ 376147 h 835479"/>
                <a:gd name="connsiteX421" fmla="*/ 2518264 w 6858000"/>
                <a:gd name="connsiteY421" fmla="*/ 379791 h 835479"/>
                <a:gd name="connsiteX422" fmla="*/ 2518262 w 6858000"/>
                <a:gd name="connsiteY422" fmla="*/ 379792 h 835479"/>
                <a:gd name="connsiteX423" fmla="*/ 2490550 w 6858000"/>
                <a:gd name="connsiteY423" fmla="*/ 386372 h 835479"/>
                <a:gd name="connsiteX424" fmla="*/ 2463017 w 6858000"/>
                <a:gd name="connsiteY424" fmla="*/ 388434 h 835479"/>
                <a:gd name="connsiteX425" fmla="*/ 2463016 w 6858000"/>
                <a:gd name="connsiteY425" fmla="*/ 388434 h 835479"/>
                <a:gd name="connsiteX426" fmla="*/ 2463015 w 6858000"/>
                <a:gd name="connsiteY426" fmla="*/ 388434 h 835479"/>
                <a:gd name="connsiteX427" fmla="*/ 2435912 w 6858000"/>
                <a:gd name="connsiteY427" fmla="*/ 382603 h 835479"/>
                <a:gd name="connsiteX428" fmla="*/ 2409487 w 6858000"/>
                <a:gd name="connsiteY428" fmla="*/ 365504 h 835479"/>
                <a:gd name="connsiteX429" fmla="*/ 2409484 w 6858000"/>
                <a:gd name="connsiteY429" fmla="*/ 365502 h 835479"/>
                <a:gd name="connsiteX430" fmla="*/ 2334043 w 6858000"/>
                <a:gd name="connsiteY430" fmla="*/ 341117 h 835479"/>
                <a:gd name="connsiteX431" fmla="*/ 2228313 w 6858000"/>
                <a:gd name="connsiteY431" fmla="*/ 312160 h 835479"/>
                <a:gd name="connsiteX432" fmla="*/ 2188878 w 6858000"/>
                <a:gd name="connsiteY432" fmla="*/ 296920 h 835479"/>
                <a:gd name="connsiteX433" fmla="*/ 2094577 w 6858000"/>
                <a:gd name="connsiteY433" fmla="*/ 274249 h 835479"/>
                <a:gd name="connsiteX434" fmla="*/ 2016468 w 6858000"/>
                <a:gd name="connsiteY434" fmla="*/ 259390 h 835479"/>
                <a:gd name="connsiteX435" fmla="*/ 1953412 w 6858000"/>
                <a:gd name="connsiteY435" fmla="*/ 212907 h 835479"/>
                <a:gd name="connsiteX436" fmla="*/ 1933218 w 6858000"/>
                <a:gd name="connsiteY436" fmla="*/ 188902 h 835479"/>
                <a:gd name="connsiteX437" fmla="*/ 1916453 w 6858000"/>
                <a:gd name="connsiteY437" fmla="*/ 173472 h 835479"/>
                <a:gd name="connsiteX438" fmla="*/ 1842157 w 6858000"/>
                <a:gd name="connsiteY438" fmla="*/ 82981 h 835479"/>
                <a:gd name="connsiteX439" fmla="*/ 1833774 w 6858000"/>
                <a:gd name="connsiteY439" fmla="*/ 75360 h 835479"/>
                <a:gd name="connsiteX440" fmla="*/ 1733187 w 6858000"/>
                <a:gd name="connsiteY440" fmla="*/ 33639 h 835479"/>
                <a:gd name="connsiteX441" fmla="*/ 1697752 w 6858000"/>
                <a:gd name="connsiteY441" fmla="*/ 10971 h 835479"/>
                <a:gd name="connsiteX442" fmla="*/ 1687320 w 6858000"/>
                <a:gd name="connsiteY442" fmla="*/ 456 h 835479"/>
                <a:gd name="connsiteX443" fmla="*/ 916806 w 6858000"/>
                <a:gd name="connsiteY443" fmla="*/ 456 h 835479"/>
                <a:gd name="connsiteX444" fmla="*/ 927155 w 6858000"/>
                <a:gd name="connsiteY444" fmla="*/ 9636 h 835479"/>
                <a:gd name="connsiteX445" fmla="*/ 1097087 w 6858000"/>
                <a:gd name="connsiteY445" fmla="*/ 6016 h 835479"/>
                <a:gd name="connsiteX446" fmla="*/ 1123185 w 6858000"/>
                <a:gd name="connsiteY446" fmla="*/ 1634 h 835479"/>
                <a:gd name="connsiteX447" fmla="*/ 1184028 w 6858000"/>
                <a:gd name="connsiteY447" fmla="*/ 26353 h 835479"/>
                <a:gd name="connsiteX448" fmla="*/ 1123184 w 6858000"/>
                <a:gd name="connsiteY448" fmla="*/ 1635 h 835479"/>
                <a:gd name="connsiteX449" fmla="*/ 1097086 w 6858000"/>
                <a:gd name="connsiteY449" fmla="*/ 6017 h 835479"/>
                <a:gd name="connsiteX450" fmla="*/ 927154 w 6858000"/>
                <a:gd name="connsiteY450" fmla="*/ 9637 h 835479"/>
                <a:gd name="connsiteX451" fmla="*/ 916804 w 6858000"/>
                <a:gd name="connsiteY451" fmla="*/ 456 h 835479"/>
                <a:gd name="connsiteX452" fmla="*/ 578772 w 6858000"/>
                <a:gd name="connsiteY452" fmla="*/ 456 h 835479"/>
                <a:gd name="connsiteX453" fmla="*/ 556046 w 6858000"/>
                <a:gd name="connsiteY453" fmla="*/ 6589 h 835479"/>
                <a:gd name="connsiteX454" fmla="*/ 517850 w 6858000"/>
                <a:gd name="connsiteY454" fmla="*/ 15506 h 835479"/>
                <a:gd name="connsiteX455" fmla="*/ 556047 w 6858000"/>
                <a:gd name="connsiteY455" fmla="*/ 6588 h 835479"/>
                <a:gd name="connsiteX456" fmla="*/ 578770 w 6858000"/>
                <a:gd name="connsiteY456" fmla="*/ 456 h 835479"/>
                <a:gd name="connsiteX457" fmla="*/ 0 w 6858000"/>
                <a:gd name="connsiteY457" fmla="*/ 456 h 835479"/>
                <a:gd name="connsiteX458" fmla="*/ 0 w 6858000"/>
                <a:gd name="connsiteY458" fmla="*/ 20445 h 835479"/>
                <a:gd name="connsiteX459" fmla="*/ 0 w 6858000"/>
                <a:gd name="connsiteY459" fmla="*/ 29969 h 83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Lst>
              <a:rect l="l" t="t" r="r" b="b"/>
              <a:pathLst>
                <a:path w="6858000" h="835479">
                  <a:moveTo>
                    <a:pt x="6564619" y="468946"/>
                  </a:moveTo>
                  <a:lnTo>
                    <a:pt x="6564620" y="468946"/>
                  </a:lnTo>
                  <a:cubicBezTo>
                    <a:pt x="6575478" y="479233"/>
                    <a:pt x="6582146" y="485329"/>
                    <a:pt x="6588625" y="491425"/>
                  </a:cubicBezTo>
                  <a:lnTo>
                    <a:pt x="6625224" y="508047"/>
                  </a:lnTo>
                  <a:lnTo>
                    <a:pt x="6662539" y="500953"/>
                  </a:lnTo>
                  <a:lnTo>
                    <a:pt x="6662540" y="500952"/>
                  </a:lnTo>
                  <a:lnTo>
                    <a:pt x="6662543" y="500951"/>
                  </a:lnTo>
                  <a:lnTo>
                    <a:pt x="6683026" y="489501"/>
                  </a:lnTo>
                  <a:lnTo>
                    <a:pt x="6702975" y="486354"/>
                  </a:lnTo>
                  <a:lnTo>
                    <a:pt x="6702976" y="486354"/>
                  </a:lnTo>
                  <a:cubicBezTo>
                    <a:pt x="6716168" y="486759"/>
                    <a:pt x="6729218" y="491903"/>
                    <a:pt x="6742552" y="500190"/>
                  </a:cubicBezTo>
                  <a:lnTo>
                    <a:pt x="6742554" y="500191"/>
                  </a:lnTo>
                  <a:lnTo>
                    <a:pt x="6812061" y="519668"/>
                  </a:lnTo>
                  <a:lnTo>
                    <a:pt x="6776799" y="514894"/>
                  </a:lnTo>
                  <a:lnTo>
                    <a:pt x="6742554" y="500191"/>
                  </a:lnTo>
                  <a:lnTo>
                    <a:pt x="6742551" y="500190"/>
                  </a:lnTo>
                  <a:lnTo>
                    <a:pt x="6702975" y="486354"/>
                  </a:lnTo>
                  <a:lnTo>
                    <a:pt x="6662543" y="500951"/>
                  </a:lnTo>
                  <a:lnTo>
                    <a:pt x="6662541" y="500952"/>
                  </a:lnTo>
                  <a:lnTo>
                    <a:pt x="6662539" y="500953"/>
                  </a:lnTo>
                  <a:lnTo>
                    <a:pt x="6645551" y="508036"/>
                  </a:lnTo>
                  <a:lnTo>
                    <a:pt x="6625224" y="508047"/>
                  </a:lnTo>
                  <a:lnTo>
                    <a:pt x="6625223" y="508047"/>
                  </a:lnTo>
                  <a:cubicBezTo>
                    <a:pt x="6611340" y="505951"/>
                    <a:pt x="6597577" y="499903"/>
                    <a:pt x="6588624" y="491425"/>
                  </a:cubicBezTo>
                  <a:close/>
                  <a:moveTo>
                    <a:pt x="6438980" y="549267"/>
                  </a:moveTo>
                  <a:lnTo>
                    <a:pt x="6463839" y="529336"/>
                  </a:lnTo>
                  <a:lnTo>
                    <a:pt x="6463848" y="529334"/>
                  </a:lnTo>
                  <a:lnTo>
                    <a:pt x="6513011" y="515538"/>
                  </a:lnTo>
                  <a:lnTo>
                    <a:pt x="6546193" y="496733"/>
                  </a:lnTo>
                  <a:lnTo>
                    <a:pt x="6546194" y="496733"/>
                  </a:lnTo>
                  <a:lnTo>
                    <a:pt x="6521803" y="513071"/>
                  </a:lnTo>
                  <a:lnTo>
                    <a:pt x="6513011" y="515538"/>
                  </a:lnTo>
                  <a:lnTo>
                    <a:pt x="6508051" y="518349"/>
                  </a:lnTo>
                  <a:lnTo>
                    <a:pt x="6463848" y="529334"/>
                  </a:lnTo>
                  <a:lnTo>
                    <a:pt x="6463840" y="529336"/>
                  </a:lnTo>
                  <a:cubicBezTo>
                    <a:pt x="6451649" y="532288"/>
                    <a:pt x="6444076" y="539765"/>
                    <a:pt x="6438980" y="549267"/>
                  </a:cubicBezTo>
                  <a:close/>
                  <a:moveTo>
                    <a:pt x="6365203" y="635242"/>
                  </a:moveTo>
                  <a:lnTo>
                    <a:pt x="6387909" y="633959"/>
                  </a:lnTo>
                  <a:lnTo>
                    <a:pt x="6391548" y="632195"/>
                  </a:lnTo>
                  <a:lnTo>
                    <a:pt x="6407331" y="624541"/>
                  </a:lnTo>
                  <a:lnTo>
                    <a:pt x="6407332" y="624541"/>
                  </a:lnTo>
                  <a:lnTo>
                    <a:pt x="6391548" y="632195"/>
                  </a:lnTo>
                  <a:lnTo>
                    <a:pt x="6387909" y="633961"/>
                  </a:lnTo>
                  <a:close/>
                  <a:moveTo>
                    <a:pt x="4221390" y="396172"/>
                  </a:moveTo>
                  <a:lnTo>
                    <a:pt x="4221391" y="396172"/>
                  </a:lnTo>
                  <a:cubicBezTo>
                    <a:pt x="4232060" y="396934"/>
                    <a:pt x="4243872" y="397124"/>
                    <a:pt x="4253014" y="401888"/>
                  </a:cubicBezTo>
                  <a:cubicBezTo>
                    <a:pt x="4277401" y="414081"/>
                    <a:pt x="4300070" y="429701"/>
                    <a:pt x="4324645" y="441704"/>
                  </a:cubicBezTo>
                  <a:lnTo>
                    <a:pt x="4363890" y="450658"/>
                  </a:lnTo>
                  <a:lnTo>
                    <a:pt x="4482003" y="449896"/>
                  </a:lnTo>
                  <a:cubicBezTo>
                    <a:pt x="4546775" y="447228"/>
                    <a:pt x="4612499" y="446656"/>
                    <a:pt x="4659173" y="389886"/>
                  </a:cubicBezTo>
                  <a:cubicBezTo>
                    <a:pt x="4662985" y="385314"/>
                    <a:pt x="4671175" y="382646"/>
                    <a:pt x="4677654" y="381884"/>
                  </a:cubicBezTo>
                  <a:cubicBezTo>
                    <a:pt x="4707563" y="378265"/>
                    <a:pt x="4738234" y="377883"/>
                    <a:pt x="4767763" y="371977"/>
                  </a:cubicBezTo>
                  <a:cubicBezTo>
                    <a:pt x="4779574" y="369596"/>
                    <a:pt x="4790386" y="368787"/>
                    <a:pt x="4800482" y="370668"/>
                  </a:cubicBezTo>
                  <a:lnTo>
                    <a:pt x="4800483" y="370668"/>
                  </a:lnTo>
                  <a:cubicBezTo>
                    <a:pt x="4810580" y="372549"/>
                    <a:pt x="4819963" y="377122"/>
                    <a:pt x="4828916" y="385504"/>
                  </a:cubicBezTo>
                  <a:lnTo>
                    <a:pt x="4863342" y="407685"/>
                  </a:lnTo>
                  <a:lnTo>
                    <a:pt x="4889274" y="415214"/>
                  </a:lnTo>
                  <a:lnTo>
                    <a:pt x="4912167" y="413509"/>
                  </a:lnTo>
                  <a:cubicBezTo>
                    <a:pt x="4919977" y="411794"/>
                    <a:pt x="4927121" y="411437"/>
                    <a:pt x="4933803" y="412107"/>
                  </a:cubicBezTo>
                  <a:lnTo>
                    <a:pt x="4933804" y="412107"/>
                  </a:lnTo>
                  <a:lnTo>
                    <a:pt x="4952672" y="416866"/>
                  </a:lnTo>
                  <a:lnTo>
                    <a:pt x="4957452" y="419659"/>
                  </a:lnTo>
                  <a:lnTo>
                    <a:pt x="4961455" y="420937"/>
                  </a:lnTo>
                  <a:cubicBezTo>
                    <a:pt x="4970096" y="425448"/>
                    <a:pt x="4978393" y="431154"/>
                    <a:pt x="4987037" y="436941"/>
                  </a:cubicBezTo>
                  <a:cubicBezTo>
                    <a:pt x="5003801" y="448180"/>
                    <a:pt x="5022852" y="462278"/>
                    <a:pt x="5041521" y="463420"/>
                  </a:cubicBezTo>
                  <a:lnTo>
                    <a:pt x="5041527" y="463422"/>
                  </a:lnTo>
                  <a:lnTo>
                    <a:pt x="5064789" y="468043"/>
                  </a:lnTo>
                  <a:lnTo>
                    <a:pt x="5070584" y="470217"/>
                  </a:lnTo>
                  <a:lnTo>
                    <a:pt x="5072375" y="470636"/>
                  </a:lnTo>
                  <a:lnTo>
                    <a:pt x="5087443" y="476540"/>
                  </a:lnTo>
                  <a:lnTo>
                    <a:pt x="5133219" y="489567"/>
                  </a:lnTo>
                  <a:lnTo>
                    <a:pt x="5133224" y="489569"/>
                  </a:lnTo>
                  <a:lnTo>
                    <a:pt x="5166112" y="482853"/>
                  </a:lnTo>
                  <a:lnTo>
                    <a:pt x="5166113" y="482853"/>
                  </a:lnTo>
                  <a:cubicBezTo>
                    <a:pt x="5167637" y="482091"/>
                    <a:pt x="5169780" y="482663"/>
                    <a:pt x="5172090" y="483545"/>
                  </a:cubicBezTo>
                  <a:lnTo>
                    <a:pt x="5179067" y="486091"/>
                  </a:lnTo>
                  <a:lnTo>
                    <a:pt x="5229432" y="485925"/>
                  </a:lnTo>
                  <a:lnTo>
                    <a:pt x="5243613" y="478254"/>
                  </a:lnTo>
                  <a:lnTo>
                    <a:pt x="5272795" y="462468"/>
                  </a:lnTo>
                  <a:cubicBezTo>
                    <a:pt x="5285440" y="450823"/>
                    <a:pt x="5298594" y="443117"/>
                    <a:pt x="5312287" y="438565"/>
                  </a:cubicBezTo>
                  <a:lnTo>
                    <a:pt x="5321350" y="437509"/>
                  </a:lnTo>
                  <a:lnTo>
                    <a:pt x="5326162" y="435035"/>
                  </a:lnTo>
                  <a:lnTo>
                    <a:pt x="5355013" y="433589"/>
                  </a:lnTo>
                  <a:lnTo>
                    <a:pt x="5355014" y="433589"/>
                  </a:lnTo>
                  <a:cubicBezTo>
                    <a:pt x="5364882" y="434238"/>
                    <a:pt x="5375002" y="435941"/>
                    <a:pt x="5385384" y="438465"/>
                  </a:cubicBezTo>
                  <a:cubicBezTo>
                    <a:pt x="5398721" y="441704"/>
                    <a:pt x="5412057" y="443990"/>
                    <a:pt x="5425582" y="446656"/>
                  </a:cubicBezTo>
                  <a:cubicBezTo>
                    <a:pt x="5443870" y="450466"/>
                    <a:pt x="5462351" y="454468"/>
                    <a:pt x="5480637" y="458278"/>
                  </a:cubicBezTo>
                  <a:lnTo>
                    <a:pt x="5507667" y="462803"/>
                  </a:lnTo>
                  <a:lnTo>
                    <a:pt x="5531691" y="452184"/>
                  </a:lnTo>
                  <a:lnTo>
                    <a:pt x="5531692" y="452183"/>
                  </a:lnTo>
                  <a:cubicBezTo>
                    <a:pt x="5537599" y="445133"/>
                    <a:pt x="5542648" y="441941"/>
                    <a:pt x="5547577" y="442037"/>
                  </a:cubicBezTo>
                  <a:lnTo>
                    <a:pt x="5547578" y="442037"/>
                  </a:lnTo>
                  <a:cubicBezTo>
                    <a:pt x="5552507" y="442132"/>
                    <a:pt x="5557317" y="445514"/>
                    <a:pt x="5562746" y="451610"/>
                  </a:cubicBezTo>
                  <a:cubicBezTo>
                    <a:pt x="5600467" y="494284"/>
                    <a:pt x="5646189" y="520954"/>
                    <a:pt x="5704483" y="522858"/>
                  </a:cubicBezTo>
                  <a:cubicBezTo>
                    <a:pt x="5716485" y="523241"/>
                    <a:pt x="5728678" y="525906"/>
                    <a:pt x="5740488" y="528765"/>
                  </a:cubicBezTo>
                  <a:cubicBezTo>
                    <a:pt x="5747728" y="530479"/>
                    <a:pt x="5756493" y="532385"/>
                    <a:pt x="5760873" y="537529"/>
                  </a:cubicBezTo>
                  <a:cubicBezTo>
                    <a:pt x="5794974" y="576772"/>
                    <a:pt x="5837457" y="604015"/>
                    <a:pt x="5883751" y="625924"/>
                  </a:cubicBezTo>
                  <a:lnTo>
                    <a:pt x="5883755" y="625926"/>
                  </a:lnTo>
                  <a:lnTo>
                    <a:pt x="5935945" y="643829"/>
                  </a:lnTo>
                  <a:lnTo>
                    <a:pt x="5935949" y="643830"/>
                  </a:lnTo>
                  <a:lnTo>
                    <a:pt x="5993289" y="640211"/>
                  </a:lnTo>
                  <a:lnTo>
                    <a:pt x="5993290" y="640210"/>
                  </a:lnTo>
                  <a:cubicBezTo>
                    <a:pt x="6004530" y="639068"/>
                    <a:pt x="6017484" y="639259"/>
                    <a:pt x="6026439" y="633735"/>
                  </a:cubicBezTo>
                  <a:cubicBezTo>
                    <a:pt x="6054824" y="616397"/>
                    <a:pt x="6082257" y="597729"/>
                    <a:pt x="6108737" y="577534"/>
                  </a:cubicBezTo>
                  <a:cubicBezTo>
                    <a:pt x="6120073" y="568866"/>
                    <a:pt x="6126883" y="563913"/>
                    <a:pt x="6133313" y="563843"/>
                  </a:cubicBezTo>
                  <a:lnTo>
                    <a:pt x="6133314" y="563843"/>
                  </a:lnTo>
                  <a:lnTo>
                    <a:pt x="6143189" y="567542"/>
                  </a:lnTo>
                  <a:lnTo>
                    <a:pt x="6155599" y="579438"/>
                  </a:lnTo>
                  <a:lnTo>
                    <a:pt x="6155602" y="579440"/>
                  </a:lnTo>
                  <a:cubicBezTo>
                    <a:pt x="6175797" y="601729"/>
                    <a:pt x="6200944" y="613349"/>
                    <a:pt x="6228756" y="618111"/>
                  </a:cubicBezTo>
                  <a:lnTo>
                    <a:pt x="6361539" y="635448"/>
                  </a:lnTo>
                  <a:lnTo>
                    <a:pt x="6361538" y="635448"/>
                  </a:lnTo>
                  <a:cubicBezTo>
                    <a:pt x="6317150" y="631828"/>
                    <a:pt x="6272763" y="625542"/>
                    <a:pt x="6228755" y="618111"/>
                  </a:cubicBezTo>
                  <a:cubicBezTo>
                    <a:pt x="6200943" y="613349"/>
                    <a:pt x="6175796" y="601729"/>
                    <a:pt x="6155601" y="579440"/>
                  </a:cubicBezTo>
                  <a:lnTo>
                    <a:pt x="6155599" y="579438"/>
                  </a:lnTo>
                  <a:lnTo>
                    <a:pt x="6133314" y="563843"/>
                  </a:lnTo>
                  <a:lnTo>
                    <a:pt x="6108738" y="577534"/>
                  </a:lnTo>
                  <a:cubicBezTo>
                    <a:pt x="6082258" y="597729"/>
                    <a:pt x="6054825" y="616397"/>
                    <a:pt x="6026440" y="633735"/>
                  </a:cubicBezTo>
                  <a:cubicBezTo>
                    <a:pt x="6017485" y="639259"/>
                    <a:pt x="6004531" y="639068"/>
                    <a:pt x="5993291" y="640210"/>
                  </a:cubicBezTo>
                  <a:lnTo>
                    <a:pt x="5993289" y="640211"/>
                  </a:lnTo>
                  <a:lnTo>
                    <a:pt x="5964476" y="643664"/>
                  </a:lnTo>
                  <a:lnTo>
                    <a:pt x="5935949" y="643830"/>
                  </a:lnTo>
                  <a:lnTo>
                    <a:pt x="5935948" y="643830"/>
                  </a:lnTo>
                  <a:lnTo>
                    <a:pt x="5935945" y="643829"/>
                  </a:lnTo>
                  <a:lnTo>
                    <a:pt x="5909350" y="636949"/>
                  </a:lnTo>
                  <a:lnTo>
                    <a:pt x="5883755" y="625926"/>
                  </a:lnTo>
                  <a:lnTo>
                    <a:pt x="5883750" y="625924"/>
                  </a:lnTo>
                  <a:cubicBezTo>
                    <a:pt x="5837456" y="604015"/>
                    <a:pt x="5794973" y="576772"/>
                    <a:pt x="5760872" y="537529"/>
                  </a:cubicBezTo>
                  <a:cubicBezTo>
                    <a:pt x="5756492" y="532385"/>
                    <a:pt x="5747727" y="530479"/>
                    <a:pt x="5740487" y="528765"/>
                  </a:cubicBezTo>
                  <a:cubicBezTo>
                    <a:pt x="5728677" y="525906"/>
                    <a:pt x="5716484" y="523241"/>
                    <a:pt x="5704482" y="522858"/>
                  </a:cubicBezTo>
                  <a:cubicBezTo>
                    <a:pt x="5646188" y="520954"/>
                    <a:pt x="5600466" y="494284"/>
                    <a:pt x="5562745" y="451610"/>
                  </a:cubicBezTo>
                  <a:lnTo>
                    <a:pt x="5547577" y="442037"/>
                  </a:lnTo>
                  <a:lnTo>
                    <a:pt x="5531693" y="452183"/>
                  </a:lnTo>
                  <a:lnTo>
                    <a:pt x="5531691" y="452184"/>
                  </a:lnTo>
                  <a:lnTo>
                    <a:pt x="5520421" y="460582"/>
                  </a:lnTo>
                  <a:lnTo>
                    <a:pt x="5507667" y="462803"/>
                  </a:lnTo>
                  <a:lnTo>
                    <a:pt x="5507666" y="462803"/>
                  </a:lnTo>
                  <a:cubicBezTo>
                    <a:pt x="5498831" y="462755"/>
                    <a:pt x="5489496" y="460183"/>
                    <a:pt x="5480636" y="458278"/>
                  </a:cubicBezTo>
                  <a:cubicBezTo>
                    <a:pt x="5462350" y="454468"/>
                    <a:pt x="5443869" y="450466"/>
                    <a:pt x="5425581" y="446656"/>
                  </a:cubicBezTo>
                  <a:cubicBezTo>
                    <a:pt x="5412056" y="443990"/>
                    <a:pt x="5398720" y="441704"/>
                    <a:pt x="5385383" y="438465"/>
                  </a:cubicBezTo>
                  <a:lnTo>
                    <a:pt x="5355013" y="433589"/>
                  </a:lnTo>
                  <a:lnTo>
                    <a:pt x="5321350" y="437509"/>
                  </a:lnTo>
                  <a:lnTo>
                    <a:pt x="5272796" y="462468"/>
                  </a:lnTo>
                  <a:lnTo>
                    <a:pt x="5243613" y="478254"/>
                  </a:lnTo>
                  <a:lnTo>
                    <a:pt x="5229433" y="485925"/>
                  </a:lnTo>
                  <a:cubicBezTo>
                    <a:pt x="5213597" y="489759"/>
                    <a:pt x="5196594" y="489711"/>
                    <a:pt x="5179067" y="486091"/>
                  </a:cubicBezTo>
                  <a:lnTo>
                    <a:pt x="5179066" y="486091"/>
                  </a:lnTo>
                  <a:cubicBezTo>
                    <a:pt x="5176875" y="485615"/>
                    <a:pt x="5174399" y="484425"/>
                    <a:pt x="5172089" y="483545"/>
                  </a:cubicBezTo>
                  <a:lnTo>
                    <a:pt x="5166113" y="482853"/>
                  </a:lnTo>
                  <a:lnTo>
                    <a:pt x="5133224" y="489569"/>
                  </a:lnTo>
                  <a:lnTo>
                    <a:pt x="5133223" y="489569"/>
                  </a:lnTo>
                  <a:lnTo>
                    <a:pt x="5133219" y="489567"/>
                  </a:lnTo>
                  <a:lnTo>
                    <a:pt x="5102460" y="482424"/>
                  </a:lnTo>
                  <a:lnTo>
                    <a:pt x="5087443" y="476540"/>
                  </a:lnTo>
                  <a:lnTo>
                    <a:pt x="5087422" y="476534"/>
                  </a:lnTo>
                  <a:lnTo>
                    <a:pt x="5070584" y="470217"/>
                  </a:lnTo>
                  <a:lnTo>
                    <a:pt x="5041527" y="463422"/>
                  </a:lnTo>
                  <a:lnTo>
                    <a:pt x="5041520" y="463420"/>
                  </a:lnTo>
                  <a:cubicBezTo>
                    <a:pt x="5022851" y="462278"/>
                    <a:pt x="5003800" y="448180"/>
                    <a:pt x="4987036" y="436941"/>
                  </a:cubicBezTo>
                  <a:lnTo>
                    <a:pt x="4957452" y="419659"/>
                  </a:lnTo>
                  <a:lnTo>
                    <a:pt x="4933804" y="412107"/>
                  </a:lnTo>
                  <a:lnTo>
                    <a:pt x="4912168" y="413509"/>
                  </a:lnTo>
                  <a:cubicBezTo>
                    <a:pt x="4904357" y="415271"/>
                    <a:pt x="4896713" y="415783"/>
                    <a:pt x="4889275" y="415214"/>
                  </a:cubicBezTo>
                  <a:lnTo>
                    <a:pt x="4889274" y="415214"/>
                  </a:lnTo>
                  <a:lnTo>
                    <a:pt x="4867613" y="410436"/>
                  </a:lnTo>
                  <a:lnTo>
                    <a:pt x="4863342" y="407685"/>
                  </a:lnTo>
                  <a:lnTo>
                    <a:pt x="4857316" y="405935"/>
                  </a:lnTo>
                  <a:cubicBezTo>
                    <a:pt x="4847213" y="400792"/>
                    <a:pt x="4837702" y="393791"/>
                    <a:pt x="4828915" y="385504"/>
                  </a:cubicBezTo>
                  <a:lnTo>
                    <a:pt x="4800482" y="370668"/>
                  </a:lnTo>
                  <a:lnTo>
                    <a:pt x="4767764" y="371977"/>
                  </a:lnTo>
                  <a:cubicBezTo>
                    <a:pt x="4738235" y="377883"/>
                    <a:pt x="4707564" y="378265"/>
                    <a:pt x="4677655" y="381884"/>
                  </a:cubicBezTo>
                  <a:cubicBezTo>
                    <a:pt x="4671176" y="382646"/>
                    <a:pt x="4662986" y="385314"/>
                    <a:pt x="4659174" y="389886"/>
                  </a:cubicBezTo>
                  <a:cubicBezTo>
                    <a:pt x="4612500" y="446656"/>
                    <a:pt x="4546776" y="447228"/>
                    <a:pt x="4482004" y="449896"/>
                  </a:cubicBezTo>
                  <a:cubicBezTo>
                    <a:pt x="4442761" y="451610"/>
                    <a:pt x="4403325" y="451610"/>
                    <a:pt x="4363890" y="450658"/>
                  </a:cubicBezTo>
                  <a:lnTo>
                    <a:pt x="4363889" y="450658"/>
                  </a:lnTo>
                  <a:cubicBezTo>
                    <a:pt x="4350553" y="450466"/>
                    <a:pt x="4336456" y="447418"/>
                    <a:pt x="4324644" y="441704"/>
                  </a:cubicBezTo>
                  <a:cubicBezTo>
                    <a:pt x="4300069" y="429701"/>
                    <a:pt x="4277400" y="414081"/>
                    <a:pt x="4253013" y="401888"/>
                  </a:cubicBezTo>
                  <a:close/>
                  <a:moveTo>
                    <a:pt x="4165382" y="392362"/>
                  </a:moveTo>
                  <a:lnTo>
                    <a:pt x="4165383" y="392362"/>
                  </a:lnTo>
                  <a:lnTo>
                    <a:pt x="4192387" y="396267"/>
                  </a:lnTo>
                  <a:lnTo>
                    <a:pt x="4192386" y="396267"/>
                  </a:lnTo>
                  <a:cubicBezTo>
                    <a:pt x="4182766" y="396363"/>
                    <a:pt x="4173479" y="395791"/>
                    <a:pt x="4165382" y="392362"/>
                  </a:cubicBezTo>
                  <a:close/>
                  <a:moveTo>
                    <a:pt x="3885337" y="379980"/>
                  </a:moveTo>
                  <a:lnTo>
                    <a:pt x="3885338" y="379980"/>
                  </a:lnTo>
                  <a:lnTo>
                    <a:pt x="3885341" y="379982"/>
                  </a:lnTo>
                  <a:lnTo>
                    <a:pt x="3962157" y="411865"/>
                  </a:lnTo>
                  <a:lnTo>
                    <a:pt x="3962159" y="411865"/>
                  </a:lnTo>
                  <a:lnTo>
                    <a:pt x="4043837" y="396173"/>
                  </a:lnTo>
                  <a:lnTo>
                    <a:pt x="4043838" y="396172"/>
                  </a:lnTo>
                  <a:cubicBezTo>
                    <a:pt x="4063841" y="387409"/>
                    <a:pt x="4083701" y="382027"/>
                    <a:pt x="4103824" y="381051"/>
                  </a:cubicBezTo>
                  <a:lnTo>
                    <a:pt x="4103825" y="381051"/>
                  </a:lnTo>
                  <a:lnTo>
                    <a:pt x="4134255" y="383018"/>
                  </a:lnTo>
                  <a:lnTo>
                    <a:pt x="4165381" y="392362"/>
                  </a:lnTo>
                  <a:lnTo>
                    <a:pt x="4103825" y="381051"/>
                  </a:lnTo>
                  <a:lnTo>
                    <a:pt x="4043839" y="396172"/>
                  </a:lnTo>
                  <a:lnTo>
                    <a:pt x="4043837" y="396173"/>
                  </a:lnTo>
                  <a:lnTo>
                    <a:pt x="4002409" y="409475"/>
                  </a:lnTo>
                  <a:lnTo>
                    <a:pt x="3962159" y="411865"/>
                  </a:lnTo>
                  <a:lnTo>
                    <a:pt x="3962158" y="411865"/>
                  </a:lnTo>
                  <a:lnTo>
                    <a:pt x="3962157" y="411865"/>
                  </a:lnTo>
                  <a:lnTo>
                    <a:pt x="3923124" y="402361"/>
                  </a:lnTo>
                  <a:lnTo>
                    <a:pt x="3885341" y="379982"/>
                  </a:lnTo>
                  <a:close/>
                  <a:moveTo>
                    <a:pt x="3669899" y="394577"/>
                  </a:moveTo>
                  <a:lnTo>
                    <a:pt x="3680163" y="397173"/>
                  </a:lnTo>
                  <a:lnTo>
                    <a:pt x="3734836" y="393125"/>
                  </a:lnTo>
                  <a:lnTo>
                    <a:pt x="3734837" y="393125"/>
                  </a:lnTo>
                  <a:cubicBezTo>
                    <a:pt x="3741315" y="392173"/>
                    <a:pt x="3749125" y="390839"/>
                    <a:pt x="3754652" y="393507"/>
                  </a:cubicBezTo>
                  <a:lnTo>
                    <a:pt x="3789775" y="399864"/>
                  </a:lnTo>
                  <a:lnTo>
                    <a:pt x="3822471" y="384932"/>
                  </a:lnTo>
                  <a:cubicBezTo>
                    <a:pt x="3831901" y="377884"/>
                    <a:pt x="3842045" y="372264"/>
                    <a:pt x="3852618" y="370597"/>
                  </a:cubicBezTo>
                  <a:lnTo>
                    <a:pt x="3852619" y="370597"/>
                  </a:lnTo>
                  <a:lnTo>
                    <a:pt x="3868763" y="371377"/>
                  </a:lnTo>
                  <a:lnTo>
                    <a:pt x="3885336" y="379980"/>
                  </a:lnTo>
                  <a:lnTo>
                    <a:pt x="3852619" y="370597"/>
                  </a:lnTo>
                  <a:lnTo>
                    <a:pt x="3822472" y="384932"/>
                  </a:lnTo>
                  <a:cubicBezTo>
                    <a:pt x="3811613" y="393124"/>
                    <a:pt x="3800896" y="398269"/>
                    <a:pt x="3789776" y="399864"/>
                  </a:cubicBezTo>
                  <a:lnTo>
                    <a:pt x="3789775" y="399864"/>
                  </a:lnTo>
                  <a:cubicBezTo>
                    <a:pt x="3778654" y="401460"/>
                    <a:pt x="3767129" y="399507"/>
                    <a:pt x="3754651" y="393507"/>
                  </a:cubicBezTo>
                  <a:lnTo>
                    <a:pt x="3734837" y="393125"/>
                  </a:lnTo>
                  <a:lnTo>
                    <a:pt x="3680163" y="397173"/>
                  </a:lnTo>
                  <a:lnTo>
                    <a:pt x="3680162" y="397173"/>
                  </a:lnTo>
                  <a:close/>
                  <a:moveTo>
                    <a:pt x="2836171" y="465063"/>
                  </a:moveTo>
                  <a:lnTo>
                    <a:pt x="2848792" y="456372"/>
                  </a:lnTo>
                  <a:cubicBezTo>
                    <a:pt x="2865009" y="451372"/>
                    <a:pt x="2881306" y="445515"/>
                    <a:pt x="2897784" y="440769"/>
                  </a:cubicBezTo>
                  <a:lnTo>
                    <a:pt x="2903549" y="439740"/>
                  </a:lnTo>
                  <a:lnTo>
                    <a:pt x="2914327" y="436466"/>
                  </a:lnTo>
                  <a:lnTo>
                    <a:pt x="2947858" y="431835"/>
                  </a:lnTo>
                  <a:lnTo>
                    <a:pt x="2947861" y="431834"/>
                  </a:lnTo>
                  <a:lnTo>
                    <a:pt x="2947862" y="431834"/>
                  </a:lnTo>
                  <a:cubicBezTo>
                    <a:pt x="2959156" y="431465"/>
                    <a:pt x="2970575" y="432465"/>
                    <a:pt x="2982148" y="435418"/>
                  </a:cubicBezTo>
                  <a:lnTo>
                    <a:pt x="3077401" y="447111"/>
                  </a:lnTo>
                  <a:lnTo>
                    <a:pt x="3172653" y="434656"/>
                  </a:lnTo>
                  <a:cubicBezTo>
                    <a:pt x="3276479" y="408747"/>
                    <a:pt x="3380304" y="381315"/>
                    <a:pt x="3489466" y="387029"/>
                  </a:cubicBezTo>
                  <a:cubicBezTo>
                    <a:pt x="3507562" y="387981"/>
                    <a:pt x="3529089" y="376360"/>
                    <a:pt x="3544712" y="364930"/>
                  </a:cubicBezTo>
                  <a:cubicBezTo>
                    <a:pt x="3559667" y="354072"/>
                    <a:pt x="3566811" y="348213"/>
                    <a:pt x="3574407" y="347308"/>
                  </a:cubicBezTo>
                  <a:lnTo>
                    <a:pt x="3574408" y="347308"/>
                  </a:lnTo>
                  <a:cubicBezTo>
                    <a:pt x="3582004" y="346403"/>
                    <a:pt x="3590053" y="350452"/>
                    <a:pt x="3606817" y="359406"/>
                  </a:cubicBezTo>
                  <a:cubicBezTo>
                    <a:pt x="3614819" y="363788"/>
                    <a:pt x="3624725" y="366454"/>
                    <a:pt x="3630632" y="372932"/>
                  </a:cubicBezTo>
                  <a:lnTo>
                    <a:pt x="3651953" y="388826"/>
                  </a:lnTo>
                  <a:lnTo>
                    <a:pt x="3630631" y="372932"/>
                  </a:lnTo>
                  <a:cubicBezTo>
                    <a:pt x="3624724" y="366454"/>
                    <a:pt x="3614818" y="363788"/>
                    <a:pt x="3606816" y="359406"/>
                  </a:cubicBezTo>
                  <a:cubicBezTo>
                    <a:pt x="3598434" y="354929"/>
                    <a:pt x="3592231" y="351678"/>
                    <a:pt x="3587173" y="349660"/>
                  </a:cubicBezTo>
                  <a:lnTo>
                    <a:pt x="3574407" y="347308"/>
                  </a:lnTo>
                  <a:lnTo>
                    <a:pt x="3562320" y="352387"/>
                  </a:lnTo>
                  <a:cubicBezTo>
                    <a:pt x="3557715" y="355322"/>
                    <a:pt x="3552190" y="359501"/>
                    <a:pt x="3544713" y="364930"/>
                  </a:cubicBezTo>
                  <a:cubicBezTo>
                    <a:pt x="3529090" y="376360"/>
                    <a:pt x="3507563" y="387981"/>
                    <a:pt x="3489467" y="387029"/>
                  </a:cubicBezTo>
                  <a:cubicBezTo>
                    <a:pt x="3380305" y="381315"/>
                    <a:pt x="3276480" y="408747"/>
                    <a:pt x="3172654" y="434656"/>
                  </a:cubicBezTo>
                  <a:cubicBezTo>
                    <a:pt x="3140649" y="442658"/>
                    <a:pt x="3109025" y="446896"/>
                    <a:pt x="3077401" y="447111"/>
                  </a:cubicBezTo>
                  <a:lnTo>
                    <a:pt x="3077400" y="447111"/>
                  </a:lnTo>
                  <a:cubicBezTo>
                    <a:pt x="3045776" y="447325"/>
                    <a:pt x="3014152" y="443515"/>
                    <a:pt x="2982147" y="435418"/>
                  </a:cubicBezTo>
                  <a:lnTo>
                    <a:pt x="2947862" y="431834"/>
                  </a:lnTo>
                  <a:lnTo>
                    <a:pt x="2947858" y="431835"/>
                  </a:lnTo>
                  <a:lnTo>
                    <a:pt x="2903549" y="439740"/>
                  </a:lnTo>
                  <a:lnTo>
                    <a:pt x="2848793" y="456372"/>
                  </a:lnTo>
                  <a:cubicBezTo>
                    <a:pt x="2844316" y="457705"/>
                    <a:pt x="2839982" y="460991"/>
                    <a:pt x="2836172" y="465063"/>
                  </a:cubicBezTo>
                  <a:close/>
                  <a:moveTo>
                    <a:pt x="1268757" y="18376"/>
                  </a:moveTo>
                  <a:cubicBezTo>
                    <a:pt x="1275401" y="18828"/>
                    <a:pt x="1281688" y="20400"/>
                    <a:pt x="1286069" y="23543"/>
                  </a:cubicBezTo>
                  <a:cubicBezTo>
                    <a:pt x="1306929" y="38116"/>
                    <a:pt x="1328552" y="44356"/>
                    <a:pt x="1350627" y="45880"/>
                  </a:cubicBezTo>
                  <a:lnTo>
                    <a:pt x="1413839" y="40286"/>
                  </a:lnTo>
                  <a:lnTo>
                    <a:pt x="1350626" y="45881"/>
                  </a:lnTo>
                  <a:cubicBezTo>
                    <a:pt x="1328551" y="44356"/>
                    <a:pt x="1306929" y="38117"/>
                    <a:pt x="1286068" y="23543"/>
                  </a:cubicBezTo>
                  <a:close/>
                  <a:moveTo>
                    <a:pt x="313532" y="14019"/>
                  </a:moveTo>
                  <a:lnTo>
                    <a:pt x="313533" y="14018"/>
                  </a:lnTo>
                  <a:cubicBezTo>
                    <a:pt x="316389" y="9826"/>
                    <a:pt x="330298" y="12112"/>
                    <a:pt x="338870" y="13446"/>
                  </a:cubicBezTo>
                  <a:lnTo>
                    <a:pt x="338902" y="13453"/>
                  </a:lnTo>
                  <a:lnTo>
                    <a:pt x="395639" y="23353"/>
                  </a:lnTo>
                  <a:lnTo>
                    <a:pt x="367327" y="19543"/>
                  </a:lnTo>
                  <a:lnTo>
                    <a:pt x="338902" y="13453"/>
                  </a:lnTo>
                  <a:lnTo>
                    <a:pt x="338869" y="13447"/>
                  </a:lnTo>
                  <a:cubicBezTo>
                    <a:pt x="334583" y="12780"/>
                    <a:pt x="328963" y="11875"/>
                    <a:pt x="324057" y="11661"/>
                  </a:cubicBezTo>
                  <a:close/>
                  <a:moveTo>
                    <a:pt x="281567" y="36346"/>
                  </a:moveTo>
                  <a:lnTo>
                    <a:pt x="295414" y="31451"/>
                  </a:lnTo>
                  <a:lnTo>
                    <a:pt x="295414" y="31452"/>
                  </a:lnTo>
                  <a:close/>
                  <a:moveTo>
                    <a:pt x="24485" y="23026"/>
                  </a:moveTo>
                  <a:lnTo>
                    <a:pt x="74128" y="20763"/>
                  </a:lnTo>
                  <a:cubicBezTo>
                    <a:pt x="91491" y="21686"/>
                    <a:pt x="108702" y="23996"/>
                    <a:pt x="125860" y="26687"/>
                  </a:cubicBezTo>
                  <a:lnTo>
                    <a:pt x="153386" y="31082"/>
                  </a:lnTo>
                  <a:lnTo>
                    <a:pt x="228943" y="39355"/>
                  </a:lnTo>
                  <a:lnTo>
                    <a:pt x="177270" y="34896"/>
                  </a:lnTo>
                  <a:lnTo>
                    <a:pt x="153386" y="31082"/>
                  </a:lnTo>
                  <a:lnTo>
                    <a:pt x="151568" y="30883"/>
                  </a:lnTo>
                  <a:cubicBezTo>
                    <a:pt x="125875" y="26653"/>
                    <a:pt x="100173" y="22148"/>
                    <a:pt x="74128" y="20764"/>
                  </a:cubicBezTo>
                  <a:close/>
                  <a:moveTo>
                    <a:pt x="0" y="29969"/>
                  </a:moveTo>
                  <a:lnTo>
                    <a:pt x="0" y="494077"/>
                  </a:lnTo>
                  <a:lnTo>
                    <a:pt x="2816" y="492950"/>
                  </a:lnTo>
                  <a:cubicBezTo>
                    <a:pt x="21485" y="484568"/>
                    <a:pt x="43011" y="481900"/>
                    <a:pt x="63586" y="478851"/>
                  </a:cubicBezTo>
                  <a:cubicBezTo>
                    <a:pt x="101307" y="473327"/>
                    <a:pt x="139218" y="469897"/>
                    <a:pt x="176938" y="464945"/>
                  </a:cubicBezTo>
                  <a:cubicBezTo>
                    <a:pt x="184940" y="463801"/>
                    <a:pt x="194084" y="461707"/>
                    <a:pt x="200181" y="456943"/>
                  </a:cubicBezTo>
                  <a:cubicBezTo>
                    <a:pt x="241900" y="424938"/>
                    <a:pt x="292578" y="415985"/>
                    <a:pt x="340773" y="419031"/>
                  </a:cubicBezTo>
                  <a:cubicBezTo>
                    <a:pt x="378685" y="421320"/>
                    <a:pt x="415834" y="423034"/>
                    <a:pt x="453363" y="419796"/>
                  </a:cubicBezTo>
                  <a:cubicBezTo>
                    <a:pt x="456221" y="419604"/>
                    <a:pt x="460031" y="419986"/>
                    <a:pt x="462125" y="421510"/>
                  </a:cubicBezTo>
                  <a:cubicBezTo>
                    <a:pt x="475080" y="431606"/>
                    <a:pt x="488606" y="432368"/>
                    <a:pt x="505181" y="434082"/>
                  </a:cubicBezTo>
                  <a:cubicBezTo>
                    <a:pt x="528614" y="436560"/>
                    <a:pt x="550140" y="434844"/>
                    <a:pt x="571859" y="430654"/>
                  </a:cubicBezTo>
                  <a:cubicBezTo>
                    <a:pt x="587671" y="427606"/>
                    <a:pt x="603672" y="421320"/>
                    <a:pt x="617771" y="413317"/>
                  </a:cubicBezTo>
                  <a:cubicBezTo>
                    <a:pt x="637391" y="402077"/>
                    <a:pt x="656254" y="397697"/>
                    <a:pt x="674922" y="412555"/>
                  </a:cubicBezTo>
                  <a:cubicBezTo>
                    <a:pt x="695115" y="428368"/>
                    <a:pt x="717976" y="422844"/>
                    <a:pt x="740267" y="423414"/>
                  </a:cubicBezTo>
                  <a:cubicBezTo>
                    <a:pt x="749981" y="423606"/>
                    <a:pt x="760269" y="423224"/>
                    <a:pt x="769604" y="425700"/>
                  </a:cubicBezTo>
                  <a:cubicBezTo>
                    <a:pt x="796654" y="432750"/>
                    <a:pt x="822755" y="443418"/>
                    <a:pt x="850188" y="448180"/>
                  </a:cubicBezTo>
                  <a:cubicBezTo>
                    <a:pt x="865429" y="450847"/>
                    <a:pt x="882383" y="446084"/>
                    <a:pt x="898197" y="442656"/>
                  </a:cubicBezTo>
                  <a:cubicBezTo>
                    <a:pt x="914199" y="439036"/>
                    <a:pt x="930010" y="433512"/>
                    <a:pt x="945443" y="427796"/>
                  </a:cubicBezTo>
                  <a:cubicBezTo>
                    <a:pt x="955919" y="423986"/>
                    <a:pt x="967349" y="420366"/>
                    <a:pt x="975732" y="413507"/>
                  </a:cubicBezTo>
                  <a:cubicBezTo>
                    <a:pt x="994784" y="397887"/>
                    <a:pt x="1014405" y="395219"/>
                    <a:pt x="1036886" y="403411"/>
                  </a:cubicBezTo>
                  <a:cubicBezTo>
                    <a:pt x="1040314" y="404745"/>
                    <a:pt x="1044314" y="404745"/>
                    <a:pt x="1048124" y="404935"/>
                  </a:cubicBezTo>
                  <a:cubicBezTo>
                    <a:pt x="1109090" y="408935"/>
                    <a:pt x="1170050" y="411413"/>
                    <a:pt x="1230632" y="417509"/>
                  </a:cubicBezTo>
                  <a:cubicBezTo>
                    <a:pt x="1255205" y="419986"/>
                    <a:pt x="1278828" y="430844"/>
                    <a:pt x="1303023" y="437702"/>
                  </a:cubicBezTo>
                  <a:cubicBezTo>
                    <a:pt x="1307977" y="439036"/>
                    <a:pt x="1313503" y="441132"/>
                    <a:pt x="1318455" y="440178"/>
                  </a:cubicBezTo>
                  <a:cubicBezTo>
                    <a:pt x="1372367" y="430654"/>
                    <a:pt x="1422853" y="444560"/>
                    <a:pt x="1472574" y="462849"/>
                  </a:cubicBezTo>
                  <a:cubicBezTo>
                    <a:pt x="1477716" y="464755"/>
                    <a:pt x="1484003" y="464183"/>
                    <a:pt x="1489719" y="463801"/>
                  </a:cubicBezTo>
                  <a:cubicBezTo>
                    <a:pt x="1505723" y="462469"/>
                    <a:pt x="1523058" y="455801"/>
                    <a:pt x="1537536" y="459801"/>
                  </a:cubicBezTo>
                  <a:cubicBezTo>
                    <a:pt x="1576018" y="470851"/>
                    <a:pt x="1614119" y="484186"/>
                    <a:pt x="1650316" y="500950"/>
                  </a:cubicBezTo>
                  <a:cubicBezTo>
                    <a:pt x="1687085" y="517905"/>
                    <a:pt x="1721184" y="532193"/>
                    <a:pt x="1763286" y="515049"/>
                  </a:cubicBezTo>
                  <a:cubicBezTo>
                    <a:pt x="1781193" y="507808"/>
                    <a:pt x="1804815" y="512953"/>
                    <a:pt x="1825392" y="514857"/>
                  </a:cubicBezTo>
                  <a:cubicBezTo>
                    <a:pt x="1840440" y="516381"/>
                    <a:pt x="1854919" y="524955"/>
                    <a:pt x="1869779" y="524955"/>
                  </a:cubicBezTo>
                  <a:cubicBezTo>
                    <a:pt x="1909407" y="524955"/>
                    <a:pt x="1944648" y="535051"/>
                    <a:pt x="1978939" y="555626"/>
                  </a:cubicBezTo>
                  <a:cubicBezTo>
                    <a:pt x="1992278" y="563626"/>
                    <a:pt x="2013042" y="558292"/>
                    <a:pt x="2030377" y="560388"/>
                  </a:cubicBezTo>
                  <a:cubicBezTo>
                    <a:pt x="2048667" y="562864"/>
                    <a:pt x="2067524" y="565150"/>
                    <a:pt x="2085053" y="570677"/>
                  </a:cubicBezTo>
                  <a:cubicBezTo>
                    <a:pt x="2130392" y="585155"/>
                    <a:pt x="2175162" y="601538"/>
                    <a:pt x="2220311" y="616778"/>
                  </a:cubicBezTo>
                  <a:cubicBezTo>
                    <a:pt x="2257458" y="629353"/>
                    <a:pt x="2294038" y="619446"/>
                    <a:pt x="2330805" y="614112"/>
                  </a:cubicBezTo>
                  <a:cubicBezTo>
                    <a:pt x="2353858" y="610682"/>
                    <a:pt x="2375382" y="602490"/>
                    <a:pt x="2401291" y="614682"/>
                  </a:cubicBezTo>
                  <a:cubicBezTo>
                    <a:pt x="2426058" y="626304"/>
                    <a:pt x="2457491" y="623636"/>
                    <a:pt x="2485306" y="629923"/>
                  </a:cubicBezTo>
                  <a:cubicBezTo>
                    <a:pt x="2508741" y="635257"/>
                    <a:pt x="2531408" y="643831"/>
                    <a:pt x="2554078" y="652213"/>
                  </a:cubicBezTo>
                  <a:cubicBezTo>
                    <a:pt x="2584941" y="663644"/>
                    <a:pt x="2615420" y="675644"/>
                    <a:pt x="2649142" y="669930"/>
                  </a:cubicBezTo>
                  <a:cubicBezTo>
                    <a:pt x="2687435" y="663452"/>
                    <a:pt x="2713722" y="687836"/>
                    <a:pt x="2743825" y="704031"/>
                  </a:cubicBezTo>
                  <a:cubicBezTo>
                    <a:pt x="2764589" y="715079"/>
                    <a:pt x="2787258" y="723272"/>
                    <a:pt x="2809929" y="730130"/>
                  </a:cubicBezTo>
                  <a:cubicBezTo>
                    <a:pt x="2840218" y="739084"/>
                    <a:pt x="2871461" y="744418"/>
                    <a:pt x="2901942" y="753181"/>
                  </a:cubicBezTo>
                  <a:cubicBezTo>
                    <a:pt x="2948046" y="766325"/>
                    <a:pt x="2994721" y="776613"/>
                    <a:pt x="3042727" y="769373"/>
                  </a:cubicBezTo>
                  <a:cubicBezTo>
                    <a:pt x="3064826" y="766135"/>
                    <a:pt x="3085402" y="766325"/>
                    <a:pt x="3107499" y="771089"/>
                  </a:cubicBezTo>
                  <a:cubicBezTo>
                    <a:pt x="3143694" y="778899"/>
                    <a:pt x="3180843" y="779852"/>
                    <a:pt x="3209992" y="808998"/>
                  </a:cubicBezTo>
                  <a:cubicBezTo>
                    <a:pt x="3220279" y="819287"/>
                    <a:pt x="3238757" y="821953"/>
                    <a:pt x="3253808" y="827287"/>
                  </a:cubicBezTo>
                  <a:cubicBezTo>
                    <a:pt x="3271144" y="833575"/>
                    <a:pt x="3283907" y="830335"/>
                    <a:pt x="3293243" y="812047"/>
                  </a:cubicBezTo>
                  <a:cubicBezTo>
                    <a:pt x="3297433" y="803856"/>
                    <a:pt x="3309436" y="795854"/>
                    <a:pt x="3318770" y="794520"/>
                  </a:cubicBezTo>
                  <a:cubicBezTo>
                    <a:pt x="3346775" y="790520"/>
                    <a:pt x="3372494" y="796426"/>
                    <a:pt x="3399545" y="809381"/>
                  </a:cubicBezTo>
                  <a:cubicBezTo>
                    <a:pt x="3424882" y="821573"/>
                    <a:pt x="3456507" y="820239"/>
                    <a:pt x="3485274" y="825001"/>
                  </a:cubicBezTo>
                  <a:cubicBezTo>
                    <a:pt x="3505656" y="828431"/>
                    <a:pt x="3526041" y="835479"/>
                    <a:pt x="3546616" y="835479"/>
                  </a:cubicBezTo>
                  <a:cubicBezTo>
                    <a:pt x="3572145" y="835479"/>
                    <a:pt x="3597481" y="829383"/>
                    <a:pt x="3623200" y="827097"/>
                  </a:cubicBezTo>
                  <a:cubicBezTo>
                    <a:pt x="3643203" y="825193"/>
                    <a:pt x="3663588" y="825955"/>
                    <a:pt x="3683590" y="823669"/>
                  </a:cubicBezTo>
                  <a:cubicBezTo>
                    <a:pt x="3699975" y="821953"/>
                    <a:pt x="3716167" y="817573"/>
                    <a:pt x="3732360" y="813953"/>
                  </a:cubicBezTo>
                  <a:cubicBezTo>
                    <a:pt x="3738266" y="812619"/>
                    <a:pt x="3744172" y="807474"/>
                    <a:pt x="3749505" y="808236"/>
                  </a:cubicBezTo>
                  <a:cubicBezTo>
                    <a:pt x="3802466" y="816429"/>
                    <a:pt x="3840568" y="779852"/>
                    <a:pt x="3885337" y="763659"/>
                  </a:cubicBezTo>
                  <a:cubicBezTo>
                    <a:pt x="3932393" y="746512"/>
                    <a:pt x="3977924" y="720224"/>
                    <a:pt x="4030502" y="728034"/>
                  </a:cubicBezTo>
                  <a:cubicBezTo>
                    <a:pt x="4062317" y="732796"/>
                    <a:pt x="4092988" y="743846"/>
                    <a:pt x="4124613" y="750515"/>
                  </a:cubicBezTo>
                  <a:cubicBezTo>
                    <a:pt x="4135853" y="752801"/>
                    <a:pt x="4148426" y="752419"/>
                    <a:pt x="4159666" y="750133"/>
                  </a:cubicBezTo>
                  <a:cubicBezTo>
                    <a:pt x="4213960" y="739654"/>
                    <a:pt x="4267492" y="738130"/>
                    <a:pt x="4320836" y="755277"/>
                  </a:cubicBezTo>
                  <a:cubicBezTo>
                    <a:pt x="4329978" y="758135"/>
                    <a:pt x="4339694" y="760801"/>
                    <a:pt x="4349221" y="760801"/>
                  </a:cubicBezTo>
                  <a:cubicBezTo>
                    <a:pt x="4401418" y="760801"/>
                    <a:pt x="4452664" y="756801"/>
                    <a:pt x="4502578" y="738130"/>
                  </a:cubicBezTo>
                  <a:cubicBezTo>
                    <a:pt x="4519342" y="731844"/>
                    <a:pt x="4539727" y="735844"/>
                    <a:pt x="4558206" y="734320"/>
                  </a:cubicBezTo>
                  <a:cubicBezTo>
                    <a:pt x="4575350" y="732988"/>
                    <a:pt x="4592877" y="732416"/>
                    <a:pt x="4609451" y="728034"/>
                  </a:cubicBezTo>
                  <a:cubicBezTo>
                    <a:pt x="4633646" y="721558"/>
                    <a:pt x="4656125" y="720796"/>
                    <a:pt x="4681082" y="726510"/>
                  </a:cubicBezTo>
                  <a:cubicBezTo>
                    <a:pt x="4704894" y="731844"/>
                    <a:pt x="4730613" y="729178"/>
                    <a:pt x="4755380" y="729368"/>
                  </a:cubicBezTo>
                  <a:cubicBezTo>
                    <a:pt x="4783003" y="729558"/>
                    <a:pt x="4810626" y="729748"/>
                    <a:pt x="4838249" y="728796"/>
                  </a:cubicBezTo>
                  <a:cubicBezTo>
                    <a:pt x="4849299" y="728416"/>
                    <a:pt x="4861872" y="720796"/>
                    <a:pt x="4871018" y="723844"/>
                  </a:cubicBezTo>
                  <a:cubicBezTo>
                    <a:pt x="4900545" y="734130"/>
                    <a:pt x="4930074" y="721748"/>
                    <a:pt x="4959601" y="727272"/>
                  </a:cubicBezTo>
                  <a:cubicBezTo>
                    <a:pt x="4974081" y="730130"/>
                    <a:pt x="4990464" y="722320"/>
                    <a:pt x="5006085" y="721558"/>
                  </a:cubicBezTo>
                  <a:cubicBezTo>
                    <a:pt x="5031613" y="720224"/>
                    <a:pt x="5057140" y="720796"/>
                    <a:pt x="5082669" y="720414"/>
                  </a:cubicBezTo>
                  <a:cubicBezTo>
                    <a:pt x="5091051" y="720224"/>
                    <a:pt x="5099244" y="719462"/>
                    <a:pt x="5107626" y="719079"/>
                  </a:cubicBezTo>
                  <a:cubicBezTo>
                    <a:pt x="5115056" y="718699"/>
                    <a:pt x="5122866" y="716985"/>
                    <a:pt x="5129915" y="718317"/>
                  </a:cubicBezTo>
                  <a:cubicBezTo>
                    <a:pt x="5155444" y="723082"/>
                    <a:pt x="5180590" y="730892"/>
                    <a:pt x="5206307" y="733940"/>
                  </a:cubicBezTo>
                  <a:cubicBezTo>
                    <a:pt x="5228596" y="736606"/>
                    <a:pt x="5251649" y="732988"/>
                    <a:pt x="5274128" y="734892"/>
                  </a:cubicBezTo>
                  <a:cubicBezTo>
                    <a:pt x="5313753" y="738130"/>
                    <a:pt x="5353378" y="743846"/>
                    <a:pt x="5393004" y="747466"/>
                  </a:cubicBezTo>
                  <a:cubicBezTo>
                    <a:pt x="5401578" y="748228"/>
                    <a:pt x="5410530" y="743464"/>
                    <a:pt x="5419294" y="743084"/>
                  </a:cubicBezTo>
                  <a:cubicBezTo>
                    <a:pt x="5446727" y="742132"/>
                    <a:pt x="5474160" y="741940"/>
                    <a:pt x="5501593" y="741370"/>
                  </a:cubicBezTo>
                  <a:cubicBezTo>
                    <a:pt x="5517214" y="741178"/>
                    <a:pt x="5533026" y="741750"/>
                    <a:pt x="5548459" y="740036"/>
                  </a:cubicBezTo>
                  <a:cubicBezTo>
                    <a:pt x="5568841" y="737750"/>
                    <a:pt x="5587320" y="734320"/>
                    <a:pt x="5606371" y="749180"/>
                  </a:cubicBezTo>
                  <a:cubicBezTo>
                    <a:pt x="5635710" y="772231"/>
                    <a:pt x="5673049" y="763277"/>
                    <a:pt x="5706958" y="768611"/>
                  </a:cubicBezTo>
                  <a:cubicBezTo>
                    <a:pt x="5715722" y="769945"/>
                    <a:pt x="5724677" y="770135"/>
                    <a:pt x="5733439" y="771659"/>
                  </a:cubicBezTo>
                  <a:cubicBezTo>
                    <a:pt x="5749633" y="774517"/>
                    <a:pt x="5765634" y="777755"/>
                    <a:pt x="5781829" y="780996"/>
                  </a:cubicBezTo>
                  <a:cubicBezTo>
                    <a:pt x="5784685" y="781566"/>
                    <a:pt x="5787923" y="781758"/>
                    <a:pt x="5790591" y="782710"/>
                  </a:cubicBezTo>
                  <a:cubicBezTo>
                    <a:pt x="5815168" y="790710"/>
                    <a:pt x="5839360" y="799854"/>
                    <a:pt x="5864317" y="806332"/>
                  </a:cubicBezTo>
                  <a:cubicBezTo>
                    <a:pt x="5876510" y="809571"/>
                    <a:pt x="5890036" y="809953"/>
                    <a:pt x="5902609" y="808236"/>
                  </a:cubicBezTo>
                  <a:cubicBezTo>
                    <a:pt x="5939376" y="803284"/>
                    <a:pt x="5975763" y="801188"/>
                    <a:pt x="6012722" y="808428"/>
                  </a:cubicBezTo>
                  <a:cubicBezTo>
                    <a:pt x="6027391" y="811285"/>
                    <a:pt x="6043775" y="806522"/>
                    <a:pt x="6059396" y="804808"/>
                  </a:cubicBezTo>
                  <a:cubicBezTo>
                    <a:pt x="6096735" y="800236"/>
                    <a:pt x="6134074" y="795282"/>
                    <a:pt x="6171604" y="790902"/>
                  </a:cubicBezTo>
                  <a:cubicBezTo>
                    <a:pt x="6195036" y="788234"/>
                    <a:pt x="6218659" y="786710"/>
                    <a:pt x="6242092" y="784044"/>
                  </a:cubicBezTo>
                  <a:cubicBezTo>
                    <a:pt x="6269143" y="780804"/>
                    <a:pt x="6296004" y="775851"/>
                    <a:pt x="6323057" y="773183"/>
                  </a:cubicBezTo>
                  <a:cubicBezTo>
                    <a:pt x="6353918" y="770135"/>
                    <a:pt x="6384971" y="769565"/>
                    <a:pt x="6415832" y="766325"/>
                  </a:cubicBezTo>
                  <a:cubicBezTo>
                    <a:pt x="6472224" y="760039"/>
                    <a:pt x="6528423" y="752609"/>
                    <a:pt x="6584811" y="745560"/>
                  </a:cubicBezTo>
                  <a:cubicBezTo>
                    <a:pt x="6639487" y="738702"/>
                    <a:pt x="6694163" y="732606"/>
                    <a:pt x="6748457" y="724034"/>
                  </a:cubicBezTo>
                  <a:cubicBezTo>
                    <a:pt x="6771318" y="720414"/>
                    <a:pt x="6793034" y="710507"/>
                    <a:pt x="6815515" y="704983"/>
                  </a:cubicBezTo>
                  <a:lnTo>
                    <a:pt x="6858000" y="695283"/>
                  </a:lnTo>
                  <a:lnTo>
                    <a:pt x="6858000" y="456"/>
                  </a:lnTo>
                  <a:lnTo>
                    <a:pt x="1687322" y="456"/>
                  </a:lnTo>
                  <a:lnTo>
                    <a:pt x="1697753" y="10970"/>
                  </a:lnTo>
                  <a:cubicBezTo>
                    <a:pt x="1707279" y="20877"/>
                    <a:pt x="1720423" y="27925"/>
                    <a:pt x="1733188" y="33639"/>
                  </a:cubicBezTo>
                  <a:cubicBezTo>
                    <a:pt x="1766335" y="48310"/>
                    <a:pt x="1800246" y="61454"/>
                    <a:pt x="1833775" y="75360"/>
                  </a:cubicBezTo>
                  <a:cubicBezTo>
                    <a:pt x="1837013" y="76694"/>
                    <a:pt x="1839679" y="80123"/>
                    <a:pt x="1842158" y="82981"/>
                  </a:cubicBezTo>
                  <a:cubicBezTo>
                    <a:pt x="1866922" y="113082"/>
                    <a:pt x="1891497" y="143371"/>
                    <a:pt x="1916454" y="173472"/>
                  </a:cubicBezTo>
                  <a:cubicBezTo>
                    <a:pt x="1921216" y="179186"/>
                    <a:pt x="1928076" y="183378"/>
                    <a:pt x="1933219" y="188902"/>
                  </a:cubicBezTo>
                  <a:cubicBezTo>
                    <a:pt x="1940459" y="196522"/>
                    <a:pt x="1949603" y="203763"/>
                    <a:pt x="1953413" y="212907"/>
                  </a:cubicBezTo>
                  <a:cubicBezTo>
                    <a:pt x="1965224" y="241672"/>
                    <a:pt x="1987894" y="254056"/>
                    <a:pt x="2016469" y="259390"/>
                  </a:cubicBezTo>
                  <a:cubicBezTo>
                    <a:pt x="2042570" y="264343"/>
                    <a:pt x="2068669" y="268535"/>
                    <a:pt x="2094578" y="274249"/>
                  </a:cubicBezTo>
                  <a:cubicBezTo>
                    <a:pt x="2126201" y="281107"/>
                    <a:pt x="2157636" y="288537"/>
                    <a:pt x="2188879" y="296920"/>
                  </a:cubicBezTo>
                  <a:cubicBezTo>
                    <a:pt x="2202404" y="300540"/>
                    <a:pt x="2216692" y="304730"/>
                    <a:pt x="2228314" y="312160"/>
                  </a:cubicBezTo>
                  <a:cubicBezTo>
                    <a:pt x="2260890" y="332735"/>
                    <a:pt x="2295753" y="346641"/>
                    <a:pt x="2334044" y="341117"/>
                  </a:cubicBezTo>
                  <a:cubicBezTo>
                    <a:pt x="2364715" y="336735"/>
                    <a:pt x="2390434" y="347975"/>
                    <a:pt x="2409485" y="365502"/>
                  </a:cubicBezTo>
                  <a:lnTo>
                    <a:pt x="2409487" y="365504"/>
                  </a:lnTo>
                  <a:lnTo>
                    <a:pt x="2463015" y="388434"/>
                  </a:lnTo>
                  <a:lnTo>
                    <a:pt x="2463017" y="388434"/>
                  </a:lnTo>
                  <a:lnTo>
                    <a:pt x="2518262" y="379792"/>
                  </a:lnTo>
                  <a:lnTo>
                    <a:pt x="2518263" y="379791"/>
                  </a:lnTo>
                  <a:cubicBezTo>
                    <a:pt x="2527789" y="377124"/>
                    <a:pt x="2536456" y="375980"/>
                    <a:pt x="2545005" y="376147"/>
                  </a:cubicBezTo>
                  <a:lnTo>
                    <a:pt x="2545006" y="376147"/>
                  </a:lnTo>
                  <a:cubicBezTo>
                    <a:pt x="2553555" y="376313"/>
                    <a:pt x="2561985" y="377790"/>
                    <a:pt x="2571034" y="380361"/>
                  </a:cubicBezTo>
                  <a:cubicBezTo>
                    <a:pt x="2612945" y="392363"/>
                    <a:pt x="2640950" y="424940"/>
                    <a:pt x="2668001" y="453514"/>
                  </a:cubicBezTo>
                  <a:cubicBezTo>
                    <a:pt x="2691054" y="477900"/>
                    <a:pt x="2716963" y="491615"/>
                    <a:pt x="2745348" y="501904"/>
                  </a:cubicBezTo>
                  <a:lnTo>
                    <a:pt x="2745351" y="501906"/>
                  </a:lnTo>
                  <a:lnTo>
                    <a:pt x="2778005" y="507825"/>
                  </a:lnTo>
                  <a:lnTo>
                    <a:pt x="2785439" y="507405"/>
                  </a:lnTo>
                  <a:lnTo>
                    <a:pt x="2811779" y="497326"/>
                  </a:lnTo>
                  <a:lnTo>
                    <a:pt x="2811786" y="497322"/>
                  </a:lnTo>
                  <a:lnTo>
                    <a:pt x="2811786" y="497323"/>
                  </a:lnTo>
                  <a:lnTo>
                    <a:pt x="2811779" y="497326"/>
                  </a:lnTo>
                  <a:lnTo>
                    <a:pt x="2793022" y="506976"/>
                  </a:lnTo>
                  <a:lnTo>
                    <a:pt x="2785439" y="507405"/>
                  </a:lnTo>
                  <a:lnTo>
                    <a:pt x="2782304" y="508605"/>
                  </a:lnTo>
                  <a:lnTo>
                    <a:pt x="2778005" y="507825"/>
                  </a:lnTo>
                  <a:lnTo>
                    <a:pt x="2770757" y="508235"/>
                  </a:lnTo>
                  <a:lnTo>
                    <a:pt x="2745351" y="501906"/>
                  </a:lnTo>
                  <a:lnTo>
                    <a:pt x="2745347" y="501904"/>
                  </a:lnTo>
                  <a:cubicBezTo>
                    <a:pt x="2716962" y="491615"/>
                    <a:pt x="2691053" y="477900"/>
                    <a:pt x="2668000" y="453514"/>
                  </a:cubicBezTo>
                  <a:cubicBezTo>
                    <a:pt x="2640949" y="424940"/>
                    <a:pt x="2612944" y="392363"/>
                    <a:pt x="2571033" y="380361"/>
                  </a:cubicBezTo>
                  <a:lnTo>
                    <a:pt x="2545006" y="376147"/>
                  </a:lnTo>
                  <a:lnTo>
                    <a:pt x="2518264" y="379791"/>
                  </a:lnTo>
                  <a:lnTo>
                    <a:pt x="2518262" y="379792"/>
                  </a:lnTo>
                  <a:lnTo>
                    <a:pt x="2490550" y="386372"/>
                  </a:lnTo>
                  <a:lnTo>
                    <a:pt x="2463017" y="388434"/>
                  </a:lnTo>
                  <a:lnTo>
                    <a:pt x="2463016" y="388434"/>
                  </a:lnTo>
                  <a:lnTo>
                    <a:pt x="2463015" y="388434"/>
                  </a:lnTo>
                  <a:lnTo>
                    <a:pt x="2435912" y="382603"/>
                  </a:lnTo>
                  <a:lnTo>
                    <a:pt x="2409487" y="365504"/>
                  </a:lnTo>
                  <a:lnTo>
                    <a:pt x="2409484" y="365502"/>
                  </a:lnTo>
                  <a:cubicBezTo>
                    <a:pt x="2390433" y="347975"/>
                    <a:pt x="2364714" y="336735"/>
                    <a:pt x="2334043" y="341117"/>
                  </a:cubicBezTo>
                  <a:cubicBezTo>
                    <a:pt x="2295752" y="346641"/>
                    <a:pt x="2260889" y="332735"/>
                    <a:pt x="2228313" y="312160"/>
                  </a:cubicBezTo>
                  <a:cubicBezTo>
                    <a:pt x="2216691" y="304730"/>
                    <a:pt x="2202403" y="300540"/>
                    <a:pt x="2188878" y="296920"/>
                  </a:cubicBezTo>
                  <a:cubicBezTo>
                    <a:pt x="2157635" y="288537"/>
                    <a:pt x="2126200" y="281107"/>
                    <a:pt x="2094577" y="274249"/>
                  </a:cubicBezTo>
                  <a:cubicBezTo>
                    <a:pt x="2068668" y="268535"/>
                    <a:pt x="2042569" y="264343"/>
                    <a:pt x="2016468" y="259390"/>
                  </a:cubicBezTo>
                  <a:cubicBezTo>
                    <a:pt x="1987893" y="254056"/>
                    <a:pt x="1965223" y="241672"/>
                    <a:pt x="1953412" y="212907"/>
                  </a:cubicBezTo>
                  <a:cubicBezTo>
                    <a:pt x="1949602" y="203763"/>
                    <a:pt x="1940458" y="196522"/>
                    <a:pt x="1933218" y="188902"/>
                  </a:cubicBezTo>
                  <a:cubicBezTo>
                    <a:pt x="1928075" y="183378"/>
                    <a:pt x="1921215" y="179186"/>
                    <a:pt x="1916453" y="173472"/>
                  </a:cubicBezTo>
                  <a:cubicBezTo>
                    <a:pt x="1891496" y="143371"/>
                    <a:pt x="1866921" y="113082"/>
                    <a:pt x="1842157" y="82981"/>
                  </a:cubicBezTo>
                  <a:cubicBezTo>
                    <a:pt x="1839678" y="80123"/>
                    <a:pt x="1837012" y="76694"/>
                    <a:pt x="1833774" y="75360"/>
                  </a:cubicBezTo>
                  <a:cubicBezTo>
                    <a:pt x="1800245" y="61454"/>
                    <a:pt x="1766334" y="48311"/>
                    <a:pt x="1733187" y="33639"/>
                  </a:cubicBezTo>
                  <a:cubicBezTo>
                    <a:pt x="1720422" y="27925"/>
                    <a:pt x="1707278" y="20877"/>
                    <a:pt x="1697752" y="10971"/>
                  </a:cubicBezTo>
                  <a:lnTo>
                    <a:pt x="1687320" y="456"/>
                  </a:lnTo>
                  <a:lnTo>
                    <a:pt x="916806" y="456"/>
                  </a:lnTo>
                  <a:lnTo>
                    <a:pt x="927155" y="9636"/>
                  </a:lnTo>
                  <a:cubicBezTo>
                    <a:pt x="994785" y="53644"/>
                    <a:pt x="1030980" y="52500"/>
                    <a:pt x="1097087" y="6016"/>
                  </a:cubicBezTo>
                  <a:cubicBezTo>
                    <a:pt x="1103945" y="1254"/>
                    <a:pt x="1118613" y="-2176"/>
                    <a:pt x="1123185" y="1634"/>
                  </a:cubicBezTo>
                  <a:cubicBezTo>
                    <a:pt x="1142617" y="17446"/>
                    <a:pt x="1162953" y="24495"/>
                    <a:pt x="1184028" y="26353"/>
                  </a:cubicBezTo>
                  <a:cubicBezTo>
                    <a:pt x="1162953" y="24495"/>
                    <a:pt x="1142616" y="17447"/>
                    <a:pt x="1123184" y="1635"/>
                  </a:cubicBezTo>
                  <a:cubicBezTo>
                    <a:pt x="1118612" y="-2175"/>
                    <a:pt x="1103944" y="1255"/>
                    <a:pt x="1097086" y="6017"/>
                  </a:cubicBezTo>
                  <a:cubicBezTo>
                    <a:pt x="1030979" y="52501"/>
                    <a:pt x="994784" y="53645"/>
                    <a:pt x="927154" y="9637"/>
                  </a:cubicBezTo>
                  <a:lnTo>
                    <a:pt x="916804" y="456"/>
                  </a:lnTo>
                  <a:lnTo>
                    <a:pt x="578772" y="456"/>
                  </a:lnTo>
                  <a:lnTo>
                    <a:pt x="556046" y="6589"/>
                  </a:lnTo>
                  <a:lnTo>
                    <a:pt x="517850" y="15506"/>
                  </a:lnTo>
                  <a:lnTo>
                    <a:pt x="556047" y="6588"/>
                  </a:lnTo>
                  <a:lnTo>
                    <a:pt x="578770" y="456"/>
                  </a:lnTo>
                  <a:lnTo>
                    <a:pt x="0" y="456"/>
                  </a:lnTo>
                  <a:lnTo>
                    <a:pt x="0" y="20445"/>
                  </a:lnTo>
                  <a:lnTo>
                    <a:pt x="0" y="29969"/>
                  </a:ln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4FC1571B-42E0-4C7A-9488-92A282EE84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3011716" y="3011261"/>
              <a:ext cx="6858000" cy="835479"/>
            </a:xfrm>
            <a:custGeom>
              <a:avLst/>
              <a:gdLst>
                <a:gd name="connsiteX0" fmla="*/ 6564619 w 6858000"/>
                <a:gd name="connsiteY0" fmla="*/ 468946 h 835479"/>
                <a:gd name="connsiteX1" fmla="*/ 6564620 w 6858000"/>
                <a:gd name="connsiteY1" fmla="*/ 468946 h 835479"/>
                <a:gd name="connsiteX2" fmla="*/ 6588625 w 6858000"/>
                <a:gd name="connsiteY2" fmla="*/ 491425 h 835479"/>
                <a:gd name="connsiteX3" fmla="*/ 6625224 w 6858000"/>
                <a:gd name="connsiteY3" fmla="*/ 508047 h 835479"/>
                <a:gd name="connsiteX4" fmla="*/ 6662539 w 6858000"/>
                <a:gd name="connsiteY4" fmla="*/ 500953 h 835479"/>
                <a:gd name="connsiteX5" fmla="*/ 6662540 w 6858000"/>
                <a:gd name="connsiteY5" fmla="*/ 500952 h 835479"/>
                <a:gd name="connsiteX6" fmla="*/ 6662543 w 6858000"/>
                <a:gd name="connsiteY6" fmla="*/ 500951 h 835479"/>
                <a:gd name="connsiteX7" fmla="*/ 6683026 w 6858000"/>
                <a:gd name="connsiteY7" fmla="*/ 489501 h 835479"/>
                <a:gd name="connsiteX8" fmla="*/ 6702975 w 6858000"/>
                <a:gd name="connsiteY8" fmla="*/ 486354 h 835479"/>
                <a:gd name="connsiteX9" fmla="*/ 6702976 w 6858000"/>
                <a:gd name="connsiteY9" fmla="*/ 486354 h 835479"/>
                <a:gd name="connsiteX10" fmla="*/ 6742552 w 6858000"/>
                <a:gd name="connsiteY10" fmla="*/ 500190 h 835479"/>
                <a:gd name="connsiteX11" fmla="*/ 6742554 w 6858000"/>
                <a:gd name="connsiteY11" fmla="*/ 500191 h 835479"/>
                <a:gd name="connsiteX12" fmla="*/ 6812061 w 6858000"/>
                <a:gd name="connsiteY12" fmla="*/ 519668 h 835479"/>
                <a:gd name="connsiteX13" fmla="*/ 6776799 w 6858000"/>
                <a:gd name="connsiteY13" fmla="*/ 514894 h 835479"/>
                <a:gd name="connsiteX14" fmla="*/ 6742554 w 6858000"/>
                <a:gd name="connsiteY14" fmla="*/ 500191 h 835479"/>
                <a:gd name="connsiteX15" fmla="*/ 6742551 w 6858000"/>
                <a:gd name="connsiteY15" fmla="*/ 500190 h 835479"/>
                <a:gd name="connsiteX16" fmla="*/ 6702975 w 6858000"/>
                <a:gd name="connsiteY16" fmla="*/ 486354 h 835479"/>
                <a:gd name="connsiteX17" fmla="*/ 6662543 w 6858000"/>
                <a:gd name="connsiteY17" fmla="*/ 500951 h 835479"/>
                <a:gd name="connsiteX18" fmla="*/ 6662541 w 6858000"/>
                <a:gd name="connsiteY18" fmla="*/ 500952 h 835479"/>
                <a:gd name="connsiteX19" fmla="*/ 6662539 w 6858000"/>
                <a:gd name="connsiteY19" fmla="*/ 500953 h 835479"/>
                <a:gd name="connsiteX20" fmla="*/ 6645551 w 6858000"/>
                <a:gd name="connsiteY20" fmla="*/ 508036 h 835479"/>
                <a:gd name="connsiteX21" fmla="*/ 6625224 w 6858000"/>
                <a:gd name="connsiteY21" fmla="*/ 508047 h 835479"/>
                <a:gd name="connsiteX22" fmla="*/ 6625223 w 6858000"/>
                <a:gd name="connsiteY22" fmla="*/ 508047 h 835479"/>
                <a:gd name="connsiteX23" fmla="*/ 6588624 w 6858000"/>
                <a:gd name="connsiteY23" fmla="*/ 491425 h 835479"/>
                <a:gd name="connsiteX24" fmla="*/ 6438980 w 6858000"/>
                <a:gd name="connsiteY24" fmla="*/ 549267 h 835479"/>
                <a:gd name="connsiteX25" fmla="*/ 6463839 w 6858000"/>
                <a:gd name="connsiteY25" fmla="*/ 529336 h 835479"/>
                <a:gd name="connsiteX26" fmla="*/ 6463848 w 6858000"/>
                <a:gd name="connsiteY26" fmla="*/ 529334 h 835479"/>
                <a:gd name="connsiteX27" fmla="*/ 6513011 w 6858000"/>
                <a:gd name="connsiteY27" fmla="*/ 515538 h 835479"/>
                <a:gd name="connsiteX28" fmla="*/ 6546193 w 6858000"/>
                <a:gd name="connsiteY28" fmla="*/ 496733 h 835479"/>
                <a:gd name="connsiteX29" fmla="*/ 6546194 w 6858000"/>
                <a:gd name="connsiteY29" fmla="*/ 496733 h 835479"/>
                <a:gd name="connsiteX30" fmla="*/ 6521803 w 6858000"/>
                <a:gd name="connsiteY30" fmla="*/ 513071 h 835479"/>
                <a:gd name="connsiteX31" fmla="*/ 6513011 w 6858000"/>
                <a:gd name="connsiteY31" fmla="*/ 515538 h 835479"/>
                <a:gd name="connsiteX32" fmla="*/ 6508051 w 6858000"/>
                <a:gd name="connsiteY32" fmla="*/ 518349 h 835479"/>
                <a:gd name="connsiteX33" fmla="*/ 6463848 w 6858000"/>
                <a:gd name="connsiteY33" fmla="*/ 529334 h 835479"/>
                <a:gd name="connsiteX34" fmla="*/ 6463840 w 6858000"/>
                <a:gd name="connsiteY34" fmla="*/ 529336 h 835479"/>
                <a:gd name="connsiteX35" fmla="*/ 6438980 w 6858000"/>
                <a:gd name="connsiteY35" fmla="*/ 549267 h 835479"/>
                <a:gd name="connsiteX36" fmla="*/ 6365203 w 6858000"/>
                <a:gd name="connsiteY36" fmla="*/ 635242 h 835479"/>
                <a:gd name="connsiteX37" fmla="*/ 6387909 w 6858000"/>
                <a:gd name="connsiteY37" fmla="*/ 633959 h 835479"/>
                <a:gd name="connsiteX38" fmla="*/ 6391548 w 6858000"/>
                <a:gd name="connsiteY38" fmla="*/ 632195 h 835479"/>
                <a:gd name="connsiteX39" fmla="*/ 6407331 w 6858000"/>
                <a:gd name="connsiteY39" fmla="*/ 624541 h 835479"/>
                <a:gd name="connsiteX40" fmla="*/ 6407332 w 6858000"/>
                <a:gd name="connsiteY40" fmla="*/ 624541 h 835479"/>
                <a:gd name="connsiteX41" fmla="*/ 6391548 w 6858000"/>
                <a:gd name="connsiteY41" fmla="*/ 632195 h 835479"/>
                <a:gd name="connsiteX42" fmla="*/ 6387909 w 6858000"/>
                <a:gd name="connsiteY42" fmla="*/ 633961 h 835479"/>
                <a:gd name="connsiteX43" fmla="*/ 4221390 w 6858000"/>
                <a:gd name="connsiteY43" fmla="*/ 396172 h 835479"/>
                <a:gd name="connsiteX44" fmla="*/ 4221391 w 6858000"/>
                <a:gd name="connsiteY44" fmla="*/ 396172 h 835479"/>
                <a:gd name="connsiteX45" fmla="*/ 4253014 w 6858000"/>
                <a:gd name="connsiteY45" fmla="*/ 401888 h 835479"/>
                <a:gd name="connsiteX46" fmla="*/ 4324645 w 6858000"/>
                <a:gd name="connsiteY46" fmla="*/ 441704 h 835479"/>
                <a:gd name="connsiteX47" fmla="*/ 4363890 w 6858000"/>
                <a:gd name="connsiteY47" fmla="*/ 450658 h 835479"/>
                <a:gd name="connsiteX48" fmla="*/ 4482003 w 6858000"/>
                <a:gd name="connsiteY48" fmla="*/ 449896 h 835479"/>
                <a:gd name="connsiteX49" fmla="*/ 4659173 w 6858000"/>
                <a:gd name="connsiteY49" fmla="*/ 389886 h 835479"/>
                <a:gd name="connsiteX50" fmla="*/ 4677654 w 6858000"/>
                <a:gd name="connsiteY50" fmla="*/ 381884 h 835479"/>
                <a:gd name="connsiteX51" fmla="*/ 4767763 w 6858000"/>
                <a:gd name="connsiteY51" fmla="*/ 371977 h 835479"/>
                <a:gd name="connsiteX52" fmla="*/ 4800482 w 6858000"/>
                <a:gd name="connsiteY52" fmla="*/ 370668 h 835479"/>
                <a:gd name="connsiteX53" fmla="*/ 4800483 w 6858000"/>
                <a:gd name="connsiteY53" fmla="*/ 370668 h 835479"/>
                <a:gd name="connsiteX54" fmla="*/ 4828916 w 6858000"/>
                <a:gd name="connsiteY54" fmla="*/ 385504 h 835479"/>
                <a:gd name="connsiteX55" fmla="*/ 4863342 w 6858000"/>
                <a:gd name="connsiteY55" fmla="*/ 407685 h 835479"/>
                <a:gd name="connsiteX56" fmla="*/ 4889274 w 6858000"/>
                <a:gd name="connsiteY56" fmla="*/ 415214 h 835479"/>
                <a:gd name="connsiteX57" fmla="*/ 4912167 w 6858000"/>
                <a:gd name="connsiteY57" fmla="*/ 413509 h 835479"/>
                <a:gd name="connsiteX58" fmla="*/ 4933803 w 6858000"/>
                <a:gd name="connsiteY58" fmla="*/ 412107 h 835479"/>
                <a:gd name="connsiteX59" fmla="*/ 4933804 w 6858000"/>
                <a:gd name="connsiteY59" fmla="*/ 412107 h 835479"/>
                <a:gd name="connsiteX60" fmla="*/ 4952672 w 6858000"/>
                <a:gd name="connsiteY60" fmla="*/ 416866 h 835479"/>
                <a:gd name="connsiteX61" fmla="*/ 4957452 w 6858000"/>
                <a:gd name="connsiteY61" fmla="*/ 419659 h 835479"/>
                <a:gd name="connsiteX62" fmla="*/ 4961455 w 6858000"/>
                <a:gd name="connsiteY62" fmla="*/ 420937 h 835479"/>
                <a:gd name="connsiteX63" fmla="*/ 4987037 w 6858000"/>
                <a:gd name="connsiteY63" fmla="*/ 436941 h 835479"/>
                <a:gd name="connsiteX64" fmla="*/ 5041521 w 6858000"/>
                <a:gd name="connsiteY64" fmla="*/ 463420 h 835479"/>
                <a:gd name="connsiteX65" fmla="*/ 5041527 w 6858000"/>
                <a:gd name="connsiteY65" fmla="*/ 463422 h 835479"/>
                <a:gd name="connsiteX66" fmla="*/ 5064789 w 6858000"/>
                <a:gd name="connsiteY66" fmla="*/ 468043 h 835479"/>
                <a:gd name="connsiteX67" fmla="*/ 5070584 w 6858000"/>
                <a:gd name="connsiteY67" fmla="*/ 470217 h 835479"/>
                <a:gd name="connsiteX68" fmla="*/ 5072375 w 6858000"/>
                <a:gd name="connsiteY68" fmla="*/ 470636 h 835479"/>
                <a:gd name="connsiteX69" fmla="*/ 5087443 w 6858000"/>
                <a:gd name="connsiteY69" fmla="*/ 476540 h 835479"/>
                <a:gd name="connsiteX70" fmla="*/ 5133219 w 6858000"/>
                <a:gd name="connsiteY70" fmla="*/ 489567 h 835479"/>
                <a:gd name="connsiteX71" fmla="*/ 5133224 w 6858000"/>
                <a:gd name="connsiteY71" fmla="*/ 489569 h 835479"/>
                <a:gd name="connsiteX72" fmla="*/ 5166112 w 6858000"/>
                <a:gd name="connsiteY72" fmla="*/ 482853 h 835479"/>
                <a:gd name="connsiteX73" fmla="*/ 5166113 w 6858000"/>
                <a:gd name="connsiteY73" fmla="*/ 482853 h 835479"/>
                <a:gd name="connsiteX74" fmla="*/ 5172090 w 6858000"/>
                <a:gd name="connsiteY74" fmla="*/ 483545 h 835479"/>
                <a:gd name="connsiteX75" fmla="*/ 5179067 w 6858000"/>
                <a:gd name="connsiteY75" fmla="*/ 486091 h 835479"/>
                <a:gd name="connsiteX76" fmla="*/ 5229432 w 6858000"/>
                <a:gd name="connsiteY76" fmla="*/ 485925 h 835479"/>
                <a:gd name="connsiteX77" fmla="*/ 5243613 w 6858000"/>
                <a:gd name="connsiteY77" fmla="*/ 478254 h 835479"/>
                <a:gd name="connsiteX78" fmla="*/ 5272795 w 6858000"/>
                <a:gd name="connsiteY78" fmla="*/ 462468 h 835479"/>
                <a:gd name="connsiteX79" fmla="*/ 5312287 w 6858000"/>
                <a:gd name="connsiteY79" fmla="*/ 438565 h 835479"/>
                <a:gd name="connsiteX80" fmla="*/ 5321350 w 6858000"/>
                <a:gd name="connsiteY80" fmla="*/ 437509 h 835479"/>
                <a:gd name="connsiteX81" fmla="*/ 5326162 w 6858000"/>
                <a:gd name="connsiteY81" fmla="*/ 435035 h 835479"/>
                <a:gd name="connsiteX82" fmla="*/ 5355013 w 6858000"/>
                <a:gd name="connsiteY82" fmla="*/ 433589 h 835479"/>
                <a:gd name="connsiteX83" fmla="*/ 5355014 w 6858000"/>
                <a:gd name="connsiteY83" fmla="*/ 433589 h 835479"/>
                <a:gd name="connsiteX84" fmla="*/ 5385384 w 6858000"/>
                <a:gd name="connsiteY84" fmla="*/ 438465 h 835479"/>
                <a:gd name="connsiteX85" fmla="*/ 5425582 w 6858000"/>
                <a:gd name="connsiteY85" fmla="*/ 446656 h 835479"/>
                <a:gd name="connsiteX86" fmla="*/ 5480637 w 6858000"/>
                <a:gd name="connsiteY86" fmla="*/ 458278 h 835479"/>
                <a:gd name="connsiteX87" fmla="*/ 5507667 w 6858000"/>
                <a:gd name="connsiteY87" fmla="*/ 462803 h 835479"/>
                <a:gd name="connsiteX88" fmla="*/ 5531691 w 6858000"/>
                <a:gd name="connsiteY88" fmla="*/ 452184 h 835479"/>
                <a:gd name="connsiteX89" fmla="*/ 5531692 w 6858000"/>
                <a:gd name="connsiteY89" fmla="*/ 452183 h 835479"/>
                <a:gd name="connsiteX90" fmla="*/ 5547577 w 6858000"/>
                <a:gd name="connsiteY90" fmla="*/ 442037 h 835479"/>
                <a:gd name="connsiteX91" fmla="*/ 5547578 w 6858000"/>
                <a:gd name="connsiteY91" fmla="*/ 442037 h 835479"/>
                <a:gd name="connsiteX92" fmla="*/ 5562746 w 6858000"/>
                <a:gd name="connsiteY92" fmla="*/ 451610 h 835479"/>
                <a:gd name="connsiteX93" fmla="*/ 5704483 w 6858000"/>
                <a:gd name="connsiteY93" fmla="*/ 522858 h 835479"/>
                <a:gd name="connsiteX94" fmla="*/ 5740488 w 6858000"/>
                <a:gd name="connsiteY94" fmla="*/ 528765 h 835479"/>
                <a:gd name="connsiteX95" fmla="*/ 5760873 w 6858000"/>
                <a:gd name="connsiteY95" fmla="*/ 537529 h 835479"/>
                <a:gd name="connsiteX96" fmla="*/ 5883751 w 6858000"/>
                <a:gd name="connsiteY96" fmla="*/ 625924 h 835479"/>
                <a:gd name="connsiteX97" fmla="*/ 5883755 w 6858000"/>
                <a:gd name="connsiteY97" fmla="*/ 625926 h 835479"/>
                <a:gd name="connsiteX98" fmla="*/ 5935945 w 6858000"/>
                <a:gd name="connsiteY98" fmla="*/ 643829 h 835479"/>
                <a:gd name="connsiteX99" fmla="*/ 5935949 w 6858000"/>
                <a:gd name="connsiteY99" fmla="*/ 643830 h 835479"/>
                <a:gd name="connsiteX100" fmla="*/ 5993289 w 6858000"/>
                <a:gd name="connsiteY100" fmla="*/ 640211 h 835479"/>
                <a:gd name="connsiteX101" fmla="*/ 5993290 w 6858000"/>
                <a:gd name="connsiteY101" fmla="*/ 640210 h 835479"/>
                <a:gd name="connsiteX102" fmla="*/ 6026439 w 6858000"/>
                <a:gd name="connsiteY102" fmla="*/ 633735 h 835479"/>
                <a:gd name="connsiteX103" fmla="*/ 6108737 w 6858000"/>
                <a:gd name="connsiteY103" fmla="*/ 577534 h 835479"/>
                <a:gd name="connsiteX104" fmla="*/ 6133313 w 6858000"/>
                <a:gd name="connsiteY104" fmla="*/ 563843 h 835479"/>
                <a:gd name="connsiteX105" fmla="*/ 6133314 w 6858000"/>
                <a:gd name="connsiteY105" fmla="*/ 563843 h 835479"/>
                <a:gd name="connsiteX106" fmla="*/ 6143189 w 6858000"/>
                <a:gd name="connsiteY106" fmla="*/ 567542 h 835479"/>
                <a:gd name="connsiteX107" fmla="*/ 6155599 w 6858000"/>
                <a:gd name="connsiteY107" fmla="*/ 579438 h 835479"/>
                <a:gd name="connsiteX108" fmla="*/ 6155602 w 6858000"/>
                <a:gd name="connsiteY108" fmla="*/ 579440 h 835479"/>
                <a:gd name="connsiteX109" fmla="*/ 6228756 w 6858000"/>
                <a:gd name="connsiteY109" fmla="*/ 618111 h 835479"/>
                <a:gd name="connsiteX110" fmla="*/ 6361539 w 6858000"/>
                <a:gd name="connsiteY110" fmla="*/ 635448 h 835479"/>
                <a:gd name="connsiteX111" fmla="*/ 6361538 w 6858000"/>
                <a:gd name="connsiteY111" fmla="*/ 635448 h 835479"/>
                <a:gd name="connsiteX112" fmla="*/ 6228755 w 6858000"/>
                <a:gd name="connsiteY112" fmla="*/ 618111 h 835479"/>
                <a:gd name="connsiteX113" fmla="*/ 6155601 w 6858000"/>
                <a:gd name="connsiteY113" fmla="*/ 579440 h 835479"/>
                <a:gd name="connsiteX114" fmla="*/ 6155599 w 6858000"/>
                <a:gd name="connsiteY114" fmla="*/ 579438 h 835479"/>
                <a:gd name="connsiteX115" fmla="*/ 6133314 w 6858000"/>
                <a:gd name="connsiteY115" fmla="*/ 563843 h 835479"/>
                <a:gd name="connsiteX116" fmla="*/ 6108738 w 6858000"/>
                <a:gd name="connsiteY116" fmla="*/ 577534 h 835479"/>
                <a:gd name="connsiteX117" fmla="*/ 6026440 w 6858000"/>
                <a:gd name="connsiteY117" fmla="*/ 633735 h 835479"/>
                <a:gd name="connsiteX118" fmla="*/ 5993291 w 6858000"/>
                <a:gd name="connsiteY118" fmla="*/ 640210 h 835479"/>
                <a:gd name="connsiteX119" fmla="*/ 5993289 w 6858000"/>
                <a:gd name="connsiteY119" fmla="*/ 640211 h 835479"/>
                <a:gd name="connsiteX120" fmla="*/ 5964476 w 6858000"/>
                <a:gd name="connsiteY120" fmla="*/ 643664 h 835479"/>
                <a:gd name="connsiteX121" fmla="*/ 5935949 w 6858000"/>
                <a:gd name="connsiteY121" fmla="*/ 643830 h 835479"/>
                <a:gd name="connsiteX122" fmla="*/ 5935948 w 6858000"/>
                <a:gd name="connsiteY122" fmla="*/ 643830 h 835479"/>
                <a:gd name="connsiteX123" fmla="*/ 5935945 w 6858000"/>
                <a:gd name="connsiteY123" fmla="*/ 643829 h 835479"/>
                <a:gd name="connsiteX124" fmla="*/ 5909350 w 6858000"/>
                <a:gd name="connsiteY124" fmla="*/ 636949 h 835479"/>
                <a:gd name="connsiteX125" fmla="*/ 5883755 w 6858000"/>
                <a:gd name="connsiteY125" fmla="*/ 625926 h 835479"/>
                <a:gd name="connsiteX126" fmla="*/ 5883750 w 6858000"/>
                <a:gd name="connsiteY126" fmla="*/ 625924 h 835479"/>
                <a:gd name="connsiteX127" fmla="*/ 5760872 w 6858000"/>
                <a:gd name="connsiteY127" fmla="*/ 537529 h 835479"/>
                <a:gd name="connsiteX128" fmla="*/ 5740487 w 6858000"/>
                <a:gd name="connsiteY128" fmla="*/ 528765 h 835479"/>
                <a:gd name="connsiteX129" fmla="*/ 5704482 w 6858000"/>
                <a:gd name="connsiteY129" fmla="*/ 522858 h 835479"/>
                <a:gd name="connsiteX130" fmla="*/ 5562745 w 6858000"/>
                <a:gd name="connsiteY130" fmla="*/ 451610 h 835479"/>
                <a:gd name="connsiteX131" fmla="*/ 5547577 w 6858000"/>
                <a:gd name="connsiteY131" fmla="*/ 442037 h 835479"/>
                <a:gd name="connsiteX132" fmla="*/ 5531693 w 6858000"/>
                <a:gd name="connsiteY132" fmla="*/ 452183 h 835479"/>
                <a:gd name="connsiteX133" fmla="*/ 5531691 w 6858000"/>
                <a:gd name="connsiteY133" fmla="*/ 452184 h 835479"/>
                <a:gd name="connsiteX134" fmla="*/ 5520421 w 6858000"/>
                <a:gd name="connsiteY134" fmla="*/ 460582 h 835479"/>
                <a:gd name="connsiteX135" fmla="*/ 5507667 w 6858000"/>
                <a:gd name="connsiteY135" fmla="*/ 462803 h 835479"/>
                <a:gd name="connsiteX136" fmla="*/ 5507666 w 6858000"/>
                <a:gd name="connsiteY136" fmla="*/ 462803 h 835479"/>
                <a:gd name="connsiteX137" fmla="*/ 5480636 w 6858000"/>
                <a:gd name="connsiteY137" fmla="*/ 458278 h 835479"/>
                <a:gd name="connsiteX138" fmla="*/ 5425581 w 6858000"/>
                <a:gd name="connsiteY138" fmla="*/ 446656 h 835479"/>
                <a:gd name="connsiteX139" fmla="*/ 5385383 w 6858000"/>
                <a:gd name="connsiteY139" fmla="*/ 438465 h 835479"/>
                <a:gd name="connsiteX140" fmla="*/ 5355013 w 6858000"/>
                <a:gd name="connsiteY140" fmla="*/ 433589 h 835479"/>
                <a:gd name="connsiteX141" fmla="*/ 5321350 w 6858000"/>
                <a:gd name="connsiteY141" fmla="*/ 437509 h 835479"/>
                <a:gd name="connsiteX142" fmla="*/ 5272796 w 6858000"/>
                <a:gd name="connsiteY142" fmla="*/ 462468 h 835479"/>
                <a:gd name="connsiteX143" fmla="*/ 5243613 w 6858000"/>
                <a:gd name="connsiteY143" fmla="*/ 478254 h 835479"/>
                <a:gd name="connsiteX144" fmla="*/ 5229433 w 6858000"/>
                <a:gd name="connsiteY144" fmla="*/ 485925 h 835479"/>
                <a:gd name="connsiteX145" fmla="*/ 5179067 w 6858000"/>
                <a:gd name="connsiteY145" fmla="*/ 486091 h 835479"/>
                <a:gd name="connsiteX146" fmla="*/ 5179066 w 6858000"/>
                <a:gd name="connsiteY146" fmla="*/ 486091 h 835479"/>
                <a:gd name="connsiteX147" fmla="*/ 5172089 w 6858000"/>
                <a:gd name="connsiteY147" fmla="*/ 483545 h 835479"/>
                <a:gd name="connsiteX148" fmla="*/ 5166113 w 6858000"/>
                <a:gd name="connsiteY148" fmla="*/ 482853 h 835479"/>
                <a:gd name="connsiteX149" fmla="*/ 5133224 w 6858000"/>
                <a:gd name="connsiteY149" fmla="*/ 489569 h 835479"/>
                <a:gd name="connsiteX150" fmla="*/ 5133223 w 6858000"/>
                <a:gd name="connsiteY150" fmla="*/ 489569 h 835479"/>
                <a:gd name="connsiteX151" fmla="*/ 5133219 w 6858000"/>
                <a:gd name="connsiteY151" fmla="*/ 489567 h 835479"/>
                <a:gd name="connsiteX152" fmla="*/ 5102460 w 6858000"/>
                <a:gd name="connsiteY152" fmla="*/ 482424 h 835479"/>
                <a:gd name="connsiteX153" fmla="*/ 5087443 w 6858000"/>
                <a:gd name="connsiteY153" fmla="*/ 476540 h 835479"/>
                <a:gd name="connsiteX154" fmla="*/ 5087422 w 6858000"/>
                <a:gd name="connsiteY154" fmla="*/ 476534 h 835479"/>
                <a:gd name="connsiteX155" fmla="*/ 5070584 w 6858000"/>
                <a:gd name="connsiteY155" fmla="*/ 470217 h 835479"/>
                <a:gd name="connsiteX156" fmla="*/ 5041527 w 6858000"/>
                <a:gd name="connsiteY156" fmla="*/ 463422 h 835479"/>
                <a:gd name="connsiteX157" fmla="*/ 5041520 w 6858000"/>
                <a:gd name="connsiteY157" fmla="*/ 463420 h 835479"/>
                <a:gd name="connsiteX158" fmla="*/ 4987036 w 6858000"/>
                <a:gd name="connsiteY158" fmla="*/ 436941 h 835479"/>
                <a:gd name="connsiteX159" fmla="*/ 4957452 w 6858000"/>
                <a:gd name="connsiteY159" fmla="*/ 419659 h 835479"/>
                <a:gd name="connsiteX160" fmla="*/ 4933804 w 6858000"/>
                <a:gd name="connsiteY160" fmla="*/ 412107 h 835479"/>
                <a:gd name="connsiteX161" fmla="*/ 4912168 w 6858000"/>
                <a:gd name="connsiteY161" fmla="*/ 413509 h 835479"/>
                <a:gd name="connsiteX162" fmla="*/ 4889275 w 6858000"/>
                <a:gd name="connsiteY162" fmla="*/ 415214 h 835479"/>
                <a:gd name="connsiteX163" fmla="*/ 4889274 w 6858000"/>
                <a:gd name="connsiteY163" fmla="*/ 415214 h 835479"/>
                <a:gd name="connsiteX164" fmla="*/ 4867613 w 6858000"/>
                <a:gd name="connsiteY164" fmla="*/ 410436 h 835479"/>
                <a:gd name="connsiteX165" fmla="*/ 4863342 w 6858000"/>
                <a:gd name="connsiteY165" fmla="*/ 407685 h 835479"/>
                <a:gd name="connsiteX166" fmla="*/ 4857316 w 6858000"/>
                <a:gd name="connsiteY166" fmla="*/ 405935 h 835479"/>
                <a:gd name="connsiteX167" fmla="*/ 4828915 w 6858000"/>
                <a:gd name="connsiteY167" fmla="*/ 385504 h 835479"/>
                <a:gd name="connsiteX168" fmla="*/ 4800482 w 6858000"/>
                <a:gd name="connsiteY168" fmla="*/ 370668 h 835479"/>
                <a:gd name="connsiteX169" fmla="*/ 4767764 w 6858000"/>
                <a:gd name="connsiteY169" fmla="*/ 371977 h 835479"/>
                <a:gd name="connsiteX170" fmla="*/ 4677655 w 6858000"/>
                <a:gd name="connsiteY170" fmla="*/ 381884 h 835479"/>
                <a:gd name="connsiteX171" fmla="*/ 4659174 w 6858000"/>
                <a:gd name="connsiteY171" fmla="*/ 389886 h 835479"/>
                <a:gd name="connsiteX172" fmla="*/ 4482004 w 6858000"/>
                <a:gd name="connsiteY172" fmla="*/ 449896 h 835479"/>
                <a:gd name="connsiteX173" fmla="*/ 4363890 w 6858000"/>
                <a:gd name="connsiteY173" fmla="*/ 450658 h 835479"/>
                <a:gd name="connsiteX174" fmla="*/ 4363889 w 6858000"/>
                <a:gd name="connsiteY174" fmla="*/ 450658 h 835479"/>
                <a:gd name="connsiteX175" fmla="*/ 4324644 w 6858000"/>
                <a:gd name="connsiteY175" fmla="*/ 441704 h 835479"/>
                <a:gd name="connsiteX176" fmla="*/ 4253013 w 6858000"/>
                <a:gd name="connsiteY176" fmla="*/ 401888 h 835479"/>
                <a:gd name="connsiteX177" fmla="*/ 4165382 w 6858000"/>
                <a:gd name="connsiteY177" fmla="*/ 392362 h 835479"/>
                <a:gd name="connsiteX178" fmla="*/ 4165383 w 6858000"/>
                <a:gd name="connsiteY178" fmla="*/ 392362 h 835479"/>
                <a:gd name="connsiteX179" fmla="*/ 4192387 w 6858000"/>
                <a:gd name="connsiteY179" fmla="*/ 396267 h 835479"/>
                <a:gd name="connsiteX180" fmla="*/ 4192386 w 6858000"/>
                <a:gd name="connsiteY180" fmla="*/ 396267 h 835479"/>
                <a:gd name="connsiteX181" fmla="*/ 4165382 w 6858000"/>
                <a:gd name="connsiteY181" fmla="*/ 392362 h 835479"/>
                <a:gd name="connsiteX182" fmla="*/ 3885337 w 6858000"/>
                <a:gd name="connsiteY182" fmla="*/ 379980 h 835479"/>
                <a:gd name="connsiteX183" fmla="*/ 3885338 w 6858000"/>
                <a:gd name="connsiteY183" fmla="*/ 379980 h 835479"/>
                <a:gd name="connsiteX184" fmla="*/ 3885341 w 6858000"/>
                <a:gd name="connsiteY184" fmla="*/ 379982 h 835479"/>
                <a:gd name="connsiteX185" fmla="*/ 3962157 w 6858000"/>
                <a:gd name="connsiteY185" fmla="*/ 411865 h 835479"/>
                <a:gd name="connsiteX186" fmla="*/ 3962159 w 6858000"/>
                <a:gd name="connsiteY186" fmla="*/ 411865 h 835479"/>
                <a:gd name="connsiteX187" fmla="*/ 4043837 w 6858000"/>
                <a:gd name="connsiteY187" fmla="*/ 396173 h 835479"/>
                <a:gd name="connsiteX188" fmla="*/ 4043838 w 6858000"/>
                <a:gd name="connsiteY188" fmla="*/ 396172 h 835479"/>
                <a:gd name="connsiteX189" fmla="*/ 4103824 w 6858000"/>
                <a:gd name="connsiteY189" fmla="*/ 381051 h 835479"/>
                <a:gd name="connsiteX190" fmla="*/ 4103825 w 6858000"/>
                <a:gd name="connsiteY190" fmla="*/ 381051 h 835479"/>
                <a:gd name="connsiteX191" fmla="*/ 4134255 w 6858000"/>
                <a:gd name="connsiteY191" fmla="*/ 383018 h 835479"/>
                <a:gd name="connsiteX192" fmla="*/ 4165381 w 6858000"/>
                <a:gd name="connsiteY192" fmla="*/ 392362 h 835479"/>
                <a:gd name="connsiteX193" fmla="*/ 4103825 w 6858000"/>
                <a:gd name="connsiteY193" fmla="*/ 381051 h 835479"/>
                <a:gd name="connsiteX194" fmla="*/ 4043839 w 6858000"/>
                <a:gd name="connsiteY194" fmla="*/ 396172 h 835479"/>
                <a:gd name="connsiteX195" fmla="*/ 4043837 w 6858000"/>
                <a:gd name="connsiteY195" fmla="*/ 396173 h 835479"/>
                <a:gd name="connsiteX196" fmla="*/ 4002409 w 6858000"/>
                <a:gd name="connsiteY196" fmla="*/ 409475 h 835479"/>
                <a:gd name="connsiteX197" fmla="*/ 3962159 w 6858000"/>
                <a:gd name="connsiteY197" fmla="*/ 411865 h 835479"/>
                <a:gd name="connsiteX198" fmla="*/ 3962158 w 6858000"/>
                <a:gd name="connsiteY198" fmla="*/ 411865 h 835479"/>
                <a:gd name="connsiteX199" fmla="*/ 3962157 w 6858000"/>
                <a:gd name="connsiteY199" fmla="*/ 411865 h 835479"/>
                <a:gd name="connsiteX200" fmla="*/ 3923124 w 6858000"/>
                <a:gd name="connsiteY200" fmla="*/ 402361 h 835479"/>
                <a:gd name="connsiteX201" fmla="*/ 3885341 w 6858000"/>
                <a:gd name="connsiteY201" fmla="*/ 379982 h 835479"/>
                <a:gd name="connsiteX202" fmla="*/ 3669899 w 6858000"/>
                <a:gd name="connsiteY202" fmla="*/ 394577 h 835479"/>
                <a:gd name="connsiteX203" fmla="*/ 3680163 w 6858000"/>
                <a:gd name="connsiteY203" fmla="*/ 397173 h 835479"/>
                <a:gd name="connsiteX204" fmla="*/ 3734836 w 6858000"/>
                <a:gd name="connsiteY204" fmla="*/ 393125 h 835479"/>
                <a:gd name="connsiteX205" fmla="*/ 3734837 w 6858000"/>
                <a:gd name="connsiteY205" fmla="*/ 393125 h 835479"/>
                <a:gd name="connsiteX206" fmla="*/ 3754652 w 6858000"/>
                <a:gd name="connsiteY206" fmla="*/ 393507 h 835479"/>
                <a:gd name="connsiteX207" fmla="*/ 3789775 w 6858000"/>
                <a:gd name="connsiteY207" fmla="*/ 399864 h 835479"/>
                <a:gd name="connsiteX208" fmla="*/ 3822471 w 6858000"/>
                <a:gd name="connsiteY208" fmla="*/ 384932 h 835479"/>
                <a:gd name="connsiteX209" fmla="*/ 3852618 w 6858000"/>
                <a:gd name="connsiteY209" fmla="*/ 370597 h 835479"/>
                <a:gd name="connsiteX210" fmla="*/ 3852619 w 6858000"/>
                <a:gd name="connsiteY210" fmla="*/ 370597 h 835479"/>
                <a:gd name="connsiteX211" fmla="*/ 3868763 w 6858000"/>
                <a:gd name="connsiteY211" fmla="*/ 371377 h 835479"/>
                <a:gd name="connsiteX212" fmla="*/ 3885336 w 6858000"/>
                <a:gd name="connsiteY212" fmla="*/ 379980 h 835479"/>
                <a:gd name="connsiteX213" fmla="*/ 3852619 w 6858000"/>
                <a:gd name="connsiteY213" fmla="*/ 370597 h 835479"/>
                <a:gd name="connsiteX214" fmla="*/ 3822472 w 6858000"/>
                <a:gd name="connsiteY214" fmla="*/ 384932 h 835479"/>
                <a:gd name="connsiteX215" fmla="*/ 3789776 w 6858000"/>
                <a:gd name="connsiteY215" fmla="*/ 399864 h 835479"/>
                <a:gd name="connsiteX216" fmla="*/ 3789775 w 6858000"/>
                <a:gd name="connsiteY216" fmla="*/ 399864 h 835479"/>
                <a:gd name="connsiteX217" fmla="*/ 3754651 w 6858000"/>
                <a:gd name="connsiteY217" fmla="*/ 393507 h 835479"/>
                <a:gd name="connsiteX218" fmla="*/ 3734837 w 6858000"/>
                <a:gd name="connsiteY218" fmla="*/ 393125 h 835479"/>
                <a:gd name="connsiteX219" fmla="*/ 3680163 w 6858000"/>
                <a:gd name="connsiteY219" fmla="*/ 397173 h 835479"/>
                <a:gd name="connsiteX220" fmla="*/ 3680162 w 6858000"/>
                <a:gd name="connsiteY220" fmla="*/ 397173 h 835479"/>
                <a:gd name="connsiteX221" fmla="*/ 2836171 w 6858000"/>
                <a:gd name="connsiteY221" fmla="*/ 465063 h 835479"/>
                <a:gd name="connsiteX222" fmla="*/ 2848792 w 6858000"/>
                <a:gd name="connsiteY222" fmla="*/ 456372 h 835479"/>
                <a:gd name="connsiteX223" fmla="*/ 2897784 w 6858000"/>
                <a:gd name="connsiteY223" fmla="*/ 440769 h 835479"/>
                <a:gd name="connsiteX224" fmla="*/ 2903549 w 6858000"/>
                <a:gd name="connsiteY224" fmla="*/ 439740 h 835479"/>
                <a:gd name="connsiteX225" fmla="*/ 2914327 w 6858000"/>
                <a:gd name="connsiteY225" fmla="*/ 436466 h 835479"/>
                <a:gd name="connsiteX226" fmla="*/ 2947858 w 6858000"/>
                <a:gd name="connsiteY226" fmla="*/ 431835 h 835479"/>
                <a:gd name="connsiteX227" fmla="*/ 2947861 w 6858000"/>
                <a:gd name="connsiteY227" fmla="*/ 431834 h 835479"/>
                <a:gd name="connsiteX228" fmla="*/ 2947862 w 6858000"/>
                <a:gd name="connsiteY228" fmla="*/ 431834 h 835479"/>
                <a:gd name="connsiteX229" fmla="*/ 2982148 w 6858000"/>
                <a:gd name="connsiteY229" fmla="*/ 435418 h 835479"/>
                <a:gd name="connsiteX230" fmla="*/ 3077401 w 6858000"/>
                <a:gd name="connsiteY230" fmla="*/ 447111 h 835479"/>
                <a:gd name="connsiteX231" fmla="*/ 3172653 w 6858000"/>
                <a:gd name="connsiteY231" fmla="*/ 434656 h 835479"/>
                <a:gd name="connsiteX232" fmla="*/ 3489466 w 6858000"/>
                <a:gd name="connsiteY232" fmla="*/ 387029 h 835479"/>
                <a:gd name="connsiteX233" fmla="*/ 3544712 w 6858000"/>
                <a:gd name="connsiteY233" fmla="*/ 364930 h 835479"/>
                <a:gd name="connsiteX234" fmla="*/ 3574407 w 6858000"/>
                <a:gd name="connsiteY234" fmla="*/ 347308 h 835479"/>
                <a:gd name="connsiteX235" fmla="*/ 3574408 w 6858000"/>
                <a:gd name="connsiteY235" fmla="*/ 347308 h 835479"/>
                <a:gd name="connsiteX236" fmla="*/ 3606817 w 6858000"/>
                <a:gd name="connsiteY236" fmla="*/ 359406 h 835479"/>
                <a:gd name="connsiteX237" fmla="*/ 3630632 w 6858000"/>
                <a:gd name="connsiteY237" fmla="*/ 372932 h 835479"/>
                <a:gd name="connsiteX238" fmla="*/ 3651953 w 6858000"/>
                <a:gd name="connsiteY238" fmla="*/ 388826 h 835479"/>
                <a:gd name="connsiteX239" fmla="*/ 3630631 w 6858000"/>
                <a:gd name="connsiteY239" fmla="*/ 372932 h 835479"/>
                <a:gd name="connsiteX240" fmla="*/ 3606816 w 6858000"/>
                <a:gd name="connsiteY240" fmla="*/ 359406 h 835479"/>
                <a:gd name="connsiteX241" fmla="*/ 3587173 w 6858000"/>
                <a:gd name="connsiteY241" fmla="*/ 349660 h 835479"/>
                <a:gd name="connsiteX242" fmla="*/ 3574407 w 6858000"/>
                <a:gd name="connsiteY242" fmla="*/ 347308 h 835479"/>
                <a:gd name="connsiteX243" fmla="*/ 3562320 w 6858000"/>
                <a:gd name="connsiteY243" fmla="*/ 352387 h 835479"/>
                <a:gd name="connsiteX244" fmla="*/ 3544713 w 6858000"/>
                <a:gd name="connsiteY244" fmla="*/ 364930 h 835479"/>
                <a:gd name="connsiteX245" fmla="*/ 3489467 w 6858000"/>
                <a:gd name="connsiteY245" fmla="*/ 387029 h 835479"/>
                <a:gd name="connsiteX246" fmla="*/ 3172654 w 6858000"/>
                <a:gd name="connsiteY246" fmla="*/ 434656 h 835479"/>
                <a:gd name="connsiteX247" fmla="*/ 3077401 w 6858000"/>
                <a:gd name="connsiteY247" fmla="*/ 447111 h 835479"/>
                <a:gd name="connsiteX248" fmla="*/ 3077400 w 6858000"/>
                <a:gd name="connsiteY248" fmla="*/ 447111 h 835479"/>
                <a:gd name="connsiteX249" fmla="*/ 2982147 w 6858000"/>
                <a:gd name="connsiteY249" fmla="*/ 435418 h 835479"/>
                <a:gd name="connsiteX250" fmla="*/ 2947862 w 6858000"/>
                <a:gd name="connsiteY250" fmla="*/ 431834 h 835479"/>
                <a:gd name="connsiteX251" fmla="*/ 2947858 w 6858000"/>
                <a:gd name="connsiteY251" fmla="*/ 431835 h 835479"/>
                <a:gd name="connsiteX252" fmla="*/ 2903549 w 6858000"/>
                <a:gd name="connsiteY252" fmla="*/ 439740 h 835479"/>
                <a:gd name="connsiteX253" fmla="*/ 2848793 w 6858000"/>
                <a:gd name="connsiteY253" fmla="*/ 456372 h 835479"/>
                <a:gd name="connsiteX254" fmla="*/ 2836172 w 6858000"/>
                <a:gd name="connsiteY254" fmla="*/ 465063 h 835479"/>
                <a:gd name="connsiteX255" fmla="*/ 1268757 w 6858000"/>
                <a:gd name="connsiteY255" fmla="*/ 18376 h 835479"/>
                <a:gd name="connsiteX256" fmla="*/ 1286069 w 6858000"/>
                <a:gd name="connsiteY256" fmla="*/ 23543 h 835479"/>
                <a:gd name="connsiteX257" fmla="*/ 1350627 w 6858000"/>
                <a:gd name="connsiteY257" fmla="*/ 45880 h 835479"/>
                <a:gd name="connsiteX258" fmla="*/ 1413839 w 6858000"/>
                <a:gd name="connsiteY258" fmla="*/ 40286 h 835479"/>
                <a:gd name="connsiteX259" fmla="*/ 1350626 w 6858000"/>
                <a:gd name="connsiteY259" fmla="*/ 45881 h 835479"/>
                <a:gd name="connsiteX260" fmla="*/ 1286068 w 6858000"/>
                <a:gd name="connsiteY260" fmla="*/ 23543 h 835479"/>
                <a:gd name="connsiteX261" fmla="*/ 313532 w 6858000"/>
                <a:gd name="connsiteY261" fmla="*/ 14019 h 835479"/>
                <a:gd name="connsiteX262" fmla="*/ 313533 w 6858000"/>
                <a:gd name="connsiteY262" fmla="*/ 14018 h 835479"/>
                <a:gd name="connsiteX263" fmla="*/ 338870 w 6858000"/>
                <a:gd name="connsiteY263" fmla="*/ 13446 h 835479"/>
                <a:gd name="connsiteX264" fmla="*/ 338902 w 6858000"/>
                <a:gd name="connsiteY264" fmla="*/ 13453 h 835479"/>
                <a:gd name="connsiteX265" fmla="*/ 395639 w 6858000"/>
                <a:gd name="connsiteY265" fmla="*/ 23353 h 835479"/>
                <a:gd name="connsiteX266" fmla="*/ 367327 w 6858000"/>
                <a:gd name="connsiteY266" fmla="*/ 19543 h 835479"/>
                <a:gd name="connsiteX267" fmla="*/ 338902 w 6858000"/>
                <a:gd name="connsiteY267" fmla="*/ 13453 h 835479"/>
                <a:gd name="connsiteX268" fmla="*/ 338869 w 6858000"/>
                <a:gd name="connsiteY268" fmla="*/ 13447 h 835479"/>
                <a:gd name="connsiteX269" fmla="*/ 324057 w 6858000"/>
                <a:gd name="connsiteY269" fmla="*/ 11661 h 835479"/>
                <a:gd name="connsiteX270" fmla="*/ 281567 w 6858000"/>
                <a:gd name="connsiteY270" fmla="*/ 36346 h 835479"/>
                <a:gd name="connsiteX271" fmla="*/ 295414 w 6858000"/>
                <a:gd name="connsiteY271" fmla="*/ 31451 h 835479"/>
                <a:gd name="connsiteX272" fmla="*/ 295414 w 6858000"/>
                <a:gd name="connsiteY272" fmla="*/ 31452 h 835479"/>
                <a:gd name="connsiteX273" fmla="*/ 24485 w 6858000"/>
                <a:gd name="connsiteY273" fmla="*/ 23026 h 835479"/>
                <a:gd name="connsiteX274" fmla="*/ 74128 w 6858000"/>
                <a:gd name="connsiteY274" fmla="*/ 20763 h 835479"/>
                <a:gd name="connsiteX275" fmla="*/ 125860 w 6858000"/>
                <a:gd name="connsiteY275" fmla="*/ 26687 h 835479"/>
                <a:gd name="connsiteX276" fmla="*/ 153386 w 6858000"/>
                <a:gd name="connsiteY276" fmla="*/ 31082 h 835479"/>
                <a:gd name="connsiteX277" fmla="*/ 228943 w 6858000"/>
                <a:gd name="connsiteY277" fmla="*/ 39355 h 835479"/>
                <a:gd name="connsiteX278" fmla="*/ 177270 w 6858000"/>
                <a:gd name="connsiteY278" fmla="*/ 34896 h 835479"/>
                <a:gd name="connsiteX279" fmla="*/ 153386 w 6858000"/>
                <a:gd name="connsiteY279" fmla="*/ 31082 h 835479"/>
                <a:gd name="connsiteX280" fmla="*/ 151568 w 6858000"/>
                <a:gd name="connsiteY280" fmla="*/ 30883 h 835479"/>
                <a:gd name="connsiteX281" fmla="*/ 74128 w 6858000"/>
                <a:gd name="connsiteY281" fmla="*/ 20764 h 835479"/>
                <a:gd name="connsiteX282" fmla="*/ 0 w 6858000"/>
                <a:gd name="connsiteY282" fmla="*/ 29969 h 835479"/>
                <a:gd name="connsiteX283" fmla="*/ 0 w 6858000"/>
                <a:gd name="connsiteY283" fmla="*/ 494077 h 835479"/>
                <a:gd name="connsiteX284" fmla="*/ 2816 w 6858000"/>
                <a:gd name="connsiteY284" fmla="*/ 492950 h 835479"/>
                <a:gd name="connsiteX285" fmla="*/ 63586 w 6858000"/>
                <a:gd name="connsiteY285" fmla="*/ 478851 h 835479"/>
                <a:gd name="connsiteX286" fmla="*/ 176938 w 6858000"/>
                <a:gd name="connsiteY286" fmla="*/ 464945 h 835479"/>
                <a:gd name="connsiteX287" fmla="*/ 200181 w 6858000"/>
                <a:gd name="connsiteY287" fmla="*/ 456943 h 835479"/>
                <a:gd name="connsiteX288" fmla="*/ 340773 w 6858000"/>
                <a:gd name="connsiteY288" fmla="*/ 419031 h 835479"/>
                <a:gd name="connsiteX289" fmla="*/ 453363 w 6858000"/>
                <a:gd name="connsiteY289" fmla="*/ 419796 h 835479"/>
                <a:gd name="connsiteX290" fmla="*/ 462125 w 6858000"/>
                <a:gd name="connsiteY290" fmla="*/ 421510 h 835479"/>
                <a:gd name="connsiteX291" fmla="*/ 505181 w 6858000"/>
                <a:gd name="connsiteY291" fmla="*/ 434082 h 835479"/>
                <a:gd name="connsiteX292" fmla="*/ 571859 w 6858000"/>
                <a:gd name="connsiteY292" fmla="*/ 430654 h 835479"/>
                <a:gd name="connsiteX293" fmla="*/ 617771 w 6858000"/>
                <a:gd name="connsiteY293" fmla="*/ 413317 h 835479"/>
                <a:gd name="connsiteX294" fmla="*/ 674922 w 6858000"/>
                <a:gd name="connsiteY294" fmla="*/ 412555 h 835479"/>
                <a:gd name="connsiteX295" fmla="*/ 740267 w 6858000"/>
                <a:gd name="connsiteY295" fmla="*/ 423414 h 835479"/>
                <a:gd name="connsiteX296" fmla="*/ 769604 w 6858000"/>
                <a:gd name="connsiteY296" fmla="*/ 425700 h 835479"/>
                <a:gd name="connsiteX297" fmla="*/ 850188 w 6858000"/>
                <a:gd name="connsiteY297" fmla="*/ 448180 h 835479"/>
                <a:gd name="connsiteX298" fmla="*/ 898197 w 6858000"/>
                <a:gd name="connsiteY298" fmla="*/ 442656 h 835479"/>
                <a:gd name="connsiteX299" fmla="*/ 945443 w 6858000"/>
                <a:gd name="connsiteY299" fmla="*/ 427796 h 835479"/>
                <a:gd name="connsiteX300" fmla="*/ 975732 w 6858000"/>
                <a:gd name="connsiteY300" fmla="*/ 413507 h 835479"/>
                <a:gd name="connsiteX301" fmla="*/ 1036886 w 6858000"/>
                <a:gd name="connsiteY301" fmla="*/ 403411 h 835479"/>
                <a:gd name="connsiteX302" fmla="*/ 1048124 w 6858000"/>
                <a:gd name="connsiteY302" fmla="*/ 404935 h 835479"/>
                <a:gd name="connsiteX303" fmla="*/ 1230632 w 6858000"/>
                <a:gd name="connsiteY303" fmla="*/ 417509 h 835479"/>
                <a:gd name="connsiteX304" fmla="*/ 1303023 w 6858000"/>
                <a:gd name="connsiteY304" fmla="*/ 437702 h 835479"/>
                <a:gd name="connsiteX305" fmla="*/ 1318455 w 6858000"/>
                <a:gd name="connsiteY305" fmla="*/ 440178 h 835479"/>
                <a:gd name="connsiteX306" fmla="*/ 1472574 w 6858000"/>
                <a:gd name="connsiteY306" fmla="*/ 462849 h 835479"/>
                <a:gd name="connsiteX307" fmla="*/ 1489719 w 6858000"/>
                <a:gd name="connsiteY307" fmla="*/ 463801 h 835479"/>
                <a:gd name="connsiteX308" fmla="*/ 1537536 w 6858000"/>
                <a:gd name="connsiteY308" fmla="*/ 459801 h 835479"/>
                <a:gd name="connsiteX309" fmla="*/ 1650316 w 6858000"/>
                <a:gd name="connsiteY309" fmla="*/ 500950 h 835479"/>
                <a:gd name="connsiteX310" fmla="*/ 1763286 w 6858000"/>
                <a:gd name="connsiteY310" fmla="*/ 515049 h 835479"/>
                <a:gd name="connsiteX311" fmla="*/ 1825392 w 6858000"/>
                <a:gd name="connsiteY311" fmla="*/ 514857 h 835479"/>
                <a:gd name="connsiteX312" fmla="*/ 1869779 w 6858000"/>
                <a:gd name="connsiteY312" fmla="*/ 524955 h 835479"/>
                <a:gd name="connsiteX313" fmla="*/ 1978939 w 6858000"/>
                <a:gd name="connsiteY313" fmla="*/ 555626 h 835479"/>
                <a:gd name="connsiteX314" fmla="*/ 2030377 w 6858000"/>
                <a:gd name="connsiteY314" fmla="*/ 560388 h 835479"/>
                <a:gd name="connsiteX315" fmla="*/ 2085053 w 6858000"/>
                <a:gd name="connsiteY315" fmla="*/ 570677 h 835479"/>
                <a:gd name="connsiteX316" fmla="*/ 2220311 w 6858000"/>
                <a:gd name="connsiteY316" fmla="*/ 616778 h 835479"/>
                <a:gd name="connsiteX317" fmla="*/ 2330805 w 6858000"/>
                <a:gd name="connsiteY317" fmla="*/ 614112 h 835479"/>
                <a:gd name="connsiteX318" fmla="*/ 2401291 w 6858000"/>
                <a:gd name="connsiteY318" fmla="*/ 614682 h 835479"/>
                <a:gd name="connsiteX319" fmla="*/ 2485306 w 6858000"/>
                <a:gd name="connsiteY319" fmla="*/ 629923 h 835479"/>
                <a:gd name="connsiteX320" fmla="*/ 2554078 w 6858000"/>
                <a:gd name="connsiteY320" fmla="*/ 652213 h 835479"/>
                <a:gd name="connsiteX321" fmla="*/ 2649142 w 6858000"/>
                <a:gd name="connsiteY321" fmla="*/ 669930 h 835479"/>
                <a:gd name="connsiteX322" fmla="*/ 2743825 w 6858000"/>
                <a:gd name="connsiteY322" fmla="*/ 704031 h 835479"/>
                <a:gd name="connsiteX323" fmla="*/ 2809929 w 6858000"/>
                <a:gd name="connsiteY323" fmla="*/ 730130 h 835479"/>
                <a:gd name="connsiteX324" fmla="*/ 2901942 w 6858000"/>
                <a:gd name="connsiteY324" fmla="*/ 753181 h 835479"/>
                <a:gd name="connsiteX325" fmla="*/ 3042727 w 6858000"/>
                <a:gd name="connsiteY325" fmla="*/ 769373 h 835479"/>
                <a:gd name="connsiteX326" fmla="*/ 3107499 w 6858000"/>
                <a:gd name="connsiteY326" fmla="*/ 771089 h 835479"/>
                <a:gd name="connsiteX327" fmla="*/ 3209992 w 6858000"/>
                <a:gd name="connsiteY327" fmla="*/ 808998 h 835479"/>
                <a:gd name="connsiteX328" fmla="*/ 3253808 w 6858000"/>
                <a:gd name="connsiteY328" fmla="*/ 827287 h 835479"/>
                <a:gd name="connsiteX329" fmla="*/ 3293243 w 6858000"/>
                <a:gd name="connsiteY329" fmla="*/ 812047 h 835479"/>
                <a:gd name="connsiteX330" fmla="*/ 3318770 w 6858000"/>
                <a:gd name="connsiteY330" fmla="*/ 794520 h 835479"/>
                <a:gd name="connsiteX331" fmla="*/ 3399545 w 6858000"/>
                <a:gd name="connsiteY331" fmla="*/ 809381 h 835479"/>
                <a:gd name="connsiteX332" fmla="*/ 3485274 w 6858000"/>
                <a:gd name="connsiteY332" fmla="*/ 825001 h 835479"/>
                <a:gd name="connsiteX333" fmla="*/ 3546616 w 6858000"/>
                <a:gd name="connsiteY333" fmla="*/ 835479 h 835479"/>
                <a:gd name="connsiteX334" fmla="*/ 3623200 w 6858000"/>
                <a:gd name="connsiteY334" fmla="*/ 827097 h 835479"/>
                <a:gd name="connsiteX335" fmla="*/ 3683590 w 6858000"/>
                <a:gd name="connsiteY335" fmla="*/ 823669 h 835479"/>
                <a:gd name="connsiteX336" fmla="*/ 3732360 w 6858000"/>
                <a:gd name="connsiteY336" fmla="*/ 813953 h 835479"/>
                <a:gd name="connsiteX337" fmla="*/ 3749505 w 6858000"/>
                <a:gd name="connsiteY337" fmla="*/ 808236 h 835479"/>
                <a:gd name="connsiteX338" fmla="*/ 3885337 w 6858000"/>
                <a:gd name="connsiteY338" fmla="*/ 763659 h 835479"/>
                <a:gd name="connsiteX339" fmla="*/ 4030502 w 6858000"/>
                <a:gd name="connsiteY339" fmla="*/ 728034 h 835479"/>
                <a:gd name="connsiteX340" fmla="*/ 4124613 w 6858000"/>
                <a:gd name="connsiteY340" fmla="*/ 750515 h 835479"/>
                <a:gd name="connsiteX341" fmla="*/ 4159666 w 6858000"/>
                <a:gd name="connsiteY341" fmla="*/ 750133 h 835479"/>
                <a:gd name="connsiteX342" fmla="*/ 4320836 w 6858000"/>
                <a:gd name="connsiteY342" fmla="*/ 755277 h 835479"/>
                <a:gd name="connsiteX343" fmla="*/ 4349221 w 6858000"/>
                <a:gd name="connsiteY343" fmla="*/ 760801 h 835479"/>
                <a:gd name="connsiteX344" fmla="*/ 4502578 w 6858000"/>
                <a:gd name="connsiteY344" fmla="*/ 738130 h 835479"/>
                <a:gd name="connsiteX345" fmla="*/ 4558206 w 6858000"/>
                <a:gd name="connsiteY345" fmla="*/ 734320 h 835479"/>
                <a:gd name="connsiteX346" fmla="*/ 4609451 w 6858000"/>
                <a:gd name="connsiteY346" fmla="*/ 728034 h 835479"/>
                <a:gd name="connsiteX347" fmla="*/ 4681082 w 6858000"/>
                <a:gd name="connsiteY347" fmla="*/ 726510 h 835479"/>
                <a:gd name="connsiteX348" fmla="*/ 4755380 w 6858000"/>
                <a:gd name="connsiteY348" fmla="*/ 729368 h 835479"/>
                <a:gd name="connsiteX349" fmla="*/ 4838249 w 6858000"/>
                <a:gd name="connsiteY349" fmla="*/ 728796 h 835479"/>
                <a:gd name="connsiteX350" fmla="*/ 4871018 w 6858000"/>
                <a:gd name="connsiteY350" fmla="*/ 723844 h 835479"/>
                <a:gd name="connsiteX351" fmla="*/ 4959601 w 6858000"/>
                <a:gd name="connsiteY351" fmla="*/ 727272 h 835479"/>
                <a:gd name="connsiteX352" fmla="*/ 5006085 w 6858000"/>
                <a:gd name="connsiteY352" fmla="*/ 721558 h 835479"/>
                <a:gd name="connsiteX353" fmla="*/ 5082669 w 6858000"/>
                <a:gd name="connsiteY353" fmla="*/ 720414 h 835479"/>
                <a:gd name="connsiteX354" fmla="*/ 5107626 w 6858000"/>
                <a:gd name="connsiteY354" fmla="*/ 719079 h 835479"/>
                <a:gd name="connsiteX355" fmla="*/ 5129915 w 6858000"/>
                <a:gd name="connsiteY355" fmla="*/ 718317 h 835479"/>
                <a:gd name="connsiteX356" fmla="*/ 5206307 w 6858000"/>
                <a:gd name="connsiteY356" fmla="*/ 733940 h 835479"/>
                <a:gd name="connsiteX357" fmla="*/ 5274128 w 6858000"/>
                <a:gd name="connsiteY357" fmla="*/ 734892 h 835479"/>
                <a:gd name="connsiteX358" fmla="*/ 5393004 w 6858000"/>
                <a:gd name="connsiteY358" fmla="*/ 747466 h 835479"/>
                <a:gd name="connsiteX359" fmla="*/ 5419294 w 6858000"/>
                <a:gd name="connsiteY359" fmla="*/ 743084 h 835479"/>
                <a:gd name="connsiteX360" fmla="*/ 5501593 w 6858000"/>
                <a:gd name="connsiteY360" fmla="*/ 741370 h 835479"/>
                <a:gd name="connsiteX361" fmla="*/ 5548459 w 6858000"/>
                <a:gd name="connsiteY361" fmla="*/ 740036 h 835479"/>
                <a:gd name="connsiteX362" fmla="*/ 5606371 w 6858000"/>
                <a:gd name="connsiteY362" fmla="*/ 749180 h 835479"/>
                <a:gd name="connsiteX363" fmla="*/ 5706958 w 6858000"/>
                <a:gd name="connsiteY363" fmla="*/ 768611 h 835479"/>
                <a:gd name="connsiteX364" fmla="*/ 5733439 w 6858000"/>
                <a:gd name="connsiteY364" fmla="*/ 771659 h 835479"/>
                <a:gd name="connsiteX365" fmla="*/ 5781829 w 6858000"/>
                <a:gd name="connsiteY365" fmla="*/ 780996 h 835479"/>
                <a:gd name="connsiteX366" fmla="*/ 5790591 w 6858000"/>
                <a:gd name="connsiteY366" fmla="*/ 782710 h 835479"/>
                <a:gd name="connsiteX367" fmla="*/ 5864317 w 6858000"/>
                <a:gd name="connsiteY367" fmla="*/ 806332 h 835479"/>
                <a:gd name="connsiteX368" fmla="*/ 5902609 w 6858000"/>
                <a:gd name="connsiteY368" fmla="*/ 808236 h 835479"/>
                <a:gd name="connsiteX369" fmla="*/ 6012722 w 6858000"/>
                <a:gd name="connsiteY369" fmla="*/ 808428 h 835479"/>
                <a:gd name="connsiteX370" fmla="*/ 6059396 w 6858000"/>
                <a:gd name="connsiteY370" fmla="*/ 804808 h 835479"/>
                <a:gd name="connsiteX371" fmla="*/ 6171604 w 6858000"/>
                <a:gd name="connsiteY371" fmla="*/ 790902 h 835479"/>
                <a:gd name="connsiteX372" fmla="*/ 6242092 w 6858000"/>
                <a:gd name="connsiteY372" fmla="*/ 784044 h 835479"/>
                <a:gd name="connsiteX373" fmla="*/ 6323057 w 6858000"/>
                <a:gd name="connsiteY373" fmla="*/ 773183 h 835479"/>
                <a:gd name="connsiteX374" fmla="*/ 6415832 w 6858000"/>
                <a:gd name="connsiteY374" fmla="*/ 766325 h 835479"/>
                <a:gd name="connsiteX375" fmla="*/ 6584811 w 6858000"/>
                <a:gd name="connsiteY375" fmla="*/ 745560 h 835479"/>
                <a:gd name="connsiteX376" fmla="*/ 6748457 w 6858000"/>
                <a:gd name="connsiteY376" fmla="*/ 724034 h 835479"/>
                <a:gd name="connsiteX377" fmla="*/ 6815515 w 6858000"/>
                <a:gd name="connsiteY377" fmla="*/ 704983 h 835479"/>
                <a:gd name="connsiteX378" fmla="*/ 6858000 w 6858000"/>
                <a:gd name="connsiteY378" fmla="*/ 695283 h 835479"/>
                <a:gd name="connsiteX379" fmla="*/ 6858000 w 6858000"/>
                <a:gd name="connsiteY379" fmla="*/ 456 h 835479"/>
                <a:gd name="connsiteX380" fmla="*/ 1687322 w 6858000"/>
                <a:gd name="connsiteY380" fmla="*/ 456 h 835479"/>
                <a:gd name="connsiteX381" fmla="*/ 1697753 w 6858000"/>
                <a:gd name="connsiteY381" fmla="*/ 10970 h 835479"/>
                <a:gd name="connsiteX382" fmla="*/ 1733188 w 6858000"/>
                <a:gd name="connsiteY382" fmla="*/ 33639 h 835479"/>
                <a:gd name="connsiteX383" fmla="*/ 1833775 w 6858000"/>
                <a:gd name="connsiteY383" fmla="*/ 75360 h 835479"/>
                <a:gd name="connsiteX384" fmla="*/ 1842158 w 6858000"/>
                <a:gd name="connsiteY384" fmla="*/ 82981 h 835479"/>
                <a:gd name="connsiteX385" fmla="*/ 1916454 w 6858000"/>
                <a:gd name="connsiteY385" fmla="*/ 173472 h 835479"/>
                <a:gd name="connsiteX386" fmla="*/ 1933219 w 6858000"/>
                <a:gd name="connsiteY386" fmla="*/ 188902 h 835479"/>
                <a:gd name="connsiteX387" fmla="*/ 1953413 w 6858000"/>
                <a:gd name="connsiteY387" fmla="*/ 212907 h 835479"/>
                <a:gd name="connsiteX388" fmla="*/ 2016469 w 6858000"/>
                <a:gd name="connsiteY388" fmla="*/ 259390 h 835479"/>
                <a:gd name="connsiteX389" fmla="*/ 2094578 w 6858000"/>
                <a:gd name="connsiteY389" fmla="*/ 274249 h 835479"/>
                <a:gd name="connsiteX390" fmla="*/ 2188879 w 6858000"/>
                <a:gd name="connsiteY390" fmla="*/ 296920 h 835479"/>
                <a:gd name="connsiteX391" fmla="*/ 2228314 w 6858000"/>
                <a:gd name="connsiteY391" fmla="*/ 312160 h 835479"/>
                <a:gd name="connsiteX392" fmla="*/ 2334044 w 6858000"/>
                <a:gd name="connsiteY392" fmla="*/ 341117 h 835479"/>
                <a:gd name="connsiteX393" fmla="*/ 2409485 w 6858000"/>
                <a:gd name="connsiteY393" fmla="*/ 365502 h 835479"/>
                <a:gd name="connsiteX394" fmla="*/ 2409487 w 6858000"/>
                <a:gd name="connsiteY394" fmla="*/ 365504 h 835479"/>
                <a:gd name="connsiteX395" fmla="*/ 2463015 w 6858000"/>
                <a:gd name="connsiteY395" fmla="*/ 388434 h 835479"/>
                <a:gd name="connsiteX396" fmla="*/ 2463017 w 6858000"/>
                <a:gd name="connsiteY396" fmla="*/ 388434 h 835479"/>
                <a:gd name="connsiteX397" fmla="*/ 2518262 w 6858000"/>
                <a:gd name="connsiteY397" fmla="*/ 379792 h 835479"/>
                <a:gd name="connsiteX398" fmla="*/ 2518263 w 6858000"/>
                <a:gd name="connsiteY398" fmla="*/ 379791 h 835479"/>
                <a:gd name="connsiteX399" fmla="*/ 2545005 w 6858000"/>
                <a:gd name="connsiteY399" fmla="*/ 376147 h 835479"/>
                <a:gd name="connsiteX400" fmla="*/ 2545006 w 6858000"/>
                <a:gd name="connsiteY400" fmla="*/ 376147 h 835479"/>
                <a:gd name="connsiteX401" fmla="*/ 2571034 w 6858000"/>
                <a:gd name="connsiteY401" fmla="*/ 380361 h 835479"/>
                <a:gd name="connsiteX402" fmla="*/ 2668001 w 6858000"/>
                <a:gd name="connsiteY402" fmla="*/ 453514 h 835479"/>
                <a:gd name="connsiteX403" fmla="*/ 2745348 w 6858000"/>
                <a:gd name="connsiteY403" fmla="*/ 501904 h 835479"/>
                <a:gd name="connsiteX404" fmla="*/ 2745351 w 6858000"/>
                <a:gd name="connsiteY404" fmla="*/ 501906 h 835479"/>
                <a:gd name="connsiteX405" fmla="*/ 2778005 w 6858000"/>
                <a:gd name="connsiteY405" fmla="*/ 507825 h 835479"/>
                <a:gd name="connsiteX406" fmla="*/ 2785439 w 6858000"/>
                <a:gd name="connsiteY406" fmla="*/ 507405 h 835479"/>
                <a:gd name="connsiteX407" fmla="*/ 2811779 w 6858000"/>
                <a:gd name="connsiteY407" fmla="*/ 497326 h 835479"/>
                <a:gd name="connsiteX408" fmla="*/ 2811786 w 6858000"/>
                <a:gd name="connsiteY408" fmla="*/ 497322 h 835479"/>
                <a:gd name="connsiteX409" fmla="*/ 2811786 w 6858000"/>
                <a:gd name="connsiteY409" fmla="*/ 497323 h 835479"/>
                <a:gd name="connsiteX410" fmla="*/ 2811779 w 6858000"/>
                <a:gd name="connsiteY410" fmla="*/ 497326 h 835479"/>
                <a:gd name="connsiteX411" fmla="*/ 2793022 w 6858000"/>
                <a:gd name="connsiteY411" fmla="*/ 506976 h 835479"/>
                <a:gd name="connsiteX412" fmla="*/ 2785439 w 6858000"/>
                <a:gd name="connsiteY412" fmla="*/ 507405 h 835479"/>
                <a:gd name="connsiteX413" fmla="*/ 2782304 w 6858000"/>
                <a:gd name="connsiteY413" fmla="*/ 508605 h 835479"/>
                <a:gd name="connsiteX414" fmla="*/ 2778005 w 6858000"/>
                <a:gd name="connsiteY414" fmla="*/ 507825 h 835479"/>
                <a:gd name="connsiteX415" fmla="*/ 2770757 w 6858000"/>
                <a:gd name="connsiteY415" fmla="*/ 508235 h 835479"/>
                <a:gd name="connsiteX416" fmla="*/ 2745351 w 6858000"/>
                <a:gd name="connsiteY416" fmla="*/ 501906 h 835479"/>
                <a:gd name="connsiteX417" fmla="*/ 2745347 w 6858000"/>
                <a:gd name="connsiteY417" fmla="*/ 501904 h 835479"/>
                <a:gd name="connsiteX418" fmla="*/ 2668000 w 6858000"/>
                <a:gd name="connsiteY418" fmla="*/ 453514 h 835479"/>
                <a:gd name="connsiteX419" fmla="*/ 2571033 w 6858000"/>
                <a:gd name="connsiteY419" fmla="*/ 380361 h 835479"/>
                <a:gd name="connsiteX420" fmla="*/ 2545006 w 6858000"/>
                <a:gd name="connsiteY420" fmla="*/ 376147 h 835479"/>
                <a:gd name="connsiteX421" fmla="*/ 2518264 w 6858000"/>
                <a:gd name="connsiteY421" fmla="*/ 379791 h 835479"/>
                <a:gd name="connsiteX422" fmla="*/ 2518262 w 6858000"/>
                <a:gd name="connsiteY422" fmla="*/ 379792 h 835479"/>
                <a:gd name="connsiteX423" fmla="*/ 2490550 w 6858000"/>
                <a:gd name="connsiteY423" fmla="*/ 386372 h 835479"/>
                <a:gd name="connsiteX424" fmla="*/ 2463017 w 6858000"/>
                <a:gd name="connsiteY424" fmla="*/ 388434 h 835479"/>
                <a:gd name="connsiteX425" fmla="*/ 2463016 w 6858000"/>
                <a:gd name="connsiteY425" fmla="*/ 388434 h 835479"/>
                <a:gd name="connsiteX426" fmla="*/ 2463015 w 6858000"/>
                <a:gd name="connsiteY426" fmla="*/ 388434 h 835479"/>
                <a:gd name="connsiteX427" fmla="*/ 2435912 w 6858000"/>
                <a:gd name="connsiteY427" fmla="*/ 382603 h 835479"/>
                <a:gd name="connsiteX428" fmla="*/ 2409487 w 6858000"/>
                <a:gd name="connsiteY428" fmla="*/ 365504 h 835479"/>
                <a:gd name="connsiteX429" fmla="*/ 2409484 w 6858000"/>
                <a:gd name="connsiteY429" fmla="*/ 365502 h 835479"/>
                <a:gd name="connsiteX430" fmla="*/ 2334043 w 6858000"/>
                <a:gd name="connsiteY430" fmla="*/ 341117 h 835479"/>
                <a:gd name="connsiteX431" fmla="*/ 2228313 w 6858000"/>
                <a:gd name="connsiteY431" fmla="*/ 312160 h 835479"/>
                <a:gd name="connsiteX432" fmla="*/ 2188878 w 6858000"/>
                <a:gd name="connsiteY432" fmla="*/ 296920 h 835479"/>
                <a:gd name="connsiteX433" fmla="*/ 2094577 w 6858000"/>
                <a:gd name="connsiteY433" fmla="*/ 274249 h 835479"/>
                <a:gd name="connsiteX434" fmla="*/ 2016468 w 6858000"/>
                <a:gd name="connsiteY434" fmla="*/ 259390 h 835479"/>
                <a:gd name="connsiteX435" fmla="*/ 1953412 w 6858000"/>
                <a:gd name="connsiteY435" fmla="*/ 212907 h 835479"/>
                <a:gd name="connsiteX436" fmla="*/ 1933218 w 6858000"/>
                <a:gd name="connsiteY436" fmla="*/ 188902 h 835479"/>
                <a:gd name="connsiteX437" fmla="*/ 1916453 w 6858000"/>
                <a:gd name="connsiteY437" fmla="*/ 173472 h 835479"/>
                <a:gd name="connsiteX438" fmla="*/ 1842157 w 6858000"/>
                <a:gd name="connsiteY438" fmla="*/ 82981 h 835479"/>
                <a:gd name="connsiteX439" fmla="*/ 1833774 w 6858000"/>
                <a:gd name="connsiteY439" fmla="*/ 75360 h 835479"/>
                <a:gd name="connsiteX440" fmla="*/ 1733187 w 6858000"/>
                <a:gd name="connsiteY440" fmla="*/ 33639 h 835479"/>
                <a:gd name="connsiteX441" fmla="*/ 1697752 w 6858000"/>
                <a:gd name="connsiteY441" fmla="*/ 10971 h 835479"/>
                <a:gd name="connsiteX442" fmla="*/ 1687320 w 6858000"/>
                <a:gd name="connsiteY442" fmla="*/ 456 h 835479"/>
                <a:gd name="connsiteX443" fmla="*/ 916806 w 6858000"/>
                <a:gd name="connsiteY443" fmla="*/ 456 h 835479"/>
                <a:gd name="connsiteX444" fmla="*/ 927155 w 6858000"/>
                <a:gd name="connsiteY444" fmla="*/ 9636 h 835479"/>
                <a:gd name="connsiteX445" fmla="*/ 1097087 w 6858000"/>
                <a:gd name="connsiteY445" fmla="*/ 6016 h 835479"/>
                <a:gd name="connsiteX446" fmla="*/ 1123185 w 6858000"/>
                <a:gd name="connsiteY446" fmla="*/ 1634 h 835479"/>
                <a:gd name="connsiteX447" fmla="*/ 1184028 w 6858000"/>
                <a:gd name="connsiteY447" fmla="*/ 26353 h 835479"/>
                <a:gd name="connsiteX448" fmla="*/ 1123184 w 6858000"/>
                <a:gd name="connsiteY448" fmla="*/ 1635 h 835479"/>
                <a:gd name="connsiteX449" fmla="*/ 1097086 w 6858000"/>
                <a:gd name="connsiteY449" fmla="*/ 6017 h 835479"/>
                <a:gd name="connsiteX450" fmla="*/ 927154 w 6858000"/>
                <a:gd name="connsiteY450" fmla="*/ 9637 h 835479"/>
                <a:gd name="connsiteX451" fmla="*/ 916804 w 6858000"/>
                <a:gd name="connsiteY451" fmla="*/ 456 h 835479"/>
                <a:gd name="connsiteX452" fmla="*/ 578772 w 6858000"/>
                <a:gd name="connsiteY452" fmla="*/ 456 h 835479"/>
                <a:gd name="connsiteX453" fmla="*/ 556046 w 6858000"/>
                <a:gd name="connsiteY453" fmla="*/ 6589 h 835479"/>
                <a:gd name="connsiteX454" fmla="*/ 517850 w 6858000"/>
                <a:gd name="connsiteY454" fmla="*/ 15506 h 835479"/>
                <a:gd name="connsiteX455" fmla="*/ 556047 w 6858000"/>
                <a:gd name="connsiteY455" fmla="*/ 6588 h 835479"/>
                <a:gd name="connsiteX456" fmla="*/ 578770 w 6858000"/>
                <a:gd name="connsiteY456" fmla="*/ 456 h 835479"/>
                <a:gd name="connsiteX457" fmla="*/ 0 w 6858000"/>
                <a:gd name="connsiteY457" fmla="*/ 456 h 835479"/>
                <a:gd name="connsiteX458" fmla="*/ 0 w 6858000"/>
                <a:gd name="connsiteY458" fmla="*/ 20445 h 835479"/>
                <a:gd name="connsiteX459" fmla="*/ 0 w 6858000"/>
                <a:gd name="connsiteY459" fmla="*/ 29969 h 83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Lst>
              <a:rect l="l" t="t" r="r" b="b"/>
              <a:pathLst>
                <a:path w="6858000" h="835479">
                  <a:moveTo>
                    <a:pt x="6564619" y="468946"/>
                  </a:moveTo>
                  <a:lnTo>
                    <a:pt x="6564620" y="468946"/>
                  </a:lnTo>
                  <a:cubicBezTo>
                    <a:pt x="6575478" y="479233"/>
                    <a:pt x="6582146" y="485329"/>
                    <a:pt x="6588625" y="491425"/>
                  </a:cubicBezTo>
                  <a:lnTo>
                    <a:pt x="6625224" y="508047"/>
                  </a:lnTo>
                  <a:lnTo>
                    <a:pt x="6662539" y="500953"/>
                  </a:lnTo>
                  <a:lnTo>
                    <a:pt x="6662540" y="500952"/>
                  </a:lnTo>
                  <a:lnTo>
                    <a:pt x="6662543" y="500951"/>
                  </a:lnTo>
                  <a:lnTo>
                    <a:pt x="6683026" y="489501"/>
                  </a:lnTo>
                  <a:lnTo>
                    <a:pt x="6702975" y="486354"/>
                  </a:lnTo>
                  <a:lnTo>
                    <a:pt x="6702976" y="486354"/>
                  </a:lnTo>
                  <a:cubicBezTo>
                    <a:pt x="6716168" y="486759"/>
                    <a:pt x="6729218" y="491903"/>
                    <a:pt x="6742552" y="500190"/>
                  </a:cubicBezTo>
                  <a:lnTo>
                    <a:pt x="6742554" y="500191"/>
                  </a:lnTo>
                  <a:lnTo>
                    <a:pt x="6812061" y="519668"/>
                  </a:lnTo>
                  <a:lnTo>
                    <a:pt x="6776799" y="514894"/>
                  </a:lnTo>
                  <a:lnTo>
                    <a:pt x="6742554" y="500191"/>
                  </a:lnTo>
                  <a:lnTo>
                    <a:pt x="6742551" y="500190"/>
                  </a:lnTo>
                  <a:lnTo>
                    <a:pt x="6702975" y="486354"/>
                  </a:lnTo>
                  <a:lnTo>
                    <a:pt x="6662543" y="500951"/>
                  </a:lnTo>
                  <a:lnTo>
                    <a:pt x="6662541" y="500952"/>
                  </a:lnTo>
                  <a:lnTo>
                    <a:pt x="6662539" y="500953"/>
                  </a:lnTo>
                  <a:lnTo>
                    <a:pt x="6645551" y="508036"/>
                  </a:lnTo>
                  <a:lnTo>
                    <a:pt x="6625224" y="508047"/>
                  </a:lnTo>
                  <a:lnTo>
                    <a:pt x="6625223" y="508047"/>
                  </a:lnTo>
                  <a:cubicBezTo>
                    <a:pt x="6611340" y="505951"/>
                    <a:pt x="6597577" y="499903"/>
                    <a:pt x="6588624" y="491425"/>
                  </a:cubicBezTo>
                  <a:close/>
                  <a:moveTo>
                    <a:pt x="6438980" y="549267"/>
                  </a:moveTo>
                  <a:lnTo>
                    <a:pt x="6463839" y="529336"/>
                  </a:lnTo>
                  <a:lnTo>
                    <a:pt x="6463848" y="529334"/>
                  </a:lnTo>
                  <a:lnTo>
                    <a:pt x="6513011" y="515538"/>
                  </a:lnTo>
                  <a:lnTo>
                    <a:pt x="6546193" y="496733"/>
                  </a:lnTo>
                  <a:lnTo>
                    <a:pt x="6546194" y="496733"/>
                  </a:lnTo>
                  <a:lnTo>
                    <a:pt x="6521803" y="513071"/>
                  </a:lnTo>
                  <a:lnTo>
                    <a:pt x="6513011" y="515538"/>
                  </a:lnTo>
                  <a:lnTo>
                    <a:pt x="6508051" y="518349"/>
                  </a:lnTo>
                  <a:lnTo>
                    <a:pt x="6463848" y="529334"/>
                  </a:lnTo>
                  <a:lnTo>
                    <a:pt x="6463840" y="529336"/>
                  </a:lnTo>
                  <a:cubicBezTo>
                    <a:pt x="6451649" y="532288"/>
                    <a:pt x="6444076" y="539765"/>
                    <a:pt x="6438980" y="549267"/>
                  </a:cubicBezTo>
                  <a:close/>
                  <a:moveTo>
                    <a:pt x="6365203" y="635242"/>
                  </a:moveTo>
                  <a:lnTo>
                    <a:pt x="6387909" y="633959"/>
                  </a:lnTo>
                  <a:lnTo>
                    <a:pt x="6391548" y="632195"/>
                  </a:lnTo>
                  <a:lnTo>
                    <a:pt x="6407331" y="624541"/>
                  </a:lnTo>
                  <a:lnTo>
                    <a:pt x="6407332" y="624541"/>
                  </a:lnTo>
                  <a:lnTo>
                    <a:pt x="6391548" y="632195"/>
                  </a:lnTo>
                  <a:lnTo>
                    <a:pt x="6387909" y="633961"/>
                  </a:lnTo>
                  <a:close/>
                  <a:moveTo>
                    <a:pt x="4221390" y="396172"/>
                  </a:moveTo>
                  <a:lnTo>
                    <a:pt x="4221391" y="396172"/>
                  </a:lnTo>
                  <a:cubicBezTo>
                    <a:pt x="4232060" y="396934"/>
                    <a:pt x="4243872" y="397124"/>
                    <a:pt x="4253014" y="401888"/>
                  </a:cubicBezTo>
                  <a:cubicBezTo>
                    <a:pt x="4277401" y="414081"/>
                    <a:pt x="4300070" y="429701"/>
                    <a:pt x="4324645" y="441704"/>
                  </a:cubicBezTo>
                  <a:lnTo>
                    <a:pt x="4363890" y="450658"/>
                  </a:lnTo>
                  <a:lnTo>
                    <a:pt x="4482003" y="449896"/>
                  </a:lnTo>
                  <a:cubicBezTo>
                    <a:pt x="4546775" y="447228"/>
                    <a:pt x="4612499" y="446656"/>
                    <a:pt x="4659173" y="389886"/>
                  </a:cubicBezTo>
                  <a:cubicBezTo>
                    <a:pt x="4662985" y="385314"/>
                    <a:pt x="4671175" y="382646"/>
                    <a:pt x="4677654" y="381884"/>
                  </a:cubicBezTo>
                  <a:cubicBezTo>
                    <a:pt x="4707563" y="378265"/>
                    <a:pt x="4738234" y="377883"/>
                    <a:pt x="4767763" y="371977"/>
                  </a:cubicBezTo>
                  <a:cubicBezTo>
                    <a:pt x="4779574" y="369596"/>
                    <a:pt x="4790386" y="368787"/>
                    <a:pt x="4800482" y="370668"/>
                  </a:cubicBezTo>
                  <a:lnTo>
                    <a:pt x="4800483" y="370668"/>
                  </a:lnTo>
                  <a:cubicBezTo>
                    <a:pt x="4810580" y="372549"/>
                    <a:pt x="4819963" y="377122"/>
                    <a:pt x="4828916" y="385504"/>
                  </a:cubicBezTo>
                  <a:lnTo>
                    <a:pt x="4863342" y="407685"/>
                  </a:lnTo>
                  <a:lnTo>
                    <a:pt x="4889274" y="415214"/>
                  </a:lnTo>
                  <a:lnTo>
                    <a:pt x="4912167" y="413509"/>
                  </a:lnTo>
                  <a:cubicBezTo>
                    <a:pt x="4919977" y="411794"/>
                    <a:pt x="4927121" y="411437"/>
                    <a:pt x="4933803" y="412107"/>
                  </a:cubicBezTo>
                  <a:lnTo>
                    <a:pt x="4933804" y="412107"/>
                  </a:lnTo>
                  <a:lnTo>
                    <a:pt x="4952672" y="416866"/>
                  </a:lnTo>
                  <a:lnTo>
                    <a:pt x="4957452" y="419659"/>
                  </a:lnTo>
                  <a:lnTo>
                    <a:pt x="4961455" y="420937"/>
                  </a:lnTo>
                  <a:cubicBezTo>
                    <a:pt x="4970096" y="425448"/>
                    <a:pt x="4978393" y="431154"/>
                    <a:pt x="4987037" y="436941"/>
                  </a:cubicBezTo>
                  <a:cubicBezTo>
                    <a:pt x="5003801" y="448180"/>
                    <a:pt x="5022852" y="462278"/>
                    <a:pt x="5041521" y="463420"/>
                  </a:cubicBezTo>
                  <a:lnTo>
                    <a:pt x="5041527" y="463422"/>
                  </a:lnTo>
                  <a:lnTo>
                    <a:pt x="5064789" y="468043"/>
                  </a:lnTo>
                  <a:lnTo>
                    <a:pt x="5070584" y="470217"/>
                  </a:lnTo>
                  <a:lnTo>
                    <a:pt x="5072375" y="470636"/>
                  </a:lnTo>
                  <a:lnTo>
                    <a:pt x="5087443" y="476540"/>
                  </a:lnTo>
                  <a:lnTo>
                    <a:pt x="5133219" y="489567"/>
                  </a:lnTo>
                  <a:lnTo>
                    <a:pt x="5133224" y="489569"/>
                  </a:lnTo>
                  <a:lnTo>
                    <a:pt x="5166112" y="482853"/>
                  </a:lnTo>
                  <a:lnTo>
                    <a:pt x="5166113" y="482853"/>
                  </a:lnTo>
                  <a:cubicBezTo>
                    <a:pt x="5167637" y="482091"/>
                    <a:pt x="5169780" y="482663"/>
                    <a:pt x="5172090" y="483545"/>
                  </a:cubicBezTo>
                  <a:lnTo>
                    <a:pt x="5179067" y="486091"/>
                  </a:lnTo>
                  <a:lnTo>
                    <a:pt x="5229432" y="485925"/>
                  </a:lnTo>
                  <a:lnTo>
                    <a:pt x="5243613" y="478254"/>
                  </a:lnTo>
                  <a:lnTo>
                    <a:pt x="5272795" y="462468"/>
                  </a:lnTo>
                  <a:cubicBezTo>
                    <a:pt x="5285440" y="450823"/>
                    <a:pt x="5298594" y="443117"/>
                    <a:pt x="5312287" y="438565"/>
                  </a:cubicBezTo>
                  <a:lnTo>
                    <a:pt x="5321350" y="437509"/>
                  </a:lnTo>
                  <a:lnTo>
                    <a:pt x="5326162" y="435035"/>
                  </a:lnTo>
                  <a:lnTo>
                    <a:pt x="5355013" y="433589"/>
                  </a:lnTo>
                  <a:lnTo>
                    <a:pt x="5355014" y="433589"/>
                  </a:lnTo>
                  <a:cubicBezTo>
                    <a:pt x="5364882" y="434238"/>
                    <a:pt x="5375002" y="435941"/>
                    <a:pt x="5385384" y="438465"/>
                  </a:cubicBezTo>
                  <a:cubicBezTo>
                    <a:pt x="5398721" y="441704"/>
                    <a:pt x="5412057" y="443990"/>
                    <a:pt x="5425582" y="446656"/>
                  </a:cubicBezTo>
                  <a:cubicBezTo>
                    <a:pt x="5443870" y="450466"/>
                    <a:pt x="5462351" y="454468"/>
                    <a:pt x="5480637" y="458278"/>
                  </a:cubicBezTo>
                  <a:lnTo>
                    <a:pt x="5507667" y="462803"/>
                  </a:lnTo>
                  <a:lnTo>
                    <a:pt x="5531691" y="452184"/>
                  </a:lnTo>
                  <a:lnTo>
                    <a:pt x="5531692" y="452183"/>
                  </a:lnTo>
                  <a:cubicBezTo>
                    <a:pt x="5537599" y="445133"/>
                    <a:pt x="5542648" y="441941"/>
                    <a:pt x="5547577" y="442037"/>
                  </a:cubicBezTo>
                  <a:lnTo>
                    <a:pt x="5547578" y="442037"/>
                  </a:lnTo>
                  <a:cubicBezTo>
                    <a:pt x="5552507" y="442132"/>
                    <a:pt x="5557317" y="445514"/>
                    <a:pt x="5562746" y="451610"/>
                  </a:cubicBezTo>
                  <a:cubicBezTo>
                    <a:pt x="5600467" y="494284"/>
                    <a:pt x="5646189" y="520954"/>
                    <a:pt x="5704483" y="522858"/>
                  </a:cubicBezTo>
                  <a:cubicBezTo>
                    <a:pt x="5716485" y="523241"/>
                    <a:pt x="5728678" y="525906"/>
                    <a:pt x="5740488" y="528765"/>
                  </a:cubicBezTo>
                  <a:cubicBezTo>
                    <a:pt x="5747728" y="530479"/>
                    <a:pt x="5756493" y="532385"/>
                    <a:pt x="5760873" y="537529"/>
                  </a:cubicBezTo>
                  <a:cubicBezTo>
                    <a:pt x="5794974" y="576772"/>
                    <a:pt x="5837457" y="604015"/>
                    <a:pt x="5883751" y="625924"/>
                  </a:cubicBezTo>
                  <a:lnTo>
                    <a:pt x="5883755" y="625926"/>
                  </a:lnTo>
                  <a:lnTo>
                    <a:pt x="5935945" y="643829"/>
                  </a:lnTo>
                  <a:lnTo>
                    <a:pt x="5935949" y="643830"/>
                  </a:lnTo>
                  <a:lnTo>
                    <a:pt x="5993289" y="640211"/>
                  </a:lnTo>
                  <a:lnTo>
                    <a:pt x="5993290" y="640210"/>
                  </a:lnTo>
                  <a:cubicBezTo>
                    <a:pt x="6004530" y="639068"/>
                    <a:pt x="6017484" y="639259"/>
                    <a:pt x="6026439" y="633735"/>
                  </a:cubicBezTo>
                  <a:cubicBezTo>
                    <a:pt x="6054824" y="616397"/>
                    <a:pt x="6082257" y="597729"/>
                    <a:pt x="6108737" y="577534"/>
                  </a:cubicBezTo>
                  <a:cubicBezTo>
                    <a:pt x="6120073" y="568866"/>
                    <a:pt x="6126883" y="563913"/>
                    <a:pt x="6133313" y="563843"/>
                  </a:cubicBezTo>
                  <a:lnTo>
                    <a:pt x="6133314" y="563843"/>
                  </a:lnTo>
                  <a:lnTo>
                    <a:pt x="6143189" y="567542"/>
                  </a:lnTo>
                  <a:lnTo>
                    <a:pt x="6155599" y="579438"/>
                  </a:lnTo>
                  <a:lnTo>
                    <a:pt x="6155602" y="579440"/>
                  </a:lnTo>
                  <a:cubicBezTo>
                    <a:pt x="6175797" y="601729"/>
                    <a:pt x="6200944" y="613349"/>
                    <a:pt x="6228756" y="618111"/>
                  </a:cubicBezTo>
                  <a:lnTo>
                    <a:pt x="6361539" y="635448"/>
                  </a:lnTo>
                  <a:lnTo>
                    <a:pt x="6361538" y="635448"/>
                  </a:lnTo>
                  <a:cubicBezTo>
                    <a:pt x="6317150" y="631828"/>
                    <a:pt x="6272763" y="625542"/>
                    <a:pt x="6228755" y="618111"/>
                  </a:cubicBezTo>
                  <a:cubicBezTo>
                    <a:pt x="6200943" y="613349"/>
                    <a:pt x="6175796" y="601729"/>
                    <a:pt x="6155601" y="579440"/>
                  </a:cubicBezTo>
                  <a:lnTo>
                    <a:pt x="6155599" y="579438"/>
                  </a:lnTo>
                  <a:lnTo>
                    <a:pt x="6133314" y="563843"/>
                  </a:lnTo>
                  <a:lnTo>
                    <a:pt x="6108738" y="577534"/>
                  </a:lnTo>
                  <a:cubicBezTo>
                    <a:pt x="6082258" y="597729"/>
                    <a:pt x="6054825" y="616397"/>
                    <a:pt x="6026440" y="633735"/>
                  </a:cubicBezTo>
                  <a:cubicBezTo>
                    <a:pt x="6017485" y="639259"/>
                    <a:pt x="6004531" y="639068"/>
                    <a:pt x="5993291" y="640210"/>
                  </a:cubicBezTo>
                  <a:lnTo>
                    <a:pt x="5993289" y="640211"/>
                  </a:lnTo>
                  <a:lnTo>
                    <a:pt x="5964476" y="643664"/>
                  </a:lnTo>
                  <a:lnTo>
                    <a:pt x="5935949" y="643830"/>
                  </a:lnTo>
                  <a:lnTo>
                    <a:pt x="5935948" y="643830"/>
                  </a:lnTo>
                  <a:lnTo>
                    <a:pt x="5935945" y="643829"/>
                  </a:lnTo>
                  <a:lnTo>
                    <a:pt x="5909350" y="636949"/>
                  </a:lnTo>
                  <a:lnTo>
                    <a:pt x="5883755" y="625926"/>
                  </a:lnTo>
                  <a:lnTo>
                    <a:pt x="5883750" y="625924"/>
                  </a:lnTo>
                  <a:cubicBezTo>
                    <a:pt x="5837456" y="604015"/>
                    <a:pt x="5794973" y="576772"/>
                    <a:pt x="5760872" y="537529"/>
                  </a:cubicBezTo>
                  <a:cubicBezTo>
                    <a:pt x="5756492" y="532385"/>
                    <a:pt x="5747727" y="530479"/>
                    <a:pt x="5740487" y="528765"/>
                  </a:cubicBezTo>
                  <a:cubicBezTo>
                    <a:pt x="5728677" y="525906"/>
                    <a:pt x="5716484" y="523241"/>
                    <a:pt x="5704482" y="522858"/>
                  </a:cubicBezTo>
                  <a:cubicBezTo>
                    <a:pt x="5646188" y="520954"/>
                    <a:pt x="5600466" y="494284"/>
                    <a:pt x="5562745" y="451610"/>
                  </a:cubicBezTo>
                  <a:lnTo>
                    <a:pt x="5547577" y="442037"/>
                  </a:lnTo>
                  <a:lnTo>
                    <a:pt x="5531693" y="452183"/>
                  </a:lnTo>
                  <a:lnTo>
                    <a:pt x="5531691" y="452184"/>
                  </a:lnTo>
                  <a:lnTo>
                    <a:pt x="5520421" y="460582"/>
                  </a:lnTo>
                  <a:lnTo>
                    <a:pt x="5507667" y="462803"/>
                  </a:lnTo>
                  <a:lnTo>
                    <a:pt x="5507666" y="462803"/>
                  </a:lnTo>
                  <a:cubicBezTo>
                    <a:pt x="5498831" y="462755"/>
                    <a:pt x="5489496" y="460183"/>
                    <a:pt x="5480636" y="458278"/>
                  </a:cubicBezTo>
                  <a:cubicBezTo>
                    <a:pt x="5462350" y="454468"/>
                    <a:pt x="5443869" y="450466"/>
                    <a:pt x="5425581" y="446656"/>
                  </a:cubicBezTo>
                  <a:cubicBezTo>
                    <a:pt x="5412056" y="443990"/>
                    <a:pt x="5398720" y="441704"/>
                    <a:pt x="5385383" y="438465"/>
                  </a:cubicBezTo>
                  <a:lnTo>
                    <a:pt x="5355013" y="433589"/>
                  </a:lnTo>
                  <a:lnTo>
                    <a:pt x="5321350" y="437509"/>
                  </a:lnTo>
                  <a:lnTo>
                    <a:pt x="5272796" y="462468"/>
                  </a:lnTo>
                  <a:lnTo>
                    <a:pt x="5243613" y="478254"/>
                  </a:lnTo>
                  <a:lnTo>
                    <a:pt x="5229433" y="485925"/>
                  </a:lnTo>
                  <a:cubicBezTo>
                    <a:pt x="5213597" y="489759"/>
                    <a:pt x="5196594" y="489711"/>
                    <a:pt x="5179067" y="486091"/>
                  </a:cubicBezTo>
                  <a:lnTo>
                    <a:pt x="5179066" y="486091"/>
                  </a:lnTo>
                  <a:cubicBezTo>
                    <a:pt x="5176875" y="485615"/>
                    <a:pt x="5174399" y="484425"/>
                    <a:pt x="5172089" y="483545"/>
                  </a:cubicBezTo>
                  <a:lnTo>
                    <a:pt x="5166113" y="482853"/>
                  </a:lnTo>
                  <a:lnTo>
                    <a:pt x="5133224" y="489569"/>
                  </a:lnTo>
                  <a:lnTo>
                    <a:pt x="5133223" y="489569"/>
                  </a:lnTo>
                  <a:lnTo>
                    <a:pt x="5133219" y="489567"/>
                  </a:lnTo>
                  <a:lnTo>
                    <a:pt x="5102460" y="482424"/>
                  </a:lnTo>
                  <a:lnTo>
                    <a:pt x="5087443" y="476540"/>
                  </a:lnTo>
                  <a:lnTo>
                    <a:pt x="5087422" y="476534"/>
                  </a:lnTo>
                  <a:lnTo>
                    <a:pt x="5070584" y="470217"/>
                  </a:lnTo>
                  <a:lnTo>
                    <a:pt x="5041527" y="463422"/>
                  </a:lnTo>
                  <a:lnTo>
                    <a:pt x="5041520" y="463420"/>
                  </a:lnTo>
                  <a:cubicBezTo>
                    <a:pt x="5022851" y="462278"/>
                    <a:pt x="5003800" y="448180"/>
                    <a:pt x="4987036" y="436941"/>
                  </a:cubicBezTo>
                  <a:lnTo>
                    <a:pt x="4957452" y="419659"/>
                  </a:lnTo>
                  <a:lnTo>
                    <a:pt x="4933804" y="412107"/>
                  </a:lnTo>
                  <a:lnTo>
                    <a:pt x="4912168" y="413509"/>
                  </a:lnTo>
                  <a:cubicBezTo>
                    <a:pt x="4904357" y="415271"/>
                    <a:pt x="4896713" y="415783"/>
                    <a:pt x="4889275" y="415214"/>
                  </a:cubicBezTo>
                  <a:lnTo>
                    <a:pt x="4889274" y="415214"/>
                  </a:lnTo>
                  <a:lnTo>
                    <a:pt x="4867613" y="410436"/>
                  </a:lnTo>
                  <a:lnTo>
                    <a:pt x="4863342" y="407685"/>
                  </a:lnTo>
                  <a:lnTo>
                    <a:pt x="4857316" y="405935"/>
                  </a:lnTo>
                  <a:cubicBezTo>
                    <a:pt x="4847213" y="400792"/>
                    <a:pt x="4837702" y="393791"/>
                    <a:pt x="4828915" y="385504"/>
                  </a:cubicBezTo>
                  <a:lnTo>
                    <a:pt x="4800482" y="370668"/>
                  </a:lnTo>
                  <a:lnTo>
                    <a:pt x="4767764" y="371977"/>
                  </a:lnTo>
                  <a:cubicBezTo>
                    <a:pt x="4738235" y="377883"/>
                    <a:pt x="4707564" y="378265"/>
                    <a:pt x="4677655" y="381884"/>
                  </a:cubicBezTo>
                  <a:cubicBezTo>
                    <a:pt x="4671176" y="382646"/>
                    <a:pt x="4662986" y="385314"/>
                    <a:pt x="4659174" y="389886"/>
                  </a:cubicBezTo>
                  <a:cubicBezTo>
                    <a:pt x="4612500" y="446656"/>
                    <a:pt x="4546776" y="447228"/>
                    <a:pt x="4482004" y="449896"/>
                  </a:cubicBezTo>
                  <a:cubicBezTo>
                    <a:pt x="4442761" y="451610"/>
                    <a:pt x="4403325" y="451610"/>
                    <a:pt x="4363890" y="450658"/>
                  </a:cubicBezTo>
                  <a:lnTo>
                    <a:pt x="4363889" y="450658"/>
                  </a:lnTo>
                  <a:cubicBezTo>
                    <a:pt x="4350553" y="450466"/>
                    <a:pt x="4336456" y="447418"/>
                    <a:pt x="4324644" y="441704"/>
                  </a:cubicBezTo>
                  <a:cubicBezTo>
                    <a:pt x="4300069" y="429701"/>
                    <a:pt x="4277400" y="414081"/>
                    <a:pt x="4253013" y="401888"/>
                  </a:cubicBezTo>
                  <a:close/>
                  <a:moveTo>
                    <a:pt x="4165382" y="392362"/>
                  </a:moveTo>
                  <a:lnTo>
                    <a:pt x="4165383" y="392362"/>
                  </a:lnTo>
                  <a:lnTo>
                    <a:pt x="4192387" y="396267"/>
                  </a:lnTo>
                  <a:lnTo>
                    <a:pt x="4192386" y="396267"/>
                  </a:lnTo>
                  <a:cubicBezTo>
                    <a:pt x="4182766" y="396363"/>
                    <a:pt x="4173479" y="395791"/>
                    <a:pt x="4165382" y="392362"/>
                  </a:cubicBezTo>
                  <a:close/>
                  <a:moveTo>
                    <a:pt x="3885337" y="379980"/>
                  </a:moveTo>
                  <a:lnTo>
                    <a:pt x="3885338" y="379980"/>
                  </a:lnTo>
                  <a:lnTo>
                    <a:pt x="3885341" y="379982"/>
                  </a:lnTo>
                  <a:lnTo>
                    <a:pt x="3962157" y="411865"/>
                  </a:lnTo>
                  <a:lnTo>
                    <a:pt x="3962159" y="411865"/>
                  </a:lnTo>
                  <a:lnTo>
                    <a:pt x="4043837" y="396173"/>
                  </a:lnTo>
                  <a:lnTo>
                    <a:pt x="4043838" y="396172"/>
                  </a:lnTo>
                  <a:cubicBezTo>
                    <a:pt x="4063841" y="387409"/>
                    <a:pt x="4083701" y="382027"/>
                    <a:pt x="4103824" y="381051"/>
                  </a:cubicBezTo>
                  <a:lnTo>
                    <a:pt x="4103825" y="381051"/>
                  </a:lnTo>
                  <a:lnTo>
                    <a:pt x="4134255" y="383018"/>
                  </a:lnTo>
                  <a:lnTo>
                    <a:pt x="4165381" y="392362"/>
                  </a:lnTo>
                  <a:lnTo>
                    <a:pt x="4103825" y="381051"/>
                  </a:lnTo>
                  <a:lnTo>
                    <a:pt x="4043839" y="396172"/>
                  </a:lnTo>
                  <a:lnTo>
                    <a:pt x="4043837" y="396173"/>
                  </a:lnTo>
                  <a:lnTo>
                    <a:pt x="4002409" y="409475"/>
                  </a:lnTo>
                  <a:lnTo>
                    <a:pt x="3962159" y="411865"/>
                  </a:lnTo>
                  <a:lnTo>
                    <a:pt x="3962158" y="411865"/>
                  </a:lnTo>
                  <a:lnTo>
                    <a:pt x="3962157" y="411865"/>
                  </a:lnTo>
                  <a:lnTo>
                    <a:pt x="3923124" y="402361"/>
                  </a:lnTo>
                  <a:lnTo>
                    <a:pt x="3885341" y="379982"/>
                  </a:lnTo>
                  <a:close/>
                  <a:moveTo>
                    <a:pt x="3669899" y="394577"/>
                  </a:moveTo>
                  <a:lnTo>
                    <a:pt x="3680163" y="397173"/>
                  </a:lnTo>
                  <a:lnTo>
                    <a:pt x="3734836" y="393125"/>
                  </a:lnTo>
                  <a:lnTo>
                    <a:pt x="3734837" y="393125"/>
                  </a:lnTo>
                  <a:cubicBezTo>
                    <a:pt x="3741315" y="392173"/>
                    <a:pt x="3749125" y="390839"/>
                    <a:pt x="3754652" y="393507"/>
                  </a:cubicBezTo>
                  <a:lnTo>
                    <a:pt x="3789775" y="399864"/>
                  </a:lnTo>
                  <a:lnTo>
                    <a:pt x="3822471" y="384932"/>
                  </a:lnTo>
                  <a:cubicBezTo>
                    <a:pt x="3831901" y="377884"/>
                    <a:pt x="3842045" y="372264"/>
                    <a:pt x="3852618" y="370597"/>
                  </a:cubicBezTo>
                  <a:lnTo>
                    <a:pt x="3852619" y="370597"/>
                  </a:lnTo>
                  <a:lnTo>
                    <a:pt x="3868763" y="371377"/>
                  </a:lnTo>
                  <a:lnTo>
                    <a:pt x="3885336" y="379980"/>
                  </a:lnTo>
                  <a:lnTo>
                    <a:pt x="3852619" y="370597"/>
                  </a:lnTo>
                  <a:lnTo>
                    <a:pt x="3822472" y="384932"/>
                  </a:lnTo>
                  <a:cubicBezTo>
                    <a:pt x="3811613" y="393124"/>
                    <a:pt x="3800896" y="398269"/>
                    <a:pt x="3789776" y="399864"/>
                  </a:cubicBezTo>
                  <a:lnTo>
                    <a:pt x="3789775" y="399864"/>
                  </a:lnTo>
                  <a:cubicBezTo>
                    <a:pt x="3778654" y="401460"/>
                    <a:pt x="3767129" y="399507"/>
                    <a:pt x="3754651" y="393507"/>
                  </a:cubicBezTo>
                  <a:lnTo>
                    <a:pt x="3734837" y="393125"/>
                  </a:lnTo>
                  <a:lnTo>
                    <a:pt x="3680163" y="397173"/>
                  </a:lnTo>
                  <a:lnTo>
                    <a:pt x="3680162" y="397173"/>
                  </a:lnTo>
                  <a:close/>
                  <a:moveTo>
                    <a:pt x="2836171" y="465063"/>
                  </a:moveTo>
                  <a:lnTo>
                    <a:pt x="2848792" y="456372"/>
                  </a:lnTo>
                  <a:cubicBezTo>
                    <a:pt x="2865009" y="451372"/>
                    <a:pt x="2881306" y="445515"/>
                    <a:pt x="2897784" y="440769"/>
                  </a:cubicBezTo>
                  <a:lnTo>
                    <a:pt x="2903549" y="439740"/>
                  </a:lnTo>
                  <a:lnTo>
                    <a:pt x="2914327" y="436466"/>
                  </a:lnTo>
                  <a:lnTo>
                    <a:pt x="2947858" y="431835"/>
                  </a:lnTo>
                  <a:lnTo>
                    <a:pt x="2947861" y="431834"/>
                  </a:lnTo>
                  <a:lnTo>
                    <a:pt x="2947862" y="431834"/>
                  </a:lnTo>
                  <a:cubicBezTo>
                    <a:pt x="2959156" y="431465"/>
                    <a:pt x="2970575" y="432465"/>
                    <a:pt x="2982148" y="435418"/>
                  </a:cubicBezTo>
                  <a:lnTo>
                    <a:pt x="3077401" y="447111"/>
                  </a:lnTo>
                  <a:lnTo>
                    <a:pt x="3172653" y="434656"/>
                  </a:lnTo>
                  <a:cubicBezTo>
                    <a:pt x="3276479" y="408747"/>
                    <a:pt x="3380304" y="381315"/>
                    <a:pt x="3489466" y="387029"/>
                  </a:cubicBezTo>
                  <a:cubicBezTo>
                    <a:pt x="3507562" y="387981"/>
                    <a:pt x="3529089" y="376360"/>
                    <a:pt x="3544712" y="364930"/>
                  </a:cubicBezTo>
                  <a:cubicBezTo>
                    <a:pt x="3559667" y="354072"/>
                    <a:pt x="3566811" y="348213"/>
                    <a:pt x="3574407" y="347308"/>
                  </a:cubicBezTo>
                  <a:lnTo>
                    <a:pt x="3574408" y="347308"/>
                  </a:lnTo>
                  <a:cubicBezTo>
                    <a:pt x="3582004" y="346403"/>
                    <a:pt x="3590053" y="350452"/>
                    <a:pt x="3606817" y="359406"/>
                  </a:cubicBezTo>
                  <a:cubicBezTo>
                    <a:pt x="3614819" y="363788"/>
                    <a:pt x="3624725" y="366454"/>
                    <a:pt x="3630632" y="372932"/>
                  </a:cubicBezTo>
                  <a:lnTo>
                    <a:pt x="3651953" y="388826"/>
                  </a:lnTo>
                  <a:lnTo>
                    <a:pt x="3630631" y="372932"/>
                  </a:lnTo>
                  <a:cubicBezTo>
                    <a:pt x="3624724" y="366454"/>
                    <a:pt x="3614818" y="363788"/>
                    <a:pt x="3606816" y="359406"/>
                  </a:cubicBezTo>
                  <a:cubicBezTo>
                    <a:pt x="3598434" y="354929"/>
                    <a:pt x="3592231" y="351678"/>
                    <a:pt x="3587173" y="349660"/>
                  </a:cubicBezTo>
                  <a:lnTo>
                    <a:pt x="3574407" y="347308"/>
                  </a:lnTo>
                  <a:lnTo>
                    <a:pt x="3562320" y="352387"/>
                  </a:lnTo>
                  <a:cubicBezTo>
                    <a:pt x="3557715" y="355322"/>
                    <a:pt x="3552190" y="359501"/>
                    <a:pt x="3544713" y="364930"/>
                  </a:cubicBezTo>
                  <a:cubicBezTo>
                    <a:pt x="3529090" y="376360"/>
                    <a:pt x="3507563" y="387981"/>
                    <a:pt x="3489467" y="387029"/>
                  </a:cubicBezTo>
                  <a:cubicBezTo>
                    <a:pt x="3380305" y="381315"/>
                    <a:pt x="3276480" y="408747"/>
                    <a:pt x="3172654" y="434656"/>
                  </a:cubicBezTo>
                  <a:cubicBezTo>
                    <a:pt x="3140649" y="442658"/>
                    <a:pt x="3109025" y="446896"/>
                    <a:pt x="3077401" y="447111"/>
                  </a:cubicBezTo>
                  <a:lnTo>
                    <a:pt x="3077400" y="447111"/>
                  </a:lnTo>
                  <a:cubicBezTo>
                    <a:pt x="3045776" y="447325"/>
                    <a:pt x="3014152" y="443515"/>
                    <a:pt x="2982147" y="435418"/>
                  </a:cubicBezTo>
                  <a:lnTo>
                    <a:pt x="2947862" y="431834"/>
                  </a:lnTo>
                  <a:lnTo>
                    <a:pt x="2947858" y="431835"/>
                  </a:lnTo>
                  <a:lnTo>
                    <a:pt x="2903549" y="439740"/>
                  </a:lnTo>
                  <a:lnTo>
                    <a:pt x="2848793" y="456372"/>
                  </a:lnTo>
                  <a:cubicBezTo>
                    <a:pt x="2844316" y="457705"/>
                    <a:pt x="2839982" y="460991"/>
                    <a:pt x="2836172" y="465063"/>
                  </a:cubicBezTo>
                  <a:close/>
                  <a:moveTo>
                    <a:pt x="1268757" y="18376"/>
                  </a:moveTo>
                  <a:cubicBezTo>
                    <a:pt x="1275401" y="18828"/>
                    <a:pt x="1281688" y="20400"/>
                    <a:pt x="1286069" y="23543"/>
                  </a:cubicBezTo>
                  <a:cubicBezTo>
                    <a:pt x="1306929" y="38116"/>
                    <a:pt x="1328552" y="44356"/>
                    <a:pt x="1350627" y="45880"/>
                  </a:cubicBezTo>
                  <a:lnTo>
                    <a:pt x="1413839" y="40286"/>
                  </a:lnTo>
                  <a:lnTo>
                    <a:pt x="1350626" y="45881"/>
                  </a:lnTo>
                  <a:cubicBezTo>
                    <a:pt x="1328551" y="44356"/>
                    <a:pt x="1306929" y="38117"/>
                    <a:pt x="1286068" y="23543"/>
                  </a:cubicBezTo>
                  <a:close/>
                  <a:moveTo>
                    <a:pt x="313532" y="14019"/>
                  </a:moveTo>
                  <a:lnTo>
                    <a:pt x="313533" y="14018"/>
                  </a:lnTo>
                  <a:cubicBezTo>
                    <a:pt x="316389" y="9826"/>
                    <a:pt x="330298" y="12112"/>
                    <a:pt x="338870" y="13446"/>
                  </a:cubicBezTo>
                  <a:lnTo>
                    <a:pt x="338902" y="13453"/>
                  </a:lnTo>
                  <a:lnTo>
                    <a:pt x="395639" y="23353"/>
                  </a:lnTo>
                  <a:lnTo>
                    <a:pt x="367327" y="19543"/>
                  </a:lnTo>
                  <a:lnTo>
                    <a:pt x="338902" y="13453"/>
                  </a:lnTo>
                  <a:lnTo>
                    <a:pt x="338869" y="13447"/>
                  </a:lnTo>
                  <a:cubicBezTo>
                    <a:pt x="334583" y="12780"/>
                    <a:pt x="328963" y="11875"/>
                    <a:pt x="324057" y="11661"/>
                  </a:cubicBezTo>
                  <a:close/>
                  <a:moveTo>
                    <a:pt x="281567" y="36346"/>
                  </a:moveTo>
                  <a:lnTo>
                    <a:pt x="295414" y="31451"/>
                  </a:lnTo>
                  <a:lnTo>
                    <a:pt x="295414" y="31452"/>
                  </a:lnTo>
                  <a:close/>
                  <a:moveTo>
                    <a:pt x="24485" y="23026"/>
                  </a:moveTo>
                  <a:lnTo>
                    <a:pt x="74128" y="20763"/>
                  </a:lnTo>
                  <a:cubicBezTo>
                    <a:pt x="91491" y="21686"/>
                    <a:pt x="108702" y="23996"/>
                    <a:pt x="125860" y="26687"/>
                  </a:cubicBezTo>
                  <a:lnTo>
                    <a:pt x="153386" y="31082"/>
                  </a:lnTo>
                  <a:lnTo>
                    <a:pt x="228943" y="39355"/>
                  </a:lnTo>
                  <a:lnTo>
                    <a:pt x="177270" y="34896"/>
                  </a:lnTo>
                  <a:lnTo>
                    <a:pt x="153386" y="31082"/>
                  </a:lnTo>
                  <a:lnTo>
                    <a:pt x="151568" y="30883"/>
                  </a:lnTo>
                  <a:cubicBezTo>
                    <a:pt x="125875" y="26653"/>
                    <a:pt x="100173" y="22148"/>
                    <a:pt x="74128" y="20764"/>
                  </a:cubicBezTo>
                  <a:close/>
                  <a:moveTo>
                    <a:pt x="0" y="29969"/>
                  </a:moveTo>
                  <a:lnTo>
                    <a:pt x="0" y="494077"/>
                  </a:lnTo>
                  <a:lnTo>
                    <a:pt x="2816" y="492950"/>
                  </a:lnTo>
                  <a:cubicBezTo>
                    <a:pt x="21485" y="484568"/>
                    <a:pt x="43011" y="481900"/>
                    <a:pt x="63586" y="478851"/>
                  </a:cubicBezTo>
                  <a:cubicBezTo>
                    <a:pt x="101307" y="473327"/>
                    <a:pt x="139218" y="469897"/>
                    <a:pt x="176938" y="464945"/>
                  </a:cubicBezTo>
                  <a:cubicBezTo>
                    <a:pt x="184940" y="463801"/>
                    <a:pt x="194084" y="461707"/>
                    <a:pt x="200181" y="456943"/>
                  </a:cubicBezTo>
                  <a:cubicBezTo>
                    <a:pt x="241900" y="424938"/>
                    <a:pt x="292578" y="415985"/>
                    <a:pt x="340773" y="419031"/>
                  </a:cubicBezTo>
                  <a:cubicBezTo>
                    <a:pt x="378685" y="421320"/>
                    <a:pt x="415834" y="423034"/>
                    <a:pt x="453363" y="419796"/>
                  </a:cubicBezTo>
                  <a:cubicBezTo>
                    <a:pt x="456221" y="419604"/>
                    <a:pt x="460031" y="419986"/>
                    <a:pt x="462125" y="421510"/>
                  </a:cubicBezTo>
                  <a:cubicBezTo>
                    <a:pt x="475080" y="431606"/>
                    <a:pt x="488606" y="432368"/>
                    <a:pt x="505181" y="434082"/>
                  </a:cubicBezTo>
                  <a:cubicBezTo>
                    <a:pt x="528614" y="436560"/>
                    <a:pt x="550140" y="434844"/>
                    <a:pt x="571859" y="430654"/>
                  </a:cubicBezTo>
                  <a:cubicBezTo>
                    <a:pt x="587671" y="427606"/>
                    <a:pt x="603672" y="421320"/>
                    <a:pt x="617771" y="413317"/>
                  </a:cubicBezTo>
                  <a:cubicBezTo>
                    <a:pt x="637391" y="402077"/>
                    <a:pt x="656254" y="397697"/>
                    <a:pt x="674922" y="412555"/>
                  </a:cubicBezTo>
                  <a:cubicBezTo>
                    <a:pt x="695115" y="428368"/>
                    <a:pt x="717976" y="422844"/>
                    <a:pt x="740267" y="423414"/>
                  </a:cubicBezTo>
                  <a:cubicBezTo>
                    <a:pt x="749981" y="423606"/>
                    <a:pt x="760269" y="423224"/>
                    <a:pt x="769604" y="425700"/>
                  </a:cubicBezTo>
                  <a:cubicBezTo>
                    <a:pt x="796654" y="432750"/>
                    <a:pt x="822755" y="443418"/>
                    <a:pt x="850188" y="448180"/>
                  </a:cubicBezTo>
                  <a:cubicBezTo>
                    <a:pt x="865429" y="450847"/>
                    <a:pt x="882383" y="446084"/>
                    <a:pt x="898197" y="442656"/>
                  </a:cubicBezTo>
                  <a:cubicBezTo>
                    <a:pt x="914199" y="439036"/>
                    <a:pt x="930010" y="433512"/>
                    <a:pt x="945443" y="427796"/>
                  </a:cubicBezTo>
                  <a:cubicBezTo>
                    <a:pt x="955919" y="423986"/>
                    <a:pt x="967349" y="420366"/>
                    <a:pt x="975732" y="413507"/>
                  </a:cubicBezTo>
                  <a:cubicBezTo>
                    <a:pt x="994784" y="397887"/>
                    <a:pt x="1014405" y="395219"/>
                    <a:pt x="1036886" y="403411"/>
                  </a:cubicBezTo>
                  <a:cubicBezTo>
                    <a:pt x="1040314" y="404745"/>
                    <a:pt x="1044314" y="404745"/>
                    <a:pt x="1048124" y="404935"/>
                  </a:cubicBezTo>
                  <a:cubicBezTo>
                    <a:pt x="1109090" y="408935"/>
                    <a:pt x="1170050" y="411413"/>
                    <a:pt x="1230632" y="417509"/>
                  </a:cubicBezTo>
                  <a:cubicBezTo>
                    <a:pt x="1255205" y="419986"/>
                    <a:pt x="1278828" y="430844"/>
                    <a:pt x="1303023" y="437702"/>
                  </a:cubicBezTo>
                  <a:cubicBezTo>
                    <a:pt x="1307977" y="439036"/>
                    <a:pt x="1313503" y="441132"/>
                    <a:pt x="1318455" y="440178"/>
                  </a:cubicBezTo>
                  <a:cubicBezTo>
                    <a:pt x="1372367" y="430654"/>
                    <a:pt x="1422853" y="444560"/>
                    <a:pt x="1472574" y="462849"/>
                  </a:cubicBezTo>
                  <a:cubicBezTo>
                    <a:pt x="1477716" y="464755"/>
                    <a:pt x="1484003" y="464183"/>
                    <a:pt x="1489719" y="463801"/>
                  </a:cubicBezTo>
                  <a:cubicBezTo>
                    <a:pt x="1505723" y="462469"/>
                    <a:pt x="1523058" y="455801"/>
                    <a:pt x="1537536" y="459801"/>
                  </a:cubicBezTo>
                  <a:cubicBezTo>
                    <a:pt x="1576018" y="470851"/>
                    <a:pt x="1614119" y="484186"/>
                    <a:pt x="1650316" y="500950"/>
                  </a:cubicBezTo>
                  <a:cubicBezTo>
                    <a:pt x="1687085" y="517905"/>
                    <a:pt x="1721184" y="532193"/>
                    <a:pt x="1763286" y="515049"/>
                  </a:cubicBezTo>
                  <a:cubicBezTo>
                    <a:pt x="1781193" y="507808"/>
                    <a:pt x="1804815" y="512953"/>
                    <a:pt x="1825392" y="514857"/>
                  </a:cubicBezTo>
                  <a:cubicBezTo>
                    <a:pt x="1840440" y="516381"/>
                    <a:pt x="1854919" y="524955"/>
                    <a:pt x="1869779" y="524955"/>
                  </a:cubicBezTo>
                  <a:cubicBezTo>
                    <a:pt x="1909407" y="524955"/>
                    <a:pt x="1944648" y="535051"/>
                    <a:pt x="1978939" y="555626"/>
                  </a:cubicBezTo>
                  <a:cubicBezTo>
                    <a:pt x="1992278" y="563626"/>
                    <a:pt x="2013042" y="558292"/>
                    <a:pt x="2030377" y="560388"/>
                  </a:cubicBezTo>
                  <a:cubicBezTo>
                    <a:pt x="2048667" y="562864"/>
                    <a:pt x="2067524" y="565150"/>
                    <a:pt x="2085053" y="570677"/>
                  </a:cubicBezTo>
                  <a:cubicBezTo>
                    <a:pt x="2130392" y="585155"/>
                    <a:pt x="2175162" y="601538"/>
                    <a:pt x="2220311" y="616778"/>
                  </a:cubicBezTo>
                  <a:cubicBezTo>
                    <a:pt x="2257458" y="629353"/>
                    <a:pt x="2294038" y="619446"/>
                    <a:pt x="2330805" y="614112"/>
                  </a:cubicBezTo>
                  <a:cubicBezTo>
                    <a:pt x="2353858" y="610682"/>
                    <a:pt x="2375382" y="602490"/>
                    <a:pt x="2401291" y="614682"/>
                  </a:cubicBezTo>
                  <a:cubicBezTo>
                    <a:pt x="2426058" y="626304"/>
                    <a:pt x="2457491" y="623636"/>
                    <a:pt x="2485306" y="629923"/>
                  </a:cubicBezTo>
                  <a:cubicBezTo>
                    <a:pt x="2508741" y="635257"/>
                    <a:pt x="2531408" y="643831"/>
                    <a:pt x="2554078" y="652213"/>
                  </a:cubicBezTo>
                  <a:cubicBezTo>
                    <a:pt x="2584941" y="663644"/>
                    <a:pt x="2615420" y="675644"/>
                    <a:pt x="2649142" y="669930"/>
                  </a:cubicBezTo>
                  <a:cubicBezTo>
                    <a:pt x="2687435" y="663452"/>
                    <a:pt x="2713722" y="687836"/>
                    <a:pt x="2743825" y="704031"/>
                  </a:cubicBezTo>
                  <a:cubicBezTo>
                    <a:pt x="2764589" y="715079"/>
                    <a:pt x="2787258" y="723272"/>
                    <a:pt x="2809929" y="730130"/>
                  </a:cubicBezTo>
                  <a:cubicBezTo>
                    <a:pt x="2840218" y="739084"/>
                    <a:pt x="2871461" y="744418"/>
                    <a:pt x="2901942" y="753181"/>
                  </a:cubicBezTo>
                  <a:cubicBezTo>
                    <a:pt x="2948046" y="766325"/>
                    <a:pt x="2994721" y="776613"/>
                    <a:pt x="3042727" y="769373"/>
                  </a:cubicBezTo>
                  <a:cubicBezTo>
                    <a:pt x="3064826" y="766135"/>
                    <a:pt x="3085402" y="766325"/>
                    <a:pt x="3107499" y="771089"/>
                  </a:cubicBezTo>
                  <a:cubicBezTo>
                    <a:pt x="3143694" y="778899"/>
                    <a:pt x="3180843" y="779852"/>
                    <a:pt x="3209992" y="808998"/>
                  </a:cubicBezTo>
                  <a:cubicBezTo>
                    <a:pt x="3220279" y="819287"/>
                    <a:pt x="3238757" y="821953"/>
                    <a:pt x="3253808" y="827287"/>
                  </a:cubicBezTo>
                  <a:cubicBezTo>
                    <a:pt x="3271144" y="833575"/>
                    <a:pt x="3283907" y="830335"/>
                    <a:pt x="3293243" y="812047"/>
                  </a:cubicBezTo>
                  <a:cubicBezTo>
                    <a:pt x="3297433" y="803856"/>
                    <a:pt x="3309436" y="795854"/>
                    <a:pt x="3318770" y="794520"/>
                  </a:cubicBezTo>
                  <a:cubicBezTo>
                    <a:pt x="3346775" y="790520"/>
                    <a:pt x="3372494" y="796426"/>
                    <a:pt x="3399545" y="809381"/>
                  </a:cubicBezTo>
                  <a:cubicBezTo>
                    <a:pt x="3424882" y="821573"/>
                    <a:pt x="3456507" y="820239"/>
                    <a:pt x="3485274" y="825001"/>
                  </a:cubicBezTo>
                  <a:cubicBezTo>
                    <a:pt x="3505656" y="828431"/>
                    <a:pt x="3526041" y="835479"/>
                    <a:pt x="3546616" y="835479"/>
                  </a:cubicBezTo>
                  <a:cubicBezTo>
                    <a:pt x="3572145" y="835479"/>
                    <a:pt x="3597481" y="829383"/>
                    <a:pt x="3623200" y="827097"/>
                  </a:cubicBezTo>
                  <a:cubicBezTo>
                    <a:pt x="3643203" y="825193"/>
                    <a:pt x="3663588" y="825955"/>
                    <a:pt x="3683590" y="823669"/>
                  </a:cubicBezTo>
                  <a:cubicBezTo>
                    <a:pt x="3699975" y="821953"/>
                    <a:pt x="3716167" y="817573"/>
                    <a:pt x="3732360" y="813953"/>
                  </a:cubicBezTo>
                  <a:cubicBezTo>
                    <a:pt x="3738266" y="812619"/>
                    <a:pt x="3744172" y="807474"/>
                    <a:pt x="3749505" y="808236"/>
                  </a:cubicBezTo>
                  <a:cubicBezTo>
                    <a:pt x="3802466" y="816429"/>
                    <a:pt x="3840568" y="779852"/>
                    <a:pt x="3885337" y="763659"/>
                  </a:cubicBezTo>
                  <a:cubicBezTo>
                    <a:pt x="3932393" y="746512"/>
                    <a:pt x="3977924" y="720224"/>
                    <a:pt x="4030502" y="728034"/>
                  </a:cubicBezTo>
                  <a:cubicBezTo>
                    <a:pt x="4062317" y="732796"/>
                    <a:pt x="4092988" y="743846"/>
                    <a:pt x="4124613" y="750515"/>
                  </a:cubicBezTo>
                  <a:cubicBezTo>
                    <a:pt x="4135853" y="752801"/>
                    <a:pt x="4148426" y="752419"/>
                    <a:pt x="4159666" y="750133"/>
                  </a:cubicBezTo>
                  <a:cubicBezTo>
                    <a:pt x="4213960" y="739654"/>
                    <a:pt x="4267492" y="738130"/>
                    <a:pt x="4320836" y="755277"/>
                  </a:cubicBezTo>
                  <a:cubicBezTo>
                    <a:pt x="4329978" y="758135"/>
                    <a:pt x="4339694" y="760801"/>
                    <a:pt x="4349221" y="760801"/>
                  </a:cubicBezTo>
                  <a:cubicBezTo>
                    <a:pt x="4401418" y="760801"/>
                    <a:pt x="4452664" y="756801"/>
                    <a:pt x="4502578" y="738130"/>
                  </a:cubicBezTo>
                  <a:cubicBezTo>
                    <a:pt x="4519342" y="731844"/>
                    <a:pt x="4539727" y="735844"/>
                    <a:pt x="4558206" y="734320"/>
                  </a:cubicBezTo>
                  <a:cubicBezTo>
                    <a:pt x="4575350" y="732988"/>
                    <a:pt x="4592877" y="732416"/>
                    <a:pt x="4609451" y="728034"/>
                  </a:cubicBezTo>
                  <a:cubicBezTo>
                    <a:pt x="4633646" y="721558"/>
                    <a:pt x="4656125" y="720796"/>
                    <a:pt x="4681082" y="726510"/>
                  </a:cubicBezTo>
                  <a:cubicBezTo>
                    <a:pt x="4704894" y="731844"/>
                    <a:pt x="4730613" y="729178"/>
                    <a:pt x="4755380" y="729368"/>
                  </a:cubicBezTo>
                  <a:cubicBezTo>
                    <a:pt x="4783003" y="729558"/>
                    <a:pt x="4810626" y="729748"/>
                    <a:pt x="4838249" y="728796"/>
                  </a:cubicBezTo>
                  <a:cubicBezTo>
                    <a:pt x="4849299" y="728416"/>
                    <a:pt x="4861872" y="720796"/>
                    <a:pt x="4871018" y="723844"/>
                  </a:cubicBezTo>
                  <a:cubicBezTo>
                    <a:pt x="4900545" y="734130"/>
                    <a:pt x="4930074" y="721748"/>
                    <a:pt x="4959601" y="727272"/>
                  </a:cubicBezTo>
                  <a:cubicBezTo>
                    <a:pt x="4974081" y="730130"/>
                    <a:pt x="4990464" y="722320"/>
                    <a:pt x="5006085" y="721558"/>
                  </a:cubicBezTo>
                  <a:cubicBezTo>
                    <a:pt x="5031613" y="720224"/>
                    <a:pt x="5057140" y="720796"/>
                    <a:pt x="5082669" y="720414"/>
                  </a:cubicBezTo>
                  <a:cubicBezTo>
                    <a:pt x="5091051" y="720224"/>
                    <a:pt x="5099244" y="719462"/>
                    <a:pt x="5107626" y="719079"/>
                  </a:cubicBezTo>
                  <a:cubicBezTo>
                    <a:pt x="5115056" y="718699"/>
                    <a:pt x="5122866" y="716985"/>
                    <a:pt x="5129915" y="718317"/>
                  </a:cubicBezTo>
                  <a:cubicBezTo>
                    <a:pt x="5155444" y="723082"/>
                    <a:pt x="5180590" y="730892"/>
                    <a:pt x="5206307" y="733940"/>
                  </a:cubicBezTo>
                  <a:cubicBezTo>
                    <a:pt x="5228596" y="736606"/>
                    <a:pt x="5251649" y="732988"/>
                    <a:pt x="5274128" y="734892"/>
                  </a:cubicBezTo>
                  <a:cubicBezTo>
                    <a:pt x="5313753" y="738130"/>
                    <a:pt x="5353378" y="743846"/>
                    <a:pt x="5393004" y="747466"/>
                  </a:cubicBezTo>
                  <a:cubicBezTo>
                    <a:pt x="5401578" y="748228"/>
                    <a:pt x="5410530" y="743464"/>
                    <a:pt x="5419294" y="743084"/>
                  </a:cubicBezTo>
                  <a:cubicBezTo>
                    <a:pt x="5446727" y="742132"/>
                    <a:pt x="5474160" y="741940"/>
                    <a:pt x="5501593" y="741370"/>
                  </a:cubicBezTo>
                  <a:cubicBezTo>
                    <a:pt x="5517214" y="741178"/>
                    <a:pt x="5533026" y="741750"/>
                    <a:pt x="5548459" y="740036"/>
                  </a:cubicBezTo>
                  <a:cubicBezTo>
                    <a:pt x="5568841" y="737750"/>
                    <a:pt x="5587320" y="734320"/>
                    <a:pt x="5606371" y="749180"/>
                  </a:cubicBezTo>
                  <a:cubicBezTo>
                    <a:pt x="5635710" y="772231"/>
                    <a:pt x="5673049" y="763277"/>
                    <a:pt x="5706958" y="768611"/>
                  </a:cubicBezTo>
                  <a:cubicBezTo>
                    <a:pt x="5715722" y="769945"/>
                    <a:pt x="5724677" y="770135"/>
                    <a:pt x="5733439" y="771659"/>
                  </a:cubicBezTo>
                  <a:cubicBezTo>
                    <a:pt x="5749633" y="774517"/>
                    <a:pt x="5765634" y="777755"/>
                    <a:pt x="5781829" y="780996"/>
                  </a:cubicBezTo>
                  <a:cubicBezTo>
                    <a:pt x="5784685" y="781566"/>
                    <a:pt x="5787923" y="781758"/>
                    <a:pt x="5790591" y="782710"/>
                  </a:cubicBezTo>
                  <a:cubicBezTo>
                    <a:pt x="5815168" y="790710"/>
                    <a:pt x="5839360" y="799854"/>
                    <a:pt x="5864317" y="806332"/>
                  </a:cubicBezTo>
                  <a:cubicBezTo>
                    <a:pt x="5876510" y="809571"/>
                    <a:pt x="5890036" y="809953"/>
                    <a:pt x="5902609" y="808236"/>
                  </a:cubicBezTo>
                  <a:cubicBezTo>
                    <a:pt x="5939376" y="803284"/>
                    <a:pt x="5975763" y="801188"/>
                    <a:pt x="6012722" y="808428"/>
                  </a:cubicBezTo>
                  <a:cubicBezTo>
                    <a:pt x="6027391" y="811285"/>
                    <a:pt x="6043775" y="806522"/>
                    <a:pt x="6059396" y="804808"/>
                  </a:cubicBezTo>
                  <a:cubicBezTo>
                    <a:pt x="6096735" y="800236"/>
                    <a:pt x="6134074" y="795282"/>
                    <a:pt x="6171604" y="790902"/>
                  </a:cubicBezTo>
                  <a:cubicBezTo>
                    <a:pt x="6195036" y="788234"/>
                    <a:pt x="6218659" y="786710"/>
                    <a:pt x="6242092" y="784044"/>
                  </a:cubicBezTo>
                  <a:cubicBezTo>
                    <a:pt x="6269143" y="780804"/>
                    <a:pt x="6296004" y="775851"/>
                    <a:pt x="6323057" y="773183"/>
                  </a:cubicBezTo>
                  <a:cubicBezTo>
                    <a:pt x="6353918" y="770135"/>
                    <a:pt x="6384971" y="769565"/>
                    <a:pt x="6415832" y="766325"/>
                  </a:cubicBezTo>
                  <a:cubicBezTo>
                    <a:pt x="6472224" y="760039"/>
                    <a:pt x="6528423" y="752609"/>
                    <a:pt x="6584811" y="745560"/>
                  </a:cubicBezTo>
                  <a:cubicBezTo>
                    <a:pt x="6639487" y="738702"/>
                    <a:pt x="6694163" y="732606"/>
                    <a:pt x="6748457" y="724034"/>
                  </a:cubicBezTo>
                  <a:cubicBezTo>
                    <a:pt x="6771318" y="720414"/>
                    <a:pt x="6793034" y="710507"/>
                    <a:pt x="6815515" y="704983"/>
                  </a:cubicBezTo>
                  <a:lnTo>
                    <a:pt x="6858000" y="695283"/>
                  </a:lnTo>
                  <a:lnTo>
                    <a:pt x="6858000" y="456"/>
                  </a:lnTo>
                  <a:lnTo>
                    <a:pt x="1687322" y="456"/>
                  </a:lnTo>
                  <a:lnTo>
                    <a:pt x="1697753" y="10970"/>
                  </a:lnTo>
                  <a:cubicBezTo>
                    <a:pt x="1707279" y="20877"/>
                    <a:pt x="1720423" y="27925"/>
                    <a:pt x="1733188" y="33639"/>
                  </a:cubicBezTo>
                  <a:cubicBezTo>
                    <a:pt x="1766335" y="48310"/>
                    <a:pt x="1800246" y="61454"/>
                    <a:pt x="1833775" y="75360"/>
                  </a:cubicBezTo>
                  <a:cubicBezTo>
                    <a:pt x="1837013" y="76694"/>
                    <a:pt x="1839679" y="80123"/>
                    <a:pt x="1842158" y="82981"/>
                  </a:cubicBezTo>
                  <a:cubicBezTo>
                    <a:pt x="1866922" y="113082"/>
                    <a:pt x="1891497" y="143371"/>
                    <a:pt x="1916454" y="173472"/>
                  </a:cubicBezTo>
                  <a:cubicBezTo>
                    <a:pt x="1921216" y="179186"/>
                    <a:pt x="1928076" y="183378"/>
                    <a:pt x="1933219" y="188902"/>
                  </a:cubicBezTo>
                  <a:cubicBezTo>
                    <a:pt x="1940459" y="196522"/>
                    <a:pt x="1949603" y="203763"/>
                    <a:pt x="1953413" y="212907"/>
                  </a:cubicBezTo>
                  <a:cubicBezTo>
                    <a:pt x="1965224" y="241672"/>
                    <a:pt x="1987894" y="254056"/>
                    <a:pt x="2016469" y="259390"/>
                  </a:cubicBezTo>
                  <a:cubicBezTo>
                    <a:pt x="2042570" y="264343"/>
                    <a:pt x="2068669" y="268535"/>
                    <a:pt x="2094578" y="274249"/>
                  </a:cubicBezTo>
                  <a:cubicBezTo>
                    <a:pt x="2126201" y="281107"/>
                    <a:pt x="2157636" y="288537"/>
                    <a:pt x="2188879" y="296920"/>
                  </a:cubicBezTo>
                  <a:cubicBezTo>
                    <a:pt x="2202404" y="300540"/>
                    <a:pt x="2216692" y="304730"/>
                    <a:pt x="2228314" y="312160"/>
                  </a:cubicBezTo>
                  <a:cubicBezTo>
                    <a:pt x="2260890" y="332735"/>
                    <a:pt x="2295753" y="346641"/>
                    <a:pt x="2334044" y="341117"/>
                  </a:cubicBezTo>
                  <a:cubicBezTo>
                    <a:pt x="2364715" y="336735"/>
                    <a:pt x="2390434" y="347975"/>
                    <a:pt x="2409485" y="365502"/>
                  </a:cubicBezTo>
                  <a:lnTo>
                    <a:pt x="2409487" y="365504"/>
                  </a:lnTo>
                  <a:lnTo>
                    <a:pt x="2463015" y="388434"/>
                  </a:lnTo>
                  <a:lnTo>
                    <a:pt x="2463017" y="388434"/>
                  </a:lnTo>
                  <a:lnTo>
                    <a:pt x="2518262" y="379792"/>
                  </a:lnTo>
                  <a:lnTo>
                    <a:pt x="2518263" y="379791"/>
                  </a:lnTo>
                  <a:cubicBezTo>
                    <a:pt x="2527789" y="377124"/>
                    <a:pt x="2536456" y="375980"/>
                    <a:pt x="2545005" y="376147"/>
                  </a:cubicBezTo>
                  <a:lnTo>
                    <a:pt x="2545006" y="376147"/>
                  </a:lnTo>
                  <a:cubicBezTo>
                    <a:pt x="2553555" y="376313"/>
                    <a:pt x="2561985" y="377790"/>
                    <a:pt x="2571034" y="380361"/>
                  </a:cubicBezTo>
                  <a:cubicBezTo>
                    <a:pt x="2612945" y="392363"/>
                    <a:pt x="2640950" y="424940"/>
                    <a:pt x="2668001" y="453514"/>
                  </a:cubicBezTo>
                  <a:cubicBezTo>
                    <a:pt x="2691054" y="477900"/>
                    <a:pt x="2716963" y="491615"/>
                    <a:pt x="2745348" y="501904"/>
                  </a:cubicBezTo>
                  <a:lnTo>
                    <a:pt x="2745351" y="501906"/>
                  </a:lnTo>
                  <a:lnTo>
                    <a:pt x="2778005" y="507825"/>
                  </a:lnTo>
                  <a:lnTo>
                    <a:pt x="2785439" y="507405"/>
                  </a:lnTo>
                  <a:lnTo>
                    <a:pt x="2811779" y="497326"/>
                  </a:lnTo>
                  <a:lnTo>
                    <a:pt x="2811786" y="497322"/>
                  </a:lnTo>
                  <a:lnTo>
                    <a:pt x="2811786" y="497323"/>
                  </a:lnTo>
                  <a:lnTo>
                    <a:pt x="2811779" y="497326"/>
                  </a:lnTo>
                  <a:lnTo>
                    <a:pt x="2793022" y="506976"/>
                  </a:lnTo>
                  <a:lnTo>
                    <a:pt x="2785439" y="507405"/>
                  </a:lnTo>
                  <a:lnTo>
                    <a:pt x="2782304" y="508605"/>
                  </a:lnTo>
                  <a:lnTo>
                    <a:pt x="2778005" y="507825"/>
                  </a:lnTo>
                  <a:lnTo>
                    <a:pt x="2770757" y="508235"/>
                  </a:lnTo>
                  <a:lnTo>
                    <a:pt x="2745351" y="501906"/>
                  </a:lnTo>
                  <a:lnTo>
                    <a:pt x="2745347" y="501904"/>
                  </a:lnTo>
                  <a:cubicBezTo>
                    <a:pt x="2716962" y="491615"/>
                    <a:pt x="2691053" y="477900"/>
                    <a:pt x="2668000" y="453514"/>
                  </a:cubicBezTo>
                  <a:cubicBezTo>
                    <a:pt x="2640949" y="424940"/>
                    <a:pt x="2612944" y="392363"/>
                    <a:pt x="2571033" y="380361"/>
                  </a:cubicBezTo>
                  <a:lnTo>
                    <a:pt x="2545006" y="376147"/>
                  </a:lnTo>
                  <a:lnTo>
                    <a:pt x="2518264" y="379791"/>
                  </a:lnTo>
                  <a:lnTo>
                    <a:pt x="2518262" y="379792"/>
                  </a:lnTo>
                  <a:lnTo>
                    <a:pt x="2490550" y="386372"/>
                  </a:lnTo>
                  <a:lnTo>
                    <a:pt x="2463017" y="388434"/>
                  </a:lnTo>
                  <a:lnTo>
                    <a:pt x="2463016" y="388434"/>
                  </a:lnTo>
                  <a:lnTo>
                    <a:pt x="2463015" y="388434"/>
                  </a:lnTo>
                  <a:lnTo>
                    <a:pt x="2435912" y="382603"/>
                  </a:lnTo>
                  <a:lnTo>
                    <a:pt x="2409487" y="365504"/>
                  </a:lnTo>
                  <a:lnTo>
                    <a:pt x="2409484" y="365502"/>
                  </a:lnTo>
                  <a:cubicBezTo>
                    <a:pt x="2390433" y="347975"/>
                    <a:pt x="2364714" y="336735"/>
                    <a:pt x="2334043" y="341117"/>
                  </a:cubicBezTo>
                  <a:cubicBezTo>
                    <a:pt x="2295752" y="346641"/>
                    <a:pt x="2260889" y="332735"/>
                    <a:pt x="2228313" y="312160"/>
                  </a:cubicBezTo>
                  <a:cubicBezTo>
                    <a:pt x="2216691" y="304730"/>
                    <a:pt x="2202403" y="300540"/>
                    <a:pt x="2188878" y="296920"/>
                  </a:cubicBezTo>
                  <a:cubicBezTo>
                    <a:pt x="2157635" y="288537"/>
                    <a:pt x="2126200" y="281107"/>
                    <a:pt x="2094577" y="274249"/>
                  </a:cubicBezTo>
                  <a:cubicBezTo>
                    <a:pt x="2068668" y="268535"/>
                    <a:pt x="2042569" y="264343"/>
                    <a:pt x="2016468" y="259390"/>
                  </a:cubicBezTo>
                  <a:cubicBezTo>
                    <a:pt x="1987893" y="254056"/>
                    <a:pt x="1965223" y="241672"/>
                    <a:pt x="1953412" y="212907"/>
                  </a:cubicBezTo>
                  <a:cubicBezTo>
                    <a:pt x="1949602" y="203763"/>
                    <a:pt x="1940458" y="196522"/>
                    <a:pt x="1933218" y="188902"/>
                  </a:cubicBezTo>
                  <a:cubicBezTo>
                    <a:pt x="1928075" y="183378"/>
                    <a:pt x="1921215" y="179186"/>
                    <a:pt x="1916453" y="173472"/>
                  </a:cubicBezTo>
                  <a:cubicBezTo>
                    <a:pt x="1891496" y="143371"/>
                    <a:pt x="1866921" y="113082"/>
                    <a:pt x="1842157" y="82981"/>
                  </a:cubicBezTo>
                  <a:cubicBezTo>
                    <a:pt x="1839678" y="80123"/>
                    <a:pt x="1837012" y="76694"/>
                    <a:pt x="1833774" y="75360"/>
                  </a:cubicBezTo>
                  <a:cubicBezTo>
                    <a:pt x="1800245" y="61454"/>
                    <a:pt x="1766334" y="48311"/>
                    <a:pt x="1733187" y="33639"/>
                  </a:cubicBezTo>
                  <a:cubicBezTo>
                    <a:pt x="1720422" y="27925"/>
                    <a:pt x="1707278" y="20877"/>
                    <a:pt x="1697752" y="10971"/>
                  </a:cubicBezTo>
                  <a:lnTo>
                    <a:pt x="1687320" y="456"/>
                  </a:lnTo>
                  <a:lnTo>
                    <a:pt x="916806" y="456"/>
                  </a:lnTo>
                  <a:lnTo>
                    <a:pt x="927155" y="9636"/>
                  </a:lnTo>
                  <a:cubicBezTo>
                    <a:pt x="994785" y="53644"/>
                    <a:pt x="1030980" y="52500"/>
                    <a:pt x="1097087" y="6016"/>
                  </a:cubicBezTo>
                  <a:cubicBezTo>
                    <a:pt x="1103945" y="1254"/>
                    <a:pt x="1118613" y="-2176"/>
                    <a:pt x="1123185" y="1634"/>
                  </a:cubicBezTo>
                  <a:cubicBezTo>
                    <a:pt x="1142617" y="17446"/>
                    <a:pt x="1162953" y="24495"/>
                    <a:pt x="1184028" y="26353"/>
                  </a:cubicBezTo>
                  <a:cubicBezTo>
                    <a:pt x="1162953" y="24495"/>
                    <a:pt x="1142616" y="17447"/>
                    <a:pt x="1123184" y="1635"/>
                  </a:cubicBezTo>
                  <a:cubicBezTo>
                    <a:pt x="1118612" y="-2175"/>
                    <a:pt x="1103944" y="1255"/>
                    <a:pt x="1097086" y="6017"/>
                  </a:cubicBezTo>
                  <a:cubicBezTo>
                    <a:pt x="1030979" y="52501"/>
                    <a:pt x="994784" y="53645"/>
                    <a:pt x="927154" y="9637"/>
                  </a:cubicBezTo>
                  <a:lnTo>
                    <a:pt x="916804" y="456"/>
                  </a:lnTo>
                  <a:lnTo>
                    <a:pt x="578772" y="456"/>
                  </a:lnTo>
                  <a:lnTo>
                    <a:pt x="556046" y="6589"/>
                  </a:lnTo>
                  <a:lnTo>
                    <a:pt x="517850" y="15506"/>
                  </a:lnTo>
                  <a:lnTo>
                    <a:pt x="556047" y="6588"/>
                  </a:lnTo>
                  <a:lnTo>
                    <a:pt x="578770" y="456"/>
                  </a:lnTo>
                  <a:lnTo>
                    <a:pt x="0" y="456"/>
                  </a:lnTo>
                  <a:lnTo>
                    <a:pt x="0" y="20445"/>
                  </a:lnTo>
                  <a:lnTo>
                    <a:pt x="0" y="29969"/>
                  </a:ln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4592488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B37791B-B040-4694-BFDC-8DD132D86E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Silhouette of a dragonfly flying at night">
            <a:extLst>
              <a:ext uri="{FF2B5EF4-FFF2-40B4-BE49-F238E27FC236}">
                <a16:creationId xmlns:a16="http://schemas.microsoft.com/office/drawing/2014/main" id="{FD948434-40C0-395E-56EF-78DA0BD6AEA5}"/>
              </a:ext>
            </a:extLst>
          </p:cNvPr>
          <p:cNvPicPr>
            <a:picLocks noChangeAspect="1"/>
          </p:cNvPicPr>
          <p:nvPr/>
        </p:nvPicPr>
        <p:blipFill>
          <a:blip r:embed="rId2"/>
          <a:srcRect t="15726" r="1" b="1"/>
          <a:stretch>
            <a:fillRect/>
          </a:stretch>
        </p:blipFill>
        <p:spPr>
          <a:xfrm>
            <a:off x="20" y="10"/>
            <a:ext cx="12191435" cy="6857989"/>
          </a:xfrm>
          <a:prstGeom prst="rect">
            <a:avLst/>
          </a:prstGeom>
        </p:spPr>
      </p:pic>
      <p:sp>
        <p:nvSpPr>
          <p:cNvPr id="11" name="Rectangle 10">
            <a:extLst>
              <a:ext uri="{FF2B5EF4-FFF2-40B4-BE49-F238E27FC236}">
                <a16:creationId xmlns:a16="http://schemas.microsoft.com/office/drawing/2014/main" id="{0A3D475D-F146-44DA-80FB-3306B95B8D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923925" y="-923925"/>
            <a:ext cx="6858000" cy="8705850"/>
          </a:xfrm>
          <a:prstGeom prst="rect">
            <a:avLst/>
          </a:prstGeom>
          <a:gradFill>
            <a:gsLst>
              <a:gs pos="100000">
                <a:srgbClr val="000000">
                  <a:alpha val="0"/>
                </a:srgbClr>
              </a:gs>
              <a:gs pos="31000">
                <a:srgbClr val="000000">
                  <a:alpha val="70000"/>
                </a:srgbClr>
              </a:gs>
              <a:gs pos="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1F5413-B042-3050-2C36-46E587E2C0D7}"/>
              </a:ext>
            </a:extLst>
          </p:cNvPr>
          <p:cNvSpPr>
            <a:spLocks noGrp="1"/>
          </p:cNvSpPr>
          <p:nvPr>
            <p:ph type="title"/>
          </p:nvPr>
        </p:nvSpPr>
        <p:spPr>
          <a:xfrm>
            <a:off x="762000" y="1523999"/>
            <a:ext cx="5334000" cy="3535018"/>
          </a:xfrm>
        </p:spPr>
        <p:txBody>
          <a:bodyPr vert="horz" lIns="91440" tIns="45720" rIns="91440" bIns="45720" rtlCol="0" anchor="ctr" anchorCtr="0">
            <a:normAutofit/>
          </a:bodyPr>
          <a:lstStyle/>
          <a:p>
            <a:r>
              <a:rPr lang="en-US" sz="6200" dirty="0">
                <a:solidFill>
                  <a:srgbClr val="FFFFFF"/>
                </a:solidFill>
              </a:rPr>
              <a:t>Vector: Mosquito; Family -A</a:t>
            </a:r>
            <a:r>
              <a:rPr lang="en-US" sz="6200" i="1" dirty="0">
                <a:solidFill>
                  <a:srgbClr val="FFFFFF"/>
                </a:solidFill>
              </a:rPr>
              <a:t>nopheles</a:t>
            </a:r>
          </a:p>
        </p:txBody>
      </p:sp>
      <p:pic>
        <p:nvPicPr>
          <p:cNvPr id="8" name="Picture 7">
            <a:extLst>
              <a:ext uri="{FF2B5EF4-FFF2-40B4-BE49-F238E27FC236}">
                <a16:creationId xmlns:a16="http://schemas.microsoft.com/office/drawing/2014/main" id="{51F45C59-3289-4E43-1C07-8AB98858D476}"/>
              </a:ext>
            </a:extLst>
          </p:cNvPr>
          <p:cNvPicPr>
            <a:picLocks noChangeAspect="1"/>
          </p:cNvPicPr>
          <p:nvPr/>
        </p:nvPicPr>
        <p:blipFill>
          <a:blip r:embed="rId3">
            <a:alphaModFix/>
          </a:blip>
          <a:stretch>
            <a:fillRect/>
          </a:stretch>
        </p:blipFill>
        <p:spPr>
          <a:xfrm>
            <a:off x="5262913" y="716557"/>
            <a:ext cx="6541992" cy="4941293"/>
          </a:xfrm>
          <a:prstGeom prst="rect">
            <a:avLst/>
          </a:prstGeom>
        </p:spPr>
      </p:pic>
    </p:spTree>
    <p:extLst>
      <p:ext uri="{BB962C8B-B14F-4D97-AF65-F5344CB8AC3E}">
        <p14:creationId xmlns:p14="http://schemas.microsoft.com/office/powerpoint/2010/main" val="1915352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0000"/>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0255F-8DEB-69FD-C26E-F3F85388D788}"/>
              </a:ext>
            </a:extLst>
          </p:cNvPr>
          <p:cNvSpPr>
            <a:spLocks noGrp="1"/>
          </p:cNvSpPr>
          <p:nvPr>
            <p:ph type="title"/>
          </p:nvPr>
        </p:nvSpPr>
        <p:spPr>
          <a:xfrm>
            <a:off x="762000" y="476250"/>
            <a:ext cx="9144000" cy="1263649"/>
          </a:xfrm>
        </p:spPr>
        <p:txBody>
          <a:bodyPr/>
          <a:lstStyle/>
          <a:p>
            <a:r>
              <a:rPr lang="en-US" i="1" dirty="0"/>
              <a:t>Anopheles – Mosquito (9/58)</a:t>
            </a:r>
          </a:p>
        </p:txBody>
      </p:sp>
      <p:sp>
        <p:nvSpPr>
          <p:cNvPr id="3" name="Content Placeholder 2">
            <a:extLst>
              <a:ext uri="{FF2B5EF4-FFF2-40B4-BE49-F238E27FC236}">
                <a16:creationId xmlns:a16="http://schemas.microsoft.com/office/drawing/2014/main" id="{1446318C-CDD5-B1A9-417C-BBD73ED1B071}"/>
              </a:ext>
            </a:extLst>
          </p:cNvPr>
          <p:cNvSpPr>
            <a:spLocks noGrp="1"/>
          </p:cNvSpPr>
          <p:nvPr>
            <p:ph idx="1"/>
          </p:nvPr>
        </p:nvSpPr>
        <p:spPr>
          <a:xfrm>
            <a:off x="762000" y="1409701"/>
            <a:ext cx="10668000" cy="4686300"/>
          </a:xfrm>
        </p:spPr>
        <p:txBody>
          <a:bodyPr numCol="2">
            <a:normAutofit/>
          </a:bodyPr>
          <a:lstStyle/>
          <a:p>
            <a:r>
              <a:rPr lang="en-US" dirty="0"/>
              <a:t>Primary vectors mentioned in the NSP:</a:t>
            </a:r>
          </a:p>
          <a:p>
            <a:r>
              <a:rPr lang="en-US" b="1" i="1" dirty="0"/>
              <a:t>Anopheles </a:t>
            </a:r>
            <a:r>
              <a:rPr lang="en-US" b="1" i="1" dirty="0" err="1"/>
              <a:t>culicifacies</a:t>
            </a:r>
            <a:r>
              <a:rPr lang="en-US" b="1" i="1" dirty="0"/>
              <a:t> (rural, major)</a:t>
            </a:r>
          </a:p>
          <a:p>
            <a:r>
              <a:rPr lang="en-US" b="1" i="1" dirty="0"/>
              <a:t>Anopheles fluviatilis (hilly &amp; forest)</a:t>
            </a:r>
          </a:p>
          <a:p>
            <a:r>
              <a:rPr lang="en-US" b="1" i="1" dirty="0"/>
              <a:t>Anopheles </a:t>
            </a:r>
            <a:r>
              <a:rPr lang="en-US" b="1" i="1" dirty="0" err="1"/>
              <a:t>minimus</a:t>
            </a:r>
            <a:r>
              <a:rPr lang="en-US" b="1" i="1" dirty="0"/>
              <a:t> (NE)</a:t>
            </a:r>
          </a:p>
          <a:p>
            <a:r>
              <a:rPr lang="en-US" b="1" i="1" dirty="0"/>
              <a:t>Anopheles </a:t>
            </a:r>
            <a:r>
              <a:rPr lang="en-US" b="1" i="1" dirty="0" err="1"/>
              <a:t>baimaii</a:t>
            </a:r>
            <a:r>
              <a:rPr lang="en-US" b="1" i="1" dirty="0"/>
              <a:t> (</a:t>
            </a:r>
            <a:r>
              <a:rPr lang="en-US" b="1" i="1" dirty="0" err="1"/>
              <a:t>dirus</a:t>
            </a:r>
            <a:r>
              <a:rPr lang="en-US" b="1" i="1" dirty="0"/>
              <a:t>) (NE – forest) </a:t>
            </a:r>
          </a:p>
          <a:p>
            <a:r>
              <a:rPr lang="en-US" b="1" i="1" dirty="0"/>
              <a:t>Anopheles </a:t>
            </a:r>
            <a:r>
              <a:rPr lang="en-US" b="1" i="1" dirty="0" err="1"/>
              <a:t>stephensi</a:t>
            </a:r>
            <a:r>
              <a:rPr lang="en-US" b="1" i="1" dirty="0"/>
              <a:t> (urban)</a:t>
            </a:r>
          </a:p>
          <a:p>
            <a:r>
              <a:rPr lang="en-US" b="1" i="1" dirty="0"/>
              <a:t>Anopheles </a:t>
            </a:r>
            <a:r>
              <a:rPr lang="en-US" b="1" i="1" dirty="0" err="1"/>
              <a:t>epiroticus</a:t>
            </a:r>
            <a:r>
              <a:rPr lang="en-US" b="1" i="1" dirty="0"/>
              <a:t> (</a:t>
            </a:r>
            <a:r>
              <a:rPr lang="en-US" b="1" i="1" dirty="0" err="1"/>
              <a:t>sundaicus</a:t>
            </a:r>
            <a:r>
              <a:rPr lang="en-US" b="1" i="1" dirty="0"/>
              <a:t>) (coastal) </a:t>
            </a:r>
          </a:p>
          <a:p>
            <a:pPr marL="0" indent="0">
              <a:buNone/>
            </a:pPr>
            <a:r>
              <a:rPr lang="en-US" dirty="0"/>
              <a:t>Secondary vectors of local importance:</a:t>
            </a:r>
          </a:p>
          <a:p>
            <a:r>
              <a:rPr lang="en-US" b="1" i="1" dirty="0" err="1"/>
              <a:t>AnophelesAnnularis</a:t>
            </a:r>
            <a:r>
              <a:rPr lang="en-US" b="1" i="1" dirty="0"/>
              <a:t> </a:t>
            </a:r>
          </a:p>
          <a:p>
            <a:r>
              <a:rPr lang="en-US" b="1" i="1" dirty="0"/>
              <a:t>Anopheles </a:t>
            </a:r>
            <a:r>
              <a:rPr lang="en-US" b="1" i="1" dirty="0" err="1"/>
              <a:t>philippinensis</a:t>
            </a:r>
            <a:r>
              <a:rPr lang="en-US" b="1" i="1" dirty="0"/>
              <a:t> </a:t>
            </a:r>
          </a:p>
          <a:p>
            <a:r>
              <a:rPr lang="en-US" b="1" i="1" dirty="0"/>
              <a:t>Anopheles </a:t>
            </a:r>
            <a:r>
              <a:rPr lang="en-US" b="1" i="1" dirty="0" err="1"/>
              <a:t>varuna</a:t>
            </a:r>
            <a:r>
              <a:rPr lang="en-US" b="1" i="1" dirty="0"/>
              <a:t> </a:t>
            </a:r>
          </a:p>
          <a:p>
            <a:pPr marL="0" indent="0">
              <a:buNone/>
            </a:pPr>
            <a:br>
              <a:rPr lang="en-US" dirty="0"/>
            </a:br>
            <a:endParaRPr lang="en-US" dirty="0"/>
          </a:p>
        </p:txBody>
      </p:sp>
    </p:spTree>
    <p:extLst>
      <p:ext uri="{BB962C8B-B14F-4D97-AF65-F5344CB8AC3E}">
        <p14:creationId xmlns:p14="http://schemas.microsoft.com/office/powerpoint/2010/main" val="21454302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80BB07B4-8756-4AE5-A848-6EA4FA2EDC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descr="Detailed circular life cycle of female Anopheles mosquito with labeled stages (egg, larva, pupa, adult) and identifiers">
            <a:extLst>
              <a:ext uri="{FF2B5EF4-FFF2-40B4-BE49-F238E27FC236}">
                <a16:creationId xmlns:a16="http://schemas.microsoft.com/office/drawing/2014/main" id="{55614459-9168-C960-8D5F-546821BEE302}"/>
              </a:ext>
            </a:extLst>
          </p:cNvPr>
          <p:cNvPicPr>
            <a:picLocks noChangeAspect="1"/>
          </p:cNvPicPr>
          <p:nvPr/>
        </p:nvPicPr>
        <p:blipFill>
          <a:blip r:embed="rId2"/>
          <a:srcRect t="3520" b="12211"/>
          <a:stretch>
            <a:fillRect/>
          </a:stretch>
        </p:blipFill>
        <p:spPr>
          <a:xfrm>
            <a:off x="20" y="10"/>
            <a:ext cx="12191980" cy="6857990"/>
          </a:xfrm>
          <a:prstGeom prst="rect">
            <a:avLst/>
          </a:prstGeom>
        </p:spPr>
      </p:pic>
      <p:grpSp>
        <p:nvGrpSpPr>
          <p:cNvPr id="26" name="Group 25">
            <a:extLst>
              <a:ext uri="{FF2B5EF4-FFF2-40B4-BE49-F238E27FC236}">
                <a16:creationId xmlns:a16="http://schemas.microsoft.com/office/drawing/2014/main" id="{86986DFA-4110-44F9-862D-8DABE7D6DFB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79015" y="0"/>
            <a:ext cx="712985" cy="6858000"/>
            <a:chOff x="11479015" y="0"/>
            <a:chExt cx="712985" cy="6858000"/>
          </a:xfrm>
          <a:effectLst>
            <a:outerShdw blurRad="381000" dist="152400" dir="10800000" algn="ctr" rotWithShape="0">
              <a:schemeClr val="bg1">
                <a:alpha val="10000"/>
              </a:schemeClr>
            </a:outerShdw>
          </a:effectLst>
        </p:grpSpPr>
        <p:sp>
          <p:nvSpPr>
            <p:cNvPr id="27" name="Freeform: Shape 26">
              <a:extLst>
                <a:ext uri="{FF2B5EF4-FFF2-40B4-BE49-F238E27FC236}">
                  <a16:creationId xmlns:a16="http://schemas.microsoft.com/office/drawing/2014/main" id="{3D469381-988C-4B8E-ACF9-2D19DB81CC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79018" y="0"/>
              <a:ext cx="712982" cy="6858000"/>
            </a:xfrm>
            <a:custGeom>
              <a:avLst/>
              <a:gdLst>
                <a:gd name="connsiteX0" fmla="*/ 280560 w 712982"/>
                <a:gd name="connsiteY0" fmla="*/ 0 h 6858000"/>
                <a:gd name="connsiteX1" fmla="*/ 712982 w 712982"/>
                <a:gd name="connsiteY1" fmla="*/ 0 h 6858000"/>
                <a:gd name="connsiteX2" fmla="*/ 712982 w 712982"/>
                <a:gd name="connsiteY2" fmla="*/ 6858000 h 6858000"/>
                <a:gd name="connsiteX3" fmla="*/ 372527 w 712982"/>
                <a:gd name="connsiteY3" fmla="*/ 6858000 h 6858000"/>
                <a:gd name="connsiteX4" fmla="*/ 372901 w 712982"/>
                <a:gd name="connsiteY4" fmla="*/ 6835810 h 6858000"/>
                <a:gd name="connsiteX5" fmla="*/ 363017 w 712982"/>
                <a:gd name="connsiteY5" fmla="*/ 6518145 h 6858000"/>
                <a:gd name="connsiteX6" fmla="*/ 310498 w 712982"/>
                <a:gd name="connsiteY6" fmla="*/ 6393936 h 6858000"/>
                <a:gd name="connsiteX7" fmla="*/ 305420 w 712982"/>
                <a:gd name="connsiteY7" fmla="*/ 6355564 h 6858000"/>
                <a:gd name="connsiteX8" fmla="*/ 311030 w 712982"/>
                <a:gd name="connsiteY8" fmla="*/ 6267729 h 6858000"/>
                <a:gd name="connsiteX9" fmla="*/ 281440 w 712982"/>
                <a:gd name="connsiteY9" fmla="*/ 6090959 h 6858000"/>
                <a:gd name="connsiteX10" fmla="*/ 258928 w 712982"/>
                <a:gd name="connsiteY10" fmla="*/ 6026981 h 6858000"/>
                <a:gd name="connsiteX11" fmla="*/ 245105 w 712982"/>
                <a:gd name="connsiteY11" fmla="*/ 5991615 h 6858000"/>
                <a:gd name="connsiteX12" fmla="*/ 197441 w 712982"/>
                <a:gd name="connsiteY12" fmla="*/ 5807458 h 6858000"/>
                <a:gd name="connsiteX13" fmla="*/ 159115 w 712982"/>
                <a:gd name="connsiteY13" fmla="*/ 5727356 h 6858000"/>
                <a:gd name="connsiteX14" fmla="*/ 152306 w 712982"/>
                <a:gd name="connsiteY14" fmla="*/ 5705270 h 6858000"/>
                <a:gd name="connsiteX15" fmla="*/ 150939 w 712982"/>
                <a:gd name="connsiteY15" fmla="*/ 5580441 h 6858000"/>
                <a:gd name="connsiteX16" fmla="*/ 187956 w 712982"/>
                <a:gd name="connsiteY16" fmla="*/ 5482729 h 6858000"/>
                <a:gd name="connsiteX17" fmla="*/ 201902 w 712982"/>
                <a:gd name="connsiteY17" fmla="*/ 5463053 h 6858000"/>
                <a:gd name="connsiteX18" fmla="*/ 168174 w 712982"/>
                <a:gd name="connsiteY18" fmla="*/ 5205662 h 6858000"/>
                <a:gd name="connsiteX19" fmla="*/ 157186 w 712982"/>
                <a:gd name="connsiteY19" fmla="*/ 5166766 h 6858000"/>
                <a:gd name="connsiteX20" fmla="*/ 163999 w 712982"/>
                <a:gd name="connsiteY20" fmla="*/ 4972256 h 6858000"/>
                <a:gd name="connsiteX21" fmla="*/ 163388 w 712982"/>
                <a:gd name="connsiteY21" fmla="*/ 4915833 h 6858000"/>
                <a:gd name="connsiteX22" fmla="*/ 166361 w 712982"/>
                <a:gd name="connsiteY22" fmla="*/ 4712964 h 6858000"/>
                <a:gd name="connsiteX23" fmla="*/ 140122 w 712982"/>
                <a:gd name="connsiteY23" fmla="*/ 4687152 h 6858000"/>
                <a:gd name="connsiteX24" fmla="*/ 73058 w 712982"/>
                <a:gd name="connsiteY24" fmla="*/ 4611951 h 6858000"/>
                <a:gd name="connsiteX25" fmla="*/ 3979 w 712982"/>
                <a:gd name="connsiteY25" fmla="*/ 4456771 h 6858000"/>
                <a:gd name="connsiteX26" fmla="*/ 2091 w 712982"/>
                <a:gd name="connsiteY26" fmla="*/ 4412781 h 6858000"/>
                <a:gd name="connsiteX27" fmla="*/ 75905 w 712982"/>
                <a:gd name="connsiteY27" fmla="*/ 4292897 h 6858000"/>
                <a:gd name="connsiteX28" fmla="*/ 104434 w 712982"/>
                <a:gd name="connsiteY28" fmla="*/ 4235333 h 6858000"/>
                <a:gd name="connsiteX29" fmla="*/ 151065 w 712982"/>
                <a:gd name="connsiteY29" fmla="*/ 4075686 h 6858000"/>
                <a:gd name="connsiteX30" fmla="*/ 161243 w 712982"/>
                <a:gd name="connsiteY30" fmla="*/ 4061695 h 6858000"/>
                <a:gd name="connsiteX31" fmla="*/ 286285 w 712982"/>
                <a:gd name="connsiteY31" fmla="*/ 3933862 h 6858000"/>
                <a:gd name="connsiteX32" fmla="*/ 306926 w 712982"/>
                <a:gd name="connsiteY32" fmla="*/ 3905847 h 6858000"/>
                <a:gd name="connsiteX33" fmla="*/ 340015 w 712982"/>
                <a:gd name="connsiteY33" fmla="*/ 3871199 h 6858000"/>
                <a:gd name="connsiteX34" fmla="*/ 400111 w 712982"/>
                <a:gd name="connsiteY34" fmla="*/ 3767743 h 6858000"/>
                <a:gd name="connsiteX35" fmla="*/ 409694 w 712982"/>
                <a:gd name="connsiteY35" fmla="*/ 3646690 h 6858000"/>
                <a:gd name="connsiteX36" fmla="*/ 428447 w 712982"/>
                <a:gd name="connsiteY36" fmla="*/ 3499752 h 6858000"/>
                <a:gd name="connsiteX37" fmla="*/ 445033 w 712982"/>
                <a:gd name="connsiteY37" fmla="*/ 3437349 h 6858000"/>
                <a:gd name="connsiteX38" fmla="*/ 471431 w 712982"/>
                <a:gd name="connsiteY38" fmla="*/ 3272018 h 6858000"/>
                <a:gd name="connsiteX39" fmla="*/ 495919 w 712982"/>
                <a:gd name="connsiteY39" fmla="*/ 3153432 h 6858000"/>
                <a:gd name="connsiteX40" fmla="*/ 499541 w 712982"/>
                <a:gd name="connsiteY40" fmla="*/ 2985907 h 6858000"/>
                <a:gd name="connsiteX41" fmla="*/ 491640 w 712982"/>
                <a:gd name="connsiteY41" fmla="*/ 2905697 h 6858000"/>
                <a:gd name="connsiteX42" fmla="*/ 586592 w 712982"/>
                <a:gd name="connsiteY42" fmla="*/ 2746325 h 6858000"/>
                <a:gd name="connsiteX43" fmla="*/ 647211 w 712982"/>
                <a:gd name="connsiteY43" fmla="*/ 2620857 h 6858000"/>
                <a:gd name="connsiteX44" fmla="*/ 598120 w 712982"/>
                <a:gd name="connsiteY44" fmla="*/ 2501248 h 6858000"/>
                <a:gd name="connsiteX45" fmla="*/ 560897 w 712982"/>
                <a:gd name="connsiteY45" fmla="*/ 2471368 h 6858000"/>
                <a:gd name="connsiteX46" fmla="*/ 506928 w 712982"/>
                <a:gd name="connsiteY46" fmla="*/ 2272389 h 6858000"/>
                <a:gd name="connsiteX47" fmla="*/ 474122 w 712982"/>
                <a:gd name="connsiteY47" fmla="*/ 1983284 h 6858000"/>
                <a:gd name="connsiteX48" fmla="*/ 349180 w 712982"/>
                <a:gd name="connsiteY48" fmla="*/ 1510207 h 6858000"/>
                <a:gd name="connsiteX49" fmla="*/ 306451 w 712982"/>
                <a:gd name="connsiteY49" fmla="*/ 1430003 h 6858000"/>
                <a:gd name="connsiteX50" fmla="*/ 287747 w 712982"/>
                <a:gd name="connsiteY50" fmla="*/ 1336633 h 6858000"/>
                <a:gd name="connsiteX51" fmla="*/ 304326 w 712982"/>
                <a:gd name="connsiteY51" fmla="*/ 1298229 h 6858000"/>
                <a:gd name="connsiteX52" fmla="*/ 317671 w 712982"/>
                <a:gd name="connsiteY52" fmla="*/ 1136667 h 6858000"/>
                <a:gd name="connsiteX53" fmla="*/ 314959 w 712982"/>
                <a:gd name="connsiteY53" fmla="*/ 1106522 h 6858000"/>
                <a:gd name="connsiteX54" fmla="*/ 290675 w 712982"/>
                <a:gd name="connsiteY54" fmla="*/ 1004980 h 6858000"/>
                <a:gd name="connsiteX55" fmla="*/ 272712 w 712982"/>
                <a:gd name="connsiteY55" fmla="*/ 910357 h 6858000"/>
                <a:gd name="connsiteX56" fmla="*/ 270963 w 712982"/>
                <a:gd name="connsiteY56" fmla="*/ 667028 h 6858000"/>
                <a:gd name="connsiteX57" fmla="*/ 244986 w 712982"/>
                <a:gd name="connsiteY57" fmla="*/ 483131 h 6858000"/>
                <a:gd name="connsiteX58" fmla="*/ 241465 w 712982"/>
                <a:gd name="connsiteY58" fmla="*/ 397465 h 6858000"/>
                <a:gd name="connsiteX59" fmla="*/ 244890 w 712982"/>
                <a:gd name="connsiteY59" fmla="*/ 348507 h 6858000"/>
                <a:gd name="connsiteX60" fmla="*/ 293439 w 712982"/>
                <a:gd name="connsiteY60" fmla="*/ 233141 h 6858000"/>
                <a:gd name="connsiteX61" fmla="*/ 300513 w 712982"/>
                <a:gd name="connsiteY61" fmla="*/ 17206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712982" h="6858000">
                  <a:moveTo>
                    <a:pt x="280560" y="0"/>
                  </a:moveTo>
                  <a:lnTo>
                    <a:pt x="712982" y="0"/>
                  </a:lnTo>
                  <a:lnTo>
                    <a:pt x="712982" y="6858000"/>
                  </a:lnTo>
                  <a:lnTo>
                    <a:pt x="372527" y="6858000"/>
                  </a:lnTo>
                  <a:lnTo>
                    <a:pt x="372901" y="6835810"/>
                  </a:lnTo>
                  <a:cubicBezTo>
                    <a:pt x="343741" y="6729822"/>
                    <a:pt x="373381" y="6623551"/>
                    <a:pt x="363017" y="6518145"/>
                  </a:cubicBezTo>
                  <a:cubicBezTo>
                    <a:pt x="358372" y="6470360"/>
                    <a:pt x="362468" y="6422202"/>
                    <a:pt x="310498" y="6393936"/>
                  </a:cubicBezTo>
                  <a:cubicBezTo>
                    <a:pt x="303659" y="6390296"/>
                    <a:pt x="304819" y="6368800"/>
                    <a:pt x="305420" y="6355564"/>
                  </a:cubicBezTo>
                  <a:cubicBezTo>
                    <a:pt x="306594" y="6326166"/>
                    <a:pt x="314451" y="6296329"/>
                    <a:pt x="311030" y="6267729"/>
                  </a:cubicBezTo>
                  <a:cubicBezTo>
                    <a:pt x="304253" y="6208466"/>
                    <a:pt x="293104" y="6149393"/>
                    <a:pt x="281440" y="6090959"/>
                  </a:cubicBezTo>
                  <a:cubicBezTo>
                    <a:pt x="276978" y="6068911"/>
                    <a:pt x="266829" y="6048361"/>
                    <a:pt x="258928" y="6026981"/>
                  </a:cubicBezTo>
                  <a:cubicBezTo>
                    <a:pt x="254416" y="6015184"/>
                    <a:pt x="244605" y="6003083"/>
                    <a:pt x="245105" y="5991615"/>
                  </a:cubicBezTo>
                  <a:cubicBezTo>
                    <a:pt x="248075" y="5925141"/>
                    <a:pt x="216651" y="5867990"/>
                    <a:pt x="197441" y="5807458"/>
                  </a:cubicBezTo>
                  <a:cubicBezTo>
                    <a:pt x="188523" y="5779456"/>
                    <a:pt x="171697" y="5754078"/>
                    <a:pt x="159115" y="5727356"/>
                  </a:cubicBezTo>
                  <a:cubicBezTo>
                    <a:pt x="155717" y="5720411"/>
                    <a:pt x="152517" y="5712566"/>
                    <a:pt x="152306" y="5705270"/>
                  </a:cubicBezTo>
                  <a:cubicBezTo>
                    <a:pt x="151252" y="5663532"/>
                    <a:pt x="151674" y="5621922"/>
                    <a:pt x="150939" y="5580441"/>
                  </a:cubicBezTo>
                  <a:cubicBezTo>
                    <a:pt x="150326" y="5542748"/>
                    <a:pt x="147369" y="5505023"/>
                    <a:pt x="187956" y="5482729"/>
                  </a:cubicBezTo>
                  <a:cubicBezTo>
                    <a:pt x="194324" y="5479395"/>
                    <a:pt x="198291" y="5470181"/>
                    <a:pt x="201902" y="5463053"/>
                  </a:cubicBezTo>
                  <a:cubicBezTo>
                    <a:pt x="257480" y="5353065"/>
                    <a:pt x="249730" y="5298303"/>
                    <a:pt x="168174" y="5205662"/>
                  </a:cubicBezTo>
                  <a:cubicBezTo>
                    <a:pt x="159805" y="5196040"/>
                    <a:pt x="152161" y="5174340"/>
                    <a:pt x="157186" y="5166766"/>
                  </a:cubicBezTo>
                  <a:cubicBezTo>
                    <a:pt x="198743" y="5102508"/>
                    <a:pt x="186477" y="5038579"/>
                    <a:pt x="163999" y="4972256"/>
                  </a:cubicBezTo>
                  <a:cubicBezTo>
                    <a:pt x="158020" y="4955056"/>
                    <a:pt x="155299" y="4930181"/>
                    <a:pt x="163388" y="4915833"/>
                  </a:cubicBezTo>
                  <a:cubicBezTo>
                    <a:pt x="200708" y="4847649"/>
                    <a:pt x="186907" y="4780374"/>
                    <a:pt x="166361" y="4712964"/>
                  </a:cubicBezTo>
                  <a:cubicBezTo>
                    <a:pt x="163165" y="4702485"/>
                    <a:pt x="150748" y="4690669"/>
                    <a:pt x="140122" y="4687152"/>
                  </a:cubicBezTo>
                  <a:cubicBezTo>
                    <a:pt x="102452" y="4674589"/>
                    <a:pt x="86917" y="4644970"/>
                    <a:pt x="73058" y="4611951"/>
                  </a:cubicBezTo>
                  <a:cubicBezTo>
                    <a:pt x="50686" y="4559957"/>
                    <a:pt x="25516" y="4509149"/>
                    <a:pt x="3979" y="4456771"/>
                  </a:cubicBezTo>
                  <a:cubicBezTo>
                    <a:pt x="-1236" y="4443877"/>
                    <a:pt x="-726" y="4427139"/>
                    <a:pt x="2091" y="4412781"/>
                  </a:cubicBezTo>
                  <a:cubicBezTo>
                    <a:pt x="11653" y="4363733"/>
                    <a:pt x="45382" y="4329603"/>
                    <a:pt x="75905" y="4292897"/>
                  </a:cubicBezTo>
                  <a:cubicBezTo>
                    <a:pt x="89361" y="4276787"/>
                    <a:pt x="97880" y="4255660"/>
                    <a:pt x="104434" y="4235333"/>
                  </a:cubicBezTo>
                  <a:cubicBezTo>
                    <a:pt x="121200" y="4182569"/>
                    <a:pt x="135523" y="4128901"/>
                    <a:pt x="151065" y="4075686"/>
                  </a:cubicBezTo>
                  <a:cubicBezTo>
                    <a:pt x="152552" y="4070549"/>
                    <a:pt x="157315" y="4065932"/>
                    <a:pt x="161243" y="4061695"/>
                  </a:cubicBezTo>
                  <a:cubicBezTo>
                    <a:pt x="202828" y="4019095"/>
                    <a:pt x="244731" y="3976753"/>
                    <a:pt x="286285" y="3933862"/>
                  </a:cubicBezTo>
                  <a:cubicBezTo>
                    <a:pt x="294168" y="3925683"/>
                    <a:pt x="299393" y="3914571"/>
                    <a:pt x="306926" y="3905847"/>
                  </a:cubicBezTo>
                  <a:cubicBezTo>
                    <a:pt x="317292" y="3893589"/>
                    <a:pt x="326766" y="3878502"/>
                    <a:pt x="340015" y="3871199"/>
                  </a:cubicBezTo>
                  <a:cubicBezTo>
                    <a:pt x="381725" y="3848490"/>
                    <a:pt x="396760" y="3812013"/>
                    <a:pt x="400111" y="3767743"/>
                  </a:cubicBezTo>
                  <a:cubicBezTo>
                    <a:pt x="403294" y="3727294"/>
                    <a:pt x="405323" y="3686973"/>
                    <a:pt x="409694" y="3646690"/>
                  </a:cubicBezTo>
                  <a:cubicBezTo>
                    <a:pt x="414852" y="3597538"/>
                    <a:pt x="420910" y="3548579"/>
                    <a:pt x="428447" y="3499752"/>
                  </a:cubicBezTo>
                  <a:cubicBezTo>
                    <a:pt x="431696" y="3478619"/>
                    <a:pt x="435683" y="3456228"/>
                    <a:pt x="445033" y="3437349"/>
                  </a:cubicBezTo>
                  <a:cubicBezTo>
                    <a:pt x="470858" y="3384475"/>
                    <a:pt x="486179" y="3329236"/>
                    <a:pt x="471431" y="3272018"/>
                  </a:cubicBezTo>
                  <a:cubicBezTo>
                    <a:pt x="459682" y="3226180"/>
                    <a:pt x="472474" y="3185267"/>
                    <a:pt x="495919" y="3153432"/>
                  </a:cubicBezTo>
                  <a:cubicBezTo>
                    <a:pt x="538461" y="3095505"/>
                    <a:pt x="521296" y="3040311"/>
                    <a:pt x="499541" y="2985907"/>
                  </a:cubicBezTo>
                  <a:cubicBezTo>
                    <a:pt x="488276" y="2957871"/>
                    <a:pt x="486838" y="2934028"/>
                    <a:pt x="491640" y="2905697"/>
                  </a:cubicBezTo>
                  <a:cubicBezTo>
                    <a:pt x="502898" y="2840071"/>
                    <a:pt x="547705" y="2792141"/>
                    <a:pt x="586592" y="2746325"/>
                  </a:cubicBezTo>
                  <a:cubicBezTo>
                    <a:pt x="619786" y="2707275"/>
                    <a:pt x="636305" y="2665661"/>
                    <a:pt x="647211" y="2620857"/>
                  </a:cubicBezTo>
                  <a:cubicBezTo>
                    <a:pt x="661216" y="2564298"/>
                    <a:pt x="648982" y="2522027"/>
                    <a:pt x="598120" y="2501248"/>
                  </a:cubicBezTo>
                  <a:cubicBezTo>
                    <a:pt x="583733" y="2495506"/>
                    <a:pt x="566431" y="2484521"/>
                    <a:pt x="560897" y="2471368"/>
                  </a:cubicBezTo>
                  <a:cubicBezTo>
                    <a:pt x="533469" y="2407931"/>
                    <a:pt x="496686" y="2344634"/>
                    <a:pt x="506928" y="2272389"/>
                  </a:cubicBezTo>
                  <a:cubicBezTo>
                    <a:pt x="520879" y="2172517"/>
                    <a:pt x="509052" y="2077807"/>
                    <a:pt x="474122" y="1983284"/>
                  </a:cubicBezTo>
                  <a:cubicBezTo>
                    <a:pt x="417537" y="1829959"/>
                    <a:pt x="358639" y="1676886"/>
                    <a:pt x="349180" y="1510207"/>
                  </a:cubicBezTo>
                  <a:cubicBezTo>
                    <a:pt x="347619" y="1482573"/>
                    <a:pt x="326399" y="1451821"/>
                    <a:pt x="306451" y="1430003"/>
                  </a:cubicBezTo>
                  <a:cubicBezTo>
                    <a:pt x="268511" y="1388202"/>
                    <a:pt x="266127" y="1390512"/>
                    <a:pt x="287747" y="1336633"/>
                  </a:cubicBezTo>
                  <a:cubicBezTo>
                    <a:pt x="293070" y="1323756"/>
                    <a:pt x="295470" y="1308272"/>
                    <a:pt x="304326" y="1298229"/>
                  </a:cubicBezTo>
                  <a:cubicBezTo>
                    <a:pt x="349361" y="1247057"/>
                    <a:pt x="331041" y="1191986"/>
                    <a:pt x="317671" y="1136667"/>
                  </a:cubicBezTo>
                  <a:cubicBezTo>
                    <a:pt x="315148" y="1126990"/>
                    <a:pt x="311827" y="1115354"/>
                    <a:pt x="314959" y="1106522"/>
                  </a:cubicBezTo>
                  <a:cubicBezTo>
                    <a:pt x="329032" y="1066641"/>
                    <a:pt x="319157" y="1035231"/>
                    <a:pt x="290675" y="1004980"/>
                  </a:cubicBezTo>
                  <a:cubicBezTo>
                    <a:pt x="266138" y="978690"/>
                    <a:pt x="249805" y="947108"/>
                    <a:pt x="272712" y="910357"/>
                  </a:cubicBezTo>
                  <a:cubicBezTo>
                    <a:pt x="323486" y="828702"/>
                    <a:pt x="317578" y="747981"/>
                    <a:pt x="270963" y="667028"/>
                  </a:cubicBezTo>
                  <a:cubicBezTo>
                    <a:pt x="237707" y="609204"/>
                    <a:pt x="225082" y="549995"/>
                    <a:pt x="244986" y="483131"/>
                  </a:cubicBezTo>
                  <a:cubicBezTo>
                    <a:pt x="252708" y="457408"/>
                    <a:pt x="242285" y="426353"/>
                    <a:pt x="241465" y="397465"/>
                  </a:cubicBezTo>
                  <a:cubicBezTo>
                    <a:pt x="240850" y="381142"/>
                    <a:pt x="239176" y="363176"/>
                    <a:pt x="244890" y="348507"/>
                  </a:cubicBezTo>
                  <a:cubicBezTo>
                    <a:pt x="259350" y="309454"/>
                    <a:pt x="279299" y="272445"/>
                    <a:pt x="293439" y="233141"/>
                  </a:cubicBezTo>
                  <a:cubicBezTo>
                    <a:pt x="300152" y="214256"/>
                    <a:pt x="302437" y="192349"/>
                    <a:pt x="300513" y="172069"/>
                  </a:cubicBez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Shape 27">
              <a:extLst>
                <a:ext uri="{FF2B5EF4-FFF2-40B4-BE49-F238E27FC236}">
                  <a16:creationId xmlns:a16="http://schemas.microsoft.com/office/drawing/2014/main" id="{677D7C8E-3111-445A-B43A-A06FFDBD62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79015" y="0"/>
              <a:ext cx="712985" cy="6858000"/>
            </a:xfrm>
            <a:custGeom>
              <a:avLst/>
              <a:gdLst>
                <a:gd name="connsiteX0" fmla="*/ 280560 w 712985"/>
                <a:gd name="connsiteY0" fmla="*/ 0 h 6858000"/>
                <a:gd name="connsiteX1" fmla="*/ 712985 w 712985"/>
                <a:gd name="connsiteY1" fmla="*/ 0 h 6858000"/>
                <a:gd name="connsiteX2" fmla="*/ 712985 w 712985"/>
                <a:gd name="connsiteY2" fmla="*/ 6858000 h 6858000"/>
                <a:gd name="connsiteX3" fmla="*/ 372527 w 712985"/>
                <a:gd name="connsiteY3" fmla="*/ 6858000 h 6858000"/>
                <a:gd name="connsiteX4" fmla="*/ 372901 w 712985"/>
                <a:gd name="connsiteY4" fmla="*/ 6835810 h 6858000"/>
                <a:gd name="connsiteX5" fmla="*/ 363017 w 712985"/>
                <a:gd name="connsiteY5" fmla="*/ 6518145 h 6858000"/>
                <a:gd name="connsiteX6" fmla="*/ 310498 w 712985"/>
                <a:gd name="connsiteY6" fmla="*/ 6393936 h 6858000"/>
                <a:gd name="connsiteX7" fmla="*/ 305420 w 712985"/>
                <a:gd name="connsiteY7" fmla="*/ 6355564 h 6858000"/>
                <a:gd name="connsiteX8" fmla="*/ 311030 w 712985"/>
                <a:gd name="connsiteY8" fmla="*/ 6267729 h 6858000"/>
                <a:gd name="connsiteX9" fmla="*/ 281440 w 712985"/>
                <a:gd name="connsiteY9" fmla="*/ 6090959 h 6858000"/>
                <a:gd name="connsiteX10" fmla="*/ 258928 w 712985"/>
                <a:gd name="connsiteY10" fmla="*/ 6026981 h 6858000"/>
                <a:gd name="connsiteX11" fmla="*/ 245105 w 712985"/>
                <a:gd name="connsiteY11" fmla="*/ 5991615 h 6858000"/>
                <a:gd name="connsiteX12" fmla="*/ 197441 w 712985"/>
                <a:gd name="connsiteY12" fmla="*/ 5807458 h 6858000"/>
                <a:gd name="connsiteX13" fmla="*/ 159115 w 712985"/>
                <a:gd name="connsiteY13" fmla="*/ 5727356 h 6858000"/>
                <a:gd name="connsiteX14" fmla="*/ 152306 w 712985"/>
                <a:gd name="connsiteY14" fmla="*/ 5705270 h 6858000"/>
                <a:gd name="connsiteX15" fmla="*/ 150939 w 712985"/>
                <a:gd name="connsiteY15" fmla="*/ 5580441 h 6858000"/>
                <a:gd name="connsiteX16" fmla="*/ 187956 w 712985"/>
                <a:gd name="connsiteY16" fmla="*/ 5482729 h 6858000"/>
                <a:gd name="connsiteX17" fmla="*/ 201902 w 712985"/>
                <a:gd name="connsiteY17" fmla="*/ 5463053 h 6858000"/>
                <a:gd name="connsiteX18" fmla="*/ 168174 w 712985"/>
                <a:gd name="connsiteY18" fmla="*/ 5205662 h 6858000"/>
                <a:gd name="connsiteX19" fmla="*/ 157186 w 712985"/>
                <a:gd name="connsiteY19" fmla="*/ 5166766 h 6858000"/>
                <a:gd name="connsiteX20" fmla="*/ 163999 w 712985"/>
                <a:gd name="connsiteY20" fmla="*/ 4972256 h 6858000"/>
                <a:gd name="connsiteX21" fmla="*/ 163388 w 712985"/>
                <a:gd name="connsiteY21" fmla="*/ 4915833 h 6858000"/>
                <a:gd name="connsiteX22" fmla="*/ 166361 w 712985"/>
                <a:gd name="connsiteY22" fmla="*/ 4712964 h 6858000"/>
                <a:gd name="connsiteX23" fmla="*/ 140122 w 712985"/>
                <a:gd name="connsiteY23" fmla="*/ 4687152 h 6858000"/>
                <a:gd name="connsiteX24" fmla="*/ 73058 w 712985"/>
                <a:gd name="connsiteY24" fmla="*/ 4611951 h 6858000"/>
                <a:gd name="connsiteX25" fmla="*/ 3979 w 712985"/>
                <a:gd name="connsiteY25" fmla="*/ 4456771 h 6858000"/>
                <a:gd name="connsiteX26" fmla="*/ 2091 w 712985"/>
                <a:gd name="connsiteY26" fmla="*/ 4412781 h 6858000"/>
                <a:gd name="connsiteX27" fmla="*/ 75905 w 712985"/>
                <a:gd name="connsiteY27" fmla="*/ 4292897 h 6858000"/>
                <a:gd name="connsiteX28" fmla="*/ 104434 w 712985"/>
                <a:gd name="connsiteY28" fmla="*/ 4235333 h 6858000"/>
                <a:gd name="connsiteX29" fmla="*/ 151065 w 712985"/>
                <a:gd name="connsiteY29" fmla="*/ 4075686 h 6858000"/>
                <a:gd name="connsiteX30" fmla="*/ 161243 w 712985"/>
                <a:gd name="connsiteY30" fmla="*/ 4061695 h 6858000"/>
                <a:gd name="connsiteX31" fmla="*/ 286285 w 712985"/>
                <a:gd name="connsiteY31" fmla="*/ 3933862 h 6858000"/>
                <a:gd name="connsiteX32" fmla="*/ 306926 w 712985"/>
                <a:gd name="connsiteY32" fmla="*/ 3905847 h 6858000"/>
                <a:gd name="connsiteX33" fmla="*/ 340015 w 712985"/>
                <a:gd name="connsiteY33" fmla="*/ 3871199 h 6858000"/>
                <a:gd name="connsiteX34" fmla="*/ 400111 w 712985"/>
                <a:gd name="connsiteY34" fmla="*/ 3767743 h 6858000"/>
                <a:gd name="connsiteX35" fmla="*/ 409694 w 712985"/>
                <a:gd name="connsiteY35" fmla="*/ 3646690 h 6858000"/>
                <a:gd name="connsiteX36" fmla="*/ 428447 w 712985"/>
                <a:gd name="connsiteY36" fmla="*/ 3499752 h 6858000"/>
                <a:gd name="connsiteX37" fmla="*/ 445033 w 712985"/>
                <a:gd name="connsiteY37" fmla="*/ 3437349 h 6858000"/>
                <a:gd name="connsiteX38" fmla="*/ 471431 w 712985"/>
                <a:gd name="connsiteY38" fmla="*/ 3272018 h 6858000"/>
                <a:gd name="connsiteX39" fmla="*/ 495919 w 712985"/>
                <a:gd name="connsiteY39" fmla="*/ 3153432 h 6858000"/>
                <a:gd name="connsiteX40" fmla="*/ 499541 w 712985"/>
                <a:gd name="connsiteY40" fmla="*/ 2985907 h 6858000"/>
                <a:gd name="connsiteX41" fmla="*/ 491640 w 712985"/>
                <a:gd name="connsiteY41" fmla="*/ 2905697 h 6858000"/>
                <a:gd name="connsiteX42" fmla="*/ 586592 w 712985"/>
                <a:gd name="connsiteY42" fmla="*/ 2746325 h 6858000"/>
                <a:gd name="connsiteX43" fmla="*/ 647211 w 712985"/>
                <a:gd name="connsiteY43" fmla="*/ 2620857 h 6858000"/>
                <a:gd name="connsiteX44" fmla="*/ 598120 w 712985"/>
                <a:gd name="connsiteY44" fmla="*/ 2501248 h 6858000"/>
                <a:gd name="connsiteX45" fmla="*/ 560897 w 712985"/>
                <a:gd name="connsiteY45" fmla="*/ 2471368 h 6858000"/>
                <a:gd name="connsiteX46" fmla="*/ 506928 w 712985"/>
                <a:gd name="connsiteY46" fmla="*/ 2272389 h 6858000"/>
                <a:gd name="connsiteX47" fmla="*/ 474122 w 712985"/>
                <a:gd name="connsiteY47" fmla="*/ 1983284 h 6858000"/>
                <a:gd name="connsiteX48" fmla="*/ 349180 w 712985"/>
                <a:gd name="connsiteY48" fmla="*/ 1510207 h 6858000"/>
                <a:gd name="connsiteX49" fmla="*/ 306451 w 712985"/>
                <a:gd name="connsiteY49" fmla="*/ 1430003 h 6858000"/>
                <a:gd name="connsiteX50" fmla="*/ 287747 w 712985"/>
                <a:gd name="connsiteY50" fmla="*/ 1336633 h 6858000"/>
                <a:gd name="connsiteX51" fmla="*/ 304326 w 712985"/>
                <a:gd name="connsiteY51" fmla="*/ 1298229 h 6858000"/>
                <a:gd name="connsiteX52" fmla="*/ 317671 w 712985"/>
                <a:gd name="connsiteY52" fmla="*/ 1136667 h 6858000"/>
                <a:gd name="connsiteX53" fmla="*/ 314959 w 712985"/>
                <a:gd name="connsiteY53" fmla="*/ 1106522 h 6858000"/>
                <a:gd name="connsiteX54" fmla="*/ 290675 w 712985"/>
                <a:gd name="connsiteY54" fmla="*/ 1004980 h 6858000"/>
                <a:gd name="connsiteX55" fmla="*/ 272712 w 712985"/>
                <a:gd name="connsiteY55" fmla="*/ 910357 h 6858000"/>
                <a:gd name="connsiteX56" fmla="*/ 270963 w 712985"/>
                <a:gd name="connsiteY56" fmla="*/ 667028 h 6858000"/>
                <a:gd name="connsiteX57" fmla="*/ 244986 w 712985"/>
                <a:gd name="connsiteY57" fmla="*/ 483131 h 6858000"/>
                <a:gd name="connsiteX58" fmla="*/ 241465 w 712985"/>
                <a:gd name="connsiteY58" fmla="*/ 397465 h 6858000"/>
                <a:gd name="connsiteX59" fmla="*/ 244890 w 712985"/>
                <a:gd name="connsiteY59" fmla="*/ 348507 h 6858000"/>
                <a:gd name="connsiteX60" fmla="*/ 293439 w 712985"/>
                <a:gd name="connsiteY60" fmla="*/ 233141 h 6858000"/>
                <a:gd name="connsiteX61" fmla="*/ 300513 w 712985"/>
                <a:gd name="connsiteY61" fmla="*/ 17206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712985" h="6858000">
                  <a:moveTo>
                    <a:pt x="280560" y="0"/>
                  </a:moveTo>
                  <a:lnTo>
                    <a:pt x="712985" y="0"/>
                  </a:lnTo>
                  <a:lnTo>
                    <a:pt x="712985" y="6858000"/>
                  </a:lnTo>
                  <a:lnTo>
                    <a:pt x="372527" y="6858000"/>
                  </a:lnTo>
                  <a:lnTo>
                    <a:pt x="372901" y="6835810"/>
                  </a:lnTo>
                  <a:cubicBezTo>
                    <a:pt x="343741" y="6729822"/>
                    <a:pt x="373381" y="6623551"/>
                    <a:pt x="363017" y="6518145"/>
                  </a:cubicBezTo>
                  <a:cubicBezTo>
                    <a:pt x="358372" y="6470360"/>
                    <a:pt x="362468" y="6422202"/>
                    <a:pt x="310498" y="6393936"/>
                  </a:cubicBezTo>
                  <a:cubicBezTo>
                    <a:pt x="303659" y="6390296"/>
                    <a:pt x="304819" y="6368800"/>
                    <a:pt x="305420" y="6355564"/>
                  </a:cubicBezTo>
                  <a:cubicBezTo>
                    <a:pt x="306594" y="6326166"/>
                    <a:pt x="314451" y="6296329"/>
                    <a:pt x="311030" y="6267729"/>
                  </a:cubicBezTo>
                  <a:cubicBezTo>
                    <a:pt x="304253" y="6208466"/>
                    <a:pt x="293104" y="6149393"/>
                    <a:pt x="281440" y="6090959"/>
                  </a:cubicBezTo>
                  <a:cubicBezTo>
                    <a:pt x="276978" y="6068911"/>
                    <a:pt x="266829" y="6048361"/>
                    <a:pt x="258928" y="6026981"/>
                  </a:cubicBezTo>
                  <a:cubicBezTo>
                    <a:pt x="254416" y="6015184"/>
                    <a:pt x="244605" y="6003083"/>
                    <a:pt x="245105" y="5991615"/>
                  </a:cubicBezTo>
                  <a:cubicBezTo>
                    <a:pt x="248075" y="5925141"/>
                    <a:pt x="216651" y="5867990"/>
                    <a:pt x="197441" y="5807458"/>
                  </a:cubicBezTo>
                  <a:cubicBezTo>
                    <a:pt x="188523" y="5779456"/>
                    <a:pt x="171697" y="5754078"/>
                    <a:pt x="159115" y="5727356"/>
                  </a:cubicBezTo>
                  <a:cubicBezTo>
                    <a:pt x="155717" y="5720411"/>
                    <a:pt x="152517" y="5712566"/>
                    <a:pt x="152306" y="5705270"/>
                  </a:cubicBezTo>
                  <a:cubicBezTo>
                    <a:pt x="151252" y="5663532"/>
                    <a:pt x="151674" y="5621922"/>
                    <a:pt x="150939" y="5580441"/>
                  </a:cubicBezTo>
                  <a:cubicBezTo>
                    <a:pt x="150326" y="5542748"/>
                    <a:pt x="147369" y="5505023"/>
                    <a:pt x="187956" y="5482729"/>
                  </a:cubicBezTo>
                  <a:cubicBezTo>
                    <a:pt x="194324" y="5479395"/>
                    <a:pt x="198291" y="5470181"/>
                    <a:pt x="201902" y="5463053"/>
                  </a:cubicBezTo>
                  <a:cubicBezTo>
                    <a:pt x="257480" y="5353065"/>
                    <a:pt x="249730" y="5298303"/>
                    <a:pt x="168174" y="5205662"/>
                  </a:cubicBezTo>
                  <a:cubicBezTo>
                    <a:pt x="159805" y="5196040"/>
                    <a:pt x="152161" y="5174340"/>
                    <a:pt x="157186" y="5166766"/>
                  </a:cubicBezTo>
                  <a:cubicBezTo>
                    <a:pt x="198743" y="5102508"/>
                    <a:pt x="186477" y="5038579"/>
                    <a:pt x="163999" y="4972256"/>
                  </a:cubicBezTo>
                  <a:cubicBezTo>
                    <a:pt x="158020" y="4955056"/>
                    <a:pt x="155299" y="4930181"/>
                    <a:pt x="163388" y="4915833"/>
                  </a:cubicBezTo>
                  <a:cubicBezTo>
                    <a:pt x="200708" y="4847649"/>
                    <a:pt x="186907" y="4780374"/>
                    <a:pt x="166361" y="4712964"/>
                  </a:cubicBezTo>
                  <a:cubicBezTo>
                    <a:pt x="163165" y="4702485"/>
                    <a:pt x="150748" y="4690669"/>
                    <a:pt x="140122" y="4687152"/>
                  </a:cubicBezTo>
                  <a:cubicBezTo>
                    <a:pt x="102452" y="4674589"/>
                    <a:pt x="86917" y="4644970"/>
                    <a:pt x="73058" y="4611951"/>
                  </a:cubicBezTo>
                  <a:cubicBezTo>
                    <a:pt x="50686" y="4559957"/>
                    <a:pt x="25516" y="4509149"/>
                    <a:pt x="3979" y="4456771"/>
                  </a:cubicBezTo>
                  <a:cubicBezTo>
                    <a:pt x="-1236" y="4443877"/>
                    <a:pt x="-726" y="4427139"/>
                    <a:pt x="2091" y="4412781"/>
                  </a:cubicBezTo>
                  <a:cubicBezTo>
                    <a:pt x="11653" y="4363733"/>
                    <a:pt x="45382" y="4329603"/>
                    <a:pt x="75905" y="4292897"/>
                  </a:cubicBezTo>
                  <a:cubicBezTo>
                    <a:pt x="89361" y="4276787"/>
                    <a:pt x="97880" y="4255660"/>
                    <a:pt x="104434" y="4235333"/>
                  </a:cubicBezTo>
                  <a:cubicBezTo>
                    <a:pt x="121200" y="4182569"/>
                    <a:pt x="135523" y="4128901"/>
                    <a:pt x="151065" y="4075686"/>
                  </a:cubicBezTo>
                  <a:cubicBezTo>
                    <a:pt x="152552" y="4070549"/>
                    <a:pt x="157315" y="4065932"/>
                    <a:pt x="161243" y="4061695"/>
                  </a:cubicBezTo>
                  <a:cubicBezTo>
                    <a:pt x="202828" y="4019095"/>
                    <a:pt x="244731" y="3976753"/>
                    <a:pt x="286285" y="3933862"/>
                  </a:cubicBezTo>
                  <a:cubicBezTo>
                    <a:pt x="294168" y="3925683"/>
                    <a:pt x="299393" y="3914571"/>
                    <a:pt x="306926" y="3905847"/>
                  </a:cubicBezTo>
                  <a:cubicBezTo>
                    <a:pt x="317292" y="3893589"/>
                    <a:pt x="326766" y="3878502"/>
                    <a:pt x="340015" y="3871199"/>
                  </a:cubicBezTo>
                  <a:cubicBezTo>
                    <a:pt x="381725" y="3848490"/>
                    <a:pt x="396760" y="3812013"/>
                    <a:pt x="400111" y="3767743"/>
                  </a:cubicBezTo>
                  <a:cubicBezTo>
                    <a:pt x="403294" y="3727294"/>
                    <a:pt x="405323" y="3686973"/>
                    <a:pt x="409694" y="3646690"/>
                  </a:cubicBezTo>
                  <a:cubicBezTo>
                    <a:pt x="414852" y="3597538"/>
                    <a:pt x="420910" y="3548579"/>
                    <a:pt x="428447" y="3499752"/>
                  </a:cubicBezTo>
                  <a:cubicBezTo>
                    <a:pt x="431696" y="3478619"/>
                    <a:pt x="435683" y="3456228"/>
                    <a:pt x="445033" y="3437349"/>
                  </a:cubicBezTo>
                  <a:cubicBezTo>
                    <a:pt x="470858" y="3384475"/>
                    <a:pt x="486179" y="3329236"/>
                    <a:pt x="471431" y="3272018"/>
                  </a:cubicBezTo>
                  <a:cubicBezTo>
                    <a:pt x="459682" y="3226180"/>
                    <a:pt x="472474" y="3185267"/>
                    <a:pt x="495919" y="3153432"/>
                  </a:cubicBezTo>
                  <a:cubicBezTo>
                    <a:pt x="538461" y="3095505"/>
                    <a:pt x="521296" y="3040311"/>
                    <a:pt x="499541" y="2985907"/>
                  </a:cubicBezTo>
                  <a:cubicBezTo>
                    <a:pt x="488276" y="2957871"/>
                    <a:pt x="486838" y="2934028"/>
                    <a:pt x="491640" y="2905697"/>
                  </a:cubicBezTo>
                  <a:cubicBezTo>
                    <a:pt x="502898" y="2840071"/>
                    <a:pt x="547705" y="2792141"/>
                    <a:pt x="586592" y="2746325"/>
                  </a:cubicBezTo>
                  <a:cubicBezTo>
                    <a:pt x="619786" y="2707275"/>
                    <a:pt x="636305" y="2665661"/>
                    <a:pt x="647211" y="2620857"/>
                  </a:cubicBezTo>
                  <a:cubicBezTo>
                    <a:pt x="661216" y="2564298"/>
                    <a:pt x="648982" y="2522027"/>
                    <a:pt x="598120" y="2501248"/>
                  </a:cubicBezTo>
                  <a:cubicBezTo>
                    <a:pt x="583733" y="2495506"/>
                    <a:pt x="566431" y="2484521"/>
                    <a:pt x="560897" y="2471368"/>
                  </a:cubicBezTo>
                  <a:cubicBezTo>
                    <a:pt x="533469" y="2407931"/>
                    <a:pt x="496686" y="2344634"/>
                    <a:pt x="506928" y="2272389"/>
                  </a:cubicBezTo>
                  <a:cubicBezTo>
                    <a:pt x="520879" y="2172517"/>
                    <a:pt x="509052" y="2077807"/>
                    <a:pt x="474122" y="1983284"/>
                  </a:cubicBezTo>
                  <a:cubicBezTo>
                    <a:pt x="417537" y="1829959"/>
                    <a:pt x="358639" y="1676886"/>
                    <a:pt x="349180" y="1510207"/>
                  </a:cubicBezTo>
                  <a:cubicBezTo>
                    <a:pt x="347619" y="1482573"/>
                    <a:pt x="326399" y="1451821"/>
                    <a:pt x="306451" y="1430003"/>
                  </a:cubicBezTo>
                  <a:cubicBezTo>
                    <a:pt x="268511" y="1388202"/>
                    <a:pt x="266127" y="1390512"/>
                    <a:pt x="287747" y="1336633"/>
                  </a:cubicBezTo>
                  <a:cubicBezTo>
                    <a:pt x="293070" y="1323756"/>
                    <a:pt x="295470" y="1308272"/>
                    <a:pt x="304326" y="1298229"/>
                  </a:cubicBezTo>
                  <a:cubicBezTo>
                    <a:pt x="349361" y="1247057"/>
                    <a:pt x="331041" y="1191986"/>
                    <a:pt x="317671" y="1136667"/>
                  </a:cubicBezTo>
                  <a:cubicBezTo>
                    <a:pt x="315148" y="1126990"/>
                    <a:pt x="311827" y="1115354"/>
                    <a:pt x="314959" y="1106522"/>
                  </a:cubicBezTo>
                  <a:cubicBezTo>
                    <a:pt x="329032" y="1066641"/>
                    <a:pt x="319157" y="1035231"/>
                    <a:pt x="290675" y="1004980"/>
                  </a:cubicBezTo>
                  <a:cubicBezTo>
                    <a:pt x="266138" y="978690"/>
                    <a:pt x="249805" y="947108"/>
                    <a:pt x="272712" y="910357"/>
                  </a:cubicBezTo>
                  <a:cubicBezTo>
                    <a:pt x="323486" y="828702"/>
                    <a:pt x="317578" y="747981"/>
                    <a:pt x="270963" y="667028"/>
                  </a:cubicBezTo>
                  <a:cubicBezTo>
                    <a:pt x="237707" y="609204"/>
                    <a:pt x="225082" y="549995"/>
                    <a:pt x="244986" y="483131"/>
                  </a:cubicBezTo>
                  <a:cubicBezTo>
                    <a:pt x="252708" y="457408"/>
                    <a:pt x="242285" y="426353"/>
                    <a:pt x="241465" y="397465"/>
                  </a:cubicBezTo>
                  <a:cubicBezTo>
                    <a:pt x="240850" y="381142"/>
                    <a:pt x="239176" y="363176"/>
                    <a:pt x="244890" y="348507"/>
                  </a:cubicBezTo>
                  <a:cubicBezTo>
                    <a:pt x="259350" y="309454"/>
                    <a:pt x="279299" y="272445"/>
                    <a:pt x="293439" y="233141"/>
                  </a:cubicBezTo>
                  <a:cubicBezTo>
                    <a:pt x="300152" y="214256"/>
                    <a:pt x="302437" y="192349"/>
                    <a:pt x="300513" y="172069"/>
                  </a:cubicBezTo>
                  <a:close/>
                </a:path>
              </a:pathLst>
            </a:custGeom>
            <a:blipFill>
              <a:blip r:embed="rId3">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0" name="Rectangle 9">
            <a:extLst>
              <a:ext uri="{FF2B5EF4-FFF2-40B4-BE49-F238E27FC236}">
                <a16:creationId xmlns:a16="http://schemas.microsoft.com/office/drawing/2014/main" id="{85CE065C-D976-60C1-5F9E-D886400D9679}"/>
              </a:ext>
            </a:extLst>
          </p:cNvPr>
          <p:cNvSpPr/>
          <p:nvPr/>
        </p:nvSpPr>
        <p:spPr>
          <a:xfrm>
            <a:off x="4637314" y="1719943"/>
            <a:ext cx="2743200" cy="10668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8298266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F3BFE7-3A13-DEE1-362F-3EE0A6EA9555}"/>
              </a:ext>
            </a:extLst>
          </p:cNvPr>
          <p:cNvSpPr>
            <a:spLocks noGrp="1"/>
          </p:cNvSpPr>
          <p:nvPr>
            <p:ph type="title"/>
          </p:nvPr>
        </p:nvSpPr>
        <p:spPr>
          <a:xfrm>
            <a:off x="7619523" y="885825"/>
            <a:ext cx="3810001" cy="1901824"/>
          </a:xfrm>
        </p:spPr>
        <p:txBody>
          <a:bodyPr vert="horz" lIns="91440" tIns="45720" rIns="91440" bIns="45720" rtlCol="0" anchor="b" anchorCtr="0">
            <a:normAutofit/>
          </a:bodyPr>
          <a:lstStyle/>
          <a:p>
            <a:r>
              <a:rPr lang="en-US" kern="1200">
                <a:solidFill>
                  <a:schemeClr val="tx1"/>
                </a:solidFill>
                <a:latin typeface="+mj-lt"/>
                <a:ea typeface="+mj-ea"/>
                <a:cs typeface="+mj-cs"/>
              </a:rPr>
              <a:t>Agent - Plasmodium</a:t>
            </a:r>
          </a:p>
        </p:txBody>
      </p:sp>
      <p:sp>
        <p:nvSpPr>
          <p:cNvPr id="6" name="TextBox 5">
            <a:extLst>
              <a:ext uri="{FF2B5EF4-FFF2-40B4-BE49-F238E27FC236}">
                <a16:creationId xmlns:a16="http://schemas.microsoft.com/office/drawing/2014/main" id="{9D4775EB-FD84-49EE-5FEB-C0101E2E1200}"/>
              </a:ext>
            </a:extLst>
          </p:cNvPr>
          <p:cNvSpPr txBox="1"/>
          <p:nvPr/>
        </p:nvSpPr>
        <p:spPr>
          <a:xfrm>
            <a:off x="7619524" y="3047999"/>
            <a:ext cx="3810000" cy="3048001"/>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400" b="0" i="0" dirty="0">
                <a:effectLst/>
              </a:rPr>
              <a:t>Four species cause malaria: </a:t>
            </a:r>
            <a:r>
              <a:rPr lang="en-US" sz="2400" b="0" i="1" dirty="0">
                <a:effectLst/>
              </a:rPr>
              <a:t>P. falciparum</a:t>
            </a:r>
            <a:r>
              <a:rPr lang="en-US" sz="2400" b="0" i="0" dirty="0">
                <a:effectLst/>
              </a:rPr>
              <a:t>, </a:t>
            </a:r>
            <a:r>
              <a:rPr lang="en-US" sz="2400" b="0" i="1" dirty="0">
                <a:effectLst/>
              </a:rPr>
              <a:t>P. vivax</a:t>
            </a:r>
            <a:r>
              <a:rPr lang="en-US" sz="2400" b="0" i="0" dirty="0">
                <a:effectLst/>
              </a:rPr>
              <a:t>, </a:t>
            </a:r>
            <a:r>
              <a:rPr lang="en-US" sz="2400" b="0" i="1" dirty="0">
                <a:effectLst/>
              </a:rPr>
              <a:t>P. malariae</a:t>
            </a:r>
            <a:r>
              <a:rPr lang="en-US" sz="2400" b="0" i="0" dirty="0">
                <a:effectLst/>
              </a:rPr>
              <a:t>, </a:t>
            </a:r>
            <a:r>
              <a:rPr lang="en-US" sz="2400" b="0" i="1" dirty="0">
                <a:effectLst/>
              </a:rPr>
              <a:t>P. ovale</a:t>
            </a:r>
            <a:r>
              <a:rPr lang="en-US" sz="2400" b="0" i="0" u="none" strike="noStrike" dirty="0">
                <a:effectLst/>
                <a:hlinkClick r:id="rId2"/>
              </a:rPr>
              <a:t>23-27.pdf</a:t>
            </a:r>
            <a:endParaRPr lang="en-US" sz="2400" b="0" i="0" dirty="0">
              <a:effectLst/>
            </a:endParaRPr>
          </a:p>
          <a:p>
            <a:pPr indent="-228600">
              <a:lnSpc>
                <a:spcPct val="90000"/>
              </a:lnSpc>
              <a:spcAft>
                <a:spcPts val="600"/>
              </a:spcAft>
              <a:buFont typeface="Arial" panose="020B0604020202020204" pitchFamily="34" charset="0"/>
              <a:buChar char="•"/>
            </a:pPr>
            <a:r>
              <a:rPr lang="en-US" sz="2400" b="0" i="0" dirty="0">
                <a:effectLst/>
              </a:rPr>
              <a:t>In India, </a:t>
            </a:r>
            <a:r>
              <a:rPr lang="en-US" sz="2400" b="1" i="0" dirty="0">
                <a:effectLst/>
              </a:rPr>
              <a:t>P. falciparum and P. vivax are the two major species</a:t>
            </a:r>
            <a:r>
              <a:rPr lang="en-US" sz="2400" b="0" i="0" u="none" strike="noStrike" dirty="0">
                <a:effectLst/>
                <a:hlinkClick r:id="rId2"/>
              </a:rPr>
              <a:t>.pdf</a:t>
            </a:r>
            <a:endParaRPr lang="en-US" sz="2400" b="0" i="0" dirty="0">
              <a:effectLst/>
            </a:endParaRPr>
          </a:p>
        </p:txBody>
      </p:sp>
      <p:graphicFrame>
        <p:nvGraphicFramePr>
          <p:cNvPr id="4" name="Content Placeholder 3">
            <a:extLst>
              <a:ext uri="{FF2B5EF4-FFF2-40B4-BE49-F238E27FC236}">
                <a16:creationId xmlns:a16="http://schemas.microsoft.com/office/drawing/2014/main" id="{D309277A-8874-E44F-D0DC-1028D976724C}"/>
              </a:ext>
            </a:extLst>
          </p:cNvPr>
          <p:cNvGraphicFramePr>
            <a:graphicFrameLocks noGrp="1"/>
          </p:cNvGraphicFramePr>
          <p:nvPr>
            <p:ph idx="1"/>
            <p:extLst>
              <p:ext uri="{D42A27DB-BD31-4B8C-83A1-F6EECF244321}">
                <p14:modId xmlns:p14="http://schemas.microsoft.com/office/powerpoint/2010/main" val="3940386656"/>
              </p:ext>
            </p:extLst>
          </p:nvPr>
        </p:nvGraphicFramePr>
        <p:xfrm>
          <a:off x="836527" y="762000"/>
          <a:ext cx="5945993" cy="5334001"/>
        </p:xfrm>
        <a:graphic>
          <a:graphicData uri="http://schemas.openxmlformats.org/drawingml/2006/table">
            <a:tbl>
              <a:tblPr firstRow="1" bandRow="1">
                <a:tableStyleId>{5C22544A-7EE6-4342-B048-85BDC9FD1C3A}</a:tableStyleId>
              </a:tblPr>
              <a:tblGrid>
                <a:gridCol w="1996936">
                  <a:extLst>
                    <a:ext uri="{9D8B030D-6E8A-4147-A177-3AD203B41FA5}">
                      <a16:colId xmlns:a16="http://schemas.microsoft.com/office/drawing/2014/main" val="4042118334"/>
                    </a:ext>
                  </a:extLst>
                </a:gridCol>
                <a:gridCol w="3949057">
                  <a:extLst>
                    <a:ext uri="{9D8B030D-6E8A-4147-A177-3AD203B41FA5}">
                      <a16:colId xmlns:a16="http://schemas.microsoft.com/office/drawing/2014/main" val="2280504808"/>
                    </a:ext>
                  </a:extLst>
                </a:gridCol>
              </a:tblGrid>
              <a:tr h="540755">
                <a:tc>
                  <a:txBody>
                    <a:bodyPr/>
                    <a:lstStyle/>
                    <a:p>
                      <a:pPr algn="l" fontAlgn="b" latinLnBrk="0">
                        <a:buNone/>
                      </a:pPr>
                      <a:r>
                        <a:rPr lang="en-US" sz="2500" b="1" u="none" strike="noStrike">
                          <a:effectLst/>
                        </a:rPr>
                        <a:t>Species</a:t>
                      </a:r>
                      <a:endParaRPr lang="en-US" sz="2500" b="1" i="0" u="none" strike="noStrike">
                        <a:effectLst/>
                        <a:latin typeface="+mj-lt"/>
                      </a:endParaRPr>
                    </a:p>
                  </a:txBody>
                  <a:tcPr marL="127433" marR="127433" marT="63716" marB="63716" anchor="b"/>
                </a:tc>
                <a:tc>
                  <a:txBody>
                    <a:bodyPr/>
                    <a:lstStyle/>
                    <a:p>
                      <a:pPr algn="l" fontAlgn="b" latinLnBrk="0">
                        <a:buNone/>
                      </a:pPr>
                      <a:r>
                        <a:rPr lang="en-US" sz="2500" b="1" u="none" strike="noStrike" dirty="0">
                          <a:effectLst/>
                        </a:rPr>
                        <a:t>Significance</a:t>
                      </a:r>
                      <a:endParaRPr lang="en-US" sz="2500" b="1" i="0" u="none" strike="noStrike" dirty="0">
                        <a:effectLst/>
                        <a:latin typeface="+mj-lt"/>
                      </a:endParaRPr>
                    </a:p>
                  </a:txBody>
                  <a:tcPr marL="127433" marR="127433" marT="63716" marB="63716" anchor="b"/>
                </a:tc>
                <a:extLst>
                  <a:ext uri="{0D108BD9-81ED-4DB2-BD59-A6C34878D82A}">
                    <a16:rowId xmlns:a16="http://schemas.microsoft.com/office/drawing/2014/main" val="1693276567"/>
                  </a:ext>
                </a:extLst>
              </a:tr>
              <a:tr h="1292248">
                <a:tc>
                  <a:txBody>
                    <a:bodyPr/>
                    <a:lstStyle/>
                    <a:p>
                      <a:pPr algn="l" fontAlgn="base" latinLnBrk="0">
                        <a:buNone/>
                      </a:pPr>
                      <a:r>
                        <a:rPr lang="en-US" sz="2500" b="1" u="none" strike="noStrike" dirty="0">
                          <a:effectLst/>
                        </a:rPr>
                        <a:t>P. falciparum</a:t>
                      </a:r>
                      <a:endParaRPr lang="en-US" sz="2500" b="1" i="0" u="none" strike="noStrike" dirty="0">
                        <a:effectLst/>
                        <a:latin typeface="+mj-lt"/>
                      </a:endParaRPr>
                    </a:p>
                  </a:txBody>
                  <a:tcPr marL="127433" marR="127433" marT="63716" marB="63716" anchor="ctr"/>
                </a:tc>
                <a:tc>
                  <a:txBody>
                    <a:bodyPr/>
                    <a:lstStyle/>
                    <a:p>
                      <a:pPr algn="l" fontAlgn="base" latinLnBrk="0">
                        <a:buNone/>
                      </a:pPr>
                      <a:r>
                        <a:rPr lang="en-US" sz="2500" b="0" u="none" strike="noStrike">
                          <a:effectLst/>
                        </a:rPr>
                        <a:t>Severe/cerebral malaria; drug resistance risk; no dormant stage</a:t>
                      </a:r>
                      <a:endParaRPr lang="en-US" sz="2500" b="0" i="0" u="none" strike="noStrike">
                        <a:effectLst/>
                        <a:latin typeface="+mj-lt"/>
                      </a:endParaRPr>
                    </a:p>
                  </a:txBody>
                  <a:tcPr marL="127433" marR="127433" marT="63716" marB="63716" anchor="ctr"/>
                </a:tc>
                <a:extLst>
                  <a:ext uri="{0D108BD9-81ED-4DB2-BD59-A6C34878D82A}">
                    <a16:rowId xmlns:a16="http://schemas.microsoft.com/office/drawing/2014/main" val="3303153872"/>
                  </a:ext>
                </a:extLst>
              </a:tr>
              <a:tr h="1292248">
                <a:tc>
                  <a:txBody>
                    <a:bodyPr/>
                    <a:lstStyle/>
                    <a:p>
                      <a:pPr algn="l" fontAlgn="base" latinLnBrk="0">
                        <a:buNone/>
                      </a:pPr>
                      <a:r>
                        <a:rPr lang="en-US" sz="2500" b="1" u="none" strike="noStrike" dirty="0">
                          <a:effectLst/>
                        </a:rPr>
                        <a:t>P. vivax</a:t>
                      </a:r>
                      <a:endParaRPr lang="en-US" sz="2500" b="1" i="0" u="none" strike="noStrike" dirty="0">
                        <a:effectLst/>
                        <a:latin typeface="+mj-lt"/>
                      </a:endParaRPr>
                    </a:p>
                  </a:txBody>
                  <a:tcPr marL="127433" marR="127433" marT="63716" marB="63716" anchor="ctr"/>
                </a:tc>
                <a:tc>
                  <a:txBody>
                    <a:bodyPr/>
                    <a:lstStyle/>
                    <a:p>
                      <a:pPr algn="l" fontAlgn="base" latinLnBrk="0">
                        <a:buNone/>
                      </a:pPr>
                      <a:r>
                        <a:rPr lang="en-US" sz="2500" b="0" u="none" strike="noStrike">
                          <a:effectLst/>
                        </a:rPr>
                        <a:t>Hypnozoites cause relapse; radical cure with primaquine required</a:t>
                      </a:r>
                      <a:endParaRPr lang="en-US" sz="2500" b="0" i="0" u="none" strike="noStrike">
                        <a:effectLst/>
                        <a:latin typeface="+mj-lt"/>
                      </a:endParaRPr>
                    </a:p>
                  </a:txBody>
                  <a:tcPr marL="127433" marR="127433" marT="63716" marB="63716" anchor="ctr"/>
                </a:tc>
                <a:extLst>
                  <a:ext uri="{0D108BD9-81ED-4DB2-BD59-A6C34878D82A}">
                    <a16:rowId xmlns:a16="http://schemas.microsoft.com/office/drawing/2014/main" val="3096532334"/>
                  </a:ext>
                </a:extLst>
              </a:tr>
              <a:tr h="1292248">
                <a:tc>
                  <a:txBody>
                    <a:bodyPr/>
                    <a:lstStyle/>
                    <a:p>
                      <a:pPr algn="l" fontAlgn="base" latinLnBrk="0">
                        <a:buNone/>
                      </a:pPr>
                      <a:r>
                        <a:rPr lang="en-US" sz="2500" b="1" u="none" strike="noStrike" dirty="0">
                          <a:effectLst/>
                        </a:rPr>
                        <a:t>P. malariae</a:t>
                      </a:r>
                      <a:endParaRPr lang="en-US" sz="2500" b="1" i="0" u="none" strike="noStrike" dirty="0">
                        <a:effectLst/>
                        <a:latin typeface="+mj-lt"/>
                      </a:endParaRPr>
                    </a:p>
                  </a:txBody>
                  <a:tcPr marL="127433" marR="127433" marT="63716" marB="63716" anchor="ctr"/>
                </a:tc>
                <a:tc>
                  <a:txBody>
                    <a:bodyPr/>
                    <a:lstStyle/>
                    <a:p>
                      <a:pPr algn="l" fontAlgn="base" latinLnBrk="0">
                        <a:buNone/>
                      </a:pPr>
                      <a:r>
                        <a:rPr lang="en-US" sz="2500" b="0" u="none" strike="noStrike">
                          <a:effectLst/>
                        </a:rPr>
                        <a:t>Quartan fever; nephropathy in chronic infection</a:t>
                      </a:r>
                      <a:endParaRPr lang="en-US" sz="2500" b="0" i="0" u="none" strike="noStrike">
                        <a:effectLst/>
                        <a:latin typeface="+mj-lt"/>
                      </a:endParaRPr>
                    </a:p>
                  </a:txBody>
                  <a:tcPr marL="127433" marR="127433" marT="63716" marB="63716" anchor="ctr"/>
                </a:tc>
                <a:extLst>
                  <a:ext uri="{0D108BD9-81ED-4DB2-BD59-A6C34878D82A}">
                    <a16:rowId xmlns:a16="http://schemas.microsoft.com/office/drawing/2014/main" val="3243053648"/>
                  </a:ext>
                </a:extLst>
              </a:tr>
              <a:tr h="916502">
                <a:tc>
                  <a:txBody>
                    <a:bodyPr/>
                    <a:lstStyle/>
                    <a:p>
                      <a:pPr algn="l" fontAlgn="base" latinLnBrk="0">
                        <a:buNone/>
                      </a:pPr>
                      <a:r>
                        <a:rPr lang="en-US" sz="2500" b="1" u="none" strike="noStrike" dirty="0">
                          <a:effectLst/>
                        </a:rPr>
                        <a:t>P. </a:t>
                      </a:r>
                      <a:r>
                        <a:rPr lang="en-US" sz="2500" b="1" u="none" strike="noStrike" dirty="0" err="1">
                          <a:effectLst/>
                        </a:rPr>
                        <a:t>ovale</a:t>
                      </a:r>
                      <a:endParaRPr lang="en-US" sz="2500" b="1" i="0" u="none" strike="noStrike" dirty="0">
                        <a:effectLst/>
                        <a:latin typeface="+mj-lt"/>
                      </a:endParaRPr>
                    </a:p>
                  </a:txBody>
                  <a:tcPr marL="127433" marR="127433" marT="63716" marB="63716" anchor="ctr"/>
                </a:tc>
                <a:tc>
                  <a:txBody>
                    <a:bodyPr/>
                    <a:lstStyle/>
                    <a:p>
                      <a:pPr algn="l" fontAlgn="base" latinLnBrk="0">
                        <a:buNone/>
                      </a:pPr>
                      <a:r>
                        <a:rPr lang="it-IT" sz="2500" b="0" u="none" strike="noStrike" dirty="0">
                          <a:effectLst/>
                        </a:rPr>
                        <a:t>Rare in India; relapse like vivax</a:t>
                      </a:r>
                      <a:endParaRPr lang="en-US" sz="2500" b="0" i="0" u="none" strike="noStrike" dirty="0">
                        <a:effectLst/>
                        <a:latin typeface="+mj-lt"/>
                      </a:endParaRPr>
                    </a:p>
                  </a:txBody>
                  <a:tcPr marL="127433" marR="127433" marT="63716" marB="63716" anchor="ctr"/>
                </a:tc>
                <a:extLst>
                  <a:ext uri="{0D108BD9-81ED-4DB2-BD59-A6C34878D82A}">
                    <a16:rowId xmlns:a16="http://schemas.microsoft.com/office/drawing/2014/main" val="38508928"/>
                  </a:ext>
                </a:extLst>
              </a:tr>
            </a:tbl>
          </a:graphicData>
        </a:graphic>
      </p:graphicFrame>
    </p:spTree>
    <p:extLst>
      <p:ext uri="{BB962C8B-B14F-4D97-AF65-F5344CB8AC3E}">
        <p14:creationId xmlns:p14="http://schemas.microsoft.com/office/powerpoint/2010/main" val="17705406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80BB07B4-8756-4AE5-A848-6EA4FA2EDC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Human factors influencing malaria vulnerability diagram without arrows">
            <a:extLst>
              <a:ext uri="{FF2B5EF4-FFF2-40B4-BE49-F238E27FC236}">
                <a16:creationId xmlns:a16="http://schemas.microsoft.com/office/drawing/2014/main" id="{A89D2D9A-EBBA-B718-D519-91888761D3E2}"/>
              </a:ext>
            </a:extLst>
          </p:cNvPr>
          <p:cNvPicPr>
            <a:picLocks noChangeAspect="1"/>
          </p:cNvPicPr>
          <p:nvPr/>
        </p:nvPicPr>
        <p:blipFill>
          <a:blip r:embed="rId2"/>
          <a:srcRect t="2434" b="4785"/>
          <a:stretch>
            <a:fillRect/>
          </a:stretch>
        </p:blipFill>
        <p:spPr>
          <a:xfrm>
            <a:off x="20" y="0"/>
            <a:ext cx="12191980" cy="6858000"/>
          </a:xfrm>
          <a:prstGeom prst="rect">
            <a:avLst/>
          </a:prstGeom>
        </p:spPr>
      </p:pic>
      <p:grpSp>
        <p:nvGrpSpPr>
          <p:cNvPr id="31" name="Group 30">
            <a:extLst>
              <a:ext uri="{FF2B5EF4-FFF2-40B4-BE49-F238E27FC236}">
                <a16:creationId xmlns:a16="http://schemas.microsoft.com/office/drawing/2014/main" id="{86986DFA-4110-44F9-862D-8DABE7D6DFB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79015" y="0"/>
            <a:ext cx="712985" cy="6858000"/>
            <a:chOff x="11479015" y="0"/>
            <a:chExt cx="712985" cy="6858000"/>
          </a:xfrm>
          <a:effectLst>
            <a:outerShdw blurRad="381000" dist="152400" dir="10800000" algn="ctr" rotWithShape="0">
              <a:schemeClr val="bg1">
                <a:alpha val="10000"/>
              </a:schemeClr>
            </a:outerShdw>
          </a:effectLst>
        </p:grpSpPr>
        <p:sp>
          <p:nvSpPr>
            <p:cNvPr id="32" name="Freeform: Shape 31">
              <a:extLst>
                <a:ext uri="{FF2B5EF4-FFF2-40B4-BE49-F238E27FC236}">
                  <a16:creationId xmlns:a16="http://schemas.microsoft.com/office/drawing/2014/main" id="{3D469381-988C-4B8E-ACF9-2D19DB81CC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79018" y="0"/>
              <a:ext cx="712982" cy="6858000"/>
            </a:xfrm>
            <a:custGeom>
              <a:avLst/>
              <a:gdLst>
                <a:gd name="connsiteX0" fmla="*/ 280560 w 712982"/>
                <a:gd name="connsiteY0" fmla="*/ 0 h 6858000"/>
                <a:gd name="connsiteX1" fmla="*/ 712982 w 712982"/>
                <a:gd name="connsiteY1" fmla="*/ 0 h 6858000"/>
                <a:gd name="connsiteX2" fmla="*/ 712982 w 712982"/>
                <a:gd name="connsiteY2" fmla="*/ 6858000 h 6858000"/>
                <a:gd name="connsiteX3" fmla="*/ 372527 w 712982"/>
                <a:gd name="connsiteY3" fmla="*/ 6858000 h 6858000"/>
                <a:gd name="connsiteX4" fmla="*/ 372901 w 712982"/>
                <a:gd name="connsiteY4" fmla="*/ 6835810 h 6858000"/>
                <a:gd name="connsiteX5" fmla="*/ 363017 w 712982"/>
                <a:gd name="connsiteY5" fmla="*/ 6518145 h 6858000"/>
                <a:gd name="connsiteX6" fmla="*/ 310498 w 712982"/>
                <a:gd name="connsiteY6" fmla="*/ 6393936 h 6858000"/>
                <a:gd name="connsiteX7" fmla="*/ 305420 w 712982"/>
                <a:gd name="connsiteY7" fmla="*/ 6355564 h 6858000"/>
                <a:gd name="connsiteX8" fmla="*/ 311030 w 712982"/>
                <a:gd name="connsiteY8" fmla="*/ 6267729 h 6858000"/>
                <a:gd name="connsiteX9" fmla="*/ 281440 w 712982"/>
                <a:gd name="connsiteY9" fmla="*/ 6090959 h 6858000"/>
                <a:gd name="connsiteX10" fmla="*/ 258928 w 712982"/>
                <a:gd name="connsiteY10" fmla="*/ 6026981 h 6858000"/>
                <a:gd name="connsiteX11" fmla="*/ 245105 w 712982"/>
                <a:gd name="connsiteY11" fmla="*/ 5991615 h 6858000"/>
                <a:gd name="connsiteX12" fmla="*/ 197441 w 712982"/>
                <a:gd name="connsiteY12" fmla="*/ 5807458 h 6858000"/>
                <a:gd name="connsiteX13" fmla="*/ 159115 w 712982"/>
                <a:gd name="connsiteY13" fmla="*/ 5727356 h 6858000"/>
                <a:gd name="connsiteX14" fmla="*/ 152306 w 712982"/>
                <a:gd name="connsiteY14" fmla="*/ 5705270 h 6858000"/>
                <a:gd name="connsiteX15" fmla="*/ 150939 w 712982"/>
                <a:gd name="connsiteY15" fmla="*/ 5580441 h 6858000"/>
                <a:gd name="connsiteX16" fmla="*/ 187956 w 712982"/>
                <a:gd name="connsiteY16" fmla="*/ 5482729 h 6858000"/>
                <a:gd name="connsiteX17" fmla="*/ 201902 w 712982"/>
                <a:gd name="connsiteY17" fmla="*/ 5463053 h 6858000"/>
                <a:gd name="connsiteX18" fmla="*/ 168174 w 712982"/>
                <a:gd name="connsiteY18" fmla="*/ 5205662 h 6858000"/>
                <a:gd name="connsiteX19" fmla="*/ 157186 w 712982"/>
                <a:gd name="connsiteY19" fmla="*/ 5166766 h 6858000"/>
                <a:gd name="connsiteX20" fmla="*/ 163999 w 712982"/>
                <a:gd name="connsiteY20" fmla="*/ 4972256 h 6858000"/>
                <a:gd name="connsiteX21" fmla="*/ 163388 w 712982"/>
                <a:gd name="connsiteY21" fmla="*/ 4915833 h 6858000"/>
                <a:gd name="connsiteX22" fmla="*/ 166361 w 712982"/>
                <a:gd name="connsiteY22" fmla="*/ 4712964 h 6858000"/>
                <a:gd name="connsiteX23" fmla="*/ 140122 w 712982"/>
                <a:gd name="connsiteY23" fmla="*/ 4687152 h 6858000"/>
                <a:gd name="connsiteX24" fmla="*/ 73058 w 712982"/>
                <a:gd name="connsiteY24" fmla="*/ 4611951 h 6858000"/>
                <a:gd name="connsiteX25" fmla="*/ 3979 w 712982"/>
                <a:gd name="connsiteY25" fmla="*/ 4456771 h 6858000"/>
                <a:gd name="connsiteX26" fmla="*/ 2091 w 712982"/>
                <a:gd name="connsiteY26" fmla="*/ 4412781 h 6858000"/>
                <a:gd name="connsiteX27" fmla="*/ 75905 w 712982"/>
                <a:gd name="connsiteY27" fmla="*/ 4292897 h 6858000"/>
                <a:gd name="connsiteX28" fmla="*/ 104434 w 712982"/>
                <a:gd name="connsiteY28" fmla="*/ 4235333 h 6858000"/>
                <a:gd name="connsiteX29" fmla="*/ 151065 w 712982"/>
                <a:gd name="connsiteY29" fmla="*/ 4075686 h 6858000"/>
                <a:gd name="connsiteX30" fmla="*/ 161243 w 712982"/>
                <a:gd name="connsiteY30" fmla="*/ 4061695 h 6858000"/>
                <a:gd name="connsiteX31" fmla="*/ 286285 w 712982"/>
                <a:gd name="connsiteY31" fmla="*/ 3933862 h 6858000"/>
                <a:gd name="connsiteX32" fmla="*/ 306926 w 712982"/>
                <a:gd name="connsiteY32" fmla="*/ 3905847 h 6858000"/>
                <a:gd name="connsiteX33" fmla="*/ 340015 w 712982"/>
                <a:gd name="connsiteY33" fmla="*/ 3871199 h 6858000"/>
                <a:gd name="connsiteX34" fmla="*/ 400111 w 712982"/>
                <a:gd name="connsiteY34" fmla="*/ 3767743 h 6858000"/>
                <a:gd name="connsiteX35" fmla="*/ 409694 w 712982"/>
                <a:gd name="connsiteY35" fmla="*/ 3646690 h 6858000"/>
                <a:gd name="connsiteX36" fmla="*/ 428447 w 712982"/>
                <a:gd name="connsiteY36" fmla="*/ 3499752 h 6858000"/>
                <a:gd name="connsiteX37" fmla="*/ 445033 w 712982"/>
                <a:gd name="connsiteY37" fmla="*/ 3437349 h 6858000"/>
                <a:gd name="connsiteX38" fmla="*/ 471431 w 712982"/>
                <a:gd name="connsiteY38" fmla="*/ 3272018 h 6858000"/>
                <a:gd name="connsiteX39" fmla="*/ 495919 w 712982"/>
                <a:gd name="connsiteY39" fmla="*/ 3153432 h 6858000"/>
                <a:gd name="connsiteX40" fmla="*/ 499541 w 712982"/>
                <a:gd name="connsiteY40" fmla="*/ 2985907 h 6858000"/>
                <a:gd name="connsiteX41" fmla="*/ 491640 w 712982"/>
                <a:gd name="connsiteY41" fmla="*/ 2905697 h 6858000"/>
                <a:gd name="connsiteX42" fmla="*/ 586592 w 712982"/>
                <a:gd name="connsiteY42" fmla="*/ 2746325 h 6858000"/>
                <a:gd name="connsiteX43" fmla="*/ 647211 w 712982"/>
                <a:gd name="connsiteY43" fmla="*/ 2620857 h 6858000"/>
                <a:gd name="connsiteX44" fmla="*/ 598120 w 712982"/>
                <a:gd name="connsiteY44" fmla="*/ 2501248 h 6858000"/>
                <a:gd name="connsiteX45" fmla="*/ 560897 w 712982"/>
                <a:gd name="connsiteY45" fmla="*/ 2471368 h 6858000"/>
                <a:gd name="connsiteX46" fmla="*/ 506928 w 712982"/>
                <a:gd name="connsiteY46" fmla="*/ 2272389 h 6858000"/>
                <a:gd name="connsiteX47" fmla="*/ 474122 w 712982"/>
                <a:gd name="connsiteY47" fmla="*/ 1983284 h 6858000"/>
                <a:gd name="connsiteX48" fmla="*/ 349180 w 712982"/>
                <a:gd name="connsiteY48" fmla="*/ 1510207 h 6858000"/>
                <a:gd name="connsiteX49" fmla="*/ 306451 w 712982"/>
                <a:gd name="connsiteY49" fmla="*/ 1430003 h 6858000"/>
                <a:gd name="connsiteX50" fmla="*/ 287747 w 712982"/>
                <a:gd name="connsiteY50" fmla="*/ 1336633 h 6858000"/>
                <a:gd name="connsiteX51" fmla="*/ 304326 w 712982"/>
                <a:gd name="connsiteY51" fmla="*/ 1298229 h 6858000"/>
                <a:gd name="connsiteX52" fmla="*/ 317671 w 712982"/>
                <a:gd name="connsiteY52" fmla="*/ 1136667 h 6858000"/>
                <a:gd name="connsiteX53" fmla="*/ 314959 w 712982"/>
                <a:gd name="connsiteY53" fmla="*/ 1106522 h 6858000"/>
                <a:gd name="connsiteX54" fmla="*/ 290675 w 712982"/>
                <a:gd name="connsiteY54" fmla="*/ 1004980 h 6858000"/>
                <a:gd name="connsiteX55" fmla="*/ 272712 w 712982"/>
                <a:gd name="connsiteY55" fmla="*/ 910357 h 6858000"/>
                <a:gd name="connsiteX56" fmla="*/ 270963 w 712982"/>
                <a:gd name="connsiteY56" fmla="*/ 667028 h 6858000"/>
                <a:gd name="connsiteX57" fmla="*/ 244986 w 712982"/>
                <a:gd name="connsiteY57" fmla="*/ 483131 h 6858000"/>
                <a:gd name="connsiteX58" fmla="*/ 241465 w 712982"/>
                <a:gd name="connsiteY58" fmla="*/ 397465 h 6858000"/>
                <a:gd name="connsiteX59" fmla="*/ 244890 w 712982"/>
                <a:gd name="connsiteY59" fmla="*/ 348507 h 6858000"/>
                <a:gd name="connsiteX60" fmla="*/ 293439 w 712982"/>
                <a:gd name="connsiteY60" fmla="*/ 233141 h 6858000"/>
                <a:gd name="connsiteX61" fmla="*/ 300513 w 712982"/>
                <a:gd name="connsiteY61" fmla="*/ 17206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712982" h="6858000">
                  <a:moveTo>
                    <a:pt x="280560" y="0"/>
                  </a:moveTo>
                  <a:lnTo>
                    <a:pt x="712982" y="0"/>
                  </a:lnTo>
                  <a:lnTo>
                    <a:pt x="712982" y="6858000"/>
                  </a:lnTo>
                  <a:lnTo>
                    <a:pt x="372527" y="6858000"/>
                  </a:lnTo>
                  <a:lnTo>
                    <a:pt x="372901" y="6835810"/>
                  </a:lnTo>
                  <a:cubicBezTo>
                    <a:pt x="343741" y="6729822"/>
                    <a:pt x="373381" y="6623551"/>
                    <a:pt x="363017" y="6518145"/>
                  </a:cubicBezTo>
                  <a:cubicBezTo>
                    <a:pt x="358372" y="6470360"/>
                    <a:pt x="362468" y="6422202"/>
                    <a:pt x="310498" y="6393936"/>
                  </a:cubicBezTo>
                  <a:cubicBezTo>
                    <a:pt x="303659" y="6390296"/>
                    <a:pt x="304819" y="6368800"/>
                    <a:pt x="305420" y="6355564"/>
                  </a:cubicBezTo>
                  <a:cubicBezTo>
                    <a:pt x="306594" y="6326166"/>
                    <a:pt x="314451" y="6296329"/>
                    <a:pt x="311030" y="6267729"/>
                  </a:cubicBezTo>
                  <a:cubicBezTo>
                    <a:pt x="304253" y="6208466"/>
                    <a:pt x="293104" y="6149393"/>
                    <a:pt x="281440" y="6090959"/>
                  </a:cubicBezTo>
                  <a:cubicBezTo>
                    <a:pt x="276978" y="6068911"/>
                    <a:pt x="266829" y="6048361"/>
                    <a:pt x="258928" y="6026981"/>
                  </a:cubicBezTo>
                  <a:cubicBezTo>
                    <a:pt x="254416" y="6015184"/>
                    <a:pt x="244605" y="6003083"/>
                    <a:pt x="245105" y="5991615"/>
                  </a:cubicBezTo>
                  <a:cubicBezTo>
                    <a:pt x="248075" y="5925141"/>
                    <a:pt x="216651" y="5867990"/>
                    <a:pt x="197441" y="5807458"/>
                  </a:cubicBezTo>
                  <a:cubicBezTo>
                    <a:pt x="188523" y="5779456"/>
                    <a:pt x="171697" y="5754078"/>
                    <a:pt x="159115" y="5727356"/>
                  </a:cubicBezTo>
                  <a:cubicBezTo>
                    <a:pt x="155717" y="5720411"/>
                    <a:pt x="152517" y="5712566"/>
                    <a:pt x="152306" y="5705270"/>
                  </a:cubicBezTo>
                  <a:cubicBezTo>
                    <a:pt x="151252" y="5663532"/>
                    <a:pt x="151674" y="5621922"/>
                    <a:pt x="150939" y="5580441"/>
                  </a:cubicBezTo>
                  <a:cubicBezTo>
                    <a:pt x="150326" y="5542748"/>
                    <a:pt x="147369" y="5505023"/>
                    <a:pt x="187956" y="5482729"/>
                  </a:cubicBezTo>
                  <a:cubicBezTo>
                    <a:pt x="194324" y="5479395"/>
                    <a:pt x="198291" y="5470181"/>
                    <a:pt x="201902" y="5463053"/>
                  </a:cubicBezTo>
                  <a:cubicBezTo>
                    <a:pt x="257480" y="5353065"/>
                    <a:pt x="249730" y="5298303"/>
                    <a:pt x="168174" y="5205662"/>
                  </a:cubicBezTo>
                  <a:cubicBezTo>
                    <a:pt x="159805" y="5196040"/>
                    <a:pt x="152161" y="5174340"/>
                    <a:pt x="157186" y="5166766"/>
                  </a:cubicBezTo>
                  <a:cubicBezTo>
                    <a:pt x="198743" y="5102508"/>
                    <a:pt x="186477" y="5038579"/>
                    <a:pt x="163999" y="4972256"/>
                  </a:cubicBezTo>
                  <a:cubicBezTo>
                    <a:pt x="158020" y="4955056"/>
                    <a:pt x="155299" y="4930181"/>
                    <a:pt x="163388" y="4915833"/>
                  </a:cubicBezTo>
                  <a:cubicBezTo>
                    <a:pt x="200708" y="4847649"/>
                    <a:pt x="186907" y="4780374"/>
                    <a:pt x="166361" y="4712964"/>
                  </a:cubicBezTo>
                  <a:cubicBezTo>
                    <a:pt x="163165" y="4702485"/>
                    <a:pt x="150748" y="4690669"/>
                    <a:pt x="140122" y="4687152"/>
                  </a:cubicBezTo>
                  <a:cubicBezTo>
                    <a:pt x="102452" y="4674589"/>
                    <a:pt x="86917" y="4644970"/>
                    <a:pt x="73058" y="4611951"/>
                  </a:cubicBezTo>
                  <a:cubicBezTo>
                    <a:pt x="50686" y="4559957"/>
                    <a:pt x="25516" y="4509149"/>
                    <a:pt x="3979" y="4456771"/>
                  </a:cubicBezTo>
                  <a:cubicBezTo>
                    <a:pt x="-1236" y="4443877"/>
                    <a:pt x="-726" y="4427139"/>
                    <a:pt x="2091" y="4412781"/>
                  </a:cubicBezTo>
                  <a:cubicBezTo>
                    <a:pt x="11653" y="4363733"/>
                    <a:pt x="45382" y="4329603"/>
                    <a:pt x="75905" y="4292897"/>
                  </a:cubicBezTo>
                  <a:cubicBezTo>
                    <a:pt x="89361" y="4276787"/>
                    <a:pt x="97880" y="4255660"/>
                    <a:pt x="104434" y="4235333"/>
                  </a:cubicBezTo>
                  <a:cubicBezTo>
                    <a:pt x="121200" y="4182569"/>
                    <a:pt x="135523" y="4128901"/>
                    <a:pt x="151065" y="4075686"/>
                  </a:cubicBezTo>
                  <a:cubicBezTo>
                    <a:pt x="152552" y="4070549"/>
                    <a:pt x="157315" y="4065932"/>
                    <a:pt x="161243" y="4061695"/>
                  </a:cubicBezTo>
                  <a:cubicBezTo>
                    <a:pt x="202828" y="4019095"/>
                    <a:pt x="244731" y="3976753"/>
                    <a:pt x="286285" y="3933862"/>
                  </a:cubicBezTo>
                  <a:cubicBezTo>
                    <a:pt x="294168" y="3925683"/>
                    <a:pt x="299393" y="3914571"/>
                    <a:pt x="306926" y="3905847"/>
                  </a:cubicBezTo>
                  <a:cubicBezTo>
                    <a:pt x="317292" y="3893589"/>
                    <a:pt x="326766" y="3878502"/>
                    <a:pt x="340015" y="3871199"/>
                  </a:cubicBezTo>
                  <a:cubicBezTo>
                    <a:pt x="381725" y="3848490"/>
                    <a:pt x="396760" y="3812013"/>
                    <a:pt x="400111" y="3767743"/>
                  </a:cubicBezTo>
                  <a:cubicBezTo>
                    <a:pt x="403294" y="3727294"/>
                    <a:pt x="405323" y="3686973"/>
                    <a:pt x="409694" y="3646690"/>
                  </a:cubicBezTo>
                  <a:cubicBezTo>
                    <a:pt x="414852" y="3597538"/>
                    <a:pt x="420910" y="3548579"/>
                    <a:pt x="428447" y="3499752"/>
                  </a:cubicBezTo>
                  <a:cubicBezTo>
                    <a:pt x="431696" y="3478619"/>
                    <a:pt x="435683" y="3456228"/>
                    <a:pt x="445033" y="3437349"/>
                  </a:cubicBezTo>
                  <a:cubicBezTo>
                    <a:pt x="470858" y="3384475"/>
                    <a:pt x="486179" y="3329236"/>
                    <a:pt x="471431" y="3272018"/>
                  </a:cubicBezTo>
                  <a:cubicBezTo>
                    <a:pt x="459682" y="3226180"/>
                    <a:pt x="472474" y="3185267"/>
                    <a:pt x="495919" y="3153432"/>
                  </a:cubicBezTo>
                  <a:cubicBezTo>
                    <a:pt x="538461" y="3095505"/>
                    <a:pt x="521296" y="3040311"/>
                    <a:pt x="499541" y="2985907"/>
                  </a:cubicBezTo>
                  <a:cubicBezTo>
                    <a:pt x="488276" y="2957871"/>
                    <a:pt x="486838" y="2934028"/>
                    <a:pt x="491640" y="2905697"/>
                  </a:cubicBezTo>
                  <a:cubicBezTo>
                    <a:pt x="502898" y="2840071"/>
                    <a:pt x="547705" y="2792141"/>
                    <a:pt x="586592" y="2746325"/>
                  </a:cubicBezTo>
                  <a:cubicBezTo>
                    <a:pt x="619786" y="2707275"/>
                    <a:pt x="636305" y="2665661"/>
                    <a:pt x="647211" y="2620857"/>
                  </a:cubicBezTo>
                  <a:cubicBezTo>
                    <a:pt x="661216" y="2564298"/>
                    <a:pt x="648982" y="2522027"/>
                    <a:pt x="598120" y="2501248"/>
                  </a:cubicBezTo>
                  <a:cubicBezTo>
                    <a:pt x="583733" y="2495506"/>
                    <a:pt x="566431" y="2484521"/>
                    <a:pt x="560897" y="2471368"/>
                  </a:cubicBezTo>
                  <a:cubicBezTo>
                    <a:pt x="533469" y="2407931"/>
                    <a:pt x="496686" y="2344634"/>
                    <a:pt x="506928" y="2272389"/>
                  </a:cubicBezTo>
                  <a:cubicBezTo>
                    <a:pt x="520879" y="2172517"/>
                    <a:pt x="509052" y="2077807"/>
                    <a:pt x="474122" y="1983284"/>
                  </a:cubicBezTo>
                  <a:cubicBezTo>
                    <a:pt x="417537" y="1829959"/>
                    <a:pt x="358639" y="1676886"/>
                    <a:pt x="349180" y="1510207"/>
                  </a:cubicBezTo>
                  <a:cubicBezTo>
                    <a:pt x="347619" y="1482573"/>
                    <a:pt x="326399" y="1451821"/>
                    <a:pt x="306451" y="1430003"/>
                  </a:cubicBezTo>
                  <a:cubicBezTo>
                    <a:pt x="268511" y="1388202"/>
                    <a:pt x="266127" y="1390512"/>
                    <a:pt x="287747" y="1336633"/>
                  </a:cubicBezTo>
                  <a:cubicBezTo>
                    <a:pt x="293070" y="1323756"/>
                    <a:pt x="295470" y="1308272"/>
                    <a:pt x="304326" y="1298229"/>
                  </a:cubicBezTo>
                  <a:cubicBezTo>
                    <a:pt x="349361" y="1247057"/>
                    <a:pt x="331041" y="1191986"/>
                    <a:pt x="317671" y="1136667"/>
                  </a:cubicBezTo>
                  <a:cubicBezTo>
                    <a:pt x="315148" y="1126990"/>
                    <a:pt x="311827" y="1115354"/>
                    <a:pt x="314959" y="1106522"/>
                  </a:cubicBezTo>
                  <a:cubicBezTo>
                    <a:pt x="329032" y="1066641"/>
                    <a:pt x="319157" y="1035231"/>
                    <a:pt x="290675" y="1004980"/>
                  </a:cubicBezTo>
                  <a:cubicBezTo>
                    <a:pt x="266138" y="978690"/>
                    <a:pt x="249805" y="947108"/>
                    <a:pt x="272712" y="910357"/>
                  </a:cubicBezTo>
                  <a:cubicBezTo>
                    <a:pt x="323486" y="828702"/>
                    <a:pt x="317578" y="747981"/>
                    <a:pt x="270963" y="667028"/>
                  </a:cubicBezTo>
                  <a:cubicBezTo>
                    <a:pt x="237707" y="609204"/>
                    <a:pt x="225082" y="549995"/>
                    <a:pt x="244986" y="483131"/>
                  </a:cubicBezTo>
                  <a:cubicBezTo>
                    <a:pt x="252708" y="457408"/>
                    <a:pt x="242285" y="426353"/>
                    <a:pt x="241465" y="397465"/>
                  </a:cubicBezTo>
                  <a:cubicBezTo>
                    <a:pt x="240850" y="381142"/>
                    <a:pt x="239176" y="363176"/>
                    <a:pt x="244890" y="348507"/>
                  </a:cubicBezTo>
                  <a:cubicBezTo>
                    <a:pt x="259350" y="309454"/>
                    <a:pt x="279299" y="272445"/>
                    <a:pt x="293439" y="233141"/>
                  </a:cubicBezTo>
                  <a:cubicBezTo>
                    <a:pt x="300152" y="214256"/>
                    <a:pt x="302437" y="192349"/>
                    <a:pt x="300513" y="172069"/>
                  </a:cubicBez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Shape 32">
              <a:extLst>
                <a:ext uri="{FF2B5EF4-FFF2-40B4-BE49-F238E27FC236}">
                  <a16:creationId xmlns:a16="http://schemas.microsoft.com/office/drawing/2014/main" id="{677D7C8E-3111-445A-B43A-A06FFDBD62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79015" y="0"/>
              <a:ext cx="712985" cy="6858000"/>
            </a:xfrm>
            <a:custGeom>
              <a:avLst/>
              <a:gdLst>
                <a:gd name="connsiteX0" fmla="*/ 280560 w 712985"/>
                <a:gd name="connsiteY0" fmla="*/ 0 h 6858000"/>
                <a:gd name="connsiteX1" fmla="*/ 712985 w 712985"/>
                <a:gd name="connsiteY1" fmla="*/ 0 h 6858000"/>
                <a:gd name="connsiteX2" fmla="*/ 712985 w 712985"/>
                <a:gd name="connsiteY2" fmla="*/ 6858000 h 6858000"/>
                <a:gd name="connsiteX3" fmla="*/ 372527 w 712985"/>
                <a:gd name="connsiteY3" fmla="*/ 6858000 h 6858000"/>
                <a:gd name="connsiteX4" fmla="*/ 372901 w 712985"/>
                <a:gd name="connsiteY4" fmla="*/ 6835810 h 6858000"/>
                <a:gd name="connsiteX5" fmla="*/ 363017 w 712985"/>
                <a:gd name="connsiteY5" fmla="*/ 6518145 h 6858000"/>
                <a:gd name="connsiteX6" fmla="*/ 310498 w 712985"/>
                <a:gd name="connsiteY6" fmla="*/ 6393936 h 6858000"/>
                <a:gd name="connsiteX7" fmla="*/ 305420 w 712985"/>
                <a:gd name="connsiteY7" fmla="*/ 6355564 h 6858000"/>
                <a:gd name="connsiteX8" fmla="*/ 311030 w 712985"/>
                <a:gd name="connsiteY8" fmla="*/ 6267729 h 6858000"/>
                <a:gd name="connsiteX9" fmla="*/ 281440 w 712985"/>
                <a:gd name="connsiteY9" fmla="*/ 6090959 h 6858000"/>
                <a:gd name="connsiteX10" fmla="*/ 258928 w 712985"/>
                <a:gd name="connsiteY10" fmla="*/ 6026981 h 6858000"/>
                <a:gd name="connsiteX11" fmla="*/ 245105 w 712985"/>
                <a:gd name="connsiteY11" fmla="*/ 5991615 h 6858000"/>
                <a:gd name="connsiteX12" fmla="*/ 197441 w 712985"/>
                <a:gd name="connsiteY12" fmla="*/ 5807458 h 6858000"/>
                <a:gd name="connsiteX13" fmla="*/ 159115 w 712985"/>
                <a:gd name="connsiteY13" fmla="*/ 5727356 h 6858000"/>
                <a:gd name="connsiteX14" fmla="*/ 152306 w 712985"/>
                <a:gd name="connsiteY14" fmla="*/ 5705270 h 6858000"/>
                <a:gd name="connsiteX15" fmla="*/ 150939 w 712985"/>
                <a:gd name="connsiteY15" fmla="*/ 5580441 h 6858000"/>
                <a:gd name="connsiteX16" fmla="*/ 187956 w 712985"/>
                <a:gd name="connsiteY16" fmla="*/ 5482729 h 6858000"/>
                <a:gd name="connsiteX17" fmla="*/ 201902 w 712985"/>
                <a:gd name="connsiteY17" fmla="*/ 5463053 h 6858000"/>
                <a:gd name="connsiteX18" fmla="*/ 168174 w 712985"/>
                <a:gd name="connsiteY18" fmla="*/ 5205662 h 6858000"/>
                <a:gd name="connsiteX19" fmla="*/ 157186 w 712985"/>
                <a:gd name="connsiteY19" fmla="*/ 5166766 h 6858000"/>
                <a:gd name="connsiteX20" fmla="*/ 163999 w 712985"/>
                <a:gd name="connsiteY20" fmla="*/ 4972256 h 6858000"/>
                <a:gd name="connsiteX21" fmla="*/ 163388 w 712985"/>
                <a:gd name="connsiteY21" fmla="*/ 4915833 h 6858000"/>
                <a:gd name="connsiteX22" fmla="*/ 166361 w 712985"/>
                <a:gd name="connsiteY22" fmla="*/ 4712964 h 6858000"/>
                <a:gd name="connsiteX23" fmla="*/ 140122 w 712985"/>
                <a:gd name="connsiteY23" fmla="*/ 4687152 h 6858000"/>
                <a:gd name="connsiteX24" fmla="*/ 73058 w 712985"/>
                <a:gd name="connsiteY24" fmla="*/ 4611951 h 6858000"/>
                <a:gd name="connsiteX25" fmla="*/ 3979 w 712985"/>
                <a:gd name="connsiteY25" fmla="*/ 4456771 h 6858000"/>
                <a:gd name="connsiteX26" fmla="*/ 2091 w 712985"/>
                <a:gd name="connsiteY26" fmla="*/ 4412781 h 6858000"/>
                <a:gd name="connsiteX27" fmla="*/ 75905 w 712985"/>
                <a:gd name="connsiteY27" fmla="*/ 4292897 h 6858000"/>
                <a:gd name="connsiteX28" fmla="*/ 104434 w 712985"/>
                <a:gd name="connsiteY28" fmla="*/ 4235333 h 6858000"/>
                <a:gd name="connsiteX29" fmla="*/ 151065 w 712985"/>
                <a:gd name="connsiteY29" fmla="*/ 4075686 h 6858000"/>
                <a:gd name="connsiteX30" fmla="*/ 161243 w 712985"/>
                <a:gd name="connsiteY30" fmla="*/ 4061695 h 6858000"/>
                <a:gd name="connsiteX31" fmla="*/ 286285 w 712985"/>
                <a:gd name="connsiteY31" fmla="*/ 3933862 h 6858000"/>
                <a:gd name="connsiteX32" fmla="*/ 306926 w 712985"/>
                <a:gd name="connsiteY32" fmla="*/ 3905847 h 6858000"/>
                <a:gd name="connsiteX33" fmla="*/ 340015 w 712985"/>
                <a:gd name="connsiteY33" fmla="*/ 3871199 h 6858000"/>
                <a:gd name="connsiteX34" fmla="*/ 400111 w 712985"/>
                <a:gd name="connsiteY34" fmla="*/ 3767743 h 6858000"/>
                <a:gd name="connsiteX35" fmla="*/ 409694 w 712985"/>
                <a:gd name="connsiteY35" fmla="*/ 3646690 h 6858000"/>
                <a:gd name="connsiteX36" fmla="*/ 428447 w 712985"/>
                <a:gd name="connsiteY36" fmla="*/ 3499752 h 6858000"/>
                <a:gd name="connsiteX37" fmla="*/ 445033 w 712985"/>
                <a:gd name="connsiteY37" fmla="*/ 3437349 h 6858000"/>
                <a:gd name="connsiteX38" fmla="*/ 471431 w 712985"/>
                <a:gd name="connsiteY38" fmla="*/ 3272018 h 6858000"/>
                <a:gd name="connsiteX39" fmla="*/ 495919 w 712985"/>
                <a:gd name="connsiteY39" fmla="*/ 3153432 h 6858000"/>
                <a:gd name="connsiteX40" fmla="*/ 499541 w 712985"/>
                <a:gd name="connsiteY40" fmla="*/ 2985907 h 6858000"/>
                <a:gd name="connsiteX41" fmla="*/ 491640 w 712985"/>
                <a:gd name="connsiteY41" fmla="*/ 2905697 h 6858000"/>
                <a:gd name="connsiteX42" fmla="*/ 586592 w 712985"/>
                <a:gd name="connsiteY42" fmla="*/ 2746325 h 6858000"/>
                <a:gd name="connsiteX43" fmla="*/ 647211 w 712985"/>
                <a:gd name="connsiteY43" fmla="*/ 2620857 h 6858000"/>
                <a:gd name="connsiteX44" fmla="*/ 598120 w 712985"/>
                <a:gd name="connsiteY44" fmla="*/ 2501248 h 6858000"/>
                <a:gd name="connsiteX45" fmla="*/ 560897 w 712985"/>
                <a:gd name="connsiteY45" fmla="*/ 2471368 h 6858000"/>
                <a:gd name="connsiteX46" fmla="*/ 506928 w 712985"/>
                <a:gd name="connsiteY46" fmla="*/ 2272389 h 6858000"/>
                <a:gd name="connsiteX47" fmla="*/ 474122 w 712985"/>
                <a:gd name="connsiteY47" fmla="*/ 1983284 h 6858000"/>
                <a:gd name="connsiteX48" fmla="*/ 349180 w 712985"/>
                <a:gd name="connsiteY48" fmla="*/ 1510207 h 6858000"/>
                <a:gd name="connsiteX49" fmla="*/ 306451 w 712985"/>
                <a:gd name="connsiteY49" fmla="*/ 1430003 h 6858000"/>
                <a:gd name="connsiteX50" fmla="*/ 287747 w 712985"/>
                <a:gd name="connsiteY50" fmla="*/ 1336633 h 6858000"/>
                <a:gd name="connsiteX51" fmla="*/ 304326 w 712985"/>
                <a:gd name="connsiteY51" fmla="*/ 1298229 h 6858000"/>
                <a:gd name="connsiteX52" fmla="*/ 317671 w 712985"/>
                <a:gd name="connsiteY52" fmla="*/ 1136667 h 6858000"/>
                <a:gd name="connsiteX53" fmla="*/ 314959 w 712985"/>
                <a:gd name="connsiteY53" fmla="*/ 1106522 h 6858000"/>
                <a:gd name="connsiteX54" fmla="*/ 290675 w 712985"/>
                <a:gd name="connsiteY54" fmla="*/ 1004980 h 6858000"/>
                <a:gd name="connsiteX55" fmla="*/ 272712 w 712985"/>
                <a:gd name="connsiteY55" fmla="*/ 910357 h 6858000"/>
                <a:gd name="connsiteX56" fmla="*/ 270963 w 712985"/>
                <a:gd name="connsiteY56" fmla="*/ 667028 h 6858000"/>
                <a:gd name="connsiteX57" fmla="*/ 244986 w 712985"/>
                <a:gd name="connsiteY57" fmla="*/ 483131 h 6858000"/>
                <a:gd name="connsiteX58" fmla="*/ 241465 w 712985"/>
                <a:gd name="connsiteY58" fmla="*/ 397465 h 6858000"/>
                <a:gd name="connsiteX59" fmla="*/ 244890 w 712985"/>
                <a:gd name="connsiteY59" fmla="*/ 348507 h 6858000"/>
                <a:gd name="connsiteX60" fmla="*/ 293439 w 712985"/>
                <a:gd name="connsiteY60" fmla="*/ 233141 h 6858000"/>
                <a:gd name="connsiteX61" fmla="*/ 300513 w 712985"/>
                <a:gd name="connsiteY61" fmla="*/ 17206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712985" h="6858000">
                  <a:moveTo>
                    <a:pt x="280560" y="0"/>
                  </a:moveTo>
                  <a:lnTo>
                    <a:pt x="712985" y="0"/>
                  </a:lnTo>
                  <a:lnTo>
                    <a:pt x="712985" y="6858000"/>
                  </a:lnTo>
                  <a:lnTo>
                    <a:pt x="372527" y="6858000"/>
                  </a:lnTo>
                  <a:lnTo>
                    <a:pt x="372901" y="6835810"/>
                  </a:lnTo>
                  <a:cubicBezTo>
                    <a:pt x="343741" y="6729822"/>
                    <a:pt x="373381" y="6623551"/>
                    <a:pt x="363017" y="6518145"/>
                  </a:cubicBezTo>
                  <a:cubicBezTo>
                    <a:pt x="358372" y="6470360"/>
                    <a:pt x="362468" y="6422202"/>
                    <a:pt x="310498" y="6393936"/>
                  </a:cubicBezTo>
                  <a:cubicBezTo>
                    <a:pt x="303659" y="6390296"/>
                    <a:pt x="304819" y="6368800"/>
                    <a:pt x="305420" y="6355564"/>
                  </a:cubicBezTo>
                  <a:cubicBezTo>
                    <a:pt x="306594" y="6326166"/>
                    <a:pt x="314451" y="6296329"/>
                    <a:pt x="311030" y="6267729"/>
                  </a:cubicBezTo>
                  <a:cubicBezTo>
                    <a:pt x="304253" y="6208466"/>
                    <a:pt x="293104" y="6149393"/>
                    <a:pt x="281440" y="6090959"/>
                  </a:cubicBezTo>
                  <a:cubicBezTo>
                    <a:pt x="276978" y="6068911"/>
                    <a:pt x="266829" y="6048361"/>
                    <a:pt x="258928" y="6026981"/>
                  </a:cubicBezTo>
                  <a:cubicBezTo>
                    <a:pt x="254416" y="6015184"/>
                    <a:pt x="244605" y="6003083"/>
                    <a:pt x="245105" y="5991615"/>
                  </a:cubicBezTo>
                  <a:cubicBezTo>
                    <a:pt x="248075" y="5925141"/>
                    <a:pt x="216651" y="5867990"/>
                    <a:pt x="197441" y="5807458"/>
                  </a:cubicBezTo>
                  <a:cubicBezTo>
                    <a:pt x="188523" y="5779456"/>
                    <a:pt x="171697" y="5754078"/>
                    <a:pt x="159115" y="5727356"/>
                  </a:cubicBezTo>
                  <a:cubicBezTo>
                    <a:pt x="155717" y="5720411"/>
                    <a:pt x="152517" y="5712566"/>
                    <a:pt x="152306" y="5705270"/>
                  </a:cubicBezTo>
                  <a:cubicBezTo>
                    <a:pt x="151252" y="5663532"/>
                    <a:pt x="151674" y="5621922"/>
                    <a:pt x="150939" y="5580441"/>
                  </a:cubicBezTo>
                  <a:cubicBezTo>
                    <a:pt x="150326" y="5542748"/>
                    <a:pt x="147369" y="5505023"/>
                    <a:pt x="187956" y="5482729"/>
                  </a:cubicBezTo>
                  <a:cubicBezTo>
                    <a:pt x="194324" y="5479395"/>
                    <a:pt x="198291" y="5470181"/>
                    <a:pt x="201902" y="5463053"/>
                  </a:cubicBezTo>
                  <a:cubicBezTo>
                    <a:pt x="257480" y="5353065"/>
                    <a:pt x="249730" y="5298303"/>
                    <a:pt x="168174" y="5205662"/>
                  </a:cubicBezTo>
                  <a:cubicBezTo>
                    <a:pt x="159805" y="5196040"/>
                    <a:pt x="152161" y="5174340"/>
                    <a:pt x="157186" y="5166766"/>
                  </a:cubicBezTo>
                  <a:cubicBezTo>
                    <a:pt x="198743" y="5102508"/>
                    <a:pt x="186477" y="5038579"/>
                    <a:pt x="163999" y="4972256"/>
                  </a:cubicBezTo>
                  <a:cubicBezTo>
                    <a:pt x="158020" y="4955056"/>
                    <a:pt x="155299" y="4930181"/>
                    <a:pt x="163388" y="4915833"/>
                  </a:cubicBezTo>
                  <a:cubicBezTo>
                    <a:pt x="200708" y="4847649"/>
                    <a:pt x="186907" y="4780374"/>
                    <a:pt x="166361" y="4712964"/>
                  </a:cubicBezTo>
                  <a:cubicBezTo>
                    <a:pt x="163165" y="4702485"/>
                    <a:pt x="150748" y="4690669"/>
                    <a:pt x="140122" y="4687152"/>
                  </a:cubicBezTo>
                  <a:cubicBezTo>
                    <a:pt x="102452" y="4674589"/>
                    <a:pt x="86917" y="4644970"/>
                    <a:pt x="73058" y="4611951"/>
                  </a:cubicBezTo>
                  <a:cubicBezTo>
                    <a:pt x="50686" y="4559957"/>
                    <a:pt x="25516" y="4509149"/>
                    <a:pt x="3979" y="4456771"/>
                  </a:cubicBezTo>
                  <a:cubicBezTo>
                    <a:pt x="-1236" y="4443877"/>
                    <a:pt x="-726" y="4427139"/>
                    <a:pt x="2091" y="4412781"/>
                  </a:cubicBezTo>
                  <a:cubicBezTo>
                    <a:pt x="11653" y="4363733"/>
                    <a:pt x="45382" y="4329603"/>
                    <a:pt x="75905" y="4292897"/>
                  </a:cubicBezTo>
                  <a:cubicBezTo>
                    <a:pt x="89361" y="4276787"/>
                    <a:pt x="97880" y="4255660"/>
                    <a:pt x="104434" y="4235333"/>
                  </a:cubicBezTo>
                  <a:cubicBezTo>
                    <a:pt x="121200" y="4182569"/>
                    <a:pt x="135523" y="4128901"/>
                    <a:pt x="151065" y="4075686"/>
                  </a:cubicBezTo>
                  <a:cubicBezTo>
                    <a:pt x="152552" y="4070549"/>
                    <a:pt x="157315" y="4065932"/>
                    <a:pt x="161243" y="4061695"/>
                  </a:cubicBezTo>
                  <a:cubicBezTo>
                    <a:pt x="202828" y="4019095"/>
                    <a:pt x="244731" y="3976753"/>
                    <a:pt x="286285" y="3933862"/>
                  </a:cubicBezTo>
                  <a:cubicBezTo>
                    <a:pt x="294168" y="3925683"/>
                    <a:pt x="299393" y="3914571"/>
                    <a:pt x="306926" y="3905847"/>
                  </a:cubicBezTo>
                  <a:cubicBezTo>
                    <a:pt x="317292" y="3893589"/>
                    <a:pt x="326766" y="3878502"/>
                    <a:pt x="340015" y="3871199"/>
                  </a:cubicBezTo>
                  <a:cubicBezTo>
                    <a:pt x="381725" y="3848490"/>
                    <a:pt x="396760" y="3812013"/>
                    <a:pt x="400111" y="3767743"/>
                  </a:cubicBezTo>
                  <a:cubicBezTo>
                    <a:pt x="403294" y="3727294"/>
                    <a:pt x="405323" y="3686973"/>
                    <a:pt x="409694" y="3646690"/>
                  </a:cubicBezTo>
                  <a:cubicBezTo>
                    <a:pt x="414852" y="3597538"/>
                    <a:pt x="420910" y="3548579"/>
                    <a:pt x="428447" y="3499752"/>
                  </a:cubicBezTo>
                  <a:cubicBezTo>
                    <a:pt x="431696" y="3478619"/>
                    <a:pt x="435683" y="3456228"/>
                    <a:pt x="445033" y="3437349"/>
                  </a:cubicBezTo>
                  <a:cubicBezTo>
                    <a:pt x="470858" y="3384475"/>
                    <a:pt x="486179" y="3329236"/>
                    <a:pt x="471431" y="3272018"/>
                  </a:cubicBezTo>
                  <a:cubicBezTo>
                    <a:pt x="459682" y="3226180"/>
                    <a:pt x="472474" y="3185267"/>
                    <a:pt x="495919" y="3153432"/>
                  </a:cubicBezTo>
                  <a:cubicBezTo>
                    <a:pt x="538461" y="3095505"/>
                    <a:pt x="521296" y="3040311"/>
                    <a:pt x="499541" y="2985907"/>
                  </a:cubicBezTo>
                  <a:cubicBezTo>
                    <a:pt x="488276" y="2957871"/>
                    <a:pt x="486838" y="2934028"/>
                    <a:pt x="491640" y="2905697"/>
                  </a:cubicBezTo>
                  <a:cubicBezTo>
                    <a:pt x="502898" y="2840071"/>
                    <a:pt x="547705" y="2792141"/>
                    <a:pt x="586592" y="2746325"/>
                  </a:cubicBezTo>
                  <a:cubicBezTo>
                    <a:pt x="619786" y="2707275"/>
                    <a:pt x="636305" y="2665661"/>
                    <a:pt x="647211" y="2620857"/>
                  </a:cubicBezTo>
                  <a:cubicBezTo>
                    <a:pt x="661216" y="2564298"/>
                    <a:pt x="648982" y="2522027"/>
                    <a:pt x="598120" y="2501248"/>
                  </a:cubicBezTo>
                  <a:cubicBezTo>
                    <a:pt x="583733" y="2495506"/>
                    <a:pt x="566431" y="2484521"/>
                    <a:pt x="560897" y="2471368"/>
                  </a:cubicBezTo>
                  <a:cubicBezTo>
                    <a:pt x="533469" y="2407931"/>
                    <a:pt x="496686" y="2344634"/>
                    <a:pt x="506928" y="2272389"/>
                  </a:cubicBezTo>
                  <a:cubicBezTo>
                    <a:pt x="520879" y="2172517"/>
                    <a:pt x="509052" y="2077807"/>
                    <a:pt x="474122" y="1983284"/>
                  </a:cubicBezTo>
                  <a:cubicBezTo>
                    <a:pt x="417537" y="1829959"/>
                    <a:pt x="358639" y="1676886"/>
                    <a:pt x="349180" y="1510207"/>
                  </a:cubicBezTo>
                  <a:cubicBezTo>
                    <a:pt x="347619" y="1482573"/>
                    <a:pt x="326399" y="1451821"/>
                    <a:pt x="306451" y="1430003"/>
                  </a:cubicBezTo>
                  <a:cubicBezTo>
                    <a:pt x="268511" y="1388202"/>
                    <a:pt x="266127" y="1390512"/>
                    <a:pt x="287747" y="1336633"/>
                  </a:cubicBezTo>
                  <a:cubicBezTo>
                    <a:pt x="293070" y="1323756"/>
                    <a:pt x="295470" y="1308272"/>
                    <a:pt x="304326" y="1298229"/>
                  </a:cubicBezTo>
                  <a:cubicBezTo>
                    <a:pt x="349361" y="1247057"/>
                    <a:pt x="331041" y="1191986"/>
                    <a:pt x="317671" y="1136667"/>
                  </a:cubicBezTo>
                  <a:cubicBezTo>
                    <a:pt x="315148" y="1126990"/>
                    <a:pt x="311827" y="1115354"/>
                    <a:pt x="314959" y="1106522"/>
                  </a:cubicBezTo>
                  <a:cubicBezTo>
                    <a:pt x="329032" y="1066641"/>
                    <a:pt x="319157" y="1035231"/>
                    <a:pt x="290675" y="1004980"/>
                  </a:cubicBezTo>
                  <a:cubicBezTo>
                    <a:pt x="266138" y="978690"/>
                    <a:pt x="249805" y="947108"/>
                    <a:pt x="272712" y="910357"/>
                  </a:cubicBezTo>
                  <a:cubicBezTo>
                    <a:pt x="323486" y="828702"/>
                    <a:pt x="317578" y="747981"/>
                    <a:pt x="270963" y="667028"/>
                  </a:cubicBezTo>
                  <a:cubicBezTo>
                    <a:pt x="237707" y="609204"/>
                    <a:pt x="225082" y="549995"/>
                    <a:pt x="244986" y="483131"/>
                  </a:cubicBezTo>
                  <a:cubicBezTo>
                    <a:pt x="252708" y="457408"/>
                    <a:pt x="242285" y="426353"/>
                    <a:pt x="241465" y="397465"/>
                  </a:cubicBezTo>
                  <a:cubicBezTo>
                    <a:pt x="240850" y="381142"/>
                    <a:pt x="239176" y="363176"/>
                    <a:pt x="244890" y="348507"/>
                  </a:cubicBezTo>
                  <a:cubicBezTo>
                    <a:pt x="259350" y="309454"/>
                    <a:pt x="279299" y="272445"/>
                    <a:pt x="293439" y="233141"/>
                  </a:cubicBezTo>
                  <a:cubicBezTo>
                    <a:pt x="300152" y="214256"/>
                    <a:pt x="302437" y="192349"/>
                    <a:pt x="300513" y="172069"/>
                  </a:cubicBezTo>
                  <a:close/>
                </a:path>
              </a:pathLst>
            </a:custGeom>
            <a:blipFill>
              <a:blip r:embed="rId3">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32340713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0DB02BD-FF61-4042-BC21-4EFF543EC0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2ECCC1-71C9-4499-3E57-9C7CB9C93D79}"/>
              </a:ext>
            </a:extLst>
          </p:cNvPr>
          <p:cNvSpPr>
            <a:spLocks noGrp="1"/>
          </p:cNvSpPr>
          <p:nvPr>
            <p:ph type="title"/>
          </p:nvPr>
        </p:nvSpPr>
        <p:spPr>
          <a:xfrm>
            <a:off x="649286" y="374834"/>
            <a:ext cx="3047999" cy="783770"/>
          </a:xfrm>
        </p:spPr>
        <p:txBody>
          <a:bodyPr anchor="b">
            <a:normAutofit/>
          </a:bodyPr>
          <a:lstStyle/>
          <a:p>
            <a:r>
              <a:rPr lang="en-US" sz="4100"/>
              <a:t>Environment</a:t>
            </a:r>
          </a:p>
        </p:txBody>
      </p:sp>
      <p:sp>
        <p:nvSpPr>
          <p:cNvPr id="11" name="Freeform: Shape 10">
            <a:extLst>
              <a:ext uri="{FF2B5EF4-FFF2-40B4-BE49-F238E27FC236}">
                <a16:creationId xmlns:a16="http://schemas.microsoft.com/office/drawing/2014/main" id="{5811A85E-38EA-465A-84F9-6230CF743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78285" y="0"/>
            <a:ext cx="874715" cy="6858001"/>
          </a:xfrm>
          <a:custGeom>
            <a:avLst/>
            <a:gdLst>
              <a:gd name="connsiteX0" fmla="*/ 669467 w 874715"/>
              <a:gd name="connsiteY0" fmla="*/ 3720275 h 6858001"/>
              <a:gd name="connsiteX1" fmla="*/ 710453 w 874715"/>
              <a:gd name="connsiteY1" fmla="*/ 3726292 h 6858001"/>
              <a:gd name="connsiteX2" fmla="*/ 710455 w 874715"/>
              <a:gd name="connsiteY2" fmla="*/ 3726292 h 6858001"/>
              <a:gd name="connsiteX3" fmla="*/ 669465 w 874715"/>
              <a:gd name="connsiteY3" fmla="*/ 3720275 h 6858001"/>
              <a:gd name="connsiteX4" fmla="*/ 834223 w 874715"/>
              <a:gd name="connsiteY4" fmla="*/ 3333751 h 6858001"/>
              <a:gd name="connsiteX5" fmla="*/ 446757 w 874715"/>
              <a:gd name="connsiteY5" fmla="*/ 3333751 h 6858001"/>
              <a:gd name="connsiteX6" fmla="*/ 441229 w 874715"/>
              <a:gd name="connsiteY6" fmla="*/ 3376550 h 6858001"/>
              <a:gd name="connsiteX7" fmla="*/ 437178 w 874715"/>
              <a:gd name="connsiteY7" fmla="*/ 3407910 h 6858001"/>
              <a:gd name="connsiteX8" fmla="*/ 435790 w 874715"/>
              <a:gd name="connsiteY8" fmla="*/ 3491262 h 6858001"/>
              <a:gd name="connsiteX9" fmla="*/ 429384 w 874715"/>
              <a:gd name="connsiteY9" fmla="*/ 3520658 h 6858001"/>
              <a:gd name="connsiteX10" fmla="*/ 427332 w 874715"/>
              <a:gd name="connsiteY10" fmla="*/ 3524252 h 6858001"/>
              <a:gd name="connsiteX11" fmla="*/ 427331 w 874715"/>
              <a:gd name="connsiteY11" fmla="*/ 3524252 h 6858001"/>
              <a:gd name="connsiteX12" fmla="*/ 413690 w 874715"/>
              <a:gd name="connsiteY12" fmla="*/ 3548145 h 6858001"/>
              <a:gd name="connsiteX13" fmla="*/ 408166 w 874715"/>
              <a:gd name="connsiteY13" fmla="*/ 3612089 h 6858001"/>
              <a:gd name="connsiteX14" fmla="*/ 421692 w 874715"/>
              <a:gd name="connsiteY14" fmla="*/ 3636610 h 6858001"/>
              <a:gd name="connsiteX15" fmla="*/ 445933 w 874715"/>
              <a:gd name="connsiteY15" fmla="*/ 3687609 h 6858001"/>
              <a:gd name="connsiteX16" fmla="*/ 443241 w 874715"/>
              <a:gd name="connsiteY16" fmla="*/ 3725049 h 6858001"/>
              <a:gd name="connsiteX17" fmla="*/ 455589 w 874715"/>
              <a:gd name="connsiteY17" fmla="*/ 3723372 h 6858001"/>
              <a:gd name="connsiteX18" fmla="*/ 544787 w 874715"/>
              <a:gd name="connsiteY18" fmla="*/ 3712739 h 6858001"/>
              <a:gd name="connsiteX19" fmla="*/ 544802 w 874715"/>
              <a:gd name="connsiteY19" fmla="*/ 3712740 h 6858001"/>
              <a:gd name="connsiteX20" fmla="*/ 544786 w 874715"/>
              <a:gd name="connsiteY20" fmla="*/ 3712740 h 6858001"/>
              <a:gd name="connsiteX21" fmla="*/ 455588 w 874715"/>
              <a:gd name="connsiteY21" fmla="*/ 3723373 h 6858001"/>
              <a:gd name="connsiteX22" fmla="*/ 443240 w 874715"/>
              <a:gd name="connsiteY22" fmla="*/ 3725050 h 6858001"/>
              <a:gd name="connsiteX23" fmla="*/ 441884 w 874715"/>
              <a:gd name="connsiteY23" fmla="*/ 3743904 h 6858001"/>
              <a:gd name="connsiteX24" fmla="*/ 442266 w 874715"/>
              <a:gd name="connsiteY24" fmla="*/ 3764306 h 6858001"/>
              <a:gd name="connsiteX25" fmla="*/ 433692 w 874715"/>
              <a:gd name="connsiteY25" fmla="*/ 3834135 h 6858001"/>
              <a:gd name="connsiteX26" fmla="*/ 428740 w 874715"/>
              <a:gd name="connsiteY26" fmla="*/ 3898864 h 6858001"/>
              <a:gd name="connsiteX27" fmla="*/ 444932 w 874715"/>
              <a:gd name="connsiteY27" fmla="*/ 4062061 h 6858001"/>
              <a:gd name="connsiteX28" fmla="*/ 441122 w 874715"/>
              <a:gd name="connsiteY28" fmla="*/ 4187207 h 6858001"/>
              <a:gd name="connsiteX29" fmla="*/ 444932 w 874715"/>
              <a:gd name="connsiteY29" fmla="*/ 4244874 h 6858001"/>
              <a:gd name="connsiteX30" fmla="*/ 450648 w 874715"/>
              <a:gd name="connsiteY30" fmla="*/ 4277434 h 6858001"/>
              <a:gd name="connsiteX31" fmla="*/ 490464 w 874715"/>
              <a:gd name="connsiteY31" fmla="*/ 4351188 h 6858001"/>
              <a:gd name="connsiteX32" fmla="*/ 499418 w 874715"/>
              <a:gd name="connsiteY32" fmla="*/ 4391596 h 6858001"/>
              <a:gd name="connsiteX33" fmla="*/ 498656 w 874715"/>
              <a:gd name="connsiteY33" fmla="*/ 4513209 h 6858001"/>
              <a:gd name="connsiteX34" fmla="*/ 438646 w 874715"/>
              <a:gd name="connsiteY34" fmla="*/ 4695629 h 6858001"/>
              <a:gd name="connsiteX35" fmla="*/ 430644 w 874715"/>
              <a:gd name="connsiteY35" fmla="*/ 4714658 h 6858001"/>
              <a:gd name="connsiteX36" fmla="*/ 420737 w 874715"/>
              <a:gd name="connsiteY36" fmla="*/ 4807436 h 6858001"/>
              <a:gd name="connsiteX37" fmla="*/ 434264 w 874715"/>
              <a:gd name="connsiteY37" fmla="*/ 4870400 h 6858001"/>
              <a:gd name="connsiteX38" fmla="*/ 462269 w 874715"/>
              <a:gd name="connsiteY38" fmla="*/ 4956119 h 6858001"/>
              <a:gd name="connsiteX39" fmla="*/ 485701 w 874715"/>
              <a:gd name="connsiteY39" fmla="*/ 5033207 h 6858001"/>
              <a:gd name="connsiteX40" fmla="*/ 512180 w 874715"/>
              <a:gd name="connsiteY40" fmla="*/ 5089305 h 6858001"/>
              <a:gd name="connsiteX41" fmla="*/ 531613 w 874715"/>
              <a:gd name="connsiteY41" fmla="*/ 5217589 h 6858001"/>
              <a:gd name="connsiteX42" fmla="*/ 534851 w 874715"/>
              <a:gd name="connsiteY42" fmla="*/ 5230926 h 6858001"/>
              <a:gd name="connsiteX43" fmla="*/ 511228 w 874715"/>
              <a:gd name="connsiteY43" fmla="*/ 5327433 h 6858001"/>
              <a:gd name="connsiteX44" fmla="*/ 487225 w 874715"/>
              <a:gd name="connsiteY44" fmla="*/ 5443357 h 6858001"/>
              <a:gd name="connsiteX45" fmla="*/ 495416 w 874715"/>
              <a:gd name="connsiteY45" fmla="*/ 5484746 h 6858001"/>
              <a:gd name="connsiteX46" fmla="*/ 507038 w 874715"/>
              <a:gd name="connsiteY46" fmla="*/ 5541432 h 6858001"/>
              <a:gd name="connsiteX47" fmla="*/ 500942 w 874715"/>
              <a:gd name="connsiteY47" fmla="*/ 5594001 h 6858001"/>
              <a:gd name="connsiteX48" fmla="*/ 500370 w 874715"/>
              <a:gd name="connsiteY48" fmla="*/ 5625974 h 6858001"/>
              <a:gd name="connsiteX49" fmla="*/ 571618 w 874715"/>
              <a:gd name="connsiteY49" fmla="*/ 5771911 h 6858001"/>
              <a:gd name="connsiteX50" fmla="*/ 577524 w 874715"/>
              <a:gd name="connsiteY50" fmla="*/ 5808982 h 6858001"/>
              <a:gd name="connsiteX51" fmla="*/ 586289 w 874715"/>
              <a:gd name="connsiteY51" fmla="*/ 5829971 h 6858001"/>
              <a:gd name="connsiteX52" fmla="*/ 674684 w 874715"/>
              <a:gd name="connsiteY52" fmla="*/ 5956490 h 6858001"/>
              <a:gd name="connsiteX53" fmla="*/ 692590 w 874715"/>
              <a:gd name="connsiteY53" fmla="*/ 6010235 h 6858001"/>
              <a:gd name="connsiteX54" fmla="*/ 688970 w 874715"/>
              <a:gd name="connsiteY54" fmla="*/ 6069276 h 6858001"/>
              <a:gd name="connsiteX55" fmla="*/ 682494 w 874715"/>
              <a:gd name="connsiteY55" fmla="*/ 6103407 h 6858001"/>
              <a:gd name="connsiteX56" fmla="*/ 626294 w 874715"/>
              <a:gd name="connsiteY56" fmla="*/ 6188144 h 6858001"/>
              <a:gd name="connsiteX57" fmla="*/ 628200 w 874715"/>
              <a:gd name="connsiteY57" fmla="*/ 6236396 h 6858001"/>
              <a:gd name="connsiteX58" fmla="*/ 666871 w 874715"/>
              <a:gd name="connsiteY58" fmla="*/ 6311718 h 6858001"/>
              <a:gd name="connsiteX59" fmla="*/ 684208 w 874715"/>
              <a:gd name="connsiteY59" fmla="*/ 6448435 h 6858001"/>
              <a:gd name="connsiteX60" fmla="*/ 630104 w 874715"/>
              <a:gd name="connsiteY60" fmla="*/ 6517873 h 6858001"/>
              <a:gd name="connsiteX61" fmla="*/ 578096 w 874715"/>
              <a:gd name="connsiteY61" fmla="*/ 6553767 h 6858001"/>
              <a:gd name="connsiteX62" fmla="*/ 517706 w 874715"/>
              <a:gd name="connsiteY62" fmla="*/ 6657533 h 6858001"/>
              <a:gd name="connsiteX63" fmla="*/ 540185 w 874715"/>
              <a:gd name="connsiteY63" fmla="*/ 6682250 h 6858001"/>
              <a:gd name="connsiteX64" fmla="*/ 549712 w 874715"/>
              <a:gd name="connsiteY64" fmla="*/ 6758356 h 6858001"/>
              <a:gd name="connsiteX65" fmla="*/ 548950 w 874715"/>
              <a:gd name="connsiteY65" fmla="*/ 6840738 h 6858001"/>
              <a:gd name="connsiteX66" fmla="*/ 556149 w 874715"/>
              <a:gd name="connsiteY66" fmla="*/ 6858001 h 6858001"/>
              <a:gd name="connsiteX67" fmla="*/ 760427 w 874715"/>
              <a:gd name="connsiteY67" fmla="*/ 6858001 h 6858001"/>
              <a:gd name="connsiteX68" fmla="*/ 763269 w 874715"/>
              <a:gd name="connsiteY68" fmla="*/ 6846819 h 6858001"/>
              <a:gd name="connsiteX69" fmla="*/ 784795 w 874715"/>
              <a:gd name="connsiteY69" fmla="*/ 6678324 h 6858001"/>
              <a:gd name="connsiteX70" fmla="*/ 805560 w 874715"/>
              <a:gd name="connsiteY70" fmla="*/ 6504338 h 6858001"/>
              <a:gd name="connsiteX71" fmla="*/ 812418 w 874715"/>
              <a:gd name="connsiteY71" fmla="*/ 6408814 h 6858001"/>
              <a:gd name="connsiteX72" fmla="*/ 823279 w 874715"/>
              <a:gd name="connsiteY72" fmla="*/ 6325450 h 6858001"/>
              <a:gd name="connsiteX73" fmla="*/ 830137 w 874715"/>
              <a:gd name="connsiteY73" fmla="*/ 6252873 h 6858001"/>
              <a:gd name="connsiteX74" fmla="*/ 844043 w 874715"/>
              <a:gd name="connsiteY74" fmla="*/ 6137341 h 6858001"/>
              <a:gd name="connsiteX75" fmla="*/ 847663 w 874715"/>
              <a:gd name="connsiteY75" fmla="*/ 6089284 h 6858001"/>
              <a:gd name="connsiteX76" fmla="*/ 847471 w 874715"/>
              <a:gd name="connsiteY76" fmla="*/ 5975908 h 6858001"/>
              <a:gd name="connsiteX77" fmla="*/ 845567 w 874715"/>
              <a:gd name="connsiteY77" fmla="*/ 5936481 h 6858001"/>
              <a:gd name="connsiteX78" fmla="*/ 821945 w 874715"/>
              <a:gd name="connsiteY78" fmla="*/ 5860571 h 6858001"/>
              <a:gd name="connsiteX79" fmla="*/ 820231 w 874715"/>
              <a:gd name="connsiteY79" fmla="*/ 5851549 h 6858001"/>
              <a:gd name="connsiteX80" fmla="*/ 810894 w 874715"/>
              <a:gd name="connsiteY80" fmla="*/ 5801726 h 6858001"/>
              <a:gd name="connsiteX81" fmla="*/ 807846 w 874715"/>
              <a:gd name="connsiteY81" fmla="*/ 5774460 h 6858001"/>
              <a:gd name="connsiteX82" fmla="*/ 788415 w 874715"/>
              <a:gd name="connsiteY82" fmla="*/ 5670892 h 6858001"/>
              <a:gd name="connsiteX83" fmla="*/ 779271 w 874715"/>
              <a:gd name="connsiteY83" fmla="*/ 5611265 h 6858001"/>
              <a:gd name="connsiteX84" fmla="*/ 780605 w 874715"/>
              <a:gd name="connsiteY84" fmla="*/ 5563010 h 6858001"/>
              <a:gd name="connsiteX85" fmla="*/ 782319 w 874715"/>
              <a:gd name="connsiteY85" fmla="*/ 5478272 h 6858001"/>
              <a:gd name="connsiteX86" fmla="*/ 786701 w 874715"/>
              <a:gd name="connsiteY86" fmla="*/ 5451203 h 6858001"/>
              <a:gd name="connsiteX87" fmla="*/ 774127 w 874715"/>
              <a:gd name="connsiteY87" fmla="*/ 5328805 h 6858001"/>
              <a:gd name="connsiteX88" fmla="*/ 773175 w 874715"/>
              <a:gd name="connsiteY88" fmla="*/ 5258975 h 6858001"/>
              <a:gd name="connsiteX89" fmla="*/ 757552 w 874715"/>
              <a:gd name="connsiteY89" fmla="*/ 5180319 h 6858001"/>
              <a:gd name="connsiteX90" fmla="*/ 758314 w 874715"/>
              <a:gd name="connsiteY90" fmla="*/ 5157370 h 6858001"/>
              <a:gd name="connsiteX91" fmla="*/ 759649 w 874715"/>
              <a:gd name="connsiteY91" fmla="*/ 5131673 h 6858001"/>
              <a:gd name="connsiteX92" fmla="*/ 760793 w 874715"/>
              <a:gd name="connsiteY92" fmla="*/ 5052820 h 6858001"/>
              <a:gd name="connsiteX93" fmla="*/ 766507 w 874715"/>
              <a:gd name="connsiteY93" fmla="*/ 5004959 h 6858001"/>
              <a:gd name="connsiteX94" fmla="*/ 763079 w 874715"/>
              <a:gd name="connsiteY94" fmla="*/ 4913751 h 6858001"/>
              <a:gd name="connsiteX95" fmla="*/ 768031 w 874715"/>
              <a:gd name="connsiteY95" fmla="*/ 4880011 h 6858001"/>
              <a:gd name="connsiteX96" fmla="*/ 768603 w 874715"/>
              <a:gd name="connsiteY96" fmla="*/ 4794687 h 6858001"/>
              <a:gd name="connsiteX97" fmla="*/ 765745 w 874715"/>
              <a:gd name="connsiteY97" fmla="*/ 4718187 h 6858001"/>
              <a:gd name="connsiteX98" fmla="*/ 767269 w 874715"/>
              <a:gd name="connsiteY98" fmla="*/ 4644434 h 6858001"/>
              <a:gd name="connsiteX99" fmla="*/ 773555 w 874715"/>
              <a:gd name="connsiteY99" fmla="*/ 4591670 h 6858001"/>
              <a:gd name="connsiteX100" fmla="*/ 777365 w 874715"/>
              <a:gd name="connsiteY100" fmla="*/ 4534394 h 6858001"/>
              <a:gd name="connsiteX101" fmla="*/ 800036 w 874715"/>
              <a:gd name="connsiteY101" fmla="*/ 4376493 h 6858001"/>
              <a:gd name="connsiteX102" fmla="*/ 794512 w 874715"/>
              <a:gd name="connsiteY102" fmla="*/ 4347267 h 6858001"/>
              <a:gd name="connsiteX103" fmla="*/ 789368 w 874715"/>
              <a:gd name="connsiteY103" fmla="*/ 4181322 h 6858001"/>
              <a:gd name="connsiteX104" fmla="*/ 789750 w 874715"/>
              <a:gd name="connsiteY104" fmla="*/ 4145230 h 6858001"/>
              <a:gd name="connsiteX105" fmla="*/ 767269 w 874715"/>
              <a:gd name="connsiteY105" fmla="*/ 4048330 h 6858001"/>
              <a:gd name="connsiteX106" fmla="*/ 802894 w 874715"/>
              <a:gd name="connsiteY106" fmla="*/ 3898864 h 6858001"/>
              <a:gd name="connsiteX107" fmla="*/ 847471 w 874715"/>
              <a:gd name="connsiteY107" fmla="*/ 3759007 h 6858001"/>
              <a:gd name="connsiteX108" fmla="*/ 848163 w 874715"/>
              <a:gd name="connsiteY108" fmla="*/ 3756136 h 6858001"/>
              <a:gd name="connsiteX109" fmla="*/ 819543 w 874715"/>
              <a:gd name="connsiteY109" fmla="*/ 3748731 h 6858001"/>
              <a:gd name="connsiteX110" fmla="*/ 819313 w 874715"/>
              <a:gd name="connsiteY110" fmla="*/ 3748682 h 6858001"/>
              <a:gd name="connsiteX111" fmla="*/ 819544 w 874715"/>
              <a:gd name="connsiteY111" fmla="*/ 3748730 h 6858001"/>
              <a:gd name="connsiteX112" fmla="*/ 848164 w 874715"/>
              <a:gd name="connsiteY112" fmla="*/ 3756135 h 6858001"/>
              <a:gd name="connsiteX113" fmla="*/ 849545 w 874715"/>
              <a:gd name="connsiteY113" fmla="*/ 3750401 h 6858001"/>
              <a:gd name="connsiteX114" fmla="*/ 853189 w 874715"/>
              <a:gd name="connsiteY114" fmla="*/ 3741353 h 6858001"/>
              <a:gd name="connsiteX115" fmla="*/ 862905 w 874715"/>
              <a:gd name="connsiteY115" fmla="*/ 3691138 h 6858001"/>
              <a:gd name="connsiteX116" fmla="*/ 866333 w 874715"/>
              <a:gd name="connsiteY116" fmla="*/ 3628959 h 6858001"/>
              <a:gd name="connsiteX117" fmla="*/ 874715 w 874715"/>
              <a:gd name="connsiteY117" fmla="*/ 3550106 h 6858001"/>
              <a:gd name="connsiteX118" fmla="*/ 871487 w 874715"/>
              <a:gd name="connsiteY118" fmla="*/ 3524252 h 6858001"/>
              <a:gd name="connsiteX119" fmla="*/ 871488 w 874715"/>
              <a:gd name="connsiteY119" fmla="*/ 3524252 h 6858001"/>
              <a:gd name="connsiteX120" fmla="*/ 870763 w 874715"/>
              <a:gd name="connsiteY120" fmla="*/ 3518451 h 6858001"/>
              <a:gd name="connsiteX121" fmla="*/ 864238 w 874715"/>
              <a:gd name="connsiteY121" fmla="*/ 3486946 h 6858001"/>
              <a:gd name="connsiteX122" fmla="*/ 848618 w 874715"/>
              <a:gd name="connsiteY122" fmla="*/ 3398677 h 6858001"/>
              <a:gd name="connsiteX123" fmla="*/ 837595 w 874715"/>
              <a:gd name="connsiteY123" fmla="*/ 3365728 h 6858001"/>
              <a:gd name="connsiteX124" fmla="*/ 834829 w 874715"/>
              <a:gd name="connsiteY124" fmla="*/ 3357461 h 6858001"/>
              <a:gd name="connsiteX125" fmla="*/ 513783 w 874715"/>
              <a:gd name="connsiteY125" fmla="*/ 0 h 6858001"/>
              <a:gd name="connsiteX126" fmla="*/ 72334 w 874715"/>
              <a:gd name="connsiteY126" fmla="*/ 0 h 6858001"/>
              <a:gd name="connsiteX127" fmla="*/ 75447 w 874715"/>
              <a:gd name="connsiteY127" fmla="*/ 27991 h 6858001"/>
              <a:gd name="connsiteX128" fmla="*/ 88115 w 874715"/>
              <a:gd name="connsiteY128" fmla="*/ 134133 h 6858001"/>
              <a:gd name="connsiteX129" fmla="*/ 62778 w 874715"/>
              <a:gd name="connsiteY129" fmla="*/ 221224 h 6858001"/>
              <a:gd name="connsiteX130" fmla="*/ 62206 w 874715"/>
              <a:gd name="connsiteY130" fmla="*/ 247312 h 6858001"/>
              <a:gd name="connsiteX131" fmla="*/ 72113 w 874715"/>
              <a:gd name="connsiteY131" fmla="*/ 305764 h 6858001"/>
              <a:gd name="connsiteX132" fmla="*/ 65445 w 874715"/>
              <a:gd name="connsiteY132" fmla="*/ 426397 h 6858001"/>
              <a:gd name="connsiteX133" fmla="*/ 55348 w 874715"/>
              <a:gd name="connsiteY133" fmla="*/ 470924 h 6858001"/>
              <a:gd name="connsiteX134" fmla="*/ 48870 w 874715"/>
              <a:gd name="connsiteY134" fmla="*/ 495638 h 6858001"/>
              <a:gd name="connsiteX135" fmla="*/ 30963 w 874715"/>
              <a:gd name="connsiteY135" fmla="*/ 622548 h 6858001"/>
              <a:gd name="connsiteX136" fmla="*/ 11723 w 874715"/>
              <a:gd name="connsiteY136" fmla="*/ 679040 h 6858001"/>
              <a:gd name="connsiteX137" fmla="*/ 8865 w 874715"/>
              <a:gd name="connsiteY137" fmla="*/ 694341 h 6858001"/>
              <a:gd name="connsiteX138" fmla="*/ 16865 w 874715"/>
              <a:gd name="connsiteY138" fmla="*/ 778095 h 6858001"/>
              <a:gd name="connsiteX139" fmla="*/ 47918 w 874715"/>
              <a:gd name="connsiteY139" fmla="*/ 840866 h 6858001"/>
              <a:gd name="connsiteX140" fmla="*/ 58396 w 874715"/>
              <a:gd name="connsiteY140" fmla="*/ 853028 h 6858001"/>
              <a:gd name="connsiteX141" fmla="*/ 54776 w 874715"/>
              <a:gd name="connsiteY141" fmla="*/ 1027995 h 6858001"/>
              <a:gd name="connsiteX142" fmla="*/ 50394 w 874715"/>
              <a:gd name="connsiteY142" fmla="*/ 1054866 h 6858001"/>
              <a:gd name="connsiteX143" fmla="*/ 68683 w 874715"/>
              <a:gd name="connsiteY143" fmla="*/ 1184720 h 6858001"/>
              <a:gd name="connsiteX144" fmla="*/ 72303 w 874715"/>
              <a:gd name="connsiteY144" fmla="*/ 1222576 h 6858001"/>
              <a:gd name="connsiteX145" fmla="*/ 88687 w 874715"/>
              <a:gd name="connsiteY145" fmla="*/ 1358313 h 6858001"/>
              <a:gd name="connsiteX146" fmla="*/ 73447 w 874715"/>
              <a:gd name="connsiteY146" fmla="*/ 1377535 h 6858001"/>
              <a:gd name="connsiteX147" fmla="*/ 35153 w 874715"/>
              <a:gd name="connsiteY147" fmla="*/ 1432851 h 6858001"/>
              <a:gd name="connsiteX148" fmla="*/ 1244 w 874715"/>
              <a:gd name="connsiteY148" fmla="*/ 1541910 h 6858001"/>
              <a:gd name="connsiteX149" fmla="*/ 3149 w 874715"/>
              <a:gd name="connsiteY149" fmla="*/ 1571529 h 6858001"/>
              <a:gd name="connsiteX150" fmla="*/ 59730 w 874715"/>
              <a:gd name="connsiteY150" fmla="*/ 1646459 h 6858001"/>
              <a:gd name="connsiteX151" fmla="*/ 82399 w 874715"/>
              <a:gd name="connsiteY151" fmla="*/ 1682944 h 6858001"/>
              <a:gd name="connsiteX152" fmla="*/ 124120 w 874715"/>
              <a:gd name="connsiteY152" fmla="*/ 1786511 h 6858001"/>
              <a:gd name="connsiteX153" fmla="*/ 131741 w 874715"/>
              <a:gd name="connsiteY153" fmla="*/ 1795142 h 6858001"/>
              <a:gd name="connsiteX154" fmla="*/ 222232 w 874715"/>
              <a:gd name="connsiteY154" fmla="*/ 1871640 h 6858001"/>
              <a:gd name="connsiteX155" fmla="*/ 237662 w 874715"/>
              <a:gd name="connsiteY155" fmla="*/ 1888901 h 6858001"/>
              <a:gd name="connsiteX156" fmla="*/ 261667 w 874715"/>
              <a:gd name="connsiteY156" fmla="*/ 1909694 h 6858001"/>
              <a:gd name="connsiteX157" fmla="*/ 308150 w 874715"/>
              <a:gd name="connsiteY157" fmla="*/ 1974618 h 6858001"/>
              <a:gd name="connsiteX158" fmla="*/ 323009 w 874715"/>
              <a:gd name="connsiteY158" fmla="*/ 2055042 h 6858001"/>
              <a:gd name="connsiteX159" fmla="*/ 345680 w 874715"/>
              <a:gd name="connsiteY159" fmla="*/ 2152137 h 6858001"/>
              <a:gd name="connsiteX160" fmla="*/ 360920 w 874715"/>
              <a:gd name="connsiteY160" fmla="*/ 2192740 h 6858001"/>
              <a:gd name="connsiteX161" fmla="*/ 389877 w 874715"/>
              <a:gd name="connsiteY161" fmla="*/ 2301603 h 6858001"/>
              <a:gd name="connsiteX162" fmla="*/ 414262 w 874715"/>
              <a:gd name="connsiteY162" fmla="*/ 2379279 h 6858001"/>
              <a:gd name="connsiteX163" fmla="*/ 428551 w 874715"/>
              <a:gd name="connsiteY163" fmla="*/ 2491281 h 6858001"/>
              <a:gd name="connsiteX164" fmla="*/ 429121 w 874715"/>
              <a:gd name="connsiteY164" fmla="*/ 2545615 h 6858001"/>
              <a:gd name="connsiteX165" fmla="*/ 502275 w 874715"/>
              <a:gd name="connsiteY165" fmla="*/ 2645455 h 6858001"/>
              <a:gd name="connsiteX166" fmla="*/ 550665 w 874715"/>
              <a:gd name="connsiteY166" fmla="*/ 2725094 h 6858001"/>
              <a:gd name="connsiteX167" fmla="*/ 527232 w 874715"/>
              <a:gd name="connsiteY167" fmla="*/ 2808850 h 6858001"/>
              <a:gd name="connsiteX168" fmla="*/ 505133 w 874715"/>
              <a:gd name="connsiteY168" fmla="*/ 2831604 h 6858001"/>
              <a:gd name="connsiteX169" fmla="*/ 484178 w 874715"/>
              <a:gd name="connsiteY169" fmla="*/ 2968910 h 6858001"/>
              <a:gd name="connsiteX170" fmla="*/ 483416 w 874715"/>
              <a:gd name="connsiteY170" fmla="*/ 3165061 h 6858001"/>
              <a:gd name="connsiteX171" fmla="*/ 447744 w 874715"/>
              <a:gd name="connsiteY171" fmla="*/ 3326101 h 6858001"/>
              <a:gd name="connsiteX172" fmla="*/ 446756 w 874715"/>
              <a:gd name="connsiteY172" fmla="*/ 3333750 h 6858001"/>
              <a:gd name="connsiteX173" fmla="*/ 834222 w 874715"/>
              <a:gd name="connsiteY173" fmla="*/ 3333750 h 6858001"/>
              <a:gd name="connsiteX174" fmla="*/ 833756 w 874715"/>
              <a:gd name="connsiteY174" fmla="*/ 3315508 h 6858001"/>
              <a:gd name="connsiteX175" fmla="*/ 851283 w 874715"/>
              <a:gd name="connsiteY175" fmla="*/ 3289224 h 6858001"/>
              <a:gd name="connsiteX176" fmla="*/ 866523 w 874715"/>
              <a:gd name="connsiteY176" fmla="*/ 3248621 h 6858001"/>
              <a:gd name="connsiteX177" fmla="*/ 848234 w 874715"/>
              <a:gd name="connsiteY177" fmla="*/ 3203506 h 6858001"/>
              <a:gd name="connsiteX178" fmla="*/ 810325 w 874715"/>
              <a:gd name="connsiteY178" fmla="*/ 3097977 h 6858001"/>
              <a:gd name="connsiteX179" fmla="*/ 808609 w 874715"/>
              <a:gd name="connsiteY179" fmla="*/ 3031285 h 6858001"/>
              <a:gd name="connsiteX180" fmla="*/ 792417 w 874715"/>
              <a:gd name="connsiteY180" fmla="*/ 2886329 h 6858001"/>
              <a:gd name="connsiteX181" fmla="*/ 769366 w 874715"/>
              <a:gd name="connsiteY181" fmla="*/ 2791590 h 6858001"/>
              <a:gd name="connsiteX182" fmla="*/ 743267 w 874715"/>
              <a:gd name="connsiteY182" fmla="*/ 2723527 h 6858001"/>
              <a:gd name="connsiteX183" fmla="*/ 709166 w 874715"/>
              <a:gd name="connsiteY183" fmla="*/ 2626038 h 6858001"/>
              <a:gd name="connsiteX184" fmla="*/ 691449 w 874715"/>
              <a:gd name="connsiteY184" fmla="*/ 2528158 h 6858001"/>
              <a:gd name="connsiteX185" fmla="*/ 669159 w 874715"/>
              <a:gd name="connsiteY185" fmla="*/ 2457348 h 6858001"/>
              <a:gd name="connsiteX186" fmla="*/ 653918 w 874715"/>
              <a:gd name="connsiteY186" fmla="*/ 2370844 h 6858001"/>
              <a:gd name="connsiteX187" fmla="*/ 653348 w 874715"/>
              <a:gd name="connsiteY187" fmla="*/ 2298269 h 6858001"/>
              <a:gd name="connsiteX188" fmla="*/ 656014 w 874715"/>
              <a:gd name="connsiteY188" fmla="*/ 2184501 h 6858001"/>
              <a:gd name="connsiteX189" fmla="*/ 609913 w 874715"/>
              <a:gd name="connsiteY189" fmla="*/ 2045235 h 6858001"/>
              <a:gd name="connsiteX190" fmla="*/ 599624 w 874715"/>
              <a:gd name="connsiteY190" fmla="*/ 1988939 h 6858001"/>
              <a:gd name="connsiteX191" fmla="*/ 594862 w 874715"/>
              <a:gd name="connsiteY191" fmla="*/ 1935977 h 6858001"/>
              <a:gd name="connsiteX192" fmla="*/ 564191 w 874715"/>
              <a:gd name="connsiteY192" fmla="*/ 1823583 h 6858001"/>
              <a:gd name="connsiteX193" fmla="*/ 554093 w 874715"/>
              <a:gd name="connsiteY193" fmla="*/ 1777881 h 6858001"/>
              <a:gd name="connsiteX194" fmla="*/ 554285 w 874715"/>
              <a:gd name="connsiteY194" fmla="*/ 1713934 h 6858001"/>
              <a:gd name="connsiteX195" fmla="*/ 540186 w 874715"/>
              <a:gd name="connsiteY195" fmla="*/ 1597617 h 6858001"/>
              <a:gd name="connsiteX196" fmla="*/ 499037 w 874715"/>
              <a:gd name="connsiteY196" fmla="*/ 1481495 h 6858001"/>
              <a:gd name="connsiteX197" fmla="*/ 503037 w 874715"/>
              <a:gd name="connsiteY197" fmla="*/ 1432262 h 6858001"/>
              <a:gd name="connsiteX198" fmla="*/ 502085 w 874715"/>
              <a:gd name="connsiteY198" fmla="*/ 1414609 h 6858001"/>
              <a:gd name="connsiteX199" fmla="*/ 479414 w 874715"/>
              <a:gd name="connsiteY199" fmla="*/ 1255923 h 6858001"/>
              <a:gd name="connsiteX200" fmla="*/ 476938 w 874715"/>
              <a:gd name="connsiteY200" fmla="*/ 1240034 h 6858001"/>
              <a:gd name="connsiteX201" fmla="*/ 456745 w 874715"/>
              <a:gd name="connsiteY201" fmla="*/ 1165498 h 6858001"/>
              <a:gd name="connsiteX202" fmla="*/ 444171 w 874715"/>
              <a:gd name="connsiteY202" fmla="*/ 977582 h 6858001"/>
              <a:gd name="connsiteX203" fmla="*/ 442647 w 874715"/>
              <a:gd name="connsiteY203" fmla="*/ 966011 h 6858001"/>
              <a:gd name="connsiteX204" fmla="*/ 452743 w 874715"/>
              <a:gd name="connsiteY204" fmla="*/ 903045 h 6858001"/>
              <a:gd name="connsiteX205" fmla="*/ 467032 w 874715"/>
              <a:gd name="connsiteY205" fmla="*/ 871859 h 6858001"/>
              <a:gd name="connsiteX206" fmla="*/ 481892 w 874715"/>
              <a:gd name="connsiteY206" fmla="*/ 823213 h 6858001"/>
              <a:gd name="connsiteX207" fmla="*/ 487416 w 874715"/>
              <a:gd name="connsiteY207" fmla="*/ 773781 h 6858001"/>
              <a:gd name="connsiteX208" fmla="*/ 464936 w 874715"/>
              <a:gd name="connsiteY208" fmla="*/ 690809 h 6858001"/>
              <a:gd name="connsiteX209" fmla="*/ 462650 w 874715"/>
              <a:gd name="connsiteY209" fmla="*/ 660603 h 6858001"/>
              <a:gd name="connsiteX210" fmla="*/ 451791 w 874715"/>
              <a:gd name="connsiteY210" fmla="*/ 593322 h 6858001"/>
              <a:gd name="connsiteX211" fmla="*/ 452553 w 874715"/>
              <a:gd name="connsiteY211" fmla="*/ 534478 h 6858001"/>
              <a:gd name="connsiteX212" fmla="*/ 469890 w 874715"/>
              <a:gd name="connsiteY212" fmla="*/ 487205 h 6858001"/>
              <a:gd name="connsiteX213" fmla="*/ 473318 w 874715"/>
              <a:gd name="connsiteY213" fmla="*/ 418552 h 6858001"/>
              <a:gd name="connsiteX214" fmla="*/ 460746 w 874715"/>
              <a:gd name="connsiteY214" fmla="*/ 374220 h 6858001"/>
              <a:gd name="connsiteX215" fmla="*/ 459032 w 874715"/>
              <a:gd name="connsiteY215" fmla="*/ 365198 h 6858001"/>
              <a:gd name="connsiteX216" fmla="*/ 458267 w 874715"/>
              <a:gd name="connsiteY216" fmla="*/ 249272 h 6858001"/>
              <a:gd name="connsiteX217" fmla="*/ 496179 w 874715"/>
              <a:gd name="connsiteY217" fmla="*/ 104514 h 6858001"/>
              <a:gd name="connsiteX218" fmla="*/ 504181 w 874715"/>
              <a:gd name="connsiteY218" fmla="*/ 80583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Lst>
            <a:rect l="l" t="t" r="r" b="b"/>
            <a:pathLst>
              <a:path w="874715" h="6858001">
                <a:moveTo>
                  <a:pt x="669467" y="3720275"/>
                </a:moveTo>
                <a:lnTo>
                  <a:pt x="710453" y="3726292"/>
                </a:lnTo>
                <a:lnTo>
                  <a:pt x="710455" y="3726292"/>
                </a:lnTo>
                <a:lnTo>
                  <a:pt x="669465" y="3720275"/>
                </a:lnTo>
                <a:close/>
                <a:moveTo>
                  <a:pt x="834223" y="3333751"/>
                </a:moveTo>
                <a:lnTo>
                  <a:pt x="446757" y="3333751"/>
                </a:lnTo>
                <a:lnTo>
                  <a:pt x="441229" y="3376550"/>
                </a:lnTo>
                <a:lnTo>
                  <a:pt x="437178" y="3407910"/>
                </a:lnTo>
                <a:cubicBezTo>
                  <a:pt x="435005" y="3435408"/>
                  <a:pt x="434362" y="3463164"/>
                  <a:pt x="435790" y="3491262"/>
                </a:cubicBezTo>
                <a:cubicBezTo>
                  <a:pt x="436266" y="3500578"/>
                  <a:pt x="433599" y="3510777"/>
                  <a:pt x="429384" y="3520658"/>
                </a:cubicBezTo>
                <a:lnTo>
                  <a:pt x="427332" y="3524252"/>
                </a:lnTo>
                <a:lnTo>
                  <a:pt x="427331" y="3524252"/>
                </a:lnTo>
                <a:lnTo>
                  <a:pt x="413690" y="3548145"/>
                </a:lnTo>
                <a:cubicBezTo>
                  <a:pt x="391973" y="3578940"/>
                  <a:pt x="390257" y="3577567"/>
                  <a:pt x="408166" y="3612089"/>
                </a:cubicBezTo>
                <a:cubicBezTo>
                  <a:pt x="412548" y="3620328"/>
                  <a:pt x="415214" y="3630528"/>
                  <a:pt x="421692" y="3636610"/>
                </a:cubicBezTo>
                <a:cubicBezTo>
                  <a:pt x="438171" y="3652106"/>
                  <a:pt x="444409" y="3669416"/>
                  <a:pt x="445933" y="3687609"/>
                </a:cubicBezTo>
                <a:lnTo>
                  <a:pt x="443241" y="3725049"/>
                </a:lnTo>
                <a:lnTo>
                  <a:pt x="455589" y="3723372"/>
                </a:lnTo>
                <a:cubicBezTo>
                  <a:pt x="485111" y="3719138"/>
                  <a:pt x="514678" y="3715144"/>
                  <a:pt x="544787" y="3712739"/>
                </a:cubicBezTo>
                <a:lnTo>
                  <a:pt x="544802" y="3712740"/>
                </a:lnTo>
                <a:lnTo>
                  <a:pt x="544786" y="3712740"/>
                </a:lnTo>
                <a:cubicBezTo>
                  <a:pt x="514677" y="3715145"/>
                  <a:pt x="485110" y="3719139"/>
                  <a:pt x="455588" y="3723373"/>
                </a:cubicBezTo>
                <a:lnTo>
                  <a:pt x="443240" y="3725050"/>
                </a:lnTo>
                <a:lnTo>
                  <a:pt x="441884" y="3743904"/>
                </a:lnTo>
                <a:cubicBezTo>
                  <a:pt x="440932" y="3750574"/>
                  <a:pt x="439598" y="3758615"/>
                  <a:pt x="442266" y="3764306"/>
                </a:cubicBezTo>
                <a:cubicBezTo>
                  <a:pt x="454266" y="3790000"/>
                  <a:pt x="450076" y="3811773"/>
                  <a:pt x="433692" y="3834135"/>
                </a:cubicBezTo>
                <a:cubicBezTo>
                  <a:pt x="419595" y="3853553"/>
                  <a:pt x="411213" y="3875915"/>
                  <a:pt x="428740" y="3898864"/>
                </a:cubicBezTo>
                <a:cubicBezTo>
                  <a:pt x="467603" y="3949864"/>
                  <a:pt x="469507" y="4004392"/>
                  <a:pt x="444932" y="4062061"/>
                </a:cubicBezTo>
                <a:cubicBezTo>
                  <a:pt x="427405" y="4103253"/>
                  <a:pt x="423405" y="4143856"/>
                  <a:pt x="441122" y="4187207"/>
                </a:cubicBezTo>
                <a:cubicBezTo>
                  <a:pt x="447980" y="4203880"/>
                  <a:pt x="443408" y="4225456"/>
                  <a:pt x="444932" y="4244874"/>
                </a:cubicBezTo>
                <a:cubicBezTo>
                  <a:pt x="445694" y="4255860"/>
                  <a:pt x="445884" y="4268022"/>
                  <a:pt x="450648" y="4277434"/>
                </a:cubicBezTo>
                <a:cubicBezTo>
                  <a:pt x="462841" y="4302544"/>
                  <a:pt x="478461" y="4325885"/>
                  <a:pt x="490464" y="4351188"/>
                </a:cubicBezTo>
                <a:cubicBezTo>
                  <a:pt x="496178" y="4363350"/>
                  <a:pt x="499226" y="4377865"/>
                  <a:pt x="499418" y="4391596"/>
                </a:cubicBezTo>
                <a:cubicBezTo>
                  <a:pt x="500370" y="4432199"/>
                  <a:pt x="500370" y="4472804"/>
                  <a:pt x="498656" y="4513209"/>
                </a:cubicBezTo>
                <a:cubicBezTo>
                  <a:pt x="495988" y="4579901"/>
                  <a:pt x="495416" y="4647572"/>
                  <a:pt x="438646" y="4695629"/>
                </a:cubicBezTo>
                <a:cubicBezTo>
                  <a:pt x="434074" y="4699554"/>
                  <a:pt x="431406" y="4707987"/>
                  <a:pt x="430644" y="4714658"/>
                </a:cubicBezTo>
                <a:cubicBezTo>
                  <a:pt x="427025" y="4745453"/>
                  <a:pt x="426643" y="4777033"/>
                  <a:pt x="420737" y="4807436"/>
                </a:cubicBezTo>
                <a:cubicBezTo>
                  <a:pt x="415975" y="4831758"/>
                  <a:pt x="417499" y="4851963"/>
                  <a:pt x="434264" y="4870400"/>
                </a:cubicBezTo>
                <a:cubicBezTo>
                  <a:pt x="456362" y="4894527"/>
                  <a:pt x="469317" y="4923950"/>
                  <a:pt x="462269" y="4956119"/>
                </a:cubicBezTo>
                <a:cubicBezTo>
                  <a:pt x="455410" y="4988286"/>
                  <a:pt x="470269" y="5009470"/>
                  <a:pt x="485701" y="5033207"/>
                </a:cubicBezTo>
                <a:cubicBezTo>
                  <a:pt x="496940" y="5050467"/>
                  <a:pt x="511038" y="5070083"/>
                  <a:pt x="512180" y="5089305"/>
                </a:cubicBezTo>
                <a:cubicBezTo>
                  <a:pt x="514656" y="5132851"/>
                  <a:pt x="553902" y="5170316"/>
                  <a:pt x="531613" y="5217589"/>
                </a:cubicBezTo>
                <a:cubicBezTo>
                  <a:pt x="530089" y="5220727"/>
                  <a:pt x="533899" y="5226415"/>
                  <a:pt x="534851" y="5230926"/>
                </a:cubicBezTo>
                <a:cubicBezTo>
                  <a:pt x="542091" y="5267019"/>
                  <a:pt x="535041" y="5300953"/>
                  <a:pt x="511228" y="5327433"/>
                </a:cubicBezTo>
                <a:cubicBezTo>
                  <a:pt x="480175" y="5362152"/>
                  <a:pt x="477127" y="5400597"/>
                  <a:pt x="487225" y="5443357"/>
                </a:cubicBezTo>
                <a:cubicBezTo>
                  <a:pt x="490464" y="5457089"/>
                  <a:pt x="492750" y="5470820"/>
                  <a:pt x="495416" y="5484746"/>
                </a:cubicBezTo>
                <a:cubicBezTo>
                  <a:pt x="499226" y="5503576"/>
                  <a:pt x="503228" y="5522604"/>
                  <a:pt x="507038" y="5541432"/>
                </a:cubicBezTo>
                <a:cubicBezTo>
                  <a:pt x="510848" y="5559676"/>
                  <a:pt x="517324" y="5579880"/>
                  <a:pt x="500942" y="5594001"/>
                </a:cubicBezTo>
                <a:cubicBezTo>
                  <a:pt x="486843" y="5606164"/>
                  <a:pt x="488177" y="5614794"/>
                  <a:pt x="500370" y="5625974"/>
                </a:cubicBezTo>
                <a:cubicBezTo>
                  <a:pt x="543043" y="5664813"/>
                  <a:pt x="569714" y="5711889"/>
                  <a:pt x="571618" y="5771911"/>
                </a:cubicBezTo>
                <a:cubicBezTo>
                  <a:pt x="572000" y="5784268"/>
                  <a:pt x="574666" y="5796822"/>
                  <a:pt x="577524" y="5808982"/>
                </a:cubicBezTo>
                <a:cubicBezTo>
                  <a:pt x="579239" y="5816437"/>
                  <a:pt x="581145" y="5825462"/>
                  <a:pt x="586289" y="5829971"/>
                </a:cubicBezTo>
                <a:cubicBezTo>
                  <a:pt x="625532" y="5865083"/>
                  <a:pt x="652775" y="5908825"/>
                  <a:pt x="674684" y="5956490"/>
                </a:cubicBezTo>
                <a:cubicBezTo>
                  <a:pt x="682494" y="5973553"/>
                  <a:pt x="690304" y="5991797"/>
                  <a:pt x="692590" y="6010235"/>
                </a:cubicBezTo>
                <a:cubicBezTo>
                  <a:pt x="694876" y="6029456"/>
                  <a:pt x="691066" y="6049660"/>
                  <a:pt x="688970" y="6069276"/>
                </a:cubicBezTo>
                <a:cubicBezTo>
                  <a:pt x="687828" y="6080849"/>
                  <a:pt x="688018" y="6094187"/>
                  <a:pt x="682494" y="6103407"/>
                </a:cubicBezTo>
                <a:cubicBezTo>
                  <a:pt x="665157" y="6132633"/>
                  <a:pt x="646489" y="6160879"/>
                  <a:pt x="626294" y="6188144"/>
                </a:cubicBezTo>
                <a:cubicBezTo>
                  <a:pt x="608958" y="6211486"/>
                  <a:pt x="606481" y="6216194"/>
                  <a:pt x="628200" y="6236396"/>
                </a:cubicBezTo>
                <a:cubicBezTo>
                  <a:pt x="650489" y="6257190"/>
                  <a:pt x="662109" y="6283082"/>
                  <a:pt x="666871" y="6311718"/>
                </a:cubicBezTo>
                <a:cubicBezTo>
                  <a:pt x="674302" y="6357030"/>
                  <a:pt x="680588" y="6402732"/>
                  <a:pt x="684208" y="6448435"/>
                </a:cubicBezTo>
                <a:cubicBezTo>
                  <a:pt x="687446" y="6489823"/>
                  <a:pt x="669920" y="6509634"/>
                  <a:pt x="630104" y="6517873"/>
                </a:cubicBezTo>
                <a:cubicBezTo>
                  <a:pt x="608005" y="6522581"/>
                  <a:pt x="584001" y="6528663"/>
                  <a:pt x="578096" y="6553767"/>
                </a:cubicBezTo>
                <a:cubicBezTo>
                  <a:pt x="568570" y="6594765"/>
                  <a:pt x="564380" y="6637329"/>
                  <a:pt x="517706" y="6657533"/>
                </a:cubicBezTo>
                <a:cubicBezTo>
                  <a:pt x="527993" y="6668713"/>
                  <a:pt x="534089" y="6675579"/>
                  <a:pt x="540185" y="6682250"/>
                </a:cubicBezTo>
                <a:cubicBezTo>
                  <a:pt x="557140" y="6700686"/>
                  <a:pt x="564380" y="6738934"/>
                  <a:pt x="549712" y="6758356"/>
                </a:cubicBezTo>
                <a:cubicBezTo>
                  <a:pt x="528375" y="6786993"/>
                  <a:pt x="532375" y="6813278"/>
                  <a:pt x="548950" y="6840738"/>
                </a:cubicBezTo>
                <a:lnTo>
                  <a:pt x="556149" y="6858001"/>
                </a:lnTo>
                <a:lnTo>
                  <a:pt x="760427" y="6858001"/>
                </a:lnTo>
                <a:lnTo>
                  <a:pt x="763269" y="6846819"/>
                </a:lnTo>
                <a:cubicBezTo>
                  <a:pt x="771841" y="6790916"/>
                  <a:pt x="777937" y="6734620"/>
                  <a:pt x="784795" y="6678324"/>
                </a:cubicBezTo>
                <a:cubicBezTo>
                  <a:pt x="791844" y="6620265"/>
                  <a:pt x="799274" y="6562401"/>
                  <a:pt x="805560" y="6504338"/>
                </a:cubicBezTo>
                <a:cubicBezTo>
                  <a:pt x="808800" y="6472562"/>
                  <a:pt x="809370" y="6440589"/>
                  <a:pt x="812418" y="6408814"/>
                </a:cubicBezTo>
                <a:cubicBezTo>
                  <a:pt x="815086" y="6380959"/>
                  <a:pt x="820039" y="6353302"/>
                  <a:pt x="823279" y="6325450"/>
                </a:cubicBezTo>
                <a:cubicBezTo>
                  <a:pt x="825945" y="6301323"/>
                  <a:pt x="827469" y="6277000"/>
                  <a:pt x="830137" y="6252873"/>
                </a:cubicBezTo>
                <a:cubicBezTo>
                  <a:pt x="834517" y="6214231"/>
                  <a:pt x="839471" y="6175786"/>
                  <a:pt x="844043" y="6137341"/>
                </a:cubicBezTo>
                <a:cubicBezTo>
                  <a:pt x="845757" y="6121257"/>
                  <a:pt x="850520" y="6104387"/>
                  <a:pt x="847663" y="6089284"/>
                </a:cubicBezTo>
                <a:cubicBezTo>
                  <a:pt x="840423" y="6051230"/>
                  <a:pt x="842519" y="6013764"/>
                  <a:pt x="847471" y="5975908"/>
                </a:cubicBezTo>
                <a:cubicBezTo>
                  <a:pt x="849188" y="5962962"/>
                  <a:pt x="848806" y="5949036"/>
                  <a:pt x="845567" y="5936481"/>
                </a:cubicBezTo>
                <a:cubicBezTo>
                  <a:pt x="839089" y="5910785"/>
                  <a:pt x="829945" y="5885876"/>
                  <a:pt x="821945" y="5860571"/>
                </a:cubicBezTo>
                <a:cubicBezTo>
                  <a:pt x="820993" y="5857824"/>
                  <a:pt x="820801" y="5854490"/>
                  <a:pt x="820231" y="5851549"/>
                </a:cubicBezTo>
                <a:cubicBezTo>
                  <a:pt x="816990" y="5834874"/>
                  <a:pt x="813752" y="5818399"/>
                  <a:pt x="810894" y="5801726"/>
                </a:cubicBezTo>
                <a:cubicBezTo>
                  <a:pt x="809370" y="5792704"/>
                  <a:pt x="809180" y="5783484"/>
                  <a:pt x="807846" y="5774460"/>
                </a:cubicBezTo>
                <a:cubicBezTo>
                  <a:pt x="802512" y="5739546"/>
                  <a:pt x="811466" y="5701101"/>
                  <a:pt x="788415" y="5670892"/>
                </a:cubicBezTo>
                <a:cubicBezTo>
                  <a:pt x="773555" y="5651277"/>
                  <a:pt x="776985" y="5632250"/>
                  <a:pt x="779271" y="5611265"/>
                </a:cubicBezTo>
                <a:cubicBezTo>
                  <a:pt x="780985" y="5595374"/>
                  <a:pt x="780413" y="5579094"/>
                  <a:pt x="780605" y="5563010"/>
                </a:cubicBezTo>
                <a:cubicBezTo>
                  <a:pt x="781175" y="5534764"/>
                  <a:pt x="781367" y="5506518"/>
                  <a:pt x="782319" y="5478272"/>
                </a:cubicBezTo>
                <a:cubicBezTo>
                  <a:pt x="782699" y="5469249"/>
                  <a:pt x="787463" y="5460031"/>
                  <a:pt x="786701" y="5451203"/>
                </a:cubicBezTo>
                <a:cubicBezTo>
                  <a:pt x="783081" y="5410403"/>
                  <a:pt x="777365" y="5369604"/>
                  <a:pt x="774127" y="5328805"/>
                </a:cubicBezTo>
                <a:cubicBezTo>
                  <a:pt x="772223" y="5305660"/>
                  <a:pt x="775841" y="5281924"/>
                  <a:pt x="773175" y="5258975"/>
                </a:cubicBezTo>
                <a:cubicBezTo>
                  <a:pt x="770127" y="5232496"/>
                  <a:pt x="762317" y="5206604"/>
                  <a:pt x="757552" y="5180319"/>
                </a:cubicBezTo>
                <a:cubicBezTo>
                  <a:pt x="756220" y="5173061"/>
                  <a:pt x="757934" y="5165020"/>
                  <a:pt x="758314" y="5157370"/>
                </a:cubicBezTo>
                <a:cubicBezTo>
                  <a:pt x="758697" y="5148739"/>
                  <a:pt x="759459" y="5140304"/>
                  <a:pt x="759649" y="5131673"/>
                </a:cubicBezTo>
                <a:cubicBezTo>
                  <a:pt x="760031" y="5105388"/>
                  <a:pt x="759459" y="5079104"/>
                  <a:pt x="760793" y="5052820"/>
                </a:cubicBezTo>
                <a:cubicBezTo>
                  <a:pt x="761555" y="5036736"/>
                  <a:pt x="769365" y="5019868"/>
                  <a:pt x="766507" y="5004959"/>
                </a:cubicBezTo>
                <a:cubicBezTo>
                  <a:pt x="760983" y="4974557"/>
                  <a:pt x="773365" y="4944153"/>
                  <a:pt x="763079" y="4913751"/>
                </a:cubicBezTo>
                <a:cubicBezTo>
                  <a:pt x="760031" y="4904334"/>
                  <a:pt x="767651" y="4891388"/>
                  <a:pt x="768031" y="4880011"/>
                </a:cubicBezTo>
                <a:cubicBezTo>
                  <a:pt x="768983" y="4851570"/>
                  <a:pt x="768793" y="4823128"/>
                  <a:pt x="768603" y="4794687"/>
                </a:cubicBezTo>
                <a:cubicBezTo>
                  <a:pt x="768413" y="4769186"/>
                  <a:pt x="771079" y="4742705"/>
                  <a:pt x="765745" y="4718187"/>
                </a:cubicBezTo>
                <a:cubicBezTo>
                  <a:pt x="760031" y="4692491"/>
                  <a:pt x="760793" y="4669346"/>
                  <a:pt x="767269" y="4644434"/>
                </a:cubicBezTo>
                <a:cubicBezTo>
                  <a:pt x="771651" y="4627369"/>
                  <a:pt x="772223" y="4609322"/>
                  <a:pt x="773555" y="4591670"/>
                </a:cubicBezTo>
                <a:cubicBezTo>
                  <a:pt x="775079" y="4572644"/>
                  <a:pt x="771079" y="4551655"/>
                  <a:pt x="777365" y="4534394"/>
                </a:cubicBezTo>
                <a:cubicBezTo>
                  <a:pt x="796036" y="4483001"/>
                  <a:pt x="800036" y="4430237"/>
                  <a:pt x="800036" y="4376493"/>
                </a:cubicBezTo>
                <a:cubicBezTo>
                  <a:pt x="800036" y="4366684"/>
                  <a:pt x="797370" y="4356680"/>
                  <a:pt x="794512" y="4347267"/>
                </a:cubicBezTo>
                <a:cubicBezTo>
                  <a:pt x="777365" y="4292342"/>
                  <a:pt x="778889" y="4237224"/>
                  <a:pt x="789368" y="4181322"/>
                </a:cubicBezTo>
                <a:cubicBezTo>
                  <a:pt x="791654" y="4169748"/>
                  <a:pt x="792036" y="4156803"/>
                  <a:pt x="789750" y="4145230"/>
                </a:cubicBezTo>
                <a:cubicBezTo>
                  <a:pt x="783081" y="4112668"/>
                  <a:pt x="772031" y="4081088"/>
                  <a:pt x="767269" y="4048330"/>
                </a:cubicBezTo>
                <a:cubicBezTo>
                  <a:pt x="759459" y="3994194"/>
                  <a:pt x="785747" y="3947314"/>
                  <a:pt x="802894" y="3898864"/>
                </a:cubicBezTo>
                <a:cubicBezTo>
                  <a:pt x="819087" y="3852768"/>
                  <a:pt x="855664" y="3813538"/>
                  <a:pt x="847471" y="3759007"/>
                </a:cubicBezTo>
                <a:lnTo>
                  <a:pt x="848163" y="3756136"/>
                </a:lnTo>
                <a:lnTo>
                  <a:pt x="819543" y="3748731"/>
                </a:lnTo>
                <a:lnTo>
                  <a:pt x="819313" y="3748682"/>
                </a:lnTo>
                <a:lnTo>
                  <a:pt x="819544" y="3748730"/>
                </a:lnTo>
                <a:lnTo>
                  <a:pt x="848164" y="3756135"/>
                </a:lnTo>
                <a:lnTo>
                  <a:pt x="849545" y="3750401"/>
                </a:lnTo>
                <a:cubicBezTo>
                  <a:pt x="850902" y="3747434"/>
                  <a:pt x="852522" y="3744394"/>
                  <a:pt x="853189" y="3741353"/>
                </a:cubicBezTo>
                <a:cubicBezTo>
                  <a:pt x="856809" y="3724680"/>
                  <a:pt x="861189" y="3708009"/>
                  <a:pt x="862905" y="3691138"/>
                </a:cubicBezTo>
                <a:cubicBezTo>
                  <a:pt x="865191" y="3670544"/>
                  <a:pt x="864429" y="3649555"/>
                  <a:pt x="866333" y="3628959"/>
                </a:cubicBezTo>
                <a:cubicBezTo>
                  <a:pt x="868619" y="3602478"/>
                  <a:pt x="874715" y="3576391"/>
                  <a:pt x="874715" y="3550106"/>
                </a:cubicBezTo>
                <a:lnTo>
                  <a:pt x="871487" y="3524252"/>
                </a:lnTo>
                <a:lnTo>
                  <a:pt x="871488" y="3524252"/>
                </a:lnTo>
                <a:lnTo>
                  <a:pt x="870763" y="3518451"/>
                </a:lnTo>
                <a:cubicBezTo>
                  <a:pt x="868573" y="3507933"/>
                  <a:pt x="865953" y="3497439"/>
                  <a:pt x="864238" y="3486946"/>
                </a:cubicBezTo>
                <a:cubicBezTo>
                  <a:pt x="859476" y="3457327"/>
                  <a:pt x="860810" y="3424765"/>
                  <a:pt x="848618" y="3398677"/>
                </a:cubicBezTo>
                <a:lnTo>
                  <a:pt x="837595" y="3365728"/>
                </a:lnTo>
                <a:lnTo>
                  <a:pt x="834829" y="3357461"/>
                </a:lnTo>
                <a:close/>
                <a:moveTo>
                  <a:pt x="513783" y="0"/>
                </a:moveTo>
                <a:lnTo>
                  <a:pt x="72334" y="0"/>
                </a:lnTo>
                <a:lnTo>
                  <a:pt x="75447" y="27991"/>
                </a:lnTo>
                <a:cubicBezTo>
                  <a:pt x="80828" y="63323"/>
                  <a:pt x="87734" y="98434"/>
                  <a:pt x="88115" y="134133"/>
                </a:cubicBezTo>
                <a:cubicBezTo>
                  <a:pt x="88495" y="166498"/>
                  <a:pt x="94591" y="198471"/>
                  <a:pt x="62778" y="221224"/>
                </a:cubicBezTo>
                <a:cubicBezTo>
                  <a:pt x="58586" y="224165"/>
                  <a:pt x="60872" y="238486"/>
                  <a:pt x="62206" y="247312"/>
                </a:cubicBezTo>
                <a:cubicBezTo>
                  <a:pt x="65065" y="266927"/>
                  <a:pt x="72303" y="286346"/>
                  <a:pt x="72113" y="305764"/>
                </a:cubicBezTo>
                <a:cubicBezTo>
                  <a:pt x="71923" y="345976"/>
                  <a:pt x="68875" y="386383"/>
                  <a:pt x="65445" y="426397"/>
                </a:cubicBezTo>
                <a:cubicBezTo>
                  <a:pt x="64111" y="441500"/>
                  <a:pt x="58968" y="456017"/>
                  <a:pt x="55348" y="470924"/>
                </a:cubicBezTo>
                <a:cubicBezTo>
                  <a:pt x="53252" y="479162"/>
                  <a:pt x="47728" y="487990"/>
                  <a:pt x="48870" y="495638"/>
                </a:cubicBezTo>
                <a:cubicBezTo>
                  <a:pt x="55538" y="539970"/>
                  <a:pt x="39156" y="580573"/>
                  <a:pt x="30963" y="622548"/>
                </a:cubicBezTo>
                <a:cubicBezTo>
                  <a:pt x="27153" y="641968"/>
                  <a:pt x="18009" y="660210"/>
                  <a:pt x="11723" y="679040"/>
                </a:cubicBezTo>
                <a:cubicBezTo>
                  <a:pt x="10007" y="683943"/>
                  <a:pt x="8483" y="689436"/>
                  <a:pt x="8865" y="694341"/>
                </a:cubicBezTo>
                <a:cubicBezTo>
                  <a:pt x="11151" y="722389"/>
                  <a:pt x="14389" y="750244"/>
                  <a:pt x="16865" y="778095"/>
                </a:cubicBezTo>
                <a:cubicBezTo>
                  <a:pt x="19151" y="803401"/>
                  <a:pt x="19913" y="828900"/>
                  <a:pt x="47918" y="840866"/>
                </a:cubicBezTo>
                <a:cubicBezTo>
                  <a:pt x="52300" y="842633"/>
                  <a:pt x="55538" y="848516"/>
                  <a:pt x="58396" y="853028"/>
                </a:cubicBezTo>
                <a:cubicBezTo>
                  <a:pt x="102404" y="922662"/>
                  <a:pt x="101260" y="959929"/>
                  <a:pt x="54776" y="1027995"/>
                </a:cubicBezTo>
                <a:cubicBezTo>
                  <a:pt x="50014" y="1035056"/>
                  <a:pt x="46584" y="1050159"/>
                  <a:pt x="50394" y="1054866"/>
                </a:cubicBezTo>
                <a:cubicBezTo>
                  <a:pt x="82019" y="1094882"/>
                  <a:pt x="78589" y="1138623"/>
                  <a:pt x="68683" y="1184720"/>
                </a:cubicBezTo>
                <a:cubicBezTo>
                  <a:pt x="66017" y="1196684"/>
                  <a:pt x="66017" y="1213555"/>
                  <a:pt x="72303" y="1222576"/>
                </a:cubicBezTo>
                <a:cubicBezTo>
                  <a:pt x="101450" y="1265534"/>
                  <a:pt x="97260" y="1311630"/>
                  <a:pt x="88687" y="1358313"/>
                </a:cubicBezTo>
                <a:cubicBezTo>
                  <a:pt x="87353" y="1365570"/>
                  <a:pt x="80113" y="1374398"/>
                  <a:pt x="73447" y="1377535"/>
                </a:cubicBezTo>
                <a:cubicBezTo>
                  <a:pt x="49824" y="1388716"/>
                  <a:pt x="41822" y="1409705"/>
                  <a:pt x="35153" y="1432851"/>
                </a:cubicBezTo>
                <a:cubicBezTo>
                  <a:pt x="24295" y="1469335"/>
                  <a:pt x="11531" y="1505229"/>
                  <a:pt x="1244" y="1541910"/>
                </a:cubicBezTo>
                <a:cubicBezTo>
                  <a:pt x="-1232" y="1550935"/>
                  <a:pt x="292" y="1562114"/>
                  <a:pt x="3149" y="1571529"/>
                </a:cubicBezTo>
                <a:cubicBezTo>
                  <a:pt x="12865" y="1603698"/>
                  <a:pt x="37250" y="1624098"/>
                  <a:pt x="59730" y="1646459"/>
                </a:cubicBezTo>
                <a:cubicBezTo>
                  <a:pt x="69637" y="1656267"/>
                  <a:pt x="76685" y="1669800"/>
                  <a:pt x="82399" y="1682944"/>
                </a:cubicBezTo>
                <a:cubicBezTo>
                  <a:pt x="97070" y="1717073"/>
                  <a:pt x="110214" y="1751988"/>
                  <a:pt x="124120" y="1786511"/>
                </a:cubicBezTo>
                <a:cubicBezTo>
                  <a:pt x="125454" y="1789845"/>
                  <a:pt x="128883" y="1792590"/>
                  <a:pt x="131741" y="1795142"/>
                </a:cubicBezTo>
                <a:cubicBezTo>
                  <a:pt x="161842" y="1820640"/>
                  <a:pt x="192131" y="1845943"/>
                  <a:pt x="222232" y="1871640"/>
                </a:cubicBezTo>
                <a:cubicBezTo>
                  <a:pt x="227946" y="1876543"/>
                  <a:pt x="232138" y="1883606"/>
                  <a:pt x="237662" y="1888901"/>
                </a:cubicBezTo>
                <a:cubicBezTo>
                  <a:pt x="245282" y="1896356"/>
                  <a:pt x="252523" y="1905771"/>
                  <a:pt x="261667" y="1909694"/>
                </a:cubicBezTo>
                <a:cubicBezTo>
                  <a:pt x="290432" y="1921855"/>
                  <a:pt x="302816" y="1945197"/>
                  <a:pt x="308150" y="1974618"/>
                </a:cubicBezTo>
                <a:cubicBezTo>
                  <a:pt x="313103" y="2001493"/>
                  <a:pt x="317295" y="2028365"/>
                  <a:pt x="323009" y="2055042"/>
                </a:cubicBezTo>
                <a:cubicBezTo>
                  <a:pt x="329867" y="2087602"/>
                  <a:pt x="337297" y="2119968"/>
                  <a:pt x="345680" y="2152137"/>
                </a:cubicBezTo>
                <a:cubicBezTo>
                  <a:pt x="349300" y="2166063"/>
                  <a:pt x="353490" y="2180774"/>
                  <a:pt x="360920" y="2192740"/>
                </a:cubicBezTo>
                <a:cubicBezTo>
                  <a:pt x="381495" y="2226281"/>
                  <a:pt x="395401" y="2262177"/>
                  <a:pt x="389877" y="2301603"/>
                </a:cubicBezTo>
                <a:cubicBezTo>
                  <a:pt x="385495" y="2333183"/>
                  <a:pt x="396735" y="2359664"/>
                  <a:pt x="414262" y="2379279"/>
                </a:cubicBezTo>
                <a:cubicBezTo>
                  <a:pt x="446077" y="2414980"/>
                  <a:pt x="438837" y="2453227"/>
                  <a:pt x="428551" y="2491281"/>
                </a:cubicBezTo>
                <a:cubicBezTo>
                  <a:pt x="423216" y="2510897"/>
                  <a:pt x="423978" y="2526980"/>
                  <a:pt x="429121" y="2545615"/>
                </a:cubicBezTo>
                <a:cubicBezTo>
                  <a:pt x="441123" y="2588768"/>
                  <a:pt x="473700" y="2617603"/>
                  <a:pt x="502275" y="2645455"/>
                </a:cubicBezTo>
                <a:cubicBezTo>
                  <a:pt x="526660" y="2669191"/>
                  <a:pt x="540376" y="2695868"/>
                  <a:pt x="550665" y="2725094"/>
                </a:cubicBezTo>
                <a:cubicBezTo>
                  <a:pt x="563809" y="2761970"/>
                  <a:pt x="558857" y="2791196"/>
                  <a:pt x="527232" y="2808850"/>
                </a:cubicBezTo>
                <a:cubicBezTo>
                  <a:pt x="518277" y="2813754"/>
                  <a:pt x="507799" y="2822385"/>
                  <a:pt x="505133" y="2831604"/>
                </a:cubicBezTo>
                <a:cubicBezTo>
                  <a:pt x="491799" y="2876129"/>
                  <a:pt x="472366" y="2921245"/>
                  <a:pt x="484178" y="2968910"/>
                </a:cubicBezTo>
                <a:cubicBezTo>
                  <a:pt x="500371" y="3034817"/>
                  <a:pt x="499419" y="3099154"/>
                  <a:pt x="483416" y="3165061"/>
                </a:cubicBezTo>
                <a:cubicBezTo>
                  <a:pt x="470462" y="3218512"/>
                  <a:pt x="457126" y="3271963"/>
                  <a:pt x="447744" y="3326101"/>
                </a:cubicBezTo>
                <a:lnTo>
                  <a:pt x="446756" y="3333750"/>
                </a:lnTo>
                <a:lnTo>
                  <a:pt x="834222" y="3333750"/>
                </a:lnTo>
                <a:lnTo>
                  <a:pt x="833756" y="3315508"/>
                </a:lnTo>
                <a:cubicBezTo>
                  <a:pt x="835090" y="3305897"/>
                  <a:pt x="843092" y="3293538"/>
                  <a:pt x="851283" y="3289224"/>
                </a:cubicBezTo>
                <a:cubicBezTo>
                  <a:pt x="869571" y="3279612"/>
                  <a:pt x="872811" y="3266470"/>
                  <a:pt x="866523" y="3248621"/>
                </a:cubicBezTo>
                <a:cubicBezTo>
                  <a:pt x="861189" y="3233124"/>
                  <a:pt x="858523" y="3214098"/>
                  <a:pt x="848234" y="3203506"/>
                </a:cubicBezTo>
                <a:cubicBezTo>
                  <a:pt x="819088" y="3173494"/>
                  <a:pt x="818135" y="3135244"/>
                  <a:pt x="810325" y="3097977"/>
                </a:cubicBezTo>
                <a:cubicBezTo>
                  <a:pt x="805561" y="3075225"/>
                  <a:pt x="805371" y="3054039"/>
                  <a:pt x="808609" y="3031285"/>
                </a:cubicBezTo>
                <a:cubicBezTo>
                  <a:pt x="815849" y="2981857"/>
                  <a:pt x="805561" y="2933799"/>
                  <a:pt x="792417" y="2886329"/>
                </a:cubicBezTo>
                <a:cubicBezTo>
                  <a:pt x="783654" y="2854945"/>
                  <a:pt x="778320" y="2822776"/>
                  <a:pt x="769366" y="2791590"/>
                </a:cubicBezTo>
                <a:cubicBezTo>
                  <a:pt x="762508" y="2768247"/>
                  <a:pt x="754315" y="2744906"/>
                  <a:pt x="743267" y="2723527"/>
                </a:cubicBezTo>
                <a:cubicBezTo>
                  <a:pt x="727072" y="2692532"/>
                  <a:pt x="702688" y="2665466"/>
                  <a:pt x="709166" y="2626038"/>
                </a:cubicBezTo>
                <a:cubicBezTo>
                  <a:pt x="714880" y="2591317"/>
                  <a:pt x="702880" y="2559935"/>
                  <a:pt x="691449" y="2528158"/>
                </a:cubicBezTo>
                <a:cubicBezTo>
                  <a:pt x="683067" y="2504816"/>
                  <a:pt x="674493" y="2481477"/>
                  <a:pt x="669159" y="2457348"/>
                </a:cubicBezTo>
                <a:cubicBezTo>
                  <a:pt x="662872" y="2428709"/>
                  <a:pt x="665540" y="2396344"/>
                  <a:pt x="653918" y="2370844"/>
                </a:cubicBezTo>
                <a:cubicBezTo>
                  <a:pt x="641726" y="2344167"/>
                  <a:pt x="649918" y="2322005"/>
                  <a:pt x="653348" y="2298269"/>
                </a:cubicBezTo>
                <a:cubicBezTo>
                  <a:pt x="658682" y="2260413"/>
                  <a:pt x="668589" y="2222749"/>
                  <a:pt x="656014" y="2184501"/>
                </a:cubicBezTo>
                <a:cubicBezTo>
                  <a:pt x="640774" y="2138014"/>
                  <a:pt x="624391" y="2091918"/>
                  <a:pt x="609913" y="2045235"/>
                </a:cubicBezTo>
                <a:cubicBezTo>
                  <a:pt x="604386" y="2027187"/>
                  <a:pt x="602100" y="2007771"/>
                  <a:pt x="599624" y="1988939"/>
                </a:cubicBezTo>
                <a:cubicBezTo>
                  <a:pt x="597528" y="1971091"/>
                  <a:pt x="602862" y="1949711"/>
                  <a:pt x="594862" y="1935977"/>
                </a:cubicBezTo>
                <a:cubicBezTo>
                  <a:pt x="574287" y="1900670"/>
                  <a:pt x="564191" y="1864385"/>
                  <a:pt x="564191" y="1823583"/>
                </a:cubicBezTo>
                <a:cubicBezTo>
                  <a:pt x="564191" y="1808282"/>
                  <a:pt x="555617" y="1793374"/>
                  <a:pt x="554093" y="1777881"/>
                </a:cubicBezTo>
                <a:cubicBezTo>
                  <a:pt x="552189" y="1756694"/>
                  <a:pt x="547044" y="1732372"/>
                  <a:pt x="554285" y="1713934"/>
                </a:cubicBezTo>
                <a:cubicBezTo>
                  <a:pt x="571429" y="1670585"/>
                  <a:pt x="557141" y="1635476"/>
                  <a:pt x="540186" y="1597617"/>
                </a:cubicBezTo>
                <a:cubicBezTo>
                  <a:pt x="523422" y="1560348"/>
                  <a:pt x="510087" y="1521118"/>
                  <a:pt x="499037" y="1481495"/>
                </a:cubicBezTo>
                <a:cubicBezTo>
                  <a:pt x="495037" y="1466588"/>
                  <a:pt x="501705" y="1448740"/>
                  <a:pt x="503037" y="1432262"/>
                </a:cubicBezTo>
                <a:cubicBezTo>
                  <a:pt x="503419" y="1426376"/>
                  <a:pt x="503991" y="1419903"/>
                  <a:pt x="502085" y="1414609"/>
                </a:cubicBezTo>
                <a:cubicBezTo>
                  <a:pt x="483796" y="1363414"/>
                  <a:pt x="469890" y="1311432"/>
                  <a:pt x="479414" y="1255923"/>
                </a:cubicBezTo>
                <a:cubicBezTo>
                  <a:pt x="480368" y="1250824"/>
                  <a:pt x="478272" y="1245135"/>
                  <a:pt x="476938" y="1240034"/>
                </a:cubicBezTo>
                <a:cubicBezTo>
                  <a:pt x="470080" y="1215122"/>
                  <a:pt x="459222" y="1190799"/>
                  <a:pt x="456745" y="1165498"/>
                </a:cubicBezTo>
                <a:cubicBezTo>
                  <a:pt x="450649" y="1103121"/>
                  <a:pt x="448171" y="1040355"/>
                  <a:pt x="444171" y="977582"/>
                </a:cubicBezTo>
                <a:cubicBezTo>
                  <a:pt x="443981" y="973659"/>
                  <a:pt x="443981" y="969541"/>
                  <a:pt x="442647" y="966011"/>
                </a:cubicBezTo>
                <a:cubicBezTo>
                  <a:pt x="434455" y="942864"/>
                  <a:pt x="437123" y="922662"/>
                  <a:pt x="452743" y="903045"/>
                </a:cubicBezTo>
                <a:cubicBezTo>
                  <a:pt x="459602" y="894414"/>
                  <a:pt x="463222" y="882645"/>
                  <a:pt x="467032" y="871859"/>
                </a:cubicBezTo>
                <a:cubicBezTo>
                  <a:pt x="472748" y="855968"/>
                  <a:pt x="478272" y="839689"/>
                  <a:pt x="481892" y="823213"/>
                </a:cubicBezTo>
                <a:cubicBezTo>
                  <a:pt x="485320" y="806930"/>
                  <a:pt x="490083" y="789474"/>
                  <a:pt x="487416" y="773781"/>
                </a:cubicBezTo>
                <a:cubicBezTo>
                  <a:pt x="482654" y="745535"/>
                  <a:pt x="471986" y="718661"/>
                  <a:pt x="464936" y="690809"/>
                </a:cubicBezTo>
                <a:cubicBezTo>
                  <a:pt x="462460" y="681198"/>
                  <a:pt x="462842" y="670605"/>
                  <a:pt x="462650" y="660603"/>
                </a:cubicBezTo>
                <a:cubicBezTo>
                  <a:pt x="462080" y="637652"/>
                  <a:pt x="467604" y="614113"/>
                  <a:pt x="451791" y="593322"/>
                </a:cubicBezTo>
                <a:cubicBezTo>
                  <a:pt x="436933" y="574101"/>
                  <a:pt x="441313" y="554679"/>
                  <a:pt x="452553" y="534478"/>
                </a:cubicBezTo>
                <a:cubicBezTo>
                  <a:pt x="460556" y="519961"/>
                  <a:pt x="466842" y="503486"/>
                  <a:pt x="469890" y="487205"/>
                </a:cubicBezTo>
                <a:cubicBezTo>
                  <a:pt x="474080" y="464843"/>
                  <a:pt x="475796" y="442679"/>
                  <a:pt x="473318" y="418552"/>
                </a:cubicBezTo>
                <a:cubicBezTo>
                  <a:pt x="471604" y="401485"/>
                  <a:pt x="470842" y="387559"/>
                  <a:pt x="460746" y="374220"/>
                </a:cubicBezTo>
                <a:cubicBezTo>
                  <a:pt x="459222" y="372064"/>
                  <a:pt x="458840" y="368141"/>
                  <a:pt x="459032" y="365198"/>
                </a:cubicBezTo>
                <a:cubicBezTo>
                  <a:pt x="462270" y="326557"/>
                  <a:pt x="460556" y="288308"/>
                  <a:pt x="458267" y="249272"/>
                </a:cubicBezTo>
                <a:cubicBezTo>
                  <a:pt x="455221" y="199649"/>
                  <a:pt x="464174" y="147470"/>
                  <a:pt x="496179" y="104514"/>
                </a:cubicBezTo>
                <a:cubicBezTo>
                  <a:pt x="500943" y="98237"/>
                  <a:pt x="503037" y="88822"/>
                  <a:pt x="504181" y="80583"/>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866290A3-7E80-441D-AA1E-5263326B1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78285" y="0"/>
            <a:ext cx="874715" cy="6858001"/>
          </a:xfrm>
          <a:custGeom>
            <a:avLst/>
            <a:gdLst>
              <a:gd name="connsiteX0" fmla="*/ 669467 w 874715"/>
              <a:gd name="connsiteY0" fmla="*/ 3720275 h 6858001"/>
              <a:gd name="connsiteX1" fmla="*/ 710453 w 874715"/>
              <a:gd name="connsiteY1" fmla="*/ 3726292 h 6858001"/>
              <a:gd name="connsiteX2" fmla="*/ 710455 w 874715"/>
              <a:gd name="connsiteY2" fmla="*/ 3726292 h 6858001"/>
              <a:gd name="connsiteX3" fmla="*/ 669465 w 874715"/>
              <a:gd name="connsiteY3" fmla="*/ 3720275 h 6858001"/>
              <a:gd name="connsiteX4" fmla="*/ 834223 w 874715"/>
              <a:gd name="connsiteY4" fmla="*/ 3333751 h 6858001"/>
              <a:gd name="connsiteX5" fmla="*/ 446757 w 874715"/>
              <a:gd name="connsiteY5" fmla="*/ 3333751 h 6858001"/>
              <a:gd name="connsiteX6" fmla="*/ 441229 w 874715"/>
              <a:gd name="connsiteY6" fmla="*/ 3376550 h 6858001"/>
              <a:gd name="connsiteX7" fmla="*/ 437178 w 874715"/>
              <a:gd name="connsiteY7" fmla="*/ 3407910 h 6858001"/>
              <a:gd name="connsiteX8" fmla="*/ 435790 w 874715"/>
              <a:gd name="connsiteY8" fmla="*/ 3491262 h 6858001"/>
              <a:gd name="connsiteX9" fmla="*/ 429384 w 874715"/>
              <a:gd name="connsiteY9" fmla="*/ 3520658 h 6858001"/>
              <a:gd name="connsiteX10" fmla="*/ 427332 w 874715"/>
              <a:gd name="connsiteY10" fmla="*/ 3524252 h 6858001"/>
              <a:gd name="connsiteX11" fmla="*/ 427331 w 874715"/>
              <a:gd name="connsiteY11" fmla="*/ 3524252 h 6858001"/>
              <a:gd name="connsiteX12" fmla="*/ 413690 w 874715"/>
              <a:gd name="connsiteY12" fmla="*/ 3548145 h 6858001"/>
              <a:gd name="connsiteX13" fmla="*/ 408166 w 874715"/>
              <a:gd name="connsiteY13" fmla="*/ 3612089 h 6858001"/>
              <a:gd name="connsiteX14" fmla="*/ 421692 w 874715"/>
              <a:gd name="connsiteY14" fmla="*/ 3636610 h 6858001"/>
              <a:gd name="connsiteX15" fmla="*/ 445933 w 874715"/>
              <a:gd name="connsiteY15" fmla="*/ 3687609 h 6858001"/>
              <a:gd name="connsiteX16" fmla="*/ 443241 w 874715"/>
              <a:gd name="connsiteY16" fmla="*/ 3725049 h 6858001"/>
              <a:gd name="connsiteX17" fmla="*/ 455589 w 874715"/>
              <a:gd name="connsiteY17" fmla="*/ 3723372 h 6858001"/>
              <a:gd name="connsiteX18" fmla="*/ 544787 w 874715"/>
              <a:gd name="connsiteY18" fmla="*/ 3712739 h 6858001"/>
              <a:gd name="connsiteX19" fmla="*/ 544802 w 874715"/>
              <a:gd name="connsiteY19" fmla="*/ 3712740 h 6858001"/>
              <a:gd name="connsiteX20" fmla="*/ 544786 w 874715"/>
              <a:gd name="connsiteY20" fmla="*/ 3712740 h 6858001"/>
              <a:gd name="connsiteX21" fmla="*/ 455588 w 874715"/>
              <a:gd name="connsiteY21" fmla="*/ 3723373 h 6858001"/>
              <a:gd name="connsiteX22" fmla="*/ 443240 w 874715"/>
              <a:gd name="connsiteY22" fmla="*/ 3725050 h 6858001"/>
              <a:gd name="connsiteX23" fmla="*/ 441884 w 874715"/>
              <a:gd name="connsiteY23" fmla="*/ 3743904 h 6858001"/>
              <a:gd name="connsiteX24" fmla="*/ 442266 w 874715"/>
              <a:gd name="connsiteY24" fmla="*/ 3764306 h 6858001"/>
              <a:gd name="connsiteX25" fmla="*/ 433692 w 874715"/>
              <a:gd name="connsiteY25" fmla="*/ 3834135 h 6858001"/>
              <a:gd name="connsiteX26" fmla="*/ 428740 w 874715"/>
              <a:gd name="connsiteY26" fmla="*/ 3898864 h 6858001"/>
              <a:gd name="connsiteX27" fmla="*/ 444932 w 874715"/>
              <a:gd name="connsiteY27" fmla="*/ 4062061 h 6858001"/>
              <a:gd name="connsiteX28" fmla="*/ 441122 w 874715"/>
              <a:gd name="connsiteY28" fmla="*/ 4187207 h 6858001"/>
              <a:gd name="connsiteX29" fmla="*/ 444932 w 874715"/>
              <a:gd name="connsiteY29" fmla="*/ 4244874 h 6858001"/>
              <a:gd name="connsiteX30" fmla="*/ 450648 w 874715"/>
              <a:gd name="connsiteY30" fmla="*/ 4277434 h 6858001"/>
              <a:gd name="connsiteX31" fmla="*/ 490464 w 874715"/>
              <a:gd name="connsiteY31" fmla="*/ 4351188 h 6858001"/>
              <a:gd name="connsiteX32" fmla="*/ 499418 w 874715"/>
              <a:gd name="connsiteY32" fmla="*/ 4391596 h 6858001"/>
              <a:gd name="connsiteX33" fmla="*/ 498656 w 874715"/>
              <a:gd name="connsiteY33" fmla="*/ 4513209 h 6858001"/>
              <a:gd name="connsiteX34" fmla="*/ 438646 w 874715"/>
              <a:gd name="connsiteY34" fmla="*/ 4695629 h 6858001"/>
              <a:gd name="connsiteX35" fmla="*/ 430644 w 874715"/>
              <a:gd name="connsiteY35" fmla="*/ 4714658 h 6858001"/>
              <a:gd name="connsiteX36" fmla="*/ 420737 w 874715"/>
              <a:gd name="connsiteY36" fmla="*/ 4807436 h 6858001"/>
              <a:gd name="connsiteX37" fmla="*/ 434264 w 874715"/>
              <a:gd name="connsiteY37" fmla="*/ 4870400 h 6858001"/>
              <a:gd name="connsiteX38" fmla="*/ 462269 w 874715"/>
              <a:gd name="connsiteY38" fmla="*/ 4956119 h 6858001"/>
              <a:gd name="connsiteX39" fmla="*/ 485701 w 874715"/>
              <a:gd name="connsiteY39" fmla="*/ 5033207 h 6858001"/>
              <a:gd name="connsiteX40" fmla="*/ 512180 w 874715"/>
              <a:gd name="connsiteY40" fmla="*/ 5089305 h 6858001"/>
              <a:gd name="connsiteX41" fmla="*/ 531613 w 874715"/>
              <a:gd name="connsiteY41" fmla="*/ 5217589 h 6858001"/>
              <a:gd name="connsiteX42" fmla="*/ 534851 w 874715"/>
              <a:gd name="connsiteY42" fmla="*/ 5230926 h 6858001"/>
              <a:gd name="connsiteX43" fmla="*/ 511228 w 874715"/>
              <a:gd name="connsiteY43" fmla="*/ 5327433 h 6858001"/>
              <a:gd name="connsiteX44" fmla="*/ 487225 w 874715"/>
              <a:gd name="connsiteY44" fmla="*/ 5443357 h 6858001"/>
              <a:gd name="connsiteX45" fmla="*/ 495416 w 874715"/>
              <a:gd name="connsiteY45" fmla="*/ 5484746 h 6858001"/>
              <a:gd name="connsiteX46" fmla="*/ 507038 w 874715"/>
              <a:gd name="connsiteY46" fmla="*/ 5541432 h 6858001"/>
              <a:gd name="connsiteX47" fmla="*/ 500942 w 874715"/>
              <a:gd name="connsiteY47" fmla="*/ 5594001 h 6858001"/>
              <a:gd name="connsiteX48" fmla="*/ 500370 w 874715"/>
              <a:gd name="connsiteY48" fmla="*/ 5625974 h 6858001"/>
              <a:gd name="connsiteX49" fmla="*/ 571618 w 874715"/>
              <a:gd name="connsiteY49" fmla="*/ 5771911 h 6858001"/>
              <a:gd name="connsiteX50" fmla="*/ 577524 w 874715"/>
              <a:gd name="connsiteY50" fmla="*/ 5808982 h 6858001"/>
              <a:gd name="connsiteX51" fmla="*/ 586289 w 874715"/>
              <a:gd name="connsiteY51" fmla="*/ 5829971 h 6858001"/>
              <a:gd name="connsiteX52" fmla="*/ 674684 w 874715"/>
              <a:gd name="connsiteY52" fmla="*/ 5956490 h 6858001"/>
              <a:gd name="connsiteX53" fmla="*/ 692590 w 874715"/>
              <a:gd name="connsiteY53" fmla="*/ 6010235 h 6858001"/>
              <a:gd name="connsiteX54" fmla="*/ 688970 w 874715"/>
              <a:gd name="connsiteY54" fmla="*/ 6069276 h 6858001"/>
              <a:gd name="connsiteX55" fmla="*/ 682494 w 874715"/>
              <a:gd name="connsiteY55" fmla="*/ 6103407 h 6858001"/>
              <a:gd name="connsiteX56" fmla="*/ 626294 w 874715"/>
              <a:gd name="connsiteY56" fmla="*/ 6188144 h 6858001"/>
              <a:gd name="connsiteX57" fmla="*/ 628200 w 874715"/>
              <a:gd name="connsiteY57" fmla="*/ 6236396 h 6858001"/>
              <a:gd name="connsiteX58" fmla="*/ 666871 w 874715"/>
              <a:gd name="connsiteY58" fmla="*/ 6311718 h 6858001"/>
              <a:gd name="connsiteX59" fmla="*/ 684208 w 874715"/>
              <a:gd name="connsiteY59" fmla="*/ 6448435 h 6858001"/>
              <a:gd name="connsiteX60" fmla="*/ 630104 w 874715"/>
              <a:gd name="connsiteY60" fmla="*/ 6517873 h 6858001"/>
              <a:gd name="connsiteX61" fmla="*/ 578096 w 874715"/>
              <a:gd name="connsiteY61" fmla="*/ 6553767 h 6858001"/>
              <a:gd name="connsiteX62" fmla="*/ 517706 w 874715"/>
              <a:gd name="connsiteY62" fmla="*/ 6657533 h 6858001"/>
              <a:gd name="connsiteX63" fmla="*/ 540185 w 874715"/>
              <a:gd name="connsiteY63" fmla="*/ 6682250 h 6858001"/>
              <a:gd name="connsiteX64" fmla="*/ 549712 w 874715"/>
              <a:gd name="connsiteY64" fmla="*/ 6758356 h 6858001"/>
              <a:gd name="connsiteX65" fmla="*/ 548950 w 874715"/>
              <a:gd name="connsiteY65" fmla="*/ 6840738 h 6858001"/>
              <a:gd name="connsiteX66" fmla="*/ 556149 w 874715"/>
              <a:gd name="connsiteY66" fmla="*/ 6858001 h 6858001"/>
              <a:gd name="connsiteX67" fmla="*/ 760427 w 874715"/>
              <a:gd name="connsiteY67" fmla="*/ 6858001 h 6858001"/>
              <a:gd name="connsiteX68" fmla="*/ 763269 w 874715"/>
              <a:gd name="connsiteY68" fmla="*/ 6846819 h 6858001"/>
              <a:gd name="connsiteX69" fmla="*/ 784795 w 874715"/>
              <a:gd name="connsiteY69" fmla="*/ 6678324 h 6858001"/>
              <a:gd name="connsiteX70" fmla="*/ 805560 w 874715"/>
              <a:gd name="connsiteY70" fmla="*/ 6504338 h 6858001"/>
              <a:gd name="connsiteX71" fmla="*/ 812418 w 874715"/>
              <a:gd name="connsiteY71" fmla="*/ 6408814 h 6858001"/>
              <a:gd name="connsiteX72" fmla="*/ 823279 w 874715"/>
              <a:gd name="connsiteY72" fmla="*/ 6325450 h 6858001"/>
              <a:gd name="connsiteX73" fmla="*/ 830137 w 874715"/>
              <a:gd name="connsiteY73" fmla="*/ 6252873 h 6858001"/>
              <a:gd name="connsiteX74" fmla="*/ 844043 w 874715"/>
              <a:gd name="connsiteY74" fmla="*/ 6137341 h 6858001"/>
              <a:gd name="connsiteX75" fmla="*/ 847663 w 874715"/>
              <a:gd name="connsiteY75" fmla="*/ 6089284 h 6858001"/>
              <a:gd name="connsiteX76" fmla="*/ 847471 w 874715"/>
              <a:gd name="connsiteY76" fmla="*/ 5975908 h 6858001"/>
              <a:gd name="connsiteX77" fmla="*/ 845567 w 874715"/>
              <a:gd name="connsiteY77" fmla="*/ 5936481 h 6858001"/>
              <a:gd name="connsiteX78" fmla="*/ 821945 w 874715"/>
              <a:gd name="connsiteY78" fmla="*/ 5860571 h 6858001"/>
              <a:gd name="connsiteX79" fmla="*/ 820231 w 874715"/>
              <a:gd name="connsiteY79" fmla="*/ 5851549 h 6858001"/>
              <a:gd name="connsiteX80" fmla="*/ 810894 w 874715"/>
              <a:gd name="connsiteY80" fmla="*/ 5801726 h 6858001"/>
              <a:gd name="connsiteX81" fmla="*/ 807846 w 874715"/>
              <a:gd name="connsiteY81" fmla="*/ 5774460 h 6858001"/>
              <a:gd name="connsiteX82" fmla="*/ 788415 w 874715"/>
              <a:gd name="connsiteY82" fmla="*/ 5670892 h 6858001"/>
              <a:gd name="connsiteX83" fmla="*/ 779271 w 874715"/>
              <a:gd name="connsiteY83" fmla="*/ 5611265 h 6858001"/>
              <a:gd name="connsiteX84" fmla="*/ 780605 w 874715"/>
              <a:gd name="connsiteY84" fmla="*/ 5563010 h 6858001"/>
              <a:gd name="connsiteX85" fmla="*/ 782319 w 874715"/>
              <a:gd name="connsiteY85" fmla="*/ 5478272 h 6858001"/>
              <a:gd name="connsiteX86" fmla="*/ 786701 w 874715"/>
              <a:gd name="connsiteY86" fmla="*/ 5451203 h 6858001"/>
              <a:gd name="connsiteX87" fmla="*/ 774127 w 874715"/>
              <a:gd name="connsiteY87" fmla="*/ 5328805 h 6858001"/>
              <a:gd name="connsiteX88" fmla="*/ 773175 w 874715"/>
              <a:gd name="connsiteY88" fmla="*/ 5258975 h 6858001"/>
              <a:gd name="connsiteX89" fmla="*/ 757552 w 874715"/>
              <a:gd name="connsiteY89" fmla="*/ 5180319 h 6858001"/>
              <a:gd name="connsiteX90" fmla="*/ 758314 w 874715"/>
              <a:gd name="connsiteY90" fmla="*/ 5157370 h 6858001"/>
              <a:gd name="connsiteX91" fmla="*/ 759649 w 874715"/>
              <a:gd name="connsiteY91" fmla="*/ 5131673 h 6858001"/>
              <a:gd name="connsiteX92" fmla="*/ 760793 w 874715"/>
              <a:gd name="connsiteY92" fmla="*/ 5052820 h 6858001"/>
              <a:gd name="connsiteX93" fmla="*/ 766507 w 874715"/>
              <a:gd name="connsiteY93" fmla="*/ 5004959 h 6858001"/>
              <a:gd name="connsiteX94" fmla="*/ 763079 w 874715"/>
              <a:gd name="connsiteY94" fmla="*/ 4913751 h 6858001"/>
              <a:gd name="connsiteX95" fmla="*/ 768031 w 874715"/>
              <a:gd name="connsiteY95" fmla="*/ 4880011 h 6858001"/>
              <a:gd name="connsiteX96" fmla="*/ 768603 w 874715"/>
              <a:gd name="connsiteY96" fmla="*/ 4794687 h 6858001"/>
              <a:gd name="connsiteX97" fmla="*/ 765745 w 874715"/>
              <a:gd name="connsiteY97" fmla="*/ 4718187 h 6858001"/>
              <a:gd name="connsiteX98" fmla="*/ 767269 w 874715"/>
              <a:gd name="connsiteY98" fmla="*/ 4644434 h 6858001"/>
              <a:gd name="connsiteX99" fmla="*/ 773555 w 874715"/>
              <a:gd name="connsiteY99" fmla="*/ 4591670 h 6858001"/>
              <a:gd name="connsiteX100" fmla="*/ 777365 w 874715"/>
              <a:gd name="connsiteY100" fmla="*/ 4534394 h 6858001"/>
              <a:gd name="connsiteX101" fmla="*/ 800036 w 874715"/>
              <a:gd name="connsiteY101" fmla="*/ 4376493 h 6858001"/>
              <a:gd name="connsiteX102" fmla="*/ 794512 w 874715"/>
              <a:gd name="connsiteY102" fmla="*/ 4347267 h 6858001"/>
              <a:gd name="connsiteX103" fmla="*/ 789368 w 874715"/>
              <a:gd name="connsiteY103" fmla="*/ 4181322 h 6858001"/>
              <a:gd name="connsiteX104" fmla="*/ 789750 w 874715"/>
              <a:gd name="connsiteY104" fmla="*/ 4145230 h 6858001"/>
              <a:gd name="connsiteX105" fmla="*/ 767269 w 874715"/>
              <a:gd name="connsiteY105" fmla="*/ 4048330 h 6858001"/>
              <a:gd name="connsiteX106" fmla="*/ 802894 w 874715"/>
              <a:gd name="connsiteY106" fmla="*/ 3898864 h 6858001"/>
              <a:gd name="connsiteX107" fmla="*/ 847471 w 874715"/>
              <a:gd name="connsiteY107" fmla="*/ 3759007 h 6858001"/>
              <a:gd name="connsiteX108" fmla="*/ 848163 w 874715"/>
              <a:gd name="connsiteY108" fmla="*/ 3756136 h 6858001"/>
              <a:gd name="connsiteX109" fmla="*/ 819543 w 874715"/>
              <a:gd name="connsiteY109" fmla="*/ 3748731 h 6858001"/>
              <a:gd name="connsiteX110" fmla="*/ 819313 w 874715"/>
              <a:gd name="connsiteY110" fmla="*/ 3748682 h 6858001"/>
              <a:gd name="connsiteX111" fmla="*/ 819544 w 874715"/>
              <a:gd name="connsiteY111" fmla="*/ 3748730 h 6858001"/>
              <a:gd name="connsiteX112" fmla="*/ 848164 w 874715"/>
              <a:gd name="connsiteY112" fmla="*/ 3756135 h 6858001"/>
              <a:gd name="connsiteX113" fmla="*/ 849545 w 874715"/>
              <a:gd name="connsiteY113" fmla="*/ 3750401 h 6858001"/>
              <a:gd name="connsiteX114" fmla="*/ 853189 w 874715"/>
              <a:gd name="connsiteY114" fmla="*/ 3741353 h 6858001"/>
              <a:gd name="connsiteX115" fmla="*/ 862905 w 874715"/>
              <a:gd name="connsiteY115" fmla="*/ 3691138 h 6858001"/>
              <a:gd name="connsiteX116" fmla="*/ 866333 w 874715"/>
              <a:gd name="connsiteY116" fmla="*/ 3628959 h 6858001"/>
              <a:gd name="connsiteX117" fmla="*/ 874715 w 874715"/>
              <a:gd name="connsiteY117" fmla="*/ 3550106 h 6858001"/>
              <a:gd name="connsiteX118" fmla="*/ 871487 w 874715"/>
              <a:gd name="connsiteY118" fmla="*/ 3524252 h 6858001"/>
              <a:gd name="connsiteX119" fmla="*/ 871488 w 874715"/>
              <a:gd name="connsiteY119" fmla="*/ 3524252 h 6858001"/>
              <a:gd name="connsiteX120" fmla="*/ 870763 w 874715"/>
              <a:gd name="connsiteY120" fmla="*/ 3518451 h 6858001"/>
              <a:gd name="connsiteX121" fmla="*/ 864238 w 874715"/>
              <a:gd name="connsiteY121" fmla="*/ 3486946 h 6858001"/>
              <a:gd name="connsiteX122" fmla="*/ 848618 w 874715"/>
              <a:gd name="connsiteY122" fmla="*/ 3398677 h 6858001"/>
              <a:gd name="connsiteX123" fmla="*/ 837595 w 874715"/>
              <a:gd name="connsiteY123" fmla="*/ 3365728 h 6858001"/>
              <a:gd name="connsiteX124" fmla="*/ 834829 w 874715"/>
              <a:gd name="connsiteY124" fmla="*/ 3357461 h 6858001"/>
              <a:gd name="connsiteX125" fmla="*/ 513783 w 874715"/>
              <a:gd name="connsiteY125" fmla="*/ 0 h 6858001"/>
              <a:gd name="connsiteX126" fmla="*/ 72334 w 874715"/>
              <a:gd name="connsiteY126" fmla="*/ 0 h 6858001"/>
              <a:gd name="connsiteX127" fmla="*/ 75447 w 874715"/>
              <a:gd name="connsiteY127" fmla="*/ 27991 h 6858001"/>
              <a:gd name="connsiteX128" fmla="*/ 88115 w 874715"/>
              <a:gd name="connsiteY128" fmla="*/ 134133 h 6858001"/>
              <a:gd name="connsiteX129" fmla="*/ 62778 w 874715"/>
              <a:gd name="connsiteY129" fmla="*/ 221224 h 6858001"/>
              <a:gd name="connsiteX130" fmla="*/ 62206 w 874715"/>
              <a:gd name="connsiteY130" fmla="*/ 247312 h 6858001"/>
              <a:gd name="connsiteX131" fmla="*/ 72113 w 874715"/>
              <a:gd name="connsiteY131" fmla="*/ 305764 h 6858001"/>
              <a:gd name="connsiteX132" fmla="*/ 65445 w 874715"/>
              <a:gd name="connsiteY132" fmla="*/ 426397 h 6858001"/>
              <a:gd name="connsiteX133" fmla="*/ 55348 w 874715"/>
              <a:gd name="connsiteY133" fmla="*/ 470924 h 6858001"/>
              <a:gd name="connsiteX134" fmla="*/ 48870 w 874715"/>
              <a:gd name="connsiteY134" fmla="*/ 495638 h 6858001"/>
              <a:gd name="connsiteX135" fmla="*/ 30963 w 874715"/>
              <a:gd name="connsiteY135" fmla="*/ 622548 h 6858001"/>
              <a:gd name="connsiteX136" fmla="*/ 11723 w 874715"/>
              <a:gd name="connsiteY136" fmla="*/ 679040 h 6858001"/>
              <a:gd name="connsiteX137" fmla="*/ 8865 w 874715"/>
              <a:gd name="connsiteY137" fmla="*/ 694341 h 6858001"/>
              <a:gd name="connsiteX138" fmla="*/ 16865 w 874715"/>
              <a:gd name="connsiteY138" fmla="*/ 778095 h 6858001"/>
              <a:gd name="connsiteX139" fmla="*/ 47918 w 874715"/>
              <a:gd name="connsiteY139" fmla="*/ 840866 h 6858001"/>
              <a:gd name="connsiteX140" fmla="*/ 58396 w 874715"/>
              <a:gd name="connsiteY140" fmla="*/ 853028 h 6858001"/>
              <a:gd name="connsiteX141" fmla="*/ 54776 w 874715"/>
              <a:gd name="connsiteY141" fmla="*/ 1027995 h 6858001"/>
              <a:gd name="connsiteX142" fmla="*/ 50394 w 874715"/>
              <a:gd name="connsiteY142" fmla="*/ 1054866 h 6858001"/>
              <a:gd name="connsiteX143" fmla="*/ 68683 w 874715"/>
              <a:gd name="connsiteY143" fmla="*/ 1184720 h 6858001"/>
              <a:gd name="connsiteX144" fmla="*/ 72303 w 874715"/>
              <a:gd name="connsiteY144" fmla="*/ 1222576 h 6858001"/>
              <a:gd name="connsiteX145" fmla="*/ 88687 w 874715"/>
              <a:gd name="connsiteY145" fmla="*/ 1358313 h 6858001"/>
              <a:gd name="connsiteX146" fmla="*/ 73447 w 874715"/>
              <a:gd name="connsiteY146" fmla="*/ 1377535 h 6858001"/>
              <a:gd name="connsiteX147" fmla="*/ 35153 w 874715"/>
              <a:gd name="connsiteY147" fmla="*/ 1432851 h 6858001"/>
              <a:gd name="connsiteX148" fmla="*/ 1244 w 874715"/>
              <a:gd name="connsiteY148" fmla="*/ 1541910 h 6858001"/>
              <a:gd name="connsiteX149" fmla="*/ 3149 w 874715"/>
              <a:gd name="connsiteY149" fmla="*/ 1571529 h 6858001"/>
              <a:gd name="connsiteX150" fmla="*/ 59730 w 874715"/>
              <a:gd name="connsiteY150" fmla="*/ 1646459 h 6858001"/>
              <a:gd name="connsiteX151" fmla="*/ 82399 w 874715"/>
              <a:gd name="connsiteY151" fmla="*/ 1682944 h 6858001"/>
              <a:gd name="connsiteX152" fmla="*/ 124120 w 874715"/>
              <a:gd name="connsiteY152" fmla="*/ 1786511 h 6858001"/>
              <a:gd name="connsiteX153" fmla="*/ 131741 w 874715"/>
              <a:gd name="connsiteY153" fmla="*/ 1795142 h 6858001"/>
              <a:gd name="connsiteX154" fmla="*/ 222232 w 874715"/>
              <a:gd name="connsiteY154" fmla="*/ 1871640 h 6858001"/>
              <a:gd name="connsiteX155" fmla="*/ 237662 w 874715"/>
              <a:gd name="connsiteY155" fmla="*/ 1888901 h 6858001"/>
              <a:gd name="connsiteX156" fmla="*/ 261667 w 874715"/>
              <a:gd name="connsiteY156" fmla="*/ 1909694 h 6858001"/>
              <a:gd name="connsiteX157" fmla="*/ 308150 w 874715"/>
              <a:gd name="connsiteY157" fmla="*/ 1974618 h 6858001"/>
              <a:gd name="connsiteX158" fmla="*/ 323009 w 874715"/>
              <a:gd name="connsiteY158" fmla="*/ 2055042 h 6858001"/>
              <a:gd name="connsiteX159" fmla="*/ 345680 w 874715"/>
              <a:gd name="connsiteY159" fmla="*/ 2152137 h 6858001"/>
              <a:gd name="connsiteX160" fmla="*/ 360920 w 874715"/>
              <a:gd name="connsiteY160" fmla="*/ 2192740 h 6858001"/>
              <a:gd name="connsiteX161" fmla="*/ 389877 w 874715"/>
              <a:gd name="connsiteY161" fmla="*/ 2301603 h 6858001"/>
              <a:gd name="connsiteX162" fmla="*/ 414262 w 874715"/>
              <a:gd name="connsiteY162" fmla="*/ 2379279 h 6858001"/>
              <a:gd name="connsiteX163" fmla="*/ 428551 w 874715"/>
              <a:gd name="connsiteY163" fmla="*/ 2491281 h 6858001"/>
              <a:gd name="connsiteX164" fmla="*/ 429121 w 874715"/>
              <a:gd name="connsiteY164" fmla="*/ 2545615 h 6858001"/>
              <a:gd name="connsiteX165" fmla="*/ 502275 w 874715"/>
              <a:gd name="connsiteY165" fmla="*/ 2645455 h 6858001"/>
              <a:gd name="connsiteX166" fmla="*/ 550665 w 874715"/>
              <a:gd name="connsiteY166" fmla="*/ 2725094 h 6858001"/>
              <a:gd name="connsiteX167" fmla="*/ 527232 w 874715"/>
              <a:gd name="connsiteY167" fmla="*/ 2808850 h 6858001"/>
              <a:gd name="connsiteX168" fmla="*/ 505133 w 874715"/>
              <a:gd name="connsiteY168" fmla="*/ 2831604 h 6858001"/>
              <a:gd name="connsiteX169" fmla="*/ 484178 w 874715"/>
              <a:gd name="connsiteY169" fmla="*/ 2968910 h 6858001"/>
              <a:gd name="connsiteX170" fmla="*/ 483416 w 874715"/>
              <a:gd name="connsiteY170" fmla="*/ 3165061 h 6858001"/>
              <a:gd name="connsiteX171" fmla="*/ 447744 w 874715"/>
              <a:gd name="connsiteY171" fmla="*/ 3326101 h 6858001"/>
              <a:gd name="connsiteX172" fmla="*/ 446756 w 874715"/>
              <a:gd name="connsiteY172" fmla="*/ 3333750 h 6858001"/>
              <a:gd name="connsiteX173" fmla="*/ 834222 w 874715"/>
              <a:gd name="connsiteY173" fmla="*/ 3333750 h 6858001"/>
              <a:gd name="connsiteX174" fmla="*/ 833756 w 874715"/>
              <a:gd name="connsiteY174" fmla="*/ 3315508 h 6858001"/>
              <a:gd name="connsiteX175" fmla="*/ 851283 w 874715"/>
              <a:gd name="connsiteY175" fmla="*/ 3289224 h 6858001"/>
              <a:gd name="connsiteX176" fmla="*/ 866523 w 874715"/>
              <a:gd name="connsiteY176" fmla="*/ 3248621 h 6858001"/>
              <a:gd name="connsiteX177" fmla="*/ 848234 w 874715"/>
              <a:gd name="connsiteY177" fmla="*/ 3203506 h 6858001"/>
              <a:gd name="connsiteX178" fmla="*/ 810325 w 874715"/>
              <a:gd name="connsiteY178" fmla="*/ 3097977 h 6858001"/>
              <a:gd name="connsiteX179" fmla="*/ 808609 w 874715"/>
              <a:gd name="connsiteY179" fmla="*/ 3031285 h 6858001"/>
              <a:gd name="connsiteX180" fmla="*/ 792417 w 874715"/>
              <a:gd name="connsiteY180" fmla="*/ 2886329 h 6858001"/>
              <a:gd name="connsiteX181" fmla="*/ 769366 w 874715"/>
              <a:gd name="connsiteY181" fmla="*/ 2791590 h 6858001"/>
              <a:gd name="connsiteX182" fmla="*/ 743267 w 874715"/>
              <a:gd name="connsiteY182" fmla="*/ 2723527 h 6858001"/>
              <a:gd name="connsiteX183" fmla="*/ 709166 w 874715"/>
              <a:gd name="connsiteY183" fmla="*/ 2626038 h 6858001"/>
              <a:gd name="connsiteX184" fmla="*/ 691449 w 874715"/>
              <a:gd name="connsiteY184" fmla="*/ 2528158 h 6858001"/>
              <a:gd name="connsiteX185" fmla="*/ 669159 w 874715"/>
              <a:gd name="connsiteY185" fmla="*/ 2457348 h 6858001"/>
              <a:gd name="connsiteX186" fmla="*/ 653918 w 874715"/>
              <a:gd name="connsiteY186" fmla="*/ 2370844 h 6858001"/>
              <a:gd name="connsiteX187" fmla="*/ 653348 w 874715"/>
              <a:gd name="connsiteY187" fmla="*/ 2298269 h 6858001"/>
              <a:gd name="connsiteX188" fmla="*/ 656014 w 874715"/>
              <a:gd name="connsiteY188" fmla="*/ 2184501 h 6858001"/>
              <a:gd name="connsiteX189" fmla="*/ 609913 w 874715"/>
              <a:gd name="connsiteY189" fmla="*/ 2045235 h 6858001"/>
              <a:gd name="connsiteX190" fmla="*/ 599624 w 874715"/>
              <a:gd name="connsiteY190" fmla="*/ 1988939 h 6858001"/>
              <a:gd name="connsiteX191" fmla="*/ 594862 w 874715"/>
              <a:gd name="connsiteY191" fmla="*/ 1935977 h 6858001"/>
              <a:gd name="connsiteX192" fmla="*/ 564191 w 874715"/>
              <a:gd name="connsiteY192" fmla="*/ 1823583 h 6858001"/>
              <a:gd name="connsiteX193" fmla="*/ 554093 w 874715"/>
              <a:gd name="connsiteY193" fmla="*/ 1777881 h 6858001"/>
              <a:gd name="connsiteX194" fmla="*/ 554285 w 874715"/>
              <a:gd name="connsiteY194" fmla="*/ 1713934 h 6858001"/>
              <a:gd name="connsiteX195" fmla="*/ 540186 w 874715"/>
              <a:gd name="connsiteY195" fmla="*/ 1597617 h 6858001"/>
              <a:gd name="connsiteX196" fmla="*/ 499037 w 874715"/>
              <a:gd name="connsiteY196" fmla="*/ 1481495 h 6858001"/>
              <a:gd name="connsiteX197" fmla="*/ 503037 w 874715"/>
              <a:gd name="connsiteY197" fmla="*/ 1432262 h 6858001"/>
              <a:gd name="connsiteX198" fmla="*/ 502085 w 874715"/>
              <a:gd name="connsiteY198" fmla="*/ 1414609 h 6858001"/>
              <a:gd name="connsiteX199" fmla="*/ 479414 w 874715"/>
              <a:gd name="connsiteY199" fmla="*/ 1255923 h 6858001"/>
              <a:gd name="connsiteX200" fmla="*/ 476938 w 874715"/>
              <a:gd name="connsiteY200" fmla="*/ 1240034 h 6858001"/>
              <a:gd name="connsiteX201" fmla="*/ 456745 w 874715"/>
              <a:gd name="connsiteY201" fmla="*/ 1165498 h 6858001"/>
              <a:gd name="connsiteX202" fmla="*/ 444171 w 874715"/>
              <a:gd name="connsiteY202" fmla="*/ 977582 h 6858001"/>
              <a:gd name="connsiteX203" fmla="*/ 442647 w 874715"/>
              <a:gd name="connsiteY203" fmla="*/ 966011 h 6858001"/>
              <a:gd name="connsiteX204" fmla="*/ 452743 w 874715"/>
              <a:gd name="connsiteY204" fmla="*/ 903045 h 6858001"/>
              <a:gd name="connsiteX205" fmla="*/ 467032 w 874715"/>
              <a:gd name="connsiteY205" fmla="*/ 871859 h 6858001"/>
              <a:gd name="connsiteX206" fmla="*/ 481892 w 874715"/>
              <a:gd name="connsiteY206" fmla="*/ 823213 h 6858001"/>
              <a:gd name="connsiteX207" fmla="*/ 487416 w 874715"/>
              <a:gd name="connsiteY207" fmla="*/ 773781 h 6858001"/>
              <a:gd name="connsiteX208" fmla="*/ 464936 w 874715"/>
              <a:gd name="connsiteY208" fmla="*/ 690809 h 6858001"/>
              <a:gd name="connsiteX209" fmla="*/ 462650 w 874715"/>
              <a:gd name="connsiteY209" fmla="*/ 660603 h 6858001"/>
              <a:gd name="connsiteX210" fmla="*/ 451791 w 874715"/>
              <a:gd name="connsiteY210" fmla="*/ 593322 h 6858001"/>
              <a:gd name="connsiteX211" fmla="*/ 452553 w 874715"/>
              <a:gd name="connsiteY211" fmla="*/ 534478 h 6858001"/>
              <a:gd name="connsiteX212" fmla="*/ 469890 w 874715"/>
              <a:gd name="connsiteY212" fmla="*/ 487205 h 6858001"/>
              <a:gd name="connsiteX213" fmla="*/ 473318 w 874715"/>
              <a:gd name="connsiteY213" fmla="*/ 418552 h 6858001"/>
              <a:gd name="connsiteX214" fmla="*/ 460746 w 874715"/>
              <a:gd name="connsiteY214" fmla="*/ 374220 h 6858001"/>
              <a:gd name="connsiteX215" fmla="*/ 459032 w 874715"/>
              <a:gd name="connsiteY215" fmla="*/ 365198 h 6858001"/>
              <a:gd name="connsiteX216" fmla="*/ 458267 w 874715"/>
              <a:gd name="connsiteY216" fmla="*/ 249272 h 6858001"/>
              <a:gd name="connsiteX217" fmla="*/ 496179 w 874715"/>
              <a:gd name="connsiteY217" fmla="*/ 104514 h 6858001"/>
              <a:gd name="connsiteX218" fmla="*/ 504181 w 874715"/>
              <a:gd name="connsiteY218" fmla="*/ 80583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Lst>
            <a:rect l="l" t="t" r="r" b="b"/>
            <a:pathLst>
              <a:path w="874715" h="6858001">
                <a:moveTo>
                  <a:pt x="669467" y="3720275"/>
                </a:moveTo>
                <a:lnTo>
                  <a:pt x="710453" y="3726292"/>
                </a:lnTo>
                <a:lnTo>
                  <a:pt x="710455" y="3726292"/>
                </a:lnTo>
                <a:lnTo>
                  <a:pt x="669465" y="3720275"/>
                </a:lnTo>
                <a:close/>
                <a:moveTo>
                  <a:pt x="834223" y="3333751"/>
                </a:moveTo>
                <a:lnTo>
                  <a:pt x="446757" y="3333751"/>
                </a:lnTo>
                <a:lnTo>
                  <a:pt x="441229" y="3376550"/>
                </a:lnTo>
                <a:lnTo>
                  <a:pt x="437178" y="3407910"/>
                </a:lnTo>
                <a:cubicBezTo>
                  <a:pt x="435005" y="3435408"/>
                  <a:pt x="434362" y="3463164"/>
                  <a:pt x="435790" y="3491262"/>
                </a:cubicBezTo>
                <a:cubicBezTo>
                  <a:pt x="436266" y="3500578"/>
                  <a:pt x="433599" y="3510777"/>
                  <a:pt x="429384" y="3520658"/>
                </a:cubicBezTo>
                <a:lnTo>
                  <a:pt x="427332" y="3524252"/>
                </a:lnTo>
                <a:lnTo>
                  <a:pt x="427331" y="3524252"/>
                </a:lnTo>
                <a:lnTo>
                  <a:pt x="413690" y="3548145"/>
                </a:lnTo>
                <a:cubicBezTo>
                  <a:pt x="391973" y="3578940"/>
                  <a:pt x="390257" y="3577567"/>
                  <a:pt x="408166" y="3612089"/>
                </a:cubicBezTo>
                <a:cubicBezTo>
                  <a:pt x="412548" y="3620328"/>
                  <a:pt x="415214" y="3630528"/>
                  <a:pt x="421692" y="3636610"/>
                </a:cubicBezTo>
                <a:cubicBezTo>
                  <a:pt x="438171" y="3652106"/>
                  <a:pt x="444409" y="3669416"/>
                  <a:pt x="445933" y="3687609"/>
                </a:cubicBezTo>
                <a:lnTo>
                  <a:pt x="443241" y="3725049"/>
                </a:lnTo>
                <a:lnTo>
                  <a:pt x="455589" y="3723372"/>
                </a:lnTo>
                <a:cubicBezTo>
                  <a:pt x="485111" y="3719138"/>
                  <a:pt x="514678" y="3715144"/>
                  <a:pt x="544787" y="3712739"/>
                </a:cubicBezTo>
                <a:lnTo>
                  <a:pt x="544802" y="3712740"/>
                </a:lnTo>
                <a:lnTo>
                  <a:pt x="544786" y="3712740"/>
                </a:lnTo>
                <a:cubicBezTo>
                  <a:pt x="514677" y="3715145"/>
                  <a:pt x="485110" y="3719139"/>
                  <a:pt x="455588" y="3723373"/>
                </a:cubicBezTo>
                <a:lnTo>
                  <a:pt x="443240" y="3725050"/>
                </a:lnTo>
                <a:lnTo>
                  <a:pt x="441884" y="3743904"/>
                </a:lnTo>
                <a:cubicBezTo>
                  <a:pt x="440932" y="3750574"/>
                  <a:pt x="439598" y="3758615"/>
                  <a:pt x="442266" y="3764306"/>
                </a:cubicBezTo>
                <a:cubicBezTo>
                  <a:pt x="454266" y="3790000"/>
                  <a:pt x="450076" y="3811773"/>
                  <a:pt x="433692" y="3834135"/>
                </a:cubicBezTo>
                <a:cubicBezTo>
                  <a:pt x="419595" y="3853553"/>
                  <a:pt x="411213" y="3875915"/>
                  <a:pt x="428740" y="3898864"/>
                </a:cubicBezTo>
                <a:cubicBezTo>
                  <a:pt x="467603" y="3949864"/>
                  <a:pt x="469507" y="4004392"/>
                  <a:pt x="444932" y="4062061"/>
                </a:cubicBezTo>
                <a:cubicBezTo>
                  <a:pt x="427405" y="4103253"/>
                  <a:pt x="423405" y="4143856"/>
                  <a:pt x="441122" y="4187207"/>
                </a:cubicBezTo>
                <a:cubicBezTo>
                  <a:pt x="447980" y="4203880"/>
                  <a:pt x="443408" y="4225456"/>
                  <a:pt x="444932" y="4244874"/>
                </a:cubicBezTo>
                <a:cubicBezTo>
                  <a:pt x="445694" y="4255860"/>
                  <a:pt x="445884" y="4268022"/>
                  <a:pt x="450648" y="4277434"/>
                </a:cubicBezTo>
                <a:cubicBezTo>
                  <a:pt x="462841" y="4302544"/>
                  <a:pt x="478461" y="4325885"/>
                  <a:pt x="490464" y="4351188"/>
                </a:cubicBezTo>
                <a:cubicBezTo>
                  <a:pt x="496178" y="4363350"/>
                  <a:pt x="499226" y="4377865"/>
                  <a:pt x="499418" y="4391596"/>
                </a:cubicBezTo>
                <a:cubicBezTo>
                  <a:pt x="500370" y="4432199"/>
                  <a:pt x="500370" y="4472804"/>
                  <a:pt x="498656" y="4513209"/>
                </a:cubicBezTo>
                <a:cubicBezTo>
                  <a:pt x="495988" y="4579901"/>
                  <a:pt x="495416" y="4647572"/>
                  <a:pt x="438646" y="4695629"/>
                </a:cubicBezTo>
                <a:cubicBezTo>
                  <a:pt x="434074" y="4699554"/>
                  <a:pt x="431406" y="4707987"/>
                  <a:pt x="430644" y="4714658"/>
                </a:cubicBezTo>
                <a:cubicBezTo>
                  <a:pt x="427025" y="4745453"/>
                  <a:pt x="426643" y="4777033"/>
                  <a:pt x="420737" y="4807436"/>
                </a:cubicBezTo>
                <a:cubicBezTo>
                  <a:pt x="415975" y="4831758"/>
                  <a:pt x="417499" y="4851963"/>
                  <a:pt x="434264" y="4870400"/>
                </a:cubicBezTo>
                <a:cubicBezTo>
                  <a:pt x="456362" y="4894527"/>
                  <a:pt x="469317" y="4923950"/>
                  <a:pt x="462269" y="4956119"/>
                </a:cubicBezTo>
                <a:cubicBezTo>
                  <a:pt x="455410" y="4988286"/>
                  <a:pt x="470269" y="5009470"/>
                  <a:pt x="485701" y="5033207"/>
                </a:cubicBezTo>
                <a:cubicBezTo>
                  <a:pt x="496940" y="5050467"/>
                  <a:pt x="511038" y="5070083"/>
                  <a:pt x="512180" y="5089305"/>
                </a:cubicBezTo>
                <a:cubicBezTo>
                  <a:pt x="514656" y="5132851"/>
                  <a:pt x="553902" y="5170316"/>
                  <a:pt x="531613" y="5217589"/>
                </a:cubicBezTo>
                <a:cubicBezTo>
                  <a:pt x="530089" y="5220727"/>
                  <a:pt x="533899" y="5226415"/>
                  <a:pt x="534851" y="5230926"/>
                </a:cubicBezTo>
                <a:cubicBezTo>
                  <a:pt x="542091" y="5267019"/>
                  <a:pt x="535041" y="5300953"/>
                  <a:pt x="511228" y="5327433"/>
                </a:cubicBezTo>
                <a:cubicBezTo>
                  <a:pt x="480175" y="5362152"/>
                  <a:pt x="477127" y="5400597"/>
                  <a:pt x="487225" y="5443357"/>
                </a:cubicBezTo>
                <a:cubicBezTo>
                  <a:pt x="490464" y="5457089"/>
                  <a:pt x="492750" y="5470820"/>
                  <a:pt x="495416" y="5484746"/>
                </a:cubicBezTo>
                <a:cubicBezTo>
                  <a:pt x="499226" y="5503576"/>
                  <a:pt x="503228" y="5522604"/>
                  <a:pt x="507038" y="5541432"/>
                </a:cubicBezTo>
                <a:cubicBezTo>
                  <a:pt x="510848" y="5559676"/>
                  <a:pt x="517324" y="5579880"/>
                  <a:pt x="500942" y="5594001"/>
                </a:cubicBezTo>
                <a:cubicBezTo>
                  <a:pt x="486843" y="5606164"/>
                  <a:pt x="488177" y="5614794"/>
                  <a:pt x="500370" y="5625974"/>
                </a:cubicBezTo>
                <a:cubicBezTo>
                  <a:pt x="543043" y="5664813"/>
                  <a:pt x="569714" y="5711889"/>
                  <a:pt x="571618" y="5771911"/>
                </a:cubicBezTo>
                <a:cubicBezTo>
                  <a:pt x="572000" y="5784268"/>
                  <a:pt x="574666" y="5796822"/>
                  <a:pt x="577524" y="5808982"/>
                </a:cubicBezTo>
                <a:cubicBezTo>
                  <a:pt x="579239" y="5816437"/>
                  <a:pt x="581145" y="5825462"/>
                  <a:pt x="586289" y="5829971"/>
                </a:cubicBezTo>
                <a:cubicBezTo>
                  <a:pt x="625532" y="5865083"/>
                  <a:pt x="652775" y="5908825"/>
                  <a:pt x="674684" y="5956490"/>
                </a:cubicBezTo>
                <a:cubicBezTo>
                  <a:pt x="682494" y="5973553"/>
                  <a:pt x="690304" y="5991797"/>
                  <a:pt x="692590" y="6010235"/>
                </a:cubicBezTo>
                <a:cubicBezTo>
                  <a:pt x="694876" y="6029456"/>
                  <a:pt x="691066" y="6049660"/>
                  <a:pt x="688970" y="6069276"/>
                </a:cubicBezTo>
                <a:cubicBezTo>
                  <a:pt x="687828" y="6080849"/>
                  <a:pt x="688018" y="6094187"/>
                  <a:pt x="682494" y="6103407"/>
                </a:cubicBezTo>
                <a:cubicBezTo>
                  <a:pt x="665157" y="6132633"/>
                  <a:pt x="646489" y="6160879"/>
                  <a:pt x="626294" y="6188144"/>
                </a:cubicBezTo>
                <a:cubicBezTo>
                  <a:pt x="608958" y="6211486"/>
                  <a:pt x="606481" y="6216194"/>
                  <a:pt x="628200" y="6236396"/>
                </a:cubicBezTo>
                <a:cubicBezTo>
                  <a:pt x="650489" y="6257190"/>
                  <a:pt x="662109" y="6283082"/>
                  <a:pt x="666871" y="6311718"/>
                </a:cubicBezTo>
                <a:cubicBezTo>
                  <a:pt x="674302" y="6357030"/>
                  <a:pt x="680588" y="6402732"/>
                  <a:pt x="684208" y="6448435"/>
                </a:cubicBezTo>
                <a:cubicBezTo>
                  <a:pt x="687446" y="6489823"/>
                  <a:pt x="669920" y="6509634"/>
                  <a:pt x="630104" y="6517873"/>
                </a:cubicBezTo>
                <a:cubicBezTo>
                  <a:pt x="608005" y="6522581"/>
                  <a:pt x="584001" y="6528663"/>
                  <a:pt x="578096" y="6553767"/>
                </a:cubicBezTo>
                <a:cubicBezTo>
                  <a:pt x="568570" y="6594765"/>
                  <a:pt x="564380" y="6637329"/>
                  <a:pt x="517706" y="6657533"/>
                </a:cubicBezTo>
                <a:cubicBezTo>
                  <a:pt x="527993" y="6668713"/>
                  <a:pt x="534089" y="6675579"/>
                  <a:pt x="540185" y="6682250"/>
                </a:cubicBezTo>
                <a:cubicBezTo>
                  <a:pt x="557140" y="6700686"/>
                  <a:pt x="564380" y="6738934"/>
                  <a:pt x="549712" y="6758356"/>
                </a:cubicBezTo>
                <a:cubicBezTo>
                  <a:pt x="528375" y="6786993"/>
                  <a:pt x="532375" y="6813278"/>
                  <a:pt x="548950" y="6840738"/>
                </a:cubicBezTo>
                <a:lnTo>
                  <a:pt x="556149" y="6858001"/>
                </a:lnTo>
                <a:lnTo>
                  <a:pt x="760427" y="6858001"/>
                </a:lnTo>
                <a:lnTo>
                  <a:pt x="763269" y="6846819"/>
                </a:lnTo>
                <a:cubicBezTo>
                  <a:pt x="771841" y="6790916"/>
                  <a:pt x="777937" y="6734620"/>
                  <a:pt x="784795" y="6678324"/>
                </a:cubicBezTo>
                <a:cubicBezTo>
                  <a:pt x="791844" y="6620265"/>
                  <a:pt x="799274" y="6562401"/>
                  <a:pt x="805560" y="6504338"/>
                </a:cubicBezTo>
                <a:cubicBezTo>
                  <a:pt x="808800" y="6472562"/>
                  <a:pt x="809370" y="6440589"/>
                  <a:pt x="812418" y="6408814"/>
                </a:cubicBezTo>
                <a:cubicBezTo>
                  <a:pt x="815086" y="6380959"/>
                  <a:pt x="820039" y="6353302"/>
                  <a:pt x="823279" y="6325450"/>
                </a:cubicBezTo>
                <a:cubicBezTo>
                  <a:pt x="825945" y="6301323"/>
                  <a:pt x="827469" y="6277000"/>
                  <a:pt x="830137" y="6252873"/>
                </a:cubicBezTo>
                <a:cubicBezTo>
                  <a:pt x="834517" y="6214231"/>
                  <a:pt x="839471" y="6175786"/>
                  <a:pt x="844043" y="6137341"/>
                </a:cubicBezTo>
                <a:cubicBezTo>
                  <a:pt x="845757" y="6121257"/>
                  <a:pt x="850520" y="6104387"/>
                  <a:pt x="847663" y="6089284"/>
                </a:cubicBezTo>
                <a:cubicBezTo>
                  <a:pt x="840423" y="6051230"/>
                  <a:pt x="842519" y="6013764"/>
                  <a:pt x="847471" y="5975908"/>
                </a:cubicBezTo>
                <a:cubicBezTo>
                  <a:pt x="849188" y="5962962"/>
                  <a:pt x="848806" y="5949036"/>
                  <a:pt x="845567" y="5936481"/>
                </a:cubicBezTo>
                <a:cubicBezTo>
                  <a:pt x="839089" y="5910785"/>
                  <a:pt x="829945" y="5885876"/>
                  <a:pt x="821945" y="5860571"/>
                </a:cubicBezTo>
                <a:cubicBezTo>
                  <a:pt x="820993" y="5857824"/>
                  <a:pt x="820801" y="5854490"/>
                  <a:pt x="820231" y="5851549"/>
                </a:cubicBezTo>
                <a:cubicBezTo>
                  <a:pt x="816990" y="5834874"/>
                  <a:pt x="813752" y="5818399"/>
                  <a:pt x="810894" y="5801726"/>
                </a:cubicBezTo>
                <a:cubicBezTo>
                  <a:pt x="809370" y="5792704"/>
                  <a:pt x="809180" y="5783484"/>
                  <a:pt x="807846" y="5774460"/>
                </a:cubicBezTo>
                <a:cubicBezTo>
                  <a:pt x="802512" y="5739546"/>
                  <a:pt x="811466" y="5701101"/>
                  <a:pt x="788415" y="5670892"/>
                </a:cubicBezTo>
                <a:cubicBezTo>
                  <a:pt x="773555" y="5651277"/>
                  <a:pt x="776985" y="5632250"/>
                  <a:pt x="779271" y="5611265"/>
                </a:cubicBezTo>
                <a:cubicBezTo>
                  <a:pt x="780985" y="5595374"/>
                  <a:pt x="780413" y="5579094"/>
                  <a:pt x="780605" y="5563010"/>
                </a:cubicBezTo>
                <a:cubicBezTo>
                  <a:pt x="781175" y="5534764"/>
                  <a:pt x="781367" y="5506518"/>
                  <a:pt x="782319" y="5478272"/>
                </a:cubicBezTo>
                <a:cubicBezTo>
                  <a:pt x="782699" y="5469249"/>
                  <a:pt x="787463" y="5460031"/>
                  <a:pt x="786701" y="5451203"/>
                </a:cubicBezTo>
                <a:cubicBezTo>
                  <a:pt x="783081" y="5410403"/>
                  <a:pt x="777365" y="5369604"/>
                  <a:pt x="774127" y="5328805"/>
                </a:cubicBezTo>
                <a:cubicBezTo>
                  <a:pt x="772223" y="5305660"/>
                  <a:pt x="775841" y="5281924"/>
                  <a:pt x="773175" y="5258975"/>
                </a:cubicBezTo>
                <a:cubicBezTo>
                  <a:pt x="770127" y="5232496"/>
                  <a:pt x="762317" y="5206604"/>
                  <a:pt x="757552" y="5180319"/>
                </a:cubicBezTo>
                <a:cubicBezTo>
                  <a:pt x="756220" y="5173061"/>
                  <a:pt x="757934" y="5165020"/>
                  <a:pt x="758314" y="5157370"/>
                </a:cubicBezTo>
                <a:cubicBezTo>
                  <a:pt x="758697" y="5148739"/>
                  <a:pt x="759459" y="5140304"/>
                  <a:pt x="759649" y="5131673"/>
                </a:cubicBezTo>
                <a:cubicBezTo>
                  <a:pt x="760031" y="5105388"/>
                  <a:pt x="759459" y="5079104"/>
                  <a:pt x="760793" y="5052820"/>
                </a:cubicBezTo>
                <a:cubicBezTo>
                  <a:pt x="761555" y="5036736"/>
                  <a:pt x="769365" y="5019868"/>
                  <a:pt x="766507" y="5004959"/>
                </a:cubicBezTo>
                <a:cubicBezTo>
                  <a:pt x="760983" y="4974557"/>
                  <a:pt x="773365" y="4944153"/>
                  <a:pt x="763079" y="4913751"/>
                </a:cubicBezTo>
                <a:cubicBezTo>
                  <a:pt x="760031" y="4904334"/>
                  <a:pt x="767651" y="4891388"/>
                  <a:pt x="768031" y="4880011"/>
                </a:cubicBezTo>
                <a:cubicBezTo>
                  <a:pt x="768983" y="4851570"/>
                  <a:pt x="768793" y="4823128"/>
                  <a:pt x="768603" y="4794687"/>
                </a:cubicBezTo>
                <a:cubicBezTo>
                  <a:pt x="768413" y="4769186"/>
                  <a:pt x="771079" y="4742705"/>
                  <a:pt x="765745" y="4718187"/>
                </a:cubicBezTo>
                <a:cubicBezTo>
                  <a:pt x="760031" y="4692491"/>
                  <a:pt x="760793" y="4669346"/>
                  <a:pt x="767269" y="4644434"/>
                </a:cubicBezTo>
                <a:cubicBezTo>
                  <a:pt x="771651" y="4627369"/>
                  <a:pt x="772223" y="4609322"/>
                  <a:pt x="773555" y="4591670"/>
                </a:cubicBezTo>
                <a:cubicBezTo>
                  <a:pt x="775079" y="4572644"/>
                  <a:pt x="771079" y="4551655"/>
                  <a:pt x="777365" y="4534394"/>
                </a:cubicBezTo>
                <a:cubicBezTo>
                  <a:pt x="796036" y="4483001"/>
                  <a:pt x="800036" y="4430237"/>
                  <a:pt x="800036" y="4376493"/>
                </a:cubicBezTo>
                <a:cubicBezTo>
                  <a:pt x="800036" y="4366684"/>
                  <a:pt x="797370" y="4356680"/>
                  <a:pt x="794512" y="4347267"/>
                </a:cubicBezTo>
                <a:cubicBezTo>
                  <a:pt x="777365" y="4292342"/>
                  <a:pt x="778889" y="4237224"/>
                  <a:pt x="789368" y="4181322"/>
                </a:cubicBezTo>
                <a:cubicBezTo>
                  <a:pt x="791654" y="4169748"/>
                  <a:pt x="792036" y="4156803"/>
                  <a:pt x="789750" y="4145230"/>
                </a:cubicBezTo>
                <a:cubicBezTo>
                  <a:pt x="783081" y="4112668"/>
                  <a:pt x="772031" y="4081088"/>
                  <a:pt x="767269" y="4048330"/>
                </a:cubicBezTo>
                <a:cubicBezTo>
                  <a:pt x="759459" y="3994194"/>
                  <a:pt x="785747" y="3947314"/>
                  <a:pt x="802894" y="3898864"/>
                </a:cubicBezTo>
                <a:cubicBezTo>
                  <a:pt x="819087" y="3852768"/>
                  <a:pt x="855664" y="3813538"/>
                  <a:pt x="847471" y="3759007"/>
                </a:cubicBezTo>
                <a:lnTo>
                  <a:pt x="848163" y="3756136"/>
                </a:lnTo>
                <a:lnTo>
                  <a:pt x="819543" y="3748731"/>
                </a:lnTo>
                <a:lnTo>
                  <a:pt x="819313" y="3748682"/>
                </a:lnTo>
                <a:lnTo>
                  <a:pt x="819544" y="3748730"/>
                </a:lnTo>
                <a:lnTo>
                  <a:pt x="848164" y="3756135"/>
                </a:lnTo>
                <a:lnTo>
                  <a:pt x="849545" y="3750401"/>
                </a:lnTo>
                <a:cubicBezTo>
                  <a:pt x="850902" y="3747434"/>
                  <a:pt x="852522" y="3744394"/>
                  <a:pt x="853189" y="3741353"/>
                </a:cubicBezTo>
                <a:cubicBezTo>
                  <a:pt x="856809" y="3724680"/>
                  <a:pt x="861189" y="3708009"/>
                  <a:pt x="862905" y="3691138"/>
                </a:cubicBezTo>
                <a:cubicBezTo>
                  <a:pt x="865191" y="3670544"/>
                  <a:pt x="864429" y="3649555"/>
                  <a:pt x="866333" y="3628959"/>
                </a:cubicBezTo>
                <a:cubicBezTo>
                  <a:pt x="868619" y="3602478"/>
                  <a:pt x="874715" y="3576391"/>
                  <a:pt x="874715" y="3550106"/>
                </a:cubicBezTo>
                <a:lnTo>
                  <a:pt x="871487" y="3524252"/>
                </a:lnTo>
                <a:lnTo>
                  <a:pt x="871488" y="3524252"/>
                </a:lnTo>
                <a:lnTo>
                  <a:pt x="870763" y="3518451"/>
                </a:lnTo>
                <a:cubicBezTo>
                  <a:pt x="868573" y="3507933"/>
                  <a:pt x="865953" y="3497439"/>
                  <a:pt x="864238" y="3486946"/>
                </a:cubicBezTo>
                <a:cubicBezTo>
                  <a:pt x="859476" y="3457327"/>
                  <a:pt x="860810" y="3424765"/>
                  <a:pt x="848618" y="3398677"/>
                </a:cubicBezTo>
                <a:lnTo>
                  <a:pt x="837595" y="3365728"/>
                </a:lnTo>
                <a:lnTo>
                  <a:pt x="834829" y="3357461"/>
                </a:lnTo>
                <a:close/>
                <a:moveTo>
                  <a:pt x="513783" y="0"/>
                </a:moveTo>
                <a:lnTo>
                  <a:pt x="72334" y="0"/>
                </a:lnTo>
                <a:lnTo>
                  <a:pt x="75447" y="27991"/>
                </a:lnTo>
                <a:cubicBezTo>
                  <a:pt x="80828" y="63323"/>
                  <a:pt x="87734" y="98434"/>
                  <a:pt x="88115" y="134133"/>
                </a:cubicBezTo>
                <a:cubicBezTo>
                  <a:pt x="88495" y="166498"/>
                  <a:pt x="94591" y="198471"/>
                  <a:pt x="62778" y="221224"/>
                </a:cubicBezTo>
                <a:cubicBezTo>
                  <a:pt x="58586" y="224165"/>
                  <a:pt x="60872" y="238486"/>
                  <a:pt x="62206" y="247312"/>
                </a:cubicBezTo>
                <a:cubicBezTo>
                  <a:pt x="65065" y="266927"/>
                  <a:pt x="72303" y="286346"/>
                  <a:pt x="72113" y="305764"/>
                </a:cubicBezTo>
                <a:cubicBezTo>
                  <a:pt x="71923" y="345976"/>
                  <a:pt x="68875" y="386383"/>
                  <a:pt x="65445" y="426397"/>
                </a:cubicBezTo>
                <a:cubicBezTo>
                  <a:pt x="64111" y="441500"/>
                  <a:pt x="58968" y="456017"/>
                  <a:pt x="55348" y="470924"/>
                </a:cubicBezTo>
                <a:cubicBezTo>
                  <a:pt x="53252" y="479162"/>
                  <a:pt x="47728" y="487990"/>
                  <a:pt x="48870" y="495638"/>
                </a:cubicBezTo>
                <a:cubicBezTo>
                  <a:pt x="55538" y="539970"/>
                  <a:pt x="39156" y="580573"/>
                  <a:pt x="30963" y="622548"/>
                </a:cubicBezTo>
                <a:cubicBezTo>
                  <a:pt x="27153" y="641968"/>
                  <a:pt x="18009" y="660210"/>
                  <a:pt x="11723" y="679040"/>
                </a:cubicBezTo>
                <a:cubicBezTo>
                  <a:pt x="10007" y="683943"/>
                  <a:pt x="8483" y="689436"/>
                  <a:pt x="8865" y="694341"/>
                </a:cubicBezTo>
                <a:cubicBezTo>
                  <a:pt x="11151" y="722389"/>
                  <a:pt x="14389" y="750244"/>
                  <a:pt x="16865" y="778095"/>
                </a:cubicBezTo>
                <a:cubicBezTo>
                  <a:pt x="19151" y="803401"/>
                  <a:pt x="19913" y="828900"/>
                  <a:pt x="47918" y="840866"/>
                </a:cubicBezTo>
                <a:cubicBezTo>
                  <a:pt x="52300" y="842633"/>
                  <a:pt x="55538" y="848516"/>
                  <a:pt x="58396" y="853028"/>
                </a:cubicBezTo>
                <a:cubicBezTo>
                  <a:pt x="102404" y="922662"/>
                  <a:pt x="101260" y="959929"/>
                  <a:pt x="54776" y="1027995"/>
                </a:cubicBezTo>
                <a:cubicBezTo>
                  <a:pt x="50014" y="1035056"/>
                  <a:pt x="46584" y="1050159"/>
                  <a:pt x="50394" y="1054866"/>
                </a:cubicBezTo>
                <a:cubicBezTo>
                  <a:pt x="82019" y="1094882"/>
                  <a:pt x="78589" y="1138623"/>
                  <a:pt x="68683" y="1184720"/>
                </a:cubicBezTo>
                <a:cubicBezTo>
                  <a:pt x="66017" y="1196684"/>
                  <a:pt x="66017" y="1213555"/>
                  <a:pt x="72303" y="1222576"/>
                </a:cubicBezTo>
                <a:cubicBezTo>
                  <a:pt x="101450" y="1265534"/>
                  <a:pt x="97260" y="1311630"/>
                  <a:pt x="88687" y="1358313"/>
                </a:cubicBezTo>
                <a:cubicBezTo>
                  <a:pt x="87353" y="1365570"/>
                  <a:pt x="80113" y="1374398"/>
                  <a:pt x="73447" y="1377535"/>
                </a:cubicBezTo>
                <a:cubicBezTo>
                  <a:pt x="49824" y="1388716"/>
                  <a:pt x="41822" y="1409705"/>
                  <a:pt x="35153" y="1432851"/>
                </a:cubicBezTo>
                <a:cubicBezTo>
                  <a:pt x="24295" y="1469335"/>
                  <a:pt x="11531" y="1505229"/>
                  <a:pt x="1244" y="1541910"/>
                </a:cubicBezTo>
                <a:cubicBezTo>
                  <a:pt x="-1232" y="1550935"/>
                  <a:pt x="292" y="1562114"/>
                  <a:pt x="3149" y="1571529"/>
                </a:cubicBezTo>
                <a:cubicBezTo>
                  <a:pt x="12865" y="1603698"/>
                  <a:pt x="37250" y="1624098"/>
                  <a:pt x="59730" y="1646459"/>
                </a:cubicBezTo>
                <a:cubicBezTo>
                  <a:pt x="69637" y="1656267"/>
                  <a:pt x="76685" y="1669800"/>
                  <a:pt x="82399" y="1682944"/>
                </a:cubicBezTo>
                <a:cubicBezTo>
                  <a:pt x="97070" y="1717073"/>
                  <a:pt x="110214" y="1751988"/>
                  <a:pt x="124120" y="1786511"/>
                </a:cubicBezTo>
                <a:cubicBezTo>
                  <a:pt x="125454" y="1789845"/>
                  <a:pt x="128883" y="1792590"/>
                  <a:pt x="131741" y="1795142"/>
                </a:cubicBezTo>
                <a:cubicBezTo>
                  <a:pt x="161842" y="1820640"/>
                  <a:pt x="192131" y="1845943"/>
                  <a:pt x="222232" y="1871640"/>
                </a:cubicBezTo>
                <a:cubicBezTo>
                  <a:pt x="227946" y="1876543"/>
                  <a:pt x="232138" y="1883606"/>
                  <a:pt x="237662" y="1888901"/>
                </a:cubicBezTo>
                <a:cubicBezTo>
                  <a:pt x="245282" y="1896356"/>
                  <a:pt x="252523" y="1905771"/>
                  <a:pt x="261667" y="1909694"/>
                </a:cubicBezTo>
                <a:cubicBezTo>
                  <a:pt x="290432" y="1921855"/>
                  <a:pt x="302816" y="1945197"/>
                  <a:pt x="308150" y="1974618"/>
                </a:cubicBezTo>
                <a:cubicBezTo>
                  <a:pt x="313103" y="2001493"/>
                  <a:pt x="317295" y="2028365"/>
                  <a:pt x="323009" y="2055042"/>
                </a:cubicBezTo>
                <a:cubicBezTo>
                  <a:pt x="329867" y="2087602"/>
                  <a:pt x="337297" y="2119968"/>
                  <a:pt x="345680" y="2152137"/>
                </a:cubicBezTo>
                <a:cubicBezTo>
                  <a:pt x="349300" y="2166063"/>
                  <a:pt x="353490" y="2180774"/>
                  <a:pt x="360920" y="2192740"/>
                </a:cubicBezTo>
                <a:cubicBezTo>
                  <a:pt x="381495" y="2226281"/>
                  <a:pt x="395401" y="2262177"/>
                  <a:pt x="389877" y="2301603"/>
                </a:cubicBezTo>
                <a:cubicBezTo>
                  <a:pt x="385495" y="2333183"/>
                  <a:pt x="396735" y="2359664"/>
                  <a:pt x="414262" y="2379279"/>
                </a:cubicBezTo>
                <a:cubicBezTo>
                  <a:pt x="446077" y="2414980"/>
                  <a:pt x="438837" y="2453227"/>
                  <a:pt x="428551" y="2491281"/>
                </a:cubicBezTo>
                <a:cubicBezTo>
                  <a:pt x="423216" y="2510897"/>
                  <a:pt x="423978" y="2526980"/>
                  <a:pt x="429121" y="2545615"/>
                </a:cubicBezTo>
                <a:cubicBezTo>
                  <a:pt x="441123" y="2588768"/>
                  <a:pt x="473700" y="2617603"/>
                  <a:pt x="502275" y="2645455"/>
                </a:cubicBezTo>
                <a:cubicBezTo>
                  <a:pt x="526660" y="2669191"/>
                  <a:pt x="540376" y="2695868"/>
                  <a:pt x="550665" y="2725094"/>
                </a:cubicBezTo>
                <a:cubicBezTo>
                  <a:pt x="563809" y="2761970"/>
                  <a:pt x="558857" y="2791196"/>
                  <a:pt x="527232" y="2808850"/>
                </a:cubicBezTo>
                <a:cubicBezTo>
                  <a:pt x="518277" y="2813754"/>
                  <a:pt x="507799" y="2822385"/>
                  <a:pt x="505133" y="2831604"/>
                </a:cubicBezTo>
                <a:cubicBezTo>
                  <a:pt x="491799" y="2876129"/>
                  <a:pt x="472366" y="2921245"/>
                  <a:pt x="484178" y="2968910"/>
                </a:cubicBezTo>
                <a:cubicBezTo>
                  <a:pt x="500371" y="3034817"/>
                  <a:pt x="499419" y="3099154"/>
                  <a:pt x="483416" y="3165061"/>
                </a:cubicBezTo>
                <a:cubicBezTo>
                  <a:pt x="470462" y="3218512"/>
                  <a:pt x="457126" y="3271963"/>
                  <a:pt x="447744" y="3326101"/>
                </a:cubicBezTo>
                <a:lnTo>
                  <a:pt x="446756" y="3333750"/>
                </a:lnTo>
                <a:lnTo>
                  <a:pt x="834222" y="3333750"/>
                </a:lnTo>
                <a:lnTo>
                  <a:pt x="833756" y="3315508"/>
                </a:lnTo>
                <a:cubicBezTo>
                  <a:pt x="835090" y="3305897"/>
                  <a:pt x="843092" y="3293538"/>
                  <a:pt x="851283" y="3289224"/>
                </a:cubicBezTo>
                <a:cubicBezTo>
                  <a:pt x="869571" y="3279612"/>
                  <a:pt x="872811" y="3266470"/>
                  <a:pt x="866523" y="3248621"/>
                </a:cubicBezTo>
                <a:cubicBezTo>
                  <a:pt x="861189" y="3233124"/>
                  <a:pt x="858523" y="3214098"/>
                  <a:pt x="848234" y="3203506"/>
                </a:cubicBezTo>
                <a:cubicBezTo>
                  <a:pt x="819088" y="3173494"/>
                  <a:pt x="818135" y="3135244"/>
                  <a:pt x="810325" y="3097977"/>
                </a:cubicBezTo>
                <a:cubicBezTo>
                  <a:pt x="805561" y="3075225"/>
                  <a:pt x="805371" y="3054039"/>
                  <a:pt x="808609" y="3031285"/>
                </a:cubicBezTo>
                <a:cubicBezTo>
                  <a:pt x="815849" y="2981857"/>
                  <a:pt x="805561" y="2933799"/>
                  <a:pt x="792417" y="2886329"/>
                </a:cubicBezTo>
                <a:cubicBezTo>
                  <a:pt x="783654" y="2854945"/>
                  <a:pt x="778320" y="2822776"/>
                  <a:pt x="769366" y="2791590"/>
                </a:cubicBezTo>
                <a:cubicBezTo>
                  <a:pt x="762508" y="2768247"/>
                  <a:pt x="754315" y="2744906"/>
                  <a:pt x="743267" y="2723527"/>
                </a:cubicBezTo>
                <a:cubicBezTo>
                  <a:pt x="727072" y="2692532"/>
                  <a:pt x="702688" y="2665466"/>
                  <a:pt x="709166" y="2626038"/>
                </a:cubicBezTo>
                <a:cubicBezTo>
                  <a:pt x="714880" y="2591317"/>
                  <a:pt x="702880" y="2559935"/>
                  <a:pt x="691449" y="2528158"/>
                </a:cubicBezTo>
                <a:cubicBezTo>
                  <a:pt x="683067" y="2504816"/>
                  <a:pt x="674493" y="2481477"/>
                  <a:pt x="669159" y="2457348"/>
                </a:cubicBezTo>
                <a:cubicBezTo>
                  <a:pt x="662872" y="2428709"/>
                  <a:pt x="665540" y="2396344"/>
                  <a:pt x="653918" y="2370844"/>
                </a:cubicBezTo>
                <a:cubicBezTo>
                  <a:pt x="641726" y="2344167"/>
                  <a:pt x="649918" y="2322005"/>
                  <a:pt x="653348" y="2298269"/>
                </a:cubicBezTo>
                <a:cubicBezTo>
                  <a:pt x="658682" y="2260413"/>
                  <a:pt x="668589" y="2222749"/>
                  <a:pt x="656014" y="2184501"/>
                </a:cubicBezTo>
                <a:cubicBezTo>
                  <a:pt x="640774" y="2138014"/>
                  <a:pt x="624391" y="2091918"/>
                  <a:pt x="609913" y="2045235"/>
                </a:cubicBezTo>
                <a:cubicBezTo>
                  <a:pt x="604386" y="2027187"/>
                  <a:pt x="602100" y="2007771"/>
                  <a:pt x="599624" y="1988939"/>
                </a:cubicBezTo>
                <a:cubicBezTo>
                  <a:pt x="597528" y="1971091"/>
                  <a:pt x="602862" y="1949711"/>
                  <a:pt x="594862" y="1935977"/>
                </a:cubicBezTo>
                <a:cubicBezTo>
                  <a:pt x="574287" y="1900670"/>
                  <a:pt x="564191" y="1864385"/>
                  <a:pt x="564191" y="1823583"/>
                </a:cubicBezTo>
                <a:cubicBezTo>
                  <a:pt x="564191" y="1808282"/>
                  <a:pt x="555617" y="1793374"/>
                  <a:pt x="554093" y="1777881"/>
                </a:cubicBezTo>
                <a:cubicBezTo>
                  <a:pt x="552189" y="1756694"/>
                  <a:pt x="547044" y="1732372"/>
                  <a:pt x="554285" y="1713934"/>
                </a:cubicBezTo>
                <a:cubicBezTo>
                  <a:pt x="571429" y="1670585"/>
                  <a:pt x="557141" y="1635476"/>
                  <a:pt x="540186" y="1597617"/>
                </a:cubicBezTo>
                <a:cubicBezTo>
                  <a:pt x="523422" y="1560348"/>
                  <a:pt x="510087" y="1521118"/>
                  <a:pt x="499037" y="1481495"/>
                </a:cubicBezTo>
                <a:cubicBezTo>
                  <a:pt x="495037" y="1466588"/>
                  <a:pt x="501705" y="1448740"/>
                  <a:pt x="503037" y="1432262"/>
                </a:cubicBezTo>
                <a:cubicBezTo>
                  <a:pt x="503419" y="1426376"/>
                  <a:pt x="503991" y="1419903"/>
                  <a:pt x="502085" y="1414609"/>
                </a:cubicBezTo>
                <a:cubicBezTo>
                  <a:pt x="483796" y="1363414"/>
                  <a:pt x="469890" y="1311432"/>
                  <a:pt x="479414" y="1255923"/>
                </a:cubicBezTo>
                <a:cubicBezTo>
                  <a:pt x="480368" y="1250824"/>
                  <a:pt x="478272" y="1245135"/>
                  <a:pt x="476938" y="1240034"/>
                </a:cubicBezTo>
                <a:cubicBezTo>
                  <a:pt x="470080" y="1215122"/>
                  <a:pt x="459222" y="1190799"/>
                  <a:pt x="456745" y="1165498"/>
                </a:cubicBezTo>
                <a:cubicBezTo>
                  <a:pt x="450649" y="1103121"/>
                  <a:pt x="448171" y="1040355"/>
                  <a:pt x="444171" y="977582"/>
                </a:cubicBezTo>
                <a:cubicBezTo>
                  <a:pt x="443981" y="973659"/>
                  <a:pt x="443981" y="969541"/>
                  <a:pt x="442647" y="966011"/>
                </a:cubicBezTo>
                <a:cubicBezTo>
                  <a:pt x="434455" y="942864"/>
                  <a:pt x="437123" y="922662"/>
                  <a:pt x="452743" y="903045"/>
                </a:cubicBezTo>
                <a:cubicBezTo>
                  <a:pt x="459602" y="894414"/>
                  <a:pt x="463222" y="882645"/>
                  <a:pt x="467032" y="871859"/>
                </a:cubicBezTo>
                <a:cubicBezTo>
                  <a:pt x="472748" y="855968"/>
                  <a:pt x="478272" y="839689"/>
                  <a:pt x="481892" y="823213"/>
                </a:cubicBezTo>
                <a:cubicBezTo>
                  <a:pt x="485320" y="806930"/>
                  <a:pt x="490083" y="789474"/>
                  <a:pt x="487416" y="773781"/>
                </a:cubicBezTo>
                <a:cubicBezTo>
                  <a:pt x="482654" y="745535"/>
                  <a:pt x="471986" y="718661"/>
                  <a:pt x="464936" y="690809"/>
                </a:cubicBezTo>
                <a:cubicBezTo>
                  <a:pt x="462460" y="681198"/>
                  <a:pt x="462842" y="670605"/>
                  <a:pt x="462650" y="660603"/>
                </a:cubicBezTo>
                <a:cubicBezTo>
                  <a:pt x="462080" y="637652"/>
                  <a:pt x="467604" y="614113"/>
                  <a:pt x="451791" y="593322"/>
                </a:cubicBezTo>
                <a:cubicBezTo>
                  <a:pt x="436933" y="574101"/>
                  <a:pt x="441313" y="554679"/>
                  <a:pt x="452553" y="534478"/>
                </a:cubicBezTo>
                <a:cubicBezTo>
                  <a:pt x="460556" y="519961"/>
                  <a:pt x="466842" y="503486"/>
                  <a:pt x="469890" y="487205"/>
                </a:cubicBezTo>
                <a:cubicBezTo>
                  <a:pt x="474080" y="464843"/>
                  <a:pt x="475796" y="442679"/>
                  <a:pt x="473318" y="418552"/>
                </a:cubicBezTo>
                <a:cubicBezTo>
                  <a:pt x="471604" y="401485"/>
                  <a:pt x="470842" y="387559"/>
                  <a:pt x="460746" y="374220"/>
                </a:cubicBezTo>
                <a:cubicBezTo>
                  <a:pt x="459222" y="372064"/>
                  <a:pt x="458840" y="368141"/>
                  <a:pt x="459032" y="365198"/>
                </a:cubicBezTo>
                <a:cubicBezTo>
                  <a:pt x="462270" y="326557"/>
                  <a:pt x="460556" y="288308"/>
                  <a:pt x="458267" y="249272"/>
                </a:cubicBezTo>
                <a:cubicBezTo>
                  <a:pt x="455221" y="199649"/>
                  <a:pt x="464174" y="147470"/>
                  <a:pt x="496179" y="104514"/>
                </a:cubicBezTo>
                <a:cubicBezTo>
                  <a:pt x="500943" y="98237"/>
                  <a:pt x="503037" y="88822"/>
                  <a:pt x="504181" y="80583"/>
                </a:cubicBezTo>
                <a:close/>
              </a:path>
            </a:pathLst>
          </a:custGeom>
          <a:blipFill dpi="0" rotWithShape="1">
            <a:blip r:embed="rId2">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5" name="Content Placeholder 2">
            <a:extLst>
              <a:ext uri="{FF2B5EF4-FFF2-40B4-BE49-F238E27FC236}">
                <a16:creationId xmlns:a16="http://schemas.microsoft.com/office/drawing/2014/main" id="{EBA2EF5D-BFE0-DA08-688E-C069C52389B6}"/>
              </a:ext>
            </a:extLst>
          </p:cNvPr>
          <p:cNvGraphicFramePr>
            <a:graphicFrameLocks noGrp="1"/>
          </p:cNvGraphicFramePr>
          <p:nvPr>
            <p:ph idx="1"/>
            <p:extLst>
              <p:ext uri="{D42A27DB-BD31-4B8C-83A1-F6EECF244321}">
                <p14:modId xmlns:p14="http://schemas.microsoft.com/office/powerpoint/2010/main" val="3788051403"/>
              </p:ext>
            </p:extLst>
          </p:nvPr>
        </p:nvGraphicFramePr>
        <p:xfrm>
          <a:off x="827314" y="1533438"/>
          <a:ext cx="10602686" cy="45625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569187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2139AD9-9FB1-FF94-C340-0177C56012FB}"/>
              </a:ext>
            </a:extLst>
          </p:cNvPr>
          <p:cNvPicPr>
            <a:picLocks noChangeAspect="1"/>
          </p:cNvPicPr>
          <p:nvPr/>
        </p:nvPicPr>
        <p:blipFill>
          <a:blip r:embed="rId2"/>
          <a:stretch>
            <a:fillRect/>
          </a:stretch>
        </p:blipFill>
        <p:spPr>
          <a:xfrm>
            <a:off x="0" y="345328"/>
            <a:ext cx="12192000" cy="6167344"/>
          </a:xfrm>
          <a:prstGeom prst="rect">
            <a:avLst/>
          </a:prstGeom>
        </p:spPr>
      </p:pic>
    </p:spTree>
    <p:extLst>
      <p:ext uri="{BB962C8B-B14F-4D97-AF65-F5344CB8AC3E}">
        <p14:creationId xmlns:p14="http://schemas.microsoft.com/office/powerpoint/2010/main" val="6349598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B37791B-B040-4694-BFDC-8DD132D86E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4252769E-B9F0-4068-A645-5BBEF16E9C2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4" y="3296010"/>
            <a:ext cx="12191456" cy="2849976"/>
            <a:chOff x="476" y="-3923157"/>
            <a:chExt cx="10667524" cy="2493729"/>
          </a:xfrm>
        </p:grpSpPr>
        <p:sp>
          <p:nvSpPr>
            <p:cNvPr id="20" name="Freeform: Shape 19">
              <a:extLst>
                <a:ext uri="{FF2B5EF4-FFF2-40B4-BE49-F238E27FC236}">
                  <a16:creationId xmlns:a16="http://schemas.microsoft.com/office/drawing/2014/main" id="{1E12D6AD-7096-45BB-9C02-468B2704C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6" y="-3923156"/>
              <a:ext cx="10667524" cy="2493728"/>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39953252-97DE-4766-B2F6-E4FDA2FDA6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6" y="-3923157"/>
              <a:ext cx="10667524" cy="2493728"/>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dpi="0" rotWithShape="1">
              <a:blip r:embed="rId2">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822013E1-B6EC-4358-99F9-2D3F7D350DD6}"/>
              </a:ext>
            </a:extLst>
          </p:cNvPr>
          <p:cNvSpPr>
            <a:spLocks noGrp="1"/>
          </p:cNvSpPr>
          <p:nvPr>
            <p:ph type="title"/>
          </p:nvPr>
        </p:nvSpPr>
        <p:spPr>
          <a:xfrm>
            <a:off x="3079538" y="191409"/>
            <a:ext cx="5289177" cy="1104402"/>
          </a:xfrm>
        </p:spPr>
        <p:txBody>
          <a:bodyPr vert="horz" lIns="91440" tIns="45720" rIns="91440" bIns="45720" rtlCol="0" anchor="b" anchorCtr="0">
            <a:normAutofit fontScale="90000"/>
          </a:bodyPr>
          <a:lstStyle/>
          <a:p>
            <a:r>
              <a:rPr lang="en-US" sz="8000" dirty="0"/>
              <a:t>Indicators</a:t>
            </a:r>
          </a:p>
        </p:txBody>
      </p:sp>
      <p:graphicFrame>
        <p:nvGraphicFramePr>
          <p:cNvPr id="7" name="Content Placeholder 3">
            <a:extLst>
              <a:ext uri="{FF2B5EF4-FFF2-40B4-BE49-F238E27FC236}">
                <a16:creationId xmlns:a16="http://schemas.microsoft.com/office/drawing/2014/main" id="{B1B1AF78-AE6A-9809-1EAA-F581C38BB216}"/>
              </a:ext>
            </a:extLst>
          </p:cNvPr>
          <p:cNvGraphicFramePr>
            <a:graphicFrameLocks/>
          </p:cNvGraphicFramePr>
          <p:nvPr>
            <p:extLst>
              <p:ext uri="{D42A27DB-BD31-4B8C-83A1-F6EECF244321}">
                <p14:modId xmlns:p14="http://schemas.microsoft.com/office/powerpoint/2010/main" val="3959905093"/>
              </p:ext>
            </p:extLst>
          </p:nvPr>
        </p:nvGraphicFramePr>
        <p:xfrm>
          <a:off x="665018" y="1295812"/>
          <a:ext cx="10740043" cy="5177490"/>
        </p:xfrm>
        <a:graphic>
          <a:graphicData uri="http://schemas.openxmlformats.org/drawingml/2006/table">
            <a:tbl>
              <a:tblPr firstRow="1" bandRow="1">
                <a:solidFill>
                  <a:srgbClr val="404040"/>
                </a:solidFill>
              </a:tblPr>
              <a:tblGrid>
                <a:gridCol w="2075884">
                  <a:extLst>
                    <a:ext uri="{9D8B030D-6E8A-4147-A177-3AD203B41FA5}">
                      <a16:colId xmlns:a16="http://schemas.microsoft.com/office/drawing/2014/main" val="1473124630"/>
                    </a:ext>
                  </a:extLst>
                </a:gridCol>
                <a:gridCol w="4038205">
                  <a:extLst>
                    <a:ext uri="{9D8B030D-6E8A-4147-A177-3AD203B41FA5}">
                      <a16:colId xmlns:a16="http://schemas.microsoft.com/office/drawing/2014/main" val="986178212"/>
                    </a:ext>
                  </a:extLst>
                </a:gridCol>
                <a:gridCol w="4625954">
                  <a:extLst>
                    <a:ext uri="{9D8B030D-6E8A-4147-A177-3AD203B41FA5}">
                      <a16:colId xmlns:a16="http://schemas.microsoft.com/office/drawing/2014/main" val="4007641893"/>
                    </a:ext>
                  </a:extLst>
                </a:gridCol>
              </a:tblGrid>
              <a:tr h="574139">
                <a:tc>
                  <a:txBody>
                    <a:bodyPr/>
                    <a:lstStyle/>
                    <a:p>
                      <a:pPr algn="l">
                        <a:buNone/>
                      </a:pPr>
                      <a:r>
                        <a:rPr lang="en-US" sz="3600" b="0" cap="none" spc="0">
                          <a:solidFill>
                            <a:schemeClr val="bg1"/>
                          </a:solidFill>
                          <a:effectLst/>
                        </a:rPr>
                        <a:t>Indicator</a:t>
                      </a:r>
                    </a:p>
                  </a:txBody>
                  <a:tcPr marL="59597" marR="59597" marT="79153" marB="59597" anchor="ctr">
                    <a:lnL w="12700" cmpd="sng">
                      <a:noFill/>
                    </a:lnL>
                    <a:lnR w="12700" cmpd="sng">
                      <a:noFill/>
                    </a:lnR>
                    <a:lnT w="19050" cap="flat" cmpd="sng" algn="ctr">
                      <a:noFill/>
                      <a:prstDash val="solid"/>
                    </a:lnT>
                    <a:lnB w="38100" cmpd="sng">
                      <a:noFill/>
                    </a:lnB>
                    <a:solidFill>
                      <a:schemeClr val="accent2"/>
                    </a:solidFill>
                  </a:tcPr>
                </a:tc>
                <a:tc>
                  <a:txBody>
                    <a:bodyPr/>
                    <a:lstStyle/>
                    <a:p>
                      <a:pPr algn="l">
                        <a:buNone/>
                      </a:pPr>
                      <a:r>
                        <a:rPr lang="en-US" sz="3600" b="0" cap="none" spc="0">
                          <a:solidFill>
                            <a:schemeClr val="bg1"/>
                          </a:solidFill>
                          <a:effectLst/>
                        </a:rPr>
                        <a:t>Full form</a:t>
                      </a:r>
                    </a:p>
                  </a:txBody>
                  <a:tcPr marL="59597" marR="59597" marT="79153" marB="59597" anchor="ctr">
                    <a:lnL w="12700" cmpd="sng">
                      <a:noFill/>
                    </a:lnL>
                    <a:lnR w="12700" cmpd="sng">
                      <a:noFill/>
                    </a:lnR>
                    <a:lnT w="19050" cap="flat" cmpd="sng" algn="ctr">
                      <a:noFill/>
                      <a:prstDash val="solid"/>
                    </a:lnT>
                    <a:lnB w="38100" cmpd="sng">
                      <a:noFill/>
                    </a:lnB>
                    <a:solidFill>
                      <a:schemeClr val="accent2"/>
                    </a:solidFill>
                  </a:tcPr>
                </a:tc>
                <a:tc>
                  <a:txBody>
                    <a:bodyPr/>
                    <a:lstStyle/>
                    <a:p>
                      <a:pPr algn="l">
                        <a:buNone/>
                      </a:pPr>
                      <a:r>
                        <a:rPr lang="en-US" sz="3600" b="0" cap="none" spc="0">
                          <a:solidFill>
                            <a:schemeClr val="bg1"/>
                          </a:solidFill>
                          <a:effectLst/>
                        </a:rPr>
                        <a:t>What it measures</a:t>
                      </a:r>
                    </a:p>
                  </a:txBody>
                  <a:tcPr marL="59597" marR="59597" marT="79153" marB="59597" anchor="ctr">
                    <a:lnL w="12700" cmpd="sng">
                      <a:noFill/>
                    </a:lnL>
                    <a:lnR w="12700" cmpd="sng">
                      <a:noFill/>
                    </a:lnR>
                    <a:lnT w="19050" cap="flat" cmpd="sng" algn="ctr">
                      <a:noFill/>
                      <a:prstDash val="solid"/>
                    </a:lnT>
                    <a:lnB w="38100" cmpd="sng">
                      <a:noFill/>
                    </a:lnB>
                    <a:solidFill>
                      <a:schemeClr val="accent2"/>
                    </a:solidFill>
                  </a:tcPr>
                </a:tc>
                <a:extLst>
                  <a:ext uri="{0D108BD9-81ED-4DB2-BD59-A6C34878D82A}">
                    <a16:rowId xmlns:a16="http://schemas.microsoft.com/office/drawing/2014/main" val="2394645823"/>
                  </a:ext>
                </a:extLst>
              </a:tr>
              <a:tr h="732974">
                <a:tc>
                  <a:txBody>
                    <a:bodyPr/>
                    <a:lstStyle/>
                    <a:p>
                      <a:pPr algn="l">
                        <a:buNone/>
                      </a:pPr>
                      <a:r>
                        <a:rPr lang="en-US" sz="2000" b="1" cap="none" spc="0">
                          <a:solidFill>
                            <a:schemeClr val="bg1"/>
                          </a:solidFill>
                          <a:effectLst/>
                        </a:rPr>
                        <a:t>API</a:t>
                      </a:r>
                      <a:endParaRPr lang="en-US" sz="2000" cap="none" spc="0">
                        <a:solidFill>
                          <a:schemeClr val="bg1"/>
                        </a:solidFill>
                        <a:effectLst/>
                      </a:endParaRPr>
                    </a:p>
                  </a:txBody>
                  <a:tcPr marL="59597" marR="59597" marT="79153" marB="59597" anchor="ctr">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404040"/>
                    </a:solidFill>
                  </a:tcPr>
                </a:tc>
                <a:tc>
                  <a:txBody>
                    <a:bodyPr/>
                    <a:lstStyle/>
                    <a:p>
                      <a:pPr algn="l">
                        <a:buNone/>
                      </a:pPr>
                      <a:r>
                        <a:rPr lang="en-US" sz="2000" cap="none" spc="0">
                          <a:solidFill>
                            <a:schemeClr val="bg1"/>
                          </a:solidFill>
                          <a:effectLst/>
                        </a:rPr>
                        <a:t>Annual Parasite Incidence</a:t>
                      </a:r>
                    </a:p>
                  </a:txBody>
                  <a:tcPr marL="59597" marR="59597" marT="79153" marB="59597" anchor="ctr">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404040"/>
                    </a:solidFill>
                  </a:tcPr>
                </a:tc>
                <a:tc>
                  <a:txBody>
                    <a:bodyPr/>
                    <a:lstStyle/>
                    <a:p>
                      <a:pPr algn="l">
                        <a:buNone/>
                      </a:pPr>
                      <a:r>
                        <a:rPr lang="en-US" sz="2000" cap="none" spc="0">
                          <a:solidFill>
                            <a:schemeClr val="bg1"/>
                          </a:solidFill>
                          <a:effectLst/>
                        </a:rPr>
                        <a:t>New confirmed cases per 1,000 population per year</a:t>
                      </a:r>
                    </a:p>
                  </a:txBody>
                  <a:tcPr marL="59597" marR="59597" marT="79153" marB="59597" anchor="ctr">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404040"/>
                    </a:solidFill>
                  </a:tcPr>
                </a:tc>
                <a:extLst>
                  <a:ext uri="{0D108BD9-81ED-4DB2-BD59-A6C34878D82A}">
                    <a16:rowId xmlns:a16="http://schemas.microsoft.com/office/drawing/2014/main" val="3352817043"/>
                  </a:ext>
                </a:extLst>
              </a:tr>
              <a:tr h="732974">
                <a:tc>
                  <a:txBody>
                    <a:bodyPr/>
                    <a:lstStyle/>
                    <a:p>
                      <a:pPr algn="l">
                        <a:buNone/>
                      </a:pPr>
                      <a:r>
                        <a:rPr lang="en-US" sz="2000" b="1" cap="none" spc="0">
                          <a:solidFill>
                            <a:schemeClr val="bg1"/>
                          </a:solidFill>
                          <a:effectLst/>
                        </a:rPr>
                        <a:t>ABER</a:t>
                      </a:r>
                      <a:endParaRPr lang="en-US" sz="2000" cap="none" spc="0">
                        <a:solidFill>
                          <a:schemeClr val="bg1"/>
                        </a:solidFill>
                        <a:effectLst/>
                      </a:endParaRPr>
                    </a:p>
                  </a:txBody>
                  <a:tcPr marL="59597" marR="59597" marT="79153" marB="59597"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l">
                        <a:buNone/>
                      </a:pPr>
                      <a:r>
                        <a:rPr lang="en-US" sz="2000" cap="none" spc="0">
                          <a:solidFill>
                            <a:schemeClr val="bg1"/>
                          </a:solidFill>
                          <a:effectLst/>
                        </a:rPr>
                        <a:t>Annual Blood Examination Rate</a:t>
                      </a:r>
                    </a:p>
                  </a:txBody>
                  <a:tcPr marL="59597" marR="59597" marT="79153" marB="59597"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l">
                        <a:buNone/>
                      </a:pPr>
                      <a:r>
                        <a:rPr lang="en-US" sz="2000" cap="none" spc="0">
                          <a:solidFill>
                            <a:schemeClr val="bg1"/>
                          </a:solidFill>
                          <a:effectLst/>
                        </a:rPr>
                        <a:t>Blood slides examined per 100 population per year</a:t>
                      </a:r>
                    </a:p>
                  </a:txBody>
                  <a:tcPr marL="59597" marR="59597" marT="79153" marB="59597"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extLst>
                  <a:ext uri="{0D108BD9-81ED-4DB2-BD59-A6C34878D82A}">
                    <a16:rowId xmlns:a16="http://schemas.microsoft.com/office/drawing/2014/main" val="1184771289"/>
                  </a:ext>
                </a:extLst>
              </a:tr>
              <a:tr h="732974">
                <a:tc>
                  <a:txBody>
                    <a:bodyPr/>
                    <a:lstStyle/>
                    <a:p>
                      <a:pPr algn="l">
                        <a:buNone/>
                      </a:pPr>
                      <a:r>
                        <a:rPr lang="en-US" sz="2000" b="1" cap="none" spc="0">
                          <a:solidFill>
                            <a:schemeClr val="bg1"/>
                          </a:solidFill>
                          <a:effectLst/>
                        </a:rPr>
                        <a:t>SPR</a:t>
                      </a:r>
                      <a:endParaRPr lang="en-US" sz="2000" cap="none" spc="0">
                        <a:solidFill>
                          <a:schemeClr val="bg1"/>
                        </a:solidFill>
                        <a:effectLst/>
                      </a:endParaRPr>
                    </a:p>
                  </a:txBody>
                  <a:tcPr marL="59597" marR="59597" marT="79153" marB="59597"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l">
                        <a:buNone/>
                      </a:pPr>
                      <a:r>
                        <a:rPr lang="en-US" sz="2000" cap="none" spc="0" dirty="0">
                          <a:solidFill>
                            <a:schemeClr val="bg1"/>
                          </a:solidFill>
                          <a:effectLst/>
                        </a:rPr>
                        <a:t>Slide Positivity Rate</a:t>
                      </a:r>
                    </a:p>
                  </a:txBody>
                  <a:tcPr marL="59597" marR="59597" marT="79153" marB="59597"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l">
                        <a:buNone/>
                      </a:pPr>
                      <a:r>
                        <a:rPr lang="en-US" sz="2000" cap="none" spc="0">
                          <a:solidFill>
                            <a:schemeClr val="bg1"/>
                          </a:solidFill>
                          <a:effectLst/>
                        </a:rPr>
                        <a:t>% of blood slides tested that are positive for malaria</a:t>
                      </a:r>
                    </a:p>
                  </a:txBody>
                  <a:tcPr marL="59597" marR="59597" marT="79153" marB="59597"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extLst>
                  <a:ext uri="{0D108BD9-81ED-4DB2-BD59-A6C34878D82A}">
                    <a16:rowId xmlns:a16="http://schemas.microsoft.com/office/drawing/2014/main" val="4290264264"/>
                  </a:ext>
                </a:extLst>
              </a:tr>
              <a:tr h="732974">
                <a:tc>
                  <a:txBody>
                    <a:bodyPr/>
                    <a:lstStyle/>
                    <a:p>
                      <a:pPr algn="l">
                        <a:buNone/>
                      </a:pPr>
                      <a:r>
                        <a:rPr lang="en-US" sz="2000" b="1" cap="none" spc="0">
                          <a:solidFill>
                            <a:schemeClr val="bg1"/>
                          </a:solidFill>
                          <a:effectLst/>
                        </a:rPr>
                        <a:t>SFR</a:t>
                      </a:r>
                      <a:endParaRPr lang="en-US" sz="2000" cap="none" spc="0">
                        <a:solidFill>
                          <a:schemeClr val="bg1"/>
                        </a:solidFill>
                        <a:effectLst/>
                      </a:endParaRPr>
                    </a:p>
                  </a:txBody>
                  <a:tcPr marL="59597" marR="59597" marT="79153" marB="59597"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l">
                        <a:buNone/>
                      </a:pPr>
                      <a:r>
                        <a:rPr lang="en-US" sz="2000" cap="none" spc="0">
                          <a:solidFill>
                            <a:schemeClr val="bg1"/>
                          </a:solidFill>
                          <a:effectLst/>
                        </a:rPr>
                        <a:t>Slide Falciparum Rate</a:t>
                      </a:r>
                    </a:p>
                  </a:txBody>
                  <a:tcPr marL="59597" marR="59597" marT="79153" marB="59597"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l">
                        <a:buNone/>
                      </a:pPr>
                      <a:r>
                        <a:rPr lang="en-US" sz="2000" cap="none" spc="0">
                          <a:solidFill>
                            <a:schemeClr val="bg1"/>
                          </a:solidFill>
                          <a:effectLst/>
                        </a:rPr>
                        <a:t>% of slides positive specifically for </a:t>
                      </a:r>
                      <a:r>
                        <a:rPr lang="en-US" sz="2000" i="1" cap="none" spc="0">
                          <a:solidFill>
                            <a:schemeClr val="bg1"/>
                          </a:solidFill>
                          <a:effectLst/>
                        </a:rPr>
                        <a:t>P. falciparum</a:t>
                      </a:r>
                      <a:endParaRPr lang="en-US" sz="2000" cap="none" spc="0">
                        <a:solidFill>
                          <a:schemeClr val="bg1"/>
                        </a:solidFill>
                        <a:effectLst/>
                      </a:endParaRPr>
                    </a:p>
                  </a:txBody>
                  <a:tcPr marL="59597" marR="59597" marT="79153" marB="59597"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extLst>
                  <a:ext uri="{0D108BD9-81ED-4DB2-BD59-A6C34878D82A}">
                    <a16:rowId xmlns:a16="http://schemas.microsoft.com/office/drawing/2014/main" val="919540089"/>
                  </a:ext>
                </a:extLst>
              </a:tr>
              <a:tr h="732974">
                <a:tc>
                  <a:txBody>
                    <a:bodyPr/>
                    <a:lstStyle/>
                    <a:p>
                      <a:pPr algn="l">
                        <a:buNone/>
                      </a:pPr>
                      <a:r>
                        <a:rPr lang="en-US" sz="2000" b="1" cap="none" spc="0">
                          <a:solidFill>
                            <a:schemeClr val="bg1"/>
                          </a:solidFill>
                          <a:effectLst/>
                        </a:rPr>
                        <a:t>AFI</a:t>
                      </a:r>
                      <a:endParaRPr lang="en-US" sz="2000" cap="none" spc="0">
                        <a:solidFill>
                          <a:schemeClr val="bg1"/>
                        </a:solidFill>
                        <a:effectLst/>
                      </a:endParaRPr>
                    </a:p>
                  </a:txBody>
                  <a:tcPr marL="59597" marR="59597" marT="79153" marB="59597"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l">
                        <a:buNone/>
                      </a:pPr>
                      <a:r>
                        <a:rPr lang="en-US" sz="2000" cap="none" spc="0">
                          <a:solidFill>
                            <a:schemeClr val="bg1"/>
                          </a:solidFill>
                          <a:effectLst/>
                        </a:rPr>
                        <a:t>Annual Falciparum Incidence</a:t>
                      </a:r>
                    </a:p>
                  </a:txBody>
                  <a:tcPr marL="59597" marR="59597" marT="79153" marB="59597"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l">
                        <a:buNone/>
                      </a:pPr>
                      <a:r>
                        <a:rPr lang="en-US" sz="2000" cap="none" spc="0">
                          <a:solidFill>
                            <a:schemeClr val="bg1"/>
                          </a:solidFill>
                          <a:effectLst/>
                        </a:rPr>
                        <a:t>Falciparum cases per 1,000 population per year</a:t>
                      </a:r>
                    </a:p>
                  </a:txBody>
                  <a:tcPr marL="59597" marR="59597" marT="79153" marB="59597"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extLst>
                  <a:ext uri="{0D108BD9-81ED-4DB2-BD59-A6C34878D82A}">
                    <a16:rowId xmlns:a16="http://schemas.microsoft.com/office/drawing/2014/main" val="379374116"/>
                  </a:ext>
                </a:extLst>
              </a:tr>
              <a:tr h="732974">
                <a:tc>
                  <a:txBody>
                    <a:bodyPr/>
                    <a:lstStyle/>
                    <a:p>
                      <a:pPr algn="l">
                        <a:buNone/>
                      </a:pPr>
                      <a:r>
                        <a:rPr lang="en-US" sz="2000" b="1" cap="none" spc="0">
                          <a:solidFill>
                            <a:schemeClr val="bg1"/>
                          </a:solidFill>
                          <a:effectLst/>
                        </a:rPr>
                        <a:t>TPR</a:t>
                      </a:r>
                      <a:endParaRPr lang="en-US" sz="2000" cap="none" spc="0">
                        <a:solidFill>
                          <a:schemeClr val="bg1"/>
                        </a:solidFill>
                        <a:effectLst/>
                      </a:endParaRPr>
                    </a:p>
                  </a:txBody>
                  <a:tcPr marL="59597" marR="59597" marT="79153" marB="59597"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l">
                        <a:buNone/>
                      </a:pPr>
                      <a:r>
                        <a:rPr lang="en-US" sz="2000" cap="none" spc="0">
                          <a:solidFill>
                            <a:schemeClr val="bg1"/>
                          </a:solidFill>
                          <a:effectLst/>
                        </a:rPr>
                        <a:t>Test Positivity Rate</a:t>
                      </a:r>
                    </a:p>
                  </a:txBody>
                  <a:tcPr marL="59597" marR="59597" marT="79153" marB="59597"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l">
                        <a:buNone/>
                      </a:pPr>
                      <a:r>
                        <a:rPr lang="en-US" sz="2000" cap="none" spc="0" dirty="0">
                          <a:solidFill>
                            <a:schemeClr val="bg1"/>
                          </a:solidFill>
                          <a:effectLst/>
                        </a:rPr>
                        <a:t>% of all tests (RDT + microscopy) that are positive</a:t>
                      </a:r>
                    </a:p>
                  </a:txBody>
                  <a:tcPr marL="59597" marR="59597" marT="79153" marB="59597"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extLst>
                  <a:ext uri="{0D108BD9-81ED-4DB2-BD59-A6C34878D82A}">
                    <a16:rowId xmlns:a16="http://schemas.microsoft.com/office/drawing/2014/main" val="4279099541"/>
                  </a:ext>
                </a:extLst>
              </a:tr>
            </a:tbl>
          </a:graphicData>
        </a:graphic>
      </p:graphicFrame>
    </p:spTree>
    <p:extLst>
      <p:ext uri="{BB962C8B-B14F-4D97-AF65-F5344CB8AC3E}">
        <p14:creationId xmlns:p14="http://schemas.microsoft.com/office/powerpoint/2010/main" val="29649915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EDEBD-EA47-1E31-2079-DAD04DABC2B7}"/>
              </a:ext>
            </a:extLst>
          </p:cNvPr>
          <p:cNvSpPr>
            <a:spLocks noGrp="1"/>
          </p:cNvSpPr>
          <p:nvPr>
            <p:ph type="title"/>
          </p:nvPr>
        </p:nvSpPr>
        <p:spPr>
          <a:xfrm>
            <a:off x="762000" y="307571"/>
            <a:ext cx="9144000" cy="454429"/>
          </a:xfrm>
        </p:spPr>
        <p:txBody>
          <a:bodyPr>
            <a:normAutofit fontScale="90000"/>
          </a:bodyPr>
          <a:lstStyle/>
          <a:p>
            <a:r>
              <a:rPr lang="en-US" dirty="0"/>
              <a:t>Indicators</a:t>
            </a:r>
          </a:p>
        </p:txBody>
      </p:sp>
      <p:sp>
        <p:nvSpPr>
          <p:cNvPr id="3" name="Content Placeholder 2">
            <a:extLst>
              <a:ext uri="{FF2B5EF4-FFF2-40B4-BE49-F238E27FC236}">
                <a16:creationId xmlns:a16="http://schemas.microsoft.com/office/drawing/2014/main" id="{28468A49-CEE5-30BB-DA03-30938590A199}"/>
              </a:ext>
            </a:extLst>
          </p:cNvPr>
          <p:cNvSpPr>
            <a:spLocks noGrp="1"/>
          </p:cNvSpPr>
          <p:nvPr>
            <p:ph idx="1"/>
          </p:nvPr>
        </p:nvSpPr>
        <p:spPr>
          <a:xfrm>
            <a:off x="762000" y="1113905"/>
            <a:ext cx="10668000" cy="4982095"/>
          </a:xfrm>
        </p:spPr>
        <p:txBody>
          <a:bodyPr numCol="2">
            <a:normAutofit lnSpcReduction="10000"/>
          </a:bodyPr>
          <a:lstStyle/>
          <a:p>
            <a:pPr marL="0" indent="0">
              <a:buNone/>
            </a:pPr>
            <a:r>
              <a:rPr lang="en-US" sz="1800" b="1" dirty="0"/>
              <a:t>Annual Parasite Incidence (API):</a:t>
            </a:r>
          </a:p>
          <a:p>
            <a:r>
              <a:rPr lang="en-US" sz="1800" dirty="0"/>
              <a:t>(Confirmed malaria cases ÷ Population under surveillance) × 1,000</a:t>
            </a:r>
          </a:p>
          <a:p>
            <a:r>
              <a:rPr lang="en-US" sz="1800" dirty="0"/>
              <a:t>Used for </a:t>
            </a:r>
            <a:r>
              <a:rPr lang="en-US" sz="1800" dirty="0">
                <a:highlight>
                  <a:srgbClr val="FFFF00"/>
                </a:highlight>
              </a:rPr>
              <a:t>district categorization (Category 0 to 3)</a:t>
            </a:r>
          </a:p>
          <a:p>
            <a:r>
              <a:rPr lang="en-US" sz="1800" dirty="0"/>
              <a:t>Also used for resource allocation and intervention prioritization</a:t>
            </a:r>
          </a:p>
          <a:p>
            <a:pPr marL="0" indent="0">
              <a:buNone/>
            </a:pPr>
            <a:r>
              <a:rPr lang="en-US" sz="1800" b="1" dirty="0"/>
              <a:t>Annual Blood Examination Rate (ABER):</a:t>
            </a:r>
          </a:p>
          <a:p>
            <a:r>
              <a:rPr lang="en-US" sz="1800" dirty="0"/>
              <a:t>(Blood slides examined ÷ Population) × 100</a:t>
            </a:r>
          </a:p>
          <a:p>
            <a:r>
              <a:rPr lang="en-US" sz="1800" dirty="0"/>
              <a:t>Target: </a:t>
            </a:r>
            <a:r>
              <a:rPr lang="en-US" sz="1800" dirty="0">
                <a:highlight>
                  <a:srgbClr val="FFFF00"/>
                </a:highlight>
              </a:rPr>
              <a:t>≥10% of population should be tested annually</a:t>
            </a:r>
          </a:p>
          <a:p>
            <a:r>
              <a:rPr lang="en-US" sz="1800" dirty="0"/>
              <a:t>Measures surveillance intensity, low ABER means cases are being missed</a:t>
            </a:r>
          </a:p>
          <a:p>
            <a:r>
              <a:rPr lang="en-US" sz="1800" dirty="0"/>
              <a:t>A </a:t>
            </a:r>
            <a:r>
              <a:rPr lang="en-US" sz="1800" dirty="0" err="1"/>
              <a:t>programme</a:t>
            </a:r>
            <a:r>
              <a:rPr lang="en-US" sz="1800" dirty="0"/>
              <a:t> with low ABER and low API may be underreporting, not truly eliminating</a:t>
            </a:r>
          </a:p>
          <a:p>
            <a:pPr marL="0" indent="0">
              <a:buNone/>
            </a:pPr>
            <a:r>
              <a:rPr lang="en-US" sz="1800" b="1" dirty="0"/>
              <a:t>Slide Positivity Rate (SPR):</a:t>
            </a:r>
          </a:p>
          <a:p>
            <a:r>
              <a:rPr lang="en-US" sz="1800" dirty="0"/>
              <a:t>(Positive slides ÷ Total slides examined) × 100</a:t>
            </a:r>
          </a:p>
          <a:p>
            <a:r>
              <a:rPr lang="en-US" sz="1800" dirty="0"/>
              <a:t>Reflects </a:t>
            </a:r>
            <a:r>
              <a:rPr lang="en-US" sz="1800" dirty="0">
                <a:highlight>
                  <a:srgbClr val="FFFF00"/>
                </a:highlight>
              </a:rPr>
              <a:t>transmission intensity in the area</a:t>
            </a:r>
          </a:p>
          <a:p>
            <a:r>
              <a:rPr lang="en-US" sz="1800" dirty="0">
                <a:highlight>
                  <a:srgbClr val="FFFF00"/>
                </a:highlight>
              </a:rPr>
              <a:t>High SPR despite high ABER = genuine high burden</a:t>
            </a:r>
          </a:p>
          <a:p>
            <a:r>
              <a:rPr lang="en-US" sz="1800" dirty="0"/>
              <a:t>Used to monitor trends even when population data is unreliable</a:t>
            </a:r>
          </a:p>
          <a:p>
            <a:pPr marL="0" indent="0">
              <a:buNone/>
            </a:pPr>
            <a:r>
              <a:rPr lang="en-US" sz="1800" b="1" dirty="0"/>
              <a:t>Slide Falciparum Rate (SFR):</a:t>
            </a:r>
          </a:p>
          <a:p>
            <a:r>
              <a:rPr lang="en-US" sz="1800" dirty="0"/>
              <a:t>Proportion of slides positive specifically for P. falciparum</a:t>
            </a:r>
          </a:p>
          <a:p>
            <a:r>
              <a:rPr lang="en-US" sz="1800" dirty="0"/>
              <a:t>Important because falciparum carries higher mortality risk and resistance implications</a:t>
            </a:r>
          </a:p>
          <a:p>
            <a:r>
              <a:rPr lang="en-US" sz="1800" dirty="0">
                <a:highlight>
                  <a:srgbClr val="FFFF00"/>
                </a:highlight>
              </a:rPr>
              <a:t>High SFR areas need intensified treatment and drug resistance monitoring</a:t>
            </a:r>
          </a:p>
          <a:p>
            <a:pPr marL="0" indent="0">
              <a:buNone/>
            </a:pPr>
            <a:r>
              <a:rPr lang="en-US" sz="1800" b="1" dirty="0"/>
              <a:t>Annual Falciparum Incidence (AFI):</a:t>
            </a:r>
          </a:p>
          <a:p>
            <a:r>
              <a:rPr lang="en-US" sz="1800" dirty="0"/>
              <a:t>Falciparum-specific version of API</a:t>
            </a:r>
          </a:p>
          <a:p>
            <a:r>
              <a:rPr lang="en-US" sz="1800" dirty="0">
                <a:highlight>
                  <a:srgbClr val="FFFF00"/>
                </a:highlight>
              </a:rPr>
              <a:t>Critical for tracking severe malaria risk and guiding treatment policy</a:t>
            </a:r>
          </a:p>
        </p:txBody>
      </p:sp>
    </p:spTree>
    <p:extLst>
      <p:ext uri="{BB962C8B-B14F-4D97-AF65-F5344CB8AC3E}">
        <p14:creationId xmlns:p14="http://schemas.microsoft.com/office/powerpoint/2010/main" val="7498560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D97D3-1A1C-48AC-9AC5-199D165B2DD0}"/>
              </a:ext>
            </a:extLst>
          </p:cNvPr>
          <p:cNvSpPr>
            <a:spLocks noGrp="1"/>
          </p:cNvSpPr>
          <p:nvPr>
            <p:ph type="title"/>
          </p:nvPr>
        </p:nvSpPr>
        <p:spPr/>
        <p:txBody>
          <a:bodyPr/>
          <a:lstStyle/>
          <a:p>
            <a:r>
              <a:rPr lang="en-US" dirty="0"/>
              <a:t>Elimination Indicator</a:t>
            </a:r>
          </a:p>
        </p:txBody>
      </p:sp>
      <p:graphicFrame>
        <p:nvGraphicFramePr>
          <p:cNvPr id="16" name="Content Placeholder 15">
            <a:extLst>
              <a:ext uri="{FF2B5EF4-FFF2-40B4-BE49-F238E27FC236}">
                <a16:creationId xmlns:a16="http://schemas.microsoft.com/office/drawing/2014/main" id="{315E3033-C4E4-7A01-D507-83E90CDBB4AC}"/>
              </a:ext>
            </a:extLst>
          </p:cNvPr>
          <p:cNvGraphicFramePr>
            <a:graphicFrameLocks noGrp="1"/>
          </p:cNvGraphicFramePr>
          <p:nvPr>
            <p:ph sz="half" idx="1"/>
            <p:extLst>
              <p:ext uri="{D42A27DB-BD31-4B8C-83A1-F6EECF244321}">
                <p14:modId xmlns:p14="http://schemas.microsoft.com/office/powerpoint/2010/main" val="4056169503"/>
              </p:ext>
            </p:extLst>
          </p:nvPr>
        </p:nvGraphicFramePr>
        <p:xfrm>
          <a:off x="762000" y="2374900"/>
          <a:ext cx="5562600" cy="4076700"/>
        </p:xfrm>
        <a:graphic>
          <a:graphicData uri="http://schemas.openxmlformats.org/drawingml/2006/table">
            <a:tbl>
              <a:tblPr firstRow="1" firstCol="1" bandRow="1">
                <a:tableStyleId>{21E4AEA4-8DFA-4A89-87EB-49C32662AFE0}</a:tableStyleId>
              </a:tblPr>
              <a:tblGrid>
                <a:gridCol w="1854200">
                  <a:extLst>
                    <a:ext uri="{9D8B030D-6E8A-4147-A177-3AD203B41FA5}">
                      <a16:colId xmlns:a16="http://schemas.microsoft.com/office/drawing/2014/main" val="281044021"/>
                    </a:ext>
                  </a:extLst>
                </a:gridCol>
                <a:gridCol w="1854200">
                  <a:extLst>
                    <a:ext uri="{9D8B030D-6E8A-4147-A177-3AD203B41FA5}">
                      <a16:colId xmlns:a16="http://schemas.microsoft.com/office/drawing/2014/main" val="310996898"/>
                    </a:ext>
                  </a:extLst>
                </a:gridCol>
                <a:gridCol w="1854200">
                  <a:extLst>
                    <a:ext uri="{9D8B030D-6E8A-4147-A177-3AD203B41FA5}">
                      <a16:colId xmlns:a16="http://schemas.microsoft.com/office/drawing/2014/main" val="1254566413"/>
                    </a:ext>
                  </a:extLst>
                </a:gridCol>
              </a:tblGrid>
              <a:tr h="815340">
                <a:tc>
                  <a:txBody>
                    <a:bodyPr/>
                    <a:lstStyle/>
                    <a:p>
                      <a:pPr algn="l">
                        <a:buNone/>
                      </a:pPr>
                      <a:r>
                        <a:rPr lang="en-US" sz="2000">
                          <a:effectLst/>
                        </a:rPr>
                        <a:t>Category</a:t>
                      </a:r>
                    </a:p>
                  </a:txBody>
                  <a:tcPr marL="32657" marR="32657" marT="32657" marB="32657" anchor="ctr"/>
                </a:tc>
                <a:tc>
                  <a:txBody>
                    <a:bodyPr/>
                    <a:lstStyle/>
                    <a:p>
                      <a:pPr algn="l">
                        <a:buNone/>
                      </a:pPr>
                      <a:r>
                        <a:rPr lang="en-US" sz="2000" dirty="0">
                          <a:effectLst/>
                        </a:rPr>
                        <a:t>Definition</a:t>
                      </a:r>
                    </a:p>
                  </a:txBody>
                  <a:tcPr marL="32657" marR="32657" marT="32657" marB="32657" anchor="ctr"/>
                </a:tc>
                <a:tc>
                  <a:txBody>
                    <a:bodyPr/>
                    <a:lstStyle/>
                    <a:p>
                      <a:pPr algn="l">
                        <a:buNone/>
                      </a:pPr>
                      <a:r>
                        <a:rPr lang="en-US" sz="2000">
                          <a:effectLst/>
                        </a:rPr>
                        <a:t>Action phase</a:t>
                      </a:r>
                    </a:p>
                  </a:txBody>
                  <a:tcPr marL="32657" marR="32657" marT="32657" marB="32657" anchor="ctr"/>
                </a:tc>
                <a:extLst>
                  <a:ext uri="{0D108BD9-81ED-4DB2-BD59-A6C34878D82A}">
                    <a16:rowId xmlns:a16="http://schemas.microsoft.com/office/drawing/2014/main" val="2471753055"/>
                  </a:ext>
                </a:extLst>
              </a:tr>
              <a:tr h="815340">
                <a:tc>
                  <a:txBody>
                    <a:bodyPr/>
                    <a:lstStyle/>
                    <a:p>
                      <a:pPr algn="l">
                        <a:buNone/>
                      </a:pPr>
                      <a:r>
                        <a:rPr lang="en-US" sz="2000" b="1">
                          <a:effectLst/>
                        </a:rPr>
                        <a:t>Category 0</a:t>
                      </a:r>
                      <a:endParaRPr lang="en-US" sz="2000">
                        <a:effectLst/>
                      </a:endParaRPr>
                    </a:p>
                  </a:txBody>
                  <a:tcPr marL="32657" marR="32657" marT="32657" marB="32657" anchor="ctr"/>
                </a:tc>
                <a:tc>
                  <a:txBody>
                    <a:bodyPr/>
                    <a:lstStyle/>
                    <a:p>
                      <a:pPr algn="l">
                        <a:buNone/>
                      </a:pPr>
                      <a:r>
                        <a:rPr lang="en-US" sz="2000">
                          <a:effectLst/>
                        </a:rPr>
                        <a:t>Zero indigenous cases</a:t>
                      </a:r>
                    </a:p>
                  </a:txBody>
                  <a:tcPr marL="32657" marR="32657" marT="32657" marB="32657" anchor="ctr"/>
                </a:tc>
                <a:tc>
                  <a:txBody>
                    <a:bodyPr/>
                    <a:lstStyle/>
                    <a:p>
                      <a:pPr algn="l">
                        <a:buNone/>
                      </a:pPr>
                      <a:r>
                        <a:rPr lang="en-US" sz="2000">
                          <a:effectLst/>
                        </a:rPr>
                        <a:t>Prevention of re-establishment</a:t>
                      </a:r>
                    </a:p>
                  </a:txBody>
                  <a:tcPr marL="32657" marR="32657" marT="32657" marB="32657" anchor="ctr"/>
                </a:tc>
                <a:extLst>
                  <a:ext uri="{0D108BD9-81ED-4DB2-BD59-A6C34878D82A}">
                    <a16:rowId xmlns:a16="http://schemas.microsoft.com/office/drawing/2014/main" val="2316203797"/>
                  </a:ext>
                </a:extLst>
              </a:tr>
              <a:tr h="815340">
                <a:tc>
                  <a:txBody>
                    <a:bodyPr/>
                    <a:lstStyle/>
                    <a:p>
                      <a:pPr algn="l">
                        <a:buNone/>
                      </a:pPr>
                      <a:r>
                        <a:rPr lang="en-US" sz="2000" b="1">
                          <a:effectLst/>
                        </a:rPr>
                        <a:t>Category 1</a:t>
                      </a:r>
                      <a:endParaRPr lang="en-US" sz="2000">
                        <a:effectLst/>
                      </a:endParaRPr>
                    </a:p>
                  </a:txBody>
                  <a:tcPr marL="32657" marR="32657" marT="32657" marB="32657" anchor="ctr"/>
                </a:tc>
                <a:tc>
                  <a:txBody>
                    <a:bodyPr/>
                    <a:lstStyle/>
                    <a:p>
                      <a:pPr algn="l">
                        <a:buNone/>
                      </a:pPr>
                      <a:r>
                        <a:rPr lang="en-US" sz="2000">
                          <a:effectLst/>
                        </a:rPr>
                        <a:t>API &lt; 1 per 1,000</a:t>
                      </a:r>
                    </a:p>
                  </a:txBody>
                  <a:tcPr marL="32657" marR="32657" marT="32657" marB="32657" anchor="ctr"/>
                </a:tc>
                <a:tc>
                  <a:txBody>
                    <a:bodyPr/>
                    <a:lstStyle/>
                    <a:p>
                      <a:pPr algn="l">
                        <a:buNone/>
                      </a:pPr>
                      <a:r>
                        <a:rPr lang="en-US" sz="2000">
                          <a:effectLst/>
                        </a:rPr>
                        <a:t>Elimination phase</a:t>
                      </a:r>
                    </a:p>
                  </a:txBody>
                  <a:tcPr marL="32657" marR="32657" marT="32657" marB="32657" anchor="ctr"/>
                </a:tc>
                <a:extLst>
                  <a:ext uri="{0D108BD9-81ED-4DB2-BD59-A6C34878D82A}">
                    <a16:rowId xmlns:a16="http://schemas.microsoft.com/office/drawing/2014/main" val="2789449103"/>
                  </a:ext>
                </a:extLst>
              </a:tr>
              <a:tr h="815340">
                <a:tc>
                  <a:txBody>
                    <a:bodyPr/>
                    <a:lstStyle/>
                    <a:p>
                      <a:pPr algn="l">
                        <a:buNone/>
                      </a:pPr>
                      <a:r>
                        <a:rPr lang="en-US" sz="2000" b="1">
                          <a:effectLst/>
                        </a:rPr>
                        <a:t>Category 2</a:t>
                      </a:r>
                      <a:endParaRPr lang="en-US" sz="2000">
                        <a:effectLst/>
                      </a:endParaRPr>
                    </a:p>
                  </a:txBody>
                  <a:tcPr marL="32657" marR="32657" marT="32657" marB="32657" anchor="ctr"/>
                </a:tc>
                <a:tc>
                  <a:txBody>
                    <a:bodyPr/>
                    <a:lstStyle/>
                    <a:p>
                      <a:pPr algn="l">
                        <a:buNone/>
                      </a:pPr>
                      <a:r>
                        <a:rPr lang="it-IT" sz="2000">
                          <a:effectLst/>
                        </a:rPr>
                        <a:t>API 1 to &lt;2 per 1,000</a:t>
                      </a:r>
                    </a:p>
                  </a:txBody>
                  <a:tcPr marL="32657" marR="32657" marT="32657" marB="32657" anchor="ctr"/>
                </a:tc>
                <a:tc>
                  <a:txBody>
                    <a:bodyPr/>
                    <a:lstStyle/>
                    <a:p>
                      <a:pPr algn="l">
                        <a:buNone/>
                      </a:pPr>
                      <a:r>
                        <a:rPr lang="en-US" sz="2000">
                          <a:effectLst/>
                        </a:rPr>
                        <a:t>Pre-elimination phase</a:t>
                      </a:r>
                    </a:p>
                  </a:txBody>
                  <a:tcPr marL="32657" marR="32657" marT="32657" marB="32657" anchor="ctr"/>
                </a:tc>
                <a:extLst>
                  <a:ext uri="{0D108BD9-81ED-4DB2-BD59-A6C34878D82A}">
                    <a16:rowId xmlns:a16="http://schemas.microsoft.com/office/drawing/2014/main" val="2688022918"/>
                  </a:ext>
                </a:extLst>
              </a:tr>
              <a:tr h="815340">
                <a:tc>
                  <a:txBody>
                    <a:bodyPr/>
                    <a:lstStyle/>
                    <a:p>
                      <a:pPr algn="l">
                        <a:buNone/>
                      </a:pPr>
                      <a:r>
                        <a:rPr lang="en-US" sz="2000" b="1" dirty="0">
                          <a:effectLst/>
                        </a:rPr>
                        <a:t>Category 3</a:t>
                      </a:r>
                      <a:endParaRPr lang="en-US" sz="2000" dirty="0">
                        <a:effectLst/>
                      </a:endParaRPr>
                    </a:p>
                  </a:txBody>
                  <a:tcPr marL="32657" marR="32657" marT="32657" marB="32657" anchor="ctr"/>
                </a:tc>
                <a:tc>
                  <a:txBody>
                    <a:bodyPr/>
                    <a:lstStyle/>
                    <a:p>
                      <a:pPr algn="l">
                        <a:buNone/>
                      </a:pPr>
                      <a:r>
                        <a:rPr lang="en-US" sz="2000">
                          <a:effectLst/>
                        </a:rPr>
                        <a:t>API ≥ 2 per 1,000</a:t>
                      </a:r>
                    </a:p>
                  </a:txBody>
                  <a:tcPr marL="32657" marR="32657" marT="32657" marB="32657" anchor="ctr"/>
                </a:tc>
                <a:tc>
                  <a:txBody>
                    <a:bodyPr/>
                    <a:lstStyle/>
                    <a:p>
                      <a:pPr algn="l">
                        <a:buNone/>
                      </a:pPr>
                      <a:r>
                        <a:rPr lang="en-US" sz="2000" dirty="0">
                          <a:effectLst/>
                        </a:rPr>
                        <a:t>Intensified control phase</a:t>
                      </a:r>
                    </a:p>
                  </a:txBody>
                  <a:tcPr marL="32657" marR="32657" marT="32657" marB="32657" anchor="ctr"/>
                </a:tc>
                <a:extLst>
                  <a:ext uri="{0D108BD9-81ED-4DB2-BD59-A6C34878D82A}">
                    <a16:rowId xmlns:a16="http://schemas.microsoft.com/office/drawing/2014/main" val="2059021419"/>
                  </a:ext>
                </a:extLst>
              </a:tr>
            </a:tbl>
          </a:graphicData>
        </a:graphic>
      </p:graphicFrame>
      <p:graphicFrame>
        <p:nvGraphicFramePr>
          <p:cNvPr id="15" name="Content Placeholder 14">
            <a:extLst>
              <a:ext uri="{FF2B5EF4-FFF2-40B4-BE49-F238E27FC236}">
                <a16:creationId xmlns:a16="http://schemas.microsoft.com/office/drawing/2014/main" id="{8DD5E2D8-5F17-3F8E-F021-A0D5BD755EEF}"/>
              </a:ext>
            </a:extLst>
          </p:cNvPr>
          <p:cNvGraphicFramePr>
            <a:graphicFrameLocks noGrp="1"/>
          </p:cNvGraphicFramePr>
          <p:nvPr>
            <p:ph sz="half" idx="2"/>
            <p:extLst>
              <p:ext uri="{D42A27DB-BD31-4B8C-83A1-F6EECF244321}">
                <p14:modId xmlns:p14="http://schemas.microsoft.com/office/powerpoint/2010/main" val="105427880"/>
              </p:ext>
            </p:extLst>
          </p:nvPr>
        </p:nvGraphicFramePr>
        <p:xfrm>
          <a:off x="6604000" y="2413180"/>
          <a:ext cx="5588001" cy="4038420"/>
        </p:xfrm>
        <a:graphic>
          <a:graphicData uri="http://schemas.openxmlformats.org/drawingml/2006/table">
            <a:tbl>
              <a:tblPr firstRow="1" firstCol="1">
                <a:tableStyleId>{F5AB1C69-6EDB-4FF4-983F-18BD219EF322}</a:tableStyleId>
              </a:tblPr>
              <a:tblGrid>
                <a:gridCol w="1862667">
                  <a:extLst>
                    <a:ext uri="{9D8B030D-6E8A-4147-A177-3AD203B41FA5}">
                      <a16:colId xmlns:a16="http://schemas.microsoft.com/office/drawing/2014/main" val="3989805250"/>
                    </a:ext>
                  </a:extLst>
                </a:gridCol>
                <a:gridCol w="1862667">
                  <a:extLst>
                    <a:ext uri="{9D8B030D-6E8A-4147-A177-3AD203B41FA5}">
                      <a16:colId xmlns:a16="http://schemas.microsoft.com/office/drawing/2014/main" val="3866062076"/>
                    </a:ext>
                  </a:extLst>
                </a:gridCol>
                <a:gridCol w="1862667">
                  <a:extLst>
                    <a:ext uri="{9D8B030D-6E8A-4147-A177-3AD203B41FA5}">
                      <a16:colId xmlns:a16="http://schemas.microsoft.com/office/drawing/2014/main" val="498688235"/>
                    </a:ext>
                  </a:extLst>
                </a:gridCol>
              </a:tblGrid>
              <a:tr h="1009605">
                <a:tc>
                  <a:txBody>
                    <a:bodyPr/>
                    <a:lstStyle/>
                    <a:p>
                      <a:pPr algn="l">
                        <a:buNone/>
                      </a:pPr>
                      <a:r>
                        <a:rPr lang="en-US" sz="2000">
                          <a:effectLst/>
                        </a:rPr>
                        <a:t>Category</a:t>
                      </a:r>
                    </a:p>
                  </a:txBody>
                  <a:tcPr marL="32657" marR="32657" marT="32657" marB="32657" anchor="ctr"/>
                </a:tc>
                <a:tc>
                  <a:txBody>
                    <a:bodyPr/>
                    <a:lstStyle/>
                    <a:p>
                      <a:pPr algn="l">
                        <a:buNone/>
                      </a:pPr>
                      <a:r>
                        <a:rPr lang="en-US" sz="2000">
                          <a:effectLst/>
                        </a:rPr>
                        <a:t>2015</a:t>
                      </a:r>
                    </a:p>
                  </a:txBody>
                  <a:tcPr marL="32657" marR="32657" marT="32657" marB="32657" anchor="ctr"/>
                </a:tc>
                <a:tc>
                  <a:txBody>
                    <a:bodyPr/>
                    <a:lstStyle/>
                    <a:p>
                      <a:pPr algn="l">
                        <a:buNone/>
                      </a:pPr>
                      <a:r>
                        <a:rPr lang="en-US" sz="2000" dirty="0">
                          <a:effectLst/>
                        </a:rPr>
                        <a:t>2022</a:t>
                      </a:r>
                    </a:p>
                  </a:txBody>
                  <a:tcPr marL="32657" marR="32657" marT="32657" marB="32657" anchor="ctr"/>
                </a:tc>
                <a:extLst>
                  <a:ext uri="{0D108BD9-81ED-4DB2-BD59-A6C34878D82A}">
                    <a16:rowId xmlns:a16="http://schemas.microsoft.com/office/drawing/2014/main" val="677436343"/>
                  </a:ext>
                </a:extLst>
              </a:tr>
              <a:tr h="1009605">
                <a:tc>
                  <a:txBody>
                    <a:bodyPr/>
                    <a:lstStyle/>
                    <a:p>
                      <a:pPr algn="l">
                        <a:buNone/>
                      </a:pPr>
                      <a:r>
                        <a:rPr lang="en-US" sz="2000" dirty="0">
                          <a:effectLst/>
                        </a:rPr>
                        <a:t>Category 0</a:t>
                      </a:r>
                    </a:p>
                  </a:txBody>
                  <a:tcPr marL="32657" marR="32657" marT="32657" marB="32657" anchor="ctr"/>
                </a:tc>
                <a:tc>
                  <a:txBody>
                    <a:bodyPr/>
                    <a:lstStyle/>
                    <a:p>
                      <a:pPr algn="l">
                        <a:buNone/>
                      </a:pPr>
                      <a:r>
                        <a:rPr lang="en-US" sz="2000">
                          <a:effectLst/>
                        </a:rPr>
                        <a:t>30 districts</a:t>
                      </a:r>
                    </a:p>
                  </a:txBody>
                  <a:tcPr marL="32657" marR="32657" marT="32657" marB="32657" anchor="ctr"/>
                </a:tc>
                <a:tc>
                  <a:txBody>
                    <a:bodyPr/>
                    <a:lstStyle/>
                    <a:p>
                      <a:pPr algn="l">
                        <a:buNone/>
                      </a:pPr>
                      <a:r>
                        <a:rPr lang="en-US" sz="2000" b="1">
                          <a:effectLst/>
                        </a:rPr>
                        <a:t>128 districts</a:t>
                      </a:r>
                      <a:endParaRPr lang="en-US" sz="2000">
                        <a:effectLst/>
                      </a:endParaRPr>
                    </a:p>
                  </a:txBody>
                  <a:tcPr marL="32657" marR="32657" marT="32657" marB="32657" anchor="ctr"/>
                </a:tc>
                <a:extLst>
                  <a:ext uri="{0D108BD9-81ED-4DB2-BD59-A6C34878D82A}">
                    <a16:rowId xmlns:a16="http://schemas.microsoft.com/office/drawing/2014/main" val="453716702"/>
                  </a:ext>
                </a:extLst>
              </a:tr>
              <a:tr h="1009605">
                <a:tc>
                  <a:txBody>
                    <a:bodyPr/>
                    <a:lstStyle/>
                    <a:p>
                      <a:pPr algn="l">
                        <a:buNone/>
                      </a:pPr>
                      <a:r>
                        <a:rPr lang="en-US" sz="2000">
                          <a:effectLst/>
                        </a:rPr>
                        <a:t>Category 1</a:t>
                      </a:r>
                    </a:p>
                  </a:txBody>
                  <a:tcPr marL="32657" marR="32657" marT="32657" marB="32657" anchor="ctr"/>
                </a:tc>
                <a:tc>
                  <a:txBody>
                    <a:bodyPr/>
                    <a:lstStyle/>
                    <a:p>
                      <a:pPr algn="l">
                        <a:buNone/>
                      </a:pPr>
                      <a:r>
                        <a:rPr lang="en-US" sz="2000">
                          <a:effectLst/>
                        </a:rPr>
                        <a:t>494 districts</a:t>
                      </a:r>
                    </a:p>
                  </a:txBody>
                  <a:tcPr marL="32657" marR="32657" marT="32657" marB="32657" anchor="ctr"/>
                </a:tc>
                <a:tc>
                  <a:txBody>
                    <a:bodyPr/>
                    <a:lstStyle/>
                    <a:p>
                      <a:pPr algn="l">
                        <a:buNone/>
                      </a:pPr>
                      <a:r>
                        <a:rPr lang="en-US" sz="2000" b="1">
                          <a:effectLst/>
                        </a:rPr>
                        <a:t>603 districts</a:t>
                      </a:r>
                      <a:endParaRPr lang="en-US" sz="2000">
                        <a:effectLst/>
                      </a:endParaRPr>
                    </a:p>
                  </a:txBody>
                  <a:tcPr marL="32657" marR="32657" marT="32657" marB="32657" anchor="ctr"/>
                </a:tc>
                <a:extLst>
                  <a:ext uri="{0D108BD9-81ED-4DB2-BD59-A6C34878D82A}">
                    <a16:rowId xmlns:a16="http://schemas.microsoft.com/office/drawing/2014/main" val="1377252469"/>
                  </a:ext>
                </a:extLst>
              </a:tr>
              <a:tr h="1009605">
                <a:tc>
                  <a:txBody>
                    <a:bodyPr/>
                    <a:lstStyle/>
                    <a:p>
                      <a:pPr algn="l">
                        <a:buNone/>
                      </a:pPr>
                      <a:r>
                        <a:rPr lang="en-US" sz="2000">
                          <a:effectLst/>
                        </a:rPr>
                        <a:t>Category 3</a:t>
                      </a:r>
                    </a:p>
                  </a:txBody>
                  <a:tcPr marL="32657" marR="32657" marT="32657" marB="32657" anchor="ctr"/>
                </a:tc>
                <a:tc>
                  <a:txBody>
                    <a:bodyPr/>
                    <a:lstStyle/>
                    <a:p>
                      <a:pPr algn="l">
                        <a:buNone/>
                      </a:pPr>
                      <a:r>
                        <a:rPr lang="en-US" sz="2000">
                          <a:effectLst/>
                        </a:rPr>
                        <a:t>109 districts</a:t>
                      </a:r>
                    </a:p>
                  </a:txBody>
                  <a:tcPr marL="32657" marR="32657" marT="32657" marB="32657" anchor="ctr"/>
                </a:tc>
                <a:tc>
                  <a:txBody>
                    <a:bodyPr/>
                    <a:lstStyle/>
                    <a:p>
                      <a:pPr algn="l">
                        <a:buNone/>
                      </a:pPr>
                      <a:r>
                        <a:rPr lang="en-US" sz="2000" b="1" dirty="0">
                          <a:effectLst/>
                        </a:rPr>
                        <a:t>18 districts</a:t>
                      </a:r>
                      <a:endParaRPr lang="en-US" sz="2000" dirty="0">
                        <a:effectLst/>
                      </a:endParaRPr>
                    </a:p>
                  </a:txBody>
                  <a:tcPr marL="32657" marR="32657" marT="32657" marB="32657" anchor="ctr"/>
                </a:tc>
                <a:extLst>
                  <a:ext uri="{0D108BD9-81ED-4DB2-BD59-A6C34878D82A}">
                    <a16:rowId xmlns:a16="http://schemas.microsoft.com/office/drawing/2014/main" val="2508386799"/>
                  </a:ext>
                </a:extLst>
              </a:tr>
            </a:tbl>
          </a:graphicData>
        </a:graphic>
      </p:graphicFrame>
    </p:spTree>
    <p:extLst>
      <p:ext uri="{BB962C8B-B14F-4D97-AF65-F5344CB8AC3E}">
        <p14:creationId xmlns:p14="http://schemas.microsoft.com/office/powerpoint/2010/main" val="40279504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6B0479F5-59EA-43F3-BAFC-2606376EB6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8AA49C5-67A4-4927-4624-EFADABF579A2}"/>
              </a:ext>
            </a:extLst>
          </p:cNvPr>
          <p:cNvSpPr>
            <a:spLocks noGrp="1"/>
          </p:cNvSpPr>
          <p:nvPr>
            <p:ph type="title"/>
          </p:nvPr>
        </p:nvSpPr>
        <p:spPr>
          <a:xfrm>
            <a:off x="762000" y="1528717"/>
            <a:ext cx="3810000" cy="3805283"/>
          </a:xfrm>
        </p:spPr>
        <p:txBody>
          <a:bodyPr>
            <a:normAutofit/>
          </a:bodyPr>
          <a:lstStyle/>
          <a:p>
            <a:r>
              <a:rPr lang="en-US" dirty="0" err="1"/>
              <a:t>Programme</a:t>
            </a:r>
            <a:r>
              <a:rPr lang="en-US" dirty="0"/>
              <a:t> Indicators</a:t>
            </a:r>
          </a:p>
        </p:txBody>
      </p:sp>
      <p:graphicFrame>
        <p:nvGraphicFramePr>
          <p:cNvPr id="7" name="Content Placeholder 4">
            <a:extLst>
              <a:ext uri="{FF2B5EF4-FFF2-40B4-BE49-F238E27FC236}">
                <a16:creationId xmlns:a16="http://schemas.microsoft.com/office/drawing/2014/main" id="{D0A91829-EBBB-A7A4-0647-8AA8FF501DF5}"/>
              </a:ext>
            </a:extLst>
          </p:cNvPr>
          <p:cNvGraphicFramePr>
            <a:graphicFrameLocks noGrp="1"/>
          </p:cNvGraphicFramePr>
          <p:nvPr>
            <p:ph idx="1"/>
            <p:extLst>
              <p:ext uri="{D42A27DB-BD31-4B8C-83A1-F6EECF244321}">
                <p14:modId xmlns:p14="http://schemas.microsoft.com/office/powerpoint/2010/main" val="477950585"/>
              </p:ext>
            </p:extLst>
          </p:nvPr>
        </p:nvGraphicFramePr>
        <p:xfrm>
          <a:off x="4572000" y="761999"/>
          <a:ext cx="6858000" cy="53435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42881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B0479F5-59EA-43F3-BAFC-2606376EB6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0" y="1528717"/>
            <a:ext cx="3810000" cy="3805283"/>
          </a:xfrm>
          <a:prstGeom prst="rect">
            <a:avLst/>
          </a:prstGeom>
        </p:spPr>
        <p:txBody>
          <a:bodyPr vert="horz" lIns="91440" tIns="45720" rIns="91440" bIns="45720" rtlCol="0" anchor="t" anchorCtr="0">
            <a:normAutofit/>
          </a:bodyPr>
          <a:lstStyle/>
          <a:p>
            <a:pPr>
              <a:lnSpc>
                <a:spcPct val="90000"/>
              </a:lnSpc>
              <a:spcBef>
                <a:spcPct val="0"/>
              </a:spcBef>
              <a:spcAft>
                <a:spcPts val="600"/>
              </a:spcAft>
            </a:pPr>
            <a:r>
              <a:rPr lang="en-US" sz="4400" b="1" kern="1200">
                <a:solidFill>
                  <a:schemeClr val="tx1"/>
                </a:solidFill>
                <a:latin typeface="+mj-lt"/>
                <a:ea typeface="+mj-ea"/>
                <a:cs typeface="+mj-cs"/>
              </a:rPr>
              <a:t>Entomological Surveillance: Components</a:t>
            </a:r>
          </a:p>
        </p:txBody>
      </p:sp>
      <p:graphicFrame>
        <p:nvGraphicFramePr>
          <p:cNvPr id="8" name="TextBox 5">
            <a:extLst>
              <a:ext uri="{FF2B5EF4-FFF2-40B4-BE49-F238E27FC236}">
                <a16:creationId xmlns:a16="http://schemas.microsoft.com/office/drawing/2014/main" id="{541BD724-8AAD-6817-F223-686C5D979714}"/>
              </a:ext>
            </a:extLst>
          </p:cNvPr>
          <p:cNvGraphicFramePr/>
          <p:nvPr>
            <p:extLst>
              <p:ext uri="{D42A27DB-BD31-4B8C-83A1-F6EECF244321}">
                <p14:modId xmlns:p14="http://schemas.microsoft.com/office/powerpoint/2010/main" val="761469753"/>
              </p:ext>
            </p:extLst>
          </p:nvPr>
        </p:nvGraphicFramePr>
        <p:xfrm>
          <a:off x="4572000" y="761999"/>
          <a:ext cx="6858000" cy="53435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23392-EE33-AD40-57EC-0DF7EE27E722}"/>
              </a:ext>
            </a:extLst>
          </p:cNvPr>
          <p:cNvSpPr>
            <a:spLocks noGrp="1"/>
          </p:cNvSpPr>
          <p:nvPr>
            <p:ph type="title"/>
          </p:nvPr>
        </p:nvSpPr>
        <p:spPr/>
        <p:txBody>
          <a:bodyPr/>
          <a:lstStyle/>
          <a:p>
            <a:r>
              <a:rPr lang="en-US" dirty="0"/>
              <a:t>Evolution of the </a:t>
            </a:r>
            <a:r>
              <a:rPr lang="en-US" dirty="0" err="1"/>
              <a:t>programme</a:t>
            </a:r>
            <a:endParaRPr lang="en-US" dirty="0"/>
          </a:p>
        </p:txBody>
      </p:sp>
      <p:graphicFrame>
        <p:nvGraphicFramePr>
          <p:cNvPr id="7" name="Content Placeholder 2">
            <a:extLst>
              <a:ext uri="{FF2B5EF4-FFF2-40B4-BE49-F238E27FC236}">
                <a16:creationId xmlns:a16="http://schemas.microsoft.com/office/drawing/2014/main" id="{0F6EF574-66F8-B4AC-74B4-2915BE6AABEE}"/>
              </a:ext>
            </a:extLst>
          </p:cNvPr>
          <p:cNvGraphicFramePr>
            <a:graphicFrameLocks noGrp="1"/>
          </p:cNvGraphicFramePr>
          <p:nvPr>
            <p:ph idx="1"/>
            <p:extLst>
              <p:ext uri="{D42A27DB-BD31-4B8C-83A1-F6EECF244321}">
                <p14:modId xmlns:p14="http://schemas.microsoft.com/office/powerpoint/2010/main" val="1983438085"/>
              </p:ext>
            </p:extLst>
          </p:nvPr>
        </p:nvGraphicFramePr>
        <p:xfrm>
          <a:off x="762000" y="2525487"/>
          <a:ext cx="10668000" cy="35705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084345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88" y="6537960"/>
            <a:ext cx="12188952" cy="320040"/>
          </a:xfrm>
          <a:prstGeom prst="rect">
            <a:avLst/>
          </a:prstGeom>
          <a:solidFill>
            <a:srgbClr val="091E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itle 26">
            <a:extLst>
              <a:ext uri="{FF2B5EF4-FFF2-40B4-BE49-F238E27FC236}">
                <a16:creationId xmlns:a16="http://schemas.microsoft.com/office/drawing/2014/main" id="{6C06B101-6F85-D5CF-EB90-8370238686E4}"/>
              </a:ext>
            </a:extLst>
          </p:cNvPr>
          <p:cNvSpPr>
            <a:spLocks noGrp="1"/>
          </p:cNvSpPr>
          <p:nvPr>
            <p:ph type="title"/>
          </p:nvPr>
        </p:nvSpPr>
        <p:spPr>
          <a:xfrm>
            <a:off x="761998" y="382524"/>
            <a:ext cx="10668000" cy="758952"/>
          </a:xfrm>
        </p:spPr>
        <p:txBody>
          <a:bodyPr/>
          <a:lstStyle/>
          <a:p>
            <a:r>
              <a:rPr lang="en-US" dirty="0"/>
              <a:t>Control to elimination</a:t>
            </a:r>
          </a:p>
        </p:txBody>
      </p:sp>
      <p:sp>
        <p:nvSpPr>
          <p:cNvPr id="28" name="Text Placeholder 27">
            <a:extLst>
              <a:ext uri="{FF2B5EF4-FFF2-40B4-BE49-F238E27FC236}">
                <a16:creationId xmlns:a16="http://schemas.microsoft.com/office/drawing/2014/main" id="{9852E27A-1F54-3107-D153-C1AB758007C7}"/>
              </a:ext>
            </a:extLst>
          </p:cNvPr>
          <p:cNvSpPr>
            <a:spLocks noGrp="1"/>
          </p:cNvSpPr>
          <p:nvPr>
            <p:ph type="body" idx="1"/>
          </p:nvPr>
        </p:nvSpPr>
        <p:spPr>
          <a:xfrm>
            <a:off x="761998" y="1553717"/>
            <a:ext cx="4572001" cy="761999"/>
          </a:xfrm>
        </p:spPr>
        <p:txBody>
          <a:bodyPr>
            <a:normAutofit/>
          </a:bodyPr>
          <a:lstStyle/>
          <a:p>
            <a:r>
              <a:rPr lang="en-US" sz="3200" dirty="0"/>
              <a:t>Control Era</a:t>
            </a:r>
          </a:p>
        </p:txBody>
      </p:sp>
      <p:sp>
        <p:nvSpPr>
          <p:cNvPr id="22" name="Content Placeholder 21">
            <a:extLst>
              <a:ext uri="{FF2B5EF4-FFF2-40B4-BE49-F238E27FC236}">
                <a16:creationId xmlns:a16="http://schemas.microsoft.com/office/drawing/2014/main" id="{3969072D-79ED-FDE9-206A-2E991C38555C}"/>
              </a:ext>
            </a:extLst>
          </p:cNvPr>
          <p:cNvSpPr>
            <a:spLocks noGrp="1"/>
          </p:cNvSpPr>
          <p:nvPr>
            <p:ph sz="half" idx="2"/>
          </p:nvPr>
        </p:nvSpPr>
        <p:spPr>
          <a:xfrm>
            <a:off x="761999" y="2326831"/>
            <a:ext cx="4572000" cy="3036887"/>
          </a:xfrm>
        </p:spPr>
        <p:txBody>
          <a:bodyPr>
            <a:normAutofit fontScale="92500" lnSpcReduction="10000"/>
          </a:bodyPr>
          <a:lstStyle/>
          <a:p>
            <a:r>
              <a:rPr lang="en-US" dirty="0"/>
              <a:t>Reduce morbidity and mortality</a:t>
            </a:r>
          </a:p>
          <a:p>
            <a:r>
              <a:rPr lang="en-US" dirty="0"/>
              <a:t>Aggregate case statistics</a:t>
            </a:r>
          </a:p>
          <a:p>
            <a:r>
              <a:rPr lang="en-US" dirty="0"/>
              <a:t>Routine passive surveillance</a:t>
            </a:r>
          </a:p>
          <a:p>
            <a:r>
              <a:rPr lang="en-US" dirty="0"/>
              <a:t>Standardized vector control</a:t>
            </a:r>
          </a:p>
        </p:txBody>
      </p:sp>
      <p:sp>
        <p:nvSpPr>
          <p:cNvPr id="29" name="Text Placeholder 28">
            <a:extLst>
              <a:ext uri="{FF2B5EF4-FFF2-40B4-BE49-F238E27FC236}">
                <a16:creationId xmlns:a16="http://schemas.microsoft.com/office/drawing/2014/main" id="{DA5501B2-072D-D615-18FB-5E61AD60D8A9}"/>
              </a:ext>
            </a:extLst>
          </p:cNvPr>
          <p:cNvSpPr>
            <a:spLocks noGrp="1"/>
          </p:cNvSpPr>
          <p:nvPr>
            <p:ph type="body" sz="quarter" idx="3"/>
          </p:nvPr>
        </p:nvSpPr>
        <p:spPr>
          <a:xfrm>
            <a:off x="6857996" y="1553718"/>
            <a:ext cx="4572001" cy="761999"/>
          </a:xfrm>
        </p:spPr>
        <p:txBody>
          <a:bodyPr>
            <a:normAutofit/>
          </a:bodyPr>
          <a:lstStyle/>
          <a:p>
            <a:r>
              <a:rPr lang="en-US" sz="3200" dirty="0"/>
              <a:t>Elimination Era</a:t>
            </a:r>
          </a:p>
        </p:txBody>
      </p:sp>
      <p:sp>
        <p:nvSpPr>
          <p:cNvPr id="23" name="Content Placeholder 22">
            <a:extLst>
              <a:ext uri="{FF2B5EF4-FFF2-40B4-BE49-F238E27FC236}">
                <a16:creationId xmlns:a16="http://schemas.microsoft.com/office/drawing/2014/main" id="{156210E3-3BDE-ABCD-6E9B-55ADA80BC6A3}"/>
              </a:ext>
            </a:extLst>
          </p:cNvPr>
          <p:cNvSpPr>
            <a:spLocks noGrp="1"/>
          </p:cNvSpPr>
          <p:nvPr>
            <p:ph sz="quarter" idx="4"/>
          </p:nvPr>
        </p:nvSpPr>
        <p:spPr>
          <a:xfrm>
            <a:off x="6857998" y="2326831"/>
            <a:ext cx="4571998" cy="3036887"/>
          </a:xfrm>
        </p:spPr>
        <p:txBody>
          <a:bodyPr>
            <a:normAutofit fontScale="92500" lnSpcReduction="10000"/>
          </a:bodyPr>
          <a:lstStyle/>
          <a:p>
            <a:r>
              <a:rPr lang="en-US" dirty="0"/>
              <a:t>Zero indigenous cases; interrupt transmission</a:t>
            </a:r>
          </a:p>
          <a:p>
            <a:r>
              <a:rPr lang="en-US" dirty="0"/>
              <a:t>Case-based individual investigation </a:t>
            </a:r>
          </a:p>
          <a:p>
            <a:r>
              <a:rPr lang="en-US" dirty="0"/>
              <a:t>Active, reactive and proactive surveillance</a:t>
            </a:r>
          </a:p>
          <a:p>
            <a:r>
              <a:rPr lang="en-US" dirty="0"/>
              <a:t>Evidence-based, targeted vector control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A9FEAAE4-608F-4DE6-97B4-51573869A3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5062873" cy="6858003"/>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tx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itle 6">
            <a:extLst>
              <a:ext uri="{FF2B5EF4-FFF2-40B4-BE49-F238E27FC236}">
                <a16:creationId xmlns:a16="http://schemas.microsoft.com/office/drawing/2014/main" id="{5513F83E-E7BC-E3F0-2FB7-76614A8CFC75}"/>
              </a:ext>
            </a:extLst>
          </p:cNvPr>
          <p:cNvSpPr>
            <a:spLocks noGrp="1"/>
          </p:cNvSpPr>
          <p:nvPr>
            <p:ph type="title"/>
          </p:nvPr>
        </p:nvSpPr>
        <p:spPr>
          <a:xfrm>
            <a:off x="686635" y="1143000"/>
            <a:ext cx="3285045" cy="4572000"/>
          </a:xfrm>
        </p:spPr>
        <p:txBody>
          <a:bodyPr anchor="ctr">
            <a:normAutofit/>
          </a:bodyPr>
          <a:lstStyle/>
          <a:p>
            <a:pPr algn="r"/>
            <a:r>
              <a:rPr lang="en-US" dirty="0"/>
              <a:t>Vision, mission and goals</a:t>
            </a:r>
            <a:endParaRPr lang="en-US"/>
          </a:p>
        </p:txBody>
      </p:sp>
      <p:grpSp>
        <p:nvGrpSpPr>
          <p:cNvPr id="17" name="Group 16">
            <a:extLst>
              <a:ext uri="{FF2B5EF4-FFF2-40B4-BE49-F238E27FC236}">
                <a16:creationId xmlns:a16="http://schemas.microsoft.com/office/drawing/2014/main" id="{1C03C1F1-33AC-4C16-AD56-DD6382C3696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508320" y="-1"/>
            <a:ext cx="548640" cy="6858001"/>
            <a:chOff x="3697284" y="-1"/>
            <a:chExt cx="884241" cy="6858001"/>
          </a:xfrm>
          <a:effectLst>
            <a:outerShdw blurRad="381000" dist="152400" algn="l" rotWithShape="0">
              <a:prstClr val="black">
                <a:alpha val="10000"/>
              </a:prstClr>
            </a:outerShdw>
          </a:effectLst>
        </p:grpSpPr>
        <p:sp>
          <p:nvSpPr>
            <p:cNvPr id="20" name="Freeform: Shape 19">
              <a:extLst>
                <a:ext uri="{FF2B5EF4-FFF2-40B4-BE49-F238E27FC236}">
                  <a16:creationId xmlns:a16="http://schemas.microsoft.com/office/drawing/2014/main" id="{D66E751B-0173-4DAE-BDFD-D5855E48F6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D24F58DB-B3B0-4265-8312-8233702627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blipFill dpi="0" rotWithShape="1">
              <a:blip r:embed="rId2">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1" name="Content Placeholder 7">
            <a:extLst>
              <a:ext uri="{FF2B5EF4-FFF2-40B4-BE49-F238E27FC236}">
                <a16:creationId xmlns:a16="http://schemas.microsoft.com/office/drawing/2014/main" id="{B7DA78D3-4471-FBD3-260A-3C141D7B2BE1}"/>
              </a:ext>
            </a:extLst>
          </p:cNvPr>
          <p:cNvSpPr>
            <a:spLocks noGrp="1"/>
          </p:cNvSpPr>
          <p:nvPr>
            <p:ph idx="1"/>
          </p:nvPr>
        </p:nvSpPr>
        <p:spPr>
          <a:xfrm>
            <a:off x="5749369" y="1143000"/>
            <a:ext cx="5876395" cy="4572000"/>
          </a:xfrm>
        </p:spPr>
        <p:txBody>
          <a:bodyPr anchor="ctr">
            <a:normAutofit/>
          </a:bodyPr>
          <a:lstStyle/>
          <a:p>
            <a:r>
              <a:rPr lang="en-US" b="1"/>
              <a:t>Vision:</a:t>
            </a:r>
            <a:r>
              <a:rPr lang="en-US"/>
              <a:t> A </a:t>
            </a:r>
            <a:r>
              <a:rPr lang="en-US" b="1"/>
              <a:t>Malaria Free India</a:t>
            </a:r>
          </a:p>
          <a:p>
            <a:r>
              <a:rPr lang="en-US" b="1"/>
              <a:t>Mission:</a:t>
            </a:r>
            <a:r>
              <a:rPr lang="en-US"/>
              <a:t> Malaria elimination in India by 2030 aligned with GTS and NFME 2016–30</a:t>
            </a:r>
          </a:p>
          <a:p>
            <a:r>
              <a:rPr lang="en-US" b="1"/>
              <a:t>Operational goal:</a:t>
            </a:r>
            <a:r>
              <a:rPr lang="en-US"/>
              <a:t> Achieve </a:t>
            </a:r>
            <a:r>
              <a:rPr lang="en-US" b="1"/>
              <a:t>zero indigenous malaria cases by 2027</a:t>
            </a:r>
            <a:r>
              <a:rPr lang="en-US"/>
              <a:t> and create an enabling environment to prevent re-establishment.</a:t>
            </a:r>
          </a:p>
        </p:txBody>
      </p:sp>
    </p:spTree>
    <p:extLst>
      <p:ext uri="{BB962C8B-B14F-4D97-AF65-F5344CB8AC3E}">
        <p14:creationId xmlns:p14="http://schemas.microsoft.com/office/powerpoint/2010/main" val="13282782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B37791B-B040-4694-BFDC-8DD132D86E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7CE501FF-0C9D-B5F1-2408-B6A27F71DBE4}"/>
              </a:ext>
            </a:extLst>
          </p:cNvPr>
          <p:cNvPicPr>
            <a:picLocks noChangeAspect="1"/>
          </p:cNvPicPr>
          <p:nvPr/>
        </p:nvPicPr>
        <p:blipFill>
          <a:blip r:embed="rId2"/>
          <a:srcRect r="4"/>
          <a:stretch>
            <a:fillRect/>
          </a:stretch>
        </p:blipFill>
        <p:spPr>
          <a:xfrm>
            <a:off x="20" y="10"/>
            <a:ext cx="12191435" cy="6857989"/>
          </a:xfrm>
          <a:prstGeom prst="rect">
            <a:avLst/>
          </a:prstGeom>
        </p:spPr>
      </p:pic>
      <p:sp>
        <p:nvSpPr>
          <p:cNvPr id="19" name="Rectangle 18">
            <a:extLst>
              <a:ext uri="{FF2B5EF4-FFF2-40B4-BE49-F238E27FC236}">
                <a16:creationId xmlns:a16="http://schemas.microsoft.com/office/drawing/2014/main" id="{A5761B15-C433-40FE-BB67-ECF17E50A6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47974"/>
            <a:ext cx="12192001" cy="3608431"/>
          </a:xfrm>
          <a:prstGeom prst="rect">
            <a:avLst/>
          </a:prstGeom>
          <a:gradFill flip="none" rotWithShape="1">
            <a:gsLst>
              <a:gs pos="41000">
                <a:srgbClr val="000000">
                  <a:alpha val="40000"/>
                </a:srgbClr>
              </a:gs>
              <a:gs pos="60000">
                <a:srgbClr val="000000">
                  <a:alpha val="40000"/>
                </a:srgbClr>
              </a:gs>
              <a:gs pos="0">
                <a:schemeClr val="bg1">
                  <a:alpha val="0"/>
                </a:schemeClr>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4D011C-E5B7-F361-3FDE-A3F66FB74176}"/>
              </a:ext>
            </a:extLst>
          </p:cNvPr>
          <p:cNvSpPr>
            <a:spLocks noGrp="1"/>
          </p:cNvSpPr>
          <p:nvPr>
            <p:ph type="title"/>
          </p:nvPr>
        </p:nvSpPr>
        <p:spPr>
          <a:xfrm>
            <a:off x="762000" y="3320798"/>
            <a:ext cx="10668000" cy="1985963"/>
          </a:xfrm>
        </p:spPr>
        <p:txBody>
          <a:bodyPr vert="horz" lIns="91440" tIns="45720" rIns="91440" bIns="45720" rtlCol="0" anchor="b" anchorCtr="0">
            <a:normAutofit/>
          </a:bodyPr>
          <a:lstStyle/>
          <a:p>
            <a:pPr algn="ctr"/>
            <a:r>
              <a:rPr lang="en-US" sz="8000">
                <a:solidFill>
                  <a:srgbClr val="FFFFFF"/>
                </a:solidFill>
              </a:rPr>
              <a:t>Targets</a:t>
            </a:r>
          </a:p>
        </p:txBody>
      </p:sp>
    </p:spTree>
    <p:extLst>
      <p:ext uri="{BB962C8B-B14F-4D97-AF65-F5344CB8AC3E}">
        <p14:creationId xmlns:p14="http://schemas.microsoft.com/office/powerpoint/2010/main" val="1461714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D08E9A-E973-50DF-0283-441D0B694C6B}"/>
              </a:ext>
            </a:extLst>
          </p:cNvPr>
          <p:cNvSpPr>
            <a:spLocks noGrp="1"/>
          </p:cNvSpPr>
          <p:nvPr>
            <p:ph type="title"/>
          </p:nvPr>
        </p:nvSpPr>
        <p:spPr>
          <a:xfrm>
            <a:off x="1049572" y="946205"/>
            <a:ext cx="9955033" cy="1079829"/>
          </a:xfrm>
        </p:spPr>
        <p:txBody>
          <a:bodyPr anchor="ctr">
            <a:normAutofit/>
          </a:bodyPr>
          <a:lstStyle/>
          <a:p>
            <a:r>
              <a:rPr lang="en-US" dirty="0"/>
              <a:t>Strategy</a:t>
            </a:r>
          </a:p>
        </p:txBody>
      </p:sp>
      <p:sp>
        <p:nvSpPr>
          <p:cNvPr id="3" name="Content Placeholder 2">
            <a:extLst>
              <a:ext uri="{FF2B5EF4-FFF2-40B4-BE49-F238E27FC236}">
                <a16:creationId xmlns:a16="http://schemas.microsoft.com/office/drawing/2014/main" id="{2EB5647A-3343-3450-E302-F6107754C2AD}"/>
              </a:ext>
            </a:extLst>
          </p:cNvPr>
          <p:cNvSpPr>
            <a:spLocks noGrp="1"/>
          </p:cNvSpPr>
          <p:nvPr>
            <p:ph idx="1"/>
          </p:nvPr>
        </p:nvSpPr>
        <p:spPr>
          <a:xfrm>
            <a:off x="1057521" y="3186546"/>
            <a:ext cx="9638187" cy="3096902"/>
          </a:xfrm>
        </p:spPr>
        <p:txBody>
          <a:bodyPr anchor="t">
            <a:normAutofit fontScale="92500" lnSpcReduction="10000"/>
          </a:bodyPr>
          <a:lstStyle/>
          <a:p>
            <a:pPr marL="0" indent="0">
              <a:buNone/>
            </a:pPr>
            <a:r>
              <a:rPr lang="en-US" sz="2400" dirty="0"/>
              <a:t>The five strategic approaches are:</a:t>
            </a:r>
          </a:p>
          <a:p>
            <a:r>
              <a:rPr lang="en-US" sz="2400" dirty="0"/>
              <a:t>Transform malaria surveillance as a core intervention.</a:t>
            </a:r>
          </a:p>
          <a:p>
            <a:r>
              <a:rPr lang="en-US" sz="2400" dirty="0"/>
              <a:t>Ensure universal access to diagnosis and treatment: </a:t>
            </a:r>
            <a:r>
              <a:rPr lang="en-US" sz="2400" b="1" dirty="0"/>
              <a:t>testing, treating and tracking</a:t>
            </a:r>
            <a:r>
              <a:rPr lang="en-US" sz="2400" dirty="0"/>
              <a:t>.</a:t>
            </a:r>
          </a:p>
          <a:p>
            <a:r>
              <a:rPr lang="en-US" sz="2400" dirty="0"/>
              <a:t>Ensure universal access to prevention through optimized vector control.</a:t>
            </a:r>
          </a:p>
          <a:p>
            <a:r>
              <a:rPr lang="en-US" sz="2400" dirty="0"/>
              <a:t>Accelerate efforts toward elimination and malaria-free status.</a:t>
            </a:r>
          </a:p>
          <a:p>
            <a:r>
              <a:rPr lang="en-US" sz="2400" dirty="0"/>
              <a:t>Promote research and innovation for elimination and prevention of re-establishment.</a:t>
            </a:r>
          </a:p>
          <a:p>
            <a:endParaRPr lang="en-US" sz="2400" dirty="0"/>
          </a:p>
        </p:txBody>
      </p:sp>
      <p:grpSp>
        <p:nvGrpSpPr>
          <p:cNvPr id="10" name="Group 9">
            <a:extLst>
              <a:ext uri="{FF2B5EF4-FFF2-40B4-BE49-F238E27FC236}">
                <a16:creationId xmlns:a16="http://schemas.microsoft.com/office/drawing/2014/main" id="{946904AF-CB04-4074-8038-1E84BC092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544" y="2244769"/>
            <a:ext cx="12191456" cy="2651760"/>
            <a:chOff x="476" y="-3923156"/>
            <a:chExt cx="10667524" cy="2493728"/>
          </a:xfrm>
        </p:grpSpPr>
        <p:sp>
          <p:nvSpPr>
            <p:cNvPr id="11" name="Freeform: Shape 10">
              <a:extLst>
                <a:ext uri="{FF2B5EF4-FFF2-40B4-BE49-F238E27FC236}">
                  <a16:creationId xmlns:a16="http://schemas.microsoft.com/office/drawing/2014/main" id="{4474A189-041A-4CCA-8049-6735282006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6" y="-3923156"/>
              <a:ext cx="10667524" cy="2493728"/>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088DA012-BD02-4870-86EF-931F6EF42F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6" y="-3923156"/>
              <a:ext cx="10667524" cy="2493728"/>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dpi="0" rotWithShape="1">
              <a:blip r:embed="rId2">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15789541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A9FEAAE4-608F-4DE6-97B4-51573869A3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5062873" cy="6858003"/>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tx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E76AFF7-EA8D-C599-ECEB-2AAE2FA2554D}"/>
              </a:ext>
            </a:extLst>
          </p:cNvPr>
          <p:cNvSpPr>
            <a:spLocks noGrp="1"/>
          </p:cNvSpPr>
          <p:nvPr>
            <p:ph type="title"/>
          </p:nvPr>
        </p:nvSpPr>
        <p:spPr>
          <a:xfrm>
            <a:off x="686635" y="1143000"/>
            <a:ext cx="3285045" cy="4572000"/>
          </a:xfrm>
        </p:spPr>
        <p:txBody>
          <a:bodyPr anchor="ctr">
            <a:normAutofit/>
          </a:bodyPr>
          <a:lstStyle/>
          <a:p>
            <a:pPr algn="r"/>
            <a:r>
              <a:rPr lang="en-US" dirty="0"/>
              <a:t>Malaria Surveillance</a:t>
            </a:r>
          </a:p>
        </p:txBody>
      </p:sp>
      <p:grpSp>
        <p:nvGrpSpPr>
          <p:cNvPr id="12" name="Group 11">
            <a:extLst>
              <a:ext uri="{FF2B5EF4-FFF2-40B4-BE49-F238E27FC236}">
                <a16:creationId xmlns:a16="http://schemas.microsoft.com/office/drawing/2014/main" id="{1C03C1F1-33AC-4C16-AD56-DD6382C3696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508320" y="-1"/>
            <a:ext cx="548640" cy="6858001"/>
            <a:chOff x="3697284" y="-1"/>
            <a:chExt cx="884241" cy="6858001"/>
          </a:xfrm>
          <a:effectLst>
            <a:outerShdw blurRad="381000" dist="152400" algn="l" rotWithShape="0">
              <a:prstClr val="black">
                <a:alpha val="10000"/>
              </a:prstClr>
            </a:outerShdw>
          </a:effectLst>
        </p:grpSpPr>
        <p:sp>
          <p:nvSpPr>
            <p:cNvPr id="13" name="Freeform: Shape 12">
              <a:extLst>
                <a:ext uri="{FF2B5EF4-FFF2-40B4-BE49-F238E27FC236}">
                  <a16:creationId xmlns:a16="http://schemas.microsoft.com/office/drawing/2014/main" id="{D66E751B-0173-4DAE-BDFD-D5855E48F6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D24F58DB-B3B0-4265-8312-8233702627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blipFill dpi="0" rotWithShape="1">
              <a:blip r:embed="rId2">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 name="Content Placeholder 2">
            <a:extLst>
              <a:ext uri="{FF2B5EF4-FFF2-40B4-BE49-F238E27FC236}">
                <a16:creationId xmlns:a16="http://schemas.microsoft.com/office/drawing/2014/main" id="{219989BC-E547-2E52-7673-CA857FE2C725}"/>
              </a:ext>
            </a:extLst>
          </p:cNvPr>
          <p:cNvSpPr>
            <a:spLocks noGrp="1"/>
          </p:cNvSpPr>
          <p:nvPr>
            <p:ph idx="1"/>
          </p:nvPr>
        </p:nvSpPr>
        <p:spPr>
          <a:xfrm>
            <a:off x="5749369" y="330200"/>
            <a:ext cx="5876395" cy="6197600"/>
          </a:xfrm>
        </p:spPr>
        <p:txBody>
          <a:bodyPr anchor="ctr">
            <a:normAutofit lnSpcReduction="10000"/>
          </a:bodyPr>
          <a:lstStyle/>
          <a:p>
            <a:r>
              <a:rPr lang="en-US" sz="2400" dirty="0"/>
              <a:t>Surveillance is no longer a supportive activity; it is the </a:t>
            </a:r>
            <a:r>
              <a:rPr lang="en-US" sz="2400" b="1" dirty="0"/>
              <a:t>central strategy</a:t>
            </a:r>
            <a:r>
              <a:rPr lang="en-US" sz="2400" dirty="0"/>
              <a:t> of elimination.</a:t>
            </a:r>
          </a:p>
          <a:p>
            <a:r>
              <a:rPr lang="en-US" sz="2400" dirty="0"/>
              <a:t>Near-real-time reporting through </a:t>
            </a:r>
            <a:r>
              <a:rPr lang="en-US" sz="2400" b="1" dirty="0"/>
              <a:t>IHIP-malaria</a:t>
            </a:r>
            <a:r>
              <a:rPr lang="en-US" sz="2400" dirty="0"/>
              <a:t> is being rolled out.</a:t>
            </a:r>
          </a:p>
          <a:p>
            <a:r>
              <a:rPr lang="en-US" sz="2400" dirty="0"/>
              <a:t>Case-based, foci-based, and entomological surveillance are all to be strengthened.</a:t>
            </a:r>
          </a:p>
          <a:p>
            <a:r>
              <a:rPr lang="en-US" sz="2400" dirty="0" err="1"/>
              <a:t>Programme</a:t>
            </a:r>
            <a:r>
              <a:rPr lang="en-US" sz="2400" dirty="0"/>
              <a:t> surveillance includes:</a:t>
            </a:r>
          </a:p>
          <a:p>
            <a:pPr lvl="1"/>
            <a:r>
              <a:rPr lang="en-US" dirty="0"/>
              <a:t>Detection of every malaria case</a:t>
            </a:r>
          </a:p>
          <a:p>
            <a:pPr lvl="1"/>
            <a:r>
              <a:rPr lang="en-US" dirty="0"/>
              <a:t>Notification and classification of cases</a:t>
            </a:r>
          </a:p>
          <a:p>
            <a:pPr lvl="1"/>
            <a:r>
              <a:rPr lang="en-US" dirty="0"/>
              <a:t>Case investigation</a:t>
            </a:r>
          </a:p>
          <a:p>
            <a:pPr lvl="1"/>
            <a:r>
              <a:rPr lang="en-US" dirty="0"/>
              <a:t>Foci investigation and response</a:t>
            </a:r>
          </a:p>
          <a:p>
            <a:pPr lvl="1"/>
            <a:r>
              <a:rPr lang="en-US" dirty="0"/>
              <a:t>Active and reactive case detection</a:t>
            </a:r>
          </a:p>
          <a:p>
            <a:pPr lvl="1"/>
            <a:r>
              <a:rPr lang="en-US" dirty="0"/>
              <a:t>Complete reporting from public and private sectors</a:t>
            </a:r>
          </a:p>
          <a:p>
            <a:pPr lvl="1"/>
            <a:r>
              <a:rPr lang="en-US" dirty="0"/>
              <a:t>Real-time dashboards and review for action</a:t>
            </a:r>
          </a:p>
          <a:p>
            <a:endParaRPr lang="en-US" sz="2400" dirty="0"/>
          </a:p>
        </p:txBody>
      </p:sp>
    </p:spTree>
    <p:extLst>
      <p:ext uri="{BB962C8B-B14F-4D97-AF65-F5344CB8AC3E}">
        <p14:creationId xmlns:p14="http://schemas.microsoft.com/office/powerpoint/2010/main" val="42208902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031C82A-B20C-63E6-E5E4-D8DD865E60E4}"/>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3467412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9E576-4BCF-35E6-0FD3-4C9887207FBF}"/>
              </a:ext>
            </a:extLst>
          </p:cNvPr>
          <p:cNvSpPr>
            <a:spLocks noGrp="1"/>
          </p:cNvSpPr>
          <p:nvPr>
            <p:ph type="title"/>
          </p:nvPr>
        </p:nvSpPr>
        <p:spPr>
          <a:xfrm>
            <a:off x="1037771" y="522514"/>
            <a:ext cx="9144000" cy="1263649"/>
          </a:xfrm>
        </p:spPr>
        <p:txBody>
          <a:bodyPr/>
          <a:lstStyle/>
          <a:p>
            <a:r>
              <a:rPr lang="en-US" dirty="0"/>
              <a:t>Malaria specific case definitions</a:t>
            </a:r>
          </a:p>
        </p:txBody>
      </p:sp>
      <p:sp>
        <p:nvSpPr>
          <p:cNvPr id="3" name="Content Placeholder 2">
            <a:extLst>
              <a:ext uri="{FF2B5EF4-FFF2-40B4-BE49-F238E27FC236}">
                <a16:creationId xmlns:a16="http://schemas.microsoft.com/office/drawing/2014/main" id="{134180F4-1A44-EAF1-1EDD-63BADD9F091D}"/>
              </a:ext>
            </a:extLst>
          </p:cNvPr>
          <p:cNvSpPr>
            <a:spLocks noGrp="1"/>
          </p:cNvSpPr>
          <p:nvPr>
            <p:ph idx="1"/>
          </p:nvPr>
        </p:nvSpPr>
        <p:spPr>
          <a:xfrm>
            <a:off x="762000" y="1422401"/>
            <a:ext cx="10668000" cy="4673600"/>
          </a:xfrm>
        </p:spPr>
        <p:txBody>
          <a:bodyPr numCol="2">
            <a:normAutofit fontScale="92500" lnSpcReduction="20000"/>
          </a:bodyPr>
          <a:lstStyle/>
          <a:p>
            <a:r>
              <a:rPr lang="en-US" b="1" dirty="0"/>
              <a:t>Suspected Case</a:t>
            </a:r>
          </a:p>
          <a:p>
            <a:pPr lvl="1" fontAlgn="ctr"/>
            <a:r>
              <a:rPr lang="en-US" b="1" dirty="0"/>
              <a:t>Any case </a:t>
            </a:r>
            <a:r>
              <a:rPr lang="en-US" b="1"/>
              <a:t>of fever</a:t>
            </a:r>
            <a:endParaRPr lang="en-US" dirty="0"/>
          </a:p>
          <a:p>
            <a:pPr lvl="1"/>
            <a:r>
              <a:rPr lang="en-US" dirty="0"/>
              <a:t>Reported at community level by ASHAs, AWWs, field workers — no clinical examination required. </a:t>
            </a:r>
          </a:p>
          <a:p>
            <a:pPr lvl="1"/>
            <a:r>
              <a:rPr lang="en-US" dirty="0"/>
              <a:t>Simply having fever qualifies as a malaria suspect in an endemic area.</a:t>
            </a:r>
          </a:p>
          <a:p>
            <a:r>
              <a:rPr lang="en-US" b="1" dirty="0"/>
              <a:t>Probable Case</a:t>
            </a:r>
          </a:p>
          <a:p>
            <a:pPr lvl="1" fontAlgn="ctr"/>
            <a:r>
              <a:rPr lang="en-US" dirty="0"/>
              <a:t>A case that </a:t>
            </a:r>
            <a:r>
              <a:rPr lang="en-US" b="1" dirty="0"/>
              <a:t>meets the clinical case definition of malaria</a:t>
            </a:r>
            <a:endParaRPr lang="en-US" dirty="0"/>
          </a:p>
          <a:p>
            <a:r>
              <a:rPr lang="en-US" b="1" dirty="0"/>
              <a:t>Clinical case description of malaria:</a:t>
            </a:r>
            <a:endParaRPr lang="en-US" dirty="0"/>
          </a:p>
          <a:p>
            <a:pPr lvl="1"/>
            <a:r>
              <a:rPr lang="en-US" dirty="0"/>
              <a:t>Fever (acute, with or without chills and rigors)</a:t>
            </a:r>
          </a:p>
          <a:p>
            <a:pPr lvl="1"/>
            <a:r>
              <a:rPr lang="en-US" dirty="0"/>
              <a:t>Headache, </a:t>
            </a:r>
            <a:r>
              <a:rPr lang="en-US" dirty="0" err="1"/>
              <a:t>bodyache</a:t>
            </a:r>
            <a:r>
              <a:rPr lang="en-US" dirty="0"/>
              <a:t>, nausea/vomiting</a:t>
            </a:r>
          </a:p>
          <a:p>
            <a:pPr lvl="1"/>
            <a:r>
              <a:rPr lang="en-US" dirty="0"/>
              <a:t>Splenomegaly in residents of endemic areas</a:t>
            </a:r>
          </a:p>
          <a:p>
            <a:pPr lvl="1"/>
            <a:r>
              <a:rPr lang="en-US" dirty="0"/>
              <a:t>History of living in or travel to an endemic area</a:t>
            </a:r>
          </a:p>
          <a:p>
            <a:pPr lvl="1"/>
            <a:r>
              <a:rPr lang="en-US" dirty="0"/>
              <a:t>Diagnosed by a Medical Officer on clinical grounds</a:t>
            </a:r>
          </a:p>
          <a:p>
            <a:r>
              <a:rPr lang="en-US" b="1" dirty="0"/>
              <a:t>Confirmed Case</a:t>
            </a:r>
          </a:p>
          <a:p>
            <a:pPr lvl="1" fontAlgn="ctr"/>
            <a:r>
              <a:rPr lang="en-US" dirty="0"/>
              <a:t>A suspected or probable case that is </a:t>
            </a:r>
            <a:r>
              <a:rPr lang="en-US" b="1" dirty="0"/>
              <a:t>laboratory confirmed</a:t>
            </a:r>
            <a:r>
              <a:rPr lang="en-US" dirty="0"/>
              <a:t> by </a:t>
            </a:r>
            <a:r>
              <a:rPr lang="en-US" dirty="0" err="1"/>
              <a:t>either:</a:t>
            </a:r>
            <a:r>
              <a:rPr lang="en-US" dirty="0" err="1">
                <a:hlinkClick r:id="rId2"/>
              </a:rPr>
              <a:t>idsp.mohfw</a:t>
            </a:r>
            <a:endParaRPr lang="en-US" dirty="0"/>
          </a:p>
          <a:p>
            <a:pPr lvl="1"/>
            <a:r>
              <a:rPr lang="en-US" b="1" dirty="0"/>
              <a:t>Demonstration of malaria parasite in blood film</a:t>
            </a:r>
            <a:r>
              <a:rPr lang="en-US" dirty="0"/>
              <a:t> (microscopy), OR</a:t>
            </a:r>
          </a:p>
          <a:p>
            <a:pPr lvl="1"/>
            <a:r>
              <a:rPr lang="en-US" b="1" dirty="0"/>
              <a:t>Positive Rapid Diagnostic Test (RDT)</a:t>
            </a:r>
            <a:r>
              <a:rPr lang="en-US" dirty="0"/>
              <a:t> for malaria</a:t>
            </a:r>
          </a:p>
          <a:p>
            <a:endParaRPr lang="en-US" dirty="0"/>
          </a:p>
        </p:txBody>
      </p:sp>
    </p:spTree>
    <p:extLst>
      <p:ext uri="{BB962C8B-B14F-4D97-AF65-F5344CB8AC3E}">
        <p14:creationId xmlns:p14="http://schemas.microsoft.com/office/powerpoint/2010/main" val="37525978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249B3-8C88-90BC-3187-62ECD273D3F2}"/>
              </a:ext>
            </a:extLst>
          </p:cNvPr>
          <p:cNvSpPr>
            <a:spLocks noGrp="1"/>
          </p:cNvSpPr>
          <p:nvPr>
            <p:ph type="title"/>
          </p:nvPr>
        </p:nvSpPr>
        <p:spPr>
          <a:xfrm>
            <a:off x="571500" y="130175"/>
            <a:ext cx="9144000" cy="1263649"/>
          </a:xfrm>
        </p:spPr>
        <p:txBody>
          <a:bodyPr/>
          <a:lstStyle/>
          <a:p>
            <a:r>
              <a:rPr lang="en-US" dirty="0"/>
              <a:t>Operational definitions</a:t>
            </a:r>
          </a:p>
        </p:txBody>
      </p:sp>
      <p:pic>
        <p:nvPicPr>
          <p:cNvPr id="5" name="Content Placeholder 4">
            <a:extLst>
              <a:ext uri="{FF2B5EF4-FFF2-40B4-BE49-F238E27FC236}">
                <a16:creationId xmlns:a16="http://schemas.microsoft.com/office/drawing/2014/main" id="{12AD4436-F3BE-E4AD-8AEC-A5507D1B6365}"/>
              </a:ext>
            </a:extLst>
          </p:cNvPr>
          <p:cNvPicPr>
            <a:picLocks noGrp="1" noChangeAspect="1"/>
          </p:cNvPicPr>
          <p:nvPr>
            <p:ph idx="1"/>
          </p:nvPr>
        </p:nvPicPr>
        <p:blipFill>
          <a:blip r:embed="rId2"/>
          <a:stretch>
            <a:fillRect/>
          </a:stretch>
        </p:blipFill>
        <p:spPr>
          <a:xfrm>
            <a:off x="247650" y="1085850"/>
            <a:ext cx="11696700" cy="5429250"/>
          </a:xfrm>
          <a:prstGeom prst="rect">
            <a:avLst/>
          </a:prstGeom>
        </p:spPr>
      </p:pic>
    </p:spTree>
    <p:extLst>
      <p:ext uri="{BB962C8B-B14F-4D97-AF65-F5344CB8AC3E}">
        <p14:creationId xmlns:p14="http://schemas.microsoft.com/office/powerpoint/2010/main" val="10734860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0BB07B4-8756-4AE5-A848-6EA4FA2EDC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2D39CCD-BBC5-2DFA-F242-CB48B55B2D55}"/>
              </a:ext>
            </a:extLst>
          </p:cNvPr>
          <p:cNvPicPr>
            <a:picLocks noChangeAspect="1"/>
          </p:cNvPicPr>
          <p:nvPr/>
        </p:nvPicPr>
        <p:blipFill>
          <a:blip r:embed="rId2"/>
          <a:srcRect t="2790" b="4235"/>
          <a:stretch>
            <a:fillRect/>
          </a:stretch>
        </p:blipFill>
        <p:spPr>
          <a:xfrm>
            <a:off x="20" y="10"/>
            <a:ext cx="12191980" cy="6857990"/>
          </a:xfrm>
          <a:prstGeom prst="rect">
            <a:avLst/>
          </a:prstGeom>
        </p:spPr>
      </p:pic>
    </p:spTree>
    <p:extLst>
      <p:ext uri="{BB962C8B-B14F-4D97-AF65-F5344CB8AC3E}">
        <p14:creationId xmlns:p14="http://schemas.microsoft.com/office/powerpoint/2010/main" val="22045056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0DB02BD-FF61-4042-BC21-4EFF543EC0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3365FF-FE4B-CBE8-ABB4-46C94E50F74C}"/>
              </a:ext>
            </a:extLst>
          </p:cNvPr>
          <p:cNvSpPr>
            <a:spLocks noGrp="1"/>
          </p:cNvSpPr>
          <p:nvPr>
            <p:ph type="title"/>
          </p:nvPr>
        </p:nvSpPr>
        <p:spPr>
          <a:xfrm>
            <a:off x="762001" y="1524001"/>
            <a:ext cx="3047999" cy="3810000"/>
          </a:xfrm>
        </p:spPr>
        <p:txBody>
          <a:bodyPr anchor="b">
            <a:normAutofit/>
          </a:bodyPr>
          <a:lstStyle/>
          <a:p>
            <a:r>
              <a:rPr lang="en-US" dirty="0"/>
              <a:t>Universal access</a:t>
            </a:r>
          </a:p>
        </p:txBody>
      </p:sp>
      <p:sp>
        <p:nvSpPr>
          <p:cNvPr id="11" name="Freeform: Shape 10">
            <a:extLst>
              <a:ext uri="{FF2B5EF4-FFF2-40B4-BE49-F238E27FC236}">
                <a16:creationId xmlns:a16="http://schemas.microsoft.com/office/drawing/2014/main" id="{5811A85E-38EA-465A-84F9-6230CF743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78285" y="0"/>
            <a:ext cx="874715" cy="6858001"/>
          </a:xfrm>
          <a:custGeom>
            <a:avLst/>
            <a:gdLst>
              <a:gd name="connsiteX0" fmla="*/ 669467 w 874715"/>
              <a:gd name="connsiteY0" fmla="*/ 3720275 h 6858001"/>
              <a:gd name="connsiteX1" fmla="*/ 710453 w 874715"/>
              <a:gd name="connsiteY1" fmla="*/ 3726292 h 6858001"/>
              <a:gd name="connsiteX2" fmla="*/ 710455 w 874715"/>
              <a:gd name="connsiteY2" fmla="*/ 3726292 h 6858001"/>
              <a:gd name="connsiteX3" fmla="*/ 669465 w 874715"/>
              <a:gd name="connsiteY3" fmla="*/ 3720275 h 6858001"/>
              <a:gd name="connsiteX4" fmla="*/ 834223 w 874715"/>
              <a:gd name="connsiteY4" fmla="*/ 3333751 h 6858001"/>
              <a:gd name="connsiteX5" fmla="*/ 446757 w 874715"/>
              <a:gd name="connsiteY5" fmla="*/ 3333751 h 6858001"/>
              <a:gd name="connsiteX6" fmla="*/ 441229 w 874715"/>
              <a:gd name="connsiteY6" fmla="*/ 3376550 h 6858001"/>
              <a:gd name="connsiteX7" fmla="*/ 437178 w 874715"/>
              <a:gd name="connsiteY7" fmla="*/ 3407910 h 6858001"/>
              <a:gd name="connsiteX8" fmla="*/ 435790 w 874715"/>
              <a:gd name="connsiteY8" fmla="*/ 3491262 h 6858001"/>
              <a:gd name="connsiteX9" fmla="*/ 429384 w 874715"/>
              <a:gd name="connsiteY9" fmla="*/ 3520658 h 6858001"/>
              <a:gd name="connsiteX10" fmla="*/ 427332 w 874715"/>
              <a:gd name="connsiteY10" fmla="*/ 3524252 h 6858001"/>
              <a:gd name="connsiteX11" fmla="*/ 427331 w 874715"/>
              <a:gd name="connsiteY11" fmla="*/ 3524252 h 6858001"/>
              <a:gd name="connsiteX12" fmla="*/ 413690 w 874715"/>
              <a:gd name="connsiteY12" fmla="*/ 3548145 h 6858001"/>
              <a:gd name="connsiteX13" fmla="*/ 408166 w 874715"/>
              <a:gd name="connsiteY13" fmla="*/ 3612089 h 6858001"/>
              <a:gd name="connsiteX14" fmla="*/ 421692 w 874715"/>
              <a:gd name="connsiteY14" fmla="*/ 3636610 h 6858001"/>
              <a:gd name="connsiteX15" fmla="*/ 445933 w 874715"/>
              <a:gd name="connsiteY15" fmla="*/ 3687609 h 6858001"/>
              <a:gd name="connsiteX16" fmla="*/ 443241 w 874715"/>
              <a:gd name="connsiteY16" fmla="*/ 3725049 h 6858001"/>
              <a:gd name="connsiteX17" fmla="*/ 455589 w 874715"/>
              <a:gd name="connsiteY17" fmla="*/ 3723372 h 6858001"/>
              <a:gd name="connsiteX18" fmla="*/ 544787 w 874715"/>
              <a:gd name="connsiteY18" fmla="*/ 3712739 h 6858001"/>
              <a:gd name="connsiteX19" fmla="*/ 544802 w 874715"/>
              <a:gd name="connsiteY19" fmla="*/ 3712740 h 6858001"/>
              <a:gd name="connsiteX20" fmla="*/ 544786 w 874715"/>
              <a:gd name="connsiteY20" fmla="*/ 3712740 h 6858001"/>
              <a:gd name="connsiteX21" fmla="*/ 455588 w 874715"/>
              <a:gd name="connsiteY21" fmla="*/ 3723373 h 6858001"/>
              <a:gd name="connsiteX22" fmla="*/ 443240 w 874715"/>
              <a:gd name="connsiteY22" fmla="*/ 3725050 h 6858001"/>
              <a:gd name="connsiteX23" fmla="*/ 441884 w 874715"/>
              <a:gd name="connsiteY23" fmla="*/ 3743904 h 6858001"/>
              <a:gd name="connsiteX24" fmla="*/ 442266 w 874715"/>
              <a:gd name="connsiteY24" fmla="*/ 3764306 h 6858001"/>
              <a:gd name="connsiteX25" fmla="*/ 433692 w 874715"/>
              <a:gd name="connsiteY25" fmla="*/ 3834135 h 6858001"/>
              <a:gd name="connsiteX26" fmla="*/ 428740 w 874715"/>
              <a:gd name="connsiteY26" fmla="*/ 3898864 h 6858001"/>
              <a:gd name="connsiteX27" fmla="*/ 444932 w 874715"/>
              <a:gd name="connsiteY27" fmla="*/ 4062061 h 6858001"/>
              <a:gd name="connsiteX28" fmla="*/ 441122 w 874715"/>
              <a:gd name="connsiteY28" fmla="*/ 4187207 h 6858001"/>
              <a:gd name="connsiteX29" fmla="*/ 444932 w 874715"/>
              <a:gd name="connsiteY29" fmla="*/ 4244874 h 6858001"/>
              <a:gd name="connsiteX30" fmla="*/ 450648 w 874715"/>
              <a:gd name="connsiteY30" fmla="*/ 4277434 h 6858001"/>
              <a:gd name="connsiteX31" fmla="*/ 490464 w 874715"/>
              <a:gd name="connsiteY31" fmla="*/ 4351188 h 6858001"/>
              <a:gd name="connsiteX32" fmla="*/ 499418 w 874715"/>
              <a:gd name="connsiteY32" fmla="*/ 4391596 h 6858001"/>
              <a:gd name="connsiteX33" fmla="*/ 498656 w 874715"/>
              <a:gd name="connsiteY33" fmla="*/ 4513209 h 6858001"/>
              <a:gd name="connsiteX34" fmla="*/ 438646 w 874715"/>
              <a:gd name="connsiteY34" fmla="*/ 4695629 h 6858001"/>
              <a:gd name="connsiteX35" fmla="*/ 430644 w 874715"/>
              <a:gd name="connsiteY35" fmla="*/ 4714658 h 6858001"/>
              <a:gd name="connsiteX36" fmla="*/ 420737 w 874715"/>
              <a:gd name="connsiteY36" fmla="*/ 4807436 h 6858001"/>
              <a:gd name="connsiteX37" fmla="*/ 434264 w 874715"/>
              <a:gd name="connsiteY37" fmla="*/ 4870400 h 6858001"/>
              <a:gd name="connsiteX38" fmla="*/ 462269 w 874715"/>
              <a:gd name="connsiteY38" fmla="*/ 4956119 h 6858001"/>
              <a:gd name="connsiteX39" fmla="*/ 485701 w 874715"/>
              <a:gd name="connsiteY39" fmla="*/ 5033207 h 6858001"/>
              <a:gd name="connsiteX40" fmla="*/ 512180 w 874715"/>
              <a:gd name="connsiteY40" fmla="*/ 5089305 h 6858001"/>
              <a:gd name="connsiteX41" fmla="*/ 531613 w 874715"/>
              <a:gd name="connsiteY41" fmla="*/ 5217589 h 6858001"/>
              <a:gd name="connsiteX42" fmla="*/ 534851 w 874715"/>
              <a:gd name="connsiteY42" fmla="*/ 5230926 h 6858001"/>
              <a:gd name="connsiteX43" fmla="*/ 511228 w 874715"/>
              <a:gd name="connsiteY43" fmla="*/ 5327433 h 6858001"/>
              <a:gd name="connsiteX44" fmla="*/ 487225 w 874715"/>
              <a:gd name="connsiteY44" fmla="*/ 5443357 h 6858001"/>
              <a:gd name="connsiteX45" fmla="*/ 495416 w 874715"/>
              <a:gd name="connsiteY45" fmla="*/ 5484746 h 6858001"/>
              <a:gd name="connsiteX46" fmla="*/ 507038 w 874715"/>
              <a:gd name="connsiteY46" fmla="*/ 5541432 h 6858001"/>
              <a:gd name="connsiteX47" fmla="*/ 500942 w 874715"/>
              <a:gd name="connsiteY47" fmla="*/ 5594001 h 6858001"/>
              <a:gd name="connsiteX48" fmla="*/ 500370 w 874715"/>
              <a:gd name="connsiteY48" fmla="*/ 5625974 h 6858001"/>
              <a:gd name="connsiteX49" fmla="*/ 571618 w 874715"/>
              <a:gd name="connsiteY49" fmla="*/ 5771911 h 6858001"/>
              <a:gd name="connsiteX50" fmla="*/ 577524 w 874715"/>
              <a:gd name="connsiteY50" fmla="*/ 5808982 h 6858001"/>
              <a:gd name="connsiteX51" fmla="*/ 586289 w 874715"/>
              <a:gd name="connsiteY51" fmla="*/ 5829971 h 6858001"/>
              <a:gd name="connsiteX52" fmla="*/ 674684 w 874715"/>
              <a:gd name="connsiteY52" fmla="*/ 5956490 h 6858001"/>
              <a:gd name="connsiteX53" fmla="*/ 692590 w 874715"/>
              <a:gd name="connsiteY53" fmla="*/ 6010235 h 6858001"/>
              <a:gd name="connsiteX54" fmla="*/ 688970 w 874715"/>
              <a:gd name="connsiteY54" fmla="*/ 6069276 h 6858001"/>
              <a:gd name="connsiteX55" fmla="*/ 682494 w 874715"/>
              <a:gd name="connsiteY55" fmla="*/ 6103407 h 6858001"/>
              <a:gd name="connsiteX56" fmla="*/ 626294 w 874715"/>
              <a:gd name="connsiteY56" fmla="*/ 6188144 h 6858001"/>
              <a:gd name="connsiteX57" fmla="*/ 628200 w 874715"/>
              <a:gd name="connsiteY57" fmla="*/ 6236396 h 6858001"/>
              <a:gd name="connsiteX58" fmla="*/ 666871 w 874715"/>
              <a:gd name="connsiteY58" fmla="*/ 6311718 h 6858001"/>
              <a:gd name="connsiteX59" fmla="*/ 684208 w 874715"/>
              <a:gd name="connsiteY59" fmla="*/ 6448435 h 6858001"/>
              <a:gd name="connsiteX60" fmla="*/ 630104 w 874715"/>
              <a:gd name="connsiteY60" fmla="*/ 6517873 h 6858001"/>
              <a:gd name="connsiteX61" fmla="*/ 578096 w 874715"/>
              <a:gd name="connsiteY61" fmla="*/ 6553767 h 6858001"/>
              <a:gd name="connsiteX62" fmla="*/ 517706 w 874715"/>
              <a:gd name="connsiteY62" fmla="*/ 6657533 h 6858001"/>
              <a:gd name="connsiteX63" fmla="*/ 540185 w 874715"/>
              <a:gd name="connsiteY63" fmla="*/ 6682250 h 6858001"/>
              <a:gd name="connsiteX64" fmla="*/ 549712 w 874715"/>
              <a:gd name="connsiteY64" fmla="*/ 6758356 h 6858001"/>
              <a:gd name="connsiteX65" fmla="*/ 548950 w 874715"/>
              <a:gd name="connsiteY65" fmla="*/ 6840738 h 6858001"/>
              <a:gd name="connsiteX66" fmla="*/ 556149 w 874715"/>
              <a:gd name="connsiteY66" fmla="*/ 6858001 h 6858001"/>
              <a:gd name="connsiteX67" fmla="*/ 760427 w 874715"/>
              <a:gd name="connsiteY67" fmla="*/ 6858001 h 6858001"/>
              <a:gd name="connsiteX68" fmla="*/ 763269 w 874715"/>
              <a:gd name="connsiteY68" fmla="*/ 6846819 h 6858001"/>
              <a:gd name="connsiteX69" fmla="*/ 784795 w 874715"/>
              <a:gd name="connsiteY69" fmla="*/ 6678324 h 6858001"/>
              <a:gd name="connsiteX70" fmla="*/ 805560 w 874715"/>
              <a:gd name="connsiteY70" fmla="*/ 6504338 h 6858001"/>
              <a:gd name="connsiteX71" fmla="*/ 812418 w 874715"/>
              <a:gd name="connsiteY71" fmla="*/ 6408814 h 6858001"/>
              <a:gd name="connsiteX72" fmla="*/ 823279 w 874715"/>
              <a:gd name="connsiteY72" fmla="*/ 6325450 h 6858001"/>
              <a:gd name="connsiteX73" fmla="*/ 830137 w 874715"/>
              <a:gd name="connsiteY73" fmla="*/ 6252873 h 6858001"/>
              <a:gd name="connsiteX74" fmla="*/ 844043 w 874715"/>
              <a:gd name="connsiteY74" fmla="*/ 6137341 h 6858001"/>
              <a:gd name="connsiteX75" fmla="*/ 847663 w 874715"/>
              <a:gd name="connsiteY75" fmla="*/ 6089284 h 6858001"/>
              <a:gd name="connsiteX76" fmla="*/ 847471 w 874715"/>
              <a:gd name="connsiteY76" fmla="*/ 5975908 h 6858001"/>
              <a:gd name="connsiteX77" fmla="*/ 845567 w 874715"/>
              <a:gd name="connsiteY77" fmla="*/ 5936481 h 6858001"/>
              <a:gd name="connsiteX78" fmla="*/ 821945 w 874715"/>
              <a:gd name="connsiteY78" fmla="*/ 5860571 h 6858001"/>
              <a:gd name="connsiteX79" fmla="*/ 820231 w 874715"/>
              <a:gd name="connsiteY79" fmla="*/ 5851549 h 6858001"/>
              <a:gd name="connsiteX80" fmla="*/ 810894 w 874715"/>
              <a:gd name="connsiteY80" fmla="*/ 5801726 h 6858001"/>
              <a:gd name="connsiteX81" fmla="*/ 807846 w 874715"/>
              <a:gd name="connsiteY81" fmla="*/ 5774460 h 6858001"/>
              <a:gd name="connsiteX82" fmla="*/ 788415 w 874715"/>
              <a:gd name="connsiteY82" fmla="*/ 5670892 h 6858001"/>
              <a:gd name="connsiteX83" fmla="*/ 779271 w 874715"/>
              <a:gd name="connsiteY83" fmla="*/ 5611265 h 6858001"/>
              <a:gd name="connsiteX84" fmla="*/ 780605 w 874715"/>
              <a:gd name="connsiteY84" fmla="*/ 5563010 h 6858001"/>
              <a:gd name="connsiteX85" fmla="*/ 782319 w 874715"/>
              <a:gd name="connsiteY85" fmla="*/ 5478272 h 6858001"/>
              <a:gd name="connsiteX86" fmla="*/ 786701 w 874715"/>
              <a:gd name="connsiteY86" fmla="*/ 5451203 h 6858001"/>
              <a:gd name="connsiteX87" fmla="*/ 774127 w 874715"/>
              <a:gd name="connsiteY87" fmla="*/ 5328805 h 6858001"/>
              <a:gd name="connsiteX88" fmla="*/ 773175 w 874715"/>
              <a:gd name="connsiteY88" fmla="*/ 5258975 h 6858001"/>
              <a:gd name="connsiteX89" fmla="*/ 757552 w 874715"/>
              <a:gd name="connsiteY89" fmla="*/ 5180319 h 6858001"/>
              <a:gd name="connsiteX90" fmla="*/ 758314 w 874715"/>
              <a:gd name="connsiteY90" fmla="*/ 5157370 h 6858001"/>
              <a:gd name="connsiteX91" fmla="*/ 759649 w 874715"/>
              <a:gd name="connsiteY91" fmla="*/ 5131673 h 6858001"/>
              <a:gd name="connsiteX92" fmla="*/ 760793 w 874715"/>
              <a:gd name="connsiteY92" fmla="*/ 5052820 h 6858001"/>
              <a:gd name="connsiteX93" fmla="*/ 766507 w 874715"/>
              <a:gd name="connsiteY93" fmla="*/ 5004959 h 6858001"/>
              <a:gd name="connsiteX94" fmla="*/ 763079 w 874715"/>
              <a:gd name="connsiteY94" fmla="*/ 4913751 h 6858001"/>
              <a:gd name="connsiteX95" fmla="*/ 768031 w 874715"/>
              <a:gd name="connsiteY95" fmla="*/ 4880011 h 6858001"/>
              <a:gd name="connsiteX96" fmla="*/ 768603 w 874715"/>
              <a:gd name="connsiteY96" fmla="*/ 4794687 h 6858001"/>
              <a:gd name="connsiteX97" fmla="*/ 765745 w 874715"/>
              <a:gd name="connsiteY97" fmla="*/ 4718187 h 6858001"/>
              <a:gd name="connsiteX98" fmla="*/ 767269 w 874715"/>
              <a:gd name="connsiteY98" fmla="*/ 4644434 h 6858001"/>
              <a:gd name="connsiteX99" fmla="*/ 773555 w 874715"/>
              <a:gd name="connsiteY99" fmla="*/ 4591670 h 6858001"/>
              <a:gd name="connsiteX100" fmla="*/ 777365 w 874715"/>
              <a:gd name="connsiteY100" fmla="*/ 4534394 h 6858001"/>
              <a:gd name="connsiteX101" fmla="*/ 800036 w 874715"/>
              <a:gd name="connsiteY101" fmla="*/ 4376493 h 6858001"/>
              <a:gd name="connsiteX102" fmla="*/ 794512 w 874715"/>
              <a:gd name="connsiteY102" fmla="*/ 4347267 h 6858001"/>
              <a:gd name="connsiteX103" fmla="*/ 789368 w 874715"/>
              <a:gd name="connsiteY103" fmla="*/ 4181322 h 6858001"/>
              <a:gd name="connsiteX104" fmla="*/ 789750 w 874715"/>
              <a:gd name="connsiteY104" fmla="*/ 4145230 h 6858001"/>
              <a:gd name="connsiteX105" fmla="*/ 767269 w 874715"/>
              <a:gd name="connsiteY105" fmla="*/ 4048330 h 6858001"/>
              <a:gd name="connsiteX106" fmla="*/ 802894 w 874715"/>
              <a:gd name="connsiteY106" fmla="*/ 3898864 h 6858001"/>
              <a:gd name="connsiteX107" fmla="*/ 847471 w 874715"/>
              <a:gd name="connsiteY107" fmla="*/ 3759007 h 6858001"/>
              <a:gd name="connsiteX108" fmla="*/ 848163 w 874715"/>
              <a:gd name="connsiteY108" fmla="*/ 3756136 h 6858001"/>
              <a:gd name="connsiteX109" fmla="*/ 819543 w 874715"/>
              <a:gd name="connsiteY109" fmla="*/ 3748731 h 6858001"/>
              <a:gd name="connsiteX110" fmla="*/ 819313 w 874715"/>
              <a:gd name="connsiteY110" fmla="*/ 3748682 h 6858001"/>
              <a:gd name="connsiteX111" fmla="*/ 819544 w 874715"/>
              <a:gd name="connsiteY111" fmla="*/ 3748730 h 6858001"/>
              <a:gd name="connsiteX112" fmla="*/ 848164 w 874715"/>
              <a:gd name="connsiteY112" fmla="*/ 3756135 h 6858001"/>
              <a:gd name="connsiteX113" fmla="*/ 849545 w 874715"/>
              <a:gd name="connsiteY113" fmla="*/ 3750401 h 6858001"/>
              <a:gd name="connsiteX114" fmla="*/ 853189 w 874715"/>
              <a:gd name="connsiteY114" fmla="*/ 3741353 h 6858001"/>
              <a:gd name="connsiteX115" fmla="*/ 862905 w 874715"/>
              <a:gd name="connsiteY115" fmla="*/ 3691138 h 6858001"/>
              <a:gd name="connsiteX116" fmla="*/ 866333 w 874715"/>
              <a:gd name="connsiteY116" fmla="*/ 3628959 h 6858001"/>
              <a:gd name="connsiteX117" fmla="*/ 874715 w 874715"/>
              <a:gd name="connsiteY117" fmla="*/ 3550106 h 6858001"/>
              <a:gd name="connsiteX118" fmla="*/ 871487 w 874715"/>
              <a:gd name="connsiteY118" fmla="*/ 3524252 h 6858001"/>
              <a:gd name="connsiteX119" fmla="*/ 871488 w 874715"/>
              <a:gd name="connsiteY119" fmla="*/ 3524252 h 6858001"/>
              <a:gd name="connsiteX120" fmla="*/ 870763 w 874715"/>
              <a:gd name="connsiteY120" fmla="*/ 3518451 h 6858001"/>
              <a:gd name="connsiteX121" fmla="*/ 864238 w 874715"/>
              <a:gd name="connsiteY121" fmla="*/ 3486946 h 6858001"/>
              <a:gd name="connsiteX122" fmla="*/ 848618 w 874715"/>
              <a:gd name="connsiteY122" fmla="*/ 3398677 h 6858001"/>
              <a:gd name="connsiteX123" fmla="*/ 837595 w 874715"/>
              <a:gd name="connsiteY123" fmla="*/ 3365728 h 6858001"/>
              <a:gd name="connsiteX124" fmla="*/ 834829 w 874715"/>
              <a:gd name="connsiteY124" fmla="*/ 3357461 h 6858001"/>
              <a:gd name="connsiteX125" fmla="*/ 513783 w 874715"/>
              <a:gd name="connsiteY125" fmla="*/ 0 h 6858001"/>
              <a:gd name="connsiteX126" fmla="*/ 72334 w 874715"/>
              <a:gd name="connsiteY126" fmla="*/ 0 h 6858001"/>
              <a:gd name="connsiteX127" fmla="*/ 75447 w 874715"/>
              <a:gd name="connsiteY127" fmla="*/ 27991 h 6858001"/>
              <a:gd name="connsiteX128" fmla="*/ 88115 w 874715"/>
              <a:gd name="connsiteY128" fmla="*/ 134133 h 6858001"/>
              <a:gd name="connsiteX129" fmla="*/ 62778 w 874715"/>
              <a:gd name="connsiteY129" fmla="*/ 221224 h 6858001"/>
              <a:gd name="connsiteX130" fmla="*/ 62206 w 874715"/>
              <a:gd name="connsiteY130" fmla="*/ 247312 h 6858001"/>
              <a:gd name="connsiteX131" fmla="*/ 72113 w 874715"/>
              <a:gd name="connsiteY131" fmla="*/ 305764 h 6858001"/>
              <a:gd name="connsiteX132" fmla="*/ 65445 w 874715"/>
              <a:gd name="connsiteY132" fmla="*/ 426397 h 6858001"/>
              <a:gd name="connsiteX133" fmla="*/ 55348 w 874715"/>
              <a:gd name="connsiteY133" fmla="*/ 470924 h 6858001"/>
              <a:gd name="connsiteX134" fmla="*/ 48870 w 874715"/>
              <a:gd name="connsiteY134" fmla="*/ 495638 h 6858001"/>
              <a:gd name="connsiteX135" fmla="*/ 30963 w 874715"/>
              <a:gd name="connsiteY135" fmla="*/ 622548 h 6858001"/>
              <a:gd name="connsiteX136" fmla="*/ 11723 w 874715"/>
              <a:gd name="connsiteY136" fmla="*/ 679040 h 6858001"/>
              <a:gd name="connsiteX137" fmla="*/ 8865 w 874715"/>
              <a:gd name="connsiteY137" fmla="*/ 694341 h 6858001"/>
              <a:gd name="connsiteX138" fmla="*/ 16865 w 874715"/>
              <a:gd name="connsiteY138" fmla="*/ 778095 h 6858001"/>
              <a:gd name="connsiteX139" fmla="*/ 47918 w 874715"/>
              <a:gd name="connsiteY139" fmla="*/ 840866 h 6858001"/>
              <a:gd name="connsiteX140" fmla="*/ 58396 w 874715"/>
              <a:gd name="connsiteY140" fmla="*/ 853028 h 6858001"/>
              <a:gd name="connsiteX141" fmla="*/ 54776 w 874715"/>
              <a:gd name="connsiteY141" fmla="*/ 1027995 h 6858001"/>
              <a:gd name="connsiteX142" fmla="*/ 50394 w 874715"/>
              <a:gd name="connsiteY142" fmla="*/ 1054866 h 6858001"/>
              <a:gd name="connsiteX143" fmla="*/ 68683 w 874715"/>
              <a:gd name="connsiteY143" fmla="*/ 1184720 h 6858001"/>
              <a:gd name="connsiteX144" fmla="*/ 72303 w 874715"/>
              <a:gd name="connsiteY144" fmla="*/ 1222576 h 6858001"/>
              <a:gd name="connsiteX145" fmla="*/ 88687 w 874715"/>
              <a:gd name="connsiteY145" fmla="*/ 1358313 h 6858001"/>
              <a:gd name="connsiteX146" fmla="*/ 73447 w 874715"/>
              <a:gd name="connsiteY146" fmla="*/ 1377535 h 6858001"/>
              <a:gd name="connsiteX147" fmla="*/ 35153 w 874715"/>
              <a:gd name="connsiteY147" fmla="*/ 1432851 h 6858001"/>
              <a:gd name="connsiteX148" fmla="*/ 1244 w 874715"/>
              <a:gd name="connsiteY148" fmla="*/ 1541910 h 6858001"/>
              <a:gd name="connsiteX149" fmla="*/ 3149 w 874715"/>
              <a:gd name="connsiteY149" fmla="*/ 1571529 h 6858001"/>
              <a:gd name="connsiteX150" fmla="*/ 59730 w 874715"/>
              <a:gd name="connsiteY150" fmla="*/ 1646459 h 6858001"/>
              <a:gd name="connsiteX151" fmla="*/ 82399 w 874715"/>
              <a:gd name="connsiteY151" fmla="*/ 1682944 h 6858001"/>
              <a:gd name="connsiteX152" fmla="*/ 124120 w 874715"/>
              <a:gd name="connsiteY152" fmla="*/ 1786511 h 6858001"/>
              <a:gd name="connsiteX153" fmla="*/ 131741 w 874715"/>
              <a:gd name="connsiteY153" fmla="*/ 1795142 h 6858001"/>
              <a:gd name="connsiteX154" fmla="*/ 222232 w 874715"/>
              <a:gd name="connsiteY154" fmla="*/ 1871640 h 6858001"/>
              <a:gd name="connsiteX155" fmla="*/ 237662 w 874715"/>
              <a:gd name="connsiteY155" fmla="*/ 1888901 h 6858001"/>
              <a:gd name="connsiteX156" fmla="*/ 261667 w 874715"/>
              <a:gd name="connsiteY156" fmla="*/ 1909694 h 6858001"/>
              <a:gd name="connsiteX157" fmla="*/ 308150 w 874715"/>
              <a:gd name="connsiteY157" fmla="*/ 1974618 h 6858001"/>
              <a:gd name="connsiteX158" fmla="*/ 323009 w 874715"/>
              <a:gd name="connsiteY158" fmla="*/ 2055042 h 6858001"/>
              <a:gd name="connsiteX159" fmla="*/ 345680 w 874715"/>
              <a:gd name="connsiteY159" fmla="*/ 2152137 h 6858001"/>
              <a:gd name="connsiteX160" fmla="*/ 360920 w 874715"/>
              <a:gd name="connsiteY160" fmla="*/ 2192740 h 6858001"/>
              <a:gd name="connsiteX161" fmla="*/ 389877 w 874715"/>
              <a:gd name="connsiteY161" fmla="*/ 2301603 h 6858001"/>
              <a:gd name="connsiteX162" fmla="*/ 414262 w 874715"/>
              <a:gd name="connsiteY162" fmla="*/ 2379279 h 6858001"/>
              <a:gd name="connsiteX163" fmla="*/ 428551 w 874715"/>
              <a:gd name="connsiteY163" fmla="*/ 2491281 h 6858001"/>
              <a:gd name="connsiteX164" fmla="*/ 429121 w 874715"/>
              <a:gd name="connsiteY164" fmla="*/ 2545615 h 6858001"/>
              <a:gd name="connsiteX165" fmla="*/ 502275 w 874715"/>
              <a:gd name="connsiteY165" fmla="*/ 2645455 h 6858001"/>
              <a:gd name="connsiteX166" fmla="*/ 550665 w 874715"/>
              <a:gd name="connsiteY166" fmla="*/ 2725094 h 6858001"/>
              <a:gd name="connsiteX167" fmla="*/ 527232 w 874715"/>
              <a:gd name="connsiteY167" fmla="*/ 2808850 h 6858001"/>
              <a:gd name="connsiteX168" fmla="*/ 505133 w 874715"/>
              <a:gd name="connsiteY168" fmla="*/ 2831604 h 6858001"/>
              <a:gd name="connsiteX169" fmla="*/ 484178 w 874715"/>
              <a:gd name="connsiteY169" fmla="*/ 2968910 h 6858001"/>
              <a:gd name="connsiteX170" fmla="*/ 483416 w 874715"/>
              <a:gd name="connsiteY170" fmla="*/ 3165061 h 6858001"/>
              <a:gd name="connsiteX171" fmla="*/ 447744 w 874715"/>
              <a:gd name="connsiteY171" fmla="*/ 3326101 h 6858001"/>
              <a:gd name="connsiteX172" fmla="*/ 446756 w 874715"/>
              <a:gd name="connsiteY172" fmla="*/ 3333750 h 6858001"/>
              <a:gd name="connsiteX173" fmla="*/ 834222 w 874715"/>
              <a:gd name="connsiteY173" fmla="*/ 3333750 h 6858001"/>
              <a:gd name="connsiteX174" fmla="*/ 833756 w 874715"/>
              <a:gd name="connsiteY174" fmla="*/ 3315508 h 6858001"/>
              <a:gd name="connsiteX175" fmla="*/ 851283 w 874715"/>
              <a:gd name="connsiteY175" fmla="*/ 3289224 h 6858001"/>
              <a:gd name="connsiteX176" fmla="*/ 866523 w 874715"/>
              <a:gd name="connsiteY176" fmla="*/ 3248621 h 6858001"/>
              <a:gd name="connsiteX177" fmla="*/ 848234 w 874715"/>
              <a:gd name="connsiteY177" fmla="*/ 3203506 h 6858001"/>
              <a:gd name="connsiteX178" fmla="*/ 810325 w 874715"/>
              <a:gd name="connsiteY178" fmla="*/ 3097977 h 6858001"/>
              <a:gd name="connsiteX179" fmla="*/ 808609 w 874715"/>
              <a:gd name="connsiteY179" fmla="*/ 3031285 h 6858001"/>
              <a:gd name="connsiteX180" fmla="*/ 792417 w 874715"/>
              <a:gd name="connsiteY180" fmla="*/ 2886329 h 6858001"/>
              <a:gd name="connsiteX181" fmla="*/ 769366 w 874715"/>
              <a:gd name="connsiteY181" fmla="*/ 2791590 h 6858001"/>
              <a:gd name="connsiteX182" fmla="*/ 743267 w 874715"/>
              <a:gd name="connsiteY182" fmla="*/ 2723527 h 6858001"/>
              <a:gd name="connsiteX183" fmla="*/ 709166 w 874715"/>
              <a:gd name="connsiteY183" fmla="*/ 2626038 h 6858001"/>
              <a:gd name="connsiteX184" fmla="*/ 691449 w 874715"/>
              <a:gd name="connsiteY184" fmla="*/ 2528158 h 6858001"/>
              <a:gd name="connsiteX185" fmla="*/ 669159 w 874715"/>
              <a:gd name="connsiteY185" fmla="*/ 2457348 h 6858001"/>
              <a:gd name="connsiteX186" fmla="*/ 653918 w 874715"/>
              <a:gd name="connsiteY186" fmla="*/ 2370844 h 6858001"/>
              <a:gd name="connsiteX187" fmla="*/ 653348 w 874715"/>
              <a:gd name="connsiteY187" fmla="*/ 2298269 h 6858001"/>
              <a:gd name="connsiteX188" fmla="*/ 656014 w 874715"/>
              <a:gd name="connsiteY188" fmla="*/ 2184501 h 6858001"/>
              <a:gd name="connsiteX189" fmla="*/ 609913 w 874715"/>
              <a:gd name="connsiteY189" fmla="*/ 2045235 h 6858001"/>
              <a:gd name="connsiteX190" fmla="*/ 599624 w 874715"/>
              <a:gd name="connsiteY190" fmla="*/ 1988939 h 6858001"/>
              <a:gd name="connsiteX191" fmla="*/ 594862 w 874715"/>
              <a:gd name="connsiteY191" fmla="*/ 1935977 h 6858001"/>
              <a:gd name="connsiteX192" fmla="*/ 564191 w 874715"/>
              <a:gd name="connsiteY192" fmla="*/ 1823583 h 6858001"/>
              <a:gd name="connsiteX193" fmla="*/ 554093 w 874715"/>
              <a:gd name="connsiteY193" fmla="*/ 1777881 h 6858001"/>
              <a:gd name="connsiteX194" fmla="*/ 554285 w 874715"/>
              <a:gd name="connsiteY194" fmla="*/ 1713934 h 6858001"/>
              <a:gd name="connsiteX195" fmla="*/ 540186 w 874715"/>
              <a:gd name="connsiteY195" fmla="*/ 1597617 h 6858001"/>
              <a:gd name="connsiteX196" fmla="*/ 499037 w 874715"/>
              <a:gd name="connsiteY196" fmla="*/ 1481495 h 6858001"/>
              <a:gd name="connsiteX197" fmla="*/ 503037 w 874715"/>
              <a:gd name="connsiteY197" fmla="*/ 1432262 h 6858001"/>
              <a:gd name="connsiteX198" fmla="*/ 502085 w 874715"/>
              <a:gd name="connsiteY198" fmla="*/ 1414609 h 6858001"/>
              <a:gd name="connsiteX199" fmla="*/ 479414 w 874715"/>
              <a:gd name="connsiteY199" fmla="*/ 1255923 h 6858001"/>
              <a:gd name="connsiteX200" fmla="*/ 476938 w 874715"/>
              <a:gd name="connsiteY200" fmla="*/ 1240034 h 6858001"/>
              <a:gd name="connsiteX201" fmla="*/ 456745 w 874715"/>
              <a:gd name="connsiteY201" fmla="*/ 1165498 h 6858001"/>
              <a:gd name="connsiteX202" fmla="*/ 444171 w 874715"/>
              <a:gd name="connsiteY202" fmla="*/ 977582 h 6858001"/>
              <a:gd name="connsiteX203" fmla="*/ 442647 w 874715"/>
              <a:gd name="connsiteY203" fmla="*/ 966011 h 6858001"/>
              <a:gd name="connsiteX204" fmla="*/ 452743 w 874715"/>
              <a:gd name="connsiteY204" fmla="*/ 903045 h 6858001"/>
              <a:gd name="connsiteX205" fmla="*/ 467032 w 874715"/>
              <a:gd name="connsiteY205" fmla="*/ 871859 h 6858001"/>
              <a:gd name="connsiteX206" fmla="*/ 481892 w 874715"/>
              <a:gd name="connsiteY206" fmla="*/ 823213 h 6858001"/>
              <a:gd name="connsiteX207" fmla="*/ 487416 w 874715"/>
              <a:gd name="connsiteY207" fmla="*/ 773781 h 6858001"/>
              <a:gd name="connsiteX208" fmla="*/ 464936 w 874715"/>
              <a:gd name="connsiteY208" fmla="*/ 690809 h 6858001"/>
              <a:gd name="connsiteX209" fmla="*/ 462650 w 874715"/>
              <a:gd name="connsiteY209" fmla="*/ 660603 h 6858001"/>
              <a:gd name="connsiteX210" fmla="*/ 451791 w 874715"/>
              <a:gd name="connsiteY210" fmla="*/ 593322 h 6858001"/>
              <a:gd name="connsiteX211" fmla="*/ 452553 w 874715"/>
              <a:gd name="connsiteY211" fmla="*/ 534478 h 6858001"/>
              <a:gd name="connsiteX212" fmla="*/ 469890 w 874715"/>
              <a:gd name="connsiteY212" fmla="*/ 487205 h 6858001"/>
              <a:gd name="connsiteX213" fmla="*/ 473318 w 874715"/>
              <a:gd name="connsiteY213" fmla="*/ 418552 h 6858001"/>
              <a:gd name="connsiteX214" fmla="*/ 460746 w 874715"/>
              <a:gd name="connsiteY214" fmla="*/ 374220 h 6858001"/>
              <a:gd name="connsiteX215" fmla="*/ 459032 w 874715"/>
              <a:gd name="connsiteY215" fmla="*/ 365198 h 6858001"/>
              <a:gd name="connsiteX216" fmla="*/ 458267 w 874715"/>
              <a:gd name="connsiteY216" fmla="*/ 249272 h 6858001"/>
              <a:gd name="connsiteX217" fmla="*/ 496179 w 874715"/>
              <a:gd name="connsiteY217" fmla="*/ 104514 h 6858001"/>
              <a:gd name="connsiteX218" fmla="*/ 504181 w 874715"/>
              <a:gd name="connsiteY218" fmla="*/ 80583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Lst>
            <a:rect l="l" t="t" r="r" b="b"/>
            <a:pathLst>
              <a:path w="874715" h="6858001">
                <a:moveTo>
                  <a:pt x="669467" y="3720275"/>
                </a:moveTo>
                <a:lnTo>
                  <a:pt x="710453" y="3726292"/>
                </a:lnTo>
                <a:lnTo>
                  <a:pt x="710455" y="3726292"/>
                </a:lnTo>
                <a:lnTo>
                  <a:pt x="669465" y="3720275"/>
                </a:lnTo>
                <a:close/>
                <a:moveTo>
                  <a:pt x="834223" y="3333751"/>
                </a:moveTo>
                <a:lnTo>
                  <a:pt x="446757" y="3333751"/>
                </a:lnTo>
                <a:lnTo>
                  <a:pt x="441229" y="3376550"/>
                </a:lnTo>
                <a:lnTo>
                  <a:pt x="437178" y="3407910"/>
                </a:lnTo>
                <a:cubicBezTo>
                  <a:pt x="435005" y="3435408"/>
                  <a:pt x="434362" y="3463164"/>
                  <a:pt x="435790" y="3491262"/>
                </a:cubicBezTo>
                <a:cubicBezTo>
                  <a:pt x="436266" y="3500578"/>
                  <a:pt x="433599" y="3510777"/>
                  <a:pt x="429384" y="3520658"/>
                </a:cubicBezTo>
                <a:lnTo>
                  <a:pt x="427332" y="3524252"/>
                </a:lnTo>
                <a:lnTo>
                  <a:pt x="427331" y="3524252"/>
                </a:lnTo>
                <a:lnTo>
                  <a:pt x="413690" y="3548145"/>
                </a:lnTo>
                <a:cubicBezTo>
                  <a:pt x="391973" y="3578940"/>
                  <a:pt x="390257" y="3577567"/>
                  <a:pt x="408166" y="3612089"/>
                </a:cubicBezTo>
                <a:cubicBezTo>
                  <a:pt x="412548" y="3620328"/>
                  <a:pt x="415214" y="3630528"/>
                  <a:pt x="421692" y="3636610"/>
                </a:cubicBezTo>
                <a:cubicBezTo>
                  <a:pt x="438171" y="3652106"/>
                  <a:pt x="444409" y="3669416"/>
                  <a:pt x="445933" y="3687609"/>
                </a:cubicBezTo>
                <a:lnTo>
                  <a:pt x="443241" y="3725049"/>
                </a:lnTo>
                <a:lnTo>
                  <a:pt x="455589" y="3723372"/>
                </a:lnTo>
                <a:cubicBezTo>
                  <a:pt x="485111" y="3719138"/>
                  <a:pt x="514678" y="3715144"/>
                  <a:pt x="544787" y="3712739"/>
                </a:cubicBezTo>
                <a:lnTo>
                  <a:pt x="544802" y="3712740"/>
                </a:lnTo>
                <a:lnTo>
                  <a:pt x="544786" y="3712740"/>
                </a:lnTo>
                <a:cubicBezTo>
                  <a:pt x="514677" y="3715145"/>
                  <a:pt x="485110" y="3719139"/>
                  <a:pt x="455588" y="3723373"/>
                </a:cubicBezTo>
                <a:lnTo>
                  <a:pt x="443240" y="3725050"/>
                </a:lnTo>
                <a:lnTo>
                  <a:pt x="441884" y="3743904"/>
                </a:lnTo>
                <a:cubicBezTo>
                  <a:pt x="440932" y="3750574"/>
                  <a:pt x="439598" y="3758615"/>
                  <a:pt x="442266" y="3764306"/>
                </a:cubicBezTo>
                <a:cubicBezTo>
                  <a:pt x="454266" y="3790000"/>
                  <a:pt x="450076" y="3811773"/>
                  <a:pt x="433692" y="3834135"/>
                </a:cubicBezTo>
                <a:cubicBezTo>
                  <a:pt x="419595" y="3853553"/>
                  <a:pt x="411213" y="3875915"/>
                  <a:pt x="428740" y="3898864"/>
                </a:cubicBezTo>
                <a:cubicBezTo>
                  <a:pt x="467603" y="3949864"/>
                  <a:pt x="469507" y="4004392"/>
                  <a:pt x="444932" y="4062061"/>
                </a:cubicBezTo>
                <a:cubicBezTo>
                  <a:pt x="427405" y="4103253"/>
                  <a:pt x="423405" y="4143856"/>
                  <a:pt x="441122" y="4187207"/>
                </a:cubicBezTo>
                <a:cubicBezTo>
                  <a:pt x="447980" y="4203880"/>
                  <a:pt x="443408" y="4225456"/>
                  <a:pt x="444932" y="4244874"/>
                </a:cubicBezTo>
                <a:cubicBezTo>
                  <a:pt x="445694" y="4255860"/>
                  <a:pt x="445884" y="4268022"/>
                  <a:pt x="450648" y="4277434"/>
                </a:cubicBezTo>
                <a:cubicBezTo>
                  <a:pt x="462841" y="4302544"/>
                  <a:pt x="478461" y="4325885"/>
                  <a:pt x="490464" y="4351188"/>
                </a:cubicBezTo>
                <a:cubicBezTo>
                  <a:pt x="496178" y="4363350"/>
                  <a:pt x="499226" y="4377865"/>
                  <a:pt x="499418" y="4391596"/>
                </a:cubicBezTo>
                <a:cubicBezTo>
                  <a:pt x="500370" y="4432199"/>
                  <a:pt x="500370" y="4472804"/>
                  <a:pt x="498656" y="4513209"/>
                </a:cubicBezTo>
                <a:cubicBezTo>
                  <a:pt x="495988" y="4579901"/>
                  <a:pt x="495416" y="4647572"/>
                  <a:pt x="438646" y="4695629"/>
                </a:cubicBezTo>
                <a:cubicBezTo>
                  <a:pt x="434074" y="4699554"/>
                  <a:pt x="431406" y="4707987"/>
                  <a:pt x="430644" y="4714658"/>
                </a:cubicBezTo>
                <a:cubicBezTo>
                  <a:pt x="427025" y="4745453"/>
                  <a:pt x="426643" y="4777033"/>
                  <a:pt x="420737" y="4807436"/>
                </a:cubicBezTo>
                <a:cubicBezTo>
                  <a:pt x="415975" y="4831758"/>
                  <a:pt x="417499" y="4851963"/>
                  <a:pt x="434264" y="4870400"/>
                </a:cubicBezTo>
                <a:cubicBezTo>
                  <a:pt x="456362" y="4894527"/>
                  <a:pt x="469317" y="4923950"/>
                  <a:pt x="462269" y="4956119"/>
                </a:cubicBezTo>
                <a:cubicBezTo>
                  <a:pt x="455410" y="4988286"/>
                  <a:pt x="470269" y="5009470"/>
                  <a:pt x="485701" y="5033207"/>
                </a:cubicBezTo>
                <a:cubicBezTo>
                  <a:pt x="496940" y="5050467"/>
                  <a:pt x="511038" y="5070083"/>
                  <a:pt x="512180" y="5089305"/>
                </a:cubicBezTo>
                <a:cubicBezTo>
                  <a:pt x="514656" y="5132851"/>
                  <a:pt x="553902" y="5170316"/>
                  <a:pt x="531613" y="5217589"/>
                </a:cubicBezTo>
                <a:cubicBezTo>
                  <a:pt x="530089" y="5220727"/>
                  <a:pt x="533899" y="5226415"/>
                  <a:pt x="534851" y="5230926"/>
                </a:cubicBezTo>
                <a:cubicBezTo>
                  <a:pt x="542091" y="5267019"/>
                  <a:pt x="535041" y="5300953"/>
                  <a:pt x="511228" y="5327433"/>
                </a:cubicBezTo>
                <a:cubicBezTo>
                  <a:pt x="480175" y="5362152"/>
                  <a:pt x="477127" y="5400597"/>
                  <a:pt x="487225" y="5443357"/>
                </a:cubicBezTo>
                <a:cubicBezTo>
                  <a:pt x="490464" y="5457089"/>
                  <a:pt x="492750" y="5470820"/>
                  <a:pt x="495416" y="5484746"/>
                </a:cubicBezTo>
                <a:cubicBezTo>
                  <a:pt x="499226" y="5503576"/>
                  <a:pt x="503228" y="5522604"/>
                  <a:pt x="507038" y="5541432"/>
                </a:cubicBezTo>
                <a:cubicBezTo>
                  <a:pt x="510848" y="5559676"/>
                  <a:pt x="517324" y="5579880"/>
                  <a:pt x="500942" y="5594001"/>
                </a:cubicBezTo>
                <a:cubicBezTo>
                  <a:pt x="486843" y="5606164"/>
                  <a:pt x="488177" y="5614794"/>
                  <a:pt x="500370" y="5625974"/>
                </a:cubicBezTo>
                <a:cubicBezTo>
                  <a:pt x="543043" y="5664813"/>
                  <a:pt x="569714" y="5711889"/>
                  <a:pt x="571618" y="5771911"/>
                </a:cubicBezTo>
                <a:cubicBezTo>
                  <a:pt x="572000" y="5784268"/>
                  <a:pt x="574666" y="5796822"/>
                  <a:pt x="577524" y="5808982"/>
                </a:cubicBezTo>
                <a:cubicBezTo>
                  <a:pt x="579239" y="5816437"/>
                  <a:pt x="581145" y="5825462"/>
                  <a:pt x="586289" y="5829971"/>
                </a:cubicBezTo>
                <a:cubicBezTo>
                  <a:pt x="625532" y="5865083"/>
                  <a:pt x="652775" y="5908825"/>
                  <a:pt x="674684" y="5956490"/>
                </a:cubicBezTo>
                <a:cubicBezTo>
                  <a:pt x="682494" y="5973553"/>
                  <a:pt x="690304" y="5991797"/>
                  <a:pt x="692590" y="6010235"/>
                </a:cubicBezTo>
                <a:cubicBezTo>
                  <a:pt x="694876" y="6029456"/>
                  <a:pt x="691066" y="6049660"/>
                  <a:pt x="688970" y="6069276"/>
                </a:cubicBezTo>
                <a:cubicBezTo>
                  <a:pt x="687828" y="6080849"/>
                  <a:pt x="688018" y="6094187"/>
                  <a:pt x="682494" y="6103407"/>
                </a:cubicBezTo>
                <a:cubicBezTo>
                  <a:pt x="665157" y="6132633"/>
                  <a:pt x="646489" y="6160879"/>
                  <a:pt x="626294" y="6188144"/>
                </a:cubicBezTo>
                <a:cubicBezTo>
                  <a:pt x="608958" y="6211486"/>
                  <a:pt x="606481" y="6216194"/>
                  <a:pt x="628200" y="6236396"/>
                </a:cubicBezTo>
                <a:cubicBezTo>
                  <a:pt x="650489" y="6257190"/>
                  <a:pt x="662109" y="6283082"/>
                  <a:pt x="666871" y="6311718"/>
                </a:cubicBezTo>
                <a:cubicBezTo>
                  <a:pt x="674302" y="6357030"/>
                  <a:pt x="680588" y="6402732"/>
                  <a:pt x="684208" y="6448435"/>
                </a:cubicBezTo>
                <a:cubicBezTo>
                  <a:pt x="687446" y="6489823"/>
                  <a:pt x="669920" y="6509634"/>
                  <a:pt x="630104" y="6517873"/>
                </a:cubicBezTo>
                <a:cubicBezTo>
                  <a:pt x="608005" y="6522581"/>
                  <a:pt x="584001" y="6528663"/>
                  <a:pt x="578096" y="6553767"/>
                </a:cubicBezTo>
                <a:cubicBezTo>
                  <a:pt x="568570" y="6594765"/>
                  <a:pt x="564380" y="6637329"/>
                  <a:pt x="517706" y="6657533"/>
                </a:cubicBezTo>
                <a:cubicBezTo>
                  <a:pt x="527993" y="6668713"/>
                  <a:pt x="534089" y="6675579"/>
                  <a:pt x="540185" y="6682250"/>
                </a:cubicBezTo>
                <a:cubicBezTo>
                  <a:pt x="557140" y="6700686"/>
                  <a:pt x="564380" y="6738934"/>
                  <a:pt x="549712" y="6758356"/>
                </a:cubicBezTo>
                <a:cubicBezTo>
                  <a:pt x="528375" y="6786993"/>
                  <a:pt x="532375" y="6813278"/>
                  <a:pt x="548950" y="6840738"/>
                </a:cubicBezTo>
                <a:lnTo>
                  <a:pt x="556149" y="6858001"/>
                </a:lnTo>
                <a:lnTo>
                  <a:pt x="760427" y="6858001"/>
                </a:lnTo>
                <a:lnTo>
                  <a:pt x="763269" y="6846819"/>
                </a:lnTo>
                <a:cubicBezTo>
                  <a:pt x="771841" y="6790916"/>
                  <a:pt x="777937" y="6734620"/>
                  <a:pt x="784795" y="6678324"/>
                </a:cubicBezTo>
                <a:cubicBezTo>
                  <a:pt x="791844" y="6620265"/>
                  <a:pt x="799274" y="6562401"/>
                  <a:pt x="805560" y="6504338"/>
                </a:cubicBezTo>
                <a:cubicBezTo>
                  <a:pt x="808800" y="6472562"/>
                  <a:pt x="809370" y="6440589"/>
                  <a:pt x="812418" y="6408814"/>
                </a:cubicBezTo>
                <a:cubicBezTo>
                  <a:pt x="815086" y="6380959"/>
                  <a:pt x="820039" y="6353302"/>
                  <a:pt x="823279" y="6325450"/>
                </a:cubicBezTo>
                <a:cubicBezTo>
                  <a:pt x="825945" y="6301323"/>
                  <a:pt x="827469" y="6277000"/>
                  <a:pt x="830137" y="6252873"/>
                </a:cubicBezTo>
                <a:cubicBezTo>
                  <a:pt x="834517" y="6214231"/>
                  <a:pt x="839471" y="6175786"/>
                  <a:pt x="844043" y="6137341"/>
                </a:cubicBezTo>
                <a:cubicBezTo>
                  <a:pt x="845757" y="6121257"/>
                  <a:pt x="850520" y="6104387"/>
                  <a:pt x="847663" y="6089284"/>
                </a:cubicBezTo>
                <a:cubicBezTo>
                  <a:pt x="840423" y="6051230"/>
                  <a:pt x="842519" y="6013764"/>
                  <a:pt x="847471" y="5975908"/>
                </a:cubicBezTo>
                <a:cubicBezTo>
                  <a:pt x="849188" y="5962962"/>
                  <a:pt x="848806" y="5949036"/>
                  <a:pt x="845567" y="5936481"/>
                </a:cubicBezTo>
                <a:cubicBezTo>
                  <a:pt x="839089" y="5910785"/>
                  <a:pt x="829945" y="5885876"/>
                  <a:pt x="821945" y="5860571"/>
                </a:cubicBezTo>
                <a:cubicBezTo>
                  <a:pt x="820993" y="5857824"/>
                  <a:pt x="820801" y="5854490"/>
                  <a:pt x="820231" y="5851549"/>
                </a:cubicBezTo>
                <a:cubicBezTo>
                  <a:pt x="816990" y="5834874"/>
                  <a:pt x="813752" y="5818399"/>
                  <a:pt x="810894" y="5801726"/>
                </a:cubicBezTo>
                <a:cubicBezTo>
                  <a:pt x="809370" y="5792704"/>
                  <a:pt x="809180" y="5783484"/>
                  <a:pt x="807846" y="5774460"/>
                </a:cubicBezTo>
                <a:cubicBezTo>
                  <a:pt x="802512" y="5739546"/>
                  <a:pt x="811466" y="5701101"/>
                  <a:pt x="788415" y="5670892"/>
                </a:cubicBezTo>
                <a:cubicBezTo>
                  <a:pt x="773555" y="5651277"/>
                  <a:pt x="776985" y="5632250"/>
                  <a:pt x="779271" y="5611265"/>
                </a:cubicBezTo>
                <a:cubicBezTo>
                  <a:pt x="780985" y="5595374"/>
                  <a:pt x="780413" y="5579094"/>
                  <a:pt x="780605" y="5563010"/>
                </a:cubicBezTo>
                <a:cubicBezTo>
                  <a:pt x="781175" y="5534764"/>
                  <a:pt x="781367" y="5506518"/>
                  <a:pt x="782319" y="5478272"/>
                </a:cubicBezTo>
                <a:cubicBezTo>
                  <a:pt x="782699" y="5469249"/>
                  <a:pt x="787463" y="5460031"/>
                  <a:pt x="786701" y="5451203"/>
                </a:cubicBezTo>
                <a:cubicBezTo>
                  <a:pt x="783081" y="5410403"/>
                  <a:pt x="777365" y="5369604"/>
                  <a:pt x="774127" y="5328805"/>
                </a:cubicBezTo>
                <a:cubicBezTo>
                  <a:pt x="772223" y="5305660"/>
                  <a:pt x="775841" y="5281924"/>
                  <a:pt x="773175" y="5258975"/>
                </a:cubicBezTo>
                <a:cubicBezTo>
                  <a:pt x="770127" y="5232496"/>
                  <a:pt x="762317" y="5206604"/>
                  <a:pt x="757552" y="5180319"/>
                </a:cubicBezTo>
                <a:cubicBezTo>
                  <a:pt x="756220" y="5173061"/>
                  <a:pt x="757934" y="5165020"/>
                  <a:pt x="758314" y="5157370"/>
                </a:cubicBezTo>
                <a:cubicBezTo>
                  <a:pt x="758697" y="5148739"/>
                  <a:pt x="759459" y="5140304"/>
                  <a:pt x="759649" y="5131673"/>
                </a:cubicBezTo>
                <a:cubicBezTo>
                  <a:pt x="760031" y="5105388"/>
                  <a:pt x="759459" y="5079104"/>
                  <a:pt x="760793" y="5052820"/>
                </a:cubicBezTo>
                <a:cubicBezTo>
                  <a:pt x="761555" y="5036736"/>
                  <a:pt x="769365" y="5019868"/>
                  <a:pt x="766507" y="5004959"/>
                </a:cubicBezTo>
                <a:cubicBezTo>
                  <a:pt x="760983" y="4974557"/>
                  <a:pt x="773365" y="4944153"/>
                  <a:pt x="763079" y="4913751"/>
                </a:cubicBezTo>
                <a:cubicBezTo>
                  <a:pt x="760031" y="4904334"/>
                  <a:pt x="767651" y="4891388"/>
                  <a:pt x="768031" y="4880011"/>
                </a:cubicBezTo>
                <a:cubicBezTo>
                  <a:pt x="768983" y="4851570"/>
                  <a:pt x="768793" y="4823128"/>
                  <a:pt x="768603" y="4794687"/>
                </a:cubicBezTo>
                <a:cubicBezTo>
                  <a:pt x="768413" y="4769186"/>
                  <a:pt x="771079" y="4742705"/>
                  <a:pt x="765745" y="4718187"/>
                </a:cubicBezTo>
                <a:cubicBezTo>
                  <a:pt x="760031" y="4692491"/>
                  <a:pt x="760793" y="4669346"/>
                  <a:pt x="767269" y="4644434"/>
                </a:cubicBezTo>
                <a:cubicBezTo>
                  <a:pt x="771651" y="4627369"/>
                  <a:pt x="772223" y="4609322"/>
                  <a:pt x="773555" y="4591670"/>
                </a:cubicBezTo>
                <a:cubicBezTo>
                  <a:pt x="775079" y="4572644"/>
                  <a:pt x="771079" y="4551655"/>
                  <a:pt x="777365" y="4534394"/>
                </a:cubicBezTo>
                <a:cubicBezTo>
                  <a:pt x="796036" y="4483001"/>
                  <a:pt x="800036" y="4430237"/>
                  <a:pt x="800036" y="4376493"/>
                </a:cubicBezTo>
                <a:cubicBezTo>
                  <a:pt x="800036" y="4366684"/>
                  <a:pt x="797370" y="4356680"/>
                  <a:pt x="794512" y="4347267"/>
                </a:cubicBezTo>
                <a:cubicBezTo>
                  <a:pt x="777365" y="4292342"/>
                  <a:pt x="778889" y="4237224"/>
                  <a:pt x="789368" y="4181322"/>
                </a:cubicBezTo>
                <a:cubicBezTo>
                  <a:pt x="791654" y="4169748"/>
                  <a:pt x="792036" y="4156803"/>
                  <a:pt x="789750" y="4145230"/>
                </a:cubicBezTo>
                <a:cubicBezTo>
                  <a:pt x="783081" y="4112668"/>
                  <a:pt x="772031" y="4081088"/>
                  <a:pt x="767269" y="4048330"/>
                </a:cubicBezTo>
                <a:cubicBezTo>
                  <a:pt x="759459" y="3994194"/>
                  <a:pt x="785747" y="3947314"/>
                  <a:pt x="802894" y="3898864"/>
                </a:cubicBezTo>
                <a:cubicBezTo>
                  <a:pt x="819087" y="3852768"/>
                  <a:pt x="855664" y="3813538"/>
                  <a:pt x="847471" y="3759007"/>
                </a:cubicBezTo>
                <a:lnTo>
                  <a:pt x="848163" y="3756136"/>
                </a:lnTo>
                <a:lnTo>
                  <a:pt x="819543" y="3748731"/>
                </a:lnTo>
                <a:lnTo>
                  <a:pt x="819313" y="3748682"/>
                </a:lnTo>
                <a:lnTo>
                  <a:pt x="819544" y="3748730"/>
                </a:lnTo>
                <a:lnTo>
                  <a:pt x="848164" y="3756135"/>
                </a:lnTo>
                <a:lnTo>
                  <a:pt x="849545" y="3750401"/>
                </a:lnTo>
                <a:cubicBezTo>
                  <a:pt x="850902" y="3747434"/>
                  <a:pt x="852522" y="3744394"/>
                  <a:pt x="853189" y="3741353"/>
                </a:cubicBezTo>
                <a:cubicBezTo>
                  <a:pt x="856809" y="3724680"/>
                  <a:pt x="861189" y="3708009"/>
                  <a:pt x="862905" y="3691138"/>
                </a:cubicBezTo>
                <a:cubicBezTo>
                  <a:pt x="865191" y="3670544"/>
                  <a:pt x="864429" y="3649555"/>
                  <a:pt x="866333" y="3628959"/>
                </a:cubicBezTo>
                <a:cubicBezTo>
                  <a:pt x="868619" y="3602478"/>
                  <a:pt x="874715" y="3576391"/>
                  <a:pt x="874715" y="3550106"/>
                </a:cubicBezTo>
                <a:lnTo>
                  <a:pt x="871487" y="3524252"/>
                </a:lnTo>
                <a:lnTo>
                  <a:pt x="871488" y="3524252"/>
                </a:lnTo>
                <a:lnTo>
                  <a:pt x="870763" y="3518451"/>
                </a:lnTo>
                <a:cubicBezTo>
                  <a:pt x="868573" y="3507933"/>
                  <a:pt x="865953" y="3497439"/>
                  <a:pt x="864238" y="3486946"/>
                </a:cubicBezTo>
                <a:cubicBezTo>
                  <a:pt x="859476" y="3457327"/>
                  <a:pt x="860810" y="3424765"/>
                  <a:pt x="848618" y="3398677"/>
                </a:cubicBezTo>
                <a:lnTo>
                  <a:pt x="837595" y="3365728"/>
                </a:lnTo>
                <a:lnTo>
                  <a:pt x="834829" y="3357461"/>
                </a:lnTo>
                <a:close/>
                <a:moveTo>
                  <a:pt x="513783" y="0"/>
                </a:moveTo>
                <a:lnTo>
                  <a:pt x="72334" y="0"/>
                </a:lnTo>
                <a:lnTo>
                  <a:pt x="75447" y="27991"/>
                </a:lnTo>
                <a:cubicBezTo>
                  <a:pt x="80828" y="63323"/>
                  <a:pt x="87734" y="98434"/>
                  <a:pt x="88115" y="134133"/>
                </a:cubicBezTo>
                <a:cubicBezTo>
                  <a:pt x="88495" y="166498"/>
                  <a:pt x="94591" y="198471"/>
                  <a:pt x="62778" y="221224"/>
                </a:cubicBezTo>
                <a:cubicBezTo>
                  <a:pt x="58586" y="224165"/>
                  <a:pt x="60872" y="238486"/>
                  <a:pt x="62206" y="247312"/>
                </a:cubicBezTo>
                <a:cubicBezTo>
                  <a:pt x="65065" y="266927"/>
                  <a:pt x="72303" y="286346"/>
                  <a:pt x="72113" y="305764"/>
                </a:cubicBezTo>
                <a:cubicBezTo>
                  <a:pt x="71923" y="345976"/>
                  <a:pt x="68875" y="386383"/>
                  <a:pt x="65445" y="426397"/>
                </a:cubicBezTo>
                <a:cubicBezTo>
                  <a:pt x="64111" y="441500"/>
                  <a:pt x="58968" y="456017"/>
                  <a:pt x="55348" y="470924"/>
                </a:cubicBezTo>
                <a:cubicBezTo>
                  <a:pt x="53252" y="479162"/>
                  <a:pt x="47728" y="487990"/>
                  <a:pt x="48870" y="495638"/>
                </a:cubicBezTo>
                <a:cubicBezTo>
                  <a:pt x="55538" y="539970"/>
                  <a:pt x="39156" y="580573"/>
                  <a:pt x="30963" y="622548"/>
                </a:cubicBezTo>
                <a:cubicBezTo>
                  <a:pt x="27153" y="641968"/>
                  <a:pt x="18009" y="660210"/>
                  <a:pt x="11723" y="679040"/>
                </a:cubicBezTo>
                <a:cubicBezTo>
                  <a:pt x="10007" y="683943"/>
                  <a:pt x="8483" y="689436"/>
                  <a:pt x="8865" y="694341"/>
                </a:cubicBezTo>
                <a:cubicBezTo>
                  <a:pt x="11151" y="722389"/>
                  <a:pt x="14389" y="750244"/>
                  <a:pt x="16865" y="778095"/>
                </a:cubicBezTo>
                <a:cubicBezTo>
                  <a:pt x="19151" y="803401"/>
                  <a:pt x="19913" y="828900"/>
                  <a:pt x="47918" y="840866"/>
                </a:cubicBezTo>
                <a:cubicBezTo>
                  <a:pt x="52300" y="842633"/>
                  <a:pt x="55538" y="848516"/>
                  <a:pt x="58396" y="853028"/>
                </a:cubicBezTo>
                <a:cubicBezTo>
                  <a:pt x="102404" y="922662"/>
                  <a:pt x="101260" y="959929"/>
                  <a:pt x="54776" y="1027995"/>
                </a:cubicBezTo>
                <a:cubicBezTo>
                  <a:pt x="50014" y="1035056"/>
                  <a:pt x="46584" y="1050159"/>
                  <a:pt x="50394" y="1054866"/>
                </a:cubicBezTo>
                <a:cubicBezTo>
                  <a:pt x="82019" y="1094882"/>
                  <a:pt x="78589" y="1138623"/>
                  <a:pt x="68683" y="1184720"/>
                </a:cubicBezTo>
                <a:cubicBezTo>
                  <a:pt x="66017" y="1196684"/>
                  <a:pt x="66017" y="1213555"/>
                  <a:pt x="72303" y="1222576"/>
                </a:cubicBezTo>
                <a:cubicBezTo>
                  <a:pt x="101450" y="1265534"/>
                  <a:pt x="97260" y="1311630"/>
                  <a:pt x="88687" y="1358313"/>
                </a:cubicBezTo>
                <a:cubicBezTo>
                  <a:pt x="87353" y="1365570"/>
                  <a:pt x="80113" y="1374398"/>
                  <a:pt x="73447" y="1377535"/>
                </a:cubicBezTo>
                <a:cubicBezTo>
                  <a:pt x="49824" y="1388716"/>
                  <a:pt x="41822" y="1409705"/>
                  <a:pt x="35153" y="1432851"/>
                </a:cubicBezTo>
                <a:cubicBezTo>
                  <a:pt x="24295" y="1469335"/>
                  <a:pt x="11531" y="1505229"/>
                  <a:pt x="1244" y="1541910"/>
                </a:cubicBezTo>
                <a:cubicBezTo>
                  <a:pt x="-1232" y="1550935"/>
                  <a:pt x="292" y="1562114"/>
                  <a:pt x="3149" y="1571529"/>
                </a:cubicBezTo>
                <a:cubicBezTo>
                  <a:pt x="12865" y="1603698"/>
                  <a:pt x="37250" y="1624098"/>
                  <a:pt x="59730" y="1646459"/>
                </a:cubicBezTo>
                <a:cubicBezTo>
                  <a:pt x="69637" y="1656267"/>
                  <a:pt x="76685" y="1669800"/>
                  <a:pt x="82399" y="1682944"/>
                </a:cubicBezTo>
                <a:cubicBezTo>
                  <a:pt x="97070" y="1717073"/>
                  <a:pt x="110214" y="1751988"/>
                  <a:pt x="124120" y="1786511"/>
                </a:cubicBezTo>
                <a:cubicBezTo>
                  <a:pt x="125454" y="1789845"/>
                  <a:pt x="128883" y="1792590"/>
                  <a:pt x="131741" y="1795142"/>
                </a:cubicBezTo>
                <a:cubicBezTo>
                  <a:pt x="161842" y="1820640"/>
                  <a:pt x="192131" y="1845943"/>
                  <a:pt x="222232" y="1871640"/>
                </a:cubicBezTo>
                <a:cubicBezTo>
                  <a:pt x="227946" y="1876543"/>
                  <a:pt x="232138" y="1883606"/>
                  <a:pt x="237662" y="1888901"/>
                </a:cubicBezTo>
                <a:cubicBezTo>
                  <a:pt x="245282" y="1896356"/>
                  <a:pt x="252523" y="1905771"/>
                  <a:pt x="261667" y="1909694"/>
                </a:cubicBezTo>
                <a:cubicBezTo>
                  <a:pt x="290432" y="1921855"/>
                  <a:pt x="302816" y="1945197"/>
                  <a:pt x="308150" y="1974618"/>
                </a:cubicBezTo>
                <a:cubicBezTo>
                  <a:pt x="313103" y="2001493"/>
                  <a:pt x="317295" y="2028365"/>
                  <a:pt x="323009" y="2055042"/>
                </a:cubicBezTo>
                <a:cubicBezTo>
                  <a:pt x="329867" y="2087602"/>
                  <a:pt x="337297" y="2119968"/>
                  <a:pt x="345680" y="2152137"/>
                </a:cubicBezTo>
                <a:cubicBezTo>
                  <a:pt x="349300" y="2166063"/>
                  <a:pt x="353490" y="2180774"/>
                  <a:pt x="360920" y="2192740"/>
                </a:cubicBezTo>
                <a:cubicBezTo>
                  <a:pt x="381495" y="2226281"/>
                  <a:pt x="395401" y="2262177"/>
                  <a:pt x="389877" y="2301603"/>
                </a:cubicBezTo>
                <a:cubicBezTo>
                  <a:pt x="385495" y="2333183"/>
                  <a:pt x="396735" y="2359664"/>
                  <a:pt x="414262" y="2379279"/>
                </a:cubicBezTo>
                <a:cubicBezTo>
                  <a:pt x="446077" y="2414980"/>
                  <a:pt x="438837" y="2453227"/>
                  <a:pt x="428551" y="2491281"/>
                </a:cubicBezTo>
                <a:cubicBezTo>
                  <a:pt x="423216" y="2510897"/>
                  <a:pt x="423978" y="2526980"/>
                  <a:pt x="429121" y="2545615"/>
                </a:cubicBezTo>
                <a:cubicBezTo>
                  <a:pt x="441123" y="2588768"/>
                  <a:pt x="473700" y="2617603"/>
                  <a:pt x="502275" y="2645455"/>
                </a:cubicBezTo>
                <a:cubicBezTo>
                  <a:pt x="526660" y="2669191"/>
                  <a:pt x="540376" y="2695868"/>
                  <a:pt x="550665" y="2725094"/>
                </a:cubicBezTo>
                <a:cubicBezTo>
                  <a:pt x="563809" y="2761970"/>
                  <a:pt x="558857" y="2791196"/>
                  <a:pt x="527232" y="2808850"/>
                </a:cubicBezTo>
                <a:cubicBezTo>
                  <a:pt x="518277" y="2813754"/>
                  <a:pt x="507799" y="2822385"/>
                  <a:pt x="505133" y="2831604"/>
                </a:cubicBezTo>
                <a:cubicBezTo>
                  <a:pt x="491799" y="2876129"/>
                  <a:pt x="472366" y="2921245"/>
                  <a:pt x="484178" y="2968910"/>
                </a:cubicBezTo>
                <a:cubicBezTo>
                  <a:pt x="500371" y="3034817"/>
                  <a:pt x="499419" y="3099154"/>
                  <a:pt x="483416" y="3165061"/>
                </a:cubicBezTo>
                <a:cubicBezTo>
                  <a:pt x="470462" y="3218512"/>
                  <a:pt x="457126" y="3271963"/>
                  <a:pt x="447744" y="3326101"/>
                </a:cubicBezTo>
                <a:lnTo>
                  <a:pt x="446756" y="3333750"/>
                </a:lnTo>
                <a:lnTo>
                  <a:pt x="834222" y="3333750"/>
                </a:lnTo>
                <a:lnTo>
                  <a:pt x="833756" y="3315508"/>
                </a:lnTo>
                <a:cubicBezTo>
                  <a:pt x="835090" y="3305897"/>
                  <a:pt x="843092" y="3293538"/>
                  <a:pt x="851283" y="3289224"/>
                </a:cubicBezTo>
                <a:cubicBezTo>
                  <a:pt x="869571" y="3279612"/>
                  <a:pt x="872811" y="3266470"/>
                  <a:pt x="866523" y="3248621"/>
                </a:cubicBezTo>
                <a:cubicBezTo>
                  <a:pt x="861189" y="3233124"/>
                  <a:pt x="858523" y="3214098"/>
                  <a:pt x="848234" y="3203506"/>
                </a:cubicBezTo>
                <a:cubicBezTo>
                  <a:pt x="819088" y="3173494"/>
                  <a:pt x="818135" y="3135244"/>
                  <a:pt x="810325" y="3097977"/>
                </a:cubicBezTo>
                <a:cubicBezTo>
                  <a:pt x="805561" y="3075225"/>
                  <a:pt x="805371" y="3054039"/>
                  <a:pt x="808609" y="3031285"/>
                </a:cubicBezTo>
                <a:cubicBezTo>
                  <a:pt x="815849" y="2981857"/>
                  <a:pt x="805561" y="2933799"/>
                  <a:pt x="792417" y="2886329"/>
                </a:cubicBezTo>
                <a:cubicBezTo>
                  <a:pt x="783654" y="2854945"/>
                  <a:pt x="778320" y="2822776"/>
                  <a:pt x="769366" y="2791590"/>
                </a:cubicBezTo>
                <a:cubicBezTo>
                  <a:pt x="762508" y="2768247"/>
                  <a:pt x="754315" y="2744906"/>
                  <a:pt x="743267" y="2723527"/>
                </a:cubicBezTo>
                <a:cubicBezTo>
                  <a:pt x="727072" y="2692532"/>
                  <a:pt x="702688" y="2665466"/>
                  <a:pt x="709166" y="2626038"/>
                </a:cubicBezTo>
                <a:cubicBezTo>
                  <a:pt x="714880" y="2591317"/>
                  <a:pt x="702880" y="2559935"/>
                  <a:pt x="691449" y="2528158"/>
                </a:cubicBezTo>
                <a:cubicBezTo>
                  <a:pt x="683067" y="2504816"/>
                  <a:pt x="674493" y="2481477"/>
                  <a:pt x="669159" y="2457348"/>
                </a:cubicBezTo>
                <a:cubicBezTo>
                  <a:pt x="662872" y="2428709"/>
                  <a:pt x="665540" y="2396344"/>
                  <a:pt x="653918" y="2370844"/>
                </a:cubicBezTo>
                <a:cubicBezTo>
                  <a:pt x="641726" y="2344167"/>
                  <a:pt x="649918" y="2322005"/>
                  <a:pt x="653348" y="2298269"/>
                </a:cubicBezTo>
                <a:cubicBezTo>
                  <a:pt x="658682" y="2260413"/>
                  <a:pt x="668589" y="2222749"/>
                  <a:pt x="656014" y="2184501"/>
                </a:cubicBezTo>
                <a:cubicBezTo>
                  <a:pt x="640774" y="2138014"/>
                  <a:pt x="624391" y="2091918"/>
                  <a:pt x="609913" y="2045235"/>
                </a:cubicBezTo>
                <a:cubicBezTo>
                  <a:pt x="604386" y="2027187"/>
                  <a:pt x="602100" y="2007771"/>
                  <a:pt x="599624" y="1988939"/>
                </a:cubicBezTo>
                <a:cubicBezTo>
                  <a:pt x="597528" y="1971091"/>
                  <a:pt x="602862" y="1949711"/>
                  <a:pt x="594862" y="1935977"/>
                </a:cubicBezTo>
                <a:cubicBezTo>
                  <a:pt x="574287" y="1900670"/>
                  <a:pt x="564191" y="1864385"/>
                  <a:pt x="564191" y="1823583"/>
                </a:cubicBezTo>
                <a:cubicBezTo>
                  <a:pt x="564191" y="1808282"/>
                  <a:pt x="555617" y="1793374"/>
                  <a:pt x="554093" y="1777881"/>
                </a:cubicBezTo>
                <a:cubicBezTo>
                  <a:pt x="552189" y="1756694"/>
                  <a:pt x="547044" y="1732372"/>
                  <a:pt x="554285" y="1713934"/>
                </a:cubicBezTo>
                <a:cubicBezTo>
                  <a:pt x="571429" y="1670585"/>
                  <a:pt x="557141" y="1635476"/>
                  <a:pt x="540186" y="1597617"/>
                </a:cubicBezTo>
                <a:cubicBezTo>
                  <a:pt x="523422" y="1560348"/>
                  <a:pt x="510087" y="1521118"/>
                  <a:pt x="499037" y="1481495"/>
                </a:cubicBezTo>
                <a:cubicBezTo>
                  <a:pt x="495037" y="1466588"/>
                  <a:pt x="501705" y="1448740"/>
                  <a:pt x="503037" y="1432262"/>
                </a:cubicBezTo>
                <a:cubicBezTo>
                  <a:pt x="503419" y="1426376"/>
                  <a:pt x="503991" y="1419903"/>
                  <a:pt x="502085" y="1414609"/>
                </a:cubicBezTo>
                <a:cubicBezTo>
                  <a:pt x="483796" y="1363414"/>
                  <a:pt x="469890" y="1311432"/>
                  <a:pt x="479414" y="1255923"/>
                </a:cubicBezTo>
                <a:cubicBezTo>
                  <a:pt x="480368" y="1250824"/>
                  <a:pt x="478272" y="1245135"/>
                  <a:pt x="476938" y="1240034"/>
                </a:cubicBezTo>
                <a:cubicBezTo>
                  <a:pt x="470080" y="1215122"/>
                  <a:pt x="459222" y="1190799"/>
                  <a:pt x="456745" y="1165498"/>
                </a:cubicBezTo>
                <a:cubicBezTo>
                  <a:pt x="450649" y="1103121"/>
                  <a:pt x="448171" y="1040355"/>
                  <a:pt x="444171" y="977582"/>
                </a:cubicBezTo>
                <a:cubicBezTo>
                  <a:pt x="443981" y="973659"/>
                  <a:pt x="443981" y="969541"/>
                  <a:pt x="442647" y="966011"/>
                </a:cubicBezTo>
                <a:cubicBezTo>
                  <a:pt x="434455" y="942864"/>
                  <a:pt x="437123" y="922662"/>
                  <a:pt x="452743" y="903045"/>
                </a:cubicBezTo>
                <a:cubicBezTo>
                  <a:pt x="459602" y="894414"/>
                  <a:pt x="463222" y="882645"/>
                  <a:pt x="467032" y="871859"/>
                </a:cubicBezTo>
                <a:cubicBezTo>
                  <a:pt x="472748" y="855968"/>
                  <a:pt x="478272" y="839689"/>
                  <a:pt x="481892" y="823213"/>
                </a:cubicBezTo>
                <a:cubicBezTo>
                  <a:pt x="485320" y="806930"/>
                  <a:pt x="490083" y="789474"/>
                  <a:pt x="487416" y="773781"/>
                </a:cubicBezTo>
                <a:cubicBezTo>
                  <a:pt x="482654" y="745535"/>
                  <a:pt x="471986" y="718661"/>
                  <a:pt x="464936" y="690809"/>
                </a:cubicBezTo>
                <a:cubicBezTo>
                  <a:pt x="462460" y="681198"/>
                  <a:pt x="462842" y="670605"/>
                  <a:pt x="462650" y="660603"/>
                </a:cubicBezTo>
                <a:cubicBezTo>
                  <a:pt x="462080" y="637652"/>
                  <a:pt x="467604" y="614113"/>
                  <a:pt x="451791" y="593322"/>
                </a:cubicBezTo>
                <a:cubicBezTo>
                  <a:pt x="436933" y="574101"/>
                  <a:pt x="441313" y="554679"/>
                  <a:pt x="452553" y="534478"/>
                </a:cubicBezTo>
                <a:cubicBezTo>
                  <a:pt x="460556" y="519961"/>
                  <a:pt x="466842" y="503486"/>
                  <a:pt x="469890" y="487205"/>
                </a:cubicBezTo>
                <a:cubicBezTo>
                  <a:pt x="474080" y="464843"/>
                  <a:pt x="475796" y="442679"/>
                  <a:pt x="473318" y="418552"/>
                </a:cubicBezTo>
                <a:cubicBezTo>
                  <a:pt x="471604" y="401485"/>
                  <a:pt x="470842" y="387559"/>
                  <a:pt x="460746" y="374220"/>
                </a:cubicBezTo>
                <a:cubicBezTo>
                  <a:pt x="459222" y="372064"/>
                  <a:pt x="458840" y="368141"/>
                  <a:pt x="459032" y="365198"/>
                </a:cubicBezTo>
                <a:cubicBezTo>
                  <a:pt x="462270" y="326557"/>
                  <a:pt x="460556" y="288308"/>
                  <a:pt x="458267" y="249272"/>
                </a:cubicBezTo>
                <a:cubicBezTo>
                  <a:pt x="455221" y="199649"/>
                  <a:pt x="464174" y="147470"/>
                  <a:pt x="496179" y="104514"/>
                </a:cubicBezTo>
                <a:cubicBezTo>
                  <a:pt x="500943" y="98237"/>
                  <a:pt x="503037" y="88822"/>
                  <a:pt x="504181" y="80583"/>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866290A3-7E80-441D-AA1E-5263326B1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78285" y="0"/>
            <a:ext cx="874715" cy="6858001"/>
          </a:xfrm>
          <a:custGeom>
            <a:avLst/>
            <a:gdLst>
              <a:gd name="connsiteX0" fmla="*/ 669467 w 874715"/>
              <a:gd name="connsiteY0" fmla="*/ 3720275 h 6858001"/>
              <a:gd name="connsiteX1" fmla="*/ 710453 w 874715"/>
              <a:gd name="connsiteY1" fmla="*/ 3726292 h 6858001"/>
              <a:gd name="connsiteX2" fmla="*/ 710455 w 874715"/>
              <a:gd name="connsiteY2" fmla="*/ 3726292 h 6858001"/>
              <a:gd name="connsiteX3" fmla="*/ 669465 w 874715"/>
              <a:gd name="connsiteY3" fmla="*/ 3720275 h 6858001"/>
              <a:gd name="connsiteX4" fmla="*/ 834223 w 874715"/>
              <a:gd name="connsiteY4" fmla="*/ 3333751 h 6858001"/>
              <a:gd name="connsiteX5" fmla="*/ 446757 w 874715"/>
              <a:gd name="connsiteY5" fmla="*/ 3333751 h 6858001"/>
              <a:gd name="connsiteX6" fmla="*/ 441229 w 874715"/>
              <a:gd name="connsiteY6" fmla="*/ 3376550 h 6858001"/>
              <a:gd name="connsiteX7" fmla="*/ 437178 w 874715"/>
              <a:gd name="connsiteY7" fmla="*/ 3407910 h 6858001"/>
              <a:gd name="connsiteX8" fmla="*/ 435790 w 874715"/>
              <a:gd name="connsiteY8" fmla="*/ 3491262 h 6858001"/>
              <a:gd name="connsiteX9" fmla="*/ 429384 w 874715"/>
              <a:gd name="connsiteY9" fmla="*/ 3520658 h 6858001"/>
              <a:gd name="connsiteX10" fmla="*/ 427332 w 874715"/>
              <a:gd name="connsiteY10" fmla="*/ 3524252 h 6858001"/>
              <a:gd name="connsiteX11" fmla="*/ 427331 w 874715"/>
              <a:gd name="connsiteY11" fmla="*/ 3524252 h 6858001"/>
              <a:gd name="connsiteX12" fmla="*/ 413690 w 874715"/>
              <a:gd name="connsiteY12" fmla="*/ 3548145 h 6858001"/>
              <a:gd name="connsiteX13" fmla="*/ 408166 w 874715"/>
              <a:gd name="connsiteY13" fmla="*/ 3612089 h 6858001"/>
              <a:gd name="connsiteX14" fmla="*/ 421692 w 874715"/>
              <a:gd name="connsiteY14" fmla="*/ 3636610 h 6858001"/>
              <a:gd name="connsiteX15" fmla="*/ 445933 w 874715"/>
              <a:gd name="connsiteY15" fmla="*/ 3687609 h 6858001"/>
              <a:gd name="connsiteX16" fmla="*/ 443241 w 874715"/>
              <a:gd name="connsiteY16" fmla="*/ 3725049 h 6858001"/>
              <a:gd name="connsiteX17" fmla="*/ 455589 w 874715"/>
              <a:gd name="connsiteY17" fmla="*/ 3723372 h 6858001"/>
              <a:gd name="connsiteX18" fmla="*/ 544787 w 874715"/>
              <a:gd name="connsiteY18" fmla="*/ 3712739 h 6858001"/>
              <a:gd name="connsiteX19" fmla="*/ 544802 w 874715"/>
              <a:gd name="connsiteY19" fmla="*/ 3712740 h 6858001"/>
              <a:gd name="connsiteX20" fmla="*/ 544786 w 874715"/>
              <a:gd name="connsiteY20" fmla="*/ 3712740 h 6858001"/>
              <a:gd name="connsiteX21" fmla="*/ 455588 w 874715"/>
              <a:gd name="connsiteY21" fmla="*/ 3723373 h 6858001"/>
              <a:gd name="connsiteX22" fmla="*/ 443240 w 874715"/>
              <a:gd name="connsiteY22" fmla="*/ 3725050 h 6858001"/>
              <a:gd name="connsiteX23" fmla="*/ 441884 w 874715"/>
              <a:gd name="connsiteY23" fmla="*/ 3743904 h 6858001"/>
              <a:gd name="connsiteX24" fmla="*/ 442266 w 874715"/>
              <a:gd name="connsiteY24" fmla="*/ 3764306 h 6858001"/>
              <a:gd name="connsiteX25" fmla="*/ 433692 w 874715"/>
              <a:gd name="connsiteY25" fmla="*/ 3834135 h 6858001"/>
              <a:gd name="connsiteX26" fmla="*/ 428740 w 874715"/>
              <a:gd name="connsiteY26" fmla="*/ 3898864 h 6858001"/>
              <a:gd name="connsiteX27" fmla="*/ 444932 w 874715"/>
              <a:gd name="connsiteY27" fmla="*/ 4062061 h 6858001"/>
              <a:gd name="connsiteX28" fmla="*/ 441122 w 874715"/>
              <a:gd name="connsiteY28" fmla="*/ 4187207 h 6858001"/>
              <a:gd name="connsiteX29" fmla="*/ 444932 w 874715"/>
              <a:gd name="connsiteY29" fmla="*/ 4244874 h 6858001"/>
              <a:gd name="connsiteX30" fmla="*/ 450648 w 874715"/>
              <a:gd name="connsiteY30" fmla="*/ 4277434 h 6858001"/>
              <a:gd name="connsiteX31" fmla="*/ 490464 w 874715"/>
              <a:gd name="connsiteY31" fmla="*/ 4351188 h 6858001"/>
              <a:gd name="connsiteX32" fmla="*/ 499418 w 874715"/>
              <a:gd name="connsiteY32" fmla="*/ 4391596 h 6858001"/>
              <a:gd name="connsiteX33" fmla="*/ 498656 w 874715"/>
              <a:gd name="connsiteY33" fmla="*/ 4513209 h 6858001"/>
              <a:gd name="connsiteX34" fmla="*/ 438646 w 874715"/>
              <a:gd name="connsiteY34" fmla="*/ 4695629 h 6858001"/>
              <a:gd name="connsiteX35" fmla="*/ 430644 w 874715"/>
              <a:gd name="connsiteY35" fmla="*/ 4714658 h 6858001"/>
              <a:gd name="connsiteX36" fmla="*/ 420737 w 874715"/>
              <a:gd name="connsiteY36" fmla="*/ 4807436 h 6858001"/>
              <a:gd name="connsiteX37" fmla="*/ 434264 w 874715"/>
              <a:gd name="connsiteY37" fmla="*/ 4870400 h 6858001"/>
              <a:gd name="connsiteX38" fmla="*/ 462269 w 874715"/>
              <a:gd name="connsiteY38" fmla="*/ 4956119 h 6858001"/>
              <a:gd name="connsiteX39" fmla="*/ 485701 w 874715"/>
              <a:gd name="connsiteY39" fmla="*/ 5033207 h 6858001"/>
              <a:gd name="connsiteX40" fmla="*/ 512180 w 874715"/>
              <a:gd name="connsiteY40" fmla="*/ 5089305 h 6858001"/>
              <a:gd name="connsiteX41" fmla="*/ 531613 w 874715"/>
              <a:gd name="connsiteY41" fmla="*/ 5217589 h 6858001"/>
              <a:gd name="connsiteX42" fmla="*/ 534851 w 874715"/>
              <a:gd name="connsiteY42" fmla="*/ 5230926 h 6858001"/>
              <a:gd name="connsiteX43" fmla="*/ 511228 w 874715"/>
              <a:gd name="connsiteY43" fmla="*/ 5327433 h 6858001"/>
              <a:gd name="connsiteX44" fmla="*/ 487225 w 874715"/>
              <a:gd name="connsiteY44" fmla="*/ 5443357 h 6858001"/>
              <a:gd name="connsiteX45" fmla="*/ 495416 w 874715"/>
              <a:gd name="connsiteY45" fmla="*/ 5484746 h 6858001"/>
              <a:gd name="connsiteX46" fmla="*/ 507038 w 874715"/>
              <a:gd name="connsiteY46" fmla="*/ 5541432 h 6858001"/>
              <a:gd name="connsiteX47" fmla="*/ 500942 w 874715"/>
              <a:gd name="connsiteY47" fmla="*/ 5594001 h 6858001"/>
              <a:gd name="connsiteX48" fmla="*/ 500370 w 874715"/>
              <a:gd name="connsiteY48" fmla="*/ 5625974 h 6858001"/>
              <a:gd name="connsiteX49" fmla="*/ 571618 w 874715"/>
              <a:gd name="connsiteY49" fmla="*/ 5771911 h 6858001"/>
              <a:gd name="connsiteX50" fmla="*/ 577524 w 874715"/>
              <a:gd name="connsiteY50" fmla="*/ 5808982 h 6858001"/>
              <a:gd name="connsiteX51" fmla="*/ 586289 w 874715"/>
              <a:gd name="connsiteY51" fmla="*/ 5829971 h 6858001"/>
              <a:gd name="connsiteX52" fmla="*/ 674684 w 874715"/>
              <a:gd name="connsiteY52" fmla="*/ 5956490 h 6858001"/>
              <a:gd name="connsiteX53" fmla="*/ 692590 w 874715"/>
              <a:gd name="connsiteY53" fmla="*/ 6010235 h 6858001"/>
              <a:gd name="connsiteX54" fmla="*/ 688970 w 874715"/>
              <a:gd name="connsiteY54" fmla="*/ 6069276 h 6858001"/>
              <a:gd name="connsiteX55" fmla="*/ 682494 w 874715"/>
              <a:gd name="connsiteY55" fmla="*/ 6103407 h 6858001"/>
              <a:gd name="connsiteX56" fmla="*/ 626294 w 874715"/>
              <a:gd name="connsiteY56" fmla="*/ 6188144 h 6858001"/>
              <a:gd name="connsiteX57" fmla="*/ 628200 w 874715"/>
              <a:gd name="connsiteY57" fmla="*/ 6236396 h 6858001"/>
              <a:gd name="connsiteX58" fmla="*/ 666871 w 874715"/>
              <a:gd name="connsiteY58" fmla="*/ 6311718 h 6858001"/>
              <a:gd name="connsiteX59" fmla="*/ 684208 w 874715"/>
              <a:gd name="connsiteY59" fmla="*/ 6448435 h 6858001"/>
              <a:gd name="connsiteX60" fmla="*/ 630104 w 874715"/>
              <a:gd name="connsiteY60" fmla="*/ 6517873 h 6858001"/>
              <a:gd name="connsiteX61" fmla="*/ 578096 w 874715"/>
              <a:gd name="connsiteY61" fmla="*/ 6553767 h 6858001"/>
              <a:gd name="connsiteX62" fmla="*/ 517706 w 874715"/>
              <a:gd name="connsiteY62" fmla="*/ 6657533 h 6858001"/>
              <a:gd name="connsiteX63" fmla="*/ 540185 w 874715"/>
              <a:gd name="connsiteY63" fmla="*/ 6682250 h 6858001"/>
              <a:gd name="connsiteX64" fmla="*/ 549712 w 874715"/>
              <a:gd name="connsiteY64" fmla="*/ 6758356 h 6858001"/>
              <a:gd name="connsiteX65" fmla="*/ 548950 w 874715"/>
              <a:gd name="connsiteY65" fmla="*/ 6840738 h 6858001"/>
              <a:gd name="connsiteX66" fmla="*/ 556149 w 874715"/>
              <a:gd name="connsiteY66" fmla="*/ 6858001 h 6858001"/>
              <a:gd name="connsiteX67" fmla="*/ 760427 w 874715"/>
              <a:gd name="connsiteY67" fmla="*/ 6858001 h 6858001"/>
              <a:gd name="connsiteX68" fmla="*/ 763269 w 874715"/>
              <a:gd name="connsiteY68" fmla="*/ 6846819 h 6858001"/>
              <a:gd name="connsiteX69" fmla="*/ 784795 w 874715"/>
              <a:gd name="connsiteY69" fmla="*/ 6678324 h 6858001"/>
              <a:gd name="connsiteX70" fmla="*/ 805560 w 874715"/>
              <a:gd name="connsiteY70" fmla="*/ 6504338 h 6858001"/>
              <a:gd name="connsiteX71" fmla="*/ 812418 w 874715"/>
              <a:gd name="connsiteY71" fmla="*/ 6408814 h 6858001"/>
              <a:gd name="connsiteX72" fmla="*/ 823279 w 874715"/>
              <a:gd name="connsiteY72" fmla="*/ 6325450 h 6858001"/>
              <a:gd name="connsiteX73" fmla="*/ 830137 w 874715"/>
              <a:gd name="connsiteY73" fmla="*/ 6252873 h 6858001"/>
              <a:gd name="connsiteX74" fmla="*/ 844043 w 874715"/>
              <a:gd name="connsiteY74" fmla="*/ 6137341 h 6858001"/>
              <a:gd name="connsiteX75" fmla="*/ 847663 w 874715"/>
              <a:gd name="connsiteY75" fmla="*/ 6089284 h 6858001"/>
              <a:gd name="connsiteX76" fmla="*/ 847471 w 874715"/>
              <a:gd name="connsiteY76" fmla="*/ 5975908 h 6858001"/>
              <a:gd name="connsiteX77" fmla="*/ 845567 w 874715"/>
              <a:gd name="connsiteY77" fmla="*/ 5936481 h 6858001"/>
              <a:gd name="connsiteX78" fmla="*/ 821945 w 874715"/>
              <a:gd name="connsiteY78" fmla="*/ 5860571 h 6858001"/>
              <a:gd name="connsiteX79" fmla="*/ 820231 w 874715"/>
              <a:gd name="connsiteY79" fmla="*/ 5851549 h 6858001"/>
              <a:gd name="connsiteX80" fmla="*/ 810894 w 874715"/>
              <a:gd name="connsiteY80" fmla="*/ 5801726 h 6858001"/>
              <a:gd name="connsiteX81" fmla="*/ 807846 w 874715"/>
              <a:gd name="connsiteY81" fmla="*/ 5774460 h 6858001"/>
              <a:gd name="connsiteX82" fmla="*/ 788415 w 874715"/>
              <a:gd name="connsiteY82" fmla="*/ 5670892 h 6858001"/>
              <a:gd name="connsiteX83" fmla="*/ 779271 w 874715"/>
              <a:gd name="connsiteY83" fmla="*/ 5611265 h 6858001"/>
              <a:gd name="connsiteX84" fmla="*/ 780605 w 874715"/>
              <a:gd name="connsiteY84" fmla="*/ 5563010 h 6858001"/>
              <a:gd name="connsiteX85" fmla="*/ 782319 w 874715"/>
              <a:gd name="connsiteY85" fmla="*/ 5478272 h 6858001"/>
              <a:gd name="connsiteX86" fmla="*/ 786701 w 874715"/>
              <a:gd name="connsiteY86" fmla="*/ 5451203 h 6858001"/>
              <a:gd name="connsiteX87" fmla="*/ 774127 w 874715"/>
              <a:gd name="connsiteY87" fmla="*/ 5328805 h 6858001"/>
              <a:gd name="connsiteX88" fmla="*/ 773175 w 874715"/>
              <a:gd name="connsiteY88" fmla="*/ 5258975 h 6858001"/>
              <a:gd name="connsiteX89" fmla="*/ 757552 w 874715"/>
              <a:gd name="connsiteY89" fmla="*/ 5180319 h 6858001"/>
              <a:gd name="connsiteX90" fmla="*/ 758314 w 874715"/>
              <a:gd name="connsiteY90" fmla="*/ 5157370 h 6858001"/>
              <a:gd name="connsiteX91" fmla="*/ 759649 w 874715"/>
              <a:gd name="connsiteY91" fmla="*/ 5131673 h 6858001"/>
              <a:gd name="connsiteX92" fmla="*/ 760793 w 874715"/>
              <a:gd name="connsiteY92" fmla="*/ 5052820 h 6858001"/>
              <a:gd name="connsiteX93" fmla="*/ 766507 w 874715"/>
              <a:gd name="connsiteY93" fmla="*/ 5004959 h 6858001"/>
              <a:gd name="connsiteX94" fmla="*/ 763079 w 874715"/>
              <a:gd name="connsiteY94" fmla="*/ 4913751 h 6858001"/>
              <a:gd name="connsiteX95" fmla="*/ 768031 w 874715"/>
              <a:gd name="connsiteY95" fmla="*/ 4880011 h 6858001"/>
              <a:gd name="connsiteX96" fmla="*/ 768603 w 874715"/>
              <a:gd name="connsiteY96" fmla="*/ 4794687 h 6858001"/>
              <a:gd name="connsiteX97" fmla="*/ 765745 w 874715"/>
              <a:gd name="connsiteY97" fmla="*/ 4718187 h 6858001"/>
              <a:gd name="connsiteX98" fmla="*/ 767269 w 874715"/>
              <a:gd name="connsiteY98" fmla="*/ 4644434 h 6858001"/>
              <a:gd name="connsiteX99" fmla="*/ 773555 w 874715"/>
              <a:gd name="connsiteY99" fmla="*/ 4591670 h 6858001"/>
              <a:gd name="connsiteX100" fmla="*/ 777365 w 874715"/>
              <a:gd name="connsiteY100" fmla="*/ 4534394 h 6858001"/>
              <a:gd name="connsiteX101" fmla="*/ 800036 w 874715"/>
              <a:gd name="connsiteY101" fmla="*/ 4376493 h 6858001"/>
              <a:gd name="connsiteX102" fmla="*/ 794512 w 874715"/>
              <a:gd name="connsiteY102" fmla="*/ 4347267 h 6858001"/>
              <a:gd name="connsiteX103" fmla="*/ 789368 w 874715"/>
              <a:gd name="connsiteY103" fmla="*/ 4181322 h 6858001"/>
              <a:gd name="connsiteX104" fmla="*/ 789750 w 874715"/>
              <a:gd name="connsiteY104" fmla="*/ 4145230 h 6858001"/>
              <a:gd name="connsiteX105" fmla="*/ 767269 w 874715"/>
              <a:gd name="connsiteY105" fmla="*/ 4048330 h 6858001"/>
              <a:gd name="connsiteX106" fmla="*/ 802894 w 874715"/>
              <a:gd name="connsiteY106" fmla="*/ 3898864 h 6858001"/>
              <a:gd name="connsiteX107" fmla="*/ 847471 w 874715"/>
              <a:gd name="connsiteY107" fmla="*/ 3759007 h 6858001"/>
              <a:gd name="connsiteX108" fmla="*/ 848163 w 874715"/>
              <a:gd name="connsiteY108" fmla="*/ 3756136 h 6858001"/>
              <a:gd name="connsiteX109" fmla="*/ 819543 w 874715"/>
              <a:gd name="connsiteY109" fmla="*/ 3748731 h 6858001"/>
              <a:gd name="connsiteX110" fmla="*/ 819313 w 874715"/>
              <a:gd name="connsiteY110" fmla="*/ 3748682 h 6858001"/>
              <a:gd name="connsiteX111" fmla="*/ 819544 w 874715"/>
              <a:gd name="connsiteY111" fmla="*/ 3748730 h 6858001"/>
              <a:gd name="connsiteX112" fmla="*/ 848164 w 874715"/>
              <a:gd name="connsiteY112" fmla="*/ 3756135 h 6858001"/>
              <a:gd name="connsiteX113" fmla="*/ 849545 w 874715"/>
              <a:gd name="connsiteY113" fmla="*/ 3750401 h 6858001"/>
              <a:gd name="connsiteX114" fmla="*/ 853189 w 874715"/>
              <a:gd name="connsiteY114" fmla="*/ 3741353 h 6858001"/>
              <a:gd name="connsiteX115" fmla="*/ 862905 w 874715"/>
              <a:gd name="connsiteY115" fmla="*/ 3691138 h 6858001"/>
              <a:gd name="connsiteX116" fmla="*/ 866333 w 874715"/>
              <a:gd name="connsiteY116" fmla="*/ 3628959 h 6858001"/>
              <a:gd name="connsiteX117" fmla="*/ 874715 w 874715"/>
              <a:gd name="connsiteY117" fmla="*/ 3550106 h 6858001"/>
              <a:gd name="connsiteX118" fmla="*/ 871487 w 874715"/>
              <a:gd name="connsiteY118" fmla="*/ 3524252 h 6858001"/>
              <a:gd name="connsiteX119" fmla="*/ 871488 w 874715"/>
              <a:gd name="connsiteY119" fmla="*/ 3524252 h 6858001"/>
              <a:gd name="connsiteX120" fmla="*/ 870763 w 874715"/>
              <a:gd name="connsiteY120" fmla="*/ 3518451 h 6858001"/>
              <a:gd name="connsiteX121" fmla="*/ 864238 w 874715"/>
              <a:gd name="connsiteY121" fmla="*/ 3486946 h 6858001"/>
              <a:gd name="connsiteX122" fmla="*/ 848618 w 874715"/>
              <a:gd name="connsiteY122" fmla="*/ 3398677 h 6858001"/>
              <a:gd name="connsiteX123" fmla="*/ 837595 w 874715"/>
              <a:gd name="connsiteY123" fmla="*/ 3365728 h 6858001"/>
              <a:gd name="connsiteX124" fmla="*/ 834829 w 874715"/>
              <a:gd name="connsiteY124" fmla="*/ 3357461 h 6858001"/>
              <a:gd name="connsiteX125" fmla="*/ 513783 w 874715"/>
              <a:gd name="connsiteY125" fmla="*/ 0 h 6858001"/>
              <a:gd name="connsiteX126" fmla="*/ 72334 w 874715"/>
              <a:gd name="connsiteY126" fmla="*/ 0 h 6858001"/>
              <a:gd name="connsiteX127" fmla="*/ 75447 w 874715"/>
              <a:gd name="connsiteY127" fmla="*/ 27991 h 6858001"/>
              <a:gd name="connsiteX128" fmla="*/ 88115 w 874715"/>
              <a:gd name="connsiteY128" fmla="*/ 134133 h 6858001"/>
              <a:gd name="connsiteX129" fmla="*/ 62778 w 874715"/>
              <a:gd name="connsiteY129" fmla="*/ 221224 h 6858001"/>
              <a:gd name="connsiteX130" fmla="*/ 62206 w 874715"/>
              <a:gd name="connsiteY130" fmla="*/ 247312 h 6858001"/>
              <a:gd name="connsiteX131" fmla="*/ 72113 w 874715"/>
              <a:gd name="connsiteY131" fmla="*/ 305764 h 6858001"/>
              <a:gd name="connsiteX132" fmla="*/ 65445 w 874715"/>
              <a:gd name="connsiteY132" fmla="*/ 426397 h 6858001"/>
              <a:gd name="connsiteX133" fmla="*/ 55348 w 874715"/>
              <a:gd name="connsiteY133" fmla="*/ 470924 h 6858001"/>
              <a:gd name="connsiteX134" fmla="*/ 48870 w 874715"/>
              <a:gd name="connsiteY134" fmla="*/ 495638 h 6858001"/>
              <a:gd name="connsiteX135" fmla="*/ 30963 w 874715"/>
              <a:gd name="connsiteY135" fmla="*/ 622548 h 6858001"/>
              <a:gd name="connsiteX136" fmla="*/ 11723 w 874715"/>
              <a:gd name="connsiteY136" fmla="*/ 679040 h 6858001"/>
              <a:gd name="connsiteX137" fmla="*/ 8865 w 874715"/>
              <a:gd name="connsiteY137" fmla="*/ 694341 h 6858001"/>
              <a:gd name="connsiteX138" fmla="*/ 16865 w 874715"/>
              <a:gd name="connsiteY138" fmla="*/ 778095 h 6858001"/>
              <a:gd name="connsiteX139" fmla="*/ 47918 w 874715"/>
              <a:gd name="connsiteY139" fmla="*/ 840866 h 6858001"/>
              <a:gd name="connsiteX140" fmla="*/ 58396 w 874715"/>
              <a:gd name="connsiteY140" fmla="*/ 853028 h 6858001"/>
              <a:gd name="connsiteX141" fmla="*/ 54776 w 874715"/>
              <a:gd name="connsiteY141" fmla="*/ 1027995 h 6858001"/>
              <a:gd name="connsiteX142" fmla="*/ 50394 w 874715"/>
              <a:gd name="connsiteY142" fmla="*/ 1054866 h 6858001"/>
              <a:gd name="connsiteX143" fmla="*/ 68683 w 874715"/>
              <a:gd name="connsiteY143" fmla="*/ 1184720 h 6858001"/>
              <a:gd name="connsiteX144" fmla="*/ 72303 w 874715"/>
              <a:gd name="connsiteY144" fmla="*/ 1222576 h 6858001"/>
              <a:gd name="connsiteX145" fmla="*/ 88687 w 874715"/>
              <a:gd name="connsiteY145" fmla="*/ 1358313 h 6858001"/>
              <a:gd name="connsiteX146" fmla="*/ 73447 w 874715"/>
              <a:gd name="connsiteY146" fmla="*/ 1377535 h 6858001"/>
              <a:gd name="connsiteX147" fmla="*/ 35153 w 874715"/>
              <a:gd name="connsiteY147" fmla="*/ 1432851 h 6858001"/>
              <a:gd name="connsiteX148" fmla="*/ 1244 w 874715"/>
              <a:gd name="connsiteY148" fmla="*/ 1541910 h 6858001"/>
              <a:gd name="connsiteX149" fmla="*/ 3149 w 874715"/>
              <a:gd name="connsiteY149" fmla="*/ 1571529 h 6858001"/>
              <a:gd name="connsiteX150" fmla="*/ 59730 w 874715"/>
              <a:gd name="connsiteY150" fmla="*/ 1646459 h 6858001"/>
              <a:gd name="connsiteX151" fmla="*/ 82399 w 874715"/>
              <a:gd name="connsiteY151" fmla="*/ 1682944 h 6858001"/>
              <a:gd name="connsiteX152" fmla="*/ 124120 w 874715"/>
              <a:gd name="connsiteY152" fmla="*/ 1786511 h 6858001"/>
              <a:gd name="connsiteX153" fmla="*/ 131741 w 874715"/>
              <a:gd name="connsiteY153" fmla="*/ 1795142 h 6858001"/>
              <a:gd name="connsiteX154" fmla="*/ 222232 w 874715"/>
              <a:gd name="connsiteY154" fmla="*/ 1871640 h 6858001"/>
              <a:gd name="connsiteX155" fmla="*/ 237662 w 874715"/>
              <a:gd name="connsiteY155" fmla="*/ 1888901 h 6858001"/>
              <a:gd name="connsiteX156" fmla="*/ 261667 w 874715"/>
              <a:gd name="connsiteY156" fmla="*/ 1909694 h 6858001"/>
              <a:gd name="connsiteX157" fmla="*/ 308150 w 874715"/>
              <a:gd name="connsiteY157" fmla="*/ 1974618 h 6858001"/>
              <a:gd name="connsiteX158" fmla="*/ 323009 w 874715"/>
              <a:gd name="connsiteY158" fmla="*/ 2055042 h 6858001"/>
              <a:gd name="connsiteX159" fmla="*/ 345680 w 874715"/>
              <a:gd name="connsiteY159" fmla="*/ 2152137 h 6858001"/>
              <a:gd name="connsiteX160" fmla="*/ 360920 w 874715"/>
              <a:gd name="connsiteY160" fmla="*/ 2192740 h 6858001"/>
              <a:gd name="connsiteX161" fmla="*/ 389877 w 874715"/>
              <a:gd name="connsiteY161" fmla="*/ 2301603 h 6858001"/>
              <a:gd name="connsiteX162" fmla="*/ 414262 w 874715"/>
              <a:gd name="connsiteY162" fmla="*/ 2379279 h 6858001"/>
              <a:gd name="connsiteX163" fmla="*/ 428551 w 874715"/>
              <a:gd name="connsiteY163" fmla="*/ 2491281 h 6858001"/>
              <a:gd name="connsiteX164" fmla="*/ 429121 w 874715"/>
              <a:gd name="connsiteY164" fmla="*/ 2545615 h 6858001"/>
              <a:gd name="connsiteX165" fmla="*/ 502275 w 874715"/>
              <a:gd name="connsiteY165" fmla="*/ 2645455 h 6858001"/>
              <a:gd name="connsiteX166" fmla="*/ 550665 w 874715"/>
              <a:gd name="connsiteY166" fmla="*/ 2725094 h 6858001"/>
              <a:gd name="connsiteX167" fmla="*/ 527232 w 874715"/>
              <a:gd name="connsiteY167" fmla="*/ 2808850 h 6858001"/>
              <a:gd name="connsiteX168" fmla="*/ 505133 w 874715"/>
              <a:gd name="connsiteY168" fmla="*/ 2831604 h 6858001"/>
              <a:gd name="connsiteX169" fmla="*/ 484178 w 874715"/>
              <a:gd name="connsiteY169" fmla="*/ 2968910 h 6858001"/>
              <a:gd name="connsiteX170" fmla="*/ 483416 w 874715"/>
              <a:gd name="connsiteY170" fmla="*/ 3165061 h 6858001"/>
              <a:gd name="connsiteX171" fmla="*/ 447744 w 874715"/>
              <a:gd name="connsiteY171" fmla="*/ 3326101 h 6858001"/>
              <a:gd name="connsiteX172" fmla="*/ 446756 w 874715"/>
              <a:gd name="connsiteY172" fmla="*/ 3333750 h 6858001"/>
              <a:gd name="connsiteX173" fmla="*/ 834222 w 874715"/>
              <a:gd name="connsiteY173" fmla="*/ 3333750 h 6858001"/>
              <a:gd name="connsiteX174" fmla="*/ 833756 w 874715"/>
              <a:gd name="connsiteY174" fmla="*/ 3315508 h 6858001"/>
              <a:gd name="connsiteX175" fmla="*/ 851283 w 874715"/>
              <a:gd name="connsiteY175" fmla="*/ 3289224 h 6858001"/>
              <a:gd name="connsiteX176" fmla="*/ 866523 w 874715"/>
              <a:gd name="connsiteY176" fmla="*/ 3248621 h 6858001"/>
              <a:gd name="connsiteX177" fmla="*/ 848234 w 874715"/>
              <a:gd name="connsiteY177" fmla="*/ 3203506 h 6858001"/>
              <a:gd name="connsiteX178" fmla="*/ 810325 w 874715"/>
              <a:gd name="connsiteY178" fmla="*/ 3097977 h 6858001"/>
              <a:gd name="connsiteX179" fmla="*/ 808609 w 874715"/>
              <a:gd name="connsiteY179" fmla="*/ 3031285 h 6858001"/>
              <a:gd name="connsiteX180" fmla="*/ 792417 w 874715"/>
              <a:gd name="connsiteY180" fmla="*/ 2886329 h 6858001"/>
              <a:gd name="connsiteX181" fmla="*/ 769366 w 874715"/>
              <a:gd name="connsiteY181" fmla="*/ 2791590 h 6858001"/>
              <a:gd name="connsiteX182" fmla="*/ 743267 w 874715"/>
              <a:gd name="connsiteY182" fmla="*/ 2723527 h 6858001"/>
              <a:gd name="connsiteX183" fmla="*/ 709166 w 874715"/>
              <a:gd name="connsiteY183" fmla="*/ 2626038 h 6858001"/>
              <a:gd name="connsiteX184" fmla="*/ 691449 w 874715"/>
              <a:gd name="connsiteY184" fmla="*/ 2528158 h 6858001"/>
              <a:gd name="connsiteX185" fmla="*/ 669159 w 874715"/>
              <a:gd name="connsiteY185" fmla="*/ 2457348 h 6858001"/>
              <a:gd name="connsiteX186" fmla="*/ 653918 w 874715"/>
              <a:gd name="connsiteY186" fmla="*/ 2370844 h 6858001"/>
              <a:gd name="connsiteX187" fmla="*/ 653348 w 874715"/>
              <a:gd name="connsiteY187" fmla="*/ 2298269 h 6858001"/>
              <a:gd name="connsiteX188" fmla="*/ 656014 w 874715"/>
              <a:gd name="connsiteY188" fmla="*/ 2184501 h 6858001"/>
              <a:gd name="connsiteX189" fmla="*/ 609913 w 874715"/>
              <a:gd name="connsiteY189" fmla="*/ 2045235 h 6858001"/>
              <a:gd name="connsiteX190" fmla="*/ 599624 w 874715"/>
              <a:gd name="connsiteY190" fmla="*/ 1988939 h 6858001"/>
              <a:gd name="connsiteX191" fmla="*/ 594862 w 874715"/>
              <a:gd name="connsiteY191" fmla="*/ 1935977 h 6858001"/>
              <a:gd name="connsiteX192" fmla="*/ 564191 w 874715"/>
              <a:gd name="connsiteY192" fmla="*/ 1823583 h 6858001"/>
              <a:gd name="connsiteX193" fmla="*/ 554093 w 874715"/>
              <a:gd name="connsiteY193" fmla="*/ 1777881 h 6858001"/>
              <a:gd name="connsiteX194" fmla="*/ 554285 w 874715"/>
              <a:gd name="connsiteY194" fmla="*/ 1713934 h 6858001"/>
              <a:gd name="connsiteX195" fmla="*/ 540186 w 874715"/>
              <a:gd name="connsiteY195" fmla="*/ 1597617 h 6858001"/>
              <a:gd name="connsiteX196" fmla="*/ 499037 w 874715"/>
              <a:gd name="connsiteY196" fmla="*/ 1481495 h 6858001"/>
              <a:gd name="connsiteX197" fmla="*/ 503037 w 874715"/>
              <a:gd name="connsiteY197" fmla="*/ 1432262 h 6858001"/>
              <a:gd name="connsiteX198" fmla="*/ 502085 w 874715"/>
              <a:gd name="connsiteY198" fmla="*/ 1414609 h 6858001"/>
              <a:gd name="connsiteX199" fmla="*/ 479414 w 874715"/>
              <a:gd name="connsiteY199" fmla="*/ 1255923 h 6858001"/>
              <a:gd name="connsiteX200" fmla="*/ 476938 w 874715"/>
              <a:gd name="connsiteY200" fmla="*/ 1240034 h 6858001"/>
              <a:gd name="connsiteX201" fmla="*/ 456745 w 874715"/>
              <a:gd name="connsiteY201" fmla="*/ 1165498 h 6858001"/>
              <a:gd name="connsiteX202" fmla="*/ 444171 w 874715"/>
              <a:gd name="connsiteY202" fmla="*/ 977582 h 6858001"/>
              <a:gd name="connsiteX203" fmla="*/ 442647 w 874715"/>
              <a:gd name="connsiteY203" fmla="*/ 966011 h 6858001"/>
              <a:gd name="connsiteX204" fmla="*/ 452743 w 874715"/>
              <a:gd name="connsiteY204" fmla="*/ 903045 h 6858001"/>
              <a:gd name="connsiteX205" fmla="*/ 467032 w 874715"/>
              <a:gd name="connsiteY205" fmla="*/ 871859 h 6858001"/>
              <a:gd name="connsiteX206" fmla="*/ 481892 w 874715"/>
              <a:gd name="connsiteY206" fmla="*/ 823213 h 6858001"/>
              <a:gd name="connsiteX207" fmla="*/ 487416 w 874715"/>
              <a:gd name="connsiteY207" fmla="*/ 773781 h 6858001"/>
              <a:gd name="connsiteX208" fmla="*/ 464936 w 874715"/>
              <a:gd name="connsiteY208" fmla="*/ 690809 h 6858001"/>
              <a:gd name="connsiteX209" fmla="*/ 462650 w 874715"/>
              <a:gd name="connsiteY209" fmla="*/ 660603 h 6858001"/>
              <a:gd name="connsiteX210" fmla="*/ 451791 w 874715"/>
              <a:gd name="connsiteY210" fmla="*/ 593322 h 6858001"/>
              <a:gd name="connsiteX211" fmla="*/ 452553 w 874715"/>
              <a:gd name="connsiteY211" fmla="*/ 534478 h 6858001"/>
              <a:gd name="connsiteX212" fmla="*/ 469890 w 874715"/>
              <a:gd name="connsiteY212" fmla="*/ 487205 h 6858001"/>
              <a:gd name="connsiteX213" fmla="*/ 473318 w 874715"/>
              <a:gd name="connsiteY213" fmla="*/ 418552 h 6858001"/>
              <a:gd name="connsiteX214" fmla="*/ 460746 w 874715"/>
              <a:gd name="connsiteY214" fmla="*/ 374220 h 6858001"/>
              <a:gd name="connsiteX215" fmla="*/ 459032 w 874715"/>
              <a:gd name="connsiteY215" fmla="*/ 365198 h 6858001"/>
              <a:gd name="connsiteX216" fmla="*/ 458267 w 874715"/>
              <a:gd name="connsiteY216" fmla="*/ 249272 h 6858001"/>
              <a:gd name="connsiteX217" fmla="*/ 496179 w 874715"/>
              <a:gd name="connsiteY217" fmla="*/ 104514 h 6858001"/>
              <a:gd name="connsiteX218" fmla="*/ 504181 w 874715"/>
              <a:gd name="connsiteY218" fmla="*/ 80583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Lst>
            <a:rect l="l" t="t" r="r" b="b"/>
            <a:pathLst>
              <a:path w="874715" h="6858001">
                <a:moveTo>
                  <a:pt x="669467" y="3720275"/>
                </a:moveTo>
                <a:lnTo>
                  <a:pt x="710453" y="3726292"/>
                </a:lnTo>
                <a:lnTo>
                  <a:pt x="710455" y="3726292"/>
                </a:lnTo>
                <a:lnTo>
                  <a:pt x="669465" y="3720275"/>
                </a:lnTo>
                <a:close/>
                <a:moveTo>
                  <a:pt x="834223" y="3333751"/>
                </a:moveTo>
                <a:lnTo>
                  <a:pt x="446757" y="3333751"/>
                </a:lnTo>
                <a:lnTo>
                  <a:pt x="441229" y="3376550"/>
                </a:lnTo>
                <a:lnTo>
                  <a:pt x="437178" y="3407910"/>
                </a:lnTo>
                <a:cubicBezTo>
                  <a:pt x="435005" y="3435408"/>
                  <a:pt x="434362" y="3463164"/>
                  <a:pt x="435790" y="3491262"/>
                </a:cubicBezTo>
                <a:cubicBezTo>
                  <a:pt x="436266" y="3500578"/>
                  <a:pt x="433599" y="3510777"/>
                  <a:pt x="429384" y="3520658"/>
                </a:cubicBezTo>
                <a:lnTo>
                  <a:pt x="427332" y="3524252"/>
                </a:lnTo>
                <a:lnTo>
                  <a:pt x="427331" y="3524252"/>
                </a:lnTo>
                <a:lnTo>
                  <a:pt x="413690" y="3548145"/>
                </a:lnTo>
                <a:cubicBezTo>
                  <a:pt x="391973" y="3578940"/>
                  <a:pt x="390257" y="3577567"/>
                  <a:pt x="408166" y="3612089"/>
                </a:cubicBezTo>
                <a:cubicBezTo>
                  <a:pt x="412548" y="3620328"/>
                  <a:pt x="415214" y="3630528"/>
                  <a:pt x="421692" y="3636610"/>
                </a:cubicBezTo>
                <a:cubicBezTo>
                  <a:pt x="438171" y="3652106"/>
                  <a:pt x="444409" y="3669416"/>
                  <a:pt x="445933" y="3687609"/>
                </a:cubicBezTo>
                <a:lnTo>
                  <a:pt x="443241" y="3725049"/>
                </a:lnTo>
                <a:lnTo>
                  <a:pt x="455589" y="3723372"/>
                </a:lnTo>
                <a:cubicBezTo>
                  <a:pt x="485111" y="3719138"/>
                  <a:pt x="514678" y="3715144"/>
                  <a:pt x="544787" y="3712739"/>
                </a:cubicBezTo>
                <a:lnTo>
                  <a:pt x="544802" y="3712740"/>
                </a:lnTo>
                <a:lnTo>
                  <a:pt x="544786" y="3712740"/>
                </a:lnTo>
                <a:cubicBezTo>
                  <a:pt x="514677" y="3715145"/>
                  <a:pt x="485110" y="3719139"/>
                  <a:pt x="455588" y="3723373"/>
                </a:cubicBezTo>
                <a:lnTo>
                  <a:pt x="443240" y="3725050"/>
                </a:lnTo>
                <a:lnTo>
                  <a:pt x="441884" y="3743904"/>
                </a:lnTo>
                <a:cubicBezTo>
                  <a:pt x="440932" y="3750574"/>
                  <a:pt x="439598" y="3758615"/>
                  <a:pt x="442266" y="3764306"/>
                </a:cubicBezTo>
                <a:cubicBezTo>
                  <a:pt x="454266" y="3790000"/>
                  <a:pt x="450076" y="3811773"/>
                  <a:pt x="433692" y="3834135"/>
                </a:cubicBezTo>
                <a:cubicBezTo>
                  <a:pt x="419595" y="3853553"/>
                  <a:pt x="411213" y="3875915"/>
                  <a:pt x="428740" y="3898864"/>
                </a:cubicBezTo>
                <a:cubicBezTo>
                  <a:pt x="467603" y="3949864"/>
                  <a:pt x="469507" y="4004392"/>
                  <a:pt x="444932" y="4062061"/>
                </a:cubicBezTo>
                <a:cubicBezTo>
                  <a:pt x="427405" y="4103253"/>
                  <a:pt x="423405" y="4143856"/>
                  <a:pt x="441122" y="4187207"/>
                </a:cubicBezTo>
                <a:cubicBezTo>
                  <a:pt x="447980" y="4203880"/>
                  <a:pt x="443408" y="4225456"/>
                  <a:pt x="444932" y="4244874"/>
                </a:cubicBezTo>
                <a:cubicBezTo>
                  <a:pt x="445694" y="4255860"/>
                  <a:pt x="445884" y="4268022"/>
                  <a:pt x="450648" y="4277434"/>
                </a:cubicBezTo>
                <a:cubicBezTo>
                  <a:pt x="462841" y="4302544"/>
                  <a:pt x="478461" y="4325885"/>
                  <a:pt x="490464" y="4351188"/>
                </a:cubicBezTo>
                <a:cubicBezTo>
                  <a:pt x="496178" y="4363350"/>
                  <a:pt x="499226" y="4377865"/>
                  <a:pt x="499418" y="4391596"/>
                </a:cubicBezTo>
                <a:cubicBezTo>
                  <a:pt x="500370" y="4432199"/>
                  <a:pt x="500370" y="4472804"/>
                  <a:pt x="498656" y="4513209"/>
                </a:cubicBezTo>
                <a:cubicBezTo>
                  <a:pt x="495988" y="4579901"/>
                  <a:pt x="495416" y="4647572"/>
                  <a:pt x="438646" y="4695629"/>
                </a:cubicBezTo>
                <a:cubicBezTo>
                  <a:pt x="434074" y="4699554"/>
                  <a:pt x="431406" y="4707987"/>
                  <a:pt x="430644" y="4714658"/>
                </a:cubicBezTo>
                <a:cubicBezTo>
                  <a:pt x="427025" y="4745453"/>
                  <a:pt x="426643" y="4777033"/>
                  <a:pt x="420737" y="4807436"/>
                </a:cubicBezTo>
                <a:cubicBezTo>
                  <a:pt x="415975" y="4831758"/>
                  <a:pt x="417499" y="4851963"/>
                  <a:pt x="434264" y="4870400"/>
                </a:cubicBezTo>
                <a:cubicBezTo>
                  <a:pt x="456362" y="4894527"/>
                  <a:pt x="469317" y="4923950"/>
                  <a:pt x="462269" y="4956119"/>
                </a:cubicBezTo>
                <a:cubicBezTo>
                  <a:pt x="455410" y="4988286"/>
                  <a:pt x="470269" y="5009470"/>
                  <a:pt x="485701" y="5033207"/>
                </a:cubicBezTo>
                <a:cubicBezTo>
                  <a:pt x="496940" y="5050467"/>
                  <a:pt x="511038" y="5070083"/>
                  <a:pt x="512180" y="5089305"/>
                </a:cubicBezTo>
                <a:cubicBezTo>
                  <a:pt x="514656" y="5132851"/>
                  <a:pt x="553902" y="5170316"/>
                  <a:pt x="531613" y="5217589"/>
                </a:cubicBezTo>
                <a:cubicBezTo>
                  <a:pt x="530089" y="5220727"/>
                  <a:pt x="533899" y="5226415"/>
                  <a:pt x="534851" y="5230926"/>
                </a:cubicBezTo>
                <a:cubicBezTo>
                  <a:pt x="542091" y="5267019"/>
                  <a:pt x="535041" y="5300953"/>
                  <a:pt x="511228" y="5327433"/>
                </a:cubicBezTo>
                <a:cubicBezTo>
                  <a:pt x="480175" y="5362152"/>
                  <a:pt x="477127" y="5400597"/>
                  <a:pt x="487225" y="5443357"/>
                </a:cubicBezTo>
                <a:cubicBezTo>
                  <a:pt x="490464" y="5457089"/>
                  <a:pt x="492750" y="5470820"/>
                  <a:pt x="495416" y="5484746"/>
                </a:cubicBezTo>
                <a:cubicBezTo>
                  <a:pt x="499226" y="5503576"/>
                  <a:pt x="503228" y="5522604"/>
                  <a:pt x="507038" y="5541432"/>
                </a:cubicBezTo>
                <a:cubicBezTo>
                  <a:pt x="510848" y="5559676"/>
                  <a:pt x="517324" y="5579880"/>
                  <a:pt x="500942" y="5594001"/>
                </a:cubicBezTo>
                <a:cubicBezTo>
                  <a:pt x="486843" y="5606164"/>
                  <a:pt x="488177" y="5614794"/>
                  <a:pt x="500370" y="5625974"/>
                </a:cubicBezTo>
                <a:cubicBezTo>
                  <a:pt x="543043" y="5664813"/>
                  <a:pt x="569714" y="5711889"/>
                  <a:pt x="571618" y="5771911"/>
                </a:cubicBezTo>
                <a:cubicBezTo>
                  <a:pt x="572000" y="5784268"/>
                  <a:pt x="574666" y="5796822"/>
                  <a:pt x="577524" y="5808982"/>
                </a:cubicBezTo>
                <a:cubicBezTo>
                  <a:pt x="579239" y="5816437"/>
                  <a:pt x="581145" y="5825462"/>
                  <a:pt x="586289" y="5829971"/>
                </a:cubicBezTo>
                <a:cubicBezTo>
                  <a:pt x="625532" y="5865083"/>
                  <a:pt x="652775" y="5908825"/>
                  <a:pt x="674684" y="5956490"/>
                </a:cubicBezTo>
                <a:cubicBezTo>
                  <a:pt x="682494" y="5973553"/>
                  <a:pt x="690304" y="5991797"/>
                  <a:pt x="692590" y="6010235"/>
                </a:cubicBezTo>
                <a:cubicBezTo>
                  <a:pt x="694876" y="6029456"/>
                  <a:pt x="691066" y="6049660"/>
                  <a:pt x="688970" y="6069276"/>
                </a:cubicBezTo>
                <a:cubicBezTo>
                  <a:pt x="687828" y="6080849"/>
                  <a:pt x="688018" y="6094187"/>
                  <a:pt x="682494" y="6103407"/>
                </a:cubicBezTo>
                <a:cubicBezTo>
                  <a:pt x="665157" y="6132633"/>
                  <a:pt x="646489" y="6160879"/>
                  <a:pt x="626294" y="6188144"/>
                </a:cubicBezTo>
                <a:cubicBezTo>
                  <a:pt x="608958" y="6211486"/>
                  <a:pt x="606481" y="6216194"/>
                  <a:pt x="628200" y="6236396"/>
                </a:cubicBezTo>
                <a:cubicBezTo>
                  <a:pt x="650489" y="6257190"/>
                  <a:pt x="662109" y="6283082"/>
                  <a:pt x="666871" y="6311718"/>
                </a:cubicBezTo>
                <a:cubicBezTo>
                  <a:pt x="674302" y="6357030"/>
                  <a:pt x="680588" y="6402732"/>
                  <a:pt x="684208" y="6448435"/>
                </a:cubicBezTo>
                <a:cubicBezTo>
                  <a:pt x="687446" y="6489823"/>
                  <a:pt x="669920" y="6509634"/>
                  <a:pt x="630104" y="6517873"/>
                </a:cubicBezTo>
                <a:cubicBezTo>
                  <a:pt x="608005" y="6522581"/>
                  <a:pt x="584001" y="6528663"/>
                  <a:pt x="578096" y="6553767"/>
                </a:cubicBezTo>
                <a:cubicBezTo>
                  <a:pt x="568570" y="6594765"/>
                  <a:pt x="564380" y="6637329"/>
                  <a:pt x="517706" y="6657533"/>
                </a:cubicBezTo>
                <a:cubicBezTo>
                  <a:pt x="527993" y="6668713"/>
                  <a:pt x="534089" y="6675579"/>
                  <a:pt x="540185" y="6682250"/>
                </a:cubicBezTo>
                <a:cubicBezTo>
                  <a:pt x="557140" y="6700686"/>
                  <a:pt x="564380" y="6738934"/>
                  <a:pt x="549712" y="6758356"/>
                </a:cubicBezTo>
                <a:cubicBezTo>
                  <a:pt x="528375" y="6786993"/>
                  <a:pt x="532375" y="6813278"/>
                  <a:pt x="548950" y="6840738"/>
                </a:cubicBezTo>
                <a:lnTo>
                  <a:pt x="556149" y="6858001"/>
                </a:lnTo>
                <a:lnTo>
                  <a:pt x="760427" y="6858001"/>
                </a:lnTo>
                <a:lnTo>
                  <a:pt x="763269" y="6846819"/>
                </a:lnTo>
                <a:cubicBezTo>
                  <a:pt x="771841" y="6790916"/>
                  <a:pt x="777937" y="6734620"/>
                  <a:pt x="784795" y="6678324"/>
                </a:cubicBezTo>
                <a:cubicBezTo>
                  <a:pt x="791844" y="6620265"/>
                  <a:pt x="799274" y="6562401"/>
                  <a:pt x="805560" y="6504338"/>
                </a:cubicBezTo>
                <a:cubicBezTo>
                  <a:pt x="808800" y="6472562"/>
                  <a:pt x="809370" y="6440589"/>
                  <a:pt x="812418" y="6408814"/>
                </a:cubicBezTo>
                <a:cubicBezTo>
                  <a:pt x="815086" y="6380959"/>
                  <a:pt x="820039" y="6353302"/>
                  <a:pt x="823279" y="6325450"/>
                </a:cubicBezTo>
                <a:cubicBezTo>
                  <a:pt x="825945" y="6301323"/>
                  <a:pt x="827469" y="6277000"/>
                  <a:pt x="830137" y="6252873"/>
                </a:cubicBezTo>
                <a:cubicBezTo>
                  <a:pt x="834517" y="6214231"/>
                  <a:pt x="839471" y="6175786"/>
                  <a:pt x="844043" y="6137341"/>
                </a:cubicBezTo>
                <a:cubicBezTo>
                  <a:pt x="845757" y="6121257"/>
                  <a:pt x="850520" y="6104387"/>
                  <a:pt x="847663" y="6089284"/>
                </a:cubicBezTo>
                <a:cubicBezTo>
                  <a:pt x="840423" y="6051230"/>
                  <a:pt x="842519" y="6013764"/>
                  <a:pt x="847471" y="5975908"/>
                </a:cubicBezTo>
                <a:cubicBezTo>
                  <a:pt x="849188" y="5962962"/>
                  <a:pt x="848806" y="5949036"/>
                  <a:pt x="845567" y="5936481"/>
                </a:cubicBezTo>
                <a:cubicBezTo>
                  <a:pt x="839089" y="5910785"/>
                  <a:pt x="829945" y="5885876"/>
                  <a:pt x="821945" y="5860571"/>
                </a:cubicBezTo>
                <a:cubicBezTo>
                  <a:pt x="820993" y="5857824"/>
                  <a:pt x="820801" y="5854490"/>
                  <a:pt x="820231" y="5851549"/>
                </a:cubicBezTo>
                <a:cubicBezTo>
                  <a:pt x="816990" y="5834874"/>
                  <a:pt x="813752" y="5818399"/>
                  <a:pt x="810894" y="5801726"/>
                </a:cubicBezTo>
                <a:cubicBezTo>
                  <a:pt x="809370" y="5792704"/>
                  <a:pt x="809180" y="5783484"/>
                  <a:pt x="807846" y="5774460"/>
                </a:cubicBezTo>
                <a:cubicBezTo>
                  <a:pt x="802512" y="5739546"/>
                  <a:pt x="811466" y="5701101"/>
                  <a:pt x="788415" y="5670892"/>
                </a:cubicBezTo>
                <a:cubicBezTo>
                  <a:pt x="773555" y="5651277"/>
                  <a:pt x="776985" y="5632250"/>
                  <a:pt x="779271" y="5611265"/>
                </a:cubicBezTo>
                <a:cubicBezTo>
                  <a:pt x="780985" y="5595374"/>
                  <a:pt x="780413" y="5579094"/>
                  <a:pt x="780605" y="5563010"/>
                </a:cubicBezTo>
                <a:cubicBezTo>
                  <a:pt x="781175" y="5534764"/>
                  <a:pt x="781367" y="5506518"/>
                  <a:pt x="782319" y="5478272"/>
                </a:cubicBezTo>
                <a:cubicBezTo>
                  <a:pt x="782699" y="5469249"/>
                  <a:pt x="787463" y="5460031"/>
                  <a:pt x="786701" y="5451203"/>
                </a:cubicBezTo>
                <a:cubicBezTo>
                  <a:pt x="783081" y="5410403"/>
                  <a:pt x="777365" y="5369604"/>
                  <a:pt x="774127" y="5328805"/>
                </a:cubicBezTo>
                <a:cubicBezTo>
                  <a:pt x="772223" y="5305660"/>
                  <a:pt x="775841" y="5281924"/>
                  <a:pt x="773175" y="5258975"/>
                </a:cubicBezTo>
                <a:cubicBezTo>
                  <a:pt x="770127" y="5232496"/>
                  <a:pt x="762317" y="5206604"/>
                  <a:pt x="757552" y="5180319"/>
                </a:cubicBezTo>
                <a:cubicBezTo>
                  <a:pt x="756220" y="5173061"/>
                  <a:pt x="757934" y="5165020"/>
                  <a:pt x="758314" y="5157370"/>
                </a:cubicBezTo>
                <a:cubicBezTo>
                  <a:pt x="758697" y="5148739"/>
                  <a:pt x="759459" y="5140304"/>
                  <a:pt x="759649" y="5131673"/>
                </a:cubicBezTo>
                <a:cubicBezTo>
                  <a:pt x="760031" y="5105388"/>
                  <a:pt x="759459" y="5079104"/>
                  <a:pt x="760793" y="5052820"/>
                </a:cubicBezTo>
                <a:cubicBezTo>
                  <a:pt x="761555" y="5036736"/>
                  <a:pt x="769365" y="5019868"/>
                  <a:pt x="766507" y="5004959"/>
                </a:cubicBezTo>
                <a:cubicBezTo>
                  <a:pt x="760983" y="4974557"/>
                  <a:pt x="773365" y="4944153"/>
                  <a:pt x="763079" y="4913751"/>
                </a:cubicBezTo>
                <a:cubicBezTo>
                  <a:pt x="760031" y="4904334"/>
                  <a:pt x="767651" y="4891388"/>
                  <a:pt x="768031" y="4880011"/>
                </a:cubicBezTo>
                <a:cubicBezTo>
                  <a:pt x="768983" y="4851570"/>
                  <a:pt x="768793" y="4823128"/>
                  <a:pt x="768603" y="4794687"/>
                </a:cubicBezTo>
                <a:cubicBezTo>
                  <a:pt x="768413" y="4769186"/>
                  <a:pt x="771079" y="4742705"/>
                  <a:pt x="765745" y="4718187"/>
                </a:cubicBezTo>
                <a:cubicBezTo>
                  <a:pt x="760031" y="4692491"/>
                  <a:pt x="760793" y="4669346"/>
                  <a:pt x="767269" y="4644434"/>
                </a:cubicBezTo>
                <a:cubicBezTo>
                  <a:pt x="771651" y="4627369"/>
                  <a:pt x="772223" y="4609322"/>
                  <a:pt x="773555" y="4591670"/>
                </a:cubicBezTo>
                <a:cubicBezTo>
                  <a:pt x="775079" y="4572644"/>
                  <a:pt x="771079" y="4551655"/>
                  <a:pt x="777365" y="4534394"/>
                </a:cubicBezTo>
                <a:cubicBezTo>
                  <a:pt x="796036" y="4483001"/>
                  <a:pt x="800036" y="4430237"/>
                  <a:pt x="800036" y="4376493"/>
                </a:cubicBezTo>
                <a:cubicBezTo>
                  <a:pt x="800036" y="4366684"/>
                  <a:pt x="797370" y="4356680"/>
                  <a:pt x="794512" y="4347267"/>
                </a:cubicBezTo>
                <a:cubicBezTo>
                  <a:pt x="777365" y="4292342"/>
                  <a:pt x="778889" y="4237224"/>
                  <a:pt x="789368" y="4181322"/>
                </a:cubicBezTo>
                <a:cubicBezTo>
                  <a:pt x="791654" y="4169748"/>
                  <a:pt x="792036" y="4156803"/>
                  <a:pt x="789750" y="4145230"/>
                </a:cubicBezTo>
                <a:cubicBezTo>
                  <a:pt x="783081" y="4112668"/>
                  <a:pt x="772031" y="4081088"/>
                  <a:pt x="767269" y="4048330"/>
                </a:cubicBezTo>
                <a:cubicBezTo>
                  <a:pt x="759459" y="3994194"/>
                  <a:pt x="785747" y="3947314"/>
                  <a:pt x="802894" y="3898864"/>
                </a:cubicBezTo>
                <a:cubicBezTo>
                  <a:pt x="819087" y="3852768"/>
                  <a:pt x="855664" y="3813538"/>
                  <a:pt x="847471" y="3759007"/>
                </a:cubicBezTo>
                <a:lnTo>
                  <a:pt x="848163" y="3756136"/>
                </a:lnTo>
                <a:lnTo>
                  <a:pt x="819543" y="3748731"/>
                </a:lnTo>
                <a:lnTo>
                  <a:pt x="819313" y="3748682"/>
                </a:lnTo>
                <a:lnTo>
                  <a:pt x="819544" y="3748730"/>
                </a:lnTo>
                <a:lnTo>
                  <a:pt x="848164" y="3756135"/>
                </a:lnTo>
                <a:lnTo>
                  <a:pt x="849545" y="3750401"/>
                </a:lnTo>
                <a:cubicBezTo>
                  <a:pt x="850902" y="3747434"/>
                  <a:pt x="852522" y="3744394"/>
                  <a:pt x="853189" y="3741353"/>
                </a:cubicBezTo>
                <a:cubicBezTo>
                  <a:pt x="856809" y="3724680"/>
                  <a:pt x="861189" y="3708009"/>
                  <a:pt x="862905" y="3691138"/>
                </a:cubicBezTo>
                <a:cubicBezTo>
                  <a:pt x="865191" y="3670544"/>
                  <a:pt x="864429" y="3649555"/>
                  <a:pt x="866333" y="3628959"/>
                </a:cubicBezTo>
                <a:cubicBezTo>
                  <a:pt x="868619" y="3602478"/>
                  <a:pt x="874715" y="3576391"/>
                  <a:pt x="874715" y="3550106"/>
                </a:cubicBezTo>
                <a:lnTo>
                  <a:pt x="871487" y="3524252"/>
                </a:lnTo>
                <a:lnTo>
                  <a:pt x="871488" y="3524252"/>
                </a:lnTo>
                <a:lnTo>
                  <a:pt x="870763" y="3518451"/>
                </a:lnTo>
                <a:cubicBezTo>
                  <a:pt x="868573" y="3507933"/>
                  <a:pt x="865953" y="3497439"/>
                  <a:pt x="864238" y="3486946"/>
                </a:cubicBezTo>
                <a:cubicBezTo>
                  <a:pt x="859476" y="3457327"/>
                  <a:pt x="860810" y="3424765"/>
                  <a:pt x="848618" y="3398677"/>
                </a:cubicBezTo>
                <a:lnTo>
                  <a:pt x="837595" y="3365728"/>
                </a:lnTo>
                <a:lnTo>
                  <a:pt x="834829" y="3357461"/>
                </a:lnTo>
                <a:close/>
                <a:moveTo>
                  <a:pt x="513783" y="0"/>
                </a:moveTo>
                <a:lnTo>
                  <a:pt x="72334" y="0"/>
                </a:lnTo>
                <a:lnTo>
                  <a:pt x="75447" y="27991"/>
                </a:lnTo>
                <a:cubicBezTo>
                  <a:pt x="80828" y="63323"/>
                  <a:pt x="87734" y="98434"/>
                  <a:pt x="88115" y="134133"/>
                </a:cubicBezTo>
                <a:cubicBezTo>
                  <a:pt x="88495" y="166498"/>
                  <a:pt x="94591" y="198471"/>
                  <a:pt x="62778" y="221224"/>
                </a:cubicBezTo>
                <a:cubicBezTo>
                  <a:pt x="58586" y="224165"/>
                  <a:pt x="60872" y="238486"/>
                  <a:pt x="62206" y="247312"/>
                </a:cubicBezTo>
                <a:cubicBezTo>
                  <a:pt x="65065" y="266927"/>
                  <a:pt x="72303" y="286346"/>
                  <a:pt x="72113" y="305764"/>
                </a:cubicBezTo>
                <a:cubicBezTo>
                  <a:pt x="71923" y="345976"/>
                  <a:pt x="68875" y="386383"/>
                  <a:pt x="65445" y="426397"/>
                </a:cubicBezTo>
                <a:cubicBezTo>
                  <a:pt x="64111" y="441500"/>
                  <a:pt x="58968" y="456017"/>
                  <a:pt x="55348" y="470924"/>
                </a:cubicBezTo>
                <a:cubicBezTo>
                  <a:pt x="53252" y="479162"/>
                  <a:pt x="47728" y="487990"/>
                  <a:pt x="48870" y="495638"/>
                </a:cubicBezTo>
                <a:cubicBezTo>
                  <a:pt x="55538" y="539970"/>
                  <a:pt x="39156" y="580573"/>
                  <a:pt x="30963" y="622548"/>
                </a:cubicBezTo>
                <a:cubicBezTo>
                  <a:pt x="27153" y="641968"/>
                  <a:pt x="18009" y="660210"/>
                  <a:pt x="11723" y="679040"/>
                </a:cubicBezTo>
                <a:cubicBezTo>
                  <a:pt x="10007" y="683943"/>
                  <a:pt x="8483" y="689436"/>
                  <a:pt x="8865" y="694341"/>
                </a:cubicBezTo>
                <a:cubicBezTo>
                  <a:pt x="11151" y="722389"/>
                  <a:pt x="14389" y="750244"/>
                  <a:pt x="16865" y="778095"/>
                </a:cubicBezTo>
                <a:cubicBezTo>
                  <a:pt x="19151" y="803401"/>
                  <a:pt x="19913" y="828900"/>
                  <a:pt x="47918" y="840866"/>
                </a:cubicBezTo>
                <a:cubicBezTo>
                  <a:pt x="52300" y="842633"/>
                  <a:pt x="55538" y="848516"/>
                  <a:pt x="58396" y="853028"/>
                </a:cubicBezTo>
                <a:cubicBezTo>
                  <a:pt x="102404" y="922662"/>
                  <a:pt x="101260" y="959929"/>
                  <a:pt x="54776" y="1027995"/>
                </a:cubicBezTo>
                <a:cubicBezTo>
                  <a:pt x="50014" y="1035056"/>
                  <a:pt x="46584" y="1050159"/>
                  <a:pt x="50394" y="1054866"/>
                </a:cubicBezTo>
                <a:cubicBezTo>
                  <a:pt x="82019" y="1094882"/>
                  <a:pt x="78589" y="1138623"/>
                  <a:pt x="68683" y="1184720"/>
                </a:cubicBezTo>
                <a:cubicBezTo>
                  <a:pt x="66017" y="1196684"/>
                  <a:pt x="66017" y="1213555"/>
                  <a:pt x="72303" y="1222576"/>
                </a:cubicBezTo>
                <a:cubicBezTo>
                  <a:pt x="101450" y="1265534"/>
                  <a:pt x="97260" y="1311630"/>
                  <a:pt x="88687" y="1358313"/>
                </a:cubicBezTo>
                <a:cubicBezTo>
                  <a:pt x="87353" y="1365570"/>
                  <a:pt x="80113" y="1374398"/>
                  <a:pt x="73447" y="1377535"/>
                </a:cubicBezTo>
                <a:cubicBezTo>
                  <a:pt x="49824" y="1388716"/>
                  <a:pt x="41822" y="1409705"/>
                  <a:pt x="35153" y="1432851"/>
                </a:cubicBezTo>
                <a:cubicBezTo>
                  <a:pt x="24295" y="1469335"/>
                  <a:pt x="11531" y="1505229"/>
                  <a:pt x="1244" y="1541910"/>
                </a:cubicBezTo>
                <a:cubicBezTo>
                  <a:pt x="-1232" y="1550935"/>
                  <a:pt x="292" y="1562114"/>
                  <a:pt x="3149" y="1571529"/>
                </a:cubicBezTo>
                <a:cubicBezTo>
                  <a:pt x="12865" y="1603698"/>
                  <a:pt x="37250" y="1624098"/>
                  <a:pt x="59730" y="1646459"/>
                </a:cubicBezTo>
                <a:cubicBezTo>
                  <a:pt x="69637" y="1656267"/>
                  <a:pt x="76685" y="1669800"/>
                  <a:pt x="82399" y="1682944"/>
                </a:cubicBezTo>
                <a:cubicBezTo>
                  <a:pt x="97070" y="1717073"/>
                  <a:pt x="110214" y="1751988"/>
                  <a:pt x="124120" y="1786511"/>
                </a:cubicBezTo>
                <a:cubicBezTo>
                  <a:pt x="125454" y="1789845"/>
                  <a:pt x="128883" y="1792590"/>
                  <a:pt x="131741" y="1795142"/>
                </a:cubicBezTo>
                <a:cubicBezTo>
                  <a:pt x="161842" y="1820640"/>
                  <a:pt x="192131" y="1845943"/>
                  <a:pt x="222232" y="1871640"/>
                </a:cubicBezTo>
                <a:cubicBezTo>
                  <a:pt x="227946" y="1876543"/>
                  <a:pt x="232138" y="1883606"/>
                  <a:pt x="237662" y="1888901"/>
                </a:cubicBezTo>
                <a:cubicBezTo>
                  <a:pt x="245282" y="1896356"/>
                  <a:pt x="252523" y="1905771"/>
                  <a:pt x="261667" y="1909694"/>
                </a:cubicBezTo>
                <a:cubicBezTo>
                  <a:pt x="290432" y="1921855"/>
                  <a:pt x="302816" y="1945197"/>
                  <a:pt x="308150" y="1974618"/>
                </a:cubicBezTo>
                <a:cubicBezTo>
                  <a:pt x="313103" y="2001493"/>
                  <a:pt x="317295" y="2028365"/>
                  <a:pt x="323009" y="2055042"/>
                </a:cubicBezTo>
                <a:cubicBezTo>
                  <a:pt x="329867" y="2087602"/>
                  <a:pt x="337297" y="2119968"/>
                  <a:pt x="345680" y="2152137"/>
                </a:cubicBezTo>
                <a:cubicBezTo>
                  <a:pt x="349300" y="2166063"/>
                  <a:pt x="353490" y="2180774"/>
                  <a:pt x="360920" y="2192740"/>
                </a:cubicBezTo>
                <a:cubicBezTo>
                  <a:pt x="381495" y="2226281"/>
                  <a:pt x="395401" y="2262177"/>
                  <a:pt x="389877" y="2301603"/>
                </a:cubicBezTo>
                <a:cubicBezTo>
                  <a:pt x="385495" y="2333183"/>
                  <a:pt x="396735" y="2359664"/>
                  <a:pt x="414262" y="2379279"/>
                </a:cubicBezTo>
                <a:cubicBezTo>
                  <a:pt x="446077" y="2414980"/>
                  <a:pt x="438837" y="2453227"/>
                  <a:pt x="428551" y="2491281"/>
                </a:cubicBezTo>
                <a:cubicBezTo>
                  <a:pt x="423216" y="2510897"/>
                  <a:pt x="423978" y="2526980"/>
                  <a:pt x="429121" y="2545615"/>
                </a:cubicBezTo>
                <a:cubicBezTo>
                  <a:pt x="441123" y="2588768"/>
                  <a:pt x="473700" y="2617603"/>
                  <a:pt x="502275" y="2645455"/>
                </a:cubicBezTo>
                <a:cubicBezTo>
                  <a:pt x="526660" y="2669191"/>
                  <a:pt x="540376" y="2695868"/>
                  <a:pt x="550665" y="2725094"/>
                </a:cubicBezTo>
                <a:cubicBezTo>
                  <a:pt x="563809" y="2761970"/>
                  <a:pt x="558857" y="2791196"/>
                  <a:pt x="527232" y="2808850"/>
                </a:cubicBezTo>
                <a:cubicBezTo>
                  <a:pt x="518277" y="2813754"/>
                  <a:pt x="507799" y="2822385"/>
                  <a:pt x="505133" y="2831604"/>
                </a:cubicBezTo>
                <a:cubicBezTo>
                  <a:pt x="491799" y="2876129"/>
                  <a:pt x="472366" y="2921245"/>
                  <a:pt x="484178" y="2968910"/>
                </a:cubicBezTo>
                <a:cubicBezTo>
                  <a:pt x="500371" y="3034817"/>
                  <a:pt x="499419" y="3099154"/>
                  <a:pt x="483416" y="3165061"/>
                </a:cubicBezTo>
                <a:cubicBezTo>
                  <a:pt x="470462" y="3218512"/>
                  <a:pt x="457126" y="3271963"/>
                  <a:pt x="447744" y="3326101"/>
                </a:cubicBezTo>
                <a:lnTo>
                  <a:pt x="446756" y="3333750"/>
                </a:lnTo>
                <a:lnTo>
                  <a:pt x="834222" y="3333750"/>
                </a:lnTo>
                <a:lnTo>
                  <a:pt x="833756" y="3315508"/>
                </a:lnTo>
                <a:cubicBezTo>
                  <a:pt x="835090" y="3305897"/>
                  <a:pt x="843092" y="3293538"/>
                  <a:pt x="851283" y="3289224"/>
                </a:cubicBezTo>
                <a:cubicBezTo>
                  <a:pt x="869571" y="3279612"/>
                  <a:pt x="872811" y="3266470"/>
                  <a:pt x="866523" y="3248621"/>
                </a:cubicBezTo>
                <a:cubicBezTo>
                  <a:pt x="861189" y="3233124"/>
                  <a:pt x="858523" y="3214098"/>
                  <a:pt x="848234" y="3203506"/>
                </a:cubicBezTo>
                <a:cubicBezTo>
                  <a:pt x="819088" y="3173494"/>
                  <a:pt x="818135" y="3135244"/>
                  <a:pt x="810325" y="3097977"/>
                </a:cubicBezTo>
                <a:cubicBezTo>
                  <a:pt x="805561" y="3075225"/>
                  <a:pt x="805371" y="3054039"/>
                  <a:pt x="808609" y="3031285"/>
                </a:cubicBezTo>
                <a:cubicBezTo>
                  <a:pt x="815849" y="2981857"/>
                  <a:pt x="805561" y="2933799"/>
                  <a:pt x="792417" y="2886329"/>
                </a:cubicBezTo>
                <a:cubicBezTo>
                  <a:pt x="783654" y="2854945"/>
                  <a:pt x="778320" y="2822776"/>
                  <a:pt x="769366" y="2791590"/>
                </a:cubicBezTo>
                <a:cubicBezTo>
                  <a:pt x="762508" y="2768247"/>
                  <a:pt x="754315" y="2744906"/>
                  <a:pt x="743267" y="2723527"/>
                </a:cubicBezTo>
                <a:cubicBezTo>
                  <a:pt x="727072" y="2692532"/>
                  <a:pt x="702688" y="2665466"/>
                  <a:pt x="709166" y="2626038"/>
                </a:cubicBezTo>
                <a:cubicBezTo>
                  <a:pt x="714880" y="2591317"/>
                  <a:pt x="702880" y="2559935"/>
                  <a:pt x="691449" y="2528158"/>
                </a:cubicBezTo>
                <a:cubicBezTo>
                  <a:pt x="683067" y="2504816"/>
                  <a:pt x="674493" y="2481477"/>
                  <a:pt x="669159" y="2457348"/>
                </a:cubicBezTo>
                <a:cubicBezTo>
                  <a:pt x="662872" y="2428709"/>
                  <a:pt x="665540" y="2396344"/>
                  <a:pt x="653918" y="2370844"/>
                </a:cubicBezTo>
                <a:cubicBezTo>
                  <a:pt x="641726" y="2344167"/>
                  <a:pt x="649918" y="2322005"/>
                  <a:pt x="653348" y="2298269"/>
                </a:cubicBezTo>
                <a:cubicBezTo>
                  <a:pt x="658682" y="2260413"/>
                  <a:pt x="668589" y="2222749"/>
                  <a:pt x="656014" y="2184501"/>
                </a:cubicBezTo>
                <a:cubicBezTo>
                  <a:pt x="640774" y="2138014"/>
                  <a:pt x="624391" y="2091918"/>
                  <a:pt x="609913" y="2045235"/>
                </a:cubicBezTo>
                <a:cubicBezTo>
                  <a:pt x="604386" y="2027187"/>
                  <a:pt x="602100" y="2007771"/>
                  <a:pt x="599624" y="1988939"/>
                </a:cubicBezTo>
                <a:cubicBezTo>
                  <a:pt x="597528" y="1971091"/>
                  <a:pt x="602862" y="1949711"/>
                  <a:pt x="594862" y="1935977"/>
                </a:cubicBezTo>
                <a:cubicBezTo>
                  <a:pt x="574287" y="1900670"/>
                  <a:pt x="564191" y="1864385"/>
                  <a:pt x="564191" y="1823583"/>
                </a:cubicBezTo>
                <a:cubicBezTo>
                  <a:pt x="564191" y="1808282"/>
                  <a:pt x="555617" y="1793374"/>
                  <a:pt x="554093" y="1777881"/>
                </a:cubicBezTo>
                <a:cubicBezTo>
                  <a:pt x="552189" y="1756694"/>
                  <a:pt x="547044" y="1732372"/>
                  <a:pt x="554285" y="1713934"/>
                </a:cubicBezTo>
                <a:cubicBezTo>
                  <a:pt x="571429" y="1670585"/>
                  <a:pt x="557141" y="1635476"/>
                  <a:pt x="540186" y="1597617"/>
                </a:cubicBezTo>
                <a:cubicBezTo>
                  <a:pt x="523422" y="1560348"/>
                  <a:pt x="510087" y="1521118"/>
                  <a:pt x="499037" y="1481495"/>
                </a:cubicBezTo>
                <a:cubicBezTo>
                  <a:pt x="495037" y="1466588"/>
                  <a:pt x="501705" y="1448740"/>
                  <a:pt x="503037" y="1432262"/>
                </a:cubicBezTo>
                <a:cubicBezTo>
                  <a:pt x="503419" y="1426376"/>
                  <a:pt x="503991" y="1419903"/>
                  <a:pt x="502085" y="1414609"/>
                </a:cubicBezTo>
                <a:cubicBezTo>
                  <a:pt x="483796" y="1363414"/>
                  <a:pt x="469890" y="1311432"/>
                  <a:pt x="479414" y="1255923"/>
                </a:cubicBezTo>
                <a:cubicBezTo>
                  <a:pt x="480368" y="1250824"/>
                  <a:pt x="478272" y="1245135"/>
                  <a:pt x="476938" y="1240034"/>
                </a:cubicBezTo>
                <a:cubicBezTo>
                  <a:pt x="470080" y="1215122"/>
                  <a:pt x="459222" y="1190799"/>
                  <a:pt x="456745" y="1165498"/>
                </a:cubicBezTo>
                <a:cubicBezTo>
                  <a:pt x="450649" y="1103121"/>
                  <a:pt x="448171" y="1040355"/>
                  <a:pt x="444171" y="977582"/>
                </a:cubicBezTo>
                <a:cubicBezTo>
                  <a:pt x="443981" y="973659"/>
                  <a:pt x="443981" y="969541"/>
                  <a:pt x="442647" y="966011"/>
                </a:cubicBezTo>
                <a:cubicBezTo>
                  <a:pt x="434455" y="942864"/>
                  <a:pt x="437123" y="922662"/>
                  <a:pt x="452743" y="903045"/>
                </a:cubicBezTo>
                <a:cubicBezTo>
                  <a:pt x="459602" y="894414"/>
                  <a:pt x="463222" y="882645"/>
                  <a:pt x="467032" y="871859"/>
                </a:cubicBezTo>
                <a:cubicBezTo>
                  <a:pt x="472748" y="855968"/>
                  <a:pt x="478272" y="839689"/>
                  <a:pt x="481892" y="823213"/>
                </a:cubicBezTo>
                <a:cubicBezTo>
                  <a:pt x="485320" y="806930"/>
                  <a:pt x="490083" y="789474"/>
                  <a:pt x="487416" y="773781"/>
                </a:cubicBezTo>
                <a:cubicBezTo>
                  <a:pt x="482654" y="745535"/>
                  <a:pt x="471986" y="718661"/>
                  <a:pt x="464936" y="690809"/>
                </a:cubicBezTo>
                <a:cubicBezTo>
                  <a:pt x="462460" y="681198"/>
                  <a:pt x="462842" y="670605"/>
                  <a:pt x="462650" y="660603"/>
                </a:cubicBezTo>
                <a:cubicBezTo>
                  <a:pt x="462080" y="637652"/>
                  <a:pt x="467604" y="614113"/>
                  <a:pt x="451791" y="593322"/>
                </a:cubicBezTo>
                <a:cubicBezTo>
                  <a:pt x="436933" y="574101"/>
                  <a:pt x="441313" y="554679"/>
                  <a:pt x="452553" y="534478"/>
                </a:cubicBezTo>
                <a:cubicBezTo>
                  <a:pt x="460556" y="519961"/>
                  <a:pt x="466842" y="503486"/>
                  <a:pt x="469890" y="487205"/>
                </a:cubicBezTo>
                <a:cubicBezTo>
                  <a:pt x="474080" y="464843"/>
                  <a:pt x="475796" y="442679"/>
                  <a:pt x="473318" y="418552"/>
                </a:cubicBezTo>
                <a:cubicBezTo>
                  <a:pt x="471604" y="401485"/>
                  <a:pt x="470842" y="387559"/>
                  <a:pt x="460746" y="374220"/>
                </a:cubicBezTo>
                <a:cubicBezTo>
                  <a:pt x="459222" y="372064"/>
                  <a:pt x="458840" y="368141"/>
                  <a:pt x="459032" y="365198"/>
                </a:cubicBezTo>
                <a:cubicBezTo>
                  <a:pt x="462270" y="326557"/>
                  <a:pt x="460556" y="288308"/>
                  <a:pt x="458267" y="249272"/>
                </a:cubicBezTo>
                <a:cubicBezTo>
                  <a:pt x="455221" y="199649"/>
                  <a:pt x="464174" y="147470"/>
                  <a:pt x="496179" y="104514"/>
                </a:cubicBezTo>
                <a:cubicBezTo>
                  <a:pt x="500943" y="98237"/>
                  <a:pt x="503037" y="88822"/>
                  <a:pt x="504181" y="80583"/>
                </a:cubicBezTo>
                <a:close/>
              </a:path>
            </a:pathLst>
          </a:custGeom>
          <a:blipFill dpi="0" rotWithShape="1">
            <a:blip r:embed="rId2">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5" name="Content Placeholder 2">
            <a:extLst>
              <a:ext uri="{FF2B5EF4-FFF2-40B4-BE49-F238E27FC236}">
                <a16:creationId xmlns:a16="http://schemas.microsoft.com/office/drawing/2014/main" id="{F75195BA-4430-7982-EFE6-41FD70E2E563}"/>
              </a:ext>
            </a:extLst>
          </p:cNvPr>
          <p:cNvGraphicFramePr>
            <a:graphicFrameLocks noGrp="1"/>
          </p:cNvGraphicFramePr>
          <p:nvPr>
            <p:ph idx="1"/>
            <p:extLst>
              <p:ext uri="{D42A27DB-BD31-4B8C-83A1-F6EECF244321}">
                <p14:modId xmlns:p14="http://schemas.microsoft.com/office/powerpoint/2010/main" val="2799510506"/>
              </p:ext>
            </p:extLst>
          </p:nvPr>
        </p:nvGraphicFramePr>
        <p:xfrm>
          <a:off x="5334000" y="766719"/>
          <a:ext cx="6096000" cy="53292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297123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6B0479F5-59EA-43F3-BAFC-2606376EB6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E51654-7960-05DB-A4D8-B0B8B49EBE20}"/>
              </a:ext>
            </a:extLst>
          </p:cNvPr>
          <p:cNvSpPr>
            <a:spLocks noGrp="1"/>
          </p:cNvSpPr>
          <p:nvPr>
            <p:ph type="title"/>
          </p:nvPr>
        </p:nvSpPr>
        <p:spPr>
          <a:xfrm>
            <a:off x="762000" y="1528717"/>
            <a:ext cx="3810000" cy="3805283"/>
          </a:xfrm>
        </p:spPr>
        <p:txBody>
          <a:bodyPr>
            <a:normAutofit/>
          </a:bodyPr>
          <a:lstStyle/>
          <a:p>
            <a:r>
              <a:rPr lang="en-US" dirty="0"/>
              <a:t>Universal access - prevention</a:t>
            </a:r>
          </a:p>
        </p:txBody>
      </p:sp>
      <p:graphicFrame>
        <p:nvGraphicFramePr>
          <p:cNvPr id="5" name="Content Placeholder 2">
            <a:extLst>
              <a:ext uri="{FF2B5EF4-FFF2-40B4-BE49-F238E27FC236}">
                <a16:creationId xmlns:a16="http://schemas.microsoft.com/office/drawing/2014/main" id="{EF90156A-A55E-B236-96A1-25EF6D0CA0EF}"/>
              </a:ext>
            </a:extLst>
          </p:cNvPr>
          <p:cNvGraphicFramePr>
            <a:graphicFrameLocks noGrp="1"/>
          </p:cNvGraphicFramePr>
          <p:nvPr>
            <p:ph idx="1"/>
            <p:extLst>
              <p:ext uri="{D42A27DB-BD31-4B8C-83A1-F6EECF244321}">
                <p14:modId xmlns:p14="http://schemas.microsoft.com/office/powerpoint/2010/main" val="617150559"/>
              </p:ext>
            </p:extLst>
          </p:nvPr>
        </p:nvGraphicFramePr>
        <p:xfrm>
          <a:off x="4572000" y="761999"/>
          <a:ext cx="6858000" cy="53435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658528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9B37791B-B040-4694-BFDC-8DD132D86E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CF584357-6516-FBE6-6DCF-A9D8D91CB7F2}"/>
              </a:ext>
            </a:extLst>
          </p:cNvPr>
          <p:cNvPicPr>
            <a:picLocks noChangeAspect="1"/>
          </p:cNvPicPr>
          <p:nvPr/>
        </p:nvPicPr>
        <p:blipFill>
          <a:blip r:embed="rId2"/>
          <a:srcRect t="2406" r="4"/>
          <a:stretch>
            <a:fillRect/>
          </a:stretch>
        </p:blipFill>
        <p:spPr>
          <a:xfrm>
            <a:off x="20" y="165100"/>
            <a:ext cx="12191435" cy="6692899"/>
          </a:xfrm>
          <a:prstGeom prst="rect">
            <a:avLst/>
          </a:prstGeom>
        </p:spPr>
      </p:pic>
      <p:sp>
        <p:nvSpPr>
          <p:cNvPr id="37" name="Rectangle 36">
            <a:extLst>
              <a:ext uri="{FF2B5EF4-FFF2-40B4-BE49-F238E27FC236}">
                <a16:creationId xmlns:a16="http://schemas.microsoft.com/office/drawing/2014/main" id="{117E1A5F-4E44-495B-9C48-A5314F5BAF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219199"/>
            <a:ext cx="12192001" cy="4733924"/>
          </a:xfrm>
          <a:prstGeom prst="rect">
            <a:avLst/>
          </a:prstGeom>
          <a:gradFill flip="none" rotWithShape="1">
            <a:gsLst>
              <a:gs pos="41000">
                <a:srgbClr val="000000">
                  <a:alpha val="40000"/>
                </a:srgbClr>
              </a:gs>
              <a:gs pos="60000">
                <a:srgbClr val="000000">
                  <a:alpha val="40000"/>
                </a:srgbClr>
              </a:gs>
              <a:gs pos="0">
                <a:schemeClr val="bg1">
                  <a:alpha val="0"/>
                </a:schemeClr>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11B34A-969A-169D-4F0C-B823B090F565}"/>
              </a:ext>
            </a:extLst>
          </p:cNvPr>
          <p:cNvSpPr>
            <a:spLocks noGrp="1"/>
          </p:cNvSpPr>
          <p:nvPr>
            <p:ph type="title"/>
          </p:nvPr>
        </p:nvSpPr>
        <p:spPr>
          <a:xfrm>
            <a:off x="762000" y="1523999"/>
            <a:ext cx="10668000" cy="1985963"/>
          </a:xfrm>
        </p:spPr>
        <p:txBody>
          <a:bodyPr vert="horz" lIns="91440" tIns="45720" rIns="91440" bIns="45720" rtlCol="0" anchor="b" anchorCtr="0">
            <a:normAutofit/>
          </a:bodyPr>
          <a:lstStyle/>
          <a:p>
            <a:pPr algn="ctr"/>
            <a:r>
              <a:rPr lang="en-US" sz="8000">
                <a:solidFill>
                  <a:srgbClr val="FFFFFF"/>
                </a:solidFill>
              </a:rPr>
              <a:t>Foci</a:t>
            </a:r>
          </a:p>
        </p:txBody>
      </p:sp>
    </p:spTree>
    <p:extLst>
      <p:ext uri="{BB962C8B-B14F-4D97-AF65-F5344CB8AC3E}">
        <p14:creationId xmlns:p14="http://schemas.microsoft.com/office/powerpoint/2010/main" val="3527847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77D71-B88C-8524-1790-A86B2952F47B}"/>
              </a:ext>
            </a:extLst>
          </p:cNvPr>
          <p:cNvSpPr>
            <a:spLocks noGrp="1"/>
          </p:cNvSpPr>
          <p:nvPr>
            <p:ph type="title"/>
          </p:nvPr>
        </p:nvSpPr>
        <p:spPr>
          <a:xfrm>
            <a:off x="762000" y="443346"/>
            <a:ext cx="9144000" cy="1263649"/>
          </a:xfrm>
        </p:spPr>
        <p:txBody>
          <a:bodyPr/>
          <a:lstStyle/>
          <a:p>
            <a:r>
              <a:rPr lang="en-US" dirty="0"/>
              <a:t>Integrated Vector Management</a:t>
            </a:r>
          </a:p>
        </p:txBody>
      </p:sp>
      <p:sp>
        <p:nvSpPr>
          <p:cNvPr id="3" name="Content Placeholder 2">
            <a:extLst>
              <a:ext uri="{FF2B5EF4-FFF2-40B4-BE49-F238E27FC236}">
                <a16:creationId xmlns:a16="http://schemas.microsoft.com/office/drawing/2014/main" id="{E4CE3816-5B63-5C30-FEA4-15D277D94298}"/>
              </a:ext>
            </a:extLst>
          </p:cNvPr>
          <p:cNvSpPr>
            <a:spLocks noGrp="1"/>
          </p:cNvSpPr>
          <p:nvPr>
            <p:ph idx="1"/>
          </p:nvPr>
        </p:nvSpPr>
        <p:spPr>
          <a:xfrm>
            <a:off x="762000" y="1197033"/>
            <a:ext cx="10668000" cy="4898968"/>
          </a:xfrm>
        </p:spPr>
        <p:txBody>
          <a:bodyPr>
            <a:normAutofit/>
          </a:bodyPr>
          <a:lstStyle/>
          <a:p>
            <a:r>
              <a:rPr lang="en-US" dirty="0"/>
              <a:t>Integrated Vector Management (IVM) means using </a:t>
            </a:r>
            <a:r>
              <a:rPr lang="en-US" b="1" dirty="0"/>
              <a:t>multiple evidence-based vector control tools</a:t>
            </a:r>
            <a:r>
              <a:rPr lang="en-US" dirty="0"/>
              <a:t> according to local ecology and </a:t>
            </a:r>
            <a:r>
              <a:rPr lang="en-US" dirty="0" err="1"/>
              <a:t>programme</a:t>
            </a:r>
            <a:r>
              <a:rPr lang="en-US" dirty="0"/>
              <a:t> data rather than using one method everywhere.</a:t>
            </a:r>
          </a:p>
          <a:p>
            <a:r>
              <a:rPr lang="en-US" dirty="0"/>
              <a:t>Possible components include:</a:t>
            </a:r>
          </a:p>
          <a:p>
            <a:pPr lvl="1"/>
            <a:r>
              <a:rPr lang="en-US" dirty="0"/>
              <a:t>IRS</a:t>
            </a:r>
          </a:p>
          <a:p>
            <a:pPr lvl="1"/>
            <a:r>
              <a:rPr lang="en-US" dirty="0"/>
              <a:t>LLINs / ITNs</a:t>
            </a:r>
          </a:p>
          <a:p>
            <a:pPr lvl="1"/>
            <a:r>
              <a:rPr lang="en-US" dirty="0"/>
              <a:t>Larval source management</a:t>
            </a:r>
          </a:p>
          <a:p>
            <a:pPr lvl="1"/>
            <a:r>
              <a:rPr lang="en-US" dirty="0"/>
              <a:t>Biological methods such as </a:t>
            </a:r>
            <a:r>
              <a:rPr lang="en-US" dirty="0" err="1"/>
              <a:t>larvivorous</a:t>
            </a:r>
            <a:r>
              <a:rPr lang="en-US" dirty="0"/>
              <a:t> fish</a:t>
            </a:r>
          </a:p>
          <a:p>
            <a:pPr lvl="1"/>
            <a:r>
              <a:rPr lang="en-US" dirty="0"/>
              <a:t>Environmental management and source reduction</a:t>
            </a:r>
          </a:p>
          <a:p>
            <a:pPr lvl="1"/>
            <a:r>
              <a:rPr lang="en-US" dirty="0"/>
              <a:t>Personal protection measures</a:t>
            </a:r>
          </a:p>
          <a:p>
            <a:endParaRPr lang="en-US" dirty="0"/>
          </a:p>
        </p:txBody>
      </p:sp>
    </p:spTree>
    <p:extLst>
      <p:ext uri="{BB962C8B-B14F-4D97-AF65-F5344CB8AC3E}">
        <p14:creationId xmlns:p14="http://schemas.microsoft.com/office/powerpoint/2010/main" val="41896951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DC294-8D28-09E2-4197-E7C972717EFD}"/>
              </a:ext>
            </a:extLst>
          </p:cNvPr>
          <p:cNvSpPr>
            <a:spLocks noGrp="1"/>
          </p:cNvSpPr>
          <p:nvPr>
            <p:ph type="title"/>
          </p:nvPr>
        </p:nvSpPr>
        <p:spPr/>
        <p:txBody>
          <a:bodyPr/>
          <a:lstStyle/>
          <a:p>
            <a:r>
              <a:rPr lang="en-US" dirty="0"/>
              <a:t>IRS and LLINs</a:t>
            </a:r>
          </a:p>
        </p:txBody>
      </p:sp>
      <p:sp>
        <p:nvSpPr>
          <p:cNvPr id="3" name="Content Placeholder 2">
            <a:extLst>
              <a:ext uri="{FF2B5EF4-FFF2-40B4-BE49-F238E27FC236}">
                <a16:creationId xmlns:a16="http://schemas.microsoft.com/office/drawing/2014/main" id="{9A20A1E7-05D9-714C-9A0D-0DEE32614316}"/>
              </a:ext>
            </a:extLst>
          </p:cNvPr>
          <p:cNvSpPr>
            <a:spLocks noGrp="1"/>
          </p:cNvSpPr>
          <p:nvPr>
            <p:ph idx="1"/>
          </p:nvPr>
        </p:nvSpPr>
        <p:spPr>
          <a:xfrm>
            <a:off x="762000" y="2261063"/>
            <a:ext cx="10668000" cy="3834938"/>
          </a:xfrm>
        </p:spPr>
        <p:txBody>
          <a:bodyPr numCol="2">
            <a:normAutofit lnSpcReduction="10000"/>
          </a:bodyPr>
          <a:lstStyle/>
          <a:p>
            <a:r>
              <a:rPr lang="en-US" b="1" dirty="0"/>
              <a:t>IRS</a:t>
            </a:r>
          </a:p>
          <a:p>
            <a:r>
              <a:rPr lang="en-US" dirty="0"/>
              <a:t>IRS remains a core intervention in appropriate areas.</a:t>
            </a:r>
          </a:p>
          <a:p>
            <a:r>
              <a:rPr lang="en-US" dirty="0"/>
              <a:t>It must be based on vector </a:t>
            </a:r>
            <a:r>
              <a:rPr lang="en-US" dirty="0" err="1"/>
              <a:t>behaviour</a:t>
            </a:r>
            <a:r>
              <a:rPr lang="en-US" dirty="0"/>
              <a:t>, susceptibility pattern, and operational quality.</a:t>
            </a:r>
          </a:p>
          <a:p>
            <a:r>
              <a:rPr lang="en-US" dirty="0"/>
              <a:t>Coverage, timing, spray quality, and monitoring all determine effectiveness.</a:t>
            </a:r>
          </a:p>
          <a:p>
            <a:r>
              <a:rPr lang="en-US" b="1" dirty="0"/>
              <a:t>LLINs</a:t>
            </a:r>
          </a:p>
          <a:p>
            <a:pPr lvl="1"/>
            <a:r>
              <a:rPr lang="en-US" dirty="0"/>
              <a:t>LLINs remain a major prevention tool in endemic and vulnerable settings.</a:t>
            </a:r>
          </a:p>
          <a:p>
            <a:pPr lvl="1"/>
            <a:r>
              <a:rPr lang="en-US" dirty="0"/>
              <a:t>Their value depends on correct targeting, high coverage, regular use, and </a:t>
            </a:r>
            <a:r>
              <a:rPr lang="en-US" dirty="0" err="1"/>
              <a:t>programme</a:t>
            </a:r>
            <a:r>
              <a:rPr lang="en-US" dirty="0"/>
              <a:t> monitoring.</a:t>
            </a:r>
          </a:p>
          <a:p>
            <a:pPr lvl="1"/>
            <a:r>
              <a:rPr lang="en-US" dirty="0"/>
              <a:t>LLINs are especially relevant in remote, tribal, forest and high-risk populations.</a:t>
            </a:r>
          </a:p>
          <a:p>
            <a:endParaRPr lang="en-US" dirty="0"/>
          </a:p>
        </p:txBody>
      </p:sp>
    </p:spTree>
    <p:extLst>
      <p:ext uri="{BB962C8B-B14F-4D97-AF65-F5344CB8AC3E}">
        <p14:creationId xmlns:p14="http://schemas.microsoft.com/office/powerpoint/2010/main" val="32593991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0479F5-59EA-43F3-BAFC-2606376EB6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408FA9-FEB4-D27B-6633-B1C6073E82E3}"/>
              </a:ext>
            </a:extLst>
          </p:cNvPr>
          <p:cNvSpPr>
            <a:spLocks noGrp="1"/>
          </p:cNvSpPr>
          <p:nvPr>
            <p:ph type="title"/>
          </p:nvPr>
        </p:nvSpPr>
        <p:spPr>
          <a:xfrm>
            <a:off x="762000" y="1528717"/>
            <a:ext cx="3810000" cy="3805283"/>
          </a:xfrm>
        </p:spPr>
        <p:txBody>
          <a:bodyPr>
            <a:normAutofit/>
          </a:bodyPr>
          <a:lstStyle/>
          <a:p>
            <a:r>
              <a:rPr lang="en-US" dirty="0"/>
              <a:t>Larval source management</a:t>
            </a:r>
          </a:p>
        </p:txBody>
      </p:sp>
      <p:graphicFrame>
        <p:nvGraphicFramePr>
          <p:cNvPr id="12" name="Content Placeholder 2">
            <a:extLst>
              <a:ext uri="{FF2B5EF4-FFF2-40B4-BE49-F238E27FC236}">
                <a16:creationId xmlns:a16="http://schemas.microsoft.com/office/drawing/2014/main" id="{59FA40E4-506A-7BDC-936D-2FB7D0C522F9}"/>
              </a:ext>
            </a:extLst>
          </p:cNvPr>
          <p:cNvGraphicFramePr>
            <a:graphicFrameLocks noGrp="1"/>
          </p:cNvGraphicFramePr>
          <p:nvPr>
            <p:ph idx="1"/>
            <p:extLst>
              <p:ext uri="{D42A27DB-BD31-4B8C-83A1-F6EECF244321}">
                <p14:modId xmlns:p14="http://schemas.microsoft.com/office/powerpoint/2010/main" val="43612452"/>
              </p:ext>
            </p:extLst>
          </p:nvPr>
        </p:nvGraphicFramePr>
        <p:xfrm>
          <a:off x="4572000" y="761999"/>
          <a:ext cx="6858000" cy="53435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629684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B0479F5-59EA-43F3-BAFC-2606376EB6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8251D9-3128-846D-F104-3D45F1B6B395}"/>
              </a:ext>
            </a:extLst>
          </p:cNvPr>
          <p:cNvSpPr>
            <a:spLocks noGrp="1"/>
          </p:cNvSpPr>
          <p:nvPr>
            <p:ph type="title"/>
          </p:nvPr>
        </p:nvSpPr>
        <p:spPr>
          <a:xfrm>
            <a:off x="762000" y="1528717"/>
            <a:ext cx="3810000" cy="3805283"/>
          </a:xfrm>
        </p:spPr>
        <p:txBody>
          <a:bodyPr>
            <a:normAutofit/>
          </a:bodyPr>
          <a:lstStyle/>
          <a:p>
            <a:r>
              <a:rPr lang="en-US" dirty="0"/>
              <a:t>Insecticide resistance monitoring</a:t>
            </a:r>
          </a:p>
        </p:txBody>
      </p:sp>
      <p:graphicFrame>
        <p:nvGraphicFramePr>
          <p:cNvPr id="5" name="Content Placeholder 2">
            <a:extLst>
              <a:ext uri="{FF2B5EF4-FFF2-40B4-BE49-F238E27FC236}">
                <a16:creationId xmlns:a16="http://schemas.microsoft.com/office/drawing/2014/main" id="{25147524-2796-C6A3-34F5-A4DEC01295D6}"/>
              </a:ext>
            </a:extLst>
          </p:cNvPr>
          <p:cNvGraphicFramePr>
            <a:graphicFrameLocks noGrp="1"/>
          </p:cNvGraphicFramePr>
          <p:nvPr>
            <p:ph idx="1"/>
            <p:extLst>
              <p:ext uri="{D42A27DB-BD31-4B8C-83A1-F6EECF244321}">
                <p14:modId xmlns:p14="http://schemas.microsoft.com/office/powerpoint/2010/main" val="2277973198"/>
              </p:ext>
            </p:extLst>
          </p:nvPr>
        </p:nvGraphicFramePr>
        <p:xfrm>
          <a:off x="4572000" y="761999"/>
          <a:ext cx="6858000" cy="53435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724012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B3933-E05B-C05A-5055-445C053B27F2}"/>
              </a:ext>
            </a:extLst>
          </p:cNvPr>
          <p:cNvSpPr>
            <a:spLocks noGrp="1"/>
          </p:cNvSpPr>
          <p:nvPr>
            <p:ph type="title"/>
          </p:nvPr>
        </p:nvSpPr>
        <p:spPr>
          <a:xfrm>
            <a:off x="762000" y="626226"/>
            <a:ext cx="9144000" cy="1263649"/>
          </a:xfrm>
        </p:spPr>
        <p:txBody>
          <a:bodyPr/>
          <a:lstStyle/>
          <a:p>
            <a:r>
              <a:rPr lang="en-US" dirty="0"/>
              <a:t>Special Paradigms</a:t>
            </a:r>
          </a:p>
        </p:txBody>
      </p:sp>
      <p:sp>
        <p:nvSpPr>
          <p:cNvPr id="3" name="Content Placeholder 2">
            <a:extLst>
              <a:ext uri="{FF2B5EF4-FFF2-40B4-BE49-F238E27FC236}">
                <a16:creationId xmlns:a16="http://schemas.microsoft.com/office/drawing/2014/main" id="{817E29DE-7661-59B3-56BF-EDCE20122041}"/>
              </a:ext>
            </a:extLst>
          </p:cNvPr>
          <p:cNvSpPr>
            <a:spLocks noGrp="1"/>
          </p:cNvSpPr>
          <p:nvPr>
            <p:ph idx="1"/>
          </p:nvPr>
        </p:nvSpPr>
        <p:spPr>
          <a:xfrm>
            <a:off x="762000" y="1363287"/>
            <a:ext cx="10668000" cy="4732714"/>
          </a:xfrm>
        </p:spPr>
        <p:txBody>
          <a:bodyPr numCol="3">
            <a:normAutofit fontScale="92500" lnSpcReduction="10000"/>
          </a:bodyPr>
          <a:lstStyle/>
          <a:p>
            <a:r>
              <a:rPr lang="en-US" b="1" dirty="0"/>
              <a:t>Migrant and mobile populations</a:t>
            </a:r>
          </a:p>
          <a:p>
            <a:pPr lvl="1"/>
            <a:r>
              <a:rPr lang="en-US" dirty="0"/>
              <a:t>They may carry infection across districts or states.</a:t>
            </a:r>
          </a:p>
          <a:p>
            <a:pPr lvl="1"/>
            <a:r>
              <a:rPr lang="en-US" dirty="0"/>
              <a:t>They may have poor access to diagnosis, treatment, or reporting systems.</a:t>
            </a:r>
          </a:p>
          <a:p>
            <a:pPr lvl="1"/>
            <a:r>
              <a:rPr lang="en-US" dirty="0"/>
              <a:t>They are often missed by routine passive surveillance.</a:t>
            </a:r>
          </a:p>
          <a:p>
            <a:pPr lvl="1"/>
            <a:endParaRPr lang="en-US" dirty="0"/>
          </a:p>
          <a:p>
            <a:pPr lvl="1"/>
            <a:endParaRPr lang="en-US" dirty="0"/>
          </a:p>
          <a:p>
            <a:pPr lvl="1"/>
            <a:endParaRPr lang="en-US" dirty="0"/>
          </a:p>
          <a:p>
            <a:r>
              <a:rPr lang="en-US" b="1" dirty="0"/>
              <a:t>Tribal and forest malaria</a:t>
            </a:r>
          </a:p>
          <a:p>
            <a:pPr lvl="1"/>
            <a:r>
              <a:rPr lang="en-US" dirty="0"/>
              <a:t>Residual transmission in India is strongly linked to </a:t>
            </a:r>
            <a:r>
              <a:rPr lang="en-US" b="1" dirty="0"/>
              <a:t>tribal, forested, and hard-to-reach settings</a:t>
            </a:r>
            <a:r>
              <a:rPr lang="en-US" dirty="0"/>
              <a:t>.</a:t>
            </a:r>
          </a:p>
          <a:p>
            <a:pPr lvl="1"/>
            <a:r>
              <a:rPr lang="en-US" dirty="0"/>
              <a:t>These settings need context-specific logistics, surveillance, vector control and SBCC strategies.</a:t>
            </a:r>
          </a:p>
          <a:p>
            <a:pPr lvl="1"/>
            <a:r>
              <a:rPr lang="en-US" dirty="0"/>
              <a:t>A Joint Tribal Action Plan has been supported through inter-ministerial collaboration.</a:t>
            </a:r>
          </a:p>
          <a:p>
            <a:r>
              <a:rPr lang="en-US" b="1" dirty="0"/>
              <a:t>Urban malaria</a:t>
            </a:r>
          </a:p>
          <a:p>
            <a:pPr lvl="1"/>
            <a:r>
              <a:rPr lang="en-US" dirty="0"/>
              <a:t>Urban malaria has a distinct ecology and operational challenge.</a:t>
            </a:r>
          </a:p>
          <a:p>
            <a:pPr lvl="1"/>
            <a:r>
              <a:rPr lang="en-US" i="1" dirty="0"/>
              <a:t>Anopheles </a:t>
            </a:r>
            <a:r>
              <a:rPr lang="en-US" i="1" dirty="0" err="1"/>
              <a:t>stephensi</a:t>
            </a:r>
            <a:r>
              <a:rPr lang="en-US" dirty="0"/>
              <a:t> is especially important for urban transmission.</a:t>
            </a:r>
          </a:p>
          <a:p>
            <a:pPr lvl="1"/>
            <a:r>
              <a:rPr lang="en-US" dirty="0"/>
              <a:t>Rapid urbanization, water storage practices, and informal settlements complicate elimination efforts.</a:t>
            </a:r>
          </a:p>
          <a:p>
            <a:endParaRPr lang="en-US" dirty="0"/>
          </a:p>
        </p:txBody>
      </p:sp>
    </p:spTree>
    <p:extLst>
      <p:ext uri="{BB962C8B-B14F-4D97-AF65-F5344CB8AC3E}">
        <p14:creationId xmlns:p14="http://schemas.microsoft.com/office/powerpoint/2010/main" val="1112070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0DB02BD-FF61-4042-BC21-4EFF543EC0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339411-60D9-FF0F-0552-352CB748FB2A}"/>
              </a:ext>
            </a:extLst>
          </p:cNvPr>
          <p:cNvSpPr>
            <a:spLocks noGrp="1"/>
          </p:cNvSpPr>
          <p:nvPr>
            <p:ph type="title"/>
          </p:nvPr>
        </p:nvSpPr>
        <p:spPr>
          <a:xfrm>
            <a:off x="762001" y="1524001"/>
            <a:ext cx="3047999" cy="1904999"/>
          </a:xfrm>
        </p:spPr>
        <p:txBody>
          <a:bodyPr anchor="b">
            <a:normAutofit/>
          </a:bodyPr>
          <a:lstStyle/>
          <a:p>
            <a:r>
              <a:rPr lang="en-US" dirty="0"/>
              <a:t>Community Participation</a:t>
            </a:r>
          </a:p>
        </p:txBody>
      </p:sp>
      <p:sp>
        <p:nvSpPr>
          <p:cNvPr id="11" name="Freeform: Shape 10">
            <a:extLst>
              <a:ext uri="{FF2B5EF4-FFF2-40B4-BE49-F238E27FC236}">
                <a16:creationId xmlns:a16="http://schemas.microsoft.com/office/drawing/2014/main" id="{5811A85E-38EA-465A-84F9-6230CF743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78285" y="0"/>
            <a:ext cx="874715" cy="6858001"/>
          </a:xfrm>
          <a:custGeom>
            <a:avLst/>
            <a:gdLst>
              <a:gd name="connsiteX0" fmla="*/ 669467 w 874715"/>
              <a:gd name="connsiteY0" fmla="*/ 3720275 h 6858001"/>
              <a:gd name="connsiteX1" fmla="*/ 710453 w 874715"/>
              <a:gd name="connsiteY1" fmla="*/ 3726292 h 6858001"/>
              <a:gd name="connsiteX2" fmla="*/ 710455 w 874715"/>
              <a:gd name="connsiteY2" fmla="*/ 3726292 h 6858001"/>
              <a:gd name="connsiteX3" fmla="*/ 669465 w 874715"/>
              <a:gd name="connsiteY3" fmla="*/ 3720275 h 6858001"/>
              <a:gd name="connsiteX4" fmla="*/ 834223 w 874715"/>
              <a:gd name="connsiteY4" fmla="*/ 3333751 h 6858001"/>
              <a:gd name="connsiteX5" fmla="*/ 446757 w 874715"/>
              <a:gd name="connsiteY5" fmla="*/ 3333751 h 6858001"/>
              <a:gd name="connsiteX6" fmla="*/ 441229 w 874715"/>
              <a:gd name="connsiteY6" fmla="*/ 3376550 h 6858001"/>
              <a:gd name="connsiteX7" fmla="*/ 437178 w 874715"/>
              <a:gd name="connsiteY7" fmla="*/ 3407910 h 6858001"/>
              <a:gd name="connsiteX8" fmla="*/ 435790 w 874715"/>
              <a:gd name="connsiteY8" fmla="*/ 3491262 h 6858001"/>
              <a:gd name="connsiteX9" fmla="*/ 429384 w 874715"/>
              <a:gd name="connsiteY9" fmla="*/ 3520658 h 6858001"/>
              <a:gd name="connsiteX10" fmla="*/ 427332 w 874715"/>
              <a:gd name="connsiteY10" fmla="*/ 3524252 h 6858001"/>
              <a:gd name="connsiteX11" fmla="*/ 427331 w 874715"/>
              <a:gd name="connsiteY11" fmla="*/ 3524252 h 6858001"/>
              <a:gd name="connsiteX12" fmla="*/ 413690 w 874715"/>
              <a:gd name="connsiteY12" fmla="*/ 3548145 h 6858001"/>
              <a:gd name="connsiteX13" fmla="*/ 408166 w 874715"/>
              <a:gd name="connsiteY13" fmla="*/ 3612089 h 6858001"/>
              <a:gd name="connsiteX14" fmla="*/ 421692 w 874715"/>
              <a:gd name="connsiteY14" fmla="*/ 3636610 h 6858001"/>
              <a:gd name="connsiteX15" fmla="*/ 445933 w 874715"/>
              <a:gd name="connsiteY15" fmla="*/ 3687609 h 6858001"/>
              <a:gd name="connsiteX16" fmla="*/ 443241 w 874715"/>
              <a:gd name="connsiteY16" fmla="*/ 3725049 h 6858001"/>
              <a:gd name="connsiteX17" fmla="*/ 455589 w 874715"/>
              <a:gd name="connsiteY17" fmla="*/ 3723372 h 6858001"/>
              <a:gd name="connsiteX18" fmla="*/ 544787 w 874715"/>
              <a:gd name="connsiteY18" fmla="*/ 3712739 h 6858001"/>
              <a:gd name="connsiteX19" fmla="*/ 544802 w 874715"/>
              <a:gd name="connsiteY19" fmla="*/ 3712740 h 6858001"/>
              <a:gd name="connsiteX20" fmla="*/ 544786 w 874715"/>
              <a:gd name="connsiteY20" fmla="*/ 3712740 h 6858001"/>
              <a:gd name="connsiteX21" fmla="*/ 455588 w 874715"/>
              <a:gd name="connsiteY21" fmla="*/ 3723373 h 6858001"/>
              <a:gd name="connsiteX22" fmla="*/ 443240 w 874715"/>
              <a:gd name="connsiteY22" fmla="*/ 3725050 h 6858001"/>
              <a:gd name="connsiteX23" fmla="*/ 441884 w 874715"/>
              <a:gd name="connsiteY23" fmla="*/ 3743904 h 6858001"/>
              <a:gd name="connsiteX24" fmla="*/ 442266 w 874715"/>
              <a:gd name="connsiteY24" fmla="*/ 3764306 h 6858001"/>
              <a:gd name="connsiteX25" fmla="*/ 433692 w 874715"/>
              <a:gd name="connsiteY25" fmla="*/ 3834135 h 6858001"/>
              <a:gd name="connsiteX26" fmla="*/ 428740 w 874715"/>
              <a:gd name="connsiteY26" fmla="*/ 3898864 h 6858001"/>
              <a:gd name="connsiteX27" fmla="*/ 444932 w 874715"/>
              <a:gd name="connsiteY27" fmla="*/ 4062061 h 6858001"/>
              <a:gd name="connsiteX28" fmla="*/ 441122 w 874715"/>
              <a:gd name="connsiteY28" fmla="*/ 4187207 h 6858001"/>
              <a:gd name="connsiteX29" fmla="*/ 444932 w 874715"/>
              <a:gd name="connsiteY29" fmla="*/ 4244874 h 6858001"/>
              <a:gd name="connsiteX30" fmla="*/ 450648 w 874715"/>
              <a:gd name="connsiteY30" fmla="*/ 4277434 h 6858001"/>
              <a:gd name="connsiteX31" fmla="*/ 490464 w 874715"/>
              <a:gd name="connsiteY31" fmla="*/ 4351188 h 6858001"/>
              <a:gd name="connsiteX32" fmla="*/ 499418 w 874715"/>
              <a:gd name="connsiteY32" fmla="*/ 4391596 h 6858001"/>
              <a:gd name="connsiteX33" fmla="*/ 498656 w 874715"/>
              <a:gd name="connsiteY33" fmla="*/ 4513209 h 6858001"/>
              <a:gd name="connsiteX34" fmla="*/ 438646 w 874715"/>
              <a:gd name="connsiteY34" fmla="*/ 4695629 h 6858001"/>
              <a:gd name="connsiteX35" fmla="*/ 430644 w 874715"/>
              <a:gd name="connsiteY35" fmla="*/ 4714658 h 6858001"/>
              <a:gd name="connsiteX36" fmla="*/ 420737 w 874715"/>
              <a:gd name="connsiteY36" fmla="*/ 4807436 h 6858001"/>
              <a:gd name="connsiteX37" fmla="*/ 434264 w 874715"/>
              <a:gd name="connsiteY37" fmla="*/ 4870400 h 6858001"/>
              <a:gd name="connsiteX38" fmla="*/ 462269 w 874715"/>
              <a:gd name="connsiteY38" fmla="*/ 4956119 h 6858001"/>
              <a:gd name="connsiteX39" fmla="*/ 485701 w 874715"/>
              <a:gd name="connsiteY39" fmla="*/ 5033207 h 6858001"/>
              <a:gd name="connsiteX40" fmla="*/ 512180 w 874715"/>
              <a:gd name="connsiteY40" fmla="*/ 5089305 h 6858001"/>
              <a:gd name="connsiteX41" fmla="*/ 531613 w 874715"/>
              <a:gd name="connsiteY41" fmla="*/ 5217589 h 6858001"/>
              <a:gd name="connsiteX42" fmla="*/ 534851 w 874715"/>
              <a:gd name="connsiteY42" fmla="*/ 5230926 h 6858001"/>
              <a:gd name="connsiteX43" fmla="*/ 511228 w 874715"/>
              <a:gd name="connsiteY43" fmla="*/ 5327433 h 6858001"/>
              <a:gd name="connsiteX44" fmla="*/ 487225 w 874715"/>
              <a:gd name="connsiteY44" fmla="*/ 5443357 h 6858001"/>
              <a:gd name="connsiteX45" fmla="*/ 495416 w 874715"/>
              <a:gd name="connsiteY45" fmla="*/ 5484746 h 6858001"/>
              <a:gd name="connsiteX46" fmla="*/ 507038 w 874715"/>
              <a:gd name="connsiteY46" fmla="*/ 5541432 h 6858001"/>
              <a:gd name="connsiteX47" fmla="*/ 500942 w 874715"/>
              <a:gd name="connsiteY47" fmla="*/ 5594001 h 6858001"/>
              <a:gd name="connsiteX48" fmla="*/ 500370 w 874715"/>
              <a:gd name="connsiteY48" fmla="*/ 5625974 h 6858001"/>
              <a:gd name="connsiteX49" fmla="*/ 571618 w 874715"/>
              <a:gd name="connsiteY49" fmla="*/ 5771911 h 6858001"/>
              <a:gd name="connsiteX50" fmla="*/ 577524 w 874715"/>
              <a:gd name="connsiteY50" fmla="*/ 5808982 h 6858001"/>
              <a:gd name="connsiteX51" fmla="*/ 586289 w 874715"/>
              <a:gd name="connsiteY51" fmla="*/ 5829971 h 6858001"/>
              <a:gd name="connsiteX52" fmla="*/ 674684 w 874715"/>
              <a:gd name="connsiteY52" fmla="*/ 5956490 h 6858001"/>
              <a:gd name="connsiteX53" fmla="*/ 692590 w 874715"/>
              <a:gd name="connsiteY53" fmla="*/ 6010235 h 6858001"/>
              <a:gd name="connsiteX54" fmla="*/ 688970 w 874715"/>
              <a:gd name="connsiteY54" fmla="*/ 6069276 h 6858001"/>
              <a:gd name="connsiteX55" fmla="*/ 682494 w 874715"/>
              <a:gd name="connsiteY55" fmla="*/ 6103407 h 6858001"/>
              <a:gd name="connsiteX56" fmla="*/ 626294 w 874715"/>
              <a:gd name="connsiteY56" fmla="*/ 6188144 h 6858001"/>
              <a:gd name="connsiteX57" fmla="*/ 628200 w 874715"/>
              <a:gd name="connsiteY57" fmla="*/ 6236396 h 6858001"/>
              <a:gd name="connsiteX58" fmla="*/ 666871 w 874715"/>
              <a:gd name="connsiteY58" fmla="*/ 6311718 h 6858001"/>
              <a:gd name="connsiteX59" fmla="*/ 684208 w 874715"/>
              <a:gd name="connsiteY59" fmla="*/ 6448435 h 6858001"/>
              <a:gd name="connsiteX60" fmla="*/ 630104 w 874715"/>
              <a:gd name="connsiteY60" fmla="*/ 6517873 h 6858001"/>
              <a:gd name="connsiteX61" fmla="*/ 578096 w 874715"/>
              <a:gd name="connsiteY61" fmla="*/ 6553767 h 6858001"/>
              <a:gd name="connsiteX62" fmla="*/ 517706 w 874715"/>
              <a:gd name="connsiteY62" fmla="*/ 6657533 h 6858001"/>
              <a:gd name="connsiteX63" fmla="*/ 540185 w 874715"/>
              <a:gd name="connsiteY63" fmla="*/ 6682250 h 6858001"/>
              <a:gd name="connsiteX64" fmla="*/ 549712 w 874715"/>
              <a:gd name="connsiteY64" fmla="*/ 6758356 h 6858001"/>
              <a:gd name="connsiteX65" fmla="*/ 548950 w 874715"/>
              <a:gd name="connsiteY65" fmla="*/ 6840738 h 6858001"/>
              <a:gd name="connsiteX66" fmla="*/ 556149 w 874715"/>
              <a:gd name="connsiteY66" fmla="*/ 6858001 h 6858001"/>
              <a:gd name="connsiteX67" fmla="*/ 760427 w 874715"/>
              <a:gd name="connsiteY67" fmla="*/ 6858001 h 6858001"/>
              <a:gd name="connsiteX68" fmla="*/ 763269 w 874715"/>
              <a:gd name="connsiteY68" fmla="*/ 6846819 h 6858001"/>
              <a:gd name="connsiteX69" fmla="*/ 784795 w 874715"/>
              <a:gd name="connsiteY69" fmla="*/ 6678324 h 6858001"/>
              <a:gd name="connsiteX70" fmla="*/ 805560 w 874715"/>
              <a:gd name="connsiteY70" fmla="*/ 6504338 h 6858001"/>
              <a:gd name="connsiteX71" fmla="*/ 812418 w 874715"/>
              <a:gd name="connsiteY71" fmla="*/ 6408814 h 6858001"/>
              <a:gd name="connsiteX72" fmla="*/ 823279 w 874715"/>
              <a:gd name="connsiteY72" fmla="*/ 6325450 h 6858001"/>
              <a:gd name="connsiteX73" fmla="*/ 830137 w 874715"/>
              <a:gd name="connsiteY73" fmla="*/ 6252873 h 6858001"/>
              <a:gd name="connsiteX74" fmla="*/ 844043 w 874715"/>
              <a:gd name="connsiteY74" fmla="*/ 6137341 h 6858001"/>
              <a:gd name="connsiteX75" fmla="*/ 847663 w 874715"/>
              <a:gd name="connsiteY75" fmla="*/ 6089284 h 6858001"/>
              <a:gd name="connsiteX76" fmla="*/ 847471 w 874715"/>
              <a:gd name="connsiteY76" fmla="*/ 5975908 h 6858001"/>
              <a:gd name="connsiteX77" fmla="*/ 845567 w 874715"/>
              <a:gd name="connsiteY77" fmla="*/ 5936481 h 6858001"/>
              <a:gd name="connsiteX78" fmla="*/ 821945 w 874715"/>
              <a:gd name="connsiteY78" fmla="*/ 5860571 h 6858001"/>
              <a:gd name="connsiteX79" fmla="*/ 820231 w 874715"/>
              <a:gd name="connsiteY79" fmla="*/ 5851549 h 6858001"/>
              <a:gd name="connsiteX80" fmla="*/ 810894 w 874715"/>
              <a:gd name="connsiteY80" fmla="*/ 5801726 h 6858001"/>
              <a:gd name="connsiteX81" fmla="*/ 807846 w 874715"/>
              <a:gd name="connsiteY81" fmla="*/ 5774460 h 6858001"/>
              <a:gd name="connsiteX82" fmla="*/ 788415 w 874715"/>
              <a:gd name="connsiteY82" fmla="*/ 5670892 h 6858001"/>
              <a:gd name="connsiteX83" fmla="*/ 779271 w 874715"/>
              <a:gd name="connsiteY83" fmla="*/ 5611265 h 6858001"/>
              <a:gd name="connsiteX84" fmla="*/ 780605 w 874715"/>
              <a:gd name="connsiteY84" fmla="*/ 5563010 h 6858001"/>
              <a:gd name="connsiteX85" fmla="*/ 782319 w 874715"/>
              <a:gd name="connsiteY85" fmla="*/ 5478272 h 6858001"/>
              <a:gd name="connsiteX86" fmla="*/ 786701 w 874715"/>
              <a:gd name="connsiteY86" fmla="*/ 5451203 h 6858001"/>
              <a:gd name="connsiteX87" fmla="*/ 774127 w 874715"/>
              <a:gd name="connsiteY87" fmla="*/ 5328805 h 6858001"/>
              <a:gd name="connsiteX88" fmla="*/ 773175 w 874715"/>
              <a:gd name="connsiteY88" fmla="*/ 5258975 h 6858001"/>
              <a:gd name="connsiteX89" fmla="*/ 757552 w 874715"/>
              <a:gd name="connsiteY89" fmla="*/ 5180319 h 6858001"/>
              <a:gd name="connsiteX90" fmla="*/ 758314 w 874715"/>
              <a:gd name="connsiteY90" fmla="*/ 5157370 h 6858001"/>
              <a:gd name="connsiteX91" fmla="*/ 759649 w 874715"/>
              <a:gd name="connsiteY91" fmla="*/ 5131673 h 6858001"/>
              <a:gd name="connsiteX92" fmla="*/ 760793 w 874715"/>
              <a:gd name="connsiteY92" fmla="*/ 5052820 h 6858001"/>
              <a:gd name="connsiteX93" fmla="*/ 766507 w 874715"/>
              <a:gd name="connsiteY93" fmla="*/ 5004959 h 6858001"/>
              <a:gd name="connsiteX94" fmla="*/ 763079 w 874715"/>
              <a:gd name="connsiteY94" fmla="*/ 4913751 h 6858001"/>
              <a:gd name="connsiteX95" fmla="*/ 768031 w 874715"/>
              <a:gd name="connsiteY95" fmla="*/ 4880011 h 6858001"/>
              <a:gd name="connsiteX96" fmla="*/ 768603 w 874715"/>
              <a:gd name="connsiteY96" fmla="*/ 4794687 h 6858001"/>
              <a:gd name="connsiteX97" fmla="*/ 765745 w 874715"/>
              <a:gd name="connsiteY97" fmla="*/ 4718187 h 6858001"/>
              <a:gd name="connsiteX98" fmla="*/ 767269 w 874715"/>
              <a:gd name="connsiteY98" fmla="*/ 4644434 h 6858001"/>
              <a:gd name="connsiteX99" fmla="*/ 773555 w 874715"/>
              <a:gd name="connsiteY99" fmla="*/ 4591670 h 6858001"/>
              <a:gd name="connsiteX100" fmla="*/ 777365 w 874715"/>
              <a:gd name="connsiteY100" fmla="*/ 4534394 h 6858001"/>
              <a:gd name="connsiteX101" fmla="*/ 800036 w 874715"/>
              <a:gd name="connsiteY101" fmla="*/ 4376493 h 6858001"/>
              <a:gd name="connsiteX102" fmla="*/ 794512 w 874715"/>
              <a:gd name="connsiteY102" fmla="*/ 4347267 h 6858001"/>
              <a:gd name="connsiteX103" fmla="*/ 789368 w 874715"/>
              <a:gd name="connsiteY103" fmla="*/ 4181322 h 6858001"/>
              <a:gd name="connsiteX104" fmla="*/ 789750 w 874715"/>
              <a:gd name="connsiteY104" fmla="*/ 4145230 h 6858001"/>
              <a:gd name="connsiteX105" fmla="*/ 767269 w 874715"/>
              <a:gd name="connsiteY105" fmla="*/ 4048330 h 6858001"/>
              <a:gd name="connsiteX106" fmla="*/ 802894 w 874715"/>
              <a:gd name="connsiteY106" fmla="*/ 3898864 h 6858001"/>
              <a:gd name="connsiteX107" fmla="*/ 847471 w 874715"/>
              <a:gd name="connsiteY107" fmla="*/ 3759007 h 6858001"/>
              <a:gd name="connsiteX108" fmla="*/ 848163 w 874715"/>
              <a:gd name="connsiteY108" fmla="*/ 3756136 h 6858001"/>
              <a:gd name="connsiteX109" fmla="*/ 819543 w 874715"/>
              <a:gd name="connsiteY109" fmla="*/ 3748731 h 6858001"/>
              <a:gd name="connsiteX110" fmla="*/ 819313 w 874715"/>
              <a:gd name="connsiteY110" fmla="*/ 3748682 h 6858001"/>
              <a:gd name="connsiteX111" fmla="*/ 819544 w 874715"/>
              <a:gd name="connsiteY111" fmla="*/ 3748730 h 6858001"/>
              <a:gd name="connsiteX112" fmla="*/ 848164 w 874715"/>
              <a:gd name="connsiteY112" fmla="*/ 3756135 h 6858001"/>
              <a:gd name="connsiteX113" fmla="*/ 849545 w 874715"/>
              <a:gd name="connsiteY113" fmla="*/ 3750401 h 6858001"/>
              <a:gd name="connsiteX114" fmla="*/ 853189 w 874715"/>
              <a:gd name="connsiteY114" fmla="*/ 3741353 h 6858001"/>
              <a:gd name="connsiteX115" fmla="*/ 862905 w 874715"/>
              <a:gd name="connsiteY115" fmla="*/ 3691138 h 6858001"/>
              <a:gd name="connsiteX116" fmla="*/ 866333 w 874715"/>
              <a:gd name="connsiteY116" fmla="*/ 3628959 h 6858001"/>
              <a:gd name="connsiteX117" fmla="*/ 874715 w 874715"/>
              <a:gd name="connsiteY117" fmla="*/ 3550106 h 6858001"/>
              <a:gd name="connsiteX118" fmla="*/ 871487 w 874715"/>
              <a:gd name="connsiteY118" fmla="*/ 3524252 h 6858001"/>
              <a:gd name="connsiteX119" fmla="*/ 871488 w 874715"/>
              <a:gd name="connsiteY119" fmla="*/ 3524252 h 6858001"/>
              <a:gd name="connsiteX120" fmla="*/ 870763 w 874715"/>
              <a:gd name="connsiteY120" fmla="*/ 3518451 h 6858001"/>
              <a:gd name="connsiteX121" fmla="*/ 864238 w 874715"/>
              <a:gd name="connsiteY121" fmla="*/ 3486946 h 6858001"/>
              <a:gd name="connsiteX122" fmla="*/ 848618 w 874715"/>
              <a:gd name="connsiteY122" fmla="*/ 3398677 h 6858001"/>
              <a:gd name="connsiteX123" fmla="*/ 837595 w 874715"/>
              <a:gd name="connsiteY123" fmla="*/ 3365728 h 6858001"/>
              <a:gd name="connsiteX124" fmla="*/ 834829 w 874715"/>
              <a:gd name="connsiteY124" fmla="*/ 3357461 h 6858001"/>
              <a:gd name="connsiteX125" fmla="*/ 513783 w 874715"/>
              <a:gd name="connsiteY125" fmla="*/ 0 h 6858001"/>
              <a:gd name="connsiteX126" fmla="*/ 72334 w 874715"/>
              <a:gd name="connsiteY126" fmla="*/ 0 h 6858001"/>
              <a:gd name="connsiteX127" fmla="*/ 75447 w 874715"/>
              <a:gd name="connsiteY127" fmla="*/ 27991 h 6858001"/>
              <a:gd name="connsiteX128" fmla="*/ 88115 w 874715"/>
              <a:gd name="connsiteY128" fmla="*/ 134133 h 6858001"/>
              <a:gd name="connsiteX129" fmla="*/ 62778 w 874715"/>
              <a:gd name="connsiteY129" fmla="*/ 221224 h 6858001"/>
              <a:gd name="connsiteX130" fmla="*/ 62206 w 874715"/>
              <a:gd name="connsiteY130" fmla="*/ 247312 h 6858001"/>
              <a:gd name="connsiteX131" fmla="*/ 72113 w 874715"/>
              <a:gd name="connsiteY131" fmla="*/ 305764 h 6858001"/>
              <a:gd name="connsiteX132" fmla="*/ 65445 w 874715"/>
              <a:gd name="connsiteY132" fmla="*/ 426397 h 6858001"/>
              <a:gd name="connsiteX133" fmla="*/ 55348 w 874715"/>
              <a:gd name="connsiteY133" fmla="*/ 470924 h 6858001"/>
              <a:gd name="connsiteX134" fmla="*/ 48870 w 874715"/>
              <a:gd name="connsiteY134" fmla="*/ 495638 h 6858001"/>
              <a:gd name="connsiteX135" fmla="*/ 30963 w 874715"/>
              <a:gd name="connsiteY135" fmla="*/ 622548 h 6858001"/>
              <a:gd name="connsiteX136" fmla="*/ 11723 w 874715"/>
              <a:gd name="connsiteY136" fmla="*/ 679040 h 6858001"/>
              <a:gd name="connsiteX137" fmla="*/ 8865 w 874715"/>
              <a:gd name="connsiteY137" fmla="*/ 694341 h 6858001"/>
              <a:gd name="connsiteX138" fmla="*/ 16865 w 874715"/>
              <a:gd name="connsiteY138" fmla="*/ 778095 h 6858001"/>
              <a:gd name="connsiteX139" fmla="*/ 47918 w 874715"/>
              <a:gd name="connsiteY139" fmla="*/ 840866 h 6858001"/>
              <a:gd name="connsiteX140" fmla="*/ 58396 w 874715"/>
              <a:gd name="connsiteY140" fmla="*/ 853028 h 6858001"/>
              <a:gd name="connsiteX141" fmla="*/ 54776 w 874715"/>
              <a:gd name="connsiteY141" fmla="*/ 1027995 h 6858001"/>
              <a:gd name="connsiteX142" fmla="*/ 50394 w 874715"/>
              <a:gd name="connsiteY142" fmla="*/ 1054866 h 6858001"/>
              <a:gd name="connsiteX143" fmla="*/ 68683 w 874715"/>
              <a:gd name="connsiteY143" fmla="*/ 1184720 h 6858001"/>
              <a:gd name="connsiteX144" fmla="*/ 72303 w 874715"/>
              <a:gd name="connsiteY144" fmla="*/ 1222576 h 6858001"/>
              <a:gd name="connsiteX145" fmla="*/ 88687 w 874715"/>
              <a:gd name="connsiteY145" fmla="*/ 1358313 h 6858001"/>
              <a:gd name="connsiteX146" fmla="*/ 73447 w 874715"/>
              <a:gd name="connsiteY146" fmla="*/ 1377535 h 6858001"/>
              <a:gd name="connsiteX147" fmla="*/ 35153 w 874715"/>
              <a:gd name="connsiteY147" fmla="*/ 1432851 h 6858001"/>
              <a:gd name="connsiteX148" fmla="*/ 1244 w 874715"/>
              <a:gd name="connsiteY148" fmla="*/ 1541910 h 6858001"/>
              <a:gd name="connsiteX149" fmla="*/ 3149 w 874715"/>
              <a:gd name="connsiteY149" fmla="*/ 1571529 h 6858001"/>
              <a:gd name="connsiteX150" fmla="*/ 59730 w 874715"/>
              <a:gd name="connsiteY150" fmla="*/ 1646459 h 6858001"/>
              <a:gd name="connsiteX151" fmla="*/ 82399 w 874715"/>
              <a:gd name="connsiteY151" fmla="*/ 1682944 h 6858001"/>
              <a:gd name="connsiteX152" fmla="*/ 124120 w 874715"/>
              <a:gd name="connsiteY152" fmla="*/ 1786511 h 6858001"/>
              <a:gd name="connsiteX153" fmla="*/ 131741 w 874715"/>
              <a:gd name="connsiteY153" fmla="*/ 1795142 h 6858001"/>
              <a:gd name="connsiteX154" fmla="*/ 222232 w 874715"/>
              <a:gd name="connsiteY154" fmla="*/ 1871640 h 6858001"/>
              <a:gd name="connsiteX155" fmla="*/ 237662 w 874715"/>
              <a:gd name="connsiteY155" fmla="*/ 1888901 h 6858001"/>
              <a:gd name="connsiteX156" fmla="*/ 261667 w 874715"/>
              <a:gd name="connsiteY156" fmla="*/ 1909694 h 6858001"/>
              <a:gd name="connsiteX157" fmla="*/ 308150 w 874715"/>
              <a:gd name="connsiteY157" fmla="*/ 1974618 h 6858001"/>
              <a:gd name="connsiteX158" fmla="*/ 323009 w 874715"/>
              <a:gd name="connsiteY158" fmla="*/ 2055042 h 6858001"/>
              <a:gd name="connsiteX159" fmla="*/ 345680 w 874715"/>
              <a:gd name="connsiteY159" fmla="*/ 2152137 h 6858001"/>
              <a:gd name="connsiteX160" fmla="*/ 360920 w 874715"/>
              <a:gd name="connsiteY160" fmla="*/ 2192740 h 6858001"/>
              <a:gd name="connsiteX161" fmla="*/ 389877 w 874715"/>
              <a:gd name="connsiteY161" fmla="*/ 2301603 h 6858001"/>
              <a:gd name="connsiteX162" fmla="*/ 414262 w 874715"/>
              <a:gd name="connsiteY162" fmla="*/ 2379279 h 6858001"/>
              <a:gd name="connsiteX163" fmla="*/ 428551 w 874715"/>
              <a:gd name="connsiteY163" fmla="*/ 2491281 h 6858001"/>
              <a:gd name="connsiteX164" fmla="*/ 429121 w 874715"/>
              <a:gd name="connsiteY164" fmla="*/ 2545615 h 6858001"/>
              <a:gd name="connsiteX165" fmla="*/ 502275 w 874715"/>
              <a:gd name="connsiteY165" fmla="*/ 2645455 h 6858001"/>
              <a:gd name="connsiteX166" fmla="*/ 550665 w 874715"/>
              <a:gd name="connsiteY166" fmla="*/ 2725094 h 6858001"/>
              <a:gd name="connsiteX167" fmla="*/ 527232 w 874715"/>
              <a:gd name="connsiteY167" fmla="*/ 2808850 h 6858001"/>
              <a:gd name="connsiteX168" fmla="*/ 505133 w 874715"/>
              <a:gd name="connsiteY168" fmla="*/ 2831604 h 6858001"/>
              <a:gd name="connsiteX169" fmla="*/ 484178 w 874715"/>
              <a:gd name="connsiteY169" fmla="*/ 2968910 h 6858001"/>
              <a:gd name="connsiteX170" fmla="*/ 483416 w 874715"/>
              <a:gd name="connsiteY170" fmla="*/ 3165061 h 6858001"/>
              <a:gd name="connsiteX171" fmla="*/ 447744 w 874715"/>
              <a:gd name="connsiteY171" fmla="*/ 3326101 h 6858001"/>
              <a:gd name="connsiteX172" fmla="*/ 446756 w 874715"/>
              <a:gd name="connsiteY172" fmla="*/ 3333750 h 6858001"/>
              <a:gd name="connsiteX173" fmla="*/ 834222 w 874715"/>
              <a:gd name="connsiteY173" fmla="*/ 3333750 h 6858001"/>
              <a:gd name="connsiteX174" fmla="*/ 833756 w 874715"/>
              <a:gd name="connsiteY174" fmla="*/ 3315508 h 6858001"/>
              <a:gd name="connsiteX175" fmla="*/ 851283 w 874715"/>
              <a:gd name="connsiteY175" fmla="*/ 3289224 h 6858001"/>
              <a:gd name="connsiteX176" fmla="*/ 866523 w 874715"/>
              <a:gd name="connsiteY176" fmla="*/ 3248621 h 6858001"/>
              <a:gd name="connsiteX177" fmla="*/ 848234 w 874715"/>
              <a:gd name="connsiteY177" fmla="*/ 3203506 h 6858001"/>
              <a:gd name="connsiteX178" fmla="*/ 810325 w 874715"/>
              <a:gd name="connsiteY178" fmla="*/ 3097977 h 6858001"/>
              <a:gd name="connsiteX179" fmla="*/ 808609 w 874715"/>
              <a:gd name="connsiteY179" fmla="*/ 3031285 h 6858001"/>
              <a:gd name="connsiteX180" fmla="*/ 792417 w 874715"/>
              <a:gd name="connsiteY180" fmla="*/ 2886329 h 6858001"/>
              <a:gd name="connsiteX181" fmla="*/ 769366 w 874715"/>
              <a:gd name="connsiteY181" fmla="*/ 2791590 h 6858001"/>
              <a:gd name="connsiteX182" fmla="*/ 743267 w 874715"/>
              <a:gd name="connsiteY182" fmla="*/ 2723527 h 6858001"/>
              <a:gd name="connsiteX183" fmla="*/ 709166 w 874715"/>
              <a:gd name="connsiteY183" fmla="*/ 2626038 h 6858001"/>
              <a:gd name="connsiteX184" fmla="*/ 691449 w 874715"/>
              <a:gd name="connsiteY184" fmla="*/ 2528158 h 6858001"/>
              <a:gd name="connsiteX185" fmla="*/ 669159 w 874715"/>
              <a:gd name="connsiteY185" fmla="*/ 2457348 h 6858001"/>
              <a:gd name="connsiteX186" fmla="*/ 653918 w 874715"/>
              <a:gd name="connsiteY186" fmla="*/ 2370844 h 6858001"/>
              <a:gd name="connsiteX187" fmla="*/ 653348 w 874715"/>
              <a:gd name="connsiteY187" fmla="*/ 2298269 h 6858001"/>
              <a:gd name="connsiteX188" fmla="*/ 656014 w 874715"/>
              <a:gd name="connsiteY188" fmla="*/ 2184501 h 6858001"/>
              <a:gd name="connsiteX189" fmla="*/ 609913 w 874715"/>
              <a:gd name="connsiteY189" fmla="*/ 2045235 h 6858001"/>
              <a:gd name="connsiteX190" fmla="*/ 599624 w 874715"/>
              <a:gd name="connsiteY190" fmla="*/ 1988939 h 6858001"/>
              <a:gd name="connsiteX191" fmla="*/ 594862 w 874715"/>
              <a:gd name="connsiteY191" fmla="*/ 1935977 h 6858001"/>
              <a:gd name="connsiteX192" fmla="*/ 564191 w 874715"/>
              <a:gd name="connsiteY192" fmla="*/ 1823583 h 6858001"/>
              <a:gd name="connsiteX193" fmla="*/ 554093 w 874715"/>
              <a:gd name="connsiteY193" fmla="*/ 1777881 h 6858001"/>
              <a:gd name="connsiteX194" fmla="*/ 554285 w 874715"/>
              <a:gd name="connsiteY194" fmla="*/ 1713934 h 6858001"/>
              <a:gd name="connsiteX195" fmla="*/ 540186 w 874715"/>
              <a:gd name="connsiteY195" fmla="*/ 1597617 h 6858001"/>
              <a:gd name="connsiteX196" fmla="*/ 499037 w 874715"/>
              <a:gd name="connsiteY196" fmla="*/ 1481495 h 6858001"/>
              <a:gd name="connsiteX197" fmla="*/ 503037 w 874715"/>
              <a:gd name="connsiteY197" fmla="*/ 1432262 h 6858001"/>
              <a:gd name="connsiteX198" fmla="*/ 502085 w 874715"/>
              <a:gd name="connsiteY198" fmla="*/ 1414609 h 6858001"/>
              <a:gd name="connsiteX199" fmla="*/ 479414 w 874715"/>
              <a:gd name="connsiteY199" fmla="*/ 1255923 h 6858001"/>
              <a:gd name="connsiteX200" fmla="*/ 476938 w 874715"/>
              <a:gd name="connsiteY200" fmla="*/ 1240034 h 6858001"/>
              <a:gd name="connsiteX201" fmla="*/ 456745 w 874715"/>
              <a:gd name="connsiteY201" fmla="*/ 1165498 h 6858001"/>
              <a:gd name="connsiteX202" fmla="*/ 444171 w 874715"/>
              <a:gd name="connsiteY202" fmla="*/ 977582 h 6858001"/>
              <a:gd name="connsiteX203" fmla="*/ 442647 w 874715"/>
              <a:gd name="connsiteY203" fmla="*/ 966011 h 6858001"/>
              <a:gd name="connsiteX204" fmla="*/ 452743 w 874715"/>
              <a:gd name="connsiteY204" fmla="*/ 903045 h 6858001"/>
              <a:gd name="connsiteX205" fmla="*/ 467032 w 874715"/>
              <a:gd name="connsiteY205" fmla="*/ 871859 h 6858001"/>
              <a:gd name="connsiteX206" fmla="*/ 481892 w 874715"/>
              <a:gd name="connsiteY206" fmla="*/ 823213 h 6858001"/>
              <a:gd name="connsiteX207" fmla="*/ 487416 w 874715"/>
              <a:gd name="connsiteY207" fmla="*/ 773781 h 6858001"/>
              <a:gd name="connsiteX208" fmla="*/ 464936 w 874715"/>
              <a:gd name="connsiteY208" fmla="*/ 690809 h 6858001"/>
              <a:gd name="connsiteX209" fmla="*/ 462650 w 874715"/>
              <a:gd name="connsiteY209" fmla="*/ 660603 h 6858001"/>
              <a:gd name="connsiteX210" fmla="*/ 451791 w 874715"/>
              <a:gd name="connsiteY210" fmla="*/ 593322 h 6858001"/>
              <a:gd name="connsiteX211" fmla="*/ 452553 w 874715"/>
              <a:gd name="connsiteY211" fmla="*/ 534478 h 6858001"/>
              <a:gd name="connsiteX212" fmla="*/ 469890 w 874715"/>
              <a:gd name="connsiteY212" fmla="*/ 487205 h 6858001"/>
              <a:gd name="connsiteX213" fmla="*/ 473318 w 874715"/>
              <a:gd name="connsiteY213" fmla="*/ 418552 h 6858001"/>
              <a:gd name="connsiteX214" fmla="*/ 460746 w 874715"/>
              <a:gd name="connsiteY214" fmla="*/ 374220 h 6858001"/>
              <a:gd name="connsiteX215" fmla="*/ 459032 w 874715"/>
              <a:gd name="connsiteY215" fmla="*/ 365198 h 6858001"/>
              <a:gd name="connsiteX216" fmla="*/ 458267 w 874715"/>
              <a:gd name="connsiteY216" fmla="*/ 249272 h 6858001"/>
              <a:gd name="connsiteX217" fmla="*/ 496179 w 874715"/>
              <a:gd name="connsiteY217" fmla="*/ 104514 h 6858001"/>
              <a:gd name="connsiteX218" fmla="*/ 504181 w 874715"/>
              <a:gd name="connsiteY218" fmla="*/ 80583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Lst>
            <a:rect l="l" t="t" r="r" b="b"/>
            <a:pathLst>
              <a:path w="874715" h="6858001">
                <a:moveTo>
                  <a:pt x="669467" y="3720275"/>
                </a:moveTo>
                <a:lnTo>
                  <a:pt x="710453" y="3726292"/>
                </a:lnTo>
                <a:lnTo>
                  <a:pt x="710455" y="3726292"/>
                </a:lnTo>
                <a:lnTo>
                  <a:pt x="669465" y="3720275"/>
                </a:lnTo>
                <a:close/>
                <a:moveTo>
                  <a:pt x="834223" y="3333751"/>
                </a:moveTo>
                <a:lnTo>
                  <a:pt x="446757" y="3333751"/>
                </a:lnTo>
                <a:lnTo>
                  <a:pt x="441229" y="3376550"/>
                </a:lnTo>
                <a:lnTo>
                  <a:pt x="437178" y="3407910"/>
                </a:lnTo>
                <a:cubicBezTo>
                  <a:pt x="435005" y="3435408"/>
                  <a:pt x="434362" y="3463164"/>
                  <a:pt x="435790" y="3491262"/>
                </a:cubicBezTo>
                <a:cubicBezTo>
                  <a:pt x="436266" y="3500578"/>
                  <a:pt x="433599" y="3510777"/>
                  <a:pt x="429384" y="3520658"/>
                </a:cubicBezTo>
                <a:lnTo>
                  <a:pt x="427332" y="3524252"/>
                </a:lnTo>
                <a:lnTo>
                  <a:pt x="427331" y="3524252"/>
                </a:lnTo>
                <a:lnTo>
                  <a:pt x="413690" y="3548145"/>
                </a:lnTo>
                <a:cubicBezTo>
                  <a:pt x="391973" y="3578940"/>
                  <a:pt x="390257" y="3577567"/>
                  <a:pt x="408166" y="3612089"/>
                </a:cubicBezTo>
                <a:cubicBezTo>
                  <a:pt x="412548" y="3620328"/>
                  <a:pt x="415214" y="3630528"/>
                  <a:pt x="421692" y="3636610"/>
                </a:cubicBezTo>
                <a:cubicBezTo>
                  <a:pt x="438171" y="3652106"/>
                  <a:pt x="444409" y="3669416"/>
                  <a:pt x="445933" y="3687609"/>
                </a:cubicBezTo>
                <a:lnTo>
                  <a:pt x="443241" y="3725049"/>
                </a:lnTo>
                <a:lnTo>
                  <a:pt x="455589" y="3723372"/>
                </a:lnTo>
                <a:cubicBezTo>
                  <a:pt x="485111" y="3719138"/>
                  <a:pt x="514678" y="3715144"/>
                  <a:pt x="544787" y="3712739"/>
                </a:cubicBezTo>
                <a:lnTo>
                  <a:pt x="544802" y="3712740"/>
                </a:lnTo>
                <a:lnTo>
                  <a:pt x="544786" y="3712740"/>
                </a:lnTo>
                <a:cubicBezTo>
                  <a:pt x="514677" y="3715145"/>
                  <a:pt x="485110" y="3719139"/>
                  <a:pt x="455588" y="3723373"/>
                </a:cubicBezTo>
                <a:lnTo>
                  <a:pt x="443240" y="3725050"/>
                </a:lnTo>
                <a:lnTo>
                  <a:pt x="441884" y="3743904"/>
                </a:lnTo>
                <a:cubicBezTo>
                  <a:pt x="440932" y="3750574"/>
                  <a:pt x="439598" y="3758615"/>
                  <a:pt x="442266" y="3764306"/>
                </a:cubicBezTo>
                <a:cubicBezTo>
                  <a:pt x="454266" y="3790000"/>
                  <a:pt x="450076" y="3811773"/>
                  <a:pt x="433692" y="3834135"/>
                </a:cubicBezTo>
                <a:cubicBezTo>
                  <a:pt x="419595" y="3853553"/>
                  <a:pt x="411213" y="3875915"/>
                  <a:pt x="428740" y="3898864"/>
                </a:cubicBezTo>
                <a:cubicBezTo>
                  <a:pt x="467603" y="3949864"/>
                  <a:pt x="469507" y="4004392"/>
                  <a:pt x="444932" y="4062061"/>
                </a:cubicBezTo>
                <a:cubicBezTo>
                  <a:pt x="427405" y="4103253"/>
                  <a:pt x="423405" y="4143856"/>
                  <a:pt x="441122" y="4187207"/>
                </a:cubicBezTo>
                <a:cubicBezTo>
                  <a:pt x="447980" y="4203880"/>
                  <a:pt x="443408" y="4225456"/>
                  <a:pt x="444932" y="4244874"/>
                </a:cubicBezTo>
                <a:cubicBezTo>
                  <a:pt x="445694" y="4255860"/>
                  <a:pt x="445884" y="4268022"/>
                  <a:pt x="450648" y="4277434"/>
                </a:cubicBezTo>
                <a:cubicBezTo>
                  <a:pt x="462841" y="4302544"/>
                  <a:pt x="478461" y="4325885"/>
                  <a:pt x="490464" y="4351188"/>
                </a:cubicBezTo>
                <a:cubicBezTo>
                  <a:pt x="496178" y="4363350"/>
                  <a:pt x="499226" y="4377865"/>
                  <a:pt x="499418" y="4391596"/>
                </a:cubicBezTo>
                <a:cubicBezTo>
                  <a:pt x="500370" y="4432199"/>
                  <a:pt x="500370" y="4472804"/>
                  <a:pt x="498656" y="4513209"/>
                </a:cubicBezTo>
                <a:cubicBezTo>
                  <a:pt x="495988" y="4579901"/>
                  <a:pt x="495416" y="4647572"/>
                  <a:pt x="438646" y="4695629"/>
                </a:cubicBezTo>
                <a:cubicBezTo>
                  <a:pt x="434074" y="4699554"/>
                  <a:pt x="431406" y="4707987"/>
                  <a:pt x="430644" y="4714658"/>
                </a:cubicBezTo>
                <a:cubicBezTo>
                  <a:pt x="427025" y="4745453"/>
                  <a:pt x="426643" y="4777033"/>
                  <a:pt x="420737" y="4807436"/>
                </a:cubicBezTo>
                <a:cubicBezTo>
                  <a:pt x="415975" y="4831758"/>
                  <a:pt x="417499" y="4851963"/>
                  <a:pt x="434264" y="4870400"/>
                </a:cubicBezTo>
                <a:cubicBezTo>
                  <a:pt x="456362" y="4894527"/>
                  <a:pt x="469317" y="4923950"/>
                  <a:pt x="462269" y="4956119"/>
                </a:cubicBezTo>
                <a:cubicBezTo>
                  <a:pt x="455410" y="4988286"/>
                  <a:pt x="470269" y="5009470"/>
                  <a:pt x="485701" y="5033207"/>
                </a:cubicBezTo>
                <a:cubicBezTo>
                  <a:pt x="496940" y="5050467"/>
                  <a:pt x="511038" y="5070083"/>
                  <a:pt x="512180" y="5089305"/>
                </a:cubicBezTo>
                <a:cubicBezTo>
                  <a:pt x="514656" y="5132851"/>
                  <a:pt x="553902" y="5170316"/>
                  <a:pt x="531613" y="5217589"/>
                </a:cubicBezTo>
                <a:cubicBezTo>
                  <a:pt x="530089" y="5220727"/>
                  <a:pt x="533899" y="5226415"/>
                  <a:pt x="534851" y="5230926"/>
                </a:cubicBezTo>
                <a:cubicBezTo>
                  <a:pt x="542091" y="5267019"/>
                  <a:pt x="535041" y="5300953"/>
                  <a:pt x="511228" y="5327433"/>
                </a:cubicBezTo>
                <a:cubicBezTo>
                  <a:pt x="480175" y="5362152"/>
                  <a:pt x="477127" y="5400597"/>
                  <a:pt x="487225" y="5443357"/>
                </a:cubicBezTo>
                <a:cubicBezTo>
                  <a:pt x="490464" y="5457089"/>
                  <a:pt x="492750" y="5470820"/>
                  <a:pt x="495416" y="5484746"/>
                </a:cubicBezTo>
                <a:cubicBezTo>
                  <a:pt x="499226" y="5503576"/>
                  <a:pt x="503228" y="5522604"/>
                  <a:pt x="507038" y="5541432"/>
                </a:cubicBezTo>
                <a:cubicBezTo>
                  <a:pt x="510848" y="5559676"/>
                  <a:pt x="517324" y="5579880"/>
                  <a:pt x="500942" y="5594001"/>
                </a:cubicBezTo>
                <a:cubicBezTo>
                  <a:pt x="486843" y="5606164"/>
                  <a:pt x="488177" y="5614794"/>
                  <a:pt x="500370" y="5625974"/>
                </a:cubicBezTo>
                <a:cubicBezTo>
                  <a:pt x="543043" y="5664813"/>
                  <a:pt x="569714" y="5711889"/>
                  <a:pt x="571618" y="5771911"/>
                </a:cubicBezTo>
                <a:cubicBezTo>
                  <a:pt x="572000" y="5784268"/>
                  <a:pt x="574666" y="5796822"/>
                  <a:pt x="577524" y="5808982"/>
                </a:cubicBezTo>
                <a:cubicBezTo>
                  <a:pt x="579239" y="5816437"/>
                  <a:pt x="581145" y="5825462"/>
                  <a:pt x="586289" y="5829971"/>
                </a:cubicBezTo>
                <a:cubicBezTo>
                  <a:pt x="625532" y="5865083"/>
                  <a:pt x="652775" y="5908825"/>
                  <a:pt x="674684" y="5956490"/>
                </a:cubicBezTo>
                <a:cubicBezTo>
                  <a:pt x="682494" y="5973553"/>
                  <a:pt x="690304" y="5991797"/>
                  <a:pt x="692590" y="6010235"/>
                </a:cubicBezTo>
                <a:cubicBezTo>
                  <a:pt x="694876" y="6029456"/>
                  <a:pt x="691066" y="6049660"/>
                  <a:pt x="688970" y="6069276"/>
                </a:cubicBezTo>
                <a:cubicBezTo>
                  <a:pt x="687828" y="6080849"/>
                  <a:pt x="688018" y="6094187"/>
                  <a:pt x="682494" y="6103407"/>
                </a:cubicBezTo>
                <a:cubicBezTo>
                  <a:pt x="665157" y="6132633"/>
                  <a:pt x="646489" y="6160879"/>
                  <a:pt x="626294" y="6188144"/>
                </a:cubicBezTo>
                <a:cubicBezTo>
                  <a:pt x="608958" y="6211486"/>
                  <a:pt x="606481" y="6216194"/>
                  <a:pt x="628200" y="6236396"/>
                </a:cubicBezTo>
                <a:cubicBezTo>
                  <a:pt x="650489" y="6257190"/>
                  <a:pt x="662109" y="6283082"/>
                  <a:pt x="666871" y="6311718"/>
                </a:cubicBezTo>
                <a:cubicBezTo>
                  <a:pt x="674302" y="6357030"/>
                  <a:pt x="680588" y="6402732"/>
                  <a:pt x="684208" y="6448435"/>
                </a:cubicBezTo>
                <a:cubicBezTo>
                  <a:pt x="687446" y="6489823"/>
                  <a:pt x="669920" y="6509634"/>
                  <a:pt x="630104" y="6517873"/>
                </a:cubicBezTo>
                <a:cubicBezTo>
                  <a:pt x="608005" y="6522581"/>
                  <a:pt x="584001" y="6528663"/>
                  <a:pt x="578096" y="6553767"/>
                </a:cubicBezTo>
                <a:cubicBezTo>
                  <a:pt x="568570" y="6594765"/>
                  <a:pt x="564380" y="6637329"/>
                  <a:pt x="517706" y="6657533"/>
                </a:cubicBezTo>
                <a:cubicBezTo>
                  <a:pt x="527993" y="6668713"/>
                  <a:pt x="534089" y="6675579"/>
                  <a:pt x="540185" y="6682250"/>
                </a:cubicBezTo>
                <a:cubicBezTo>
                  <a:pt x="557140" y="6700686"/>
                  <a:pt x="564380" y="6738934"/>
                  <a:pt x="549712" y="6758356"/>
                </a:cubicBezTo>
                <a:cubicBezTo>
                  <a:pt x="528375" y="6786993"/>
                  <a:pt x="532375" y="6813278"/>
                  <a:pt x="548950" y="6840738"/>
                </a:cubicBezTo>
                <a:lnTo>
                  <a:pt x="556149" y="6858001"/>
                </a:lnTo>
                <a:lnTo>
                  <a:pt x="760427" y="6858001"/>
                </a:lnTo>
                <a:lnTo>
                  <a:pt x="763269" y="6846819"/>
                </a:lnTo>
                <a:cubicBezTo>
                  <a:pt x="771841" y="6790916"/>
                  <a:pt x="777937" y="6734620"/>
                  <a:pt x="784795" y="6678324"/>
                </a:cubicBezTo>
                <a:cubicBezTo>
                  <a:pt x="791844" y="6620265"/>
                  <a:pt x="799274" y="6562401"/>
                  <a:pt x="805560" y="6504338"/>
                </a:cubicBezTo>
                <a:cubicBezTo>
                  <a:pt x="808800" y="6472562"/>
                  <a:pt x="809370" y="6440589"/>
                  <a:pt x="812418" y="6408814"/>
                </a:cubicBezTo>
                <a:cubicBezTo>
                  <a:pt x="815086" y="6380959"/>
                  <a:pt x="820039" y="6353302"/>
                  <a:pt x="823279" y="6325450"/>
                </a:cubicBezTo>
                <a:cubicBezTo>
                  <a:pt x="825945" y="6301323"/>
                  <a:pt x="827469" y="6277000"/>
                  <a:pt x="830137" y="6252873"/>
                </a:cubicBezTo>
                <a:cubicBezTo>
                  <a:pt x="834517" y="6214231"/>
                  <a:pt x="839471" y="6175786"/>
                  <a:pt x="844043" y="6137341"/>
                </a:cubicBezTo>
                <a:cubicBezTo>
                  <a:pt x="845757" y="6121257"/>
                  <a:pt x="850520" y="6104387"/>
                  <a:pt x="847663" y="6089284"/>
                </a:cubicBezTo>
                <a:cubicBezTo>
                  <a:pt x="840423" y="6051230"/>
                  <a:pt x="842519" y="6013764"/>
                  <a:pt x="847471" y="5975908"/>
                </a:cubicBezTo>
                <a:cubicBezTo>
                  <a:pt x="849188" y="5962962"/>
                  <a:pt x="848806" y="5949036"/>
                  <a:pt x="845567" y="5936481"/>
                </a:cubicBezTo>
                <a:cubicBezTo>
                  <a:pt x="839089" y="5910785"/>
                  <a:pt x="829945" y="5885876"/>
                  <a:pt x="821945" y="5860571"/>
                </a:cubicBezTo>
                <a:cubicBezTo>
                  <a:pt x="820993" y="5857824"/>
                  <a:pt x="820801" y="5854490"/>
                  <a:pt x="820231" y="5851549"/>
                </a:cubicBezTo>
                <a:cubicBezTo>
                  <a:pt x="816990" y="5834874"/>
                  <a:pt x="813752" y="5818399"/>
                  <a:pt x="810894" y="5801726"/>
                </a:cubicBezTo>
                <a:cubicBezTo>
                  <a:pt x="809370" y="5792704"/>
                  <a:pt x="809180" y="5783484"/>
                  <a:pt x="807846" y="5774460"/>
                </a:cubicBezTo>
                <a:cubicBezTo>
                  <a:pt x="802512" y="5739546"/>
                  <a:pt x="811466" y="5701101"/>
                  <a:pt x="788415" y="5670892"/>
                </a:cubicBezTo>
                <a:cubicBezTo>
                  <a:pt x="773555" y="5651277"/>
                  <a:pt x="776985" y="5632250"/>
                  <a:pt x="779271" y="5611265"/>
                </a:cubicBezTo>
                <a:cubicBezTo>
                  <a:pt x="780985" y="5595374"/>
                  <a:pt x="780413" y="5579094"/>
                  <a:pt x="780605" y="5563010"/>
                </a:cubicBezTo>
                <a:cubicBezTo>
                  <a:pt x="781175" y="5534764"/>
                  <a:pt x="781367" y="5506518"/>
                  <a:pt x="782319" y="5478272"/>
                </a:cubicBezTo>
                <a:cubicBezTo>
                  <a:pt x="782699" y="5469249"/>
                  <a:pt x="787463" y="5460031"/>
                  <a:pt x="786701" y="5451203"/>
                </a:cubicBezTo>
                <a:cubicBezTo>
                  <a:pt x="783081" y="5410403"/>
                  <a:pt x="777365" y="5369604"/>
                  <a:pt x="774127" y="5328805"/>
                </a:cubicBezTo>
                <a:cubicBezTo>
                  <a:pt x="772223" y="5305660"/>
                  <a:pt x="775841" y="5281924"/>
                  <a:pt x="773175" y="5258975"/>
                </a:cubicBezTo>
                <a:cubicBezTo>
                  <a:pt x="770127" y="5232496"/>
                  <a:pt x="762317" y="5206604"/>
                  <a:pt x="757552" y="5180319"/>
                </a:cubicBezTo>
                <a:cubicBezTo>
                  <a:pt x="756220" y="5173061"/>
                  <a:pt x="757934" y="5165020"/>
                  <a:pt x="758314" y="5157370"/>
                </a:cubicBezTo>
                <a:cubicBezTo>
                  <a:pt x="758697" y="5148739"/>
                  <a:pt x="759459" y="5140304"/>
                  <a:pt x="759649" y="5131673"/>
                </a:cubicBezTo>
                <a:cubicBezTo>
                  <a:pt x="760031" y="5105388"/>
                  <a:pt x="759459" y="5079104"/>
                  <a:pt x="760793" y="5052820"/>
                </a:cubicBezTo>
                <a:cubicBezTo>
                  <a:pt x="761555" y="5036736"/>
                  <a:pt x="769365" y="5019868"/>
                  <a:pt x="766507" y="5004959"/>
                </a:cubicBezTo>
                <a:cubicBezTo>
                  <a:pt x="760983" y="4974557"/>
                  <a:pt x="773365" y="4944153"/>
                  <a:pt x="763079" y="4913751"/>
                </a:cubicBezTo>
                <a:cubicBezTo>
                  <a:pt x="760031" y="4904334"/>
                  <a:pt x="767651" y="4891388"/>
                  <a:pt x="768031" y="4880011"/>
                </a:cubicBezTo>
                <a:cubicBezTo>
                  <a:pt x="768983" y="4851570"/>
                  <a:pt x="768793" y="4823128"/>
                  <a:pt x="768603" y="4794687"/>
                </a:cubicBezTo>
                <a:cubicBezTo>
                  <a:pt x="768413" y="4769186"/>
                  <a:pt x="771079" y="4742705"/>
                  <a:pt x="765745" y="4718187"/>
                </a:cubicBezTo>
                <a:cubicBezTo>
                  <a:pt x="760031" y="4692491"/>
                  <a:pt x="760793" y="4669346"/>
                  <a:pt x="767269" y="4644434"/>
                </a:cubicBezTo>
                <a:cubicBezTo>
                  <a:pt x="771651" y="4627369"/>
                  <a:pt x="772223" y="4609322"/>
                  <a:pt x="773555" y="4591670"/>
                </a:cubicBezTo>
                <a:cubicBezTo>
                  <a:pt x="775079" y="4572644"/>
                  <a:pt x="771079" y="4551655"/>
                  <a:pt x="777365" y="4534394"/>
                </a:cubicBezTo>
                <a:cubicBezTo>
                  <a:pt x="796036" y="4483001"/>
                  <a:pt x="800036" y="4430237"/>
                  <a:pt x="800036" y="4376493"/>
                </a:cubicBezTo>
                <a:cubicBezTo>
                  <a:pt x="800036" y="4366684"/>
                  <a:pt x="797370" y="4356680"/>
                  <a:pt x="794512" y="4347267"/>
                </a:cubicBezTo>
                <a:cubicBezTo>
                  <a:pt x="777365" y="4292342"/>
                  <a:pt x="778889" y="4237224"/>
                  <a:pt x="789368" y="4181322"/>
                </a:cubicBezTo>
                <a:cubicBezTo>
                  <a:pt x="791654" y="4169748"/>
                  <a:pt x="792036" y="4156803"/>
                  <a:pt x="789750" y="4145230"/>
                </a:cubicBezTo>
                <a:cubicBezTo>
                  <a:pt x="783081" y="4112668"/>
                  <a:pt x="772031" y="4081088"/>
                  <a:pt x="767269" y="4048330"/>
                </a:cubicBezTo>
                <a:cubicBezTo>
                  <a:pt x="759459" y="3994194"/>
                  <a:pt x="785747" y="3947314"/>
                  <a:pt x="802894" y="3898864"/>
                </a:cubicBezTo>
                <a:cubicBezTo>
                  <a:pt x="819087" y="3852768"/>
                  <a:pt x="855664" y="3813538"/>
                  <a:pt x="847471" y="3759007"/>
                </a:cubicBezTo>
                <a:lnTo>
                  <a:pt x="848163" y="3756136"/>
                </a:lnTo>
                <a:lnTo>
                  <a:pt x="819543" y="3748731"/>
                </a:lnTo>
                <a:lnTo>
                  <a:pt x="819313" y="3748682"/>
                </a:lnTo>
                <a:lnTo>
                  <a:pt x="819544" y="3748730"/>
                </a:lnTo>
                <a:lnTo>
                  <a:pt x="848164" y="3756135"/>
                </a:lnTo>
                <a:lnTo>
                  <a:pt x="849545" y="3750401"/>
                </a:lnTo>
                <a:cubicBezTo>
                  <a:pt x="850902" y="3747434"/>
                  <a:pt x="852522" y="3744394"/>
                  <a:pt x="853189" y="3741353"/>
                </a:cubicBezTo>
                <a:cubicBezTo>
                  <a:pt x="856809" y="3724680"/>
                  <a:pt x="861189" y="3708009"/>
                  <a:pt x="862905" y="3691138"/>
                </a:cubicBezTo>
                <a:cubicBezTo>
                  <a:pt x="865191" y="3670544"/>
                  <a:pt x="864429" y="3649555"/>
                  <a:pt x="866333" y="3628959"/>
                </a:cubicBezTo>
                <a:cubicBezTo>
                  <a:pt x="868619" y="3602478"/>
                  <a:pt x="874715" y="3576391"/>
                  <a:pt x="874715" y="3550106"/>
                </a:cubicBezTo>
                <a:lnTo>
                  <a:pt x="871487" y="3524252"/>
                </a:lnTo>
                <a:lnTo>
                  <a:pt x="871488" y="3524252"/>
                </a:lnTo>
                <a:lnTo>
                  <a:pt x="870763" y="3518451"/>
                </a:lnTo>
                <a:cubicBezTo>
                  <a:pt x="868573" y="3507933"/>
                  <a:pt x="865953" y="3497439"/>
                  <a:pt x="864238" y="3486946"/>
                </a:cubicBezTo>
                <a:cubicBezTo>
                  <a:pt x="859476" y="3457327"/>
                  <a:pt x="860810" y="3424765"/>
                  <a:pt x="848618" y="3398677"/>
                </a:cubicBezTo>
                <a:lnTo>
                  <a:pt x="837595" y="3365728"/>
                </a:lnTo>
                <a:lnTo>
                  <a:pt x="834829" y="3357461"/>
                </a:lnTo>
                <a:close/>
                <a:moveTo>
                  <a:pt x="513783" y="0"/>
                </a:moveTo>
                <a:lnTo>
                  <a:pt x="72334" y="0"/>
                </a:lnTo>
                <a:lnTo>
                  <a:pt x="75447" y="27991"/>
                </a:lnTo>
                <a:cubicBezTo>
                  <a:pt x="80828" y="63323"/>
                  <a:pt x="87734" y="98434"/>
                  <a:pt x="88115" y="134133"/>
                </a:cubicBezTo>
                <a:cubicBezTo>
                  <a:pt x="88495" y="166498"/>
                  <a:pt x="94591" y="198471"/>
                  <a:pt x="62778" y="221224"/>
                </a:cubicBezTo>
                <a:cubicBezTo>
                  <a:pt x="58586" y="224165"/>
                  <a:pt x="60872" y="238486"/>
                  <a:pt x="62206" y="247312"/>
                </a:cubicBezTo>
                <a:cubicBezTo>
                  <a:pt x="65065" y="266927"/>
                  <a:pt x="72303" y="286346"/>
                  <a:pt x="72113" y="305764"/>
                </a:cubicBezTo>
                <a:cubicBezTo>
                  <a:pt x="71923" y="345976"/>
                  <a:pt x="68875" y="386383"/>
                  <a:pt x="65445" y="426397"/>
                </a:cubicBezTo>
                <a:cubicBezTo>
                  <a:pt x="64111" y="441500"/>
                  <a:pt x="58968" y="456017"/>
                  <a:pt x="55348" y="470924"/>
                </a:cubicBezTo>
                <a:cubicBezTo>
                  <a:pt x="53252" y="479162"/>
                  <a:pt x="47728" y="487990"/>
                  <a:pt x="48870" y="495638"/>
                </a:cubicBezTo>
                <a:cubicBezTo>
                  <a:pt x="55538" y="539970"/>
                  <a:pt x="39156" y="580573"/>
                  <a:pt x="30963" y="622548"/>
                </a:cubicBezTo>
                <a:cubicBezTo>
                  <a:pt x="27153" y="641968"/>
                  <a:pt x="18009" y="660210"/>
                  <a:pt x="11723" y="679040"/>
                </a:cubicBezTo>
                <a:cubicBezTo>
                  <a:pt x="10007" y="683943"/>
                  <a:pt x="8483" y="689436"/>
                  <a:pt x="8865" y="694341"/>
                </a:cubicBezTo>
                <a:cubicBezTo>
                  <a:pt x="11151" y="722389"/>
                  <a:pt x="14389" y="750244"/>
                  <a:pt x="16865" y="778095"/>
                </a:cubicBezTo>
                <a:cubicBezTo>
                  <a:pt x="19151" y="803401"/>
                  <a:pt x="19913" y="828900"/>
                  <a:pt x="47918" y="840866"/>
                </a:cubicBezTo>
                <a:cubicBezTo>
                  <a:pt x="52300" y="842633"/>
                  <a:pt x="55538" y="848516"/>
                  <a:pt x="58396" y="853028"/>
                </a:cubicBezTo>
                <a:cubicBezTo>
                  <a:pt x="102404" y="922662"/>
                  <a:pt x="101260" y="959929"/>
                  <a:pt x="54776" y="1027995"/>
                </a:cubicBezTo>
                <a:cubicBezTo>
                  <a:pt x="50014" y="1035056"/>
                  <a:pt x="46584" y="1050159"/>
                  <a:pt x="50394" y="1054866"/>
                </a:cubicBezTo>
                <a:cubicBezTo>
                  <a:pt x="82019" y="1094882"/>
                  <a:pt x="78589" y="1138623"/>
                  <a:pt x="68683" y="1184720"/>
                </a:cubicBezTo>
                <a:cubicBezTo>
                  <a:pt x="66017" y="1196684"/>
                  <a:pt x="66017" y="1213555"/>
                  <a:pt x="72303" y="1222576"/>
                </a:cubicBezTo>
                <a:cubicBezTo>
                  <a:pt x="101450" y="1265534"/>
                  <a:pt x="97260" y="1311630"/>
                  <a:pt x="88687" y="1358313"/>
                </a:cubicBezTo>
                <a:cubicBezTo>
                  <a:pt x="87353" y="1365570"/>
                  <a:pt x="80113" y="1374398"/>
                  <a:pt x="73447" y="1377535"/>
                </a:cubicBezTo>
                <a:cubicBezTo>
                  <a:pt x="49824" y="1388716"/>
                  <a:pt x="41822" y="1409705"/>
                  <a:pt x="35153" y="1432851"/>
                </a:cubicBezTo>
                <a:cubicBezTo>
                  <a:pt x="24295" y="1469335"/>
                  <a:pt x="11531" y="1505229"/>
                  <a:pt x="1244" y="1541910"/>
                </a:cubicBezTo>
                <a:cubicBezTo>
                  <a:pt x="-1232" y="1550935"/>
                  <a:pt x="292" y="1562114"/>
                  <a:pt x="3149" y="1571529"/>
                </a:cubicBezTo>
                <a:cubicBezTo>
                  <a:pt x="12865" y="1603698"/>
                  <a:pt x="37250" y="1624098"/>
                  <a:pt x="59730" y="1646459"/>
                </a:cubicBezTo>
                <a:cubicBezTo>
                  <a:pt x="69637" y="1656267"/>
                  <a:pt x="76685" y="1669800"/>
                  <a:pt x="82399" y="1682944"/>
                </a:cubicBezTo>
                <a:cubicBezTo>
                  <a:pt x="97070" y="1717073"/>
                  <a:pt x="110214" y="1751988"/>
                  <a:pt x="124120" y="1786511"/>
                </a:cubicBezTo>
                <a:cubicBezTo>
                  <a:pt x="125454" y="1789845"/>
                  <a:pt x="128883" y="1792590"/>
                  <a:pt x="131741" y="1795142"/>
                </a:cubicBezTo>
                <a:cubicBezTo>
                  <a:pt x="161842" y="1820640"/>
                  <a:pt x="192131" y="1845943"/>
                  <a:pt x="222232" y="1871640"/>
                </a:cubicBezTo>
                <a:cubicBezTo>
                  <a:pt x="227946" y="1876543"/>
                  <a:pt x="232138" y="1883606"/>
                  <a:pt x="237662" y="1888901"/>
                </a:cubicBezTo>
                <a:cubicBezTo>
                  <a:pt x="245282" y="1896356"/>
                  <a:pt x="252523" y="1905771"/>
                  <a:pt x="261667" y="1909694"/>
                </a:cubicBezTo>
                <a:cubicBezTo>
                  <a:pt x="290432" y="1921855"/>
                  <a:pt x="302816" y="1945197"/>
                  <a:pt x="308150" y="1974618"/>
                </a:cubicBezTo>
                <a:cubicBezTo>
                  <a:pt x="313103" y="2001493"/>
                  <a:pt x="317295" y="2028365"/>
                  <a:pt x="323009" y="2055042"/>
                </a:cubicBezTo>
                <a:cubicBezTo>
                  <a:pt x="329867" y="2087602"/>
                  <a:pt x="337297" y="2119968"/>
                  <a:pt x="345680" y="2152137"/>
                </a:cubicBezTo>
                <a:cubicBezTo>
                  <a:pt x="349300" y="2166063"/>
                  <a:pt x="353490" y="2180774"/>
                  <a:pt x="360920" y="2192740"/>
                </a:cubicBezTo>
                <a:cubicBezTo>
                  <a:pt x="381495" y="2226281"/>
                  <a:pt x="395401" y="2262177"/>
                  <a:pt x="389877" y="2301603"/>
                </a:cubicBezTo>
                <a:cubicBezTo>
                  <a:pt x="385495" y="2333183"/>
                  <a:pt x="396735" y="2359664"/>
                  <a:pt x="414262" y="2379279"/>
                </a:cubicBezTo>
                <a:cubicBezTo>
                  <a:pt x="446077" y="2414980"/>
                  <a:pt x="438837" y="2453227"/>
                  <a:pt x="428551" y="2491281"/>
                </a:cubicBezTo>
                <a:cubicBezTo>
                  <a:pt x="423216" y="2510897"/>
                  <a:pt x="423978" y="2526980"/>
                  <a:pt x="429121" y="2545615"/>
                </a:cubicBezTo>
                <a:cubicBezTo>
                  <a:pt x="441123" y="2588768"/>
                  <a:pt x="473700" y="2617603"/>
                  <a:pt x="502275" y="2645455"/>
                </a:cubicBezTo>
                <a:cubicBezTo>
                  <a:pt x="526660" y="2669191"/>
                  <a:pt x="540376" y="2695868"/>
                  <a:pt x="550665" y="2725094"/>
                </a:cubicBezTo>
                <a:cubicBezTo>
                  <a:pt x="563809" y="2761970"/>
                  <a:pt x="558857" y="2791196"/>
                  <a:pt x="527232" y="2808850"/>
                </a:cubicBezTo>
                <a:cubicBezTo>
                  <a:pt x="518277" y="2813754"/>
                  <a:pt x="507799" y="2822385"/>
                  <a:pt x="505133" y="2831604"/>
                </a:cubicBezTo>
                <a:cubicBezTo>
                  <a:pt x="491799" y="2876129"/>
                  <a:pt x="472366" y="2921245"/>
                  <a:pt x="484178" y="2968910"/>
                </a:cubicBezTo>
                <a:cubicBezTo>
                  <a:pt x="500371" y="3034817"/>
                  <a:pt x="499419" y="3099154"/>
                  <a:pt x="483416" y="3165061"/>
                </a:cubicBezTo>
                <a:cubicBezTo>
                  <a:pt x="470462" y="3218512"/>
                  <a:pt x="457126" y="3271963"/>
                  <a:pt x="447744" y="3326101"/>
                </a:cubicBezTo>
                <a:lnTo>
                  <a:pt x="446756" y="3333750"/>
                </a:lnTo>
                <a:lnTo>
                  <a:pt x="834222" y="3333750"/>
                </a:lnTo>
                <a:lnTo>
                  <a:pt x="833756" y="3315508"/>
                </a:lnTo>
                <a:cubicBezTo>
                  <a:pt x="835090" y="3305897"/>
                  <a:pt x="843092" y="3293538"/>
                  <a:pt x="851283" y="3289224"/>
                </a:cubicBezTo>
                <a:cubicBezTo>
                  <a:pt x="869571" y="3279612"/>
                  <a:pt x="872811" y="3266470"/>
                  <a:pt x="866523" y="3248621"/>
                </a:cubicBezTo>
                <a:cubicBezTo>
                  <a:pt x="861189" y="3233124"/>
                  <a:pt x="858523" y="3214098"/>
                  <a:pt x="848234" y="3203506"/>
                </a:cubicBezTo>
                <a:cubicBezTo>
                  <a:pt x="819088" y="3173494"/>
                  <a:pt x="818135" y="3135244"/>
                  <a:pt x="810325" y="3097977"/>
                </a:cubicBezTo>
                <a:cubicBezTo>
                  <a:pt x="805561" y="3075225"/>
                  <a:pt x="805371" y="3054039"/>
                  <a:pt x="808609" y="3031285"/>
                </a:cubicBezTo>
                <a:cubicBezTo>
                  <a:pt x="815849" y="2981857"/>
                  <a:pt x="805561" y="2933799"/>
                  <a:pt x="792417" y="2886329"/>
                </a:cubicBezTo>
                <a:cubicBezTo>
                  <a:pt x="783654" y="2854945"/>
                  <a:pt x="778320" y="2822776"/>
                  <a:pt x="769366" y="2791590"/>
                </a:cubicBezTo>
                <a:cubicBezTo>
                  <a:pt x="762508" y="2768247"/>
                  <a:pt x="754315" y="2744906"/>
                  <a:pt x="743267" y="2723527"/>
                </a:cubicBezTo>
                <a:cubicBezTo>
                  <a:pt x="727072" y="2692532"/>
                  <a:pt x="702688" y="2665466"/>
                  <a:pt x="709166" y="2626038"/>
                </a:cubicBezTo>
                <a:cubicBezTo>
                  <a:pt x="714880" y="2591317"/>
                  <a:pt x="702880" y="2559935"/>
                  <a:pt x="691449" y="2528158"/>
                </a:cubicBezTo>
                <a:cubicBezTo>
                  <a:pt x="683067" y="2504816"/>
                  <a:pt x="674493" y="2481477"/>
                  <a:pt x="669159" y="2457348"/>
                </a:cubicBezTo>
                <a:cubicBezTo>
                  <a:pt x="662872" y="2428709"/>
                  <a:pt x="665540" y="2396344"/>
                  <a:pt x="653918" y="2370844"/>
                </a:cubicBezTo>
                <a:cubicBezTo>
                  <a:pt x="641726" y="2344167"/>
                  <a:pt x="649918" y="2322005"/>
                  <a:pt x="653348" y="2298269"/>
                </a:cubicBezTo>
                <a:cubicBezTo>
                  <a:pt x="658682" y="2260413"/>
                  <a:pt x="668589" y="2222749"/>
                  <a:pt x="656014" y="2184501"/>
                </a:cubicBezTo>
                <a:cubicBezTo>
                  <a:pt x="640774" y="2138014"/>
                  <a:pt x="624391" y="2091918"/>
                  <a:pt x="609913" y="2045235"/>
                </a:cubicBezTo>
                <a:cubicBezTo>
                  <a:pt x="604386" y="2027187"/>
                  <a:pt x="602100" y="2007771"/>
                  <a:pt x="599624" y="1988939"/>
                </a:cubicBezTo>
                <a:cubicBezTo>
                  <a:pt x="597528" y="1971091"/>
                  <a:pt x="602862" y="1949711"/>
                  <a:pt x="594862" y="1935977"/>
                </a:cubicBezTo>
                <a:cubicBezTo>
                  <a:pt x="574287" y="1900670"/>
                  <a:pt x="564191" y="1864385"/>
                  <a:pt x="564191" y="1823583"/>
                </a:cubicBezTo>
                <a:cubicBezTo>
                  <a:pt x="564191" y="1808282"/>
                  <a:pt x="555617" y="1793374"/>
                  <a:pt x="554093" y="1777881"/>
                </a:cubicBezTo>
                <a:cubicBezTo>
                  <a:pt x="552189" y="1756694"/>
                  <a:pt x="547044" y="1732372"/>
                  <a:pt x="554285" y="1713934"/>
                </a:cubicBezTo>
                <a:cubicBezTo>
                  <a:pt x="571429" y="1670585"/>
                  <a:pt x="557141" y="1635476"/>
                  <a:pt x="540186" y="1597617"/>
                </a:cubicBezTo>
                <a:cubicBezTo>
                  <a:pt x="523422" y="1560348"/>
                  <a:pt x="510087" y="1521118"/>
                  <a:pt x="499037" y="1481495"/>
                </a:cubicBezTo>
                <a:cubicBezTo>
                  <a:pt x="495037" y="1466588"/>
                  <a:pt x="501705" y="1448740"/>
                  <a:pt x="503037" y="1432262"/>
                </a:cubicBezTo>
                <a:cubicBezTo>
                  <a:pt x="503419" y="1426376"/>
                  <a:pt x="503991" y="1419903"/>
                  <a:pt x="502085" y="1414609"/>
                </a:cubicBezTo>
                <a:cubicBezTo>
                  <a:pt x="483796" y="1363414"/>
                  <a:pt x="469890" y="1311432"/>
                  <a:pt x="479414" y="1255923"/>
                </a:cubicBezTo>
                <a:cubicBezTo>
                  <a:pt x="480368" y="1250824"/>
                  <a:pt x="478272" y="1245135"/>
                  <a:pt x="476938" y="1240034"/>
                </a:cubicBezTo>
                <a:cubicBezTo>
                  <a:pt x="470080" y="1215122"/>
                  <a:pt x="459222" y="1190799"/>
                  <a:pt x="456745" y="1165498"/>
                </a:cubicBezTo>
                <a:cubicBezTo>
                  <a:pt x="450649" y="1103121"/>
                  <a:pt x="448171" y="1040355"/>
                  <a:pt x="444171" y="977582"/>
                </a:cubicBezTo>
                <a:cubicBezTo>
                  <a:pt x="443981" y="973659"/>
                  <a:pt x="443981" y="969541"/>
                  <a:pt x="442647" y="966011"/>
                </a:cubicBezTo>
                <a:cubicBezTo>
                  <a:pt x="434455" y="942864"/>
                  <a:pt x="437123" y="922662"/>
                  <a:pt x="452743" y="903045"/>
                </a:cubicBezTo>
                <a:cubicBezTo>
                  <a:pt x="459602" y="894414"/>
                  <a:pt x="463222" y="882645"/>
                  <a:pt x="467032" y="871859"/>
                </a:cubicBezTo>
                <a:cubicBezTo>
                  <a:pt x="472748" y="855968"/>
                  <a:pt x="478272" y="839689"/>
                  <a:pt x="481892" y="823213"/>
                </a:cubicBezTo>
                <a:cubicBezTo>
                  <a:pt x="485320" y="806930"/>
                  <a:pt x="490083" y="789474"/>
                  <a:pt x="487416" y="773781"/>
                </a:cubicBezTo>
                <a:cubicBezTo>
                  <a:pt x="482654" y="745535"/>
                  <a:pt x="471986" y="718661"/>
                  <a:pt x="464936" y="690809"/>
                </a:cubicBezTo>
                <a:cubicBezTo>
                  <a:pt x="462460" y="681198"/>
                  <a:pt x="462842" y="670605"/>
                  <a:pt x="462650" y="660603"/>
                </a:cubicBezTo>
                <a:cubicBezTo>
                  <a:pt x="462080" y="637652"/>
                  <a:pt x="467604" y="614113"/>
                  <a:pt x="451791" y="593322"/>
                </a:cubicBezTo>
                <a:cubicBezTo>
                  <a:pt x="436933" y="574101"/>
                  <a:pt x="441313" y="554679"/>
                  <a:pt x="452553" y="534478"/>
                </a:cubicBezTo>
                <a:cubicBezTo>
                  <a:pt x="460556" y="519961"/>
                  <a:pt x="466842" y="503486"/>
                  <a:pt x="469890" y="487205"/>
                </a:cubicBezTo>
                <a:cubicBezTo>
                  <a:pt x="474080" y="464843"/>
                  <a:pt x="475796" y="442679"/>
                  <a:pt x="473318" y="418552"/>
                </a:cubicBezTo>
                <a:cubicBezTo>
                  <a:pt x="471604" y="401485"/>
                  <a:pt x="470842" y="387559"/>
                  <a:pt x="460746" y="374220"/>
                </a:cubicBezTo>
                <a:cubicBezTo>
                  <a:pt x="459222" y="372064"/>
                  <a:pt x="458840" y="368141"/>
                  <a:pt x="459032" y="365198"/>
                </a:cubicBezTo>
                <a:cubicBezTo>
                  <a:pt x="462270" y="326557"/>
                  <a:pt x="460556" y="288308"/>
                  <a:pt x="458267" y="249272"/>
                </a:cubicBezTo>
                <a:cubicBezTo>
                  <a:pt x="455221" y="199649"/>
                  <a:pt x="464174" y="147470"/>
                  <a:pt x="496179" y="104514"/>
                </a:cubicBezTo>
                <a:cubicBezTo>
                  <a:pt x="500943" y="98237"/>
                  <a:pt x="503037" y="88822"/>
                  <a:pt x="504181" y="80583"/>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866290A3-7E80-441D-AA1E-5263326B1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78285" y="0"/>
            <a:ext cx="874715" cy="6858001"/>
          </a:xfrm>
          <a:custGeom>
            <a:avLst/>
            <a:gdLst>
              <a:gd name="connsiteX0" fmla="*/ 669467 w 874715"/>
              <a:gd name="connsiteY0" fmla="*/ 3720275 h 6858001"/>
              <a:gd name="connsiteX1" fmla="*/ 710453 w 874715"/>
              <a:gd name="connsiteY1" fmla="*/ 3726292 h 6858001"/>
              <a:gd name="connsiteX2" fmla="*/ 710455 w 874715"/>
              <a:gd name="connsiteY2" fmla="*/ 3726292 h 6858001"/>
              <a:gd name="connsiteX3" fmla="*/ 669465 w 874715"/>
              <a:gd name="connsiteY3" fmla="*/ 3720275 h 6858001"/>
              <a:gd name="connsiteX4" fmla="*/ 834223 w 874715"/>
              <a:gd name="connsiteY4" fmla="*/ 3333751 h 6858001"/>
              <a:gd name="connsiteX5" fmla="*/ 446757 w 874715"/>
              <a:gd name="connsiteY5" fmla="*/ 3333751 h 6858001"/>
              <a:gd name="connsiteX6" fmla="*/ 441229 w 874715"/>
              <a:gd name="connsiteY6" fmla="*/ 3376550 h 6858001"/>
              <a:gd name="connsiteX7" fmla="*/ 437178 w 874715"/>
              <a:gd name="connsiteY7" fmla="*/ 3407910 h 6858001"/>
              <a:gd name="connsiteX8" fmla="*/ 435790 w 874715"/>
              <a:gd name="connsiteY8" fmla="*/ 3491262 h 6858001"/>
              <a:gd name="connsiteX9" fmla="*/ 429384 w 874715"/>
              <a:gd name="connsiteY9" fmla="*/ 3520658 h 6858001"/>
              <a:gd name="connsiteX10" fmla="*/ 427332 w 874715"/>
              <a:gd name="connsiteY10" fmla="*/ 3524252 h 6858001"/>
              <a:gd name="connsiteX11" fmla="*/ 427331 w 874715"/>
              <a:gd name="connsiteY11" fmla="*/ 3524252 h 6858001"/>
              <a:gd name="connsiteX12" fmla="*/ 413690 w 874715"/>
              <a:gd name="connsiteY12" fmla="*/ 3548145 h 6858001"/>
              <a:gd name="connsiteX13" fmla="*/ 408166 w 874715"/>
              <a:gd name="connsiteY13" fmla="*/ 3612089 h 6858001"/>
              <a:gd name="connsiteX14" fmla="*/ 421692 w 874715"/>
              <a:gd name="connsiteY14" fmla="*/ 3636610 h 6858001"/>
              <a:gd name="connsiteX15" fmla="*/ 445933 w 874715"/>
              <a:gd name="connsiteY15" fmla="*/ 3687609 h 6858001"/>
              <a:gd name="connsiteX16" fmla="*/ 443241 w 874715"/>
              <a:gd name="connsiteY16" fmla="*/ 3725049 h 6858001"/>
              <a:gd name="connsiteX17" fmla="*/ 455589 w 874715"/>
              <a:gd name="connsiteY17" fmla="*/ 3723372 h 6858001"/>
              <a:gd name="connsiteX18" fmla="*/ 544787 w 874715"/>
              <a:gd name="connsiteY18" fmla="*/ 3712739 h 6858001"/>
              <a:gd name="connsiteX19" fmla="*/ 544802 w 874715"/>
              <a:gd name="connsiteY19" fmla="*/ 3712740 h 6858001"/>
              <a:gd name="connsiteX20" fmla="*/ 544786 w 874715"/>
              <a:gd name="connsiteY20" fmla="*/ 3712740 h 6858001"/>
              <a:gd name="connsiteX21" fmla="*/ 455588 w 874715"/>
              <a:gd name="connsiteY21" fmla="*/ 3723373 h 6858001"/>
              <a:gd name="connsiteX22" fmla="*/ 443240 w 874715"/>
              <a:gd name="connsiteY22" fmla="*/ 3725050 h 6858001"/>
              <a:gd name="connsiteX23" fmla="*/ 441884 w 874715"/>
              <a:gd name="connsiteY23" fmla="*/ 3743904 h 6858001"/>
              <a:gd name="connsiteX24" fmla="*/ 442266 w 874715"/>
              <a:gd name="connsiteY24" fmla="*/ 3764306 h 6858001"/>
              <a:gd name="connsiteX25" fmla="*/ 433692 w 874715"/>
              <a:gd name="connsiteY25" fmla="*/ 3834135 h 6858001"/>
              <a:gd name="connsiteX26" fmla="*/ 428740 w 874715"/>
              <a:gd name="connsiteY26" fmla="*/ 3898864 h 6858001"/>
              <a:gd name="connsiteX27" fmla="*/ 444932 w 874715"/>
              <a:gd name="connsiteY27" fmla="*/ 4062061 h 6858001"/>
              <a:gd name="connsiteX28" fmla="*/ 441122 w 874715"/>
              <a:gd name="connsiteY28" fmla="*/ 4187207 h 6858001"/>
              <a:gd name="connsiteX29" fmla="*/ 444932 w 874715"/>
              <a:gd name="connsiteY29" fmla="*/ 4244874 h 6858001"/>
              <a:gd name="connsiteX30" fmla="*/ 450648 w 874715"/>
              <a:gd name="connsiteY30" fmla="*/ 4277434 h 6858001"/>
              <a:gd name="connsiteX31" fmla="*/ 490464 w 874715"/>
              <a:gd name="connsiteY31" fmla="*/ 4351188 h 6858001"/>
              <a:gd name="connsiteX32" fmla="*/ 499418 w 874715"/>
              <a:gd name="connsiteY32" fmla="*/ 4391596 h 6858001"/>
              <a:gd name="connsiteX33" fmla="*/ 498656 w 874715"/>
              <a:gd name="connsiteY33" fmla="*/ 4513209 h 6858001"/>
              <a:gd name="connsiteX34" fmla="*/ 438646 w 874715"/>
              <a:gd name="connsiteY34" fmla="*/ 4695629 h 6858001"/>
              <a:gd name="connsiteX35" fmla="*/ 430644 w 874715"/>
              <a:gd name="connsiteY35" fmla="*/ 4714658 h 6858001"/>
              <a:gd name="connsiteX36" fmla="*/ 420737 w 874715"/>
              <a:gd name="connsiteY36" fmla="*/ 4807436 h 6858001"/>
              <a:gd name="connsiteX37" fmla="*/ 434264 w 874715"/>
              <a:gd name="connsiteY37" fmla="*/ 4870400 h 6858001"/>
              <a:gd name="connsiteX38" fmla="*/ 462269 w 874715"/>
              <a:gd name="connsiteY38" fmla="*/ 4956119 h 6858001"/>
              <a:gd name="connsiteX39" fmla="*/ 485701 w 874715"/>
              <a:gd name="connsiteY39" fmla="*/ 5033207 h 6858001"/>
              <a:gd name="connsiteX40" fmla="*/ 512180 w 874715"/>
              <a:gd name="connsiteY40" fmla="*/ 5089305 h 6858001"/>
              <a:gd name="connsiteX41" fmla="*/ 531613 w 874715"/>
              <a:gd name="connsiteY41" fmla="*/ 5217589 h 6858001"/>
              <a:gd name="connsiteX42" fmla="*/ 534851 w 874715"/>
              <a:gd name="connsiteY42" fmla="*/ 5230926 h 6858001"/>
              <a:gd name="connsiteX43" fmla="*/ 511228 w 874715"/>
              <a:gd name="connsiteY43" fmla="*/ 5327433 h 6858001"/>
              <a:gd name="connsiteX44" fmla="*/ 487225 w 874715"/>
              <a:gd name="connsiteY44" fmla="*/ 5443357 h 6858001"/>
              <a:gd name="connsiteX45" fmla="*/ 495416 w 874715"/>
              <a:gd name="connsiteY45" fmla="*/ 5484746 h 6858001"/>
              <a:gd name="connsiteX46" fmla="*/ 507038 w 874715"/>
              <a:gd name="connsiteY46" fmla="*/ 5541432 h 6858001"/>
              <a:gd name="connsiteX47" fmla="*/ 500942 w 874715"/>
              <a:gd name="connsiteY47" fmla="*/ 5594001 h 6858001"/>
              <a:gd name="connsiteX48" fmla="*/ 500370 w 874715"/>
              <a:gd name="connsiteY48" fmla="*/ 5625974 h 6858001"/>
              <a:gd name="connsiteX49" fmla="*/ 571618 w 874715"/>
              <a:gd name="connsiteY49" fmla="*/ 5771911 h 6858001"/>
              <a:gd name="connsiteX50" fmla="*/ 577524 w 874715"/>
              <a:gd name="connsiteY50" fmla="*/ 5808982 h 6858001"/>
              <a:gd name="connsiteX51" fmla="*/ 586289 w 874715"/>
              <a:gd name="connsiteY51" fmla="*/ 5829971 h 6858001"/>
              <a:gd name="connsiteX52" fmla="*/ 674684 w 874715"/>
              <a:gd name="connsiteY52" fmla="*/ 5956490 h 6858001"/>
              <a:gd name="connsiteX53" fmla="*/ 692590 w 874715"/>
              <a:gd name="connsiteY53" fmla="*/ 6010235 h 6858001"/>
              <a:gd name="connsiteX54" fmla="*/ 688970 w 874715"/>
              <a:gd name="connsiteY54" fmla="*/ 6069276 h 6858001"/>
              <a:gd name="connsiteX55" fmla="*/ 682494 w 874715"/>
              <a:gd name="connsiteY55" fmla="*/ 6103407 h 6858001"/>
              <a:gd name="connsiteX56" fmla="*/ 626294 w 874715"/>
              <a:gd name="connsiteY56" fmla="*/ 6188144 h 6858001"/>
              <a:gd name="connsiteX57" fmla="*/ 628200 w 874715"/>
              <a:gd name="connsiteY57" fmla="*/ 6236396 h 6858001"/>
              <a:gd name="connsiteX58" fmla="*/ 666871 w 874715"/>
              <a:gd name="connsiteY58" fmla="*/ 6311718 h 6858001"/>
              <a:gd name="connsiteX59" fmla="*/ 684208 w 874715"/>
              <a:gd name="connsiteY59" fmla="*/ 6448435 h 6858001"/>
              <a:gd name="connsiteX60" fmla="*/ 630104 w 874715"/>
              <a:gd name="connsiteY60" fmla="*/ 6517873 h 6858001"/>
              <a:gd name="connsiteX61" fmla="*/ 578096 w 874715"/>
              <a:gd name="connsiteY61" fmla="*/ 6553767 h 6858001"/>
              <a:gd name="connsiteX62" fmla="*/ 517706 w 874715"/>
              <a:gd name="connsiteY62" fmla="*/ 6657533 h 6858001"/>
              <a:gd name="connsiteX63" fmla="*/ 540185 w 874715"/>
              <a:gd name="connsiteY63" fmla="*/ 6682250 h 6858001"/>
              <a:gd name="connsiteX64" fmla="*/ 549712 w 874715"/>
              <a:gd name="connsiteY64" fmla="*/ 6758356 h 6858001"/>
              <a:gd name="connsiteX65" fmla="*/ 548950 w 874715"/>
              <a:gd name="connsiteY65" fmla="*/ 6840738 h 6858001"/>
              <a:gd name="connsiteX66" fmla="*/ 556149 w 874715"/>
              <a:gd name="connsiteY66" fmla="*/ 6858001 h 6858001"/>
              <a:gd name="connsiteX67" fmla="*/ 760427 w 874715"/>
              <a:gd name="connsiteY67" fmla="*/ 6858001 h 6858001"/>
              <a:gd name="connsiteX68" fmla="*/ 763269 w 874715"/>
              <a:gd name="connsiteY68" fmla="*/ 6846819 h 6858001"/>
              <a:gd name="connsiteX69" fmla="*/ 784795 w 874715"/>
              <a:gd name="connsiteY69" fmla="*/ 6678324 h 6858001"/>
              <a:gd name="connsiteX70" fmla="*/ 805560 w 874715"/>
              <a:gd name="connsiteY70" fmla="*/ 6504338 h 6858001"/>
              <a:gd name="connsiteX71" fmla="*/ 812418 w 874715"/>
              <a:gd name="connsiteY71" fmla="*/ 6408814 h 6858001"/>
              <a:gd name="connsiteX72" fmla="*/ 823279 w 874715"/>
              <a:gd name="connsiteY72" fmla="*/ 6325450 h 6858001"/>
              <a:gd name="connsiteX73" fmla="*/ 830137 w 874715"/>
              <a:gd name="connsiteY73" fmla="*/ 6252873 h 6858001"/>
              <a:gd name="connsiteX74" fmla="*/ 844043 w 874715"/>
              <a:gd name="connsiteY74" fmla="*/ 6137341 h 6858001"/>
              <a:gd name="connsiteX75" fmla="*/ 847663 w 874715"/>
              <a:gd name="connsiteY75" fmla="*/ 6089284 h 6858001"/>
              <a:gd name="connsiteX76" fmla="*/ 847471 w 874715"/>
              <a:gd name="connsiteY76" fmla="*/ 5975908 h 6858001"/>
              <a:gd name="connsiteX77" fmla="*/ 845567 w 874715"/>
              <a:gd name="connsiteY77" fmla="*/ 5936481 h 6858001"/>
              <a:gd name="connsiteX78" fmla="*/ 821945 w 874715"/>
              <a:gd name="connsiteY78" fmla="*/ 5860571 h 6858001"/>
              <a:gd name="connsiteX79" fmla="*/ 820231 w 874715"/>
              <a:gd name="connsiteY79" fmla="*/ 5851549 h 6858001"/>
              <a:gd name="connsiteX80" fmla="*/ 810894 w 874715"/>
              <a:gd name="connsiteY80" fmla="*/ 5801726 h 6858001"/>
              <a:gd name="connsiteX81" fmla="*/ 807846 w 874715"/>
              <a:gd name="connsiteY81" fmla="*/ 5774460 h 6858001"/>
              <a:gd name="connsiteX82" fmla="*/ 788415 w 874715"/>
              <a:gd name="connsiteY82" fmla="*/ 5670892 h 6858001"/>
              <a:gd name="connsiteX83" fmla="*/ 779271 w 874715"/>
              <a:gd name="connsiteY83" fmla="*/ 5611265 h 6858001"/>
              <a:gd name="connsiteX84" fmla="*/ 780605 w 874715"/>
              <a:gd name="connsiteY84" fmla="*/ 5563010 h 6858001"/>
              <a:gd name="connsiteX85" fmla="*/ 782319 w 874715"/>
              <a:gd name="connsiteY85" fmla="*/ 5478272 h 6858001"/>
              <a:gd name="connsiteX86" fmla="*/ 786701 w 874715"/>
              <a:gd name="connsiteY86" fmla="*/ 5451203 h 6858001"/>
              <a:gd name="connsiteX87" fmla="*/ 774127 w 874715"/>
              <a:gd name="connsiteY87" fmla="*/ 5328805 h 6858001"/>
              <a:gd name="connsiteX88" fmla="*/ 773175 w 874715"/>
              <a:gd name="connsiteY88" fmla="*/ 5258975 h 6858001"/>
              <a:gd name="connsiteX89" fmla="*/ 757552 w 874715"/>
              <a:gd name="connsiteY89" fmla="*/ 5180319 h 6858001"/>
              <a:gd name="connsiteX90" fmla="*/ 758314 w 874715"/>
              <a:gd name="connsiteY90" fmla="*/ 5157370 h 6858001"/>
              <a:gd name="connsiteX91" fmla="*/ 759649 w 874715"/>
              <a:gd name="connsiteY91" fmla="*/ 5131673 h 6858001"/>
              <a:gd name="connsiteX92" fmla="*/ 760793 w 874715"/>
              <a:gd name="connsiteY92" fmla="*/ 5052820 h 6858001"/>
              <a:gd name="connsiteX93" fmla="*/ 766507 w 874715"/>
              <a:gd name="connsiteY93" fmla="*/ 5004959 h 6858001"/>
              <a:gd name="connsiteX94" fmla="*/ 763079 w 874715"/>
              <a:gd name="connsiteY94" fmla="*/ 4913751 h 6858001"/>
              <a:gd name="connsiteX95" fmla="*/ 768031 w 874715"/>
              <a:gd name="connsiteY95" fmla="*/ 4880011 h 6858001"/>
              <a:gd name="connsiteX96" fmla="*/ 768603 w 874715"/>
              <a:gd name="connsiteY96" fmla="*/ 4794687 h 6858001"/>
              <a:gd name="connsiteX97" fmla="*/ 765745 w 874715"/>
              <a:gd name="connsiteY97" fmla="*/ 4718187 h 6858001"/>
              <a:gd name="connsiteX98" fmla="*/ 767269 w 874715"/>
              <a:gd name="connsiteY98" fmla="*/ 4644434 h 6858001"/>
              <a:gd name="connsiteX99" fmla="*/ 773555 w 874715"/>
              <a:gd name="connsiteY99" fmla="*/ 4591670 h 6858001"/>
              <a:gd name="connsiteX100" fmla="*/ 777365 w 874715"/>
              <a:gd name="connsiteY100" fmla="*/ 4534394 h 6858001"/>
              <a:gd name="connsiteX101" fmla="*/ 800036 w 874715"/>
              <a:gd name="connsiteY101" fmla="*/ 4376493 h 6858001"/>
              <a:gd name="connsiteX102" fmla="*/ 794512 w 874715"/>
              <a:gd name="connsiteY102" fmla="*/ 4347267 h 6858001"/>
              <a:gd name="connsiteX103" fmla="*/ 789368 w 874715"/>
              <a:gd name="connsiteY103" fmla="*/ 4181322 h 6858001"/>
              <a:gd name="connsiteX104" fmla="*/ 789750 w 874715"/>
              <a:gd name="connsiteY104" fmla="*/ 4145230 h 6858001"/>
              <a:gd name="connsiteX105" fmla="*/ 767269 w 874715"/>
              <a:gd name="connsiteY105" fmla="*/ 4048330 h 6858001"/>
              <a:gd name="connsiteX106" fmla="*/ 802894 w 874715"/>
              <a:gd name="connsiteY106" fmla="*/ 3898864 h 6858001"/>
              <a:gd name="connsiteX107" fmla="*/ 847471 w 874715"/>
              <a:gd name="connsiteY107" fmla="*/ 3759007 h 6858001"/>
              <a:gd name="connsiteX108" fmla="*/ 848163 w 874715"/>
              <a:gd name="connsiteY108" fmla="*/ 3756136 h 6858001"/>
              <a:gd name="connsiteX109" fmla="*/ 819543 w 874715"/>
              <a:gd name="connsiteY109" fmla="*/ 3748731 h 6858001"/>
              <a:gd name="connsiteX110" fmla="*/ 819313 w 874715"/>
              <a:gd name="connsiteY110" fmla="*/ 3748682 h 6858001"/>
              <a:gd name="connsiteX111" fmla="*/ 819544 w 874715"/>
              <a:gd name="connsiteY111" fmla="*/ 3748730 h 6858001"/>
              <a:gd name="connsiteX112" fmla="*/ 848164 w 874715"/>
              <a:gd name="connsiteY112" fmla="*/ 3756135 h 6858001"/>
              <a:gd name="connsiteX113" fmla="*/ 849545 w 874715"/>
              <a:gd name="connsiteY113" fmla="*/ 3750401 h 6858001"/>
              <a:gd name="connsiteX114" fmla="*/ 853189 w 874715"/>
              <a:gd name="connsiteY114" fmla="*/ 3741353 h 6858001"/>
              <a:gd name="connsiteX115" fmla="*/ 862905 w 874715"/>
              <a:gd name="connsiteY115" fmla="*/ 3691138 h 6858001"/>
              <a:gd name="connsiteX116" fmla="*/ 866333 w 874715"/>
              <a:gd name="connsiteY116" fmla="*/ 3628959 h 6858001"/>
              <a:gd name="connsiteX117" fmla="*/ 874715 w 874715"/>
              <a:gd name="connsiteY117" fmla="*/ 3550106 h 6858001"/>
              <a:gd name="connsiteX118" fmla="*/ 871487 w 874715"/>
              <a:gd name="connsiteY118" fmla="*/ 3524252 h 6858001"/>
              <a:gd name="connsiteX119" fmla="*/ 871488 w 874715"/>
              <a:gd name="connsiteY119" fmla="*/ 3524252 h 6858001"/>
              <a:gd name="connsiteX120" fmla="*/ 870763 w 874715"/>
              <a:gd name="connsiteY120" fmla="*/ 3518451 h 6858001"/>
              <a:gd name="connsiteX121" fmla="*/ 864238 w 874715"/>
              <a:gd name="connsiteY121" fmla="*/ 3486946 h 6858001"/>
              <a:gd name="connsiteX122" fmla="*/ 848618 w 874715"/>
              <a:gd name="connsiteY122" fmla="*/ 3398677 h 6858001"/>
              <a:gd name="connsiteX123" fmla="*/ 837595 w 874715"/>
              <a:gd name="connsiteY123" fmla="*/ 3365728 h 6858001"/>
              <a:gd name="connsiteX124" fmla="*/ 834829 w 874715"/>
              <a:gd name="connsiteY124" fmla="*/ 3357461 h 6858001"/>
              <a:gd name="connsiteX125" fmla="*/ 513783 w 874715"/>
              <a:gd name="connsiteY125" fmla="*/ 0 h 6858001"/>
              <a:gd name="connsiteX126" fmla="*/ 72334 w 874715"/>
              <a:gd name="connsiteY126" fmla="*/ 0 h 6858001"/>
              <a:gd name="connsiteX127" fmla="*/ 75447 w 874715"/>
              <a:gd name="connsiteY127" fmla="*/ 27991 h 6858001"/>
              <a:gd name="connsiteX128" fmla="*/ 88115 w 874715"/>
              <a:gd name="connsiteY128" fmla="*/ 134133 h 6858001"/>
              <a:gd name="connsiteX129" fmla="*/ 62778 w 874715"/>
              <a:gd name="connsiteY129" fmla="*/ 221224 h 6858001"/>
              <a:gd name="connsiteX130" fmla="*/ 62206 w 874715"/>
              <a:gd name="connsiteY130" fmla="*/ 247312 h 6858001"/>
              <a:gd name="connsiteX131" fmla="*/ 72113 w 874715"/>
              <a:gd name="connsiteY131" fmla="*/ 305764 h 6858001"/>
              <a:gd name="connsiteX132" fmla="*/ 65445 w 874715"/>
              <a:gd name="connsiteY132" fmla="*/ 426397 h 6858001"/>
              <a:gd name="connsiteX133" fmla="*/ 55348 w 874715"/>
              <a:gd name="connsiteY133" fmla="*/ 470924 h 6858001"/>
              <a:gd name="connsiteX134" fmla="*/ 48870 w 874715"/>
              <a:gd name="connsiteY134" fmla="*/ 495638 h 6858001"/>
              <a:gd name="connsiteX135" fmla="*/ 30963 w 874715"/>
              <a:gd name="connsiteY135" fmla="*/ 622548 h 6858001"/>
              <a:gd name="connsiteX136" fmla="*/ 11723 w 874715"/>
              <a:gd name="connsiteY136" fmla="*/ 679040 h 6858001"/>
              <a:gd name="connsiteX137" fmla="*/ 8865 w 874715"/>
              <a:gd name="connsiteY137" fmla="*/ 694341 h 6858001"/>
              <a:gd name="connsiteX138" fmla="*/ 16865 w 874715"/>
              <a:gd name="connsiteY138" fmla="*/ 778095 h 6858001"/>
              <a:gd name="connsiteX139" fmla="*/ 47918 w 874715"/>
              <a:gd name="connsiteY139" fmla="*/ 840866 h 6858001"/>
              <a:gd name="connsiteX140" fmla="*/ 58396 w 874715"/>
              <a:gd name="connsiteY140" fmla="*/ 853028 h 6858001"/>
              <a:gd name="connsiteX141" fmla="*/ 54776 w 874715"/>
              <a:gd name="connsiteY141" fmla="*/ 1027995 h 6858001"/>
              <a:gd name="connsiteX142" fmla="*/ 50394 w 874715"/>
              <a:gd name="connsiteY142" fmla="*/ 1054866 h 6858001"/>
              <a:gd name="connsiteX143" fmla="*/ 68683 w 874715"/>
              <a:gd name="connsiteY143" fmla="*/ 1184720 h 6858001"/>
              <a:gd name="connsiteX144" fmla="*/ 72303 w 874715"/>
              <a:gd name="connsiteY144" fmla="*/ 1222576 h 6858001"/>
              <a:gd name="connsiteX145" fmla="*/ 88687 w 874715"/>
              <a:gd name="connsiteY145" fmla="*/ 1358313 h 6858001"/>
              <a:gd name="connsiteX146" fmla="*/ 73447 w 874715"/>
              <a:gd name="connsiteY146" fmla="*/ 1377535 h 6858001"/>
              <a:gd name="connsiteX147" fmla="*/ 35153 w 874715"/>
              <a:gd name="connsiteY147" fmla="*/ 1432851 h 6858001"/>
              <a:gd name="connsiteX148" fmla="*/ 1244 w 874715"/>
              <a:gd name="connsiteY148" fmla="*/ 1541910 h 6858001"/>
              <a:gd name="connsiteX149" fmla="*/ 3149 w 874715"/>
              <a:gd name="connsiteY149" fmla="*/ 1571529 h 6858001"/>
              <a:gd name="connsiteX150" fmla="*/ 59730 w 874715"/>
              <a:gd name="connsiteY150" fmla="*/ 1646459 h 6858001"/>
              <a:gd name="connsiteX151" fmla="*/ 82399 w 874715"/>
              <a:gd name="connsiteY151" fmla="*/ 1682944 h 6858001"/>
              <a:gd name="connsiteX152" fmla="*/ 124120 w 874715"/>
              <a:gd name="connsiteY152" fmla="*/ 1786511 h 6858001"/>
              <a:gd name="connsiteX153" fmla="*/ 131741 w 874715"/>
              <a:gd name="connsiteY153" fmla="*/ 1795142 h 6858001"/>
              <a:gd name="connsiteX154" fmla="*/ 222232 w 874715"/>
              <a:gd name="connsiteY154" fmla="*/ 1871640 h 6858001"/>
              <a:gd name="connsiteX155" fmla="*/ 237662 w 874715"/>
              <a:gd name="connsiteY155" fmla="*/ 1888901 h 6858001"/>
              <a:gd name="connsiteX156" fmla="*/ 261667 w 874715"/>
              <a:gd name="connsiteY156" fmla="*/ 1909694 h 6858001"/>
              <a:gd name="connsiteX157" fmla="*/ 308150 w 874715"/>
              <a:gd name="connsiteY157" fmla="*/ 1974618 h 6858001"/>
              <a:gd name="connsiteX158" fmla="*/ 323009 w 874715"/>
              <a:gd name="connsiteY158" fmla="*/ 2055042 h 6858001"/>
              <a:gd name="connsiteX159" fmla="*/ 345680 w 874715"/>
              <a:gd name="connsiteY159" fmla="*/ 2152137 h 6858001"/>
              <a:gd name="connsiteX160" fmla="*/ 360920 w 874715"/>
              <a:gd name="connsiteY160" fmla="*/ 2192740 h 6858001"/>
              <a:gd name="connsiteX161" fmla="*/ 389877 w 874715"/>
              <a:gd name="connsiteY161" fmla="*/ 2301603 h 6858001"/>
              <a:gd name="connsiteX162" fmla="*/ 414262 w 874715"/>
              <a:gd name="connsiteY162" fmla="*/ 2379279 h 6858001"/>
              <a:gd name="connsiteX163" fmla="*/ 428551 w 874715"/>
              <a:gd name="connsiteY163" fmla="*/ 2491281 h 6858001"/>
              <a:gd name="connsiteX164" fmla="*/ 429121 w 874715"/>
              <a:gd name="connsiteY164" fmla="*/ 2545615 h 6858001"/>
              <a:gd name="connsiteX165" fmla="*/ 502275 w 874715"/>
              <a:gd name="connsiteY165" fmla="*/ 2645455 h 6858001"/>
              <a:gd name="connsiteX166" fmla="*/ 550665 w 874715"/>
              <a:gd name="connsiteY166" fmla="*/ 2725094 h 6858001"/>
              <a:gd name="connsiteX167" fmla="*/ 527232 w 874715"/>
              <a:gd name="connsiteY167" fmla="*/ 2808850 h 6858001"/>
              <a:gd name="connsiteX168" fmla="*/ 505133 w 874715"/>
              <a:gd name="connsiteY168" fmla="*/ 2831604 h 6858001"/>
              <a:gd name="connsiteX169" fmla="*/ 484178 w 874715"/>
              <a:gd name="connsiteY169" fmla="*/ 2968910 h 6858001"/>
              <a:gd name="connsiteX170" fmla="*/ 483416 w 874715"/>
              <a:gd name="connsiteY170" fmla="*/ 3165061 h 6858001"/>
              <a:gd name="connsiteX171" fmla="*/ 447744 w 874715"/>
              <a:gd name="connsiteY171" fmla="*/ 3326101 h 6858001"/>
              <a:gd name="connsiteX172" fmla="*/ 446756 w 874715"/>
              <a:gd name="connsiteY172" fmla="*/ 3333750 h 6858001"/>
              <a:gd name="connsiteX173" fmla="*/ 834222 w 874715"/>
              <a:gd name="connsiteY173" fmla="*/ 3333750 h 6858001"/>
              <a:gd name="connsiteX174" fmla="*/ 833756 w 874715"/>
              <a:gd name="connsiteY174" fmla="*/ 3315508 h 6858001"/>
              <a:gd name="connsiteX175" fmla="*/ 851283 w 874715"/>
              <a:gd name="connsiteY175" fmla="*/ 3289224 h 6858001"/>
              <a:gd name="connsiteX176" fmla="*/ 866523 w 874715"/>
              <a:gd name="connsiteY176" fmla="*/ 3248621 h 6858001"/>
              <a:gd name="connsiteX177" fmla="*/ 848234 w 874715"/>
              <a:gd name="connsiteY177" fmla="*/ 3203506 h 6858001"/>
              <a:gd name="connsiteX178" fmla="*/ 810325 w 874715"/>
              <a:gd name="connsiteY178" fmla="*/ 3097977 h 6858001"/>
              <a:gd name="connsiteX179" fmla="*/ 808609 w 874715"/>
              <a:gd name="connsiteY179" fmla="*/ 3031285 h 6858001"/>
              <a:gd name="connsiteX180" fmla="*/ 792417 w 874715"/>
              <a:gd name="connsiteY180" fmla="*/ 2886329 h 6858001"/>
              <a:gd name="connsiteX181" fmla="*/ 769366 w 874715"/>
              <a:gd name="connsiteY181" fmla="*/ 2791590 h 6858001"/>
              <a:gd name="connsiteX182" fmla="*/ 743267 w 874715"/>
              <a:gd name="connsiteY182" fmla="*/ 2723527 h 6858001"/>
              <a:gd name="connsiteX183" fmla="*/ 709166 w 874715"/>
              <a:gd name="connsiteY183" fmla="*/ 2626038 h 6858001"/>
              <a:gd name="connsiteX184" fmla="*/ 691449 w 874715"/>
              <a:gd name="connsiteY184" fmla="*/ 2528158 h 6858001"/>
              <a:gd name="connsiteX185" fmla="*/ 669159 w 874715"/>
              <a:gd name="connsiteY185" fmla="*/ 2457348 h 6858001"/>
              <a:gd name="connsiteX186" fmla="*/ 653918 w 874715"/>
              <a:gd name="connsiteY186" fmla="*/ 2370844 h 6858001"/>
              <a:gd name="connsiteX187" fmla="*/ 653348 w 874715"/>
              <a:gd name="connsiteY187" fmla="*/ 2298269 h 6858001"/>
              <a:gd name="connsiteX188" fmla="*/ 656014 w 874715"/>
              <a:gd name="connsiteY188" fmla="*/ 2184501 h 6858001"/>
              <a:gd name="connsiteX189" fmla="*/ 609913 w 874715"/>
              <a:gd name="connsiteY189" fmla="*/ 2045235 h 6858001"/>
              <a:gd name="connsiteX190" fmla="*/ 599624 w 874715"/>
              <a:gd name="connsiteY190" fmla="*/ 1988939 h 6858001"/>
              <a:gd name="connsiteX191" fmla="*/ 594862 w 874715"/>
              <a:gd name="connsiteY191" fmla="*/ 1935977 h 6858001"/>
              <a:gd name="connsiteX192" fmla="*/ 564191 w 874715"/>
              <a:gd name="connsiteY192" fmla="*/ 1823583 h 6858001"/>
              <a:gd name="connsiteX193" fmla="*/ 554093 w 874715"/>
              <a:gd name="connsiteY193" fmla="*/ 1777881 h 6858001"/>
              <a:gd name="connsiteX194" fmla="*/ 554285 w 874715"/>
              <a:gd name="connsiteY194" fmla="*/ 1713934 h 6858001"/>
              <a:gd name="connsiteX195" fmla="*/ 540186 w 874715"/>
              <a:gd name="connsiteY195" fmla="*/ 1597617 h 6858001"/>
              <a:gd name="connsiteX196" fmla="*/ 499037 w 874715"/>
              <a:gd name="connsiteY196" fmla="*/ 1481495 h 6858001"/>
              <a:gd name="connsiteX197" fmla="*/ 503037 w 874715"/>
              <a:gd name="connsiteY197" fmla="*/ 1432262 h 6858001"/>
              <a:gd name="connsiteX198" fmla="*/ 502085 w 874715"/>
              <a:gd name="connsiteY198" fmla="*/ 1414609 h 6858001"/>
              <a:gd name="connsiteX199" fmla="*/ 479414 w 874715"/>
              <a:gd name="connsiteY199" fmla="*/ 1255923 h 6858001"/>
              <a:gd name="connsiteX200" fmla="*/ 476938 w 874715"/>
              <a:gd name="connsiteY200" fmla="*/ 1240034 h 6858001"/>
              <a:gd name="connsiteX201" fmla="*/ 456745 w 874715"/>
              <a:gd name="connsiteY201" fmla="*/ 1165498 h 6858001"/>
              <a:gd name="connsiteX202" fmla="*/ 444171 w 874715"/>
              <a:gd name="connsiteY202" fmla="*/ 977582 h 6858001"/>
              <a:gd name="connsiteX203" fmla="*/ 442647 w 874715"/>
              <a:gd name="connsiteY203" fmla="*/ 966011 h 6858001"/>
              <a:gd name="connsiteX204" fmla="*/ 452743 w 874715"/>
              <a:gd name="connsiteY204" fmla="*/ 903045 h 6858001"/>
              <a:gd name="connsiteX205" fmla="*/ 467032 w 874715"/>
              <a:gd name="connsiteY205" fmla="*/ 871859 h 6858001"/>
              <a:gd name="connsiteX206" fmla="*/ 481892 w 874715"/>
              <a:gd name="connsiteY206" fmla="*/ 823213 h 6858001"/>
              <a:gd name="connsiteX207" fmla="*/ 487416 w 874715"/>
              <a:gd name="connsiteY207" fmla="*/ 773781 h 6858001"/>
              <a:gd name="connsiteX208" fmla="*/ 464936 w 874715"/>
              <a:gd name="connsiteY208" fmla="*/ 690809 h 6858001"/>
              <a:gd name="connsiteX209" fmla="*/ 462650 w 874715"/>
              <a:gd name="connsiteY209" fmla="*/ 660603 h 6858001"/>
              <a:gd name="connsiteX210" fmla="*/ 451791 w 874715"/>
              <a:gd name="connsiteY210" fmla="*/ 593322 h 6858001"/>
              <a:gd name="connsiteX211" fmla="*/ 452553 w 874715"/>
              <a:gd name="connsiteY211" fmla="*/ 534478 h 6858001"/>
              <a:gd name="connsiteX212" fmla="*/ 469890 w 874715"/>
              <a:gd name="connsiteY212" fmla="*/ 487205 h 6858001"/>
              <a:gd name="connsiteX213" fmla="*/ 473318 w 874715"/>
              <a:gd name="connsiteY213" fmla="*/ 418552 h 6858001"/>
              <a:gd name="connsiteX214" fmla="*/ 460746 w 874715"/>
              <a:gd name="connsiteY214" fmla="*/ 374220 h 6858001"/>
              <a:gd name="connsiteX215" fmla="*/ 459032 w 874715"/>
              <a:gd name="connsiteY215" fmla="*/ 365198 h 6858001"/>
              <a:gd name="connsiteX216" fmla="*/ 458267 w 874715"/>
              <a:gd name="connsiteY216" fmla="*/ 249272 h 6858001"/>
              <a:gd name="connsiteX217" fmla="*/ 496179 w 874715"/>
              <a:gd name="connsiteY217" fmla="*/ 104514 h 6858001"/>
              <a:gd name="connsiteX218" fmla="*/ 504181 w 874715"/>
              <a:gd name="connsiteY218" fmla="*/ 80583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Lst>
            <a:rect l="l" t="t" r="r" b="b"/>
            <a:pathLst>
              <a:path w="874715" h="6858001">
                <a:moveTo>
                  <a:pt x="669467" y="3720275"/>
                </a:moveTo>
                <a:lnTo>
                  <a:pt x="710453" y="3726292"/>
                </a:lnTo>
                <a:lnTo>
                  <a:pt x="710455" y="3726292"/>
                </a:lnTo>
                <a:lnTo>
                  <a:pt x="669465" y="3720275"/>
                </a:lnTo>
                <a:close/>
                <a:moveTo>
                  <a:pt x="834223" y="3333751"/>
                </a:moveTo>
                <a:lnTo>
                  <a:pt x="446757" y="3333751"/>
                </a:lnTo>
                <a:lnTo>
                  <a:pt x="441229" y="3376550"/>
                </a:lnTo>
                <a:lnTo>
                  <a:pt x="437178" y="3407910"/>
                </a:lnTo>
                <a:cubicBezTo>
                  <a:pt x="435005" y="3435408"/>
                  <a:pt x="434362" y="3463164"/>
                  <a:pt x="435790" y="3491262"/>
                </a:cubicBezTo>
                <a:cubicBezTo>
                  <a:pt x="436266" y="3500578"/>
                  <a:pt x="433599" y="3510777"/>
                  <a:pt x="429384" y="3520658"/>
                </a:cubicBezTo>
                <a:lnTo>
                  <a:pt x="427332" y="3524252"/>
                </a:lnTo>
                <a:lnTo>
                  <a:pt x="427331" y="3524252"/>
                </a:lnTo>
                <a:lnTo>
                  <a:pt x="413690" y="3548145"/>
                </a:lnTo>
                <a:cubicBezTo>
                  <a:pt x="391973" y="3578940"/>
                  <a:pt x="390257" y="3577567"/>
                  <a:pt x="408166" y="3612089"/>
                </a:cubicBezTo>
                <a:cubicBezTo>
                  <a:pt x="412548" y="3620328"/>
                  <a:pt x="415214" y="3630528"/>
                  <a:pt x="421692" y="3636610"/>
                </a:cubicBezTo>
                <a:cubicBezTo>
                  <a:pt x="438171" y="3652106"/>
                  <a:pt x="444409" y="3669416"/>
                  <a:pt x="445933" y="3687609"/>
                </a:cubicBezTo>
                <a:lnTo>
                  <a:pt x="443241" y="3725049"/>
                </a:lnTo>
                <a:lnTo>
                  <a:pt x="455589" y="3723372"/>
                </a:lnTo>
                <a:cubicBezTo>
                  <a:pt x="485111" y="3719138"/>
                  <a:pt x="514678" y="3715144"/>
                  <a:pt x="544787" y="3712739"/>
                </a:cubicBezTo>
                <a:lnTo>
                  <a:pt x="544802" y="3712740"/>
                </a:lnTo>
                <a:lnTo>
                  <a:pt x="544786" y="3712740"/>
                </a:lnTo>
                <a:cubicBezTo>
                  <a:pt x="514677" y="3715145"/>
                  <a:pt x="485110" y="3719139"/>
                  <a:pt x="455588" y="3723373"/>
                </a:cubicBezTo>
                <a:lnTo>
                  <a:pt x="443240" y="3725050"/>
                </a:lnTo>
                <a:lnTo>
                  <a:pt x="441884" y="3743904"/>
                </a:lnTo>
                <a:cubicBezTo>
                  <a:pt x="440932" y="3750574"/>
                  <a:pt x="439598" y="3758615"/>
                  <a:pt x="442266" y="3764306"/>
                </a:cubicBezTo>
                <a:cubicBezTo>
                  <a:pt x="454266" y="3790000"/>
                  <a:pt x="450076" y="3811773"/>
                  <a:pt x="433692" y="3834135"/>
                </a:cubicBezTo>
                <a:cubicBezTo>
                  <a:pt x="419595" y="3853553"/>
                  <a:pt x="411213" y="3875915"/>
                  <a:pt x="428740" y="3898864"/>
                </a:cubicBezTo>
                <a:cubicBezTo>
                  <a:pt x="467603" y="3949864"/>
                  <a:pt x="469507" y="4004392"/>
                  <a:pt x="444932" y="4062061"/>
                </a:cubicBezTo>
                <a:cubicBezTo>
                  <a:pt x="427405" y="4103253"/>
                  <a:pt x="423405" y="4143856"/>
                  <a:pt x="441122" y="4187207"/>
                </a:cubicBezTo>
                <a:cubicBezTo>
                  <a:pt x="447980" y="4203880"/>
                  <a:pt x="443408" y="4225456"/>
                  <a:pt x="444932" y="4244874"/>
                </a:cubicBezTo>
                <a:cubicBezTo>
                  <a:pt x="445694" y="4255860"/>
                  <a:pt x="445884" y="4268022"/>
                  <a:pt x="450648" y="4277434"/>
                </a:cubicBezTo>
                <a:cubicBezTo>
                  <a:pt x="462841" y="4302544"/>
                  <a:pt x="478461" y="4325885"/>
                  <a:pt x="490464" y="4351188"/>
                </a:cubicBezTo>
                <a:cubicBezTo>
                  <a:pt x="496178" y="4363350"/>
                  <a:pt x="499226" y="4377865"/>
                  <a:pt x="499418" y="4391596"/>
                </a:cubicBezTo>
                <a:cubicBezTo>
                  <a:pt x="500370" y="4432199"/>
                  <a:pt x="500370" y="4472804"/>
                  <a:pt x="498656" y="4513209"/>
                </a:cubicBezTo>
                <a:cubicBezTo>
                  <a:pt x="495988" y="4579901"/>
                  <a:pt x="495416" y="4647572"/>
                  <a:pt x="438646" y="4695629"/>
                </a:cubicBezTo>
                <a:cubicBezTo>
                  <a:pt x="434074" y="4699554"/>
                  <a:pt x="431406" y="4707987"/>
                  <a:pt x="430644" y="4714658"/>
                </a:cubicBezTo>
                <a:cubicBezTo>
                  <a:pt x="427025" y="4745453"/>
                  <a:pt x="426643" y="4777033"/>
                  <a:pt x="420737" y="4807436"/>
                </a:cubicBezTo>
                <a:cubicBezTo>
                  <a:pt x="415975" y="4831758"/>
                  <a:pt x="417499" y="4851963"/>
                  <a:pt x="434264" y="4870400"/>
                </a:cubicBezTo>
                <a:cubicBezTo>
                  <a:pt x="456362" y="4894527"/>
                  <a:pt x="469317" y="4923950"/>
                  <a:pt x="462269" y="4956119"/>
                </a:cubicBezTo>
                <a:cubicBezTo>
                  <a:pt x="455410" y="4988286"/>
                  <a:pt x="470269" y="5009470"/>
                  <a:pt x="485701" y="5033207"/>
                </a:cubicBezTo>
                <a:cubicBezTo>
                  <a:pt x="496940" y="5050467"/>
                  <a:pt x="511038" y="5070083"/>
                  <a:pt x="512180" y="5089305"/>
                </a:cubicBezTo>
                <a:cubicBezTo>
                  <a:pt x="514656" y="5132851"/>
                  <a:pt x="553902" y="5170316"/>
                  <a:pt x="531613" y="5217589"/>
                </a:cubicBezTo>
                <a:cubicBezTo>
                  <a:pt x="530089" y="5220727"/>
                  <a:pt x="533899" y="5226415"/>
                  <a:pt x="534851" y="5230926"/>
                </a:cubicBezTo>
                <a:cubicBezTo>
                  <a:pt x="542091" y="5267019"/>
                  <a:pt x="535041" y="5300953"/>
                  <a:pt x="511228" y="5327433"/>
                </a:cubicBezTo>
                <a:cubicBezTo>
                  <a:pt x="480175" y="5362152"/>
                  <a:pt x="477127" y="5400597"/>
                  <a:pt x="487225" y="5443357"/>
                </a:cubicBezTo>
                <a:cubicBezTo>
                  <a:pt x="490464" y="5457089"/>
                  <a:pt x="492750" y="5470820"/>
                  <a:pt x="495416" y="5484746"/>
                </a:cubicBezTo>
                <a:cubicBezTo>
                  <a:pt x="499226" y="5503576"/>
                  <a:pt x="503228" y="5522604"/>
                  <a:pt x="507038" y="5541432"/>
                </a:cubicBezTo>
                <a:cubicBezTo>
                  <a:pt x="510848" y="5559676"/>
                  <a:pt x="517324" y="5579880"/>
                  <a:pt x="500942" y="5594001"/>
                </a:cubicBezTo>
                <a:cubicBezTo>
                  <a:pt x="486843" y="5606164"/>
                  <a:pt x="488177" y="5614794"/>
                  <a:pt x="500370" y="5625974"/>
                </a:cubicBezTo>
                <a:cubicBezTo>
                  <a:pt x="543043" y="5664813"/>
                  <a:pt x="569714" y="5711889"/>
                  <a:pt x="571618" y="5771911"/>
                </a:cubicBezTo>
                <a:cubicBezTo>
                  <a:pt x="572000" y="5784268"/>
                  <a:pt x="574666" y="5796822"/>
                  <a:pt x="577524" y="5808982"/>
                </a:cubicBezTo>
                <a:cubicBezTo>
                  <a:pt x="579239" y="5816437"/>
                  <a:pt x="581145" y="5825462"/>
                  <a:pt x="586289" y="5829971"/>
                </a:cubicBezTo>
                <a:cubicBezTo>
                  <a:pt x="625532" y="5865083"/>
                  <a:pt x="652775" y="5908825"/>
                  <a:pt x="674684" y="5956490"/>
                </a:cubicBezTo>
                <a:cubicBezTo>
                  <a:pt x="682494" y="5973553"/>
                  <a:pt x="690304" y="5991797"/>
                  <a:pt x="692590" y="6010235"/>
                </a:cubicBezTo>
                <a:cubicBezTo>
                  <a:pt x="694876" y="6029456"/>
                  <a:pt x="691066" y="6049660"/>
                  <a:pt x="688970" y="6069276"/>
                </a:cubicBezTo>
                <a:cubicBezTo>
                  <a:pt x="687828" y="6080849"/>
                  <a:pt x="688018" y="6094187"/>
                  <a:pt x="682494" y="6103407"/>
                </a:cubicBezTo>
                <a:cubicBezTo>
                  <a:pt x="665157" y="6132633"/>
                  <a:pt x="646489" y="6160879"/>
                  <a:pt x="626294" y="6188144"/>
                </a:cubicBezTo>
                <a:cubicBezTo>
                  <a:pt x="608958" y="6211486"/>
                  <a:pt x="606481" y="6216194"/>
                  <a:pt x="628200" y="6236396"/>
                </a:cubicBezTo>
                <a:cubicBezTo>
                  <a:pt x="650489" y="6257190"/>
                  <a:pt x="662109" y="6283082"/>
                  <a:pt x="666871" y="6311718"/>
                </a:cubicBezTo>
                <a:cubicBezTo>
                  <a:pt x="674302" y="6357030"/>
                  <a:pt x="680588" y="6402732"/>
                  <a:pt x="684208" y="6448435"/>
                </a:cubicBezTo>
                <a:cubicBezTo>
                  <a:pt x="687446" y="6489823"/>
                  <a:pt x="669920" y="6509634"/>
                  <a:pt x="630104" y="6517873"/>
                </a:cubicBezTo>
                <a:cubicBezTo>
                  <a:pt x="608005" y="6522581"/>
                  <a:pt x="584001" y="6528663"/>
                  <a:pt x="578096" y="6553767"/>
                </a:cubicBezTo>
                <a:cubicBezTo>
                  <a:pt x="568570" y="6594765"/>
                  <a:pt x="564380" y="6637329"/>
                  <a:pt x="517706" y="6657533"/>
                </a:cubicBezTo>
                <a:cubicBezTo>
                  <a:pt x="527993" y="6668713"/>
                  <a:pt x="534089" y="6675579"/>
                  <a:pt x="540185" y="6682250"/>
                </a:cubicBezTo>
                <a:cubicBezTo>
                  <a:pt x="557140" y="6700686"/>
                  <a:pt x="564380" y="6738934"/>
                  <a:pt x="549712" y="6758356"/>
                </a:cubicBezTo>
                <a:cubicBezTo>
                  <a:pt x="528375" y="6786993"/>
                  <a:pt x="532375" y="6813278"/>
                  <a:pt x="548950" y="6840738"/>
                </a:cubicBezTo>
                <a:lnTo>
                  <a:pt x="556149" y="6858001"/>
                </a:lnTo>
                <a:lnTo>
                  <a:pt x="760427" y="6858001"/>
                </a:lnTo>
                <a:lnTo>
                  <a:pt x="763269" y="6846819"/>
                </a:lnTo>
                <a:cubicBezTo>
                  <a:pt x="771841" y="6790916"/>
                  <a:pt x="777937" y="6734620"/>
                  <a:pt x="784795" y="6678324"/>
                </a:cubicBezTo>
                <a:cubicBezTo>
                  <a:pt x="791844" y="6620265"/>
                  <a:pt x="799274" y="6562401"/>
                  <a:pt x="805560" y="6504338"/>
                </a:cubicBezTo>
                <a:cubicBezTo>
                  <a:pt x="808800" y="6472562"/>
                  <a:pt x="809370" y="6440589"/>
                  <a:pt x="812418" y="6408814"/>
                </a:cubicBezTo>
                <a:cubicBezTo>
                  <a:pt x="815086" y="6380959"/>
                  <a:pt x="820039" y="6353302"/>
                  <a:pt x="823279" y="6325450"/>
                </a:cubicBezTo>
                <a:cubicBezTo>
                  <a:pt x="825945" y="6301323"/>
                  <a:pt x="827469" y="6277000"/>
                  <a:pt x="830137" y="6252873"/>
                </a:cubicBezTo>
                <a:cubicBezTo>
                  <a:pt x="834517" y="6214231"/>
                  <a:pt x="839471" y="6175786"/>
                  <a:pt x="844043" y="6137341"/>
                </a:cubicBezTo>
                <a:cubicBezTo>
                  <a:pt x="845757" y="6121257"/>
                  <a:pt x="850520" y="6104387"/>
                  <a:pt x="847663" y="6089284"/>
                </a:cubicBezTo>
                <a:cubicBezTo>
                  <a:pt x="840423" y="6051230"/>
                  <a:pt x="842519" y="6013764"/>
                  <a:pt x="847471" y="5975908"/>
                </a:cubicBezTo>
                <a:cubicBezTo>
                  <a:pt x="849188" y="5962962"/>
                  <a:pt x="848806" y="5949036"/>
                  <a:pt x="845567" y="5936481"/>
                </a:cubicBezTo>
                <a:cubicBezTo>
                  <a:pt x="839089" y="5910785"/>
                  <a:pt x="829945" y="5885876"/>
                  <a:pt x="821945" y="5860571"/>
                </a:cubicBezTo>
                <a:cubicBezTo>
                  <a:pt x="820993" y="5857824"/>
                  <a:pt x="820801" y="5854490"/>
                  <a:pt x="820231" y="5851549"/>
                </a:cubicBezTo>
                <a:cubicBezTo>
                  <a:pt x="816990" y="5834874"/>
                  <a:pt x="813752" y="5818399"/>
                  <a:pt x="810894" y="5801726"/>
                </a:cubicBezTo>
                <a:cubicBezTo>
                  <a:pt x="809370" y="5792704"/>
                  <a:pt x="809180" y="5783484"/>
                  <a:pt x="807846" y="5774460"/>
                </a:cubicBezTo>
                <a:cubicBezTo>
                  <a:pt x="802512" y="5739546"/>
                  <a:pt x="811466" y="5701101"/>
                  <a:pt x="788415" y="5670892"/>
                </a:cubicBezTo>
                <a:cubicBezTo>
                  <a:pt x="773555" y="5651277"/>
                  <a:pt x="776985" y="5632250"/>
                  <a:pt x="779271" y="5611265"/>
                </a:cubicBezTo>
                <a:cubicBezTo>
                  <a:pt x="780985" y="5595374"/>
                  <a:pt x="780413" y="5579094"/>
                  <a:pt x="780605" y="5563010"/>
                </a:cubicBezTo>
                <a:cubicBezTo>
                  <a:pt x="781175" y="5534764"/>
                  <a:pt x="781367" y="5506518"/>
                  <a:pt x="782319" y="5478272"/>
                </a:cubicBezTo>
                <a:cubicBezTo>
                  <a:pt x="782699" y="5469249"/>
                  <a:pt x="787463" y="5460031"/>
                  <a:pt x="786701" y="5451203"/>
                </a:cubicBezTo>
                <a:cubicBezTo>
                  <a:pt x="783081" y="5410403"/>
                  <a:pt x="777365" y="5369604"/>
                  <a:pt x="774127" y="5328805"/>
                </a:cubicBezTo>
                <a:cubicBezTo>
                  <a:pt x="772223" y="5305660"/>
                  <a:pt x="775841" y="5281924"/>
                  <a:pt x="773175" y="5258975"/>
                </a:cubicBezTo>
                <a:cubicBezTo>
                  <a:pt x="770127" y="5232496"/>
                  <a:pt x="762317" y="5206604"/>
                  <a:pt x="757552" y="5180319"/>
                </a:cubicBezTo>
                <a:cubicBezTo>
                  <a:pt x="756220" y="5173061"/>
                  <a:pt x="757934" y="5165020"/>
                  <a:pt x="758314" y="5157370"/>
                </a:cubicBezTo>
                <a:cubicBezTo>
                  <a:pt x="758697" y="5148739"/>
                  <a:pt x="759459" y="5140304"/>
                  <a:pt x="759649" y="5131673"/>
                </a:cubicBezTo>
                <a:cubicBezTo>
                  <a:pt x="760031" y="5105388"/>
                  <a:pt x="759459" y="5079104"/>
                  <a:pt x="760793" y="5052820"/>
                </a:cubicBezTo>
                <a:cubicBezTo>
                  <a:pt x="761555" y="5036736"/>
                  <a:pt x="769365" y="5019868"/>
                  <a:pt x="766507" y="5004959"/>
                </a:cubicBezTo>
                <a:cubicBezTo>
                  <a:pt x="760983" y="4974557"/>
                  <a:pt x="773365" y="4944153"/>
                  <a:pt x="763079" y="4913751"/>
                </a:cubicBezTo>
                <a:cubicBezTo>
                  <a:pt x="760031" y="4904334"/>
                  <a:pt x="767651" y="4891388"/>
                  <a:pt x="768031" y="4880011"/>
                </a:cubicBezTo>
                <a:cubicBezTo>
                  <a:pt x="768983" y="4851570"/>
                  <a:pt x="768793" y="4823128"/>
                  <a:pt x="768603" y="4794687"/>
                </a:cubicBezTo>
                <a:cubicBezTo>
                  <a:pt x="768413" y="4769186"/>
                  <a:pt x="771079" y="4742705"/>
                  <a:pt x="765745" y="4718187"/>
                </a:cubicBezTo>
                <a:cubicBezTo>
                  <a:pt x="760031" y="4692491"/>
                  <a:pt x="760793" y="4669346"/>
                  <a:pt x="767269" y="4644434"/>
                </a:cubicBezTo>
                <a:cubicBezTo>
                  <a:pt x="771651" y="4627369"/>
                  <a:pt x="772223" y="4609322"/>
                  <a:pt x="773555" y="4591670"/>
                </a:cubicBezTo>
                <a:cubicBezTo>
                  <a:pt x="775079" y="4572644"/>
                  <a:pt x="771079" y="4551655"/>
                  <a:pt x="777365" y="4534394"/>
                </a:cubicBezTo>
                <a:cubicBezTo>
                  <a:pt x="796036" y="4483001"/>
                  <a:pt x="800036" y="4430237"/>
                  <a:pt x="800036" y="4376493"/>
                </a:cubicBezTo>
                <a:cubicBezTo>
                  <a:pt x="800036" y="4366684"/>
                  <a:pt x="797370" y="4356680"/>
                  <a:pt x="794512" y="4347267"/>
                </a:cubicBezTo>
                <a:cubicBezTo>
                  <a:pt x="777365" y="4292342"/>
                  <a:pt x="778889" y="4237224"/>
                  <a:pt x="789368" y="4181322"/>
                </a:cubicBezTo>
                <a:cubicBezTo>
                  <a:pt x="791654" y="4169748"/>
                  <a:pt x="792036" y="4156803"/>
                  <a:pt x="789750" y="4145230"/>
                </a:cubicBezTo>
                <a:cubicBezTo>
                  <a:pt x="783081" y="4112668"/>
                  <a:pt x="772031" y="4081088"/>
                  <a:pt x="767269" y="4048330"/>
                </a:cubicBezTo>
                <a:cubicBezTo>
                  <a:pt x="759459" y="3994194"/>
                  <a:pt x="785747" y="3947314"/>
                  <a:pt x="802894" y="3898864"/>
                </a:cubicBezTo>
                <a:cubicBezTo>
                  <a:pt x="819087" y="3852768"/>
                  <a:pt x="855664" y="3813538"/>
                  <a:pt x="847471" y="3759007"/>
                </a:cubicBezTo>
                <a:lnTo>
                  <a:pt x="848163" y="3756136"/>
                </a:lnTo>
                <a:lnTo>
                  <a:pt x="819543" y="3748731"/>
                </a:lnTo>
                <a:lnTo>
                  <a:pt x="819313" y="3748682"/>
                </a:lnTo>
                <a:lnTo>
                  <a:pt x="819544" y="3748730"/>
                </a:lnTo>
                <a:lnTo>
                  <a:pt x="848164" y="3756135"/>
                </a:lnTo>
                <a:lnTo>
                  <a:pt x="849545" y="3750401"/>
                </a:lnTo>
                <a:cubicBezTo>
                  <a:pt x="850902" y="3747434"/>
                  <a:pt x="852522" y="3744394"/>
                  <a:pt x="853189" y="3741353"/>
                </a:cubicBezTo>
                <a:cubicBezTo>
                  <a:pt x="856809" y="3724680"/>
                  <a:pt x="861189" y="3708009"/>
                  <a:pt x="862905" y="3691138"/>
                </a:cubicBezTo>
                <a:cubicBezTo>
                  <a:pt x="865191" y="3670544"/>
                  <a:pt x="864429" y="3649555"/>
                  <a:pt x="866333" y="3628959"/>
                </a:cubicBezTo>
                <a:cubicBezTo>
                  <a:pt x="868619" y="3602478"/>
                  <a:pt x="874715" y="3576391"/>
                  <a:pt x="874715" y="3550106"/>
                </a:cubicBezTo>
                <a:lnTo>
                  <a:pt x="871487" y="3524252"/>
                </a:lnTo>
                <a:lnTo>
                  <a:pt x="871488" y="3524252"/>
                </a:lnTo>
                <a:lnTo>
                  <a:pt x="870763" y="3518451"/>
                </a:lnTo>
                <a:cubicBezTo>
                  <a:pt x="868573" y="3507933"/>
                  <a:pt x="865953" y="3497439"/>
                  <a:pt x="864238" y="3486946"/>
                </a:cubicBezTo>
                <a:cubicBezTo>
                  <a:pt x="859476" y="3457327"/>
                  <a:pt x="860810" y="3424765"/>
                  <a:pt x="848618" y="3398677"/>
                </a:cubicBezTo>
                <a:lnTo>
                  <a:pt x="837595" y="3365728"/>
                </a:lnTo>
                <a:lnTo>
                  <a:pt x="834829" y="3357461"/>
                </a:lnTo>
                <a:close/>
                <a:moveTo>
                  <a:pt x="513783" y="0"/>
                </a:moveTo>
                <a:lnTo>
                  <a:pt x="72334" y="0"/>
                </a:lnTo>
                <a:lnTo>
                  <a:pt x="75447" y="27991"/>
                </a:lnTo>
                <a:cubicBezTo>
                  <a:pt x="80828" y="63323"/>
                  <a:pt x="87734" y="98434"/>
                  <a:pt x="88115" y="134133"/>
                </a:cubicBezTo>
                <a:cubicBezTo>
                  <a:pt x="88495" y="166498"/>
                  <a:pt x="94591" y="198471"/>
                  <a:pt x="62778" y="221224"/>
                </a:cubicBezTo>
                <a:cubicBezTo>
                  <a:pt x="58586" y="224165"/>
                  <a:pt x="60872" y="238486"/>
                  <a:pt x="62206" y="247312"/>
                </a:cubicBezTo>
                <a:cubicBezTo>
                  <a:pt x="65065" y="266927"/>
                  <a:pt x="72303" y="286346"/>
                  <a:pt x="72113" y="305764"/>
                </a:cubicBezTo>
                <a:cubicBezTo>
                  <a:pt x="71923" y="345976"/>
                  <a:pt x="68875" y="386383"/>
                  <a:pt x="65445" y="426397"/>
                </a:cubicBezTo>
                <a:cubicBezTo>
                  <a:pt x="64111" y="441500"/>
                  <a:pt x="58968" y="456017"/>
                  <a:pt x="55348" y="470924"/>
                </a:cubicBezTo>
                <a:cubicBezTo>
                  <a:pt x="53252" y="479162"/>
                  <a:pt x="47728" y="487990"/>
                  <a:pt x="48870" y="495638"/>
                </a:cubicBezTo>
                <a:cubicBezTo>
                  <a:pt x="55538" y="539970"/>
                  <a:pt x="39156" y="580573"/>
                  <a:pt x="30963" y="622548"/>
                </a:cubicBezTo>
                <a:cubicBezTo>
                  <a:pt x="27153" y="641968"/>
                  <a:pt x="18009" y="660210"/>
                  <a:pt x="11723" y="679040"/>
                </a:cubicBezTo>
                <a:cubicBezTo>
                  <a:pt x="10007" y="683943"/>
                  <a:pt x="8483" y="689436"/>
                  <a:pt x="8865" y="694341"/>
                </a:cubicBezTo>
                <a:cubicBezTo>
                  <a:pt x="11151" y="722389"/>
                  <a:pt x="14389" y="750244"/>
                  <a:pt x="16865" y="778095"/>
                </a:cubicBezTo>
                <a:cubicBezTo>
                  <a:pt x="19151" y="803401"/>
                  <a:pt x="19913" y="828900"/>
                  <a:pt x="47918" y="840866"/>
                </a:cubicBezTo>
                <a:cubicBezTo>
                  <a:pt x="52300" y="842633"/>
                  <a:pt x="55538" y="848516"/>
                  <a:pt x="58396" y="853028"/>
                </a:cubicBezTo>
                <a:cubicBezTo>
                  <a:pt x="102404" y="922662"/>
                  <a:pt x="101260" y="959929"/>
                  <a:pt x="54776" y="1027995"/>
                </a:cubicBezTo>
                <a:cubicBezTo>
                  <a:pt x="50014" y="1035056"/>
                  <a:pt x="46584" y="1050159"/>
                  <a:pt x="50394" y="1054866"/>
                </a:cubicBezTo>
                <a:cubicBezTo>
                  <a:pt x="82019" y="1094882"/>
                  <a:pt x="78589" y="1138623"/>
                  <a:pt x="68683" y="1184720"/>
                </a:cubicBezTo>
                <a:cubicBezTo>
                  <a:pt x="66017" y="1196684"/>
                  <a:pt x="66017" y="1213555"/>
                  <a:pt x="72303" y="1222576"/>
                </a:cubicBezTo>
                <a:cubicBezTo>
                  <a:pt x="101450" y="1265534"/>
                  <a:pt x="97260" y="1311630"/>
                  <a:pt x="88687" y="1358313"/>
                </a:cubicBezTo>
                <a:cubicBezTo>
                  <a:pt x="87353" y="1365570"/>
                  <a:pt x="80113" y="1374398"/>
                  <a:pt x="73447" y="1377535"/>
                </a:cubicBezTo>
                <a:cubicBezTo>
                  <a:pt x="49824" y="1388716"/>
                  <a:pt x="41822" y="1409705"/>
                  <a:pt x="35153" y="1432851"/>
                </a:cubicBezTo>
                <a:cubicBezTo>
                  <a:pt x="24295" y="1469335"/>
                  <a:pt x="11531" y="1505229"/>
                  <a:pt x="1244" y="1541910"/>
                </a:cubicBezTo>
                <a:cubicBezTo>
                  <a:pt x="-1232" y="1550935"/>
                  <a:pt x="292" y="1562114"/>
                  <a:pt x="3149" y="1571529"/>
                </a:cubicBezTo>
                <a:cubicBezTo>
                  <a:pt x="12865" y="1603698"/>
                  <a:pt x="37250" y="1624098"/>
                  <a:pt x="59730" y="1646459"/>
                </a:cubicBezTo>
                <a:cubicBezTo>
                  <a:pt x="69637" y="1656267"/>
                  <a:pt x="76685" y="1669800"/>
                  <a:pt x="82399" y="1682944"/>
                </a:cubicBezTo>
                <a:cubicBezTo>
                  <a:pt x="97070" y="1717073"/>
                  <a:pt x="110214" y="1751988"/>
                  <a:pt x="124120" y="1786511"/>
                </a:cubicBezTo>
                <a:cubicBezTo>
                  <a:pt x="125454" y="1789845"/>
                  <a:pt x="128883" y="1792590"/>
                  <a:pt x="131741" y="1795142"/>
                </a:cubicBezTo>
                <a:cubicBezTo>
                  <a:pt x="161842" y="1820640"/>
                  <a:pt x="192131" y="1845943"/>
                  <a:pt x="222232" y="1871640"/>
                </a:cubicBezTo>
                <a:cubicBezTo>
                  <a:pt x="227946" y="1876543"/>
                  <a:pt x="232138" y="1883606"/>
                  <a:pt x="237662" y="1888901"/>
                </a:cubicBezTo>
                <a:cubicBezTo>
                  <a:pt x="245282" y="1896356"/>
                  <a:pt x="252523" y="1905771"/>
                  <a:pt x="261667" y="1909694"/>
                </a:cubicBezTo>
                <a:cubicBezTo>
                  <a:pt x="290432" y="1921855"/>
                  <a:pt x="302816" y="1945197"/>
                  <a:pt x="308150" y="1974618"/>
                </a:cubicBezTo>
                <a:cubicBezTo>
                  <a:pt x="313103" y="2001493"/>
                  <a:pt x="317295" y="2028365"/>
                  <a:pt x="323009" y="2055042"/>
                </a:cubicBezTo>
                <a:cubicBezTo>
                  <a:pt x="329867" y="2087602"/>
                  <a:pt x="337297" y="2119968"/>
                  <a:pt x="345680" y="2152137"/>
                </a:cubicBezTo>
                <a:cubicBezTo>
                  <a:pt x="349300" y="2166063"/>
                  <a:pt x="353490" y="2180774"/>
                  <a:pt x="360920" y="2192740"/>
                </a:cubicBezTo>
                <a:cubicBezTo>
                  <a:pt x="381495" y="2226281"/>
                  <a:pt x="395401" y="2262177"/>
                  <a:pt x="389877" y="2301603"/>
                </a:cubicBezTo>
                <a:cubicBezTo>
                  <a:pt x="385495" y="2333183"/>
                  <a:pt x="396735" y="2359664"/>
                  <a:pt x="414262" y="2379279"/>
                </a:cubicBezTo>
                <a:cubicBezTo>
                  <a:pt x="446077" y="2414980"/>
                  <a:pt x="438837" y="2453227"/>
                  <a:pt x="428551" y="2491281"/>
                </a:cubicBezTo>
                <a:cubicBezTo>
                  <a:pt x="423216" y="2510897"/>
                  <a:pt x="423978" y="2526980"/>
                  <a:pt x="429121" y="2545615"/>
                </a:cubicBezTo>
                <a:cubicBezTo>
                  <a:pt x="441123" y="2588768"/>
                  <a:pt x="473700" y="2617603"/>
                  <a:pt x="502275" y="2645455"/>
                </a:cubicBezTo>
                <a:cubicBezTo>
                  <a:pt x="526660" y="2669191"/>
                  <a:pt x="540376" y="2695868"/>
                  <a:pt x="550665" y="2725094"/>
                </a:cubicBezTo>
                <a:cubicBezTo>
                  <a:pt x="563809" y="2761970"/>
                  <a:pt x="558857" y="2791196"/>
                  <a:pt x="527232" y="2808850"/>
                </a:cubicBezTo>
                <a:cubicBezTo>
                  <a:pt x="518277" y="2813754"/>
                  <a:pt x="507799" y="2822385"/>
                  <a:pt x="505133" y="2831604"/>
                </a:cubicBezTo>
                <a:cubicBezTo>
                  <a:pt x="491799" y="2876129"/>
                  <a:pt x="472366" y="2921245"/>
                  <a:pt x="484178" y="2968910"/>
                </a:cubicBezTo>
                <a:cubicBezTo>
                  <a:pt x="500371" y="3034817"/>
                  <a:pt x="499419" y="3099154"/>
                  <a:pt x="483416" y="3165061"/>
                </a:cubicBezTo>
                <a:cubicBezTo>
                  <a:pt x="470462" y="3218512"/>
                  <a:pt x="457126" y="3271963"/>
                  <a:pt x="447744" y="3326101"/>
                </a:cubicBezTo>
                <a:lnTo>
                  <a:pt x="446756" y="3333750"/>
                </a:lnTo>
                <a:lnTo>
                  <a:pt x="834222" y="3333750"/>
                </a:lnTo>
                <a:lnTo>
                  <a:pt x="833756" y="3315508"/>
                </a:lnTo>
                <a:cubicBezTo>
                  <a:pt x="835090" y="3305897"/>
                  <a:pt x="843092" y="3293538"/>
                  <a:pt x="851283" y="3289224"/>
                </a:cubicBezTo>
                <a:cubicBezTo>
                  <a:pt x="869571" y="3279612"/>
                  <a:pt x="872811" y="3266470"/>
                  <a:pt x="866523" y="3248621"/>
                </a:cubicBezTo>
                <a:cubicBezTo>
                  <a:pt x="861189" y="3233124"/>
                  <a:pt x="858523" y="3214098"/>
                  <a:pt x="848234" y="3203506"/>
                </a:cubicBezTo>
                <a:cubicBezTo>
                  <a:pt x="819088" y="3173494"/>
                  <a:pt x="818135" y="3135244"/>
                  <a:pt x="810325" y="3097977"/>
                </a:cubicBezTo>
                <a:cubicBezTo>
                  <a:pt x="805561" y="3075225"/>
                  <a:pt x="805371" y="3054039"/>
                  <a:pt x="808609" y="3031285"/>
                </a:cubicBezTo>
                <a:cubicBezTo>
                  <a:pt x="815849" y="2981857"/>
                  <a:pt x="805561" y="2933799"/>
                  <a:pt x="792417" y="2886329"/>
                </a:cubicBezTo>
                <a:cubicBezTo>
                  <a:pt x="783654" y="2854945"/>
                  <a:pt x="778320" y="2822776"/>
                  <a:pt x="769366" y="2791590"/>
                </a:cubicBezTo>
                <a:cubicBezTo>
                  <a:pt x="762508" y="2768247"/>
                  <a:pt x="754315" y="2744906"/>
                  <a:pt x="743267" y="2723527"/>
                </a:cubicBezTo>
                <a:cubicBezTo>
                  <a:pt x="727072" y="2692532"/>
                  <a:pt x="702688" y="2665466"/>
                  <a:pt x="709166" y="2626038"/>
                </a:cubicBezTo>
                <a:cubicBezTo>
                  <a:pt x="714880" y="2591317"/>
                  <a:pt x="702880" y="2559935"/>
                  <a:pt x="691449" y="2528158"/>
                </a:cubicBezTo>
                <a:cubicBezTo>
                  <a:pt x="683067" y="2504816"/>
                  <a:pt x="674493" y="2481477"/>
                  <a:pt x="669159" y="2457348"/>
                </a:cubicBezTo>
                <a:cubicBezTo>
                  <a:pt x="662872" y="2428709"/>
                  <a:pt x="665540" y="2396344"/>
                  <a:pt x="653918" y="2370844"/>
                </a:cubicBezTo>
                <a:cubicBezTo>
                  <a:pt x="641726" y="2344167"/>
                  <a:pt x="649918" y="2322005"/>
                  <a:pt x="653348" y="2298269"/>
                </a:cubicBezTo>
                <a:cubicBezTo>
                  <a:pt x="658682" y="2260413"/>
                  <a:pt x="668589" y="2222749"/>
                  <a:pt x="656014" y="2184501"/>
                </a:cubicBezTo>
                <a:cubicBezTo>
                  <a:pt x="640774" y="2138014"/>
                  <a:pt x="624391" y="2091918"/>
                  <a:pt x="609913" y="2045235"/>
                </a:cubicBezTo>
                <a:cubicBezTo>
                  <a:pt x="604386" y="2027187"/>
                  <a:pt x="602100" y="2007771"/>
                  <a:pt x="599624" y="1988939"/>
                </a:cubicBezTo>
                <a:cubicBezTo>
                  <a:pt x="597528" y="1971091"/>
                  <a:pt x="602862" y="1949711"/>
                  <a:pt x="594862" y="1935977"/>
                </a:cubicBezTo>
                <a:cubicBezTo>
                  <a:pt x="574287" y="1900670"/>
                  <a:pt x="564191" y="1864385"/>
                  <a:pt x="564191" y="1823583"/>
                </a:cubicBezTo>
                <a:cubicBezTo>
                  <a:pt x="564191" y="1808282"/>
                  <a:pt x="555617" y="1793374"/>
                  <a:pt x="554093" y="1777881"/>
                </a:cubicBezTo>
                <a:cubicBezTo>
                  <a:pt x="552189" y="1756694"/>
                  <a:pt x="547044" y="1732372"/>
                  <a:pt x="554285" y="1713934"/>
                </a:cubicBezTo>
                <a:cubicBezTo>
                  <a:pt x="571429" y="1670585"/>
                  <a:pt x="557141" y="1635476"/>
                  <a:pt x="540186" y="1597617"/>
                </a:cubicBezTo>
                <a:cubicBezTo>
                  <a:pt x="523422" y="1560348"/>
                  <a:pt x="510087" y="1521118"/>
                  <a:pt x="499037" y="1481495"/>
                </a:cubicBezTo>
                <a:cubicBezTo>
                  <a:pt x="495037" y="1466588"/>
                  <a:pt x="501705" y="1448740"/>
                  <a:pt x="503037" y="1432262"/>
                </a:cubicBezTo>
                <a:cubicBezTo>
                  <a:pt x="503419" y="1426376"/>
                  <a:pt x="503991" y="1419903"/>
                  <a:pt x="502085" y="1414609"/>
                </a:cubicBezTo>
                <a:cubicBezTo>
                  <a:pt x="483796" y="1363414"/>
                  <a:pt x="469890" y="1311432"/>
                  <a:pt x="479414" y="1255923"/>
                </a:cubicBezTo>
                <a:cubicBezTo>
                  <a:pt x="480368" y="1250824"/>
                  <a:pt x="478272" y="1245135"/>
                  <a:pt x="476938" y="1240034"/>
                </a:cubicBezTo>
                <a:cubicBezTo>
                  <a:pt x="470080" y="1215122"/>
                  <a:pt x="459222" y="1190799"/>
                  <a:pt x="456745" y="1165498"/>
                </a:cubicBezTo>
                <a:cubicBezTo>
                  <a:pt x="450649" y="1103121"/>
                  <a:pt x="448171" y="1040355"/>
                  <a:pt x="444171" y="977582"/>
                </a:cubicBezTo>
                <a:cubicBezTo>
                  <a:pt x="443981" y="973659"/>
                  <a:pt x="443981" y="969541"/>
                  <a:pt x="442647" y="966011"/>
                </a:cubicBezTo>
                <a:cubicBezTo>
                  <a:pt x="434455" y="942864"/>
                  <a:pt x="437123" y="922662"/>
                  <a:pt x="452743" y="903045"/>
                </a:cubicBezTo>
                <a:cubicBezTo>
                  <a:pt x="459602" y="894414"/>
                  <a:pt x="463222" y="882645"/>
                  <a:pt x="467032" y="871859"/>
                </a:cubicBezTo>
                <a:cubicBezTo>
                  <a:pt x="472748" y="855968"/>
                  <a:pt x="478272" y="839689"/>
                  <a:pt x="481892" y="823213"/>
                </a:cubicBezTo>
                <a:cubicBezTo>
                  <a:pt x="485320" y="806930"/>
                  <a:pt x="490083" y="789474"/>
                  <a:pt x="487416" y="773781"/>
                </a:cubicBezTo>
                <a:cubicBezTo>
                  <a:pt x="482654" y="745535"/>
                  <a:pt x="471986" y="718661"/>
                  <a:pt x="464936" y="690809"/>
                </a:cubicBezTo>
                <a:cubicBezTo>
                  <a:pt x="462460" y="681198"/>
                  <a:pt x="462842" y="670605"/>
                  <a:pt x="462650" y="660603"/>
                </a:cubicBezTo>
                <a:cubicBezTo>
                  <a:pt x="462080" y="637652"/>
                  <a:pt x="467604" y="614113"/>
                  <a:pt x="451791" y="593322"/>
                </a:cubicBezTo>
                <a:cubicBezTo>
                  <a:pt x="436933" y="574101"/>
                  <a:pt x="441313" y="554679"/>
                  <a:pt x="452553" y="534478"/>
                </a:cubicBezTo>
                <a:cubicBezTo>
                  <a:pt x="460556" y="519961"/>
                  <a:pt x="466842" y="503486"/>
                  <a:pt x="469890" y="487205"/>
                </a:cubicBezTo>
                <a:cubicBezTo>
                  <a:pt x="474080" y="464843"/>
                  <a:pt x="475796" y="442679"/>
                  <a:pt x="473318" y="418552"/>
                </a:cubicBezTo>
                <a:cubicBezTo>
                  <a:pt x="471604" y="401485"/>
                  <a:pt x="470842" y="387559"/>
                  <a:pt x="460746" y="374220"/>
                </a:cubicBezTo>
                <a:cubicBezTo>
                  <a:pt x="459222" y="372064"/>
                  <a:pt x="458840" y="368141"/>
                  <a:pt x="459032" y="365198"/>
                </a:cubicBezTo>
                <a:cubicBezTo>
                  <a:pt x="462270" y="326557"/>
                  <a:pt x="460556" y="288308"/>
                  <a:pt x="458267" y="249272"/>
                </a:cubicBezTo>
                <a:cubicBezTo>
                  <a:pt x="455221" y="199649"/>
                  <a:pt x="464174" y="147470"/>
                  <a:pt x="496179" y="104514"/>
                </a:cubicBezTo>
                <a:cubicBezTo>
                  <a:pt x="500943" y="98237"/>
                  <a:pt x="503037" y="88822"/>
                  <a:pt x="504181" y="80583"/>
                </a:cubicBezTo>
                <a:close/>
              </a:path>
            </a:pathLst>
          </a:custGeom>
          <a:blipFill dpi="0" rotWithShape="1">
            <a:blip r:embed="rId2">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5" name="Content Placeholder 2">
            <a:extLst>
              <a:ext uri="{FF2B5EF4-FFF2-40B4-BE49-F238E27FC236}">
                <a16:creationId xmlns:a16="http://schemas.microsoft.com/office/drawing/2014/main" id="{13CF613C-1759-483A-C1FE-20AAC1B1E1B0}"/>
              </a:ext>
            </a:extLst>
          </p:cNvPr>
          <p:cNvGraphicFramePr>
            <a:graphicFrameLocks noGrp="1"/>
          </p:cNvGraphicFramePr>
          <p:nvPr>
            <p:ph idx="1"/>
            <p:extLst>
              <p:ext uri="{D42A27DB-BD31-4B8C-83A1-F6EECF244321}">
                <p14:modId xmlns:p14="http://schemas.microsoft.com/office/powerpoint/2010/main" val="4164114207"/>
              </p:ext>
            </p:extLst>
          </p:nvPr>
        </p:nvGraphicFramePr>
        <p:xfrm>
          <a:off x="5334000" y="766719"/>
          <a:ext cx="6096000" cy="53292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256897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0000"/>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DF722-814D-3E96-AD45-1A68A8400ABF}"/>
              </a:ext>
            </a:extLst>
          </p:cNvPr>
          <p:cNvSpPr>
            <a:spLocks noGrp="1"/>
          </p:cNvSpPr>
          <p:nvPr>
            <p:ph type="title"/>
          </p:nvPr>
        </p:nvSpPr>
        <p:spPr/>
        <p:txBody>
          <a:bodyPr vert="horz" lIns="91440" tIns="45720" rIns="91440" bIns="45720" rtlCol="0" anchor="b" anchorCtr="0">
            <a:normAutofit fontScale="90000"/>
          </a:bodyPr>
          <a:lstStyle/>
          <a:p>
            <a:pPr algn="ctr"/>
            <a:r>
              <a:rPr lang="en-US" sz="7400"/>
              <a:t>Multisectoral coordination</a:t>
            </a:r>
          </a:p>
        </p:txBody>
      </p:sp>
      <p:sp>
        <p:nvSpPr>
          <p:cNvPr id="4" name="Content Placeholder 3">
            <a:extLst>
              <a:ext uri="{FF2B5EF4-FFF2-40B4-BE49-F238E27FC236}">
                <a16:creationId xmlns:a16="http://schemas.microsoft.com/office/drawing/2014/main" id="{E89F23C2-FF3B-0D5E-EABF-C9D495AC6150}"/>
              </a:ext>
            </a:extLst>
          </p:cNvPr>
          <p:cNvSpPr>
            <a:spLocks noGrp="1"/>
          </p:cNvSpPr>
          <p:nvPr>
            <p:ph idx="1"/>
          </p:nvPr>
        </p:nvSpPr>
        <p:spPr/>
        <p:txBody>
          <a:bodyPr/>
          <a:lstStyle/>
          <a:p>
            <a:r>
              <a:rPr lang="en-US" dirty="0"/>
              <a:t>Coordination across health system levels</a:t>
            </a:r>
          </a:p>
          <a:p>
            <a:r>
              <a:rPr lang="en-US" dirty="0"/>
              <a:t>Work with tribal, urban and other sectors</a:t>
            </a:r>
          </a:p>
          <a:p>
            <a:r>
              <a:rPr lang="en-US" dirty="0"/>
              <a:t>Border and inter-district collaboration</a:t>
            </a:r>
          </a:p>
          <a:p>
            <a:r>
              <a:rPr lang="en-US" dirty="0"/>
              <a:t>Resource mobilization and local accountability</a:t>
            </a:r>
          </a:p>
          <a:p>
            <a:endParaRPr lang="en-US" dirty="0"/>
          </a:p>
        </p:txBody>
      </p:sp>
    </p:spTree>
    <p:extLst>
      <p:ext uri="{BB962C8B-B14F-4D97-AF65-F5344CB8AC3E}">
        <p14:creationId xmlns:p14="http://schemas.microsoft.com/office/powerpoint/2010/main" val="9913201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8B12B3-F9E4-3E4F-6D97-C164EBB59830}"/>
              </a:ext>
            </a:extLst>
          </p:cNvPr>
          <p:cNvSpPr>
            <a:spLocks noGrp="1"/>
          </p:cNvSpPr>
          <p:nvPr>
            <p:ph type="title"/>
          </p:nvPr>
        </p:nvSpPr>
        <p:spPr>
          <a:xfrm>
            <a:off x="762001" y="981076"/>
            <a:ext cx="6095998" cy="1806574"/>
          </a:xfrm>
        </p:spPr>
        <p:txBody>
          <a:bodyPr anchor="b">
            <a:normAutofit/>
          </a:bodyPr>
          <a:lstStyle/>
          <a:p>
            <a:r>
              <a:rPr lang="en-US" b="1" dirty="0"/>
              <a:t>Current challenges in the last mile</a:t>
            </a:r>
            <a:endParaRPr lang="en-US" dirty="0"/>
          </a:p>
        </p:txBody>
      </p:sp>
      <p:pic>
        <p:nvPicPr>
          <p:cNvPr id="5" name="Picture 4" descr="Circuit board background">
            <a:extLst>
              <a:ext uri="{FF2B5EF4-FFF2-40B4-BE49-F238E27FC236}">
                <a16:creationId xmlns:a16="http://schemas.microsoft.com/office/drawing/2014/main" id="{6508CEBF-0EFD-0CDA-2F74-753D5833A7A8}"/>
              </a:ext>
            </a:extLst>
          </p:cNvPr>
          <p:cNvPicPr>
            <a:picLocks noChangeAspect="1"/>
          </p:cNvPicPr>
          <p:nvPr/>
        </p:nvPicPr>
        <p:blipFill>
          <a:blip r:embed="rId2"/>
          <a:srcRect l="10610" r="45057"/>
          <a:stretch>
            <a:fillRect/>
          </a:stretch>
        </p:blipFill>
        <p:spPr>
          <a:xfrm>
            <a:off x="7620000" y="10"/>
            <a:ext cx="4572002" cy="6857992"/>
          </a:xfrm>
          <a:custGeom>
            <a:avLst/>
            <a:gdLst/>
            <a:ahLst/>
            <a:cxnLst/>
            <a:rect l="l" t="t" r="r" b="b"/>
            <a:pathLst>
              <a:path w="4572002" h="6858002">
                <a:moveTo>
                  <a:pt x="276687" y="6438981"/>
                </a:moveTo>
                <a:cubicBezTo>
                  <a:pt x="286189" y="6444077"/>
                  <a:pt x="293666" y="6451650"/>
                  <a:pt x="296618" y="6463841"/>
                </a:cubicBezTo>
                <a:lnTo>
                  <a:pt x="296621" y="6463850"/>
                </a:lnTo>
                <a:lnTo>
                  <a:pt x="307605" y="6508052"/>
                </a:lnTo>
                <a:lnTo>
                  <a:pt x="310416" y="6513012"/>
                </a:lnTo>
                <a:lnTo>
                  <a:pt x="312883" y="6521804"/>
                </a:lnTo>
                <a:lnTo>
                  <a:pt x="329221" y="6546195"/>
                </a:lnTo>
                <a:lnTo>
                  <a:pt x="329221" y="6546194"/>
                </a:lnTo>
                <a:lnTo>
                  <a:pt x="310416" y="6513012"/>
                </a:lnTo>
                <a:lnTo>
                  <a:pt x="296621" y="6463850"/>
                </a:lnTo>
                <a:lnTo>
                  <a:pt x="296618" y="6463840"/>
                </a:lnTo>
                <a:close/>
                <a:moveTo>
                  <a:pt x="360891" y="2836172"/>
                </a:moveTo>
                <a:lnTo>
                  <a:pt x="360891" y="2836173"/>
                </a:lnTo>
                <a:cubicBezTo>
                  <a:pt x="364963" y="2839983"/>
                  <a:pt x="368249" y="2844317"/>
                  <a:pt x="369582" y="2848794"/>
                </a:cubicBezTo>
                <a:cubicBezTo>
                  <a:pt x="376249" y="2870416"/>
                  <a:pt x="384441" y="2892181"/>
                  <a:pt x="389490" y="2914328"/>
                </a:cubicBezTo>
                <a:lnTo>
                  <a:pt x="394121" y="2947863"/>
                </a:lnTo>
                <a:lnTo>
                  <a:pt x="390537" y="2982148"/>
                </a:lnTo>
                <a:cubicBezTo>
                  <a:pt x="382441" y="3014153"/>
                  <a:pt x="378631" y="3045777"/>
                  <a:pt x="378845" y="3077401"/>
                </a:cubicBezTo>
                <a:lnTo>
                  <a:pt x="378845" y="3077402"/>
                </a:lnTo>
                <a:lnTo>
                  <a:pt x="378845" y="3077402"/>
                </a:lnTo>
                <a:cubicBezTo>
                  <a:pt x="379059" y="3109026"/>
                  <a:pt x="383298" y="3140650"/>
                  <a:pt x="391299" y="3172655"/>
                </a:cubicBezTo>
                <a:cubicBezTo>
                  <a:pt x="417208" y="3276481"/>
                  <a:pt x="444640" y="3380306"/>
                  <a:pt x="438926" y="3489468"/>
                </a:cubicBezTo>
                <a:cubicBezTo>
                  <a:pt x="437974" y="3507564"/>
                  <a:pt x="449595" y="3529091"/>
                  <a:pt x="461025" y="3544714"/>
                </a:cubicBezTo>
                <a:cubicBezTo>
                  <a:pt x="466455" y="3552191"/>
                  <a:pt x="470634" y="3557716"/>
                  <a:pt x="473569" y="3562321"/>
                </a:cubicBezTo>
                <a:lnTo>
                  <a:pt x="478647" y="3574408"/>
                </a:lnTo>
                <a:lnTo>
                  <a:pt x="476296" y="3587174"/>
                </a:lnTo>
                <a:cubicBezTo>
                  <a:pt x="474277" y="3592232"/>
                  <a:pt x="471027" y="3598435"/>
                  <a:pt x="466549" y="3606817"/>
                </a:cubicBezTo>
                <a:cubicBezTo>
                  <a:pt x="462167" y="3614819"/>
                  <a:pt x="459501" y="3624725"/>
                  <a:pt x="453023" y="3630632"/>
                </a:cubicBezTo>
                <a:cubicBezTo>
                  <a:pt x="436545" y="3645682"/>
                  <a:pt x="430306" y="3662494"/>
                  <a:pt x="428782" y="3680163"/>
                </a:cubicBezTo>
                <a:lnTo>
                  <a:pt x="428782" y="3680164"/>
                </a:lnTo>
                <a:lnTo>
                  <a:pt x="428782" y="3680164"/>
                </a:lnTo>
                <a:lnTo>
                  <a:pt x="432830" y="3734838"/>
                </a:lnTo>
                <a:lnTo>
                  <a:pt x="432448" y="3754652"/>
                </a:lnTo>
                <a:cubicBezTo>
                  <a:pt x="426448" y="3767130"/>
                  <a:pt x="424496" y="3778655"/>
                  <a:pt x="426091" y="3789776"/>
                </a:cubicBezTo>
                <a:lnTo>
                  <a:pt x="426091" y="3789776"/>
                </a:lnTo>
                <a:lnTo>
                  <a:pt x="426091" y="3789777"/>
                </a:lnTo>
                <a:cubicBezTo>
                  <a:pt x="427687" y="3800897"/>
                  <a:pt x="432830" y="3811614"/>
                  <a:pt x="441022" y="3822473"/>
                </a:cubicBezTo>
                <a:lnTo>
                  <a:pt x="455357" y="3852620"/>
                </a:lnTo>
                <a:lnTo>
                  <a:pt x="454577" y="3868764"/>
                </a:lnTo>
                <a:cubicBezTo>
                  <a:pt x="453119" y="3874229"/>
                  <a:pt x="450356" y="3879766"/>
                  <a:pt x="445974" y="3885338"/>
                </a:cubicBezTo>
                <a:cubicBezTo>
                  <a:pt x="426543" y="3910104"/>
                  <a:pt x="416351" y="3935727"/>
                  <a:pt x="414089" y="3962159"/>
                </a:cubicBezTo>
                <a:lnTo>
                  <a:pt x="414089" y="3962160"/>
                </a:lnTo>
                <a:lnTo>
                  <a:pt x="414089" y="3962160"/>
                </a:lnTo>
                <a:cubicBezTo>
                  <a:pt x="411827" y="3988593"/>
                  <a:pt x="417495" y="4015835"/>
                  <a:pt x="429782" y="4043840"/>
                </a:cubicBezTo>
                <a:lnTo>
                  <a:pt x="444904" y="4103826"/>
                </a:lnTo>
                <a:lnTo>
                  <a:pt x="442936" y="4134255"/>
                </a:lnTo>
                <a:cubicBezTo>
                  <a:pt x="441094" y="4144498"/>
                  <a:pt x="438022" y="4154857"/>
                  <a:pt x="433592" y="4165383"/>
                </a:cubicBezTo>
                <a:cubicBezTo>
                  <a:pt x="430163" y="4173480"/>
                  <a:pt x="429592" y="4182767"/>
                  <a:pt x="429687" y="4192387"/>
                </a:cubicBezTo>
                <a:lnTo>
                  <a:pt x="429687" y="4192388"/>
                </a:lnTo>
                <a:lnTo>
                  <a:pt x="429687" y="4192388"/>
                </a:lnTo>
                <a:lnTo>
                  <a:pt x="429782" y="4221391"/>
                </a:lnTo>
                <a:lnTo>
                  <a:pt x="424066" y="4253014"/>
                </a:lnTo>
                <a:cubicBezTo>
                  <a:pt x="411873" y="4277401"/>
                  <a:pt x="396253" y="4300070"/>
                  <a:pt x="384250" y="4324645"/>
                </a:cubicBezTo>
                <a:cubicBezTo>
                  <a:pt x="378536" y="4336457"/>
                  <a:pt x="375488" y="4350554"/>
                  <a:pt x="375296" y="4363890"/>
                </a:cubicBezTo>
                <a:lnTo>
                  <a:pt x="375296" y="4363891"/>
                </a:lnTo>
                <a:lnTo>
                  <a:pt x="375296" y="4363891"/>
                </a:lnTo>
                <a:cubicBezTo>
                  <a:pt x="374344" y="4403326"/>
                  <a:pt x="374344" y="4442762"/>
                  <a:pt x="376058" y="4482005"/>
                </a:cubicBezTo>
                <a:cubicBezTo>
                  <a:pt x="378726" y="4546777"/>
                  <a:pt x="379298" y="4612501"/>
                  <a:pt x="436068" y="4659175"/>
                </a:cubicBezTo>
                <a:cubicBezTo>
                  <a:pt x="440640" y="4662987"/>
                  <a:pt x="443308" y="4671177"/>
                  <a:pt x="444070" y="4677656"/>
                </a:cubicBezTo>
                <a:cubicBezTo>
                  <a:pt x="447689" y="4707565"/>
                  <a:pt x="448071" y="4738236"/>
                  <a:pt x="453977" y="4767765"/>
                </a:cubicBezTo>
                <a:lnTo>
                  <a:pt x="455286" y="4800483"/>
                </a:lnTo>
                <a:lnTo>
                  <a:pt x="440450" y="4828916"/>
                </a:lnTo>
                <a:cubicBezTo>
                  <a:pt x="423877" y="4846490"/>
                  <a:pt x="412446" y="4866958"/>
                  <a:pt x="410740" y="4889275"/>
                </a:cubicBezTo>
                <a:lnTo>
                  <a:pt x="410740" y="4889275"/>
                </a:lnTo>
                <a:lnTo>
                  <a:pt x="410740" y="4889276"/>
                </a:lnTo>
                <a:cubicBezTo>
                  <a:pt x="410172" y="4896714"/>
                  <a:pt x="410683" y="4904358"/>
                  <a:pt x="412445" y="4912169"/>
                </a:cubicBezTo>
                <a:lnTo>
                  <a:pt x="413848" y="4933805"/>
                </a:lnTo>
                <a:lnTo>
                  <a:pt x="409088" y="4952673"/>
                </a:lnTo>
                <a:cubicBezTo>
                  <a:pt x="404302" y="4964604"/>
                  <a:pt x="396729" y="4975511"/>
                  <a:pt x="389013" y="4987037"/>
                </a:cubicBezTo>
                <a:cubicBezTo>
                  <a:pt x="377774" y="5003801"/>
                  <a:pt x="363676" y="5022852"/>
                  <a:pt x="362534" y="5041521"/>
                </a:cubicBezTo>
                <a:cubicBezTo>
                  <a:pt x="360677" y="5073241"/>
                  <a:pt x="338137" y="5101639"/>
                  <a:pt x="336386" y="5133224"/>
                </a:cubicBezTo>
                <a:lnTo>
                  <a:pt x="336386" y="5133225"/>
                </a:lnTo>
                <a:lnTo>
                  <a:pt x="336386" y="5133225"/>
                </a:lnTo>
                <a:lnTo>
                  <a:pt x="343101" y="5166114"/>
                </a:lnTo>
                <a:lnTo>
                  <a:pt x="342411" y="5172090"/>
                </a:lnTo>
                <a:cubicBezTo>
                  <a:pt x="341530" y="5174400"/>
                  <a:pt x="340339" y="5176876"/>
                  <a:pt x="339863" y="5179067"/>
                </a:cubicBezTo>
                <a:lnTo>
                  <a:pt x="339863" y="5179068"/>
                </a:lnTo>
                <a:lnTo>
                  <a:pt x="339863" y="5179068"/>
                </a:lnTo>
                <a:cubicBezTo>
                  <a:pt x="332623" y="5214122"/>
                  <a:pt x="339673" y="5247079"/>
                  <a:pt x="363486" y="5272797"/>
                </a:cubicBezTo>
                <a:cubicBezTo>
                  <a:pt x="379013" y="5289657"/>
                  <a:pt x="387538" y="5307422"/>
                  <a:pt x="390920" y="5326163"/>
                </a:cubicBezTo>
                <a:lnTo>
                  <a:pt x="392366" y="5355014"/>
                </a:lnTo>
                <a:lnTo>
                  <a:pt x="387489" y="5385384"/>
                </a:lnTo>
                <a:cubicBezTo>
                  <a:pt x="384250" y="5398721"/>
                  <a:pt x="381964" y="5412057"/>
                  <a:pt x="379298" y="5425582"/>
                </a:cubicBezTo>
                <a:cubicBezTo>
                  <a:pt x="375488" y="5443870"/>
                  <a:pt x="371486" y="5462351"/>
                  <a:pt x="367676" y="5480637"/>
                </a:cubicBezTo>
                <a:cubicBezTo>
                  <a:pt x="365771" y="5489497"/>
                  <a:pt x="363200" y="5498832"/>
                  <a:pt x="363152" y="5507667"/>
                </a:cubicBezTo>
                <a:lnTo>
                  <a:pt x="363152" y="5507668"/>
                </a:lnTo>
                <a:lnTo>
                  <a:pt x="363152" y="5507668"/>
                </a:lnTo>
                <a:cubicBezTo>
                  <a:pt x="363105" y="5516503"/>
                  <a:pt x="365581" y="5524837"/>
                  <a:pt x="373772" y="5531694"/>
                </a:cubicBezTo>
                <a:lnTo>
                  <a:pt x="383918" y="5547578"/>
                </a:lnTo>
                <a:lnTo>
                  <a:pt x="374344" y="5562746"/>
                </a:lnTo>
                <a:cubicBezTo>
                  <a:pt x="331671" y="5600467"/>
                  <a:pt x="305000" y="5646189"/>
                  <a:pt x="303096" y="5704483"/>
                </a:cubicBezTo>
                <a:cubicBezTo>
                  <a:pt x="302714" y="5716485"/>
                  <a:pt x="300048" y="5728678"/>
                  <a:pt x="297190" y="5740488"/>
                </a:cubicBezTo>
                <a:cubicBezTo>
                  <a:pt x="295475" y="5747728"/>
                  <a:pt x="293569" y="5756493"/>
                  <a:pt x="288425" y="5760873"/>
                </a:cubicBezTo>
                <a:cubicBezTo>
                  <a:pt x="249182" y="5794974"/>
                  <a:pt x="221939" y="5837457"/>
                  <a:pt x="200030" y="5883751"/>
                </a:cubicBezTo>
                <a:cubicBezTo>
                  <a:pt x="192220" y="5900323"/>
                  <a:pt x="184410" y="5918042"/>
                  <a:pt x="182124" y="5935949"/>
                </a:cubicBezTo>
                <a:lnTo>
                  <a:pt x="182124" y="5935950"/>
                </a:lnTo>
                <a:lnTo>
                  <a:pt x="182124" y="5935950"/>
                </a:lnTo>
                <a:cubicBezTo>
                  <a:pt x="179838" y="5954618"/>
                  <a:pt x="183648" y="5974241"/>
                  <a:pt x="185744" y="5993292"/>
                </a:cubicBezTo>
                <a:cubicBezTo>
                  <a:pt x="186886" y="6004532"/>
                  <a:pt x="186696" y="6017486"/>
                  <a:pt x="192220" y="6026441"/>
                </a:cubicBezTo>
                <a:cubicBezTo>
                  <a:pt x="209557" y="6054826"/>
                  <a:pt x="228225" y="6082259"/>
                  <a:pt x="248420" y="6108739"/>
                </a:cubicBezTo>
                <a:lnTo>
                  <a:pt x="262113" y="6133315"/>
                </a:lnTo>
                <a:lnTo>
                  <a:pt x="258413" y="6143190"/>
                </a:lnTo>
                <a:cubicBezTo>
                  <a:pt x="255862" y="6146732"/>
                  <a:pt x="251944" y="6150697"/>
                  <a:pt x="246514" y="6155602"/>
                </a:cubicBezTo>
                <a:cubicBezTo>
                  <a:pt x="224225" y="6175797"/>
                  <a:pt x="212605" y="6200944"/>
                  <a:pt x="207843" y="6228756"/>
                </a:cubicBezTo>
                <a:cubicBezTo>
                  <a:pt x="200412" y="6272764"/>
                  <a:pt x="194126" y="6317151"/>
                  <a:pt x="190506" y="6361539"/>
                </a:cubicBezTo>
                <a:lnTo>
                  <a:pt x="190506" y="6361540"/>
                </a:lnTo>
                <a:lnTo>
                  <a:pt x="190506" y="6361540"/>
                </a:lnTo>
                <a:lnTo>
                  <a:pt x="190704" y="6365039"/>
                </a:lnTo>
                <a:lnTo>
                  <a:pt x="191995" y="6387910"/>
                </a:lnTo>
                <a:lnTo>
                  <a:pt x="194825" y="6393746"/>
                </a:lnTo>
                <a:lnTo>
                  <a:pt x="201413" y="6407333"/>
                </a:lnTo>
                <a:lnTo>
                  <a:pt x="201413" y="6407332"/>
                </a:lnTo>
                <a:lnTo>
                  <a:pt x="194825" y="6393746"/>
                </a:lnTo>
                <a:lnTo>
                  <a:pt x="191995" y="6387910"/>
                </a:lnTo>
                <a:lnTo>
                  <a:pt x="190704" y="6365039"/>
                </a:lnTo>
                <a:lnTo>
                  <a:pt x="190506" y="6361540"/>
                </a:lnTo>
                <a:lnTo>
                  <a:pt x="207843" y="6228757"/>
                </a:lnTo>
                <a:cubicBezTo>
                  <a:pt x="212605" y="6200945"/>
                  <a:pt x="224225" y="6175798"/>
                  <a:pt x="246514" y="6155603"/>
                </a:cubicBezTo>
                <a:cubicBezTo>
                  <a:pt x="257374" y="6145793"/>
                  <a:pt x="262184" y="6139745"/>
                  <a:pt x="262113" y="6133315"/>
                </a:cubicBezTo>
                <a:lnTo>
                  <a:pt x="262113" y="6133315"/>
                </a:lnTo>
                <a:lnTo>
                  <a:pt x="262113" y="6133314"/>
                </a:lnTo>
                <a:cubicBezTo>
                  <a:pt x="262042" y="6126884"/>
                  <a:pt x="257088" y="6120074"/>
                  <a:pt x="248420" y="6108738"/>
                </a:cubicBezTo>
                <a:cubicBezTo>
                  <a:pt x="228225" y="6082258"/>
                  <a:pt x="209557" y="6054825"/>
                  <a:pt x="192220" y="6026440"/>
                </a:cubicBezTo>
                <a:cubicBezTo>
                  <a:pt x="186696" y="6017485"/>
                  <a:pt x="186886" y="6004531"/>
                  <a:pt x="185744" y="5993291"/>
                </a:cubicBezTo>
                <a:cubicBezTo>
                  <a:pt x="184696" y="5983766"/>
                  <a:pt x="183220" y="5974097"/>
                  <a:pt x="182291" y="5964477"/>
                </a:cubicBezTo>
                <a:lnTo>
                  <a:pt x="182124" y="5935950"/>
                </a:lnTo>
                <a:lnTo>
                  <a:pt x="189006" y="5909351"/>
                </a:lnTo>
                <a:cubicBezTo>
                  <a:pt x="192220" y="5900611"/>
                  <a:pt x="196125" y="5892038"/>
                  <a:pt x="200030" y="5883752"/>
                </a:cubicBezTo>
                <a:cubicBezTo>
                  <a:pt x="221939" y="5837458"/>
                  <a:pt x="249182" y="5794975"/>
                  <a:pt x="288425" y="5760874"/>
                </a:cubicBezTo>
                <a:cubicBezTo>
                  <a:pt x="293569" y="5756494"/>
                  <a:pt x="295475" y="5747729"/>
                  <a:pt x="297190" y="5740489"/>
                </a:cubicBezTo>
                <a:cubicBezTo>
                  <a:pt x="300048" y="5728679"/>
                  <a:pt x="302714" y="5716486"/>
                  <a:pt x="303096" y="5704484"/>
                </a:cubicBezTo>
                <a:cubicBezTo>
                  <a:pt x="305000" y="5646190"/>
                  <a:pt x="331671" y="5600468"/>
                  <a:pt x="374344" y="5562747"/>
                </a:cubicBezTo>
                <a:cubicBezTo>
                  <a:pt x="380441" y="5557318"/>
                  <a:pt x="383823" y="5552508"/>
                  <a:pt x="383918" y="5547579"/>
                </a:cubicBezTo>
                <a:lnTo>
                  <a:pt x="383918" y="5547578"/>
                </a:lnTo>
                <a:lnTo>
                  <a:pt x="383918" y="5547578"/>
                </a:lnTo>
                <a:cubicBezTo>
                  <a:pt x="384013" y="5542648"/>
                  <a:pt x="380822" y="5537600"/>
                  <a:pt x="373772" y="5531693"/>
                </a:cubicBezTo>
                <a:cubicBezTo>
                  <a:pt x="369677" y="5528265"/>
                  <a:pt x="367010" y="5524467"/>
                  <a:pt x="365373" y="5520422"/>
                </a:cubicBezTo>
                <a:lnTo>
                  <a:pt x="363152" y="5507668"/>
                </a:lnTo>
                <a:lnTo>
                  <a:pt x="367676" y="5480638"/>
                </a:lnTo>
                <a:cubicBezTo>
                  <a:pt x="371486" y="5462352"/>
                  <a:pt x="375488" y="5443871"/>
                  <a:pt x="379298" y="5425583"/>
                </a:cubicBezTo>
                <a:cubicBezTo>
                  <a:pt x="381964" y="5412058"/>
                  <a:pt x="384250" y="5398722"/>
                  <a:pt x="387489" y="5385385"/>
                </a:cubicBezTo>
                <a:cubicBezTo>
                  <a:pt x="390014" y="5375003"/>
                  <a:pt x="391717" y="5364883"/>
                  <a:pt x="392366" y="5355015"/>
                </a:cubicBezTo>
                <a:lnTo>
                  <a:pt x="392366" y="5355014"/>
                </a:lnTo>
                <a:lnTo>
                  <a:pt x="392366" y="5355014"/>
                </a:lnTo>
                <a:cubicBezTo>
                  <a:pt x="394313" y="5325412"/>
                  <a:pt x="386776" y="5298086"/>
                  <a:pt x="363486" y="5272796"/>
                </a:cubicBezTo>
                <a:cubicBezTo>
                  <a:pt x="351580" y="5259937"/>
                  <a:pt x="343864" y="5245269"/>
                  <a:pt x="340030" y="5229433"/>
                </a:cubicBezTo>
                <a:lnTo>
                  <a:pt x="339863" y="5179068"/>
                </a:lnTo>
                <a:lnTo>
                  <a:pt x="342411" y="5172091"/>
                </a:lnTo>
                <a:cubicBezTo>
                  <a:pt x="343292" y="5169781"/>
                  <a:pt x="343863" y="5167638"/>
                  <a:pt x="343101" y="5166114"/>
                </a:cubicBezTo>
                <a:lnTo>
                  <a:pt x="343101" y="5166114"/>
                </a:lnTo>
                <a:lnTo>
                  <a:pt x="343101" y="5166113"/>
                </a:lnTo>
                <a:lnTo>
                  <a:pt x="336386" y="5133225"/>
                </a:lnTo>
                <a:lnTo>
                  <a:pt x="343531" y="5102461"/>
                </a:lnTo>
                <a:cubicBezTo>
                  <a:pt x="350866" y="5082339"/>
                  <a:pt x="361296" y="5062669"/>
                  <a:pt x="362534" y="5041522"/>
                </a:cubicBezTo>
                <a:cubicBezTo>
                  <a:pt x="363676" y="5022853"/>
                  <a:pt x="377774" y="5003802"/>
                  <a:pt x="389013" y="4987038"/>
                </a:cubicBezTo>
                <a:cubicBezTo>
                  <a:pt x="400587" y="4969748"/>
                  <a:pt x="411839" y="4953853"/>
                  <a:pt x="413848" y="4933805"/>
                </a:cubicBezTo>
                <a:lnTo>
                  <a:pt x="413848" y="4933805"/>
                </a:lnTo>
                <a:lnTo>
                  <a:pt x="413848" y="4933804"/>
                </a:lnTo>
                <a:cubicBezTo>
                  <a:pt x="414517" y="4927122"/>
                  <a:pt x="414160" y="4919978"/>
                  <a:pt x="412445" y="4912168"/>
                </a:cubicBezTo>
                <a:lnTo>
                  <a:pt x="410740" y="4889275"/>
                </a:lnTo>
                <a:lnTo>
                  <a:pt x="415518" y="4867614"/>
                </a:lnTo>
                <a:cubicBezTo>
                  <a:pt x="420638" y="4853635"/>
                  <a:pt x="429401" y="4840633"/>
                  <a:pt x="440450" y="4828917"/>
                </a:cubicBezTo>
                <a:cubicBezTo>
                  <a:pt x="448833" y="4819964"/>
                  <a:pt x="453405" y="4810581"/>
                  <a:pt x="455286" y="4800484"/>
                </a:cubicBezTo>
                <a:lnTo>
                  <a:pt x="455286" y="4800483"/>
                </a:lnTo>
                <a:lnTo>
                  <a:pt x="455286" y="4800483"/>
                </a:lnTo>
                <a:cubicBezTo>
                  <a:pt x="457168" y="4790386"/>
                  <a:pt x="456358" y="4779575"/>
                  <a:pt x="453977" y="4767764"/>
                </a:cubicBezTo>
                <a:cubicBezTo>
                  <a:pt x="448071" y="4738235"/>
                  <a:pt x="447689" y="4707564"/>
                  <a:pt x="444070" y="4677655"/>
                </a:cubicBezTo>
                <a:cubicBezTo>
                  <a:pt x="443308" y="4671176"/>
                  <a:pt x="440640" y="4662986"/>
                  <a:pt x="436068" y="4659174"/>
                </a:cubicBezTo>
                <a:cubicBezTo>
                  <a:pt x="379298" y="4612500"/>
                  <a:pt x="378726" y="4546776"/>
                  <a:pt x="376058" y="4482004"/>
                </a:cubicBezTo>
                <a:lnTo>
                  <a:pt x="375296" y="4363891"/>
                </a:lnTo>
                <a:lnTo>
                  <a:pt x="384250" y="4324646"/>
                </a:lnTo>
                <a:cubicBezTo>
                  <a:pt x="396253" y="4300071"/>
                  <a:pt x="411873" y="4277402"/>
                  <a:pt x="424066" y="4253015"/>
                </a:cubicBezTo>
                <a:cubicBezTo>
                  <a:pt x="428830" y="4243873"/>
                  <a:pt x="429020" y="4232061"/>
                  <a:pt x="429782" y="4221392"/>
                </a:cubicBezTo>
                <a:lnTo>
                  <a:pt x="429782" y="4221391"/>
                </a:lnTo>
                <a:lnTo>
                  <a:pt x="429782" y="4221391"/>
                </a:lnTo>
                <a:lnTo>
                  <a:pt x="429687" y="4192388"/>
                </a:lnTo>
                <a:lnTo>
                  <a:pt x="433592" y="4165384"/>
                </a:lnTo>
                <a:cubicBezTo>
                  <a:pt x="442451" y="4144333"/>
                  <a:pt x="445880" y="4123948"/>
                  <a:pt x="444904" y="4103826"/>
                </a:cubicBezTo>
                <a:lnTo>
                  <a:pt x="444904" y="4103826"/>
                </a:lnTo>
                <a:lnTo>
                  <a:pt x="444904" y="4103825"/>
                </a:lnTo>
                <a:cubicBezTo>
                  <a:pt x="443928" y="4083702"/>
                  <a:pt x="438546" y="4063842"/>
                  <a:pt x="429782" y="4043839"/>
                </a:cubicBezTo>
                <a:cubicBezTo>
                  <a:pt x="423639" y="4029837"/>
                  <a:pt x="419150" y="4016025"/>
                  <a:pt x="416480" y="4002410"/>
                </a:cubicBezTo>
                <a:lnTo>
                  <a:pt x="414089" y="3962160"/>
                </a:lnTo>
                <a:lnTo>
                  <a:pt x="423593" y="3923125"/>
                </a:lnTo>
                <a:cubicBezTo>
                  <a:pt x="428853" y="3910319"/>
                  <a:pt x="436259" y="3897722"/>
                  <a:pt x="445974" y="3885339"/>
                </a:cubicBezTo>
                <a:cubicBezTo>
                  <a:pt x="454738" y="3874195"/>
                  <a:pt x="457024" y="3863193"/>
                  <a:pt x="455357" y="3852620"/>
                </a:cubicBezTo>
                <a:lnTo>
                  <a:pt x="455357" y="3852620"/>
                </a:lnTo>
                <a:lnTo>
                  <a:pt x="455357" y="3852619"/>
                </a:lnTo>
                <a:cubicBezTo>
                  <a:pt x="453691" y="3842046"/>
                  <a:pt x="448071" y="3831902"/>
                  <a:pt x="441022" y="3822472"/>
                </a:cubicBezTo>
                <a:lnTo>
                  <a:pt x="426091" y="3789776"/>
                </a:lnTo>
                <a:lnTo>
                  <a:pt x="432448" y="3754653"/>
                </a:lnTo>
                <a:cubicBezTo>
                  <a:pt x="435116" y="3749126"/>
                  <a:pt x="433782" y="3741316"/>
                  <a:pt x="432830" y="3734838"/>
                </a:cubicBezTo>
                <a:lnTo>
                  <a:pt x="432830" y="3734838"/>
                </a:lnTo>
                <a:lnTo>
                  <a:pt x="432830" y="3734837"/>
                </a:lnTo>
                <a:lnTo>
                  <a:pt x="428782" y="3680164"/>
                </a:lnTo>
                <a:lnTo>
                  <a:pt x="435295" y="3654416"/>
                </a:lnTo>
                <a:cubicBezTo>
                  <a:pt x="439105" y="3646123"/>
                  <a:pt x="444784" y="3638158"/>
                  <a:pt x="453023" y="3630633"/>
                </a:cubicBezTo>
                <a:cubicBezTo>
                  <a:pt x="459501" y="3624726"/>
                  <a:pt x="462167" y="3614820"/>
                  <a:pt x="466549" y="3606818"/>
                </a:cubicBezTo>
                <a:cubicBezTo>
                  <a:pt x="475504" y="3590054"/>
                  <a:pt x="479552" y="3582005"/>
                  <a:pt x="478647" y="3574409"/>
                </a:cubicBezTo>
                <a:lnTo>
                  <a:pt x="478647" y="3574408"/>
                </a:lnTo>
                <a:lnTo>
                  <a:pt x="478647" y="3574408"/>
                </a:lnTo>
                <a:cubicBezTo>
                  <a:pt x="477742" y="3566811"/>
                  <a:pt x="471884" y="3559668"/>
                  <a:pt x="461025" y="3544713"/>
                </a:cubicBezTo>
                <a:cubicBezTo>
                  <a:pt x="449595" y="3529090"/>
                  <a:pt x="437974" y="3507563"/>
                  <a:pt x="438926" y="3489467"/>
                </a:cubicBezTo>
                <a:cubicBezTo>
                  <a:pt x="444640" y="3380305"/>
                  <a:pt x="417208" y="3276480"/>
                  <a:pt x="391299" y="3172654"/>
                </a:cubicBezTo>
                <a:lnTo>
                  <a:pt x="378845" y="3077402"/>
                </a:lnTo>
                <a:lnTo>
                  <a:pt x="390537" y="2982149"/>
                </a:lnTo>
                <a:cubicBezTo>
                  <a:pt x="393490" y="2970576"/>
                  <a:pt x="394491" y="2959157"/>
                  <a:pt x="394121" y="2947863"/>
                </a:cubicBezTo>
                <a:lnTo>
                  <a:pt x="394121" y="2947863"/>
                </a:lnTo>
                <a:lnTo>
                  <a:pt x="394121" y="2947862"/>
                </a:lnTo>
                <a:cubicBezTo>
                  <a:pt x="393014" y="2913982"/>
                  <a:pt x="379583" y="2881226"/>
                  <a:pt x="369582" y="2848793"/>
                </a:cubicBezTo>
                <a:close/>
                <a:moveTo>
                  <a:pt x="845377" y="1508458"/>
                </a:moveTo>
                <a:lnTo>
                  <a:pt x="873470" y="1596213"/>
                </a:lnTo>
                <a:cubicBezTo>
                  <a:pt x="875947" y="1604978"/>
                  <a:pt x="874422" y="1615836"/>
                  <a:pt x="871566" y="1624980"/>
                </a:cubicBezTo>
                <a:cubicBezTo>
                  <a:pt x="861850" y="1656223"/>
                  <a:pt x="837464" y="1676036"/>
                  <a:pt x="814984" y="1697753"/>
                </a:cubicBezTo>
                <a:cubicBezTo>
                  <a:pt x="805078" y="1707279"/>
                  <a:pt x="798030" y="1720423"/>
                  <a:pt x="792316" y="1733188"/>
                </a:cubicBezTo>
                <a:cubicBezTo>
                  <a:pt x="777644" y="1766335"/>
                  <a:pt x="764501" y="1800246"/>
                  <a:pt x="750595" y="1833775"/>
                </a:cubicBezTo>
                <a:cubicBezTo>
                  <a:pt x="749261" y="1837013"/>
                  <a:pt x="745832" y="1839679"/>
                  <a:pt x="742974" y="1842158"/>
                </a:cubicBezTo>
                <a:cubicBezTo>
                  <a:pt x="712873" y="1866922"/>
                  <a:pt x="682584" y="1891497"/>
                  <a:pt x="652483" y="1916454"/>
                </a:cubicBezTo>
                <a:cubicBezTo>
                  <a:pt x="646769" y="1921216"/>
                  <a:pt x="642577" y="1928076"/>
                  <a:pt x="637053" y="1933219"/>
                </a:cubicBezTo>
                <a:cubicBezTo>
                  <a:pt x="629433" y="1940459"/>
                  <a:pt x="622192" y="1949603"/>
                  <a:pt x="613048" y="1953413"/>
                </a:cubicBezTo>
                <a:cubicBezTo>
                  <a:pt x="584283" y="1965224"/>
                  <a:pt x="571899" y="1987894"/>
                  <a:pt x="566565" y="2016469"/>
                </a:cubicBezTo>
                <a:cubicBezTo>
                  <a:pt x="561612" y="2042570"/>
                  <a:pt x="557420" y="2068669"/>
                  <a:pt x="551706" y="2094578"/>
                </a:cubicBezTo>
                <a:cubicBezTo>
                  <a:pt x="544848" y="2126201"/>
                  <a:pt x="537418" y="2157636"/>
                  <a:pt x="529035" y="2188879"/>
                </a:cubicBezTo>
                <a:cubicBezTo>
                  <a:pt x="525415" y="2202404"/>
                  <a:pt x="521225" y="2216692"/>
                  <a:pt x="513795" y="2228314"/>
                </a:cubicBezTo>
                <a:cubicBezTo>
                  <a:pt x="493220" y="2260890"/>
                  <a:pt x="479314" y="2295753"/>
                  <a:pt x="484838" y="2334044"/>
                </a:cubicBezTo>
                <a:cubicBezTo>
                  <a:pt x="489220" y="2364715"/>
                  <a:pt x="477980" y="2390434"/>
                  <a:pt x="460453" y="2409485"/>
                </a:cubicBezTo>
                <a:cubicBezTo>
                  <a:pt x="444546" y="2426822"/>
                  <a:pt x="438402" y="2444777"/>
                  <a:pt x="437521" y="2463017"/>
                </a:cubicBezTo>
                <a:lnTo>
                  <a:pt x="437521" y="2463018"/>
                </a:lnTo>
                <a:lnTo>
                  <a:pt x="437521" y="2463019"/>
                </a:lnTo>
                <a:cubicBezTo>
                  <a:pt x="436640" y="2481259"/>
                  <a:pt x="441021" y="2499786"/>
                  <a:pt x="446164" y="2518265"/>
                </a:cubicBezTo>
                <a:lnTo>
                  <a:pt x="449808" y="2545007"/>
                </a:lnTo>
                <a:lnTo>
                  <a:pt x="445594" y="2571034"/>
                </a:lnTo>
                <a:cubicBezTo>
                  <a:pt x="433592" y="2612945"/>
                  <a:pt x="401015" y="2640950"/>
                  <a:pt x="372440" y="2668001"/>
                </a:cubicBezTo>
                <a:cubicBezTo>
                  <a:pt x="348055" y="2691054"/>
                  <a:pt x="334339" y="2716963"/>
                  <a:pt x="324050" y="2745348"/>
                </a:cubicBezTo>
                <a:lnTo>
                  <a:pt x="324050" y="2745352"/>
                </a:lnTo>
                <a:lnTo>
                  <a:pt x="317719" y="2770757"/>
                </a:lnTo>
                <a:lnTo>
                  <a:pt x="318129" y="2778006"/>
                </a:lnTo>
                <a:lnTo>
                  <a:pt x="317350" y="2782305"/>
                </a:lnTo>
                <a:lnTo>
                  <a:pt x="318550" y="2785440"/>
                </a:lnTo>
                <a:lnTo>
                  <a:pt x="318978" y="2793023"/>
                </a:lnTo>
                <a:lnTo>
                  <a:pt x="328628" y="2811780"/>
                </a:lnTo>
                <a:lnTo>
                  <a:pt x="328631" y="2811787"/>
                </a:lnTo>
                <a:lnTo>
                  <a:pt x="328632" y="2811787"/>
                </a:lnTo>
                <a:lnTo>
                  <a:pt x="328628" y="2811780"/>
                </a:lnTo>
                <a:lnTo>
                  <a:pt x="318550" y="2785440"/>
                </a:lnTo>
                <a:lnTo>
                  <a:pt x="318129" y="2778006"/>
                </a:lnTo>
                <a:lnTo>
                  <a:pt x="324050" y="2745352"/>
                </a:lnTo>
                <a:lnTo>
                  <a:pt x="324050" y="2745349"/>
                </a:lnTo>
                <a:cubicBezTo>
                  <a:pt x="334339" y="2716964"/>
                  <a:pt x="348055" y="2691055"/>
                  <a:pt x="372440" y="2668002"/>
                </a:cubicBezTo>
                <a:cubicBezTo>
                  <a:pt x="401015" y="2640951"/>
                  <a:pt x="433592" y="2612946"/>
                  <a:pt x="445594" y="2571035"/>
                </a:cubicBezTo>
                <a:cubicBezTo>
                  <a:pt x="448166" y="2561986"/>
                  <a:pt x="449642" y="2553556"/>
                  <a:pt x="449809" y="2545007"/>
                </a:cubicBezTo>
                <a:lnTo>
                  <a:pt x="449808" y="2545007"/>
                </a:lnTo>
                <a:lnTo>
                  <a:pt x="449809" y="2545006"/>
                </a:lnTo>
                <a:cubicBezTo>
                  <a:pt x="449975" y="2536458"/>
                  <a:pt x="448832" y="2527790"/>
                  <a:pt x="446164" y="2518264"/>
                </a:cubicBezTo>
                <a:cubicBezTo>
                  <a:pt x="443593" y="2509024"/>
                  <a:pt x="441212" y="2499773"/>
                  <a:pt x="439584" y="2490551"/>
                </a:cubicBezTo>
                <a:lnTo>
                  <a:pt x="437521" y="2463018"/>
                </a:lnTo>
                <a:lnTo>
                  <a:pt x="443352" y="2435913"/>
                </a:lnTo>
                <a:cubicBezTo>
                  <a:pt x="446987" y="2426977"/>
                  <a:pt x="452500" y="2418155"/>
                  <a:pt x="460453" y="2409486"/>
                </a:cubicBezTo>
                <a:cubicBezTo>
                  <a:pt x="477980" y="2390435"/>
                  <a:pt x="489220" y="2364716"/>
                  <a:pt x="484838" y="2334045"/>
                </a:cubicBezTo>
                <a:cubicBezTo>
                  <a:pt x="479314" y="2295754"/>
                  <a:pt x="493220" y="2260891"/>
                  <a:pt x="513795" y="2228315"/>
                </a:cubicBezTo>
                <a:cubicBezTo>
                  <a:pt x="521225" y="2216693"/>
                  <a:pt x="525415" y="2202405"/>
                  <a:pt x="529035" y="2188880"/>
                </a:cubicBezTo>
                <a:cubicBezTo>
                  <a:pt x="537418" y="2157637"/>
                  <a:pt x="544848" y="2126202"/>
                  <a:pt x="551706" y="2094579"/>
                </a:cubicBezTo>
                <a:cubicBezTo>
                  <a:pt x="557420" y="2068670"/>
                  <a:pt x="561612" y="2042571"/>
                  <a:pt x="566565" y="2016470"/>
                </a:cubicBezTo>
                <a:cubicBezTo>
                  <a:pt x="571899" y="1987895"/>
                  <a:pt x="584283" y="1965225"/>
                  <a:pt x="613048" y="1953414"/>
                </a:cubicBezTo>
                <a:cubicBezTo>
                  <a:pt x="622192" y="1949604"/>
                  <a:pt x="629433" y="1940460"/>
                  <a:pt x="637053" y="1933220"/>
                </a:cubicBezTo>
                <a:cubicBezTo>
                  <a:pt x="642577" y="1928077"/>
                  <a:pt x="646769" y="1921217"/>
                  <a:pt x="652483" y="1916455"/>
                </a:cubicBezTo>
                <a:cubicBezTo>
                  <a:pt x="682584" y="1891498"/>
                  <a:pt x="712873" y="1866923"/>
                  <a:pt x="742974" y="1842159"/>
                </a:cubicBezTo>
                <a:cubicBezTo>
                  <a:pt x="745832" y="1839680"/>
                  <a:pt x="749261" y="1837014"/>
                  <a:pt x="750595" y="1833776"/>
                </a:cubicBezTo>
                <a:cubicBezTo>
                  <a:pt x="764501" y="1800247"/>
                  <a:pt x="777645" y="1766336"/>
                  <a:pt x="792316" y="1733189"/>
                </a:cubicBezTo>
                <a:cubicBezTo>
                  <a:pt x="798030" y="1720424"/>
                  <a:pt x="805078" y="1707280"/>
                  <a:pt x="814985" y="1697754"/>
                </a:cubicBezTo>
                <a:cubicBezTo>
                  <a:pt x="837465" y="1676037"/>
                  <a:pt x="861850" y="1656224"/>
                  <a:pt x="871566" y="1624981"/>
                </a:cubicBezTo>
                <a:cubicBezTo>
                  <a:pt x="874423" y="1615837"/>
                  <a:pt x="875948" y="1604979"/>
                  <a:pt x="873471" y="1596214"/>
                </a:cubicBezTo>
                <a:close/>
                <a:moveTo>
                  <a:pt x="820975" y="1453958"/>
                </a:moveTo>
                <a:lnTo>
                  <a:pt x="826772" y="1459073"/>
                </a:lnTo>
                <a:lnTo>
                  <a:pt x="835990" y="1481572"/>
                </a:lnTo>
                <a:lnTo>
                  <a:pt x="826773" y="1459074"/>
                </a:lnTo>
                <a:lnTo>
                  <a:pt x="826772" y="1459073"/>
                </a:lnTo>
                <a:lnTo>
                  <a:pt x="826772" y="1459073"/>
                </a:lnTo>
                <a:close/>
                <a:moveTo>
                  <a:pt x="807579" y="1268758"/>
                </a:moveTo>
                <a:lnTo>
                  <a:pt x="802412" y="1286069"/>
                </a:lnTo>
                <a:cubicBezTo>
                  <a:pt x="787838" y="1306930"/>
                  <a:pt x="781599" y="1328552"/>
                  <a:pt x="780074" y="1350627"/>
                </a:cubicBezTo>
                <a:lnTo>
                  <a:pt x="785669" y="1413840"/>
                </a:lnTo>
                <a:lnTo>
                  <a:pt x="780075" y="1350628"/>
                </a:lnTo>
                <a:cubicBezTo>
                  <a:pt x="781599" y="1328553"/>
                  <a:pt x="787839" y="1306930"/>
                  <a:pt x="802412" y="1286070"/>
                </a:cubicBezTo>
                <a:cubicBezTo>
                  <a:pt x="805555" y="1281689"/>
                  <a:pt x="807127" y="1275402"/>
                  <a:pt x="807579" y="1268758"/>
                </a:cubicBezTo>
                <a:close/>
                <a:moveTo>
                  <a:pt x="865850" y="773035"/>
                </a:moveTo>
                <a:lnTo>
                  <a:pt x="857850" y="854379"/>
                </a:lnTo>
                <a:cubicBezTo>
                  <a:pt x="855564" y="878956"/>
                  <a:pt x="854802" y="903722"/>
                  <a:pt x="826796" y="915343"/>
                </a:cubicBezTo>
                <a:cubicBezTo>
                  <a:pt x="822414" y="917059"/>
                  <a:pt x="819176" y="922773"/>
                  <a:pt x="816318" y="927155"/>
                </a:cubicBezTo>
                <a:cubicBezTo>
                  <a:pt x="772310" y="994785"/>
                  <a:pt x="773454" y="1030980"/>
                  <a:pt x="819938" y="1097087"/>
                </a:cubicBezTo>
                <a:cubicBezTo>
                  <a:pt x="824700" y="1103945"/>
                  <a:pt x="828130" y="1118613"/>
                  <a:pt x="824320" y="1123185"/>
                </a:cubicBezTo>
                <a:cubicBezTo>
                  <a:pt x="808508" y="1142617"/>
                  <a:pt x="801460" y="1162954"/>
                  <a:pt x="799602" y="1184029"/>
                </a:cubicBezTo>
                <a:cubicBezTo>
                  <a:pt x="801460" y="1162954"/>
                  <a:pt x="808509" y="1142618"/>
                  <a:pt x="824321" y="1123186"/>
                </a:cubicBezTo>
                <a:cubicBezTo>
                  <a:pt x="828131" y="1118614"/>
                  <a:pt x="824701" y="1103946"/>
                  <a:pt x="819939" y="1097088"/>
                </a:cubicBezTo>
                <a:cubicBezTo>
                  <a:pt x="773455" y="1030981"/>
                  <a:pt x="772311" y="994786"/>
                  <a:pt x="816319" y="927156"/>
                </a:cubicBezTo>
                <a:cubicBezTo>
                  <a:pt x="819177" y="922774"/>
                  <a:pt x="822415" y="917060"/>
                  <a:pt x="826797" y="915344"/>
                </a:cubicBezTo>
                <a:cubicBezTo>
                  <a:pt x="854802" y="903723"/>
                  <a:pt x="855564" y="878957"/>
                  <a:pt x="857850" y="854380"/>
                </a:cubicBezTo>
                <a:cubicBezTo>
                  <a:pt x="860326" y="827330"/>
                  <a:pt x="863564" y="800277"/>
                  <a:pt x="865850" y="773036"/>
                </a:cubicBezTo>
                <a:close/>
                <a:moveTo>
                  <a:pt x="810449" y="517851"/>
                </a:moveTo>
                <a:lnTo>
                  <a:pt x="819366" y="556047"/>
                </a:lnTo>
                <a:cubicBezTo>
                  <a:pt x="821462" y="564048"/>
                  <a:pt x="826986" y="572622"/>
                  <a:pt x="825844" y="580050"/>
                </a:cubicBezTo>
                <a:cubicBezTo>
                  <a:pt x="822510" y="601578"/>
                  <a:pt x="824939" y="622201"/>
                  <a:pt x="829225" y="642537"/>
                </a:cubicBezTo>
                <a:lnTo>
                  <a:pt x="841749" y="694928"/>
                </a:lnTo>
                <a:lnTo>
                  <a:pt x="829226" y="642538"/>
                </a:lnTo>
                <a:cubicBezTo>
                  <a:pt x="824940" y="622201"/>
                  <a:pt x="822511" y="601579"/>
                  <a:pt x="825845" y="580051"/>
                </a:cubicBezTo>
                <a:cubicBezTo>
                  <a:pt x="826987" y="572623"/>
                  <a:pt x="821463" y="564049"/>
                  <a:pt x="819367" y="556048"/>
                </a:cubicBezTo>
                <a:close/>
                <a:moveTo>
                  <a:pt x="797154" y="298169"/>
                </a:moveTo>
                <a:lnTo>
                  <a:pt x="811936" y="313533"/>
                </a:lnTo>
                <a:cubicBezTo>
                  <a:pt x="816128" y="316389"/>
                  <a:pt x="813842" y="330298"/>
                  <a:pt x="812508" y="338870"/>
                </a:cubicBezTo>
                <a:cubicBezTo>
                  <a:pt x="809650" y="357921"/>
                  <a:pt x="802412" y="376781"/>
                  <a:pt x="802602" y="395640"/>
                </a:cubicBezTo>
                <a:lnTo>
                  <a:pt x="806412" y="367328"/>
                </a:lnTo>
                <a:cubicBezTo>
                  <a:pt x="808555" y="357874"/>
                  <a:pt x="811080" y="348396"/>
                  <a:pt x="812509" y="338871"/>
                </a:cubicBezTo>
                <a:cubicBezTo>
                  <a:pt x="813843" y="330299"/>
                  <a:pt x="816129" y="316390"/>
                  <a:pt x="811937" y="313534"/>
                </a:cubicBezTo>
                <a:close/>
                <a:moveTo>
                  <a:pt x="789609" y="281568"/>
                </a:moveTo>
                <a:lnTo>
                  <a:pt x="794503" y="295415"/>
                </a:lnTo>
                <a:lnTo>
                  <a:pt x="794504" y="295415"/>
                </a:lnTo>
                <a:close/>
                <a:moveTo>
                  <a:pt x="802929" y="24486"/>
                </a:moveTo>
                <a:lnTo>
                  <a:pt x="805191" y="74129"/>
                </a:lnTo>
                <a:cubicBezTo>
                  <a:pt x="803807" y="100174"/>
                  <a:pt x="799302" y="125876"/>
                  <a:pt x="795072" y="151569"/>
                </a:cubicBezTo>
                <a:lnTo>
                  <a:pt x="794873" y="153388"/>
                </a:lnTo>
                <a:lnTo>
                  <a:pt x="791059" y="177271"/>
                </a:lnTo>
                <a:lnTo>
                  <a:pt x="786600" y="228944"/>
                </a:lnTo>
                <a:lnTo>
                  <a:pt x="786600" y="228948"/>
                </a:lnTo>
                <a:lnTo>
                  <a:pt x="786600" y="228949"/>
                </a:lnTo>
                <a:lnTo>
                  <a:pt x="786600" y="228944"/>
                </a:lnTo>
                <a:lnTo>
                  <a:pt x="794873" y="153388"/>
                </a:lnTo>
                <a:lnTo>
                  <a:pt x="799269" y="125861"/>
                </a:lnTo>
                <a:cubicBezTo>
                  <a:pt x="801959" y="108703"/>
                  <a:pt x="804269" y="91492"/>
                  <a:pt x="805192" y="74129"/>
                </a:cubicBezTo>
                <a:close/>
                <a:moveTo>
                  <a:pt x="341402" y="0"/>
                </a:moveTo>
                <a:lnTo>
                  <a:pt x="805510" y="0"/>
                </a:lnTo>
                <a:lnTo>
                  <a:pt x="802792" y="21486"/>
                </a:lnTo>
                <a:lnTo>
                  <a:pt x="805510" y="1"/>
                </a:lnTo>
                <a:lnTo>
                  <a:pt x="4572002" y="2"/>
                </a:lnTo>
                <a:lnTo>
                  <a:pt x="4572002" y="6858002"/>
                </a:lnTo>
                <a:lnTo>
                  <a:pt x="312449" y="6858002"/>
                </a:lnTo>
                <a:lnTo>
                  <a:pt x="312449" y="6858001"/>
                </a:lnTo>
                <a:lnTo>
                  <a:pt x="312449" y="6858001"/>
                </a:lnTo>
                <a:lnTo>
                  <a:pt x="306286" y="6812064"/>
                </a:lnTo>
                <a:lnTo>
                  <a:pt x="311060" y="6776800"/>
                </a:lnTo>
                <a:cubicBezTo>
                  <a:pt x="314156" y="6765164"/>
                  <a:pt x="318906" y="6753698"/>
                  <a:pt x="325764" y="6742553"/>
                </a:cubicBezTo>
                <a:cubicBezTo>
                  <a:pt x="334052" y="6729219"/>
                  <a:pt x="339196" y="6716169"/>
                  <a:pt x="339600" y="6702977"/>
                </a:cubicBezTo>
                <a:lnTo>
                  <a:pt x="339600" y="6702976"/>
                </a:lnTo>
                <a:lnTo>
                  <a:pt x="339600" y="6702976"/>
                </a:lnTo>
                <a:cubicBezTo>
                  <a:pt x="340005" y="6689783"/>
                  <a:pt x="335671" y="6676448"/>
                  <a:pt x="325002" y="6662541"/>
                </a:cubicBezTo>
                <a:cubicBezTo>
                  <a:pt x="321335" y="6657826"/>
                  <a:pt x="319038" y="6651967"/>
                  <a:pt x="317919" y="6645552"/>
                </a:cubicBezTo>
                <a:lnTo>
                  <a:pt x="317907" y="6625225"/>
                </a:lnTo>
                <a:lnTo>
                  <a:pt x="334529" y="6588626"/>
                </a:lnTo>
                <a:cubicBezTo>
                  <a:pt x="340625" y="6582147"/>
                  <a:pt x="346721" y="6575479"/>
                  <a:pt x="357008" y="6564621"/>
                </a:cubicBezTo>
                <a:lnTo>
                  <a:pt x="357008" y="6564620"/>
                </a:lnTo>
                <a:lnTo>
                  <a:pt x="334529" y="6588625"/>
                </a:lnTo>
                <a:cubicBezTo>
                  <a:pt x="326052" y="6597578"/>
                  <a:pt x="320003" y="6611342"/>
                  <a:pt x="317907" y="6625224"/>
                </a:cubicBezTo>
                <a:lnTo>
                  <a:pt x="317907" y="6625225"/>
                </a:lnTo>
                <a:lnTo>
                  <a:pt x="317907" y="6625225"/>
                </a:lnTo>
                <a:cubicBezTo>
                  <a:pt x="315811" y="6639108"/>
                  <a:pt x="317668" y="6653111"/>
                  <a:pt x="325002" y="6662542"/>
                </a:cubicBezTo>
                <a:cubicBezTo>
                  <a:pt x="330337" y="6669496"/>
                  <a:pt x="334087" y="6676306"/>
                  <a:pt x="336454" y="6683027"/>
                </a:cubicBezTo>
                <a:lnTo>
                  <a:pt x="339600" y="6702976"/>
                </a:lnTo>
                <a:lnTo>
                  <a:pt x="325764" y="6742552"/>
                </a:lnTo>
                <a:cubicBezTo>
                  <a:pt x="312048" y="6764841"/>
                  <a:pt x="306762" y="6788417"/>
                  <a:pt x="306286" y="6812063"/>
                </a:cubicBezTo>
                <a:lnTo>
                  <a:pt x="306286" y="6812064"/>
                </a:lnTo>
                <a:lnTo>
                  <a:pt x="306286" y="6812064"/>
                </a:lnTo>
                <a:lnTo>
                  <a:pt x="312449" y="6858001"/>
                </a:lnTo>
                <a:lnTo>
                  <a:pt x="140196" y="6858001"/>
                </a:lnTo>
                <a:lnTo>
                  <a:pt x="130496" y="6815516"/>
                </a:lnTo>
                <a:cubicBezTo>
                  <a:pt x="124972" y="6793035"/>
                  <a:pt x="115065" y="6771319"/>
                  <a:pt x="111445" y="6748458"/>
                </a:cubicBezTo>
                <a:cubicBezTo>
                  <a:pt x="102873" y="6694164"/>
                  <a:pt x="96777" y="6639488"/>
                  <a:pt x="89919" y="6584812"/>
                </a:cubicBezTo>
                <a:cubicBezTo>
                  <a:pt x="82870" y="6528424"/>
                  <a:pt x="75440" y="6472225"/>
                  <a:pt x="69154" y="6415833"/>
                </a:cubicBezTo>
                <a:cubicBezTo>
                  <a:pt x="65914" y="6384972"/>
                  <a:pt x="65344" y="6353919"/>
                  <a:pt x="62296" y="6323058"/>
                </a:cubicBezTo>
                <a:cubicBezTo>
                  <a:pt x="59628" y="6296005"/>
                  <a:pt x="54675" y="6269144"/>
                  <a:pt x="51435" y="6242093"/>
                </a:cubicBezTo>
                <a:cubicBezTo>
                  <a:pt x="48769" y="6218660"/>
                  <a:pt x="47245" y="6195037"/>
                  <a:pt x="44577" y="6171605"/>
                </a:cubicBezTo>
                <a:cubicBezTo>
                  <a:pt x="40197" y="6134075"/>
                  <a:pt x="35243" y="6096736"/>
                  <a:pt x="30671" y="6059397"/>
                </a:cubicBezTo>
                <a:cubicBezTo>
                  <a:pt x="28957" y="6043776"/>
                  <a:pt x="24194" y="6027392"/>
                  <a:pt x="27051" y="6012723"/>
                </a:cubicBezTo>
                <a:cubicBezTo>
                  <a:pt x="34291" y="5975764"/>
                  <a:pt x="32195" y="5939377"/>
                  <a:pt x="27243" y="5902610"/>
                </a:cubicBezTo>
                <a:cubicBezTo>
                  <a:pt x="25526" y="5890037"/>
                  <a:pt x="25908" y="5876511"/>
                  <a:pt x="29147" y="5864318"/>
                </a:cubicBezTo>
                <a:cubicBezTo>
                  <a:pt x="35625" y="5839361"/>
                  <a:pt x="44769" y="5815169"/>
                  <a:pt x="52769" y="5790592"/>
                </a:cubicBezTo>
                <a:cubicBezTo>
                  <a:pt x="53721" y="5787924"/>
                  <a:pt x="53913" y="5784686"/>
                  <a:pt x="54483" y="5781830"/>
                </a:cubicBezTo>
                <a:cubicBezTo>
                  <a:pt x="57724" y="5765635"/>
                  <a:pt x="60962" y="5749634"/>
                  <a:pt x="63820" y="5733440"/>
                </a:cubicBezTo>
                <a:cubicBezTo>
                  <a:pt x="65344" y="5724678"/>
                  <a:pt x="65534" y="5715723"/>
                  <a:pt x="66868" y="5706959"/>
                </a:cubicBezTo>
                <a:cubicBezTo>
                  <a:pt x="72202" y="5673050"/>
                  <a:pt x="63248" y="5635711"/>
                  <a:pt x="86299" y="5606372"/>
                </a:cubicBezTo>
                <a:cubicBezTo>
                  <a:pt x="101159" y="5587321"/>
                  <a:pt x="97729" y="5568842"/>
                  <a:pt x="95443" y="5548460"/>
                </a:cubicBezTo>
                <a:cubicBezTo>
                  <a:pt x="93729" y="5533027"/>
                  <a:pt x="94301" y="5517215"/>
                  <a:pt x="94109" y="5501594"/>
                </a:cubicBezTo>
                <a:cubicBezTo>
                  <a:pt x="93539" y="5474161"/>
                  <a:pt x="93347" y="5446728"/>
                  <a:pt x="92395" y="5419295"/>
                </a:cubicBezTo>
                <a:cubicBezTo>
                  <a:pt x="92015" y="5410531"/>
                  <a:pt x="87251" y="5401579"/>
                  <a:pt x="88013" y="5393005"/>
                </a:cubicBezTo>
                <a:cubicBezTo>
                  <a:pt x="91633" y="5353379"/>
                  <a:pt x="97349" y="5313754"/>
                  <a:pt x="100587" y="5274129"/>
                </a:cubicBezTo>
                <a:cubicBezTo>
                  <a:pt x="102491" y="5251650"/>
                  <a:pt x="98873" y="5228597"/>
                  <a:pt x="101539" y="5206308"/>
                </a:cubicBezTo>
                <a:cubicBezTo>
                  <a:pt x="104587" y="5180591"/>
                  <a:pt x="112397" y="5155445"/>
                  <a:pt x="117162" y="5129916"/>
                </a:cubicBezTo>
                <a:cubicBezTo>
                  <a:pt x="118494" y="5122867"/>
                  <a:pt x="116780" y="5115057"/>
                  <a:pt x="116400" y="5107627"/>
                </a:cubicBezTo>
                <a:cubicBezTo>
                  <a:pt x="116017" y="5099245"/>
                  <a:pt x="115255" y="5091052"/>
                  <a:pt x="115065" y="5082670"/>
                </a:cubicBezTo>
                <a:cubicBezTo>
                  <a:pt x="114683" y="5057141"/>
                  <a:pt x="115255" y="5031614"/>
                  <a:pt x="113921" y="5006086"/>
                </a:cubicBezTo>
                <a:cubicBezTo>
                  <a:pt x="113159" y="4990465"/>
                  <a:pt x="105349" y="4974082"/>
                  <a:pt x="108207" y="4959602"/>
                </a:cubicBezTo>
                <a:cubicBezTo>
                  <a:pt x="113731" y="4930075"/>
                  <a:pt x="101349" y="4900546"/>
                  <a:pt x="111635" y="4871019"/>
                </a:cubicBezTo>
                <a:cubicBezTo>
                  <a:pt x="114683" y="4861873"/>
                  <a:pt x="107063" y="4849300"/>
                  <a:pt x="106683" y="4838250"/>
                </a:cubicBezTo>
                <a:cubicBezTo>
                  <a:pt x="105731" y="4810627"/>
                  <a:pt x="105921" y="4783004"/>
                  <a:pt x="106111" y="4755381"/>
                </a:cubicBezTo>
                <a:cubicBezTo>
                  <a:pt x="106301" y="4730614"/>
                  <a:pt x="103635" y="4704895"/>
                  <a:pt x="108969" y="4681083"/>
                </a:cubicBezTo>
                <a:cubicBezTo>
                  <a:pt x="114683" y="4656126"/>
                  <a:pt x="113921" y="4633647"/>
                  <a:pt x="107445" y="4609452"/>
                </a:cubicBezTo>
                <a:cubicBezTo>
                  <a:pt x="103063" y="4592878"/>
                  <a:pt x="102491" y="4575351"/>
                  <a:pt x="101159" y="4558207"/>
                </a:cubicBezTo>
                <a:cubicBezTo>
                  <a:pt x="99635" y="4539728"/>
                  <a:pt x="103635" y="4519343"/>
                  <a:pt x="97349" y="4502579"/>
                </a:cubicBezTo>
                <a:cubicBezTo>
                  <a:pt x="78678" y="4452665"/>
                  <a:pt x="74678" y="4401419"/>
                  <a:pt x="74678" y="4349222"/>
                </a:cubicBezTo>
                <a:cubicBezTo>
                  <a:pt x="74678" y="4339695"/>
                  <a:pt x="77344" y="4329979"/>
                  <a:pt x="80202" y="4320837"/>
                </a:cubicBezTo>
                <a:cubicBezTo>
                  <a:pt x="97349" y="4267493"/>
                  <a:pt x="95825" y="4213961"/>
                  <a:pt x="85346" y="4159667"/>
                </a:cubicBezTo>
                <a:cubicBezTo>
                  <a:pt x="83060" y="4148427"/>
                  <a:pt x="82678" y="4135854"/>
                  <a:pt x="84964" y="4124614"/>
                </a:cubicBezTo>
                <a:cubicBezTo>
                  <a:pt x="91633" y="4092989"/>
                  <a:pt x="102683" y="4062318"/>
                  <a:pt x="107445" y="4030503"/>
                </a:cubicBezTo>
                <a:cubicBezTo>
                  <a:pt x="115255" y="3977925"/>
                  <a:pt x="88967" y="3932394"/>
                  <a:pt x="71820" y="3885338"/>
                </a:cubicBezTo>
                <a:cubicBezTo>
                  <a:pt x="55627" y="3840569"/>
                  <a:pt x="19050" y="3802467"/>
                  <a:pt x="27243" y="3749506"/>
                </a:cubicBezTo>
                <a:cubicBezTo>
                  <a:pt x="28005" y="3744173"/>
                  <a:pt x="22860" y="3738267"/>
                  <a:pt x="21526" y="3732361"/>
                </a:cubicBezTo>
                <a:cubicBezTo>
                  <a:pt x="17906" y="3716168"/>
                  <a:pt x="13526" y="3699976"/>
                  <a:pt x="11810" y="3683591"/>
                </a:cubicBezTo>
                <a:cubicBezTo>
                  <a:pt x="9524" y="3663589"/>
                  <a:pt x="10286" y="3643204"/>
                  <a:pt x="8382" y="3623201"/>
                </a:cubicBezTo>
                <a:cubicBezTo>
                  <a:pt x="6096" y="3597482"/>
                  <a:pt x="0" y="3572146"/>
                  <a:pt x="0" y="3546617"/>
                </a:cubicBezTo>
                <a:cubicBezTo>
                  <a:pt x="0" y="3526042"/>
                  <a:pt x="7048" y="3505657"/>
                  <a:pt x="10478" y="3485275"/>
                </a:cubicBezTo>
                <a:cubicBezTo>
                  <a:pt x="15240" y="3456508"/>
                  <a:pt x="13906" y="3424883"/>
                  <a:pt x="26098" y="3399546"/>
                </a:cubicBezTo>
                <a:cubicBezTo>
                  <a:pt x="39053" y="3372495"/>
                  <a:pt x="44959" y="3346776"/>
                  <a:pt x="40959" y="3318771"/>
                </a:cubicBezTo>
                <a:cubicBezTo>
                  <a:pt x="39625" y="3309437"/>
                  <a:pt x="31623" y="3297434"/>
                  <a:pt x="23432" y="3293244"/>
                </a:cubicBezTo>
                <a:cubicBezTo>
                  <a:pt x="5144" y="3283908"/>
                  <a:pt x="1904" y="3271145"/>
                  <a:pt x="8192" y="3253809"/>
                </a:cubicBezTo>
                <a:cubicBezTo>
                  <a:pt x="13526" y="3238758"/>
                  <a:pt x="16192" y="3220280"/>
                  <a:pt x="26481" y="3209993"/>
                </a:cubicBezTo>
                <a:cubicBezTo>
                  <a:pt x="55627" y="3180844"/>
                  <a:pt x="56580" y="3143695"/>
                  <a:pt x="64390" y="3107500"/>
                </a:cubicBezTo>
                <a:cubicBezTo>
                  <a:pt x="69154" y="3085403"/>
                  <a:pt x="69344" y="3064827"/>
                  <a:pt x="66106" y="3042728"/>
                </a:cubicBezTo>
                <a:cubicBezTo>
                  <a:pt x="58866" y="2994722"/>
                  <a:pt x="69154" y="2948047"/>
                  <a:pt x="82298" y="2901943"/>
                </a:cubicBezTo>
                <a:cubicBezTo>
                  <a:pt x="91061" y="2871462"/>
                  <a:pt x="96395" y="2840219"/>
                  <a:pt x="105349" y="2809930"/>
                </a:cubicBezTo>
                <a:cubicBezTo>
                  <a:pt x="112207" y="2787259"/>
                  <a:pt x="120400" y="2764590"/>
                  <a:pt x="131448" y="2743826"/>
                </a:cubicBezTo>
                <a:cubicBezTo>
                  <a:pt x="147643" y="2713723"/>
                  <a:pt x="172027" y="2687436"/>
                  <a:pt x="165549" y="2649143"/>
                </a:cubicBezTo>
                <a:cubicBezTo>
                  <a:pt x="159835" y="2615421"/>
                  <a:pt x="171835" y="2584942"/>
                  <a:pt x="183266" y="2554079"/>
                </a:cubicBezTo>
                <a:cubicBezTo>
                  <a:pt x="191648" y="2531409"/>
                  <a:pt x="200222" y="2508742"/>
                  <a:pt x="205556" y="2485307"/>
                </a:cubicBezTo>
                <a:cubicBezTo>
                  <a:pt x="211843" y="2457492"/>
                  <a:pt x="209175" y="2426059"/>
                  <a:pt x="220797" y="2401292"/>
                </a:cubicBezTo>
                <a:cubicBezTo>
                  <a:pt x="232989" y="2375383"/>
                  <a:pt x="224797" y="2353859"/>
                  <a:pt x="221367" y="2330806"/>
                </a:cubicBezTo>
                <a:cubicBezTo>
                  <a:pt x="216033" y="2294039"/>
                  <a:pt x="206126" y="2257459"/>
                  <a:pt x="218701" y="2220312"/>
                </a:cubicBezTo>
                <a:cubicBezTo>
                  <a:pt x="233941" y="2175163"/>
                  <a:pt x="250324" y="2130393"/>
                  <a:pt x="264802" y="2085054"/>
                </a:cubicBezTo>
                <a:cubicBezTo>
                  <a:pt x="270329" y="2067525"/>
                  <a:pt x="272615" y="2048668"/>
                  <a:pt x="275091" y="2030378"/>
                </a:cubicBezTo>
                <a:cubicBezTo>
                  <a:pt x="277187" y="2013043"/>
                  <a:pt x="271853" y="1992279"/>
                  <a:pt x="279853" y="1978940"/>
                </a:cubicBezTo>
                <a:cubicBezTo>
                  <a:pt x="300428" y="1944649"/>
                  <a:pt x="310524" y="1909408"/>
                  <a:pt x="310524" y="1869780"/>
                </a:cubicBezTo>
                <a:cubicBezTo>
                  <a:pt x="310524" y="1854920"/>
                  <a:pt x="319098" y="1840441"/>
                  <a:pt x="320622" y="1825393"/>
                </a:cubicBezTo>
                <a:cubicBezTo>
                  <a:pt x="322526" y="1804816"/>
                  <a:pt x="327671" y="1781194"/>
                  <a:pt x="320430" y="1763287"/>
                </a:cubicBezTo>
                <a:cubicBezTo>
                  <a:pt x="303286" y="1721185"/>
                  <a:pt x="317574" y="1687086"/>
                  <a:pt x="334529" y="1650317"/>
                </a:cubicBezTo>
                <a:cubicBezTo>
                  <a:pt x="351293" y="1614120"/>
                  <a:pt x="364628" y="1576019"/>
                  <a:pt x="375678" y="1537537"/>
                </a:cubicBezTo>
                <a:cubicBezTo>
                  <a:pt x="379678" y="1523059"/>
                  <a:pt x="373010" y="1505724"/>
                  <a:pt x="371678" y="1489720"/>
                </a:cubicBezTo>
                <a:cubicBezTo>
                  <a:pt x="371296" y="1484004"/>
                  <a:pt x="370724" y="1477717"/>
                  <a:pt x="372630" y="1472575"/>
                </a:cubicBezTo>
                <a:cubicBezTo>
                  <a:pt x="390919" y="1422854"/>
                  <a:pt x="404825" y="1372368"/>
                  <a:pt x="395301" y="1318456"/>
                </a:cubicBezTo>
                <a:cubicBezTo>
                  <a:pt x="394347" y="1313504"/>
                  <a:pt x="396443" y="1307978"/>
                  <a:pt x="397777" y="1303024"/>
                </a:cubicBezTo>
                <a:cubicBezTo>
                  <a:pt x="404635" y="1278829"/>
                  <a:pt x="415493" y="1255206"/>
                  <a:pt x="417970" y="1230633"/>
                </a:cubicBezTo>
                <a:cubicBezTo>
                  <a:pt x="424066" y="1170051"/>
                  <a:pt x="426544" y="1109091"/>
                  <a:pt x="430544" y="1048125"/>
                </a:cubicBezTo>
                <a:cubicBezTo>
                  <a:pt x="430734" y="1044315"/>
                  <a:pt x="430734" y="1040315"/>
                  <a:pt x="432068" y="1036887"/>
                </a:cubicBezTo>
                <a:cubicBezTo>
                  <a:pt x="440260" y="1014406"/>
                  <a:pt x="437592" y="994785"/>
                  <a:pt x="421972" y="975733"/>
                </a:cubicBezTo>
                <a:cubicBezTo>
                  <a:pt x="415113" y="967350"/>
                  <a:pt x="411493" y="955920"/>
                  <a:pt x="407683" y="945444"/>
                </a:cubicBezTo>
                <a:cubicBezTo>
                  <a:pt x="401967" y="930011"/>
                  <a:pt x="396443" y="914200"/>
                  <a:pt x="392823" y="898198"/>
                </a:cubicBezTo>
                <a:cubicBezTo>
                  <a:pt x="389395" y="882384"/>
                  <a:pt x="384632" y="865430"/>
                  <a:pt x="387299" y="850189"/>
                </a:cubicBezTo>
                <a:cubicBezTo>
                  <a:pt x="392061" y="822756"/>
                  <a:pt x="402729" y="796655"/>
                  <a:pt x="409779" y="769605"/>
                </a:cubicBezTo>
                <a:cubicBezTo>
                  <a:pt x="412255" y="760270"/>
                  <a:pt x="411873" y="749982"/>
                  <a:pt x="412065" y="740268"/>
                </a:cubicBezTo>
                <a:cubicBezTo>
                  <a:pt x="412635" y="717977"/>
                  <a:pt x="407111" y="695116"/>
                  <a:pt x="422924" y="674923"/>
                </a:cubicBezTo>
                <a:cubicBezTo>
                  <a:pt x="437782" y="656255"/>
                  <a:pt x="433402" y="637392"/>
                  <a:pt x="422162" y="617772"/>
                </a:cubicBezTo>
                <a:cubicBezTo>
                  <a:pt x="414159" y="603673"/>
                  <a:pt x="407873" y="587672"/>
                  <a:pt x="404825" y="571860"/>
                </a:cubicBezTo>
                <a:cubicBezTo>
                  <a:pt x="400635" y="550141"/>
                  <a:pt x="398919" y="528615"/>
                  <a:pt x="401397" y="505182"/>
                </a:cubicBezTo>
                <a:cubicBezTo>
                  <a:pt x="403111" y="488607"/>
                  <a:pt x="403873" y="475081"/>
                  <a:pt x="413969" y="462126"/>
                </a:cubicBezTo>
                <a:cubicBezTo>
                  <a:pt x="415493" y="460032"/>
                  <a:pt x="415875" y="456222"/>
                  <a:pt x="415683" y="453364"/>
                </a:cubicBezTo>
                <a:cubicBezTo>
                  <a:pt x="412445" y="415835"/>
                  <a:pt x="414159" y="378686"/>
                  <a:pt x="416448" y="340774"/>
                </a:cubicBezTo>
                <a:cubicBezTo>
                  <a:pt x="419494" y="292579"/>
                  <a:pt x="410541" y="241901"/>
                  <a:pt x="378536" y="200182"/>
                </a:cubicBezTo>
                <a:cubicBezTo>
                  <a:pt x="373772" y="194085"/>
                  <a:pt x="371678" y="184941"/>
                  <a:pt x="370534" y="176939"/>
                </a:cubicBezTo>
                <a:cubicBezTo>
                  <a:pt x="365582" y="139219"/>
                  <a:pt x="362152" y="101308"/>
                  <a:pt x="356628" y="63587"/>
                </a:cubicBezTo>
                <a:cubicBezTo>
                  <a:pt x="353579" y="43012"/>
                  <a:pt x="350911" y="21486"/>
                  <a:pt x="342529" y="2817"/>
                </a:cubicBezTo>
                <a:close/>
              </a:path>
            </a:pathLst>
          </a:custGeom>
          <a:effectLst>
            <a:outerShdw blurRad="381000" dist="152400" dir="10800000" algn="r" rotWithShape="0">
              <a:prstClr val="black">
                <a:alpha val="10000"/>
              </a:prstClr>
            </a:outerShdw>
          </a:effectLst>
        </p:spPr>
      </p:pic>
      <p:sp>
        <p:nvSpPr>
          <p:cNvPr id="11" name="Freeform: Shape 10">
            <a:extLst>
              <a:ext uri="{FF2B5EF4-FFF2-40B4-BE49-F238E27FC236}">
                <a16:creationId xmlns:a16="http://schemas.microsoft.com/office/drawing/2014/main" id="{D891F8D6-850A-4554-AF0F-FC18D0F9D5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628358" y="2991643"/>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2609E23F-D3CB-A30C-69B3-42128B71A184}"/>
              </a:ext>
            </a:extLst>
          </p:cNvPr>
          <p:cNvSpPr>
            <a:spLocks noGrp="1"/>
          </p:cNvSpPr>
          <p:nvPr>
            <p:ph idx="1"/>
          </p:nvPr>
        </p:nvSpPr>
        <p:spPr>
          <a:xfrm>
            <a:off x="762001" y="3047999"/>
            <a:ext cx="6095998" cy="3048001"/>
          </a:xfrm>
        </p:spPr>
        <p:txBody>
          <a:bodyPr>
            <a:normAutofit/>
          </a:bodyPr>
          <a:lstStyle/>
          <a:p>
            <a:r>
              <a:rPr lang="en-US" sz="2000" dirty="0"/>
              <a:t>Residual transmission in difficult geographies</a:t>
            </a:r>
          </a:p>
          <a:p>
            <a:r>
              <a:rPr lang="en-US" sz="2000" dirty="0"/>
              <a:t>Hard-to-reach and vulnerable populations</a:t>
            </a:r>
          </a:p>
          <a:p>
            <a:r>
              <a:rPr lang="en-US" sz="2000" dirty="0"/>
              <a:t>Imported and migrant-associated malaria</a:t>
            </a:r>
          </a:p>
          <a:p>
            <a:r>
              <a:rPr lang="en-US" sz="2000" dirty="0"/>
              <a:t>Urban complexity</a:t>
            </a:r>
          </a:p>
          <a:p>
            <a:r>
              <a:rPr lang="en-US" sz="2000" dirty="0"/>
              <a:t>Need for real-time, complete reporting</a:t>
            </a:r>
          </a:p>
          <a:p>
            <a:r>
              <a:rPr lang="en-US" sz="2000" dirty="0"/>
              <a:t>Sustaining resources and momentum when case numbers decline</a:t>
            </a:r>
          </a:p>
          <a:p>
            <a:r>
              <a:rPr lang="en-US" sz="2000" dirty="0"/>
              <a:t>Risk of re-establishment after apparent success</a:t>
            </a:r>
          </a:p>
          <a:p>
            <a:endParaRPr lang="en-US" sz="2000" dirty="0"/>
          </a:p>
        </p:txBody>
      </p:sp>
      <p:sp>
        <p:nvSpPr>
          <p:cNvPr id="13" name="Freeform: Shape 12">
            <a:extLst>
              <a:ext uri="{FF2B5EF4-FFF2-40B4-BE49-F238E27FC236}">
                <a16:creationId xmlns:a16="http://schemas.microsoft.com/office/drawing/2014/main" id="{801843F1-9A50-4D34-96E0-A5E4E74438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628358" y="2991645"/>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3467157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E75D53-5B2F-7AD7-F79E-DF2E66AD9FB7}"/>
              </a:ext>
            </a:extLst>
          </p:cNvPr>
          <p:cNvSpPr>
            <a:spLocks noGrp="1"/>
          </p:cNvSpPr>
          <p:nvPr>
            <p:ph type="title"/>
          </p:nvPr>
        </p:nvSpPr>
        <p:spPr>
          <a:xfrm>
            <a:off x="762001" y="981076"/>
            <a:ext cx="6095998" cy="1806574"/>
          </a:xfrm>
        </p:spPr>
        <p:txBody>
          <a:bodyPr anchor="b">
            <a:normAutofit/>
          </a:bodyPr>
          <a:lstStyle/>
          <a:p>
            <a:r>
              <a:rPr lang="en-US" dirty="0"/>
              <a:t>Prevention of re establishment</a:t>
            </a:r>
          </a:p>
        </p:txBody>
      </p:sp>
      <p:pic>
        <p:nvPicPr>
          <p:cNvPr id="5" name="Picture 4" descr="Mosquito on skin">
            <a:extLst>
              <a:ext uri="{FF2B5EF4-FFF2-40B4-BE49-F238E27FC236}">
                <a16:creationId xmlns:a16="http://schemas.microsoft.com/office/drawing/2014/main" id="{CCF3FEBB-C77D-76BF-41F9-AAF12FA85EDC}"/>
              </a:ext>
            </a:extLst>
          </p:cNvPr>
          <p:cNvPicPr>
            <a:picLocks noChangeAspect="1"/>
          </p:cNvPicPr>
          <p:nvPr/>
        </p:nvPicPr>
        <p:blipFill>
          <a:blip r:embed="rId2"/>
          <a:srcRect l="34020" r="23147" b="1"/>
          <a:stretch>
            <a:fillRect/>
          </a:stretch>
        </p:blipFill>
        <p:spPr>
          <a:xfrm>
            <a:off x="7620000" y="10"/>
            <a:ext cx="4572002" cy="6857992"/>
          </a:xfrm>
          <a:custGeom>
            <a:avLst/>
            <a:gdLst/>
            <a:ahLst/>
            <a:cxnLst/>
            <a:rect l="l" t="t" r="r" b="b"/>
            <a:pathLst>
              <a:path w="4572002" h="6858002">
                <a:moveTo>
                  <a:pt x="276687" y="6438981"/>
                </a:moveTo>
                <a:cubicBezTo>
                  <a:pt x="286189" y="6444077"/>
                  <a:pt x="293666" y="6451650"/>
                  <a:pt x="296618" y="6463841"/>
                </a:cubicBezTo>
                <a:lnTo>
                  <a:pt x="296621" y="6463850"/>
                </a:lnTo>
                <a:lnTo>
                  <a:pt x="307605" y="6508052"/>
                </a:lnTo>
                <a:lnTo>
                  <a:pt x="310416" y="6513012"/>
                </a:lnTo>
                <a:lnTo>
                  <a:pt x="312883" y="6521804"/>
                </a:lnTo>
                <a:lnTo>
                  <a:pt x="329221" y="6546195"/>
                </a:lnTo>
                <a:lnTo>
                  <a:pt x="329221" y="6546194"/>
                </a:lnTo>
                <a:lnTo>
                  <a:pt x="310416" y="6513012"/>
                </a:lnTo>
                <a:lnTo>
                  <a:pt x="296621" y="6463850"/>
                </a:lnTo>
                <a:lnTo>
                  <a:pt x="296618" y="6463840"/>
                </a:lnTo>
                <a:close/>
                <a:moveTo>
                  <a:pt x="360891" y="2836172"/>
                </a:moveTo>
                <a:lnTo>
                  <a:pt x="360891" y="2836173"/>
                </a:lnTo>
                <a:cubicBezTo>
                  <a:pt x="364963" y="2839983"/>
                  <a:pt x="368249" y="2844317"/>
                  <a:pt x="369582" y="2848794"/>
                </a:cubicBezTo>
                <a:cubicBezTo>
                  <a:pt x="376249" y="2870416"/>
                  <a:pt x="384441" y="2892181"/>
                  <a:pt x="389490" y="2914328"/>
                </a:cubicBezTo>
                <a:lnTo>
                  <a:pt x="394121" y="2947863"/>
                </a:lnTo>
                <a:lnTo>
                  <a:pt x="390537" y="2982148"/>
                </a:lnTo>
                <a:cubicBezTo>
                  <a:pt x="382441" y="3014153"/>
                  <a:pt x="378631" y="3045777"/>
                  <a:pt x="378845" y="3077401"/>
                </a:cubicBezTo>
                <a:lnTo>
                  <a:pt x="378845" y="3077402"/>
                </a:lnTo>
                <a:lnTo>
                  <a:pt x="378845" y="3077402"/>
                </a:lnTo>
                <a:cubicBezTo>
                  <a:pt x="379059" y="3109026"/>
                  <a:pt x="383298" y="3140650"/>
                  <a:pt x="391299" y="3172655"/>
                </a:cubicBezTo>
                <a:cubicBezTo>
                  <a:pt x="417208" y="3276481"/>
                  <a:pt x="444640" y="3380306"/>
                  <a:pt x="438926" y="3489468"/>
                </a:cubicBezTo>
                <a:cubicBezTo>
                  <a:pt x="437974" y="3507564"/>
                  <a:pt x="449595" y="3529091"/>
                  <a:pt x="461025" y="3544714"/>
                </a:cubicBezTo>
                <a:cubicBezTo>
                  <a:pt x="466455" y="3552191"/>
                  <a:pt x="470634" y="3557716"/>
                  <a:pt x="473569" y="3562321"/>
                </a:cubicBezTo>
                <a:lnTo>
                  <a:pt x="478647" y="3574408"/>
                </a:lnTo>
                <a:lnTo>
                  <a:pt x="476296" y="3587174"/>
                </a:lnTo>
                <a:cubicBezTo>
                  <a:pt x="474277" y="3592232"/>
                  <a:pt x="471027" y="3598435"/>
                  <a:pt x="466549" y="3606817"/>
                </a:cubicBezTo>
                <a:cubicBezTo>
                  <a:pt x="462167" y="3614819"/>
                  <a:pt x="459501" y="3624725"/>
                  <a:pt x="453023" y="3630632"/>
                </a:cubicBezTo>
                <a:cubicBezTo>
                  <a:pt x="436545" y="3645682"/>
                  <a:pt x="430306" y="3662494"/>
                  <a:pt x="428782" y="3680163"/>
                </a:cubicBezTo>
                <a:lnTo>
                  <a:pt x="428782" y="3680164"/>
                </a:lnTo>
                <a:lnTo>
                  <a:pt x="428782" y="3680164"/>
                </a:lnTo>
                <a:lnTo>
                  <a:pt x="432830" y="3734838"/>
                </a:lnTo>
                <a:lnTo>
                  <a:pt x="432448" y="3754652"/>
                </a:lnTo>
                <a:cubicBezTo>
                  <a:pt x="426448" y="3767130"/>
                  <a:pt x="424496" y="3778655"/>
                  <a:pt x="426091" y="3789776"/>
                </a:cubicBezTo>
                <a:lnTo>
                  <a:pt x="426091" y="3789776"/>
                </a:lnTo>
                <a:lnTo>
                  <a:pt x="426091" y="3789777"/>
                </a:lnTo>
                <a:cubicBezTo>
                  <a:pt x="427687" y="3800897"/>
                  <a:pt x="432830" y="3811614"/>
                  <a:pt x="441022" y="3822473"/>
                </a:cubicBezTo>
                <a:lnTo>
                  <a:pt x="455357" y="3852620"/>
                </a:lnTo>
                <a:lnTo>
                  <a:pt x="454577" y="3868764"/>
                </a:lnTo>
                <a:cubicBezTo>
                  <a:pt x="453119" y="3874229"/>
                  <a:pt x="450356" y="3879766"/>
                  <a:pt x="445974" y="3885338"/>
                </a:cubicBezTo>
                <a:cubicBezTo>
                  <a:pt x="426543" y="3910104"/>
                  <a:pt x="416351" y="3935727"/>
                  <a:pt x="414089" y="3962159"/>
                </a:cubicBezTo>
                <a:lnTo>
                  <a:pt x="414089" y="3962160"/>
                </a:lnTo>
                <a:lnTo>
                  <a:pt x="414089" y="3962160"/>
                </a:lnTo>
                <a:cubicBezTo>
                  <a:pt x="411827" y="3988593"/>
                  <a:pt x="417495" y="4015835"/>
                  <a:pt x="429782" y="4043840"/>
                </a:cubicBezTo>
                <a:lnTo>
                  <a:pt x="444904" y="4103826"/>
                </a:lnTo>
                <a:lnTo>
                  <a:pt x="442936" y="4134255"/>
                </a:lnTo>
                <a:cubicBezTo>
                  <a:pt x="441094" y="4144498"/>
                  <a:pt x="438022" y="4154857"/>
                  <a:pt x="433592" y="4165383"/>
                </a:cubicBezTo>
                <a:cubicBezTo>
                  <a:pt x="430163" y="4173480"/>
                  <a:pt x="429592" y="4182767"/>
                  <a:pt x="429687" y="4192387"/>
                </a:cubicBezTo>
                <a:lnTo>
                  <a:pt x="429687" y="4192388"/>
                </a:lnTo>
                <a:lnTo>
                  <a:pt x="429687" y="4192388"/>
                </a:lnTo>
                <a:lnTo>
                  <a:pt x="429782" y="4221391"/>
                </a:lnTo>
                <a:lnTo>
                  <a:pt x="424066" y="4253014"/>
                </a:lnTo>
                <a:cubicBezTo>
                  <a:pt x="411873" y="4277401"/>
                  <a:pt x="396253" y="4300070"/>
                  <a:pt x="384250" y="4324645"/>
                </a:cubicBezTo>
                <a:cubicBezTo>
                  <a:pt x="378536" y="4336457"/>
                  <a:pt x="375488" y="4350554"/>
                  <a:pt x="375296" y="4363890"/>
                </a:cubicBezTo>
                <a:lnTo>
                  <a:pt x="375296" y="4363891"/>
                </a:lnTo>
                <a:lnTo>
                  <a:pt x="375296" y="4363891"/>
                </a:lnTo>
                <a:cubicBezTo>
                  <a:pt x="374344" y="4403326"/>
                  <a:pt x="374344" y="4442762"/>
                  <a:pt x="376058" y="4482005"/>
                </a:cubicBezTo>
                <a:cubicBezTo>
                  <a:pt x="378726" y="4546777"/>
                  <a:pt x="379298" y="4612501"/>
                  <a:pt x="436068" y="4659175"/>
                </a:cubicBezTo>
                <a:cubicBezTo>
                  <a:pt x="440640" y="4662987"/>
                  <a:pt x="443308" y="4671177"/>
                  <a:pt x="444070" y="4677656"/>
                </a:cubicBezTo>
                <a:cubicBezTo>
                  <a:pt x="447689" y="4707565"/>
                  <a:pt x="448071" y="4738236"/>
                  <a:pt x="453977" y="4767765"/>
                </a:cubicBezTo>
                <a:lnTo>
                  <a:pt x="455286" y="4800483"/>
                </a:lnTo>
                <a:lnTo>
                  <a:pt x="440450" y="4828916"/>
                </a:lnTo>
                <a:cubicBezTo>
                  <a:pt x="423877" y="4846490"/>
                  <a:pt x="412446" y="4866958"/>
                  <a:pt x="410740" y="4889275"/>
                </a:cubicBezTo>
                <a:lnTo>
                  <a:pt x="410740" y="4889275"/>
                </a:lnTo>
                <a:lnTo>
                  <a:pt x="410740" y="4889276"/>
                </a:lnTo>
                <a:cubicBezTo>
                  <a:pt x="410172" y="4896714"/>
                  <a:pt x="410683" y="4904358"/>
                  <a:pt x="412445" y="4912169"/>
                </a:cubicBezTo>
                <a:lnTo>
                  <a:pt x="413848" y="4933805"/>
                </a:lnTo>
                <a:lnTo>
                  <a:pt x="409088" y="4952673"/>
                </a:lnTo>
                <a:cubicBezTo>
                  <a:pt x="404302" y="4964604"/>
                  <a:pt x="396729" y="4975511"/>
                  <a:pt x="389013" y="4987037"/>
                </a:cubicBezTo>
                <a:cubicBezTo>
                  <a:pt x="377774" y="5003801"/>
                  <a:pt x="363676" y="5022852"/>
                  <a:pt x="362534" y="5041521"/>
                </a:cubicBezTo>
                <a:cubicBezTo>
                  <a:pt x="360677" y="5073241"/>
                  <a:pt x="338137" y="5101639"/>
                  <a:pt x="336386" y="5133224"/>
                </a:cubicBezTo>
                <a:lnTo>
                  <a:pt x="336386" y="5133225"/>
                </a:lnTo>
                <a:lnTo>
                  <a:pt x="336386" y="5133225"/>
                </a:lnTo>
                <a:lnTo>
                  <a:pt x="343101" y="5166114"/>
                </a:lnTo>
                <a:lnTo>
                  <a:pt x="342411" y="5172090"/>
                </a:lnTo>
                <a:cubicBezTo>
                  <a:pt x="341530" y="5174400"/>
                  <a:pt x="340339" y="5176876"/>
                  <a:pt x="339863" y="5179067"/>
                </a:cubicBezTo>
                <a:lnTo>
                  <a:pt x="339863" y="5179068"/>
                </a:lnTo>
                <a:lnTo>
                  <a:pt x="339863" y="5179068"/>
                </a:lnTo>
                <a:cubicBezTo>
                  <a:pt x="332623" y="5214122"/>
                  <a:pt x="339673" y="5247079"/>
                  <a:pt x="363486" y="5272797"/>
                </a:cubicBezTo>
                <a:cubicBezTo>
                  <a:pt x="379013" y="5289657"/>
                  <a:pt x="387538" y="5307422"/>
                  <a:pt x="390920" y="5326163"/>
                </a:cubicBezTo>
                <a:lnTo>
                  <a:pt x="392366" y="5355014"/>
                </a:lnTo>
                <a:lnTo>
                  <a:pt x="387489" y="5385384"/>
                </a:lnTo>
                <a:cubicBezTo>
                  <a:pt x="384250" y="5398721"/>
                  <a:pt x="381964" y="5412057"/>
                  <a:pt x="379298" y="5425582"/>
                </a:cubicBezTo>
                <a:cubicBezTo>
                  <a:pt x="375488" y="5443870"/>
                  <a:pt x="371486" y="5462351"/>
                  <a:pt x="367676" y="5480637"/>
                </a:cubicBezTo>
                <a:cubicBezTo>
                  <a:pt x="365771" y="5489497"/>
                  <a:pt x="363200" y="5498832"/>
                  <a:pt x="363152" y="5507667"/>
                </a:cubicBezTo>
                <a:lnTo>
                  <a:pt x="363152" y="5507668"/>
                </a:lnTo>
                <a:lnTo>
                  <a:pt x="363152" y="5507668"/>
                </a:lnTo>
                <a:cubicBezTo>
                  <a:pt x="363105" y="5516503"/>
                  <a:pt x="365581" y="5524837"/>
                  <a:pt x="373772" y="5531694"/>
                </a:cubicBezTo>
                <a:lnTo>
                  <a:pt x="383918" y="5547578"/>
                </a:lnTo>
                <a:lnTo>
                  <a:pt x="374344" y="5562746"/>
                </a:lnTo>
                <a:cubicBezTo>
                  <a:pt x="331671" y="5600467"/>
                  <a:pt x="305000" y="5646189"/>
                  <a:pt x="303096" y="5704483"/>
                </a:cubicBezTo>
                <a:cubicBezTo>
                  <a:pt x="302714" y="5716485"/>
                  <a:pt x="300048" y="5728678"/>
                  <a:pt x="297190" y="5740488"/>
                </a:cubicBezTo>
                <a:cubicBezTo>
                  <a:pt x="295475" y="5747728"/>
                  <a:pt x="293569" y="5756493"/>
                  <a:pt x="288425" y="5760873"/>
                </a:cubicBezTo>
                <a:cubicBezTo>
                  <a:pt x="249182" y="5794974"/>
                  <a:pt x="221939" y="5837457"/>
                  <a:pt x="200030" y="5883751"/>
                </a:cubicBezTo>
                <a:cubicBezTo>
                  <a:pt x="192220" y="5900323"/>
                  <a:pt x="184410" y="5918042"/>
                  <a:pt x="182124" y="5935949"/>
                </a:cubicBezTo>
                <a:lnTo>
                  <a:pt x="182124" y="5935950"/>
                </a:lnTo>
                <a:lnTo>
                  <a:pt x="182124" y="5935950"/>
                </a:lnTo>
                <a:cubicBezTo>
                  <a:pt x="179838" y="5954618"/>
                  <a:pt x="183648" y="5974241"/>
                  <a:pt x="185744" y="5993292"/>
                </a:cubicBezTo>
                <a:cubicBezTo>
                  <a:pt x="186886" y="6004532"/>
                  <a:pt x="186696" y="6017486"/>
                  <a:pt x="192220" y="6026441"/>
                </a:cubicBezTo>
                <a:cubicBezTo>
                  <a:pt x="209557" y="6054826"/>
                  <a:pt x="228225" y="6082259"/>
                  <a:pt x="248420" y="6108739"/>
                </a:cubicBezTo>
                <a:lnTo>
                  <a:pt x="262113" y="6133315"/>
                </a:lnTo>
                <a:lnTo>
                  <a:pt x="258413" y="6143190"/>
                </a:lnTo>
                <a:cubicBezTo>
                  <a:pt x="255862" y="6146732"/>
                  <a:pt x="251944" y="6150697"/>
                  <a:pt x="246514" y="6155602"/>
                </a:cubicBezTo>
                <a:cubicBezTo>
                  <a:pt x="224225" y="6175797"/>
                  <a:pt x="212605" y="6200944"/>
                  <a:pt x="207843" y="6228756"/>
                </a:cubicBezTo>
                <a:cubicBezTo>
                  <a:pt x="200412" y="6272764"/>
                  <a:pt x="194126" y="6317151"/>
                  <a:pt x="190506" y="6361539"/>
                </a:cubicBezTo>
                <a:lnTo>
                  <a:pt x="190506" y="6361540"/>
                </a:lnTo>
                <a:lnTo>
                  <a:pt x="190506" y="6361540"/>
                </a:lnTo>
                <a:lnTo>
                  <a:pt x="190704" y="6365039"/>
                </a:lnTo>
                <a:lnTo>
                  <a:pt x="191995" y="6387910"/>
                </a:lnTo>
                <a:lnTo>
                  <a:pt x="194825" y="6393746"/>
                </a:lnTo>
                <a:lnTo>
                  <a:pt x="201413" y="6407333"/>
                </a:lnTo>
                <a:lnTo>
                  <a:pt x="201413" y="6407332"/>
                </a:lnTo>
                <a:lnTo>
                  <a:pt x="194825" y="6393746"/>
                </a:lnTo>
                <a:lnTo>
                  <a:pt x="191995" y="6387910"/>
                </a:lnTo>
                <a:lnTo>
                  <a:pt x="190704" y="6365039"/>
                </a:lnTo>
                <a:lnTo>
                  <a:pt x="190506" y="6361540"/>
                </a:lnTo>
                <a:lnTo>
                  <a:pt x="207843" y="6228757"/>
                </a:lnTo>
                <a:cubicBezTo>
                  <a:pt x="212605" y="6200945"/>
                  <a:pt x="224225" y="6175798"/>
                  <a:pt x="246514" y="6155603"/>
                </a:cubicBezTo>
                <a:cubicBezTo>
                  <a:pt x="257374" y="6145793"/>
                  <a:pt x="262184" y="6139745"/>
                  <a:pt x="262113" y="6133315"/>
                </a:cubicBezTo>
                <a:lnTo>
                  <a:pt x="262113" y="6133315"/>
                </a:lnTo>
                <a:lnTo>
                  <a:pt x="262113" y="6133314"/>
                </a:lnTo>
                <a:cubicBezTo>
                  <a:pt x="262042" y="6126884"/>
                  <a:pt x="257088" y="6120074"/>
                  <a:pt x="248420" y="6108738"/>
                </a:cubicBezTo>
                <a:cubicBezTo>
                  <a:pt x="228225" y="6082258"/>
                  <a:pt x="209557" y="6054825"/>
                  <a:pt x="192220" y="6026440"/>
                </a:cubicBezTo>
                <a:cubicBezTo>
                  <a:pt x="186696" y="6017485"/>
                  <a:pt x="186886" y="6004531"/>
                  <a:pt x="185744" y="5993291"/>
                </a:cubicBezTo>
                <a:cubicBezTo>
                  <a:pt x="184696" y="5983766"/>
                  <a:pt x="183220" y="5974097"/>
                  <a:pt x="182291" y="5964477"/>
                </a:cubicBezTo>
                <a:lnTo>
                  <a:pt x="182124" y="5935950"/>
                </a:lnTo>
                <a:lnTo>
                  <a:pt x="189006" y="5909351"/>
                </a:lnTo>
                <a:cubicBezTo>
                  <a:pt x="192220" y="5900611"/>
                  <a:pt x="196125" y="5892038"/>
                  <a:pt x="200030" y="5883752"/>
                </a:cubicBezTo>
                <a:cubicBezTo>
                  <a:pt x="221939" y="5837458"/>
                  <a:pt x="249182" y="5794975"/>
                  <a:pt x="288425" y="5760874"/>
                </a:cubicBezTo>
                <a:cubicBezTo>
                  <a:pt x="293569" y="5756494"/>
                  <a:pt x="295475" y="5747729"/>
                  <a:pt x="297190" y="5740489"/>
                </a:cubicBezTo>
                <a:cubicBezTo>
                  <a:pt x="300048" y="5728679"/>
                  <a:pt x="302714" y="5716486"/>
                  <a:pt x="303096" y="5704484"/>
                </a:cubicBezTo>
                <a:cubicBezTo>
                  <a:pt x="305000" y="5646190"/>
                  <a:pt x="331671" y="5600468"/>
                  <a:pt x="374344" y="5562747"/>
                </a:cubicBezTo>
                <a:cubicBezTo>
                  <a:pt x="380441" y="5557318"/>
                  <a:pt x="383823" y="5552508"/>
                  <a:pt x="383918" y="5547579"/>
                </a:cubicBezTo>
                <a:lnTo>
                  <a:pt x="383918" y="5547578"/>
                </a:lnTo>
                <a:lnTo>
                  <a:pt x="383918" y="5547578"/>
                </a:lnTo>
                <a:cubicBezTo>
                  <a:pt x="384013" y="5542648"/>
                  <a:pt x="380822" y="5537600"/>
                  <a:pt x="373772" y="5531693"/>
                </a:cubicBezTo>
                <a:cubicBezTo>
                  <a:pt x="369677" y="5528265"/>
                  <a:pt x="367010" y="5524467"/>
                  <a:pt x="365373" y="5520422"/>
                </a:cubicBezTo>
                <a:lnTo>
                  <a:pt x="363152" y="5507668"/>
                </a:lnTo>
                <a:lnTo>
                  <a:pt x="367676" y="5480638"/>
                </a:lnTo>
                <a:cubicBezTo>
                  <a:pt x="371486" y="5462352"/>
                  <a:pt x="375488" y="5443871"/>
                  <a:pt x="379298" y="5425583"/>
                </a:cubicBezTo>
                <a:cubicBezTo>
                  <a:pt x="381964" y="5412058"/>
                  <a:pt x="384250" y="5398722"/>
                  <a:pt x="387489" y="5385385"/>
                </a:cubicBezTo>
                <a:cubicBezTo>
                  <a:pt x="390014" y="5375003"/>
                  <a:pt x="391717" y="5364883"/>
                  <a:pt x="392366" y="5355015"/>
                </a:cubicBezTo>
                <a:lnTo>
                  <a:pt x="392366" y="5355014"/>
                </a:lnTo>
                <a:lnTo>
                  <a:pt x="392366" y="5355014"/>
                </a:lnTo>
                <a:cubicBezTo>
                  <a:pt x="394313" y="5325412"/>
                  <a:pt x="386776" y="5298086"/>
                  <a:pt x="363486" y="5272796"/>
                </a:cubicBezTo>
                <a:cubicBezTo>
                  <a:pt x="351580" y="5259937"/>
                  <a:pt x="343864" y="5245269"/>
                  <a:pt x="340030" y="5229433"/>
                </a:cubicBezTo>
                <a:lnTo>
                  <a:pt x="339863" y="5179068"/>
                </a:lnTo>
                <a:lnTo>
                  <a:pt x="342411" y="5172091"/>
                </a:lnTo>
                <a:cubicBezTo>
                  <a:pt x="343292" y="5169781"/>
                  <a:pt x="343863" y="5167638"/>
                  <a:pt x="343101" y="5166114"/>
                </a:cubicBezTo>
                <a:lnTo>
                  <a:pt x="343101" y="5166114"/>
                </a:lnTo>
                <a:lnTo>
                  <a:pt x="343101" y="5166113"/>
                </a:lnTo>
                <a:lnTo>
                  <a:pt x="336386" y="5133225"/>
                </a:lnTo>
                <a:lnTo>
                  <a:pt x="343531" y="5102461"/>
                </a:lnTo>
                <a:cubicBezTo>
                  <a:pt x="350866" y="5082339"/>
                  <a:pt x="361296" y="5062669"/>
                  <a:pt x="362534" y="5041522"/>
                </a:cubicBezTo>
                <a:cubicBezTo>
                  <a:pt x="363676" y="5022853"/>
                  <a:pt x="377774" y="5003802"/>
                  <a:pt x="389013" y="4987038"/>
                </a:cubicBezTo>
                <a:cubicBezTo>
                  <a:pt x="400587" y="4969748"/>
                  <a:pt x="411839" y="4953853"/>
                  <a:pt x="413848" y="4933805"/>
                </a:cubicBezTo>
                <a:lnTo>
                  <a:pt x="413848" y="4933805"/>
                </a:lnTo>
                <a:lnTo>
                  <a:pt x="413848" y="4933804"/>
                </a:lnTo>
                <a:cubicBezTo>
                  <a:pt x="414517" y="4927122"/>
                  <a:pt x="414160" y="4919978"/>
                  <a:pt x="412445" y="4912168"/>
                </a:cubicBezTo>
                <a:lnTo>
                  <a:pt x="410740" y="4889275"/>
                </a:lnTo>
                <a:lnTo>
                  <a:pt x="415518" y="4867614"/>
                </a:lnTo>
                <a:cubicBezTo>
                  <a:pt x="420638" y="4853635"/>
                  <a:pt x="429401" y="4840633"/>
                  <a:pt x="440450" y="4828917"/>
                </a:cubicBezTo>
                <a:cubicBezTo>
                  <a:pt x="448833" y="4819964"/>
                  <a:pt x="453405" y="4810581"/>
                  <a:pt x="455286" y="4800484"/>
                </a:cubicBezTo>
                <a:lnTo>
                  <a:pt x="455286" y="4800483"/>
                </a:lnTo>
                <a:lnTo>
                  <a:pt x="455286" y="4800483"/>
                </a:lnTo>
                <a:cubicBezTo>
                  <a:pt x="457168" y="4790386"/>
                  <a:pt x="456358" y="4779575"/>
                  <a:pt x="453977" y="4767764"/>
                </a:cubicBezTo>
                <a:cubicBezTo>
                  <a:pt x="448071" y="4738235"/>
                  <a:pt x="447689" y="4707564"/>
                  <a:pt x="444070" y="4677655"/>
                </a:cubicBezTo>
                <a:cubicBezTo>
                  <a:pt x="443308" y="4671176"/>
                  <a:pt x="440640" y="4662986"/>
                  <a:pt x="436068" y="4659174"/>
                </a:cubicBezTo>
                <a:cubicBezTo>
                  <a:pt x="379298" y="4612500"/>
                  <a:pt x="378726" y="4546776"/>
                  <a:pt x="376058" y="4482004"/>
                </a:cubicBezTo>
                <a:lnTo>
                  <a:pt x="375296" y="4363891"/>
                </a:lnTo>
                <a:lnTo>
                  <a:pt x="384250" y="4324646"/>
                </a:lnTo>
                <a:cubicBezTo>
                  <a:pt x="396253" y="4300071"/>
                  <a:pt x="411873" y="4277402"/>
                  <a:pt x="424066" y="4253015"/>
                </a:cubicBezTo>
                <a:cubicBezTo>
                  <a:pt x="428830" y="4243873"/>
                  <a:pt x="429020" y="4232061"/>
                  <a:pt x="429782" y="4221392"/>
                </a:cubicBezTo>
                <a:lnTo>
                  <a:pt x="429782" y="4221391"/>
                </a:lnTo>
                <a:lnTo>
                  <a:pt x="429782" y="4221391"/>
                </a:lnTo>
                <a:lnTo>
                  <a:pt x="429687" y="4192388"/>
                </a:lnTo>
                <a:lnTo>
                  <a:pt x="433592" y="4165384"/>
                </a:lnTo>
                <a:cubicBezTo>
                  <a:pt x="442451" y="4144333"/>
                  <a:pt x="445880" y="4123948"/>
                  <a:pt x="444904" y="4103826"/>
                </a:cubicBezTo>
                <a:lnTo>
                  <a:pt x="444904" y="4103826"/>
                </a:lnTo>
                <a:lnTo>
                  <a:pt x="444904" y="4103825"/>
                </a:lnTo>
                <a:cubicBezTo>
                  <a:pt x="443928" y="4083702"/>
                  <a:pt x="438546" y="4063842"/>
                  <a:pt x="429782" y="4043839"/>
                </a:cubicBezTo>
                <a:cubicBezTo>
                  <a:pt x="423639" y="4029837"/>
                  <a:pt x="419150" y="4016025"/>
                  <a:pt x="416480" y="4002410"/>
                </a:cubicBezTo>
                <a:lnTo>
                  <a:pt x="414089" y="3962160"/>
                </a:lnTo>
                <a:lnTo>
                  <a:pt x="423593" y="3923125"/>
                </a:lnTo>
                <a:cubicBezTo>
                  <a:pt x="428853" y="3910319"/>
                  <a:pt x="436259" y="3897722"/>
                  <a:pt x="445974" y="3885339"/>
                </a:cubicBezTo>
                <a:cubicBezTo>
                  <a:pt x="454738" y="3874195"/>
                  <a:pt x="457024" y="3863193"/>
                  <a:pt x="455357" y="3852620"/>
                </a:cubicBezTo>
                <a:lnTo>
                  <a:pt x="455357" y="3852620"/>
                </a:lnTo>
                <a:lnTo>
                  <a:pt x="455357" y="3852619"/>
                </a:lnTo>
                <a:cubicBezTo>
                  <a:pt x="453691" y="3842046"/>
                  <a:pt x="448071" y="3831902"/>
                  <a:pt x="441022" y="3822472"/>
                </a:cubicBezTo>
                <a:lnTo>
                  <a:pt x="426091" y="3789776"/>
                </a:lnTo>
                <a:lnTo>
                  <a:pt x="432448" y="3754653"/>
                </a:lnTo>
                <a:cubicBezTo>
                  <a:pt x="435116" y="3749126"/>
                  <a:pt x="433782" y="3741316"/>
                  <a:pt x="432830" y="3734838"/>
                </a:cubicBezTo>
                <a:lnTo>
                  <a:pt x="432830" y="3734838"/>
                </a:lnTo>
                <a:lnTo>
                  <a:pt x="432830" y="3734837"/>
                </a:lnTo>
                <a:lnTo>
                  <a:pt x="428782" y="3680164"/>
                </a:lnTo>
                <a:lnTo>
                  <a:pt x="435295" y="3654416"/>
                </a:lnTo>
                <a:cubicBezTo>
                  <a:pt x="439105" y="3646123"/>
                  <a:pt x="444784" y="3638158"/>
                  <a:pt x="453023" y="3630633"/>
                </a:cubicBezTo>
                <a:cubicBezTo>
                  <a:pt x="459501" y="3624726"/>
                  <a:pt x="462167" y="3614820"/>
                  <a:pt x="466549" y="3606818"/>
                </a:cubicBezTo>
                <a:cubicBezTo>
                  <a:pt x="475504" y="3590054"/>
                  <a:pt x="479552" y="3582005"/>
                  <a:pt x="478647" y="3574409"/>
                </a:cubicBezTo>
                <a:lnTo>
                  <a:pt x="478647" y="3574408"/>
                </a:lnTo>
                <a:lnTo>
                  <a:pt x="478647" y="3574408"/>
                </a:lnTo>
                <a:cubicBezTo>
                  <a:pt x="477742" y="3566811"/>
                  <a:pt x="471884" y="3559668"/>
                  <a:pt x="461025" y="3544713"/>
                </a:cubicBezTo>
                <a:cubicBezTo>
                  <a:pt x="449595" y="3529090"/>
                  <a:pt x="437974" y="3507563"/>
                  <a:pt x="438926" y="3489467"/>
                </a:cubicBezTo>
                <a:cubicBezTo>
                  <a:pt x="444640" y="3380305"/>
                  <a:pt x="417208" y="3276480"/>
                  <a:pt x="391299" y="3172654"/>
                </a:cubicBezTo>
                <a:lnTo>
                  <a:pt x="378845" y="3077402"/>
                </a:lnTo>
                <a:lnTo>
                  <a:pt x="390537" y="2982149"/>
                </a:lnTo>
                <a:cubicBezTo>
                  <a:pt x="393490" y="2970576"/>
                  <a:pt x="394491" y="2959157"/>
                  <a:pt x="394121" y="2947863"/>
                </a:cubicBezTo>
                <a:lnTo>
                  <a:pt x="394121" y="2947863"/>
                </a:lnTo>
                <a:lnTo>
                  <a:pt x="394121" y="2947862"/>
                </a:lnTo>
                <a:cubicBezTo>
                  <a:pt x="393014" y="2913982"/>
                  <a:pt x="379583" y="2881226"/>
                  <a:pt x="369582" y="2848793"/>
                </a:cubicBezTo>
                <a:close/>
                <a:moveTo>
                  <a:pt x="845377" y="1508458"/>
                </a:moveTo>
                <a:lnTo>
                  <a:pt x="873470" y="1596213"/>
                </a:lnTo>
                <a:cubicBezTo>
                  <a:pt x="875947" y="1604978"/>
                  <a:pt x="874422" y="1615836"/>
                  <a:pt x="871566" y="1624980"/>
                </a:cubicBezTo>
                <a:cubicBezTo>
                  <a:pt x="861850" y="1656223"/>
                  <a:pt x="837464" y="1676036"/>
                  <a:pt x="814984" y="1697753"/>
                </a:cubicBezTo>
                <a:cubicBezTo>
                  <a:pt x="805078" y="1707279"/>
                  <a:pt x="798030" y="1720423"/>
                  <a:pt x="792316" y="1733188"/>
                </a:cubicBezTo>
                <a:cubicBezTo>
                  <a:pt x="777644" y="1766335"/>
                  <a:pt x="764501" y="1800246"/>
                  <a:pt x="750595" y="1833775"/>
                </a:cubicBezTo>
                <a:cubicBezTo>
                  <a:pt x="749261" y="1837013"/>
                  <a:pt x="745832" y="1839679"/>
                  <a:pt x="742974" y="1842158"/>
                </a:cubicBezTo>
                <a:cubicBezTo>
                  <a:pt x="712873" y="1866922"/>
                  <a:pt x="682584" y="1891497"/>
                  <a:pt x="652483" y="1916454"/>
                </a:cubicBezTo>
                <a:cubicBezTo>
                  <a:pt x="646769" y="1921216"/>
                  <a:pt x="642577" y="1928076"/>
                  <a:pt x="637053" y="1933219"/>
                </a:cubicBezTo>
                <a:cubicBezTo>
                  <a:pt x="629433" y="1940459"/>
                  <a:pt x="622192" y="1949603"/>
                  <a:pt x="613048" y="1953413"/>
                </a:cubicBezTo>
                <a:cubicBezTo>
                  <a:pt x="584283" y="1965224"/>
                  <a:pt x="571899" y="1987894"/>
                  <a:pt x="566565" y="2016469"/>
                </a:cubicBezTo>
                <a:cubicBezTo>
                  <a:pt x="561612" y="2042570"/>
                  <a:pt x="557420" y="2068669"/>
                  <a:pt x="551706" y="2094578"/>
                </a:cubicBezTo>
                <a:cubicBezTo>
                  <a:pt x="544848" y="2126201"/>
                  <a:pt x="537418" y="2157636"/>
                  <a:pt x="529035" y="2188879"/>
                </a:cubicBezTo>
                <a:cubicBezTo>
                  <a:pt x="525415" y="2202404"/>
                  <a:pt x="521225" y="2216692"/>
                  <a:pt x="513795" y="2228314"/>
                </a:cubicBezTo>
                <a:cubicBezTo>
                  <a:pt x="493220" y="2260890"/>
                  <a:pt x="479314" y="2295753"/>
                  <a:pt x="484838" y="2334044"/>
                </a:cubicBezTo>
                <a:cubicBezTo>
                  <a:pt x="489220" y="2364715"/>
                  <a:pt x="477980" y="2390434"/>
                  <a:pt x="460453" y="2409485"/>
                </a:cubicBezTo>
                <a:cubicBezTo>
                  <a:pt x="444546" y="2426822"/>
                  <a:pt x="438402" y="2444777"/>
                  <a:pt x="437521" y="2463017"/>
                </a:cubicBezTo>
                <a:lnTo>
                  <a:pt x="437521" y="2463018"/>
                </a:lnTo>
                <a:lnTo>
                  <a:pt x="437521" y="2463019"/>
                </a:lnTo>
                <a:cubicBezTo>
                  <a:pt x="436640" y="2481259"/>
                  <a:pt x="441021" y="2499786"/>
                  <a:pt x="446164" y="2518265"/>
                </a:cubicBezTo>
                <a:lnTo>
                  <a:pt x="449808" y="2545007"/>
                </a:lnTo>
                <a:lnTo>
                  <a:pt x="445594" y="2571034"/>
                </a:lnTo>
                <a:cubicBezTo>
                  <a:pt x="433592" y="2612945"/>
                  <a:pt x="401015" y="2640950"/>
                  <a:pt x="372440" y="2668001"/>
                </a:cubicBezTo>
                <a:cubicBezTo>
                  <a:pt x="348055" y="2691054"/>
                  <a:pt x="334339" y="2716963"/>
                  <a:pt x="324050" y="2745348"/>
                </a:cubicBezTo>
                <a:lnTo>
                  <a:pt x="324050" y="2745352"/>
                </a:lnTo>
                <a:lnTo>
                  <a:pt x="317719" y="2770757"/>
                </a:lnTo>
                <a:lnTo>
                  <a:pt x="318129" y="2778006"/>
                </a:lnTo>
                <a:lnTo>
                  <a:pt x="317350" y="2782305"/>
                </a:lnTo>
                <a:lnTo>
                  <a:pt x="318550" y="2785440"/>
                </a:lnTo>
                <a:lnTo>
                  <a:pt x="318978" y="2793023"/>
                </a:lnTo>
                <a:lnTo>
                  <a:pt x="328628" y="2811780"/>
                </a:lnTo>
                <a:lnTo>
                  <a:pt x="328631" y="2811787"/>
                </a:lnTo>
                <a:lnTo>
                  <a:pt x="328632" y="2811787"/>
                </a:lnTo>
                <a:lnTo>
                  <a:pt x="328628" y="2811780"/>
                </a:lnTo>
                <a:lnTo>
                  <a:pt x="318550" y="2785440"/>
                </a:lnTo>
                <a:lnTo>
                  <a:pt x="318129" y="2778006"/>
                </a:lnTo>
                <a:lnTo>
                  <a:pt x="324050" y="2745352"/>
                </a:lnTo>
                <a:lnTo>
                  <a:pt x="324050" y="2745349"/>
                </a:lnTo>
                <a:cubicBezTo>
                  <a:pt x="334339" y="2716964"/>
                  <a:pt x="348055" y="2691055"/>
                  <a:pt x="372440" y="2668002"/>
                </a:cubicBezTo>
                <a:cubicBezTo>
                  <a:pt x="401015" y="2640951"/>
                  <a:pt x="433592" y="2612946"/>
                  <a:pt x="445594" y="2571035"/>
                </a:cubicBezTo>
                <a:cubicBezTo>
                  <a:pt x="448166" y="2561986"/>
                  <a:pt x="449642" y="2553556"/>
                  <a:pt x="449809" y="2545007"/>
                </a:cubicBezTo>
                <a:lnTo>
                  <a:pt x="449808" y="2545007"/>
                </a:lnTo>
                <a:lnTo>
                  <a:pt x="449809" y="2545006"/>
                </a:lnTo>
                <a:cubicBezTo>
                  <a:pt x="449975" y="2536458"/>
                  <a:pt x="448832" y="2527790"/>
                  <a:pt x="446164" y="2518264"/>
                </a:cubicBezTo>
                <a:cubicBezTo>
                  <a:pt x="443593" y="2509024"/>
                  <a:pt x="441212" y="2499773"/>
                  <a:pt x="439584" y="2490551"/>
                </a:cubicBezTo>
                <a:lnTo>
                  <a:pt x="437521" y="2463018"/>
                </a:lnTo>
                <a:lnTo>
                  <a:pt x="443352" y="2435913"/>
                </a:lnTo>
                <a:cubicBezTo>
                  <a:pt x="446987" y="2426977"/>
                  <a:pt x="452500" y="2418155"/>
                  <a:pt x="460453" y="2409486"/>
                </a:cubicBezTo>
                <a:cubicBezTo>
                  <a:pt x="477980" y="2390435"/>
                  <a:pt x="489220" y="2364716"/>
                  <a:pt x="484838" y="2334045"/>
                </a:cubicBezTo>
                <a:cubicBezTo>
                  <a:pt x="479314" y="2295754"/>
                  <a:pt x="493220" y="2260891"/>
                  <a:pt x="513795" y="2228315"/>
                </a:cubicBezTo>
                <a:cubicBezTo>
                  <a:pt x="521225" y="2216693"/>
                  <a:pt x="525415" y="2202405"/>
                  <a:pt x="529035" y="2188880"/>
                </a:cubicBezTo>
                <a:cubicBezTo>
                  <a:pt x="537418" y="2157637"/>
                  <a:pt x="544848" y="2126202"/>
                  <a:pt x="551706" y="2094579"/>
                </a:cubicBezTo>
                <a:cubicBezTo>
                  <a:pt x="557420" y="2068670"/>
                  <a:pt x="561612" y="2042571"/>
                  <a:pt x="566565" y="2016470"/>
                </a:cubicBezTo>
                <a:cubicBezTo>
                  <a:pt x="571899" y="1987895"/>
                  <a:pt x="584283" y="1965225"/>
                  <a:pt x="613048" y="1953414"/>
                </a:cubicBezTo>
                <a:cubicBezTo>
                  <a:pt x="622192" y="1949604"/>
                  <a:pt x="629433" y="1940460"/>
                  <a:pt x="637053" y="1933220"/>
                </a:cubicBezTo>
                <a:cubicBezTo>
                  <a:pt x="642577" y="1928077"/>
                  <a:pt x="646769" y="1921217"/>
                  <a:pt x="652483" y="1916455"/>
                </a:cubicBezTo>
                <a:cubicBezTo>
                  <a:pt x="682584" y="1891498"/>
                  <a:pt x="712873" y="1866923"/>
                  <a:pt x="742974" y="1842159"/>
                </a:cubicBezTo>
                <a:cubicBezTo>
                  <a:pt x="745832" y="1839680"/>
                  <a:pt x="749261" y="1837014"/>
                  <a:pt x="750595" y="1833776"/>
                </a:cubicBezTo>
                <a:cubicBezTo>
                  <a:pt x="764501" y="1800247"/>
                  <a:pt x="777645" y="1766336"/>
                  <a:pt x="792316" y="1733189"/>
                </a:cubicBezTo>
                <a:cubicBezTo>
                  <a:pt x="798030" y="1720424"/>
                  <a:pt x="805078" y="1707280"/>
                  <a:pt x="814985" y="1697754"/>
                </a:cubicBezTo>
                <a:cubicBezTo>
                  <a:pt x="837465" y="1676037"/>
                  <a:pt x="861850" y="1656224"/>
                  <a:pt x="871566" y="1624981"/>
                </a:cubicBezTo>
                <a:cubicBezTo>
                  <a:pt x="874423" y="1615837"/>
                  <a:pt x="875948" y="1604979"/>
                  <a:pt x="873471" y="1596214"/>
                </a:cubicBezTo>
                <a:close/>
                <a:moveTo>
                  <a:pt x="820975" y="1453958"/>
                </a:moveTo>
                <a:lnTo>
                  <a:pt x="826772" y="1459073"/>
                </a:lnTo>
                <a:lnTo>
                  <a:pt x="835990" y="1481572"/>
                </a:lnTo>
                <a:lnTo>
                  <a:pt x="826773" y="1459074"/>
                </a:lnTo>
                <a:lnTo>
                  <a:pt x="826772" y="1459073"/>
                </a:lnTo>
                <a:lnTo>
                  <a:pt x="826772" y="1459073"/>
                </a:lnTo>
                <a:close/>
                <a:moveTo>
                  <a:pt x="807579" y="1268758"/>
                </a:moveTo>
                <a:lnTo>
                  <a:pt x="802412" y="1286069"/>
                </a:lnTo>
                <a:cubicBezTo>
                  <a:pt x="787838" y="1306930"/>
                  <a:pt x="781599" y="1328552"/>
                  <a:pt x="780074" y="1350627"/>
                </a:cubicBezTo>
                <a:lnTo>
                  <a:pt x="785669" y="1413840"/>
                </a:lnTo>
                <a:lnTo>
                  <a:pt x="780075" y="1350628"/>
                </a:lnTo>
                <a:cubicBezTo>
                  <a:pt x="781599" y="1328553"/>
                  <a:pt x="787839" y="1306930"/>
                  <a:pt x="802412" y="1286070"/>
                </a:cubicBezTo>
                <a:cubicBezTo>
                  <a:pt x="805555" y="1281689"/>
                  <a:pt x="807127" y="1275402"/>
                  <a:pt x="807579" y="1268758"/>
                </a:cubicBezTo>
                <a:close/>
                <a:moveTo>
                  <a:pt x="865850" y="773035"/>
                </a:moveTo>
                <a:lnTo>
                  <a:pt x="857850" y="854379"/>
                </a:lnTo>
                <a:cubicBezTo>
                  <a:pt x="855564" y="878956"/>
                  <a:pt x="854802" y="903722"/>
                  <a:pt x="826796" y="915343"/>
                </a:cubicBezTo>
                <a:cubicBezTo>
                  <a:pt x="822414" y="917059"/>
                  <a:pt x="819176" y="922773"/>
                  <a:pt x="816318" y="927155"/>
                </a:cubicBezTo>
                <a:cubicBezTo>
                  <a:pt x="772310" y="994785"/>
                  <a:pt x="773454" y="1030980"/>
                  <a:pt x="819938" y="1097087"/>
                </a:cubicBezTo>
                <a:cubicBezTo>
                  <a:pt x="824700" y="1103945"/>
                  <a:pt x="828130" y="1118613"/>
                  <a:pt x="824320" y="1123185"/>
                </a:cubicBezTo>
                <a:cubicBezTo>
                  <a:pt x="808508" y="1142617"/>
                  <a:pt x="801460" y="1162954"/>
                  <a:pt x="799602" y="1184029"/>
                </a:cubicBezTo>
                <a:cubicBezTo>
                  <a:pt x="801460" y="1162954"/>
                  <a:pt x="808509" y="1142618"/>
                  <a:pt x="824321" y="1123186"/>
                </a:cubicBezTo>
                <a:cubicBezTo>
                  <a:pt x="828131" y="1118614"/>
                  <a:pt x="824701" y="1103946"/>
                  <a:pt x="819939" y="1097088"/>
                </a:cubicBezTo>
                <a:cubicBezTo>
                  <a:pt x="773455" y="1030981"/>
                  <a:pt x="772311" y="994786"/>
                  <a:pt x="816319" y="927156"/>
                </a:cubicBezTo>
                <a:cubicBezTo>
                  <a:pt x="819177" y="922774"/>
                  <a:pt x="822415" y="917060"/>
                  <a:pt x="826797" y="915344"/>
                </a:cubicBezTo>
                <a:cubicBezTo>
                  <a:pt x="854802" y="903723"/>
                  <a:pt x="855564" y="878957"/>
                  <a:pt x="857850" y="854380"/>
                </a:cubicBezTo>
                <a:cubicBezTo>
                  <a:pt x="860326" y="827330"/>
                  <a:pt x="863564" y="800277"/>
                  <a:pt x="865850" y="773036"/>
                </a:cubicBezTo>
                <a:close/>
                <a:moveTo>
                  <a:pt x="810449" y="517851"/>
                </a:moveTo>
                <a:lnTo>
                  <a:pt x="819366" y="556047"/>
                </a:lnTo>
                <a:cubicBezTo>
                  <a:pt x="821462" y="564048"/>
                  <a:pt x="826986" y="572622"/>
                  <a:pt x="825844" y="580050"/>
                </a:cubicBezTo>
                <a:cubicBezTo>
                  <a:pt x="822510" y="601578"/>
                  <a:pt x="824939" y="622201"/>
                  <a:pt x="829225" y="642537"/>
                </a:cubicBezTo>
                <a:lnTo>
                  <a:pt x="841749" y="694928"/>
                </a:lnTo>
                <a:lnTo>
                  <a:pt x="829226" y="642538"/>
                </a:lnTo>
                <a:cubicBezTo>
                  <a:pt x="824940" y="622201"/>
                  <a:pt x="822511" y="601579"/>
                  <a:pt x="825845" y="580051"/>
                </a:cubicBezTo>
                <a:cubicBezTo>
                  <a:pt x="826987" y="572623"/>
                  <a:pt x="821463" y="564049"/>
                  <a:pt x="819367" y="556048"/>
                </a:cubicBezTo>
                <a:close/>
                <a:moveTo>
                  <a:pt x="797154" y="298169"/>
                </a:moveTo>
                <a:lnTo>
                  <a:pt x="811936" y="313533"/>
                </a:lnTo>
                <a:cubicBezTo>
                  <a:pt x="816128" y="316389"/>
                  <a:pt x="813842" y="330298"/>
                  <a:pt x="812508" y="338870"/>
                </a:cubicBezTo>
                <a:cubicBezTo>
                  <a:pt x="809650" y="357921"/>
                  <a:pt x="802412" y="376781"/>
                  <a:pt x="802602" y="395640"/>
                </a:cubicBezTo>
                <a:lnTo>
                  <a:pt x="806412" y="367328"/>
                </a:lnTo>
                <a:cubicBezTo>
                  <a:pt x="808555" y="357874"/>
                  <a:pt x="811080" y="348396"/>
                  <a:pt x="812509" y="338871"/>
                </a:cubicBezTo>
                <a:cubicBezTo>
                  <a:pt x="813843" y="330299"/>
                  <a:pt x="816129" y="316390"/>
                  <a:pt x="811937" y="313534"/>
                </a:cubicBezTo>
                <a:close/>
                <a:moveTo>
                  <a:pt x="789609" y="281568"/>
                </a:moveTo>
                <a:lnTo>
                  <a:pt x="794503" y="295415"/>
                </a:lnTo>
                <a:lnTo>
                  <a:pt x="794504" y="295415"/>
                </a:lnTo>
                <a:close/>
                <a:moveTo>
                  <a:pt x="802929" y="24486"/>
                </a:moveTo>
                <a:lnTo>
                  <a:pt x="805191" y="74129"/>
                </a:lnTo>
                <a:cubicBezTo>
                  <a:pt x="803807" y="100174"/>
                  <a:pt x="799302" y="125876"/>
                  <a:pt x="795072" y="151569"/>
                </a:cubicBezTo>
                <a:lnTo>
                  <a:pt x="794873" y="153388"/>
                </a:lnTo>
                <a:lnTo>
                  <a:pt x="791059" y="177271"/>
                </a:lnTo>
                <a:lnTo>
                  <a:pt x="786600" y="228944"/>
                </a:lnTo>
                <a:lnTo>
                  <a:pt x="786600" y="228948"/>
                </a:lnTo>
                <a:lnTo>
                  <a:pt x="786600" y="228949"/>
                </a:lnTo>
                <a:lnTo>
                  <a:pt x="786600" y="228944"/>
                </a:lnTo>
                <a:lnTo>
                  <a:pt x="794873" y="153388"/>
                </a:lnTo>
                <a:lnTo>
                  <a:pt x="799269" y="125861"/>
                </a:lnTo>
                <a:cubicBezTo>
                  <a:pt x="801959" y="108703"/>
                  <a:pt x="804269" y="91492"/>
                  <a:pt x="805192" y="74129"/>
                </a:cubicBezTo>
                <a:close/>
                <a:moveTo>
                  <a:pt x="341402" y="0"/>
                </a:moveTo>
                <a:lnTo>
                  <a:pt x="805510" y="0"/>
                </a:lnTo>
                <a:lnTo>
                  <a:pt x="802792" y="21486"/>
                </a:lnTo>
                <a:lnTo>
                  <a:pt x="805510" y="1"/>
                </a:lnTo>
                <a:lnTo>
                  <a:pt x="4572002" y="2"/>
                </a:lnTo>
                <a:lnTo>
                  <a:pt x="4572002" y="6858002"/>
                </a:lnTo>
                <a:lnTo>
                  <a:pt x="312449" y="6858002"/>
                </a:lnTo>
                <a:lnTo>
                  <a:pt x="312449" y="6858001"/>
                </a:lnTo>
                <a:lnTo>
                  <a:pt x="312449" y="6858001"/>
                </a:lnTo>
                <a:lnTo>
                  <a:pt x="306286" y="6812064"/>
                </a:lnTo>
                <a:lnTo>
                  <a:pt x="311060" y="6776800"/>
                </a:lnTo>
                <a:cubicBezTo>
                  <a:pt x="314156" y="6765164"/>
                  <a:pt x="318906" y="6753698"/>
                  <a:pt x="325764" y="6742553"/>
                </a:cubicBezTo>
                <a:cubicBezTo>
                  <a:pt x="334052" y="6729219"/>
                  <a:pt x="339196" y="6716169"/>
                  <a:pt x="339600" y="6702977"/>
                </a:cubicBezTo>
                <a:lnTo>
                  <a:pt x="339600" y="6702976"/>
                </a:lnTo>
                <a:lnTo>
                  <a:pt x="339600" y="6702976"/>
                </a:lnTo>
                <a:cubicBezTo>
                  <a:pt x="340005" y="6689783"/>
                  <a:pt x="335671" y="6676448"/>
                  <a:pt x="325002" y="6662541"/>
                </a:cubicBezTo>
                <a:cubicBezTo>
                  <a:pt x="321335" y="6657826"/>
                  <a:pt x="319038" y="6651967"/>
                  <a:pt x="317919" y="6645552"/>
                </a:cubicBezTo>
                <a:lnTo>
                  <a:pt x="317907" y="6625225"/>
                </a:lnTo>
                <a:lnTo>
                  <a:pt x="334529" y="6588626"/>
                </a:lnTo>
                <a:cubicBezTo>
                  <a:pt x="340625" y="6582147"/>
                  <a:pt x="346721" y="6575479"/>
                  <a:pt x="357008" y="6564621"/>
                </a:cubicBezTo>
                <a:lnTo>
                  <a:pt x="357008" y="6564620"/>
                </a:lnTo>
                <a:lnTo>
                  <a:pt x="334529" y="6588625"/>
                </a:lnTo>
                <a:cubicBezTo>
                  <a:pt x="326052" y="6597578"/>
                  <a:pt x="320003" y="6611342"/>
                  <a:pt x="317907" y="6625224"/>
                </a:cubicBezTo>
                <a:lnTo>
                  <a:pt x="317907" y="6625225"/>
                </a:lnTo>
                <a:lnTo>
                  <a:pt x="317907" y="6625225"/>
                </a:lnTo>
                <a:cubicBezTo>
                  <a:pt x="315811" y="6639108"/>
                  <a:pt x="317668" y="6653111"/>
                  <a:pt x="325002" y="6662542"/>
                </a:cubicBezTo>
                <a:cubicBezTo>
                  <a:pt x="330337" y="6669496"/>
                  <a:pt x="334087" y="6676306"/>
                  <a:pt x="336454" y="6683027"/>
                </a:cubicBezTo>
                <a:lnTo>
                  <a:pt x="339600" y="6702976"/>
                </a:lnTo>
                <a:lnTo>
                  <a:pt x="325764" y="6742552"/>
                </a:lnTo>
                <a:cubicBezTo>
                  <a:pt x="312048" y="6764841"/>
                  <a:pt x="306762" y="6788417"/>
                  <a:pt x="306286" y="6812063"/>
                </a:cubicBezTo>
                <a:lnTo>
                  <a:pt x="306286" y="6812064"/>
                </a:lnTo>
                <a:lnTo>
                  <a:pt x="306286" y="6812064"/>
                </a:lnTo>
                <a:lnTo>
                  <a:pt x="312449" y="6858001"/>
                </a:lnTo>
                <a:lnTo>
                  <a:pt x="140196" y="6858001"/>
                </a:lnTo>
                <a:lnTo>
                  <a:pt x="130496" y="6815516"/>
                </a:lnTo>
                <a:cubicBezTo>
                  <a:pt x="124972" y="6793035"/>
                  <a:pt x="115065" y="6771319"/>
                  <a:pt x="111445" y="6748458"/>
                </a:cubicBezTo>
                <a:cubicBezTo>
                  <a:pt x="102873" y="6694164"/>
                  <a:pt x="96777" y="6639488"/>
                  <a:pt x="89919" y="6584812"/>
                </a:cubicBezTo>
                <a:cubicBezTo>
                  <a:pt x="82870" y="6528424"/>
                  <a:pt x="75440" y="6472225"/>
                  <a:pt x="69154" y="6415833"/>
                </a:cubicBezTo>
                <a:cubicBezTo>
                  <a:pt x="65914" y="6384972"/>
                  <a:pt x="65344" y="6353919"/>
                  <a:pt x="62296" y="6323058"/>
                </a:cubicBezTo>
                <a:cubicBezTo>
                  <a:pt x="59628" y="6296005"/>
                  <a:pt x="54675" y="6269144"/>
                  <a:pt x="51435" y="6242093"/>
                </a:cubicBezTo>
                <a:cubicBezTo>
                  <a:pt x="48769" y="6218660"/>
                  <a:pt x="47245" y="6195037"/>
                  <a:pt x="44577" y="6171605"/>
                </a:cubicBezTo>
                <a:cubicBezTo>
                  <a:pt x="40197" y="6134075"/>
                  <a:pt x="35243" y="6096736"/>
                  <a:pt x="30671" y="6059397"/>
                </a:cubicBezTo>
                <a:cubicBezTo>
                  <a:pt x="28957" y="6043776"/>
                  <a:pt x="24194" y="6027392"/>
                  <a:pt x="27051" y="6012723"/>
                </a:cubicBezTo>
                <a:cubicBezTo>
                  <a:pt x="34291" y="5975764"/>
                  <a:pt x="32195" y="5939377"/>
                  <a:pt x="27243" y="5902610"/>
                </a:cubicBezTo>
                <a:cubicBezTo>
                  <a:pt x="25526" y="5890037"/>
                  <a:pt x="25908" y="5876511"/>
                  <a:pt x="29147" y="5864318"/>
                </a:cubicBezTo>
                <a:cubicBezTo>
                  <a:pt x="35625" y="5839361"/>
                  <a:pt x="44769" y="5815169"/>
                  <a:pt x="52769" y="5790592"/>
                </a:cubicBezTo>
                <a:cubicBezTo>
                  <a:pt x="53721" y="5787924"/>
                  <a:pt x="53913" y="5784686"/>
                  <a:pt x="54483" y="5781830"/>
                </a:cubicBezTo>
                <a:cubicBezTo>
                  <a:pt x="57724" y="5765635"/>
                  <a:pt x="60962" y="5749634"/>
                  <a:pt x="63820" y="5733440"/>
                </a:cubicBezTo>
                <a:cubicBezTo>
                  <a:pt x="65344" y="5724678"/>
                  <a:pt x="65534" y="5715723"/>
                  <a:pt x="66868" y="5706959"/>
                </a:cubicBezTo>
                <a:cubicBezTo>
                  <a:pt x="72202" y="5673050"/>
                  <a:pt x="63248" y="5635711"/>
                  <a:pt x="86299" y="5606372"/>
                </a:cubicBezTo>
                <a:cubicBezTo>
                  <a:pt x="101159" y="5587321"/>
                  <a:pt x="97729" y="5568842"/>
                  <a:pt x="95443" y="5548460"/>
                </a:cubicBezTo>
                <a:cubicBezTo>
                  <a:pt x="93729" y="5533027"/>
                  <a:pt x="94301" y="5517215"/>
                  <a:pt x="94109" y="5501594"/>
                </a:cubicBezTo>
                <a:cubicBezTo>
                  <a:pt x="93539" y="5474161"/>
                  <a:pt x="93347" y="5446728"/>
                  <a:pt x="92395" y="5419295"/>
                </a:cubicBezTo>
                <a:cubicBezTo>
                  <a:pt x="92015" y="5410531"/>
                  <a:pt x="87251" y="5401579"/>
                  <a:pt x="88013" y="5393005"/>
                </a:cubicBezTo>
                <a:cubicBezTo>
                  <a:pt x="91633" y="5353379"/>
                  <a:pt x="97349" y="5313754"/>
                  <a:pt x="100587" y="5274129"/>
                </a:cubicBezTo>
                <a:cubicBezTo>
                  <a:pt x="102491" y="5251650"/>
                  <a:pt x="98873" y="5228597"/>
                  <a:pt x="101539" y="5206308"/>
                </a:cubicBezTo>
                <a:cubicBezTo>
                  <a:pt x="104587" y="5180591"/>
                  <a:pt x="112397" y="5155445"/>
                  <a:pt x="117162" y="5129916"/>
                </a:cubicBezTo>
                <a:cubicBezTo>
                  <a:pt x="118494" y="5122867"/>
                  <a:pt x="116780" y="5115057"/>
                  <a:pt x="116400" y="5107627"/>
                </a:cubicBezTo>
                <a:cubicBezTo>
                  <a:pt x="116017" y="5099245"/>
                  <a:pt x="115255" y="5091052"/>
                  <a:pt x="115065" y="5082670"/>
                </a:cubicBezTo>
                <a:cubicBezTo>
                  <a:pt x="114683" y="5057141"/>
                  <a:pt x="115255" y="5031614"/>
                  <a:pt x="113921" y="5006086"/>
                </a:cubicBezTo>
                <a:cubicBezTo>
                  <a:pt x="113159" y="4990465"/>
                  <a:pt x="105349" y="4974082"/>
                  <a:pt x="108207" y="4959602"/>
                </a:cubicBezTo>
                <a:cubicBezTo>
                  <a:pt x="113731" y="4930075"/>
                  <a:pt x="101349" y="4900546"/>
                  <a:pt x="111635" y="4871019"/>
                </a:cubicBezTo>
                <a:cubicBezTo>
                  <a:pt x="114683" y="4861873"/>
                  <a:pt x="107063" y="4849300"/>
                  <a:pt x="106683" y="4838250"/>
                </a:cubicBezTo>
                <a:cubicBezTo>
                  <a:pt x="105731" y="4810627"/>
                  <a:pt x="105921" y="4783004"/>
                  <a:pt x="106111" y="4755381"/>
                </a:cubicBezTo>
                <a:cubicBezTo>
                  <a:pt x="106301" y="4730614"/>
                  <a:pt x="103635" y="4704895"/>
                  <a:pt x="108969" y="4681083"/>
                </a:cubicBezTo>
                <a:cubicBezTo>
                  <a:pt x="114683" y="4656126"/>
                  <a:pt x="113921" y="4633647"/>
                  <a:pt x="107445" y="4609452"/>
                </a:cubicBezTo>
                <a:cubicBezTo>
                  <a:pt x="103063" y="4592878"/>
                  <a:pt x="102491" y="4575351"/>
                  <a:pt x="101159" y="4558207"/>
                </a:cubicBezTo>
                <a:cubicBezTo>
                  <a:pt x="99635" y="4539728"/>
                  <a:pt x="103635" y="4519343"/>
                  <a:pt x="97349" y="4502579"/>
                </a:cubicBezTo>
                <a:cubicBezTo>
                  <a:pt x="78678" y="4452665"/>
                  <a:pt x="74678" y="4401419"/>
                  <a:pt x="74678" y="4349222"/>
                </a:cubicBezTo>
                <a:cubicBezTo>
                  <a:pt x="74678" y="4339695"/>
                  <a:pt x="77344" y="4329979"/>
                  <a:pt x="80202" y="4320837"/>
                </a:cubicBezTo>
                <a:cubicBezTo>
                  <a:pt x="97349" y="4267493"/>
                  <a:pt x="95825" y="4213961"/>
                  <a:pt x="85346" y="4159667"/>
                </a:cubicBezTo>
                <a:cubicBezTo>
                  <a:pt x="83060" y="4148427"/>
                  <a:pt x="82678" y="4135854"/>
                  <a:pt x="84964" y="4124614"/>
                </a:cubicBezTo>
                <a:cubicBezTo>
                  <a:pt x="91633" y="4092989"/>
                  <a:pt x="102683" y="4062318"/>
                  <a:pt x="107445" y="4030503"/>
                </a:cubicBezTo>
                <a:cubicBezTo>
                  <a:pt x="115255" y="3977925"/>
                  <a:pt x="88967" y="3932394"/>
                  <a:pt x="71820" y="3885338"/>
                </a:cubicBezTo>
                <a:cubicBezTo>
                  <a:pt x="55627" y="3840569"/>
                  <a:pt x="19050" y="3802467"/>
                  <a:pt x="27243" y="3749506"/>
                </a:cubicBezTo>
                <a:cubicBezTo>
                  <a:pt x="28005" y="3744173"/>
                  <a:pt x="22860" y="3738267"/>
                  <a:pt x="21526" y="3732361"/>
                </a:cubicBezTo>
                <a:cubicBezTo>
                  <a:pt x="17906" y="3716168"/>
                  <a:pt x="13526" y="3699976"/>
                  <a:pt x="11810" y="3683591"/>
                </a:cubicBezTo>
                <a:cubicBezTo>
                  <a:pt x="9524" y="3663589"/>
                  <a:pt x="10286" y="3643204"/>
                  <a:pt x="8382" y="3623201"/>
                </a:cubicBezTo>
                <a:cubicBezTo>
                  <a:pt x="6096" y="3597482"/>
                  <a:pt x="0" y="3572146"/>
                  <a:pt x="0" y="3546617"/>
                </a:cubicBezTo>
                <a:cubicBezTo>
                  <a:pt x="0" y="3526042"/>
                  <a:pt x="7048" y="3505657"/>
                  <a:pt x="10478" y="3485275"/>
                </a:cubicBezTo>
                <a:cubicBezTo>
                  <a:pt x="15240" y="3456508"/>
                  <a:pt x="13906" y="3424883"/>
                  <a:pt x="26098" y="3399546"/>
                </a:cubicBezTo>
                <a:cubicBezTo>
                  <a:pt x="39053" y="3372495"/>
                  <a:pt x="44959" y="3346776"/>
                  <a:pt x="40959" y="3318771"/>
                </a:cubicBezTo>
                <a:cubicBezTo>
                  <a:pt x="39625" y="3309437"/>
                  <a:pt x="31623" y="3297434"/>
                  <a:pt x="23432" y="3293244"/>
                </a:cubicBezTo>
                <a:cubicBezTo>
                  <a:pt x="5144" y="3283908"/>
                  <a:pt x="1904" y="3271145"/>
                  <a:pt x="8192" y="3253809"/>
                </a:cubicBezTo>
                <a:cubicBezTo>
                  <a:pt x="13526" y="3238758"/>
                  <a:pt x="16192" y="3220280"/>
                  <a:pt x="26481" y="3209993"/>
                </a:cubicBezTo>
                <a:cubicBezTo>
                  <a:pt x="55627" y="3180844"/>
                  <a:pt x="56580" y="3143695"/>
                  <a:pt x="64390" y="3107500"/>
                </a:cubicBezTo>
                <a:cubicBezTo>
                  <a:pt x="69154" y="3085403"/>
                  <a:pt x="69344" y="3064827"/>
                  <a:pt x="66106" y="3042728"/>
                </a:cubicBezTo>
                <a:cubicBezTo>
                  <a:pt x="58866" y="2994722"/>
                  <a:pt x="69154" y="2948047"/>
                  <a:pt x="82298" y="2901943"/>
                </a:cubicBezTo>
                <a:cubicBezTo>
                  <a:pt x="91061" y="2871462"/>
                  <a:pt x="96395" y="2840219"/>
                  <a:pt x="105349" y="2809930"/>
                </a:cubicBezTo>
                <a:cubicBezTo>
                  <a:pt x="112207" y="2787259"/>
                  <a:pt x="120400" y="2764590"/>
                  <a:pt x="131448" y="2743826"/>
                </a:cubicBezTo>
                <a:cubicBezTo>
                  <a:pt x="147643" y="2713723"/>
                  <a:pt x="172027" y="2687436"/>
                  <a:pt x="165549" y="2649143"/>
                </a:cubicBezTo>
                <a:cubicBezTo>
                  <a:pt x="159835" y="2615421"/>
                  <a:pt x="171835" y="2584942"/>
                  <a:pt x="183266" y="2554079"/>
                </a:cubicBezTo>
                <a:cubicBezTo>
                  <a:pt x="191648" y="2531409"/>
                  <a:pt x="200222" y="2508742"/>
                  <a:pt x="205556" y="2485307"/>
                </a:cubicBezTo>
                <a:cubicBezTo>
                  <a:pt x="211843" y="2457492"/>
                  <a:pt x="209175" y="2426059"/>
                  <a:pt x="220797" y="2401292"/>
                </a:cubicBezTo>
                <a:cubicBezTo>
                  <a:pt x="232989" y="2375383"/>
                  <a:pt x="224797" y="2353859"/>
                  <a:pt x="221367" y="2330806"/>
                </a:cubicBezTo>
                <a:cubicBezTo>
                  <a:pt x="216033" y="2294039"/>
                  <a:pt x="206126" y="2257459"/>
                  <a:pt x="218701" y="2220312"/>
                </a:cubicBezTo>
                <a:cubicBezTo>
                  <a:pt x="233941" y="2175163"/>
                  <a:pt x="250324" y="2130393"/>
                  <a:pt x="264802" y="2085054"/>
                </a:cubicBezTo>
                <a:cubicBezTo>
                  <a:pt x="270329" y="2067525"/>
                  <a:pt x="272615" y="2048668"/>
                  <a:pt x="275091" y="2030378"/>
                </a:cubicBezTo>
                <a:cubicBezTo>
                  <a:pt x="277187" y="2013043"/>
                  <a:pt x="271853" y="1992279"/>
                  <a:pt x="279853" y="1978940"/>
                </a:cubicBezTo>
                <a:cubicBezTo>
                  <a:pt x="300428" y="1944649"/>
                  <a:pt x="310524" y="1909408"/>
                  <a:pt x="310524" y="1869780"/>
                </a:cubicBezTo>
                <a:cubicBezTo>
                  <a:pt x="310524" y="1854920"/>
                  <a:pt x="319098" y="1840441"/>
                  <a:pt x="320622" y="1825393"/>
                </a:cubicBezTo>
                <a:cubicBezTo>
                  <a:pt x="322526" y="1804816"/>
                  <a:pt x="327671" y="1781194"/>
                  <a:pt x="320430" y="1763287"/>
                </a:cubicBezTo>
                <a:cubicBezTo>
                  <a:pt x="303286" y="1721185"/>
                  <a:pt x="317574" y="1687086"/>
                  <a:pt x="334529" y="1650317"/>
                </a:cubicBezTo>
                <a:cubicBezTo>
                  <a:pt x="351293" y="1614120"/>
                  <a:pt x="364628" y="1576019"/>
                  <a:pt x="375678" y="1537537"/>
                </a:cubicBezTo>
                <a:cubicBezTo>
                  <a:pt x="379678" y="1523059"/>
                  <a:pt x="373010" y="1505724"/>
                  <a:pt x="371678" y="1489720"/>
                </a:cubicBezTo>
                <a:cubicBezTo>
                  <a:pt x="371296" y="1484004"/>
                  <a:pt x="370724" y="1477717"/>
                  <a:pt x="372630" y="1472575"/>
                </a:cubicBezTo>
                <a:cubicBezTo>
                  <a:pt x="390919" y="1422854"/>
                  <a:pt x="404825" y="1372368"/>
                  <a:pt x="395301" y="1318456"/>
                </a:cubicBezTo>
                <a:cubicBezTo>
                  <a:pt x="394347" y="1313504"/>
                  <a:pt x="396443" y="1307978"/>
                  <a:pt x="397777" y="1303024"/>
                </a:cubicBezTo>
                <a:cubicBezTo>
                  <a:pt x="404635" y="1278829"/>
                  <a:pt x="415493" y="1255206"/>
                  <a:pt x="417970" y="1230633"/>
                </a:cubicBezTo>
                <a:cubicBezTo>
                  <a:pt x="424066" y="1170051"/>
                  <a:pt x="426544" y="1109091"/>
                  <a:pt x="430544" y="1048125"/>
                </a:cubicBezTo>
                <a:cubicBezTo>
                  <a:pt x="430734" y="1044315"/>
                  <a:pt x="430734" y="1040315"/>
                  <a:pt x="432068" y="1036887"/>
                </a:cubicBezTo>
                <a:cubicBezTo>
                  <a:pt x="440260" y="1014406"/>
                  <a:pt x="437592" y="994785"/>
                  <a:pt x="421972" y="975733"/>
                </a:cubicBezTo>
                <a:cubicBezTo>
                  <a:pt x="415113" y="967350"/>
                  <a:pt x="411493" y="955920"/>
                  <a:pt x="407683" y="945444"/>
                </a:cubicBezTo>
                <a:cubicBezTo>
                  <a:pt x="401967" y="930011"/>
                  <a:pt x="396443" y="914200"/>
                  <a:pt x="392823" y="898198"/>
                </a:cubicBezTo>
                <a:cubicBezTo>
                  <a:pt x="389395" y="882384"/>
                  <a:pt x="384632" y="865430"/>
                  <a:pt x="387299" y="850189"/>
                </a:cubicBezTo>
                <a:cubicBezTo>
                  <a:pt x="392061" y="822756"/>
                  <a:pt x="402729" y="796655"/>
                  <a:pt x="409779" y="769605"/>
                </a:cubicBezTo>
                <a:cubicBezTo>
                  <a:pt x="412255" y="760270"/>
                  <a:pt x="411873" y="749982"/>
                  <a:pt x="412065" y="740268"/>
                </a:cubicBezTo>
                <a:cubicBezTo>
                  <a:pt x="412635" y="717977"/>
                  <a:pt x="407111" y="695116"/>
                  <a:pt x="422924" y="674923"/>
                </a:cubicBezTo>
                <a:cubicBezTo>
                  <a:pt x="437782" y="656255"/>
                  <a:pt x="433402" y="637392"/>
                  <a:pt x="422162" y="617772"/>
                </a:cubicBezTo>
                <a:cubicBezTo>
                  <a:pt x="414159" y="603673"/>
                  <a:pt x="407873" y="587672"/>
                  <a:pt x="404825" y="571860"/>
                </a:cubicBezTo>
                <a:cubicBezTo>
                  <a:pt x="400635" y="550141"/>
                  <a:pt x="398919" y="528615"/>
                  <a:pt x="401397" y="505182"/>
                </a:cubicBezTo>
                <a:cubicBezTo>
                  <a:pt x="403111" y="488607"/>
                  <a:pt x="403873" y="475081"/>
                  <a:pt x="413969" y="462126"/>
                </a:cubicBezTo>
                <a:cubicBezTo>
                  <a:pt x="415493" y="460032"/>
                  <a:pt x="415875" y="456222"/>
                  <a:pt x="415683" y="453364"/>
                </a:cubicBezTo>
                <a:cubicBezTo>
                  <a:pt x="412445" y="415835"/>
                  <a:pt x="414159" y="378686"/>
                  <a:pt x="416448" y="340774"/>
                </a:cubicBezTo>
                <a:cubicBezTo>
                  <a:pt x="419494" y="292579"/>
                  <a:pt x="410541" y="241901"/>
                  <a:pt x="378536" y="200182"/>
                </a:cubicBezTo>
                <a:cubicBezTo>
                  <a:pt x="373772" y="194085"/>
                  <a:pt x="371678" y="184941"/>
                  <a:pt x="370534" y="176939"/>
                </a:cubicBezTo>
                <a:cubicBezTo>
                  <a:pt x="365582" y="139219"/>
                  <a:pt x="362152" y="101308"/>
                  <a:pt x="356628" y="63587"/>
                </a:cubicBezTo>
                <a:cubicBezTo>
                  <a:pt x="353579" y="43012"/>
                  <a:pt x="350911" y="21486"/>
                  <a:pt x="342529" y="2817"/>
                </a:cubicBezTo>
                <a:close/>
              </a:path>
            </a:pathLst>
          </a:custGeom>
          <a:effectLst>
            <a:outerShdw blurRad="381000" dist="152400" dir="10800000" algn="r" rotWithShape="0">
              <a:prstClr val="black">
                <a:alpha val="10000"/>
              </a:prstClr>
            </a:outerShdw>
          </a:effectLst>
        </p:spPr>
      </p:pic>
      <p:sp>
        <p:nvSpPr>
          <p:cNvPr id="11" name="Freeform: Shape 10">
            <a:extLst>
              <a:ext uri="{FF2B5EF4-FFF2-40B4-BE49-F238E27FC236}">
                <a16:creationId xmlns:a16="http://schemas.microsoft.com/office/drawing/2014/main" id="{D891F8D6-850A-4554-AF0F-FC18D0F9D5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628358" y="2991643"/>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D2BD1E27-515D-BA4E-8C0E-473DC7B83EAF}"/>
              </a:ext>
            </a:extLst>
          </p:cNvPr>
          <p:cNvSpPr>
            <a:spLocks noGrp="1"/>
          </p:cNvSpPr>
          <p:nvPr>
            <p:ph idx="1"/>
          </p:nvPr>
        </p:nvSpPr>
        <p:spPr>
          <a:xfrm>
            <a:off x="762001" y="3047999"/>
            <a:ext cx="6095998" cy="3048001"/>
          </a:xfrm>
        </p:spPr>
        <p:txBody>
          <a:bodyPr>
            <a:normAutofit/>
          </a:bodyPr>
          <a:lstStyle/>
          <a:p>
            <a:r>
              <a:rPr lang="en-US" sz="2400"/>
              <a:t>Reaching zero indigenous cases is not the final step.</a:t>
            </a:r>
          </a:p>
          <a:p>
            <a:r>
              <a:rPr lang="en-US" sz="2400"/>
              <a:t>Systems must continue to detect imported cases, respond to foci, and maintain entomological and epidemiological vigilance.</a:t>
            </a:r>
          </a:p>
          <a:p>
            <a:r>
              <a:rPr lang="en-US" sz="2400"/>
              <a:t>Category 0 districts require continued action to remain malaria-free.</a:t>
            </a:r>
          </a:p>
          <a:p>
            <a:endParaRPr lang="en-US" sz="2400"/>
          </a:p>
        </p:txBody>
      </p:sp>
      <p:sp>
        <p:nvSpPr>
          <p:cNvPr id="13" name="Freeform: Shape 12">
            <a:extLst>
              <a:ext uri="{FF2B5EF4-FFF2-40B4-BE49-F238E27FC236}">
                <a16:creationId xmlns:a16="http://schemas.microsoft.com/office/drawing/2014/main" id="{801843F1-9A50-4D34-96E0-A5E4E74438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628358" y="2991645"/>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3910467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A9FEAAE4-608F-4DE6-97B4-51573869A3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5062873" cy="6858003"/>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tx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3">
            <a:extLst>
              <a:ext uri="{FF2B5EF4-FFF2-40B4-BE49-F238E27FC236}">
                <a16:creationId xmlns:a16="http://schemas.microsoft.com/office/drawing/2014/main" id="{C01EDF40-C10D-8CBF-B16C-2448F0BFF3F3}"/>
              </a:ext>
            </a:extLst>
          </p:cNvPr>
          <p:cNvSpPr>
            <a:spLocks noGrp="1"/>
          </p:cNvSpPr>
          <p:nvPr>
            <p:ph type="title"/>
          </p:nvPr>
        </p:nvSpPr>
        <p:spPr>
          <a:xfrm>
            <a:off x="686635" y="1143000"/>
            <a:ext cx="3285045" cy="4572000"/>
          </a:xfrm>
        </p:spPr>
        <p:txBody>
          <a:bodyPr anchor="ctr">
            <a:normAutofit/>
          </a:bodyPr>
          <a:lstStyle/>
          <a:p>
            <a:pPr algn="r"/>
            <a:r>
              <a:rPr lang="en-US" b="1" dirty="0"/>
              <a:t>Malaria elimination is no longer only about treating a fever.</a:t>
            </a:r>
            <a:endParaRPr lang="en-US"/>
          </a:p>
        </p:txBody>
      </p:sp>
      <p:grpSp>
        <p:nvGrpSpPr>
          <p:cNvPr id="16" name="Group 15">
            <a:extLst>
              <a:ext uri="{FF2B5EF4-FFF2-40B4-BE49-F238E27FC236}">
                <a16:creationId xmlns:a16="http://schemas.microsoft.com/office/drawing/2014/main" id="{1C03C1F1-33AC-4C16-AD56-DD6382C3696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508320" y="-1"/>
            <a:ext cx="548640" cy="6858001"/>
            <a:chOff x="3697284" y="-1"/>
            <a:chExt cx="884241" cy="6858001"/>
          </a:xfrm>
          <a:effectLst>
            <a:outerShdw blurRad="381000" dist="152400" algn="l" rotWithShape="0">
              <a:prstClr val="black">
                <a:alpha val="10000"/>
              </a:prstClr>
            </a:outerShdw>
          </a:effectLst>
        </p:grpSpPr>
        <p:sp>
          <p:nvSpPr>
            <p:cNvPr id="17" name="Freeform: Shape 16">
              <a:extLst>
                <a:ext uri="{FF2B5EF4-FFF2-40B4-BE49-F238E27FC236}">
                  <a16:creationId xmlns:a16="http://schemas.microsoft.com/office/drawing/2014/main" id="{D66E751B-0173-4DAE-BDFD-D5855E48F6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D24F58DB-B3B0-4265-8312-8233702627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blipFill dpi="0" rotWithShape="1">
              <a:blip r:embed="rId2">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5" name="Content Placeholder 6">
            <a:extLst>
              <a:ext uri="{FF2B5EF4-FFF2-40B4-BE49-F238E27FC236}">
                <a16:creationId xmlns:a16="http://schemas.microsoft.com/office/drawing/2014/main" id="{2DB9532F-94F3-1E9E-6A6C-F848D3F3F31C}"/>
              </a:ext>
            </a:extLst>
          </p:cNvPr>
          <p:cNvSpPr>
            <a:spLocks noGrp="1"/>
          </p:cNvSpPr>
          <p:nvPr>
            <p:ph idx="1"/>
          </p:nvPr>
        </p:nvSpPr>
        <p:spPr>
          <a:xfrm>
            <a:off x="5749369" y="1143000"/>
            <a:ext cx="5876395" cy="4572000"/>
          </a:xfrm>
        </p:spPr>
        <p:txBody>
          <a:bodyPr anchor="ctr">
            <a:normAutofit/>
          </a:bodyPr>
          <a:lstStyle/>
          <a:p>
            <a:r>
              <a:rPr lang="en-US"/>
              <a:t>It is about finding every infection, understanding every focus, controlling every vector opportunity, and sustaining the system until transmission stops.</a:t>
            </a:r>
          </a:p>
          <a:p>
            <a:endParaRPr lang="en-US"/>
          </a:p>
          <a:p>
            <a:r>
              <a:rPr lang="en-US" b="1"/>
              <a:t>India’s operational target: zero indigenous malaria cases by 2027.</a:t>
            </a:r>
            <a:endParaRPr lang="en-US"/>
          </a:p>
        </p:txBody>
      </p:sp>
    </p:spTree>
    <p:extLst>
      <p:ext uri="{BB962C8B-B14F-4D97-AF65-F5344CB8AC3E}">
        <p14:creationId xmlns:p14="http://schemas.microsoft.com/office/powerpoint/2010/main" val="35078150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Freeform: Shape 6">
            <a:extLst>
              <a:ext uri="{FF2B5EF4-FFF2-40B4-BE49-F238E27FC236}">
                <a16:creationId xmlns:a16="http://schemas.microsoft.com/office/drawing/2014/main" id="{C5486FEF-95C5-433A-8B8C-9C07A3C388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099082"/>
          </a:xfrm>
          <a:custGeom>
            <a:avLst/>
            <a:gdLst>
              <a:gd name="connsiteX0" fmla="*/ 7230262 w 12192000"/>
              <a:gd name="connsiteY0" fmla="*/ 5906862 h 6099082"/>
              <a:gd name="connsiteX1" fmla="*/ 7197115 w 12192000"/>
              <a:gd name="connsiteY1" fmla="*/ 5913338 h 6099082"/>
              <a:gd name="connsiteX2" fmla="*/ 7214545 w 12192000"/>
              <a:gd name="connsiteY2" fmla="*/ 5911744 h 6099082"/>
              <a:gd name="connsiteX3" fmla="*/ 7230262 w 12192000"/>
              <a:gd name="connsiteY3" fmla="*/ 5906862 h 6099082"/>
              <a:gd name="connsiteX4" fmla="*/ 7009120 w 12192000"/>
              <a:gd name="connsiteY4" fmla="*/ 5850263 h 6099082"/>
              <a:gd name="connsiteX5" fmla="*/ 7021563 w 12192000"/>
              <a:gd name="connsiteY5" fmla="*/ 5861355 h 6099082"/>
              <a:gd name="connsiteX6" fmla="*/ 7021563 w 12192000"/>
              <a:gd name="connsiteY6" fmla="*/ 5861354 h 6099082"/>
              <a:gd name="connsiteX7" fmla="*/ 7768443 w 12192000"/>
              <a:gd name="connsiteY7" fmla="*/ 5742074 h 6099082"/>
              <a:gd name="connsiteX8" fmla="*/ 7768443 w 12192000"/>
              <a:gd name="connsiteY8" fmla="*/ 5742075 h 6099082"/>
              <a:gd name="connsiteX9" fmla="*/ 7792447 w 12192000"/>
              <a:gd name="connsiteY9" fmla="*/ 5764553 h 6099082"/>
              <a:gd name="connsiteX10" fmla="*/ 7768443 w 12192000"/>
              <a:gd name="connsiteY10" fmla="*/ 5742074 h 6099082"/>
              <a:gd name="connsiteX11" fmla="*/ 4038748 w 12192000"/>
              <a:gd name="connsiteY11" fmla="*/ 5739955 h 6099082"/>
              <a:gd name="connsiteX12" fmla="*/ 4030517 w 12192000"/>
              <a:gd name="connsiteY12" fmla="*/ 5751599 h 6099082"/>
              <a:gd name="connsiteX13" fmla="*/ 4015609 w 12192000"/>
              <a:gd name="connsiteY13" fmla="*/ 5770450 h 6099082"/>
              <a:gd name="connsiteX14" fmla="*/ 3996845 w 12192000"/>
              <a:gd name="connsiteY14" fmla="*/ 5780104 h 6099082"/>
              <a:gd name="connsiteX15" fmla="*/ 4030518 w 12192000"/>
              <a:gd name="connsiteY15" fmla="*/ 5751599 h 6099082"/>
              <a:gd name="connsiteX16" fmla="*/ 6245343 w 12192000"/>
              <a:gd name="connsiteY16" fmla="*/ 5736549 h 6099082"/>
              <a:gd name="connsiteX17" fmla="*/ 6274406 w 12192000"/>
              <a:gd name="connsiteY17" fmla="*/ 5743345 h 6099082"/>
              <a:gd name="connsiteX18" fmla="*/ 6291246 w 12192000"/>
              <a:gd name="connsiteY18" fmla="*/ 5749662 h 6099082"/>
              <a:gd name="connsiteX19" fmla="*/ 6291385 w 12192000"/>
              <a:gd name="connsiteY19" fmla="*/ 5749714 h 6099082"/>
              <a:gd name="connsiteX20" fmla="*/ 6306284 w 12192000"/>
              <a:gd name="connsiteY20" fmla="*/ 5755552 h 6099082"/>
              <a:gd name="connsiteX21" fmla="*/ 6308075 w 12192000"/>
              <a:gd name="connsiteY21" fmla="*/ 5755968 h 6099082"/>
              <a:gd name="connsiteX22" fmla="*/ 6313854 w 12192000"/>
              <a:gd name="connsiteY22" fmla="*/ 5758133 h 6099082"/>
              <a:gd name="connsiteX23" fmla="*/ 6337047 w 12192000"/>
              <a:gd name="connsiteY23" fmla="*/ 5762696 h 6099082"/>
              <a:gd name="connsiteX24" fmla="*/ 6308075 w 12192000"/>
              <a:gd name="connsiteY24" fmla="*/ 5755968 h 6099082"/>
              <a:gd name="connsiteX25" fmla="*/ 6291385 w 12192000"/>
              <a:gd name="connsiteY25" fmla="*/ 5749714 h 6099082"/>
              <a:gd name="connsiteX26" fmla="*/ 6276197 w 12192000"/>
              <a:gd name="connsiteY26" fmla="*/ 5743764 h 6099082"/>
              <a:gd name="connsiteX27" fmla="*/ 6274406 w 12192000"/>
              <a:gd name="connsiteY27" fmla="*/ 5743345 h 6099082"/>
              <a:gd name="connsiteX28" fmla="*/ 6268612 w 12192000"/>
              <a:gd name="connsiteY28" fmla="*/ 5741171 h 6099082"/>
              <a:gd name="connsiteX29" fmla="*/ 6245343 w 12192000"/>
              <a:gd name="connsiteY29" fmla="*/ 5736549 h 6099082"/>
              <a:gd name="connsiteX30" fmla="*/ 3871824 w 12192000"/>
              <a:gd name="connsiteY30" fmla="*/ 5726642 h 6099082"/>
              <a:gd name="connsiteX31" fmla="*/ 3908498 w 12192000"/>
              <a:gd name="connsiteY31" fmla="*/ 5756123 h 6099082"/>
              <a:gd name="connsiteX32" fmla="*/ 3908984 w 12192000"/>
              <a:gd name="connsiteY32" fmla="*/ 5756350 h 6099082"/>
              <a:gd name="connsiteX33" fmla="*/ 3908498 w 12192000"/>
              <a:gd name="connsiteY33" fmla="*/ 5756123 h 6099082"/>
              <a:gd name="connsiteX34" fmla="*/ 3871824 w 12192000"/>
              <a:gd name="connsiteY34" fmla="*/ 5726642 h 6099082"/>
              <a:gd name="connsiteX35" fmla="*/ 6558837 w 12192000"/>
              <a:gd name="connsiteY35" fmla="*/ 5706717 h 6099082"/>
              <a:gd name="connsiteX36" fmla="*/ 6529984 w 12192000"/>
              <a:gd name="connsiteY36" fmla="*/ 5708163 h 6099082"/>
              <a:gd name="connsiteX37" fmla="*/ 6589207 w 12192000"/>
              <a:gd name="connsiteY37" fmla="*/ 5711593 h 6099082"/>
              <a:gd name="connsiteX38" fmla="*/ 6558837 w 12192000"/>
              <a:gd name="connsiteY38" fmla="*/ 5706717 h 6099082"/>
              <a:gd name="connsiteX39" fmla="*/ 4834454 w 12192000"/>
              <a:gd name="connsiteY39" fmla="*/ 5646059 h 6099082"/>
              <a:gd name="connsiteX40" fmla="*/ 4883985 w 12192000"/>
              <a:gd name="connsiteY40" fmla="*/ 5670301 h 6099082"/>
              <a:gd name="connsiteX41" fmla="*/ 4858238 w 12192000"/>
              <a:gd name="connsiteY41" fmla="*/ 5663787 h 6099082"/>
              <a:gd name="connsiteX42" fmla="*/ 4834454 w 12192000"/>
              <a:gd name="connsiteY42" fmla="*/ 5646059 h 6099082"/>
              <a:gd name="connsiteX43" fmla="*/ 5056443 w 12192000"/>
              <a:gd name="connsiteY43" fmla="*/ 5643725 h 6099082"/>
              <a:gd name="connsiteX44" fmla="*/ 5072588 w 12192000"/>
              <a:gd name="connsiteY44" fmla="*/ 5644505 h 6099082"/>
              <a:gd name="connsiteX45" fmla="*/ 5089161 w 12192000"/>
              <a:gd name="connsiteY45" fmla="*/ 5653107 h 6099082"/>
              <a:gd name="connsiteX46" fmla="*/ 5056443 w 12192000"/>
              <a:gd name="connsiteY46" fmla="*/ 5643725 h 6099082"/>
              <a:gd name="connsiteX47" fmla="*/ 739852 w 12192000"/>
              <a:gd name="connsiteY47" fmla="*/ 5343843 h 6099082"/>
              <a:gd name="connsiteX48" fmla="*/ 724278 w 12192000"/>
              <a:gd name="connsiteY48" fmla="*/ 5365062 h 6099082"/>
              <a:gd name="connsiteX49" fmla="*/ 708621 w 12192000"/>
              <a:gd name="connsiteY49" fmla="*/ 5381222 h 6099082"/>
              <a:gd name="connsiteX50" fmla="*/ 691439 w 12192000"/>
              <a:gd name="connsiteY50" fmla="*/ 5386697 h 6099082"/>
              <a:gd name="connsiteX51" fmla="*/ 708622 w 12192000"/>
              <a:gd name="connsiteY51" fmla="*/ 5381222 h 6099082"/>
              <a:gd name="connsiteX52" fmla="*/ 724279 w 12192000"/>
              <a:gd name="connsiteY52" fmla="*/ 5365062 h 6099082"/>
              <a:gd name="connsiteX53" fmla="*/ 739852 w 12192000"/>
              <a:gd name="connsiteY53" fmla="*/ 5343843 h 6099082"/>
              <a:gd name="connsiteX54" fmla="*/ 8934151 w 12192000"/>
              <a:gd name="connsiteY54" fmla="*/ 5275333 h 6099082"/>
              <a:gd name="connsiteX55" fmla="*/ 8954249 w 12192000"/>
              <a:gd name="connsiteY55" fmla="*/ 5290264 h 6099082"/>
              <a:gd name="connsiteX56" fmla="*/ 8962389 w 12192000"/>
              <a:gd name="connsiteY56" fmla="*/ 5293563 h 6099082"/>
              <a:gd name="connsiteX57" fmla="*/ 8954250 w 12192000"/>
              <a:gd name="connsiteY57" fmla="*/ 5290264 h 6099082"/>
              <a:gd name="connsiteX58" fmla="*/ 8934151 w 12192000"/>
              <a:gd name="connsiteY58" fmla="*/ 5275333 h 6099082"/>
              <a:gd name="connsiteX59" fmla="*/ 2314816 w 12192000"/>
              <a:gd name="connsiteY59" fmla="*/ 5273737 h 6099082"/>
              <a:gd name="connsiteX60" fmla="*/ 2300909 w 12192000"/>
              <a:gd name="connsiteY60" fmla="*/ 5279143 h 6099082"/>
              <a:gd name="connsiteX61" fmla="*/ 2216515 w 12192000"/>
              <a:gd name="connsiteY61" fmla="*/ 5314887 h 6099082"/>
              <a:gd name="connsiteX62" fmla="*/ 2300910 w 12192000"/>
              <a:gd name="connsiteY62" fmla="*/ 5279143 h 6099082"/>
              <a:gd name="connsiteX63" fmla="*/ 1916629 w 12192000"/>
              <a:gd name="connsiteY63" fmla="*/ 5252000 h 6099082"/>
              <a:gd name="connsiteX64" fmla="*/ 1907132 w 12192000"/>
              <a:gd name="connsiteY64" fmla="*/ 5255330 h 6099082"/>
              <a:gd name="connsiteX65" fmla="*/ 1866619 w 12192000"/>
              <a:gd name="connsiteY65" fmla="*/ 5265015 h 6099082"/>
              <a:gd name="connsiteX66" fmla="*/ 1907133 w 12192000"/>
              <a:gd name="connsiteY66" fmla="*/ 5255330 h 6099082"/>
              <a:gd name="connsiteX67" fmla="*/ 2058204 w 12192000"/>
              <a:gd name="connsiteY67" fmla="*/ 5241232 h 6099082"/>
              <a:gd name="connsiteX68" fmla="*/ 2108194 w 12192000"/>
              <a:gd name="connsiteY68" fmla="*/ 5255939 h 6099082"/>
              <a:gd name="connsiteX69" fmla="*/ 2058204 w 12192000"/>
              <a:gd name="connsiteY69" fmla="*/ 5241232 h 6099082"/>
              <a:gd name="connsiteX70" fmla="*/ 0 w 12192000"/>
              <a:gd name="connsiteY70" fmla="*/ 0 h 6099082"/>
              <a:gd name="connsiteX71" fmla="*/ 12191456 w 12192000"/>
              <a:gd name="connsiteY71" fmla="*/ 0 h 6099082"/>
              <a:gd name="connsiteX72" fmla="*/ 12191456 w 12192000"/>
              <a:gd name="connsiteY72" fmla="*/ 873938 h 6099082"/>
              <a:gd name="connsiteX73" fmla="*/ 12192000 w 12192000"/>
              <a:gd name="connsiteY73" fmla="*/ 873938 h 6099082"/>
              <a:gd name="connsiteX74" fmla="*/ 12192000 w 12192000"/>
              <a:gd name="connsiteY74" fmla="*/ 3249107 h 6099082"/>
              <a:gd name="connsiteX75" fmla="*/ 12192000 w 12192000"/>
              <a:gd name="connsiteY75" fmla="*/ 3283970 h 6099082"/>
              <a:gd name="connsiteX76" fmla="*/ 12192000 w 12192000"/>
              <a:gd name="connsiteY76" fmla="*/ 3681702 h 6099082"/>
              <a:gd name="connsiteX77" fmla="*/ 12160947 w 12192000"/>
              <a:gd name="connsiteY77" fmla="*/ 3710323 h 6099082"/>
              <a:gd name="connsiteX78" fmla="*/ 12026448 w 12192000"/>
              <a:gd name="connsiteY78" fmla="*/ 3770523 h 6099082"/>
              <a:gd name="connsiteX79" fmla="*/ 11986443 w 12192000"/>
              <a:gd name="connsiteY79" fmla="*/ 3786526 h 6099082"/>
              <a:gd name="connsiteX80" fmla="*/ 11821656 w 12192000"/>
              <a:gd name="connsiteY80" fmla="*/ 3889591 h 6099082"/>
              <a:gd name="connsiteX81" fmla="*/ 11672489 w 12192000"/>
              <a:gd name="connsiteY81" fmla="*/ 4017039 h 6099082"/>
              <a:gd name="connsiteX82" fmla="*/ 11562947 w 12192000"/>
              <a:gd name="connsiteY82" fmla="*/ 4168300 h 6099082"/>
              <a:gd name="connsiteX83" fmla="*/ 11532275 w 12192000"/>
              <a:gd name="connsiteY83" fmla="*/ 4204307 h 6099082"/>
              <a:gd name="connsiteX84" fmla="*/ 11448453 w 12192000"/>
              <a:gd name="connsiteY84" fmla="*/ 4249457 h 6099082"/>
              <a:gd name="connsiteX85" fmla="*/ 11374346 w 12192000"/>
              <a:gd name="connsiteY85" fmla="*/ 4283366 h 6099082"/>
              <a:gd name="connsiteX86" fmla="*/ 11320623 w 12192000"/>
              <a:gd name="connsiteY86" fmla="*/ 4320897 h 6099082"/>
              <a:gd name="connsiteX87" fmla="*/ 11275283 w 12192000"/>
              <a:gd name="connsiteY87" fmla="*/ 4355378 h 6099082"/>
              <a:gd name="connsiteX88" fmla="*/ 11172600 w 12192000"/>
              <a:gd name="connsiteY88" fmla="*/ 4444536 h 6099082"/>
              <a:gd name="connsiteX89" fmla="*/ 11058869 w 12192000"/>
              <a:gd name="connsiteY89" fmla="*/ 4519786 h 6099082"/>
              <a:gd name="connsiteX90" fmla="*/ 10967423 w 12192000"/>
              <a:gd name="connsiteY90" fmla="*/ 4611991 h 6099082"/>
              <a:gd name="connsiteX91" fmla="*/ 10929704 w 12192000"/>
              <a:gd name="connsiteY91" fmla="*/ 4661903 h 6099082"/>
              <a:gd name="connsiteX92" fmla="*/ 10850453 w 12192000"/>
              <a:gd name="connsiteY92" fmla="*/ 4696003 h 6099082"/>
              <a:gd name="connsiteX93" fmla="*/ 10764534 w 12192000"/>
              <a:gd name="connsiteY93" fmla="*/ 4749345 h 6099082"/>
              <a:gd name="connsiteX94" fmla="*/ 10703573 w 12192000"/>
              <a:gd name="connsiteY94" fmla="*/ 4802305 h 6099082"/>
              <a:gd name="connsiteX95" fmla="*/ 10656519 w 12192000"/>
              <a:gd name="connsiteY95" fmla="*/ 4837740 h 6099082"/>
              <a:gd name="connsiteX96" fmla="*/ 10590031 w 12192000"/>
              <a:gd name="connsiteY96" fmla="*/ 4873366 h 6099082"/>
              <a:gd name="connsiteX97" fmla="*/ 10523354 w 12192000"/>
              <a:gd name="connsiteY97" fmla="*/ 4920039 h 6099082"/>
              <a:gd name="connsiteX98" fmla="*/ 10490969 w 12192000"/>
              <a:gd name="connsiteY98" fmla="*/ 4948806 h 6099082"/>
              <a:gd name="connsiteX99" fmla="*/ 10428291 w 12192000"/>
              <a:gd name="connsiteY99" fmla="*/ 4996622 h 6099082"/>
              <a:gd name="connsiteX100" fmla="*/ 10363709 w 12192000"/>
              <a:gd name="connsiteY100" fmla="*/ 5041201 h 6099082"/>
              <a:gd name="connsiteX101" fmla="*/ 10242357 w 12192000"/>
              <a:gd name="connsiteY101" fmla="*/ 5092257 h 6099082"/>
              <a:gd name="connsiteX102" fmla="*/ 10131863 w 12192000"/>
              <a:gd name="connsiteY102" fmla="*/ 5167315 h 6099082"/>
              <a:gd name="connsiteX103" fmla="*/ 10044230 w 12192000"/>
              <a:gd name="connsiteY103" fmla="*/ 5222182 h 6099082"/>
              <a:gd name="connsiteX104" fmla="*/ 9993175 w 12192000"/>
              <a:gd name="connsiteY104" fmla="*/ 5258189 h 6099082"/>
              <a:gd name="connsiteX105" fmla="*/ 9899446 w 12192000"/>
              <a:gd name="connsiteY105" fmla="*/ 5338582 h 6099082"/>
              <a:gd name="connsiteX106" fmla="*/ 9754088 w 12192000"/>
              <a:gd name="connsiteY106" fmla="*/ 5423166 h 6099082"/>
              <a:gd name="connsiteX107" fmla="*/ 9666265 w 12192000"/>
              <a:gd name="connsiteY107" fmla="*/ 5468888 h 6099082"/>
              <a:gd name="connsiteX108" fmla="*/ 9477283 w 12192000"/>
              <a:gd name="connsiteY108" fmla="*/ 5537851 h 6099082"/>
              <a:gd name="connsiteX109" fmla="*/ 9416321 w 12192000"/>
              <a:gd name="connsiteY109" fmla="*/ 5562426 h 6099082"/>
              <a:gd name="connsiteX110" fmla="*/ 9346597 w 12192000"/>
              <a:gd name="connsiteY110" fmla="*/ 5578619 h 6099082"/>
              <a:gd name="connsiteX111" fmla="*/ 9234579 w 12192000"/>
              <a:gd name="connsiteY111" fmla="*/ 5616911 h 6099082"/>
              <a:gd name="connsiteX112" fmla="*/ 9015878 w 12192000"/>
              <a:gd name="connsiteY112" fmla="*/ 5682826 h 6099082"/>
              <a:gd name="connsiteX113" fmla="*/ 8967871 w 12192000"/>
              <a:gd name="connsiteY113" fmla="*/ 5692923 h 6099082"/>
              <a:gd name="connsiteX114" fmla="*/ 8845565 w 12192000"/>
              <a:gd name="connsiteY114" fmla="*/ 5735407 h 6099082"/>
              <a:gd name="connsiteX115" fmla="*/ 8772219 w 12192000"/>
              <a:gd name="connsiteY115" fmla="*/ 5763982 h 6099082"/>
              <a:gd name="connsiteX116" fmla="*/ 8711448 w 12192000"/>
              <a:gd name="connsiteY116" fmla="*/ 5780366 h 6099082"/>
              <a:gd name="connsiteX117" fmla="*/ 8657726 w 12192000"/>
              <a:gd name="connsiteY117" fmla="*/ 5787986 h 6099082"/>
              <a:gd name="connsiteX118" fmla="*/ 8516369 w 12192000"/>
              <a:gd name="connsiteY118" fmla="*/ 5825705 h 6099082"/>
              <a:gd name="connsiteX119" fmla="*/ 8459979 w 12192000"/>
              <a:gd name="connsiteY119" fmla="*/ 5840566 h 6099082"/>
              <a:gd name="connsiteX120" fmla="*/ 8313671 w 12192000"/>
              <a:gd name="connsiteY120" fmla="*/ 5891622 h 6099082"/>
              <a:gd name="connsiteX121" fmla="*/ 8189651 w 12192000"/>
              <a:gd name="connsiteY121" fmla="*/ 5925341 h 6099082"/>
              <a:gd name="connsiteX122" fmla="*/ 8137835 w 12192000"/>
              <a:gd name="connsiteY122" fmla="*/ 5941534 h 6099082"/>
              <a:gd name="connsiteX123" fmla="*/ 8019339 w 12192000"/>
              <a:gd name="connsiteY123" fmla="*/ 5968586 h 6099082"/>
              <a:gd name="connsiteX124" fmla="*/ 7952280 w 12192000"/>
              <a:gd name="connsiteY124" fmla="*/ 5987637 h 6099082"/>
              <a:gd name="connsiteX125" fmla="*/ 7788636 w 12192000"/>
              <a:gd name="connsiteY125" fmla="*/ 6009163 h 6099082"/>
              <a:gd name="connsiteX126" fmla="*/ 7619655 w 12192000"/>
              <a:gd name="connsiteY126" fmla="*/ 6029928 h 6099082"/>
              <a:gd name="connsiteX127" fmla="*/ 7526880 w 12192000"/>
              <a:gd name="connsiteY127" fmla="*/ 6036786 h 6099082"/>
              <a:gd name="connsiteX128" fmla="*/ 7445916 w 12192000"/>
              <a:gd name="connsiteY128" fmla="*/ 6047647 h 6099082"/>
              <a:gd name="connsiteX129" fmla="*/ 7375428 w 12192000"/>
              <a:gd name="connsiteY129" fmla="*/ 6054505 h 6099082"/>
              <a:gd name="connsiteX130" fmla="*/ 7263220 w 12192000"/>
              <a:gd name="connsiteY130" fmla="*/ 6068411 h 6099082"/>
              <a:gd name="connsiteX131" fmla="*/ 7216547 w 12192000"/>
              <a:gd name="connsiteY131" fmla="*/ 6072032 h 6099082"/>
              <a:gd name="connsiteX132" fmla="*/ 7106432 w 12192000"/>
              <a:gd name="connsiteY132" fmla="*/ 6071840 h 6099082"/>
              <a:gd name="connsiteX133" fmla="*/ 7068141 w 12192000"/>
              <a:gd name="connsiteY133" fmla="*/ 6069936 h 6099082"/>
              <a:gd name="connsiteX134" fmla="*/ 6994415 w 12192000"/>
              <a:gd name="connsiteY134" fmla="*/ 6046313 h 6099082"/>
              <a:gd name="connsiteX135" fmla="*/ 6985653 w 12192000"/>
              <a:gd name="connsiteY135" fmla="*/ 6044599 h 6099082"/>
              <a:gd name="connsiteX136" fmla="*/ 6937263 w 12192000"/>
              <a:gd name="connsiteY136" fmla="*/ 6035263 h 6099082"/>
              <a:gd name="connsiteX137" fmla="*/ 6910782 w 12192000"/>
              <a:gd name="connsiteY137" fmla="*/ 6032214 h 6099082"/>
              <a:gd name="connsiteX138" fmla="*/ 6810195 w 12192000"/>
              <a:gd name="connsiteY138" fmla="*/ 6012784 h 6099082"/>
              <a:gd name="connsiteX139" fmla="*/ 6752283 w 12192000"/>
              <a:gd name="connsiteY139" fmla="*/ 6003639 h 6099082"/>
              <a:gd name="connsiteX140" fmla="*/ 6705417 w 12192000"/>
              <a:gd name="connsiteY140" fmla="*/ 6004974 h 6099082"/>
              <a:gd name="connsiteX141" fmla="*/ 6623118 w 12192000"/>
              <a:gd name="connsiteY141" fmla="*/ 6006687 h 6099082"/>
              <a:gd name="connsiteX142" fmla="*/ 6596828 w 12192000"/>
              <a:gd name="connsiteY142" fmla="*/ 6011070 h 6099082"/>
              <a:gd name="connsiteX143" fmla="*/ 6477951 w 12192000"/>
              <a:gd name="connsiteY143" fmla="*/ 5998495 h 6099082"/>
              <a:gd name="connsiteX144" fmla="*/ 6410131 w 12192000"/>
              <a:gd name="connsiteY144" fmla="*/ 5997543 h 6099082"/>
              <a:gd name="connsiteX145" fmla="*/ 6333739 w 12192000"/>
              <a:gd name="connsiteY145" fmla="*/ 5981920 h 6099082"/>
              <a:gd name="connsiteX146" fmla="*/ 6311449 w 12192000"/>
              <a:gd name="connsiteY146" fmla="*/ 5982682 h 6099082"/>
              <a:gd name="connsiteX147" fmla="*/ 6286493 w 12192000"/>
              <a:gd name="connsiteY147" fmla="*/ 5984017 h 6099082"/>
              <a:gd name="connsiteX148" fmla="*/ 6209909 w 12192000"/>
              <a:gd name="connsiteY148" fmla="*/ 5985161 h 6099082"/>
              <a:gd name="connsiteX149" fmla="*/ 6163424 w 12192000"/>
              <a:gd name="connsiteY149" fmla="*/ 5990874 h 6099082"/>
              <a:gd name="connsiteX150" fmla="*/ 6074841 w 12192000"/>
              <a:gd name="connsiteY150" fmla="*/ 5987447 h 6099082"/>
              <a:gd name="connsiteX151" fmla="*/ 6042072 w 12192000"/>
              <a:gd name="connsiteY151" fmla="*/ 5992399 h 6099082"/>
              <a:gd name="connsiteX152" fmla="*/ 5959204 w 12192000"/>
              <a:gd name="connsiteY152" fmla="*/ 5992971 h 6099082"/>
              <a:gd name="connsiteX153" fmla="*/ 5884905 w 12192000"/>
              <a:gd name="connsiteY153" fmla="*/ 5990113 h 6099082"/>
              <a:gd name="connsiteX154" fmla="*/ 5813275 w 12192000"/>
              <a:gd name="connsiteY154" fmla="*/ 5991637 h 6099082"/>
              <a:gd name="connsiteX155" fmla="*/ 5762029 w 12192000"/>
              <a:gd name="connsiteY155" fmla="*/ 5997923 h 6099082"/>
              <a:gd name="connsiteX156" fmla="*/ 5706401 w 12192000"/>
              <a:gd name="connsiteY156" fmla="*/ 6001734 h 6099082"/>
              <a:gd name="connsiteX157" fmla="*/ 5553045 w 12192000"/>
              <a:gd name="connsiteY157" fmla="*/ 6024403 h 6099082"/>
              <a:gd name="connsiteX158" fmla="*/ 5524660 w 12192000"/>
              <a:gd name="connsiteY158" fmla="*/ 6018880 h 6099082"/>
              <a:gd name="connsiteX159" fmla="*/ 5363491 w 12192000"/>
              <a:gd name="connsiteY159" fmla="*/ 6013736 h 6099082"/>
              <a:gd name="connsiteX160" fmla="*/ 5328437 w 12192000"/>
              <a:gd name="connsiteY160" fmla="*/ 6014118 h 6099082"/>
              <a:gd name="connsiteX161" fmla="*/ 5234326 w 12192000"/>
              <a:gd name="connsiteY161" fmla="*/ 5991637 h 6099082"/>
              <a:gd name="connsiteX162" fmla="*/ 5089161 w 12192000"/>
              <a:gd name="connsiteY162" fmla="*/ 6027262 h 6099082"/>
              <a:gd name="connsiteX163" fmla="*/ 4953328 w 12192000"/>
              <a:gd name="connsiteY163" fmla="*/ 6071840 h 6099082"/>
              <a:gd name="connsiteX164" fmla="*/ 4936184 w 12192000"/>
              <a:gd name="connsiteY164" fmla="*/ 6077555 h 6099082"/>
              <a:gd name="connsiteX165" fmla="*/ 4887414 w 12192000"/>
              <a:gd name="connsiteY165" fmla="*/ 6087272 h 6099082"/>
              <a:gd name="connsiteX166" fmla="*/ 4827024 w 12192000"/>
              <a:gd name="connsiteY166" fmla="*/ 6090701 h 6099082"/>
              <a:gd name="connsiteX167" fmla="*/ 4750439 w 12192000"/>
              <a:gd name="connsiteY167" fmla="*/ 6099082 h 6099082"/>
              <a:gd name="connsiteX168" fmla="*/ 4689097 w 12192000"/>
              <a:gd name="connsiteY168" fmla="*/ 6088605 h 6099082"/>
              <a:gd name="connsiteX169" fmla="*/ 4603368 w 12192000"/>
              <a:gd name="connsiteY169" fmla="*/ 6072984 h 6099082"/>
              <a:gd name="connsiteX170" fmla="*/ 4522595 w 12192000"/>
              <a:gd name="connsiteY170" fmla="*/ 6058123 h 6099082"/>
              <a:gd name="connsiteX171" fmla="*/ 4497067 w 12192000"/>
              <a:gd name="connsiteY171" fmla="*/ 6075649 h 6099082"/>
              <a:gd name="connsiteX172" fmla="*/ 4457632 w 12192000"/>
              <a:gd name="connsiteY172" fmla="*/ 6090890 h 6099082"/>
              <a:gd name="connsiteX173" fmla="*/ 4413816 w 12192000"/>
              <a:gd name="connsiteY173" fmla="*/ 6072601 h 6099082"/>
              <a:gd name="connsiteX174" fmla="*/ 4311323 w 12192000"/>
              <a:gd name="connsiteY174" fmla="*/ 6034693 h 6099082"/>
              <a:gd name="connsiteX175" fmla="*/ 4246551 w 12192000"/>
              <a:gd name="connsiteY175" fmla="*/ 6032976 h 6099082"/>
              <a:gd name="connsiteX176" fmla="*/ 4105766 w 12192000"/>
              <a:gd name="connsiteY176" fmla="*/ 6016784 h 6099082"/>
              <a:gd name="connsiteX177" fmla="*/ 4013753 w 12192000"/>
              <a:gd name="connsiteY177" fmla="*/ 5993733 h 6099082"/>
              <a:gd name="connsiteX178" fmla="*/ 3947648 w 12192000"/>
              <a:gd name="connsiteY178" fmla="*/ 5967634 h 6099082"/>
              <a:gd name="connsiteX179" fmla="*/ 3852966 w 12192000"/>
              <a:gd name="connsiteY179" fmla="*/ 5933533 h 6099082"/>
              <a:gd name="connsiteX180" fmla="*/ 3757902 w 12192000"/>
              <a:gd name="connsiteY180" fmla="*/ 5915816 h 6099082"/>
              <a:gd name="connsiteX181" fmla="*/ 3689131 w 12192000"/>
              <a:gd name="connsiteY181" fmla="*/ 5893526 h 6099082"/>
              <a:gd name="connsiteX182" fmla="*/ 3605116 w 12192000"/>
              <a:gd name="connsiteY182" fmla="*/ 5878285 h 6099082"/>
              <a:gd name="connsiteX183" fmla="*/ 3534629 w 12192000"/>
              <a:gd name="connsiteY183" fmla="*/ 5877715 h 6099082"/>
              <a:gd name="connsiteX184" fmla="*/ 3424135 w 12192000"/>
              <a:gd name="connsiteY184" fmla="*/ 5880382 h 6099082"/>
              <a:gd name="connsiteX185" fmla="*/ 3288877 w 12192000"/>
              <a:gd name="connsiteY185" fmla="*/ 5834280 h 6099082"/>
              <a:gd name="connsiteX186" fmla="*/ 3234202 w 12192000"/>
              <a:gd name="connsiteY186" fmla="*/ 5823991 h 6099082"/>
              <a:gd name="connsiteX187" fmla="*/ 3182763 w 12192000"/>
              <a:gd name="connsiteY187" fmla="*/ 5819229 h 6099082"/>
              <a:gd name="connsiteX188" fmla="*/ 3073604 w 12192000"/>
              <a:gd name="connsiteY188" fmla="*/ 5788558 h 6099082"/>
              <a:gd name="connsiteX189" fmla="*/ 3029216 w 12192000"/>
              <a:gd name="connsiteY189" fmla="*/ 5778459 h 6099082"/>
              <a:gd name="connsiteX190" fmla="*/ 2967110 w 12192000"/>
              <a:gd name="connsiteY190" fmla="*/ 5778651 h 6099082"/>
              <a:gd name="connsiteX191" fmla="*/ 2854140 w 12192000"/>
              <a:gd name="connsiteY191" fmla="*/ 5764553 h 6099082"/>
              <a:gd name="connsiteX192" fmla="*/ 2741360 w 12192000"/>
              <a:gd name="connsiteY192" fmla="*/ 5723403 h 6099082"/>
              <a:gd name="connsiteX193" fmla="*/ 2693543 w 12192000"/>
              <a:gd name="connsiteY193" fmla="*/ 5727405 h 6099082"/>
              <a:gd name="connsiteX194" fmla="*/ 2676398 w 12192000"/>
              <a:gd name="connsiteY194" fmla="*/ 5726453 h 6099082"/>
              <a:gd name="connsiteX195" fmla="*/ 2522279 w 12192000"/>
              <a:gd name="connsiteY195" fmla="*/ 5703782 h 6099082"/>
              <a:gd name="connsiteX196" fmla="*/ 2506847 w 12192000"/>
              <a:gd name="connsiteY196" fmla="*/ 5701305 h 6099082"/>
              <a:gd name="connsiteX197" fmla="*/ 2434456 w 12192000"/>
              <a:gd name="connsiteY197" fmla="*/ 5681112 h 6099082"/>
              <a:gd name="connsiteX198" fmla="*/ 2251948 w 12192000"/>
              <a:gd name="connsiteY198" fmla="*/ 5668538 h 6099082"/>
              <a:gd name="connsiteX199" fmla="*/ 2240710 w 12192000"/>
              <a:gd name="connsiteY199" fmla="*/ 5667014 h 6099082"/>
              <a:gd name="connsiteX200" fmla="*/ 2179556 w 12192000"/>
              <a:gd name="connsiteY200" fmla="*/ 5677111 h 6099082"/>
              <a:gd name="connsiteX201" fmla="*/ 2149267 w 12192000"/>
              <a:gd name="connsiteY201" fmla="*/ 5691399 h 6099082"/>
              <a:gd name="connsiteX202" fmla="*/ 2102021 w 12192000"/>
              <a:gd name="connsiteY202" fmla="*/ 5706259 h 6099082"/>
              <a:gd name="connsiteX203" fmla="*/ 2054013 w 12192000"/>
              <a:gd name="connsiteY203" fmla="*/ 5711784 h 6099082"/>
              <a:gd name="connsiteX204" fmla="*/ 1973429 w 12192000"/>
              <a:gd name="connsiteY204" fmla="*/ 5689303 h 6099082"/>
              <a:gd name="connsiteX205" fmla="*/ 1944092 w 12192000"/>
              <a:gd name="connsiteY205" fmla="*/ 5687017 h 6099082"/>
              <a:gd name="connsiteX206" fmla="*/ 1878748 w 12192000"/>
              <a:gd name="connsiteY206" fmla="*/ 5676159 h 6099082"/>
              <a:gd name="connsiteX207" fmla="*/ 1821596 w 12192000"/>
              <a:gd name="connsiteY207" fmla="*/ 5676920 h 6099082"/>
              <a:gd name="connsiteX208" fmla="*/ 1775684 w 12192000"/>
              <a:gd name="connsiteY208" fmla="*/ 5694257 h 6099082"/>
              <a:gd name="connsiteX209" fmla="*/ 1709006 w 12192000"/>
              <a:gd name="connsiteY209" fmla="*/ 5697685 h 6099082"/>
              <a:gd name="connsiteX210" fmla="*/ 1665950 w 12192000"/>
              <a:gd name="connsiteY210" fmla="*/ 5685113 h 6099082"/>
              <a:gd name="connsiteX211" fmla="*/ 1657188 w 12192000"/>
              <a:gd name="connsiteY211" fmla="*/ 5683399 h 6099082"/>
              <a:gd name="connsiteX212" fmla="*/ 1544598 w 12192000"/>
              <a:gd name="connsiteY212" fmla="*/ 5682634 h 6099082"/>
              <a:gd name="connsiteX213" fmla="*/ 1404006 w 12192000"/>
              <a:gd name="connsiteY213" fmla="*/ 5720546 h 6099082"/>
              <a:gd name="connsiteX214" fmla="*/ 1380762 w 12192000"/>
              <a:gd name="connsiteY214" fmla="*/ 5728549 h 6099082"/>
              <a:gd name="connsiteX215" fmla="*/ 1267411 w 12192000"/>
              <a:gd name="connsiteY215" fmla="*/ 5742455 h 6099082"/>
              <a:gd name="connsiteX216" fmla="*/ 1206641 w 12192000"/>
              <a:gd name="connsiteY216" fmla="*/ 5756553 h 6099082"/>
              <a:gd name="connsiteX217" fmla="*/ 1162823 w 12192000"/>
              <a:gd name="connsiteY217" fmla="*/ 5757315 h 6099082"/>
              <a:gd name="connsiteX218" fmla="*/ 1109865 w 12192000"/>
              <a:gd name="connsiteY218" fmla="*/ 5782270 h 6099082"/>
              <a:gd name="connsiteX219" fmla="*/ 1092527 w 12192000"/>
              <a:gd name="connsiteY219" fmla="*/ 5793130 h 6099082"/>
              <a:gd name="connsiteX220" fmla="*/ 1071762 w 12192000"/>
              <a:gd name="connsiteY220" fmla="*/ 5799607 h 6099082"/>
              <a:gd name="connsiteX221" fmla="*/ 977653 w 12192000"/>
              <a:gd name="connsiteY221" fmla="*/ 5820182 h 6099082"/>
              <a:gd name="connsiteX222" fmla="*/ 960887 w 12192000"/>
              <a:gd name="connsiteY222" fmla="*/ 5831801 h 6099082"/>
              <a:gd name="connsiteX223" fmla="*/ 949646 w 12192000"/>
              <a:gd name="connsiteY223" fmla="*/ 5839042 h 6099082"/>
              <a:gd name="connsiteX224" fmla="*/ 858205 w 12192000"/>
              <a:gd name="connsiteY224" fmla="*/ 5851234 h 6099082"/>
              <a:gd name="connsiteX225" fmla="*/ 801053 w 12192000"/>
              <a:gd name="connsiteY225" fmla="*/ 5885715 h 6099082"/>
              <a:gd name="connsiteX226" fmla="*/ 785432 w 12192000"/>
              <a:gd name="connsiteY226" fmla="*/ 5900384 h 6099082"/>
              <a:gd name="connsiteX227" fmla="*/ 730754 w 12192000"/>
              <a:gd name="connsiteY227" fmla="*/ 5922482 h 6099082"/>
              <a:gd name="connsiteX228" fmla="*/ 546917 w 12192000"/>
              <a:gd name="connsiteY228" fmla="*/ 5964966 h 6099082"/>
              <a:gd name="connsiteX229" fmla="*/ 494337 w 12192000"/>
              <a:gd name="connsiteY229" fmla="*/ 5949915 h 6099082"/>
              <a:gd name="connsiteX230" fmla="*/ 394511 w 12192000"/>
              <a:gd name="connsiteY230" fmla="*/ 5990303 h 6099082"/>
              <a:gd name="connsiteX231" fmla="*/ 307259 w 12192000"/>
              <a:gd name="connsiteY231" fmla="*/ 6013163 h 6099082"/>
              <a:gd name="connsiteX232" fmla="*/ 274873 w 12192000"/>
              <a:gd name="connsiteY232" fmla="*/ 6018690 h 6099082"/>
              <a:gd name="connsiteX233" fmla="*/ 172384 w 12192000"/>
              <a:gd name="connsiteY233" fmla="*/ 6028786 h 6099082"/>
              <a:gd name="connsiteX234" fmla="*/ 119613 w 12192000"/>
              <a:gd name="connsiteY234" fmla="*/ 6051647 h 6099082"/>
              <a:gd name="connsiteX235" fmla="*/ 61197 w 12192000"/>
              <a:gd name="connsiteY235" fmla="*/ 6069150 h 6099082"/>
              <a:gd name="connsiteX236" fmla="*/ 544 w 12192000"/>
              <a:gd name="connsiteY236" fmla="*/ 6073921 h 6099082"/>
              <a:gd name="connsiteX237" fmla="*/ 544 w 12192000"/>
              <a:gd name="connsiteY237" fmla="*/ 5946682 h 6099082"/>
              <a:gd name="connsiteX238" fmla="*/ 0 w 12192000"/>
              <a:gd name="connsiteY238" fmla="*/ 5946682 h 6099082"/>
              <a:gd name="connsiteX239" fmla="*/ 0 w 12192000"/>
              <a:gd name="connsiteY239" fmla="*/ 1335314 h 6099082"/>
              <a:gd name="connsiteX240" fmla="*/ 0 w 12192000"/>
              <a:gd name="connsiteY240" fmla="*/ 873938 h 609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12192000" h="6099082">
                <a:moveTo>
                  <a:pt x="7230262" y="5906862"/>
                </a:moveTo>
                <a:lnTo>
                  <a:pt x="7197115" y="5913338"/>
                </a:lnTo>
                <a:lnTo>
                  <a:pt x="7214545" y="5911744"/>
                </a:lnTo>
                <a:cubicBezTo>
                  <a:pt x="7220308" y="5910958"/>
                  <a:pt x="7225785" y="5909624"/>
                  <a:pt x="7230262" y="5906862"/>
                </a:cubicBezTo>
                <a:close/>
                <a:moveTo>
                  <a:pt x="7009120" y="5850263"/>
                </a:moveTo>
                <a:lnTo>
                  <a:pt x="7021563" y="5861355"/>
                </a:lnTo>
                <a:lnTo>
                  <a:pt x="7021563" y="5861354"/>
                </a:lnTo>
                <a:close/>
                <a:moveTo>
                  <a:pt x="7768443" y="5742074"/>
                </a:moveTo>
                <a:lnTo>
                  <a:pt x="7768443" y="5742075"/>
                </a:lnTo>
                <a:lnTo>
                  <a:pt x="7792447" y="5764553"/>
                </a:lnTo>
                <a:cubicBezTo>
                  <a:pt x="7785969" y="5758457"/>
                  <a:pt x="7779301" y="5752361"/>
                  <a:pt x="7768443" y="5742074"/>
                </a:cubicBezTo>
                <a:close/>
                <a:moveTo>
                  <a:pt x="4038748" y="5739955"/>
                </a:moveTo>
                <a:lnTo>
                  <a:pt x="4030517" y="5751599"/>
                </a:lnTo>
                <a:cubicBezTo>
                  <a:pt x="4026230" y="5759505"/>
                  <a:pt x="4021242" y="5765745"/>
                  <a:pt x="4015609" y="5770450"/>
                </a:cubicBezTo>
                <a:lnTo>
                  <a:pt x="3996845" y="5780104"/>
                </a:lnTo>
                <a:cubicBezTo>
                  <a:pt x="4010562" y="5776555"/>
                  <a:pt x="4021944" y="5767411"/>
                  <a:pt x="4030518" y="5751599"/>
                </a:cubicBezTo>
                <a:close/>
                <a:moveTo>
                  <a:pt x="6245343" y="5736549"/>
                </a:moveTo>
                <a:lnTo>
                  <a:pt x="6274406" y="5743345"/>
                </a:lnTo>
                <a:lnTo>
                  <a:pt x="6291246" y="5749662"/>
                </a:lnTo>
                <a:lnTo>
                  <a:pt x="6291385" y="5749714"/>
                </a:lnTo>
                <a:lnTo>
                  <a:pt x="6306284" y="5755552"/>
                </a:lnTo>
                <a:lnTo>
                  <a:pt x="6308075" y="5755968"/>
                </a:lnTo>
                <a:lnTo>
                  <a:pt x="6313854" y="5758133"/>
                </a:lnTo>
                <a:cubicBezTo>
                  <a:pt x="6321454" y="5760521"/>
                  <a:pt x="6329151" y="5762258"/>
                  <a:pt x="6337047" y="5762696"/>
                </a:cubicBezTo>
                <a:lnTo>
                  <a:pt x="6308075" y="5755968"/>
                </a:lnTo>
                <a:lnTo>
                  <a:pt x="6291385" y="5749714"/>
                </a:lnTo>
                <a:lnTo>
                  <a:pt x="6276197" y="5743764"/>
                </a:lnTo>
                <a:lnTo>
                  <a:pt x="6274406" y="5743345"/>
                </a:lnTo>
                <a:lnTo>
                  <a:pt x="6268612" y="5741171"/>
                </a:lnTo>
                <a:cubicBezTo>
                  <a:pt x="6260996" y="5738770"/>
                  <a:pt x="6253273" y="5737013"/>
                  <a:pt x="6245343" y="5736549"/>
                </a:cubicBezTo>
                <a:close/>
                <a:moveTo>
                  <a:pt x="3871824" y="5726642"/>
                </a:moveTo>
                <a:cubicBezTo>
                  <a:pt x="3883350" y="5738834"/>
                  <a:pt x="3895591" y="5748360"/>
                  <a:pt x="3908498" y="5756123"/>
                </a:cubicBezTo>
                <a:lnTo>
                  <a:pt x="3908984" y="5756350"/>
                </a:lnTo>
                <a:lnTo>
                  <a:pt x="3908498" y="5756123"/>
                </a:lnTo>
                <a:cubicBezTo>
                  <a:pt x="3895591" y="5748360"/>
                  <a:pt x="3883351" y="5738834"/>
                  <a:pt x="3871824" y="5726642"/>
                </a:cubicBezTo>
                <a:close/>
                <a:moveTo>
                  <a:pt x="6558837" y="5706717"/>
                </a:moveTo>
                <a:cubicBezTo>
                  <a:pt x="6548970" y="5706068"/>
                  <a:pt x="6539355" y="5706473"/>
                  <a:pt x="6529984" y="5708163"/>
                </a:cubicBezTo>
                <a:lnTo>
                  <a:pt x="6589207" y="5711593"/>
                </a:lnTo>
                <a:cubicBezTo>
                  <a:pt x="6578825" y="5709068"/>
                  <a:pt x="6568705" y="5707366"/>
                  <a:pt x="6558837" y="5706717"/>
                </a:cubicBezTo>
                <a:close/>
                <a:moveTo>
                  <a:pt x="4834454" y="5646059"/>
                </a:moveTo>
                <a:cubicBezTo>
                  <a:pt x="4849504" y="5662538"/>
                  <a:pt x="4866316" y="5668776"/>
                  <a:pt x="4883985" y="5670301"/>
                </a:cubicBezTo>
                <a:lnTo>
                  <a:pt x="4858238" y="5663787"/>
                </a:lnTo>
                <a:cubicBezTo>
                  <a:pt x="4849944" y="5659978"/>
                  <a:pt x="4841980" y="5654298"/>
                  <a:pt x="4834454" y="5646059"/>
                </a:cubicBezTo>
                <a:close/>
                <a:moveTo>
                  <a:pt x="5056443" y="5643725"/>
                </a:moveTo>
                <a:lnTo>
                  <a:pt x="5072588" y="5644505"/>
                </a:lnTo>
                <a:cubicBezTo>
                  <a:pt x="5078053" y="5645963"/>
                  <a:pt x="5083589" y="5648726"/>
                  <a:pt x="5089161" y="5653107"/>
                </a:cubicBezTo>
                <a:cubicBezTo>
                  <a:pt x="5078018" y="5644344"/>
                  <a:pt x="5067015" y="5642058"/>
                  <a:pt x="5056443" y="5643725"/>
                </a:cubicBezTo>
                <a:close/>
                <a:moveTo>
                  <a:pt x="739852" y="5343843"/>
                </a:moveTo>
                <a:cubicBezTo>
                  <a:pt x="733899" y="5350392"/>
                  <a:pt x="728660" y="5358013"/>
                  <a:pt x="724278" y="5365062"/>
                </a:cubicBezTo>
                <a:cubicBezTo>
                  <a:pt x="719849" y="5372206"/>
                  <a:pt x="714527" y="5377552"/>
                  <a:pt x="708621" y="5381222"/>
                </a:cubicBezTo>
                <a:lnTo>
                  <a:pt x="691439" y="5386697"/>
                </a:lnTo>
                <a:lnTo>
                  <a:pt x="708622" y="5381222"/>
                </a:lnTo>
                <a:cubicBezTo>
                  <a:pt x="714527" y="5377552"/>
                  <a:pt x="719849" y="5372206"/>
                  <a:pt x="724279" y="5365062"/>
                </a:cubicBezTo>
                <a:cubicBezTo>
                  <a:pt x="728660" y="5358013"/>
                  <a:pt x="733899" y="5350392"/>
                  <a:pt x="739852" y="5343843"/>
                </a:cubicBezTo>
                <a:close/>
                <a:moveTo>
                  <a:pt x="8934151" y="5275333"/>
                </a:moveTo>
                <a:cubicBezTo>
                  <a:pt x="8940248" y="5280573"/>
                  <a:pt x="8947058" y="5285906"/>
                  <a:pt x="8954249" y="5290264"/>
                </a:cubicBezTo>
                <a:lnTo>
                  <a:pt x="8962389" y="5293563"/>
                </a:lnTo>
                <a:lnTo>
                  <a:pt x="8954250" y="5290264"/>
                </a:lnTo>
                <a:cubicBezTo>
                  <a:pt x="8947058" y="5285906"/>
                  <a:pt x="8940248" y="5280573"/>
                  <a:pt x="8934151" y="5275333"/>
                </a:cubicBezTo>
                <a:close/>
                <a:moveTo>
                  <a:pt x="2314816" y="5273737"/>
                </a:moveTo>
                <a:cubicBezTo>
                  <a:pt x="2309720" y="5274714"/>
                  <a:pt x="2304339" y="5276762"/>
                  <a:pt x="2300909" y="5279143"/>
                </a:cubicBezTo>
                <a:cubicBezTo>
                  <a:pt x="2267856" y="5302385"/>
                  <a:pt x="2242281" y="5314291"/>
                  <a:pt x="2216515" y="5314887"/>
                </a:cubicBezTo>
                <a:cubicBezTo>
                  <a:pt x="2242281" y="5314291"/>
                  <a:pt x="2267856" y="5302385"/>
                  <a:pt x="2300910" y="5279143"/>
                </a:cubicBezTo>
                <a:close/>
                <a:moveTo>
                  <a:pt x="1916629" y="5252000"/>
                </a:moveTo>
                <a:lnTo>
                  <a:pt x="1907132" y="5255330"/>
                </a:lnTo>
                <a:lnTo>
                  <a:pt x="1866619" y="5265015"/>
                </a:lnTo>
                <a:lnTo>
                  <a:pt x="1907133" y="5255330"/>
                </a:lnTo>
                <a:close/>
                <a:moveTo>
                  <a:pt x="2058204" y="5241232"/>
                </a:moveTo>
                <a:cubicBezTo>
                  <a:pt x="2076636" y="5242946"/>
                  <a:pt x="2095174" y="5243803"/>
                  <a:pt x="2108194" y="5255939"/>
                </a:cubicBezTo>
                <a:cubicBezTo>
                  <a:pt x="2095175" y="5243803"/>
                  <a:pt x="2076636" y="5242946"/>
                  <a:pt x="2058204" y="5241232"/>
                </a:cubicBezTo>
                <a:close/>
                <a:moveTo>
                  <a:pt x="0" y="0"/>
                </a:moveTo>
                <a:lnTo>
                  <a:pt x="12191456" y="0"/>
                </a:lnTo>
                <a:lnTo>
                  <a:pt x="12191456" y="873938"/>
                </a:lnTo>
                <a:lnTo>
                  <a:pt x="12192000" y="873938"/>
                </a:lnTo>
                <a:lnTo>
                  <a:pt x="12192000" y="3249107"/>
                </a:lnTo>
                <a:cubicBezTo>
                  <a:pt x="12192000" y="3264730"/>
                  <a:pt x="12192000" y="3274255"/>
                  <a:pt x="12192000" y="3283970"/>
                </a:cubicBezTo>
                <a:lnTo>
                  <a:pt x="12192000" y="3681702"/>
                </a:lnTo>
                <a:lnTo>
                  <a:pt x="12160947" y="3710323"/>
                </a:lnTo>
                <a:cubicBezTo>
                  <a:pt x="12118083" y="3731849"/>
                  <a:pt x="12072360" y="3751282"/>
                  <a:pt x="12026448" y="3770523"/>
                </a:cubicBezTo>
                <a:cubicBezTo>
                  <a:pt x="12013114" y="3776049"/>
                  <a:pt x="11998443" y="3779097"/>
                  <a:pt x="11986443" y="3786526"/>
                </a:cubicBezTo>
                <a:cubicBezTo>
                  <a:pt x="11931195" y="3820436"/>
                  <a:pt x="11877664" y="3857014"/>
                  <a:pt x="11821656" y="3889591"/>
                </a:cubicBezTo>
                <a:cubicBezTo>
                  <a:pt x="11763931" y="3923310"/>
                  <a:pt x="11712304" y="3963126"/>
                  <a:pt x="11672489" y="4017039"/>
                </a:cubicBezTo>
                <a:cubicBezTo>
                  <a:pt x="11635529" y="4067143"/>
                  <a:pt x="11599714" y="4118007"/>
                  <a:pt x="11562947" y="4168300"/>
                </a:cubicBezTo>
                <a:cubicBezTo>
                  <a:pt x="11553613" y="4181065"/>
                  <a:pt x="11545039" y="4196115"/>
                  <a:pt x="11532275" y="4204307"/>
                </a:cubicBezTo>
                <a:cubicBezTo>
                  <a:pt x="11505795" y="4221452"/>
                  <a:pt x="11476838" y="4235359"/>
                  <a:pt x="11448453" y="4249457"/>
                </a:cubicBezTo>
                <a:cubicBezTo>
                  <a:pt x="11424069" y="4261459"/>
                  <a:pt x="11398160" y="4270411"/>
                  <a:pt x="11374346" y="4283366"/>
                </a:cubicBezTo>
                <a:cubicBezTo>
                  <a:pt x="11355296" y="4293655"/>
                  <a:pt x="11338339" y="4307943"/>
                  <a:pt x="11320623" y="4320897"/>
                </a:cubicBezTo>
                <a:cubicBezTo>
                  <a:pt x="11305192" y="4332136"/>
                  <a:pt x="11288238" y="4341852"/>
                  <a:pt x="11275283" y="4355378"/>
                </a:cubicBezTo>
                <a:cubicBezTo>
                  <a:pt x="11243658" y="4388145"/>
                  <a:pt x="11211843" y="4420340"/>
                  <a:pt x="11172600" y="4444536"/>
                </a:cubicBezTo>
                <a:cubicBezTo>
                  <a:pt x="11133927" y="4468538"/>
                  <a:pt x="11097350" y="4495401"/>
                  <a:pt x="11058869" y="4519786"/>
                </a:cubicBezTo>
                <a:cubicBezTo>
                  <a:pt x="11021146" y="4543599"/>
                  <a:pt x="10987046" y="4569697"/>
                  <a:pt x="10967423" y="4611991"/>
                </a:cubicBezTo>
                <a:cubicBezTo>
                  <a:pt x="10958661" y="4630659"/>
                  <a:pt x="10946279" y="4651044"/>
                  <a:pt x="10929704" y="4661903"/>
                </a:cubicBezTo>
                <a:cubicBezTo>
                  <a:pt x="10906081" y="4677334"/>
                  <a:pt x="10876171" y="4682859"/>
                  <a:pt x="10850453" y="4696003"/>
                </a:cubicBezTo>
                <a:cubicBezTo>
                  <a:pt x="10820162" y="4711434"/>
                  <a:pt x="10785111" y="4724770"/>
                  <a:pt x="10764534" y="4749345"/>
                </a:cubicBezTo>
                <a:cubicBezTo>
                  <a:pt x="10746246" y="4771255"/>
                  <a:pt x="10727767" y="4788399"/>
                  <a:pt x="10703573" y="4802305"/>
                </a:cubicBezTo>
                <a:cubicBezTo>
                  <a:pt x="10686617" y="4812022"/>
                  <a:pt x="10674046" y="4829738"/>
                  <a:pt x="10656519" y="4837740"/>
                </a:cubicBezTo>
                <a:cubicBezTo>
                  <a:pt x="10633467" y="4848409"/>
                  <a:pt x="10610225" y="4856791"/>
                  <a:pt x="10590031" y="4873366"/>
                </a:cubicBezTo>
                <a:cubicBezTo>
                  <a:pt x="10569075" y="4890510"/>
                  <a:pt x="10545263" y="4904036"/>
                  <a:pt x="10523354" y="4920039"/>
                </a:cubicBezTo>
                <a:cubicBezTo>
                  <a:pt x="10511734" y="4928611"/>
                  <a:pt x="10502208" y="4939851"/>
                  <a:pt x="10490969" y="4948806"/>
                </a:cubicBezTo>
                <a:cubicBezTo>
                  <a:pt x="10470394" y="4965188"/>
                  <a:pt x="10449438" y="4981191"/>
                  <a:pt x="10428291" y="4996622"/>
                </a:cubicBezTo>
                <a:cubicBezTo>
                  <a:pt x="10407146" y="5012055"/>
                  <a:pt x="10386952" y="5029961"/>
                  <a:pt x="10363709" y="5041201"/>
                </a:cubicBezTo>
                <a:cubicBezTo>
                  <a:pt x="10324086" y="5060251"/>
                  <a:pt x="10280840" y="5071682"/>
                  <a:pt x="10242357" y="5092257"/>
                </a:cubicBezTo>
                <a:cubicBezTo>
                  <a:pt x="10203304" y="5113211"/>
                  <a:pt x="10166536" y="5139503"/>
                  <a:pt x="10131863" y="5167315"/>
                </a:cubicBezTo>
                <a:cubicBezTo>
                  <a:pt x="10104430" y="5189224"/>
                  <a:pt x="10078713" y="5210943"/>
                  <a:pt x="10044230" y="5222182"/>
                </a:cubicBezTo>
                <a:cubicBezTo>
                  <a:pt x="10024990" y="5228470"/>
                  <a:pt x="10004797" y="5242186"/>
                  <a:pt x="9993175" y="5258189"/>
                </a:cubicBezTo>
                <a:cubicBezTo>
                  <a:pt x="9968027" y="5293049"/>
                  <a:pt x="9935832" y="5317626"/>
                  <a:pt x="9899446" y="5338582"/>
                </a:cubicBezTo>
                <a:cubicBezTo>
                  <a:pt x="9850865" y="5366776"/>
                  <a:pt x="9802858" y="5395543"/>
                  <a:pt x="9754088" y="5423166"/>
                </a:cubicBezTo>
                <a:cubicBezTo>
                  <a:pt x="9725323" y="5439551"/>
                  <a:pt x="9696749" y="5456885"/>
                  <a:pt x="9666265" y="5468888"/>
                </a:cubicBezTo>
                <a:cubicBezTo>
                  <a:pt x="9603971" y="5493655"/>
                  <a:pt x="9540152" y="5514799"/>
                  <a:pt x="9477283" y="5537851"/>
                </a:cubicBezTo>
                <a:cubicBezTo>
                  <a:pt x="9456709" y="5545280"/>
                  <a:pt x="9437278" y="5555949"/>
                  <a:pt x="9416321" y="5562426"/>
                </a:cubicBezTo>
                <a:cubicBezTo>
                  <a:pt x="9393650" y="5569475"/>
                  <a:pt x="9369267" y="5571571"/>
                  <a:pt x="9346597" y="5578619"/>
                </a:cubicBezTo>
                <a:cubicBezTo>
                  <a:pt x="9308875" y="5590240"/>
                  <a:pt x="9272298" y="5605101"/>
                  <a:pt x="9234579" y="5616911"/>
                </a:cubicBezTo>
                <a:cubicBezTo>
                  <a:pt x="9161805" y="5639582"/>
                  <a:pt x="9088840" y="5661299"/>
                  <a:pt x="9015878" y="5682826"/>
                </a:cubicBezTo>
                <a:cubicBezTo>
                  <a:pt x="9000257" y="5687399"/>
                  <a:pt x="8983301" y="5687970"/>
                  <a:pt x="8967871" y="5692923"/>
                </a:cubicBezTo>
                <a:cubicBezTo>
                  <a:pt x="8926911" y="5706259"/>
                  <a:pt x="8886142" y="5720736"/>
                  <a:pt x="8845565" y="5735407"/>
                </a:cubicBezTo>
                <a:cubicBezTo>
                  <a:pt x="8820990" y="5744361"/>
                  <a:pt x="8796985" y="5755409"/>
                  <a:pt x="8772219" y="5763982"/>
                </a:cubicBezTo>
                <a:cubicBezTo>
                  <a:pt x="8752407" y="5770840"/>
                  <a:pt x="8732023" y="5776174"/>
                  <a:pt x="8711448" y="5780366"/>
                </a:cubicBezTo>
                <a:cubicBezTo>
                  <a:pt x="8693731" y="5783986"/>
                  <a:pt x="8675253" y="5783603"/>
                  <a:pt x="8657726" y="5787986"/>
                </a:cubicBezTo>
                <a:cubicBezTo>
                  <a:pt x="8610288" y="5799797"/>
                  <a:pt x="8563425" y="5813133"/>
                  <a:pt x="8516369" y="5825705"/>
                </a:cubicBezTo>
                <a:cubicBezTo>
                  <a:pt x="8497511" y="5830659"/>
                  <a:pt x="8478269" y="5834280"/>
                  <a:pt x="8459979" y="5840566"/>
                </a:cubicBezTo>
                <a:cubicBezTo>
                  <a:pt x="8411019" y="5857141"/>
                  <a:pt x="8362822" y="5875999"/>
                  <a:pt x="8313671" y="5891622"/>
                </a:cubicBezTo>
                <a:cubicBezTo>
                  <a:pt x="8272903" y="5904576"/>
                  <a:pt x="8230992" y="5913910"/>
                  <a:pt x="8189651" y="5925341"/>
                </a:cubicBezTo>
                <a:cubicBezTo>
                  <a:pt x="8172124" y="5930295"/>
                  <a:pt x="8155359" y="5937343"/>
                  <a:pt x="8137835" y="5941534"/>
                </a:cubicBezTo>
                <a:cubicBezTo>
                  <a:pt x="8098590" y="5951059"/>
                  <a:pt x="8058774" y="5959059"/>
                  <a:pt x="8019339" y="5968586"/>
                </a:cubicBezTo>
                <a:cubicBezTo>
                  <a:pt x="7996859" y="5974110"/>
                  <a:pt x="7975142" y="5984017"/>
                  <a:pt x="7952280" y="5987637"/>
                </a:cubicBezTo>
                <a:cubicBezTo>
                  <a:pt x="7897987" y="5996209"/>
                  <a:pt x="7843311" y="6002305"/>
                  <a:pt x="7788636" y="6009163"/>
                </a:cubicBezTo>
                <a:cubicBezTo>
                  <a:pt x="7732247" y="6016211"/>
                  <a:pt x="7676047" y="6023642"/>
                  <a:pt x="7619655" y="6029928"/>
                </a:cubicBezTo>
                <a:cubicBezTo>
                  <a:pt x="7588795" y="6033168"/>
                  <a:pt x="7557742" y="6033738"/>
                  <a:pt x="7526880" y="6036786"/>
                </a:cubicBezTo>
                <a:cubicBezTo>
                  <a:pt x="7499828" y="6039455"/>
                  <a:pt x="7472967" y="6044407"/>
                  <a:pt x="7445916" y="6047647"/>
                </a:cubicBezTo>
                <a:cubicBezTo>
                  <a:pt x="7422483" y="6050313"/>
                  <a:pt x="7398860" y="6051837"/>
                  <a:pt x="7375428" y="6054505"/>
                </a:cubicBezTo>
                <a:cubicBezTo>
                  <a:pt x="7337899" y="6058885"/>
                  <a:pt x="7300559" y="6063839"/>
                  <a:pt x="7263220" y="6068411"/>
                </a:cubicBezTo>
                <a:cubicBezTo>
                  <a:pt x="7247599" y="6070126"/>
                  <a:pt x="7231214" y="6074888"/>
                  <a:pt x="7216547" y="6072032"/>
                </a:cubicBezTo>
                <a:cubicBezTo>
                  <a:pt x="7179587" y="6064791"/>
                  <a:pt x="7143199" y="6066887"/>
                  <a:pt x="7106432" y="6071840"/>
                </a:cubicBezTo>
                <a:cubicBezTo>
                  <a:pt x="7093860" y="6073555"/>
                  <a:pt x="7080334" y="6073174"/>
                  <a:pt x="7068141" y="6069936"/>
                </a:cubicBezTo>
                <a:cubicBezTo>
                  <a:pt x="7043184" y="6063457"/>
                  <a:pt x="7018991" y="6054313"/>
                  <a:pt x="6994415" y="6046313"/>
                </a:cubicBezTo>
                <a:cubicBezTo>
                  <a:pt x="6991747" y="6045361"/>
                  <a:pt x="6988509" y="6045169"/>
                  <a:pt x="6985653" y="6044599"/>
                </a:cubicBezTo>
                <a:cubicBezTo>
                  <a:pt x="6969457" y="6041359"/>
                  <a:pt x="6953457" y="6038120"/>
                  <a:pt x="6937263" y="6035263"/>
                </a:cubicBezTo>
                <a:cubicBezTo>
                  <a:pt x="6928501" y="6033738"/>
                  <a:pt x="6919547" y="6033549"/>
                  <a:pt x="6910782" y="6032214"/>
                </a:cubicBezTo>
                <a:cubicBezTo>
                  <a:pt x="6876872" y="6026880"/>
                  <a:pt x="6839534" y="6035834"/>
                  <a:pt x="6810195" y="6012784"/>
                </a:cubicBezTo>
                <a:cubicBezTo>
                  <a:pt x="6791144" y="5997923"/>
                  <a:pt x="6772665" y="6001353"/>
                  <a:pt x="6752283" y="6003639"/>
                </a:cubicBezTo>
                <a:cubicBezTo>
                  <a:pt x="6736851" y="6005353"/>
                  <a:pt x="6721038" y="6004782"/>
                  <a:pt x="6705417" y="6004974"/>
                </a:cubicBezTo>
                <a:cubicBezTo>
                  <a:pt x="6677984" y="6005543"/>
                  <a:pt x="6650551" y="6005735"/>
                  <a:pt x="6623118" y="6006687"/>
                </a:cubicBezTo>
                <a:cubicBezTo>
                  <a:pt x="6614353" y="6007067"/>
                  <a:pt x="6605401" y="6011832"/>
                  <a:pt x="6596828" y="6011070"/>
                </a:cubicBezTo>
                <a:cubicBezTo>
                  <a:pt x="6557201" y="6007449"/>
                  <a:pt x="6517576" y="6001734"/>
                  <a:pt x="6477951" y="5998495"/>
                </a:cubicBezTo>
                <a:cubicBezTo>
                  <a:pt x="6455472" y="5996591"/>
                  <a:pt x="6432420" y="6000209"/>
                  <a:pt x="6410131" y="5997543"/>
                </a:cubicBezTo>
                <a:cubicBezTo>
                  <a:pt x="6384414" y="5994495"/>
                  <a:pt x="6359268" y="5986685"/>
                  <a:pt x="6333739" y="5981920"/>
                </a:cubicBezTo>
                <a:cubicBezTo>
                  <a:pt x="6326691" y="5980589"/>
                  <a:pt x="6318880" y="5982303"/>
                  <a:pt x="6311449" y="5982682"/>
                </a:cubicBezTo>
                <a:cubicBezTo>
                  <a:pt x="6303068" y="5983064"/>
                  <a:pt x="6294876" y="5983826"/>
                  <a:pt x="6286493" y="5984017"/>
                </a:cubicBezTo>
                <a:cubicBezTo>
                  <a:pt x="6260964" y="5984399"/>
                  <a:pt x="6235437" y="5983826"/>
                  <a:pt x="6209909" y="5985161"/>
                </a:cubicBezTo>
                <a:cubicBezTo>
                  <a:pt x="6194288" y="5985922"/>
                  <a:pt x="6177905" y="5993733"/>
                  <a:pt x="6163424" y="5990874"/>
                </a:cubicBezTo>
                <a:cubicBezTo>
                  <a:pt x="6133897" y="5985351"/>
                  <a:pt x="6104368" y="5997733"/>
                  <a:pt x="6074841" y="5987447"/>
                </a:cubicBezTo>
                <a:cubicBezTo>
                  <a:pt x="6065695" y="5984399"/>
                  <a:pt x="6053123" y="5992019"/>
                  <a:pt x="6042072" y="5992399"/>
                </a:cubicBezTo>
                <a:cubicBezTo>
                  <a:pt x="6014449" y="5993351"/>
                  <a:pt x="5986827" y="5993161"/>
                  <a:pt x="5959204" y="5992971"/>
                </a:cubicBezTo>
                <a:cubicBezTo>
                  <a:pt x="5934437" y="5992781"/>
                  <a:pt x="5908718" y="5995447"/>
                  <a:pt x="5884905" y="5990113"/>
                </a:cubicBezTo>
                <a:cubicBezTo>
                  <a:pt x="5859949" y="5984399"/>
                  <a:pt x="5837470" y="5985161"/>
                  <a:pt x="5813275" y="5991637"/>
                </a:cubicBezTo>
                <a:cubicBezTo>
                  <a:pt x="5796701" y="5996019"/>
                  <a:pt x="5779174" y="5996591"/>
                  <a:pt x="5762029" y="5997923"/>
                </a:cubicBezTo>
                <a:cubicBezTo>
                  <a:pt x="5743551" y="5999447"/>
                  <a:pt x="5723166" y="5995447"/>
                  <a:pt x="5706401" y="6001734"/>
                </a:cubicBezTo>
                <a:cubicBezTo>
                  <a:pt x="5656488" y="6020403"/>
                  <a:pt x="5605243" y="6024403"/>
                  <a:pt x="5553045" y="6024403"/>
                </a:cubicBezTo>
                <a:cubicBezTo>
                  <a:pt x="5543518" y="6024403"/>
                  <a:pt x="5533801" y="6021738"/>
                  <a:pt x="5524660" y="6018880"/>
                </a:cubicBezTo>
                <a:cubicBezTo>
                  <a:pt x="5471316" y="6001734"/>
                  <a:pt x="5417784" y="6003257"/>
                  <a:pt x="5363491" y="6013736"/>
                </a:cubicBezTo>
                <a:cubicBezTo>
                  <a:pt x="5352249" y="6016022"/>
                  <a:pt x="5339677" y="6016403"/>
                  <a:pt x="5328437" y="6014118"/>
                </a:cubicBezTo>
                <a:cubicBezTo>
                  <a:pt x="5296812" y="6007449"/>
                  <a:pt x="5266141" y="5996399"/>
                  <a:pt x="5234326" y="5991637"/>
                </a:cubicBezTo>
                <a:cubicBezTo>
                  <a:pt x="5181748" y="5983826"/>
                  <a:pt x="5136216" y="6010115"/>
                  <a:pt x="5089161" y="6027262"/>
                </a:cubicBezTo>
                <a:cubicBezTo>
                  <a:pt x="5044391" y="6043455"/>
                  <a:pt x="5006291" y="6080032"/>
                  <a:pt x="4953328" y="6071840"/>
                </a:cubicBezTo>
                <a:cubicBezTo>
                  <a:pt x="4947996" y="6071078"/>
                  <a:pt x="4942089" y="6076222"/>
                  <a:pt x="4936184" y="6077555"/>
                </a:cubicBezTo>
                <a:cubicBezTo>
                  <a:pt x="4919991" y="6081176"/>
                  <a:pt x="4903799" y="6085555"/>
                  <a:pt x="4887414" y="6087272"/>
                </a:cubicBezTo>
                <a:cubicBezTo>
                  <a:pt x="4867412" y="6089558"/>
                  <a:pt x="4847027" y="6088797"/>
                  <a:pt x="4827024" y="6090701"/>
                </a:cubicBezTo>
                <a:cubicBezTo>
                  <a:pt x="4801305" y="6092986"/>
                  <a:pt x="4775968" y="6099082"/>
                  <a:pt x="4750439" y="6099082"/>
                </a:cubicBezTo>
                <a:cubicBezTo>
                  <a:pt x="4729865" y="6099082"/>
                  <a:pt x="4709480" y="6092034"/>
                  <a:pt x="4689097" y="6088605"/>
                </a:cubicBezTo>
                <a:cubicBezTo>
                  <a:pt x="4660331" y="6083842"/>
                  <a:pt x="4628705" y="6085176"/>
                  <a:pt x="4603368" y="6072984"/>
                </a:cubicBezTo>
                <a:cubicBezTo>
                  <a:pt x="4576318" y="6060029"/>
                  <a:pt x="4550599" y="6054123"/>
                  <a:pt x="4522595" y="6058123"/>
                </a:cubicBezTo>
                <a:cubicBezTo>
                  <a:pt x="4513260" y="6059457"/>
                  <a:pt x="4501257" y="6067459"/>
                  <a:pt x="4497067" y="6075649"/>
                </a:cubicBezTo>
                <a:cubicBezTo>
                  <a:pt x="4487731" y="6093938"/>
                  <a:pt x="4474968" y="6097178"/>
                  <a:pt x="4457632" y="6090890"/>
                </a:cubicBezTo>
                <a:cubicBezTo>
                  <a:pt x="4442581" y="6085555"/>
                  <a:pt x="4424103" y="6082890"/>
                  <a:pt x="4413816" y="6072601"/>
                </a:cubicBezTo>
                <a:cubicBezTo>
                  <a:pt x="4384668" y="6043455"/>
                  <a:pt x="4347518" y="6042503"/>
                  <a:pt x="4311323" y="6034693"/>
                </a:cubicBezTo>
                <a:cubicBezTo>
                  <a:pt x="4289227" y="6029928"/>
                  <a:pt x="4268649" y="6029738"/>
                  <a:pt x="4246551" y="6032976"/>
                </a:cubicBezTo>
                <a:cubicBezTo>
                  <a:pt x="4198545" y="6040216"/>
                  <a:pt x="4151870" y="6029928"/>
                  <a:pt x="4105766" y="6016784"/>
                </a:cubicBezTo>
                <a:cubicBezTo>
                  <a:pt x="4075285" y="6008022"/>
                  <a:pt x="4044043" y="6002687"/>
                  <a:pt x="4013753" y="5993733"/>
                </a:cubicBezTo>
                <a:cubicBezTo>
                  <a:pt x="3991083" y="5986874"/>
                  <a:pt x="3968414" y="5978682"/>
                  <a:pt x="3947648" y="5967634"/>
                </a:cubicBezTo>
                <a:cubicBezTo>
                  <a:pt x="3917546" y="5951440"/>
                  <a:pt x="3891259" y="5927055"/>
                  <a:pt x="3852966" y="5933533"/>
                </a:cubicBezTo>
                <a:cubicBezTo>
                  <a:pt x="3819245" y="5939247"/>
                  <a:pt x="3788766" y="5927247"/>
                  <a:pt x="3757902" y="5915816"/>
                </a:cubicBezTo>
                <a:cubicBezTo>
                  <a:pt x="3735231" y="5907434"/>
                  <a:pt x="3712565" y="5898859"/>
                  <a:pt x="3689131" y="5893526"/>
                </a:cubicBezTo>
                <a:cubicBezTo>
                  <a:pt x="3661315" y="5887239"/>
                  <a:pt x="3629882" y="5889907"/>
                  <a:pt x="3605116" y="5878285"/>
                </a:cubicBezTo>
                <a:cubicBezTo>
                  <a:pt x="3579206" y="5866093"/>
                  <a:pt x="3557682" y="5874285"/>
                  <a:pt x="3534629" y="5877715"/>
                </a:cubicBezTo>
                <a:cubicBezTo>
                  <a:pt x="3497862" y="5883049"/>
                  <a:pt x="3461282" y="5892955"/>
                  <a:pt x="3424135" y="5880382"/>
                </a:cubicBezTo>
                <a:cubicBezTo>
                  <a:pt x="3378986" y="5865141"/>
                  <a:pt x="3334216" y="5848758"/>
                  <a:pt x="3288877" y="5834280"/>
                </a:cubicBezTo>
                <a:cubicBezTo>
                  <a:pt x="3271348" y="5828753"/>
                  <a:pt x="3252492" y="5826467"/>
                  <a:pt x="3234202" y="5823991"/>
                </a:cubicBezTo>
                <a:cubicBezTo>
                  <a:pt x="3216867" y="5821895"/>
                  <a:pt x="3196102" y="5827230"/>
                  <a:pt x="3182763" y="5819229"/>
                </a:cubicBezTo>
                <a:cubicBezTo>
                  <a:pt x="3148472" y="5798655"/>
                  <a:pt x="3113231" y="5788558"/>
                  <a:pt x="3073604" y="5788558"/>
                </a:cubicBezTo>
                <a:cubicBezTo>
                  <a:pt x="3058743" y="5788558"/>
                  <a:pt x="3044264" y="5779984"/>
                  <a:pt x="3029216" y="5778459"/>
                </a:cubicBezTo>
                <a:cubicBezTo>
                  <a:pt x="3008639" y="5776555"/>
                  <a:pt x="2985016" y="5771411"/>
                  <a:pt x="2967110" y="5778651"/>
                </a:cubicBezTo>
                <a:cubicBezTo>
                  <a:pt x="2925008" y="5795797"/>
                  <a:pt x="2890910" y="5781507"/>
                  <a:pt x="2854140" y="5764553"/>
                </a:cubicBezTo>
                <a:cubicBezTo>
                  <a:pt x="2817943" y="5747789"/>
                  <a:pt x="2779842" y="5734455"/>
                  <a:pt x="2741360" y="5723403"/>
                </a:cubicBezTo>
                <a:cubicBezTo>
                  <a:pt x="2726882" y="5719403"/>
                  <a:pt x="2709548" y="5726072"/>
                  <a:pt x="2693543" y="5727405"/>
                </a:cubicBezTo>
                <a:cubicBezTo>
                  <a:pt x="2687827" y="5727786"/>
                  <a:pt x="2681540" y="5728358"/>
                  <a:pt x="2676398" y="5726453"/>
                </a:cubicBezTo>
                <a:cubicBezTo>
                  <a:pt x="2626677" y="5708163"/>
                  <a:pt x="2576191" y="5694257"/>
                  <a:pt x="2522279" y="5703782"/>
                </a:cubicBezTo>
                <a:cubicBezTo>
                  <a:pt x="2517327" y="5704735"/>
                  <a:pt x="2511800" y="5702639"/>
                  <a:pt x="2506847" y="5701305"/>
                </a:cubicBezTo>
                <a:cubicBezTo>
                  <a:pt x="2482652" y="5694447"/>
                  <a:pt x="2459029" y="5683589"/>
                  <a:pt x="2434456" y="5681112"/>
                </a:cubicBezTo>
                <a:cubicBezTo>
                  <a:pt x="2373874" y="5675016"/>
                  <a:pt x="2312915" y="5672538"/>
                  <a:pt x="2251948" y="5668538"/>
                </a:cubicBezTo>
                <a:cubicBezTo>
                  <a:pt x="2248138" y="5668349"/>
                  <a:pt x="2244137" y="5668349"/>
                  <a:pt x="2240710" y="5667014"/>
                </a:cubicBezTo>
                <a:cubicBezTo>
                  <a:pt x="2218229" y="5658822"/>
                  <a:pt x="2198608" y="5661490"/>
                  <a:pt x="2179556" y="5677111"/>
                </a:cubicBezTo>
                <a:cubicBezTo>
                  <a:pt x="2171173" y="5683969"/>
                  <a:pt x="2159743" y="5687589"/>
                  <a:pt x="2149267" y="5691399"/>
                </a:cubicBezTo>
                <a:cubicBezTo>
                  <a:pt x="2133834" y="5697115"/>
                  <a:pt x="2118023" y="5702639"/>
                  <a:pt x="2102021" y="5706259"/>
                </a:cubicBezTo>
                <a:cubicBezTo>
                  <a:pt x="2086208" y="5709688"/>
                  <a:pt x="2069254" y="5714449"/>
                  <a:pt x="2054013" y="5711784"/>
                </a:cubicBezTo>
                <a:cubicBezTo>
                  <a:pt x="2026581" y="5707022"/>
                  <a:pt x="2000479" y="5696353"/>
                  <a:pt x="1973429" y="5689303"/>
                </a:cubicBezTo>
                <a:cubicBezTo>
                  <a:pt x="1964094" y="5686826"/>
                  <a:pt x="1953806" y="5687209"/>
                  <a:pt x="1944092" y="5687017"/>
                </a:cubicBezTo>
                <a:cubicBezTo>
                  <a:pt x="1921800" y="5686447"/>
                  <a:pt x="1898940" y="5691971"/>
                  <a:pt x="1878748" y="5676159"/>
                </a:cubicBezTo>
                <a:cubicBezTo>
                  <a:pt x="1860079" y="5661299"/>
                  <a:pt x="1841216" y="5665680"/>
                  <a:pt x="1821596" y="5676920"/>
                </a:cubicBezTo>
                <a:cubicBezTo>
                  <a:pt x="1807497" y="5684922"/>
                  <a:pt x="1791496" y="5691209"/>
                  <a:pt x="1775684" y="5694257"/>
                </a:cubicBezTo>
                <a:cubicBezTo>
                  <a:pt x="1753965" y="5698447"/>
                  <a:pt x="1732439" y="5700163"/>
                  <a:pt x="1709006" y="5697685"/>
                </a:cubicBezTo>
                <a:cubicBezTo>
                  <a:pt x="1692431" y="5695971"/>
                  <a:pt x="1678904" y="5695209"/>
                  <a:pt x="1665950" y="5685113"/>
                </a:cubicBezTo>
                <a:cubicBezTo>
                  <a:pt x="1663856" y="5683589"/>
                  <a:pt x="1660046" y="5683207"/>
                  <a:pt x="1657188" y="5683399"/>
                </a:cubicBezTo>
                <a:cubicBezTo>
                  <a:pt x="1619658" y="5686637"/>
                  <a:pt x="1582510" y="5684922"/>
                  <a:pt x="1544598" y="5682634"/>
                </a:cubicBezTo>
                <a:cubicBezTo>
                  <a:pt x="1496403" y="5679589"/>
                  <a:pt x="1445725" y="5688541"/>
                  <a:pt x="1404006" y="5720546"/>
                </a:cubicBezTo>
                <a:cubicBezTo>
                  <a:pt x="1397909" y="5725310"/>
                  <a:pt x="1388765" y="5727405"/>
                  <a:pt x="1380762" y="5728549"/>
                </a:cubicBezTo>
                <a:cubicBezTo>
                  <a:pt x="1343044" y="5733501"/>
                  <a:pt x="1305132" y="5736930"/>
                  <a:pt x="1267411" y="5742455"/>
                </a:cubicBezTo>
                <a:cubicBezTo>
                  <a:pt x="1246837" y="5745503"/>
                  <a:pt x="1225310" y="5748170"/>
                  <a:pt x="1206641" y="5756553"/>
                </a:cubicBezTo>
                <a:cubicBezTo>
                  <a:pt x="1188354" y="5764743"/>
                  <a:pt x="1173681" y="5774459"/>
                  <a:pt x="1162823" y="5757315"/>
                </a:cubicBezTo>
                <a:cubicBezTo>
                  <a:pt x="1143394" y="5766459"/>
                  <a:pt x="1126437" y="5774080"/>
                  <a:pt x="1109865" y="5782270"/>
                </a:cubicBezTo>
                <a:cubicBezTo>
                  <a:pt x="1103767" y="5785318"/>
                  <a:pt x="1098623" y="5790272"/>
                  <a:pt x="1092527" y="5793130"/>
                </a:cubicBezTo>
                <a:cubicBezTo>
                  <a:pt x="1086048" y="5796178"/>
                  <a:pt x="1078810" y="5798082"/>
                  <a:pt x="1071762" y="5799607"/>
                </a:cubicBezTo>
                <a:cubicBezTo>
                  <a:pt x="1040327" y="5806465"/>
                  <a:pt x="1008894" y="5812751"/>
                  <a:pt x="977653" y="5820182"/>
                </a:cubicBezTo>
                <a:cubicBezTo>
                  <a:pt x="971554" y="5821705"/>
                  <a:pt x="966411" y="5827801"/>
                  <a:pt x="960887" y="5831801"/>
                </a:cubicBezTo>
                <a:cubicBezTo>
                  <a:pt x="957266" y="5834470"/>
                  <a:pt x="953648" y="5838470"/>
                  <a:pt x="949646" y="5839042"/>
                </a:cubicBezTo>
                <a:cubicBezTo>
                  <a:pt x="919165" y="5843614"/>
                  <a:pt x="888877" y="5848949"/>
                  <a:pt x="858205" y="5851234"/>
                </a:cubicBezTo>
                <a:cubicBezTo>
                  <a:pt x="832486" y="5853138"/>
                  <a:pt x="807719" y="5852568"/>
                  <a:pt x="801053" y="5885715"/>
                </a:cubicBezTo>
                <a:cubicBezTo>
                  <a:pt x="799909" y="5891432"/>
                  <a:pt x="791717" y="5897528"/>
                  <a:pt x="785432" y="5900384"/>
                </a:cubicBezTo>
                <a:cubicBezTo>
                  <a:pt x="767524" y="5908576"/>
                  <a:pt x="748471" y="5914101"/>
                  <a:pt x="730754" y="5922482"/>
                </a:cubicBezTo>
                <a:cubicBezTo>
                  <a:pt x="672650" y="5950488"/>
                  <a:pt x="611880" y="5968205"/>
                  <a:pt x="546917" y="5964966"/>
                </a:cubicBezTo>
                <a:cubicBezTo>
                  <a:pt x="526724" y="5964014"/>
                  <a:pt x="507102" y="5953726"/>
                  <a:pt x="494337" y="5949915"/>
                </a:cubicBezTo>
                <a:cubicBezTo>
                  <a:pt x="457572" y="5964966"/>
                  <a:pt x="426709" y="5979445"/>
                  <a:pt x="394511" y="5990303"/>
                </a:cubicBezTo>
                <a:cubicBezTo>
                  <a:pt x="366127" y="6000019"/>
                  <a:pt x="336408" y="6006115"/>
                  <a:pt x="307259" y="6013163"/>
                </a:cubicBezTo>
                <a:cubicBezTo>
                  <a:pt x="296590" y="6015832"/>
                  <a:pt x="285732" y="6017355"/>
                  <a:pt x="274873" y="6018690"/>
                </a:cubicBezTo>
                <a:cubicBezTo>
                  <a:pt x="240965" y="6022880"/>
                  <a:pt x="205529" y="6012784"/>
                  <a:pt x="172384" y="6028786"/>
                </a:cubicBezTo>
                <a:cubicBezTo>
                  <a:pt x="155046" y="6037168"/>
                  <a:pt x="137898" y="6047265"/>
                  <a:pt x="119613" y="6051647"/>
                </a:cubicBezTo>
                <a:cubicBezTo>
                  <a:pt x="99990" y="6056409"/>
                  <a:pt x="80794" y="6063839"/>
                  <a:pt x="61197" y="6069150"/>
                </a:cubicBezTo>
                <a:lnTo>
                  <a:pt x="544" y="6073921"/>
                </a:lnTo>
                <a:lnTo>
                  <a:pt x="544" y="5946682"/>
                </a:lnTo>
                <a:lnTo>
                  <a:pt x="0" y="5946682"/>
                </a:lnTo>
                <a:lnTo>
                  <a:pt x="0" y="1335314"/>
                </a:lnTo>
                <a:lnTo>
                  <a:pt x="0" y="873938"/>
                </a:lnTo>
                <a:close/>
              </a:path>
            </a:pathLst>
          </a:custGeom>
          <a:ln>
            <a:noFill/>
          </a:ln>
          <a:effectLst>
            <a:outerShdw blurRad="381000" dist="1524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1E12D6AD-7096-45BB-9C02-468B2704C1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4" y="3296010"/>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39953252-97DE-4766-B2F6-E4FDA2FDA6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4" y="3296010"/>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dpi="0" rotWithShape="1">
            <a:blip r:embed="rId2">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EF75BBD-1739-12C7-ACF4-BC6B9FF0452C}"/>
              </a:ext>
            </a:extLst>
          </p:cNvPr>
          <p:cNvSpPr>
            <a:spLocks noGrp="1"/>
          </p:cNvSpPr>
          <p:nvPr>
            <p:ph type="title"/>
          </p:nvPr>
        </p:nvSpPr>
        <p:spPr>
          <a:xfrm>
            <a:off x="762000" y="1163595"/>
            <a:ext cx="9906000" cy="2346368"/>
          </a:xfrm>
        </p:spPr>
        <p:txBody>
          <a:bodyPr vert="horz" lIns="91440" tIns="45720" rIns="91440" bIns="45720" rtlCol="0" anchor="b" anchorCtr="0">
            <a:normAutofit/>
          </a:bodyPr>
          <a:lstStyle/>
          <a:p>
            <a:r>
              <a:rPr lang="en-US" sz="8000"/>
              <a:t>Thanks</a:t>
            </a:r>
          </a:p>
        </p:txBody>
      </p:sp>
    </p:spTree>
    <p:extLst>
      <p:ext uri="{BB962C8B-B14F-4D97-AF65-F5344CB8AC3E}">
        <p14:creationId xmlns:p14="http://schemas.microsoft.com/office/powerpoint/2010/main" val="511054798"/>
      </p:ext>
    </p:extLst>
  </p:cSld>
  <p:clrMapOvr>
    <a:masterClrMapping/>
  </p:clrMapOvr>
</p:sld>
</file>

<file path=ppt/theme/theme1.xml><?xml version="1.0" encoding="utf-8"?>
<a:theme xmlns:a="http://schemas.openxmlformats.org/drawingml/2006/main" name="TornVTI">
  <a:themeElements>
    <a:clrScheme name="Custom 1">
      <a:dk1>
        <a:sysClr val="windowText" lastClr="000000"/>
      </a:dk1>
      <a:lt1>
        <a:sysClr val="window" lastClr="FFFFFF"/>
      </a:lt1>
      <a:dk2>
        <a:srgbClr val="131523"/>
      </a:dk2>
      <a:lt2>
        <a:srgbClr val="E7E6E6"/>
      </a:lt2>
      <a:accent1>
        <a:srgbClr val="3FB96C"/>
      </a:accent1>
      <a:accent2>
        <a:srgbClr val="699EFA"/>
      </a:accent2>
      <a:accent3>
        <a:srgbClr val="8039C1"/>
      </a:accent3>
      <a:accent4>
        <a:srgbClr val="D1971A"/>
      </a:accent4>
      <a:accent5>
        <a:srgbClr val="E62B59"/>
      </a:accent5>
      <a:accent6>
        <a:srgbClr val="9CA2AB"/>
      </a:accent6>
      <a:hlink>
        <a:srgbClr val="FFFFFF"/>
      </a:hlink>
      <a:folHlink>
        <a:srgbClr val="57618E"/>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ornVTI" id="{D93270A2-BAD7-4DCC-9D1D-3427EACCFA88}" vid="{1B17486C-9B79-43FC-98F9-5BF7AA5600D2}"/>
    </a:ext>
  </a:extLst>
</a:theme>
</file>

<file path=docProps/app.xml><?xml version="1.0" encoding="utf-8"?>
<Properties xmlns="http://schemas.openxmlformats.org/officeDocument/2006/extended-properties" xmlns:vt="http://schemas.openxmlformats.org/officeDocument/2006/docPropsVTypes">
  <TotalTime>533</TotalTime>
  <Words>2012</Words>
  <Application>Microsoft Office PowerPoint</Application>
  <PresentationFormat>Widescreen</PresentationFormat>
  <Paragraphs>317</Paragraphs>
  <Slides>44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Times New Roman</vt:lpstr>
      <vt:lpstr>TornVTI</vt:lpstr>
      <vt:lpstr>Epidemiology &amp; NVBDCP</vt:lpstr>
      <vt:lpstr>Driven to End Malaria: Now We Can. Now We Must</vt:lpstr>
      <vt:lpstr>Learning Objectives</vt:lpstr>
      <vt:lpstr>Reasons for this discussion</vt:lpstr>
      <vt:lpstr>PowerPoint Presentation</vt:lpstr>
      <vt:lpstr>API in India declined from 2.09 in 2000 to 0.13 in 2022. Malaria deaths declined from 932 in 2000 to 83 in 2022. Reported P. falciparum cases declined from 11,36,423 in 1995 to 98,306 in 2022. </vt:lpstr>
      <vt:lpstr>PowerPoint Presentation</vt:lpstr>
      <vt:lpstr>PowerPoint Presentation</vt:lpstr>
      <vt:lpstr>Vector: Mosquito; Family -Anopheles</vt:lpstr>
      <vt:lpstr>Anopheles – Mosquito (9/58)</vt:lpstr>
      <vt:lpstr>PowerPoint Presentation</vt:lpstr>
      <vt:lpstr>Agent - Plasmodium</vt:lpstr>
      <vt:lpstr>PowerPoint Presentation</vt:lpstr>
      <vt:lpstr>Environment</vt:lpstr>
      <vt:lpstr>PowerPoint Presentation</vt:lpstr>
      <vt:lpstr>Indicators</vt:lpstr>
      <vt:lpstr>Indicators</vt:lpstr>
      <vt:lpstr>Elimination Indicator</vt:lpstr>
      <vt:lpstr>Programme Indicators</vt:lpstr>
      <vt:lpstr>PowerPoint Presentation</vt:lpstr>
      <vt:lpstr>Evolution of the programme</vt:lpstr>
      <vt:lpstr>Control to elimination</vt:lpstr>
      <vt:lpstr>Vision, mission and goals</vt:lpstr>
      <vt:lpstr>Targets</vt:lpstr>
      <vt:lpstr>Strategy</vt:lpstr>
      <vt:lpstr>Malaria Surveillance</vt:lpstr>
      <vt:lpstr>PowerPoint Presentation</vt:lpstr>
      <vt:lpstr>Malaria specific case definitions</vt:lpstr>
      <vt:lpstr>Operational definitions</vt:lpstr>
      <vt:lpstr>PowerPoint Presentation</vt:lpstr>
      <vt:lpstr>Universal access</vt:lpstr>
      <vt:lpstr>Universal access - prevention</vt:lpstr>
      <vt:lpstr>Foci</vt:lpstr>
      <vt:lpstr>Integrated Vector Management</vt:lpstr>
      <vt:lpstr>IRS and LLINs</vt:lpstr>
      <vt:lpstr>Larval source management</vt:lpstr>
      <vt:lpstr>Insecticide resistance monitoring</vt:lpstr>
      <vt:lpstr>Special Paradigms</vt:lpstr>
      <vt:lpstr>Community Participation</vt:lpstr>
      <vt:lpstr>Multisectoral coordination</vt:lpstr>
      <vt:lpstr>Current challenges in the last mile</vt:lpstr>
      <vt:lpstr>Prevention of re establishment</vt:lpstr>
      <vt:lpstr>Malaria elimination is no longer only about treating a fever.</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mukul maheshwari</dc:creator>
  <cp:lastModifiedBy>mukul maheshwari</cp:lastModifiedBy>
  <cp:revision>1</cp:revision>
  <dcterms:created xsi:type="dcterms:W3CDTF">2026-04-24T12:03:18Z</dcterms:created>
  <dcterms:modified xsi:type="dcterms:W3CDTF">2026-04-24T20:57:03Z</dcterms:modified>
</cp:coreProperties>
</file>