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77" r:id="rId2"/>
    <p:sldId id="278" r:id="rId3"/>
    <p:sldId id="279" r:id="rId4"/>
    <p:sldId id="280" r:id="rId5"/>
    <p:sldId id="281" r:id="rId6"/>
    <p:sldId id="282" r:id="rId7"/>
    <p:sldId id="283" r:id="rId8"/>
    <p:sldId id="284" r:id="rId9"/>
    <p:sldId id="285" r:id="rId10"/>
    <p:sldId id="286" r:id="rId11"/>
    <p:sldId id="287" r:id="rId12"/>
    <p:sldId id="288" r:id="rId13"/>
    <p:sldId id="290" r:id="rId14"/>
    <p:sldId id="292" r:id="rId15"/>
    <p:sldId id="293" r:id="rId16"/>
    <p:sldId id="294" r:id="rId17"/>
    <p:sldId id="295" r:id="rId18"/>
    <p:sldId id="297" r:id="rId19"/>
    <p:sldId id="296" r:id="rId20"/>
    <p:sldId id="298" r:id="rId21"/>
    <p:sldId id="301" r:id="rId22"/>
    <p:sldId id="300" r:id="rId23"/>
    <p:sldId id="302" r:id="rId24"/>
    <p:sldId id="303" r:id="rId25"/>
    <p:sldId id="299"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83EBFA-5335-45BB-8E1D-5A78D4148472}" v="11" dt="2024-11-27T20:05:03.7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4660"/>
  </p:normalViewPr>
  <p:slideViewPr>
    <p:cSldViewPr snapToGrid="0">
      <p:cViewPr>
        <p:scale>
          <a:sx n="75" d="100"/>
          <a:sy n="75" d="100"/>
        </p:scale>
        <p:origin x="-1062" y="720"/>
      </p:cViewPr>
      <p:guideLst/>
    </p:cSldViewPr>
  </p:slideViewPr>
  <p:notesTextViewPr>
    <p:cViewPr>
      <p:scale>
        <a:sx n="1" d="1"/>
        <a:sy n="1" d="1"/>
      </p:scale>
      <p:origin x="0" y="0"/>
    </p:cViewPr>
  </p:notesTextViewPr>
  <p:sorterViewPr>
    <p:cViewPr>
      <p:scale>
        <a:sx n="100" d="100"/>
        <a:sy n="100" d="100"/>
      </p:scale>
      <p:origin x="0" y="-230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6683EBFA-5335-45BB-8E1D-5A78D4148472}"/>
    <pc:docChg chg="undo custSel addSld delSld modSld sldOrd">
      <pc:chgData name="mukul maheshwari" userId="12cb43e2ca5f0d2c" providerId="LiveId" clId="{6683EBFA-5335-45BB-8E1D-5A78D4148472}" dt="2024-11-27T20:12:53.885" v="2911" actId="26606"/>
      <pc:docMkLst>
        <pc:docMk/>
      </pc:docMkLst>
      <pc:sldChg chg="addSp modSp mod setBg addAnim setClrOvrMap">
        <pc:chgData name="mukul maheshwari" userId="12cb43e2ca5f0d2c" providerId="LiveId" clId="{6683EBFA-5335-45BB-8E1D-5A78D4148472}" dt="2024-11-27T15:52:57.631" v="1"/>
        <pc:sldMkLst>
          <pc:docMk/>
          <pc:sldMk cId="1546106" sldId="277"/>
        </pc:sldMkLst>
        <pc:spChg chg="mod">
          <ac:chgData name="mukul maheshwari" userId="12cb43e2ca5f0d2c" providerId="LiveId" clId="{6683EBFA-5335-45BB-8E1D-5A78D4148472}" dt="2024-11-27T15:52:57.624" v="0" actId="26606"/>
          <ac:spMkLst>
            <pc:docMk/>
            <pc:sldMk cId="1546106" sldId="277"/>
            <ac:spMk id="2" creationId="{6CAEA2AE-7195-74F4-D141-DBE06F9A6836}"/>
          </ac:spMkLst>
        </pc:spChg>
        <pc:spChg chg="mod">
          <ac:chgData name="mukul maheshwari" userId="12cb43e2ca5f0d2c" providerId="LiveId" clId="{6683EBFA-5335-45BB-8E1D-5A78D4148472}" dt="2024-11-27T15:52:57.624" v="0" actId="26606"/>
          <ac:spMkLst>
            <pc:docMk/>
            <pc:sldMk cId="1546106" sldId="277"/>
            <ac:spMk id="3" creationId="{8B173FC5-0A0C-A966-4E71-DB269AA7F40A}"/>
          </ac:spMkLst>
        </pc:spChg>
        <pc:spChg chg="add">
          <ac:chgData name="mukul maheshwari" userId="12cb43e2ca5f0d2c" providerId="LiveId" clId="{6683EBFA-5335-45BB-8E1D-5A78D4148472}" dt="2024-11-27T15:52:57.624" v="0" actId="26606"/>
          <ac:spMkLst>
            <pc:docMk/>
            <pc:sldMk cId="1546106" sldId="277"/>
            <ac:spMk id="9" creationId="{1FF9CEF5-A50D-4B8B-9852-D76F7037867E}"/>
          </ac:spMkLst>
        </pc:spChg>
        <pc:spChg chg="add">
          <ac:chgData name="mukul maheshwari" userId="12cb43e2ca5f0d2c" providerId="LiveId" clId="{6683EBFA-5335-45BB-8E1D-5A78D4148472}" dt="2024-11-27T15:52:57.624" v="0" actId="26606"/>
          <ac:spMkLst>
            <pc:docMk/>
            <pc:sldMk cId="1546106" sldId="277"/>
            <ac:spMk id="11" creationId="{30684D86-C9D1-40C3-A9B6-EC935C7312E3}"/>
          </ac:spMkLst>
        </pc:spChg>
        <pc:spChg chg="add">
          <ac:chgData name="mukul maheshwari" userId="12cb43e2ca5f0d2c" providerId="LiveId" clId="{6683EBFA-5335-45BB-8E1D-5A78D4148472}" dt="2024-11-27T15:52:57.624" v="0" actId="26606"/>
          <ac:spMkLst>
            <pc:docMk/>
            <pc:sldMk cId="1546106" sldId="277"/>
            <ac:spMk id="13" creationId="{1EDF7896-F56A-49DA-90F3-F5CE8B9833AD}"/>
          </ac:spMkLst>
        </pc:spChg>
        <pc:picChg chg="add">
          <ac:chgData name="mukul maheshwari" userId="12cb43e2ca5f0d2c" providerId="LiveId" clId="{6683EBFA-5335-45BB-8E1D-5A78D4148472}" dt="2024-11-27T15:52:57.624" v="0" actId="26606"/>
          <ac:picMkLst>
            <pc:docMk/>
            <pc:sldMk cId="1546106" sldId="277"/>
            <ac:picMk id="5" creationId="{FB1A2001-77B0-0061-C22E-5A4B69678BE0}"/>
          </ac:picMkLst>
        </pc:picChg>
      </pc:sldChg>
      <pc:sldChg chg="addSp modSp mod setBg setClrOvrMap">
        <pc:chgData name="mukul maheshwari" userId="12cb43e2ca5f0d2c" providerId="LiveId" clId="{6683EBFA-5335-45BB-8E1D-5A78D4148472}" dt="2024-11-27T15:53:15.232" v="6" actId="403"/>
        <pc:sldMkLst>
          <pc:docMk/>
          <pc:sldMk cId="4226017683" sldId="278"/>
        </pc:sldMkLst>
        <pc:spChg chg="mod">
          <ac:chgData name="mukul maheshwari" userId="12cb43e2ca5f0d2c" providerId="LiveId" clId="{6683EBFA-5335-45BB-8E1D-5A78D4148472}" dt="2024-11-27T15:53:15.232" v="6" actId="403"/>
          <ac:spMkLst>
            <pc:docMk/>
            <pc:sldMk cId="4226017683" sldId="278"/>
            <ac:spMk id="3" creationId="{812347E2-53C0-0691-02BB-5E7B68CA6028}"/>
          </ac:spMkLst>
        </pc:spChg>
        <pc:spChg chg="add">
          <ac:chgData name="mukul maheshwari" userId="12cb43e2ca5f0d2c" providerId="LiveId" clId="{6683EBFA-5335-45BB-8E1D-5A78D4148472}" dt="2024-11-27T15:53:04.705" v="2" actId="26606"/>
          <ac:spMkLst>
            <pc:docMk/>
            <pc:sldMk cId="4226017683" sldId="278"/>
            <ac:spMk id="9" creationId="{35879851-1A1D-4246-AAA1-C484E858337D}"/>
          </ac:spMkLst>
        </pc:spChg>
        <pc:picChg chg="add">
          <ac:chgData name="mukul maheshwari" userId="12cb43e2ca5f0d2c" providerId="LiveId" clId="{6683EBFA-5335-45BB-8E1D-5A78D4148472}" dt="2024-11-27T15:53:04.705" v="2" actId="26606"/>
          <ac:picMkLst>
            <pc:docMk/>
            <pc:sldMk cId="4226017683" sldId="278"/>
            <ac:picMk id="5" creationId="{6E79290D-F963-29E7-42B6-DF17CA70B836}"/>
          </ac:picMkLst>
        </pc:picChg>
      </pc:sldChg>
      <pc:sldChg chg="addSp modSp mod setBg">
        <pc:chgData name="mukul maheshwari" userId="12cb43e2ca5f0d2c" providerId="LiveId" clId="{6683EBFA-5335-45BB-8E1D-5A78D4148472}" dt="2024-11-27T15:53:21.984" v="7" actId="26606"/>
        <pc:sldMkLst>
          <pc:docMk/>
          <pc:sldMk cId="1383837189" sldId="279"/>
        </pc:sldMkLst>
        <pc:spChg chg="mod">
          <ac:chgData name="mukul maheshwari" userId="12cb43e2ca5f0d2c" providerId="LiveId" clId="{6683EBFA-5335-45BB-8E1D-5A78D4148472}" dt="2024-11-27T15:53:21.984" v="7" actId="26606"/>
          <ac:spMkLst>
            <pc:docMk/>
            <pc:sldMk cId="1383837189" sldId="279"/>
            <ac:spMk id="2" creationId="{17D54B31-A913-C1FA-CDD9-96FE20A5E03D}"/>
          </ac:spMkLst>
        </pc:spChg>
        <pc:spChg chg="mod">
          <ac:chgData name="mukul maheshwari" userId="12cb43e2ca5f0d2c" providerId="LiveId" clId="{6683EBFA-5335-45BB-8E1D-5A78D4148472}" dt="2024-11-27T15:53:21.984" v="7" actId="26606"/>
          <ac:spMkLst>
            <pc:docMk/>
            <pc:sldMk cId="1383837189" sldId="279"/>
            <ac:spMk id="3" creationId="{7C210CED-56CD-BF76-9C15-BDDB59607E79}"/>
          </ac:spMkLst>
        </pc:spChg>
        <pc:spChg chg="add">
          <ac:chgData name="mukul maheshwari" userId="12cb43e2ca5f0d2c" providerId="LiveId" clId="{6683EBFA-5335-45BB-8E1D-5A78D4148472}" dt="2024-11-27T15:53:21.984" v="7" actId="26606"/>
          <ac:spMkLst>
            <pc:docMk/>
            <pc:sldMk cId="1383837189" sldId="279"/>
            <ac:spMk id="8" creationId="{0A46F010-D160-4609-8979-FFD8C1EA6C43}"/>
          </ac:spMkLst>
        </pc:spChg>
        <pc:spChg chg="add">
          <ac:chgData name="mukul maheshwari" userId="12cb43e2ca5f0d2c" providerId="LiveId" clId="{6683EBFA-5335-45BB-8E1D-5A78D4148472}" dt="2024-11-27T15:53:21.984" v="7" actId="26606"/>
          <ac:spMkLst>
            <pc:docMk/>
            <pc:sldMk cId="1383837189" sldId="279"/>
            <ac:spMk id="10" creationId="{81B8C4F6-C3AC-4C94-8EC7-E4F7B7E9CDB6}"/>
          </ac:spMkLst>
        </pc:spChg>
        <pc:spChg chg="add">
          <ac:chgData name="mukul maheshwari" userId="12cb43e2ca5f0d2c" providerId="LiveId" clId="{6683EBFA-5335-45BB-8E1D-5A78D4148472}" dt="2024-11-27T15:53:21.984" v="7" actId="26606"/>
          <ac:spMkLst>
            <pc:docMk/>
            <pc:sldMk cId="1383837189" sldId="279"/>
            <ac:spMk id="40" creationId="{91328346-8BAD-4616-B50B-5CFDA5648D6A}"/>
          </ac:spMkLst>
        </pc:spChg>
        <pc:grpChg chg="add">
          <ac:chgData name="mukul maheshwari" userId="12cb43e2ca5f0d2c" providerId="LiveId" clId="{6683EBFA-5335-45BB-8E1D-5A78D4148472}" dt="2024-11-27T15:53:21.984" v="7" actId="26606"/>
          <ac:grpSpMkLst>
            <pc:docMk/>
            <pc:sldMk cId="1383837189" sldId="279"/>
            <ac:grpSpMk id="12" creationId="{0B789310-9859-4942-98C8-3D2F12AAAE73}"/>
          </ac:grpSpMkLst>
        </pc:grpChg>
        <pc:grpChg chg="add">
          <ac:chgData name="mukul maheshwari" userId="12cb43e2ca5f0d2c" providerId="LiveId" clId="{6683EBFA-5335-45BB-8E1D-5A78D4148472}" dt="2024-11-27T15:53:21.984" v="7" actId="26606"/>
          <ac:grpSpMkLst>
            <pc:docMk/>
            <pc:sldMk cId="1383837189" sldId="279"/>
            <ac:grpSpMk id="26" creationId="{6F1CEC7A-E419-4950-AA57-B00546C29CAF}"/>
          </ac:grpSpMkLst>
        </pc:grpChg>
      </pc:sldChg>
      <pc:sldChg chg="addSp modSp mod setBg">
        <pc:chgData name="mukul maheshwari" userId="12cb43e2ca5f0d2c" providerId="LiveId" clId="{6683EBFA-5335-45BB-8E1D-5A78D4148472}" dt="2024-11-27T15:53:46.018" v="14" actId="20577"/>
        <pc:sldMkLst>
          <pc:docMk/>
          <pc:sldMk cId="622334169" sldId="280"/>
        </pc:sldMkLst>
        <pc:spChg chg="mod">
          <ac:chgData name="mukul maheshwari" userId="12cb43e2ca5f0d2c" providerId="LiveId" clId="{6683EBFA-5335-45BB-8E1D-5A78D4148472}" dt="2024-11-27T15:53:46.018" v="14" actId="20577"/>
          <ac:spMkLst>
            <pc:docMk/>
            <pc:sldMk cId="622334169" sldId="280"/>
            <ac:spMk id="3" creationId="{1F238B8B-ABC1-8E1B-7801-50A673D830D9}"/>
          </ac:spMkLst>
        </pc:spChg>
        <pc:spChg chg="add">
          <ac:chgData name="mukul maheshwari" userId="12cb43e2ca5f0d2c" providerId="LiveId" clId="{6683EBFA-5335-45BB-8E1D-5A78D4148472}" dt="2024-11-27T15:53:28.598" v="8" actId="26606"/>
          <ac:spMkLst>
            <pc:docMk/>
            <pc:sldMk cId="622334169" sldId="280"/>
            <ac:spMk id="8" creationId="{0A46F010-D160-4609-8979-FFD8C1EA6C43}"/>
          </ac:spMkLst>
        </pc:spChg>
        <pc:spChg chg="add">
          <ac:chgData name="mukul maheshwari" userId="12cb43e2ca5f0d2c" providerId="LiveId" clId="{6683EBFA-5335-45BB-8E1D-5A78D4148472}" dt="2024-11-27T15:53:28.598" v="8" actId="26606"/>
          <ac:spMkLst>
            <pc:docMk/>
            <pc:sldMk cId="622334169" sldId="280"/>
            <ac:spMk id="10" creationId="{81B8C4F6-C3AC-4C94-8EC7-E4F7B7E9CDB6}"/>
          </ac:spMkLst>
        </pc:spChg>
        <pc:spChg chg="add">
          <ac:chgData name="mukul maheshwari" userId="12cb43e2ca5f0d2c" providerId="LiveId" clId="{6683EBFA-5335-45BB-8E1D-5A78D4148472}" dt="2024-11-27T15:53:28.598" v="8" actId="26606"/>
          <ac:spMkLst>
            <pc:docMk/>
            <pc:sldMk cId="622334169" sldId="280"/>
            <ac:spMk id="40" creationId="{91328346-8BAD-4616-B50B-5CFDA5648D6A}"/>
          </ac:spMkLst>
        </pc:spChg>
        <pc:grpChg chg="add">
          <ac:chgData name="mukul maheshwari" userId="12cb43e2ca5f0d2c" providerId="LiveId" clId="{6683EBFA-5335-45BB-8E1D-5A78D4148472}" dt="2024-11-27T15:53:28.598" v="8" actId="26606"/>
          <ac:grpSpMkLst>
            <pc:docMk/>
            <pc:sldMk cId="622334169" sldId="280"/>
            <ac:grpSpMk id="12" creationId="{0B789310-9859-4942-98C8-3D2F12AAAE73}"/>
          </ac:grpSpMkLst>
        </pc:grpChg>
        <pc:grpChg chg="add">
          <ac:chgData name="mukul maheshwari" userId="12cb43e2ca5f0d2c" providerId="LiveId" clId="{6683EBFA-5335-45BB-8E1D-5A78D4148472}" dt="2024-11-27T15:53:28.598" v="8" actId="26606"/>
          <ac:grpSpMkLst>
            <pc:docMk/>
            <pc:sldMk cId="622334169" sldId="280"/>
            <ac:grpSpMk id="26" creationId="{6F1CEC7A-E419-4950-AA57-B00546C29CAF}"/>
          </ac:grpSpMkLst>
        </pc:grpChg>
      </pc:sldChg>
      <pc:sldChg chg="addSp modSp mod setBg">
        <pc:chgData name="mukul maheshwari" userId="12cb43e2ca5f0d2c" providerId="LiveId" clId="{6683EBFA-5335-45BB-8E1D-5A78D4148472}" dt="2024-11-27T15:54:04.396" v="20" actId="14100"/>
        <pc:sldMkLst>
          <pc:docMk/>
          <pc:sldMk cId="145250755" sldId="281"/>
        </pc:sldMkLst>
        <pc:spChg chg="mod">
          <ac:chgData name="mukul maheshwari" userId="12cb43e2ca5f0d2c" providerId="LiveId" clId="{6683EBFA-5335-45BB-8E1D-5A78D4148472}" dt="2024-11-27T15:54:04.396" v="20" actId="14100"/>
          <ac:spMkLst>
            <pc:docMk/>
            <pc:sldMk cId="145250755" sldId="281"/>
            <ac:spMk id="3" creationId="{0701D027-6254-AD49-81D8-E01C2E523B49}"/>
          </ac:spMkLst>
        </pc:spChg>
        <pc:spChg chg="add">
          <ac:chgData name="mukul maheshwari" userId="12cb43e2ca5f0d2c" providerId="LiveId" clId="{6683EBFA-5335-45BB-8E1D-5A78D4148472}" dt="2024-11-27T15:53:53.475" v="15" actId="26606"/>
          <ac:spMkLst>
            <pc:docMk/>
            <pc:sldMk cId="145250755" sldId="281"/>
            <ac:spMk id="8" creationId="{0A46F010-D160-4609-8979-FFD8C1EA6C43}"/>
          </ac:spMkLst>
        </pc:spChg>
        <pc:spChg chg="add">
          <ac:chgData name="mukul maheshwari" userId="12cb43e2ca5f0d2c" providerId="LiveId" clId="{6683EBFA-5335-45BB-8E1D-5A78D4148472}" dt="2024-11-27T15:53:53.475" v="15" actId="26606"/>
          <ac:spMkLst>
            <pc:docMk/>
            <pc:sldMk cId="145250755" sldId="281"/>
            <ac:spMk id="10" creationId="{81B8C4F6-C3AC-4C94-8EC7-E4F7B7E9CDB6}"/>
          </ac:spMkLst>
        </pc:spChg>
        <pc:spChg chg="add">
          <ac:chgData name="mukul maheshwari" userId="12cb43e2ca5f0d2c" providerId="LiveId" clId="{6683EBFA-5335-45BB-8E1D-5A78D4148472}" dt="2024-11-27T15:53:53.475" v="15" actId="26606"/>
          <ac:spMkLst>
            <pc:docMk/>
            <pc:sldMk cId="145250755" sldId="281"/>
            <ac:spMk id="40" creationId="{91328346-8BAD-4616-B50B-5CFDA5648D6A}"/>
          </ac:spMkLst>
        </pc:spChg>
        <pc:grpChg chg="add">
          <ac:chgData name="mukul maheshwari" userId="12cb43e2ca5f0d2c" providerId="LiveId" clId="{6683EBFA-5335-45BB-8E1D-5A78D4148472}" dt="2024-11-27T15:53:53.475" v="15" actId="26606"/>
          <ac:grpSpMkLst>
            <pc:docMk/>
            <pc:sldMk cId="145250755" sldId="281"/>
            <ac:grpSpMk id="12" creationId="{0B789310-9859-4942-98C8-3D2F12AAAE73}"/>
          </ac:grpSpMkLst>
        </pc:grpChg>
        <pc:grpChg chg="add">
          <ac:chgData name="mukul maheshwari" userId="12cb43e2ca5f0d2c" providerId="LiveId" clId="{6683EBFA-5335-45BB-8E1D-5A78D4148472}" dt="2024-11-27T15:53:53.475" v="15" actId="26606"/>
          <ac:grpSpMkLst>
            <pc:docMk/>
            <pc:sldMk cId="145250755" sldId="281"/>
            <ac:grpSpMk id="26" creationId="{6F1CEC7A-E419-4950-AA57-B00546C29CAF}"/>
          </ac:grpSpMkLst>
        </pc:grpChg>
      </pc:sldChg>
      <pc:sldChg chg="addSp modSp mod setBg">
        <pc:chgData name="mukul maheshwari" userId="12cb43e2ca5f0d2c" providerId="LiveId" clId="{6683EBFA-5335-45BB-8E1D-5A78D4148472}" dt="2024-11-27T15:54:32.946" v="28" actId="27636"/>
        <pc:sldMkLst>
          <pc:docMk/>
          <pc:sldMk cId="990574457" sldId="282"/>
        </pc:sldMkLst>
        <pc:spChg chg="mod">
          <ac:chgData name="mukul maheshwari" userId="12cb43e2ca5f0d2c" providerId="LiveId" clId="{6683EBFA-5335-45BB-8E1D-5A78D4148472}" dt="2024-11-27T15:54:32.946" v="28" actId="27636"/>
          <ac:spMkLst>
            <pc:docMk/>
            <pc:sldMk cId="990574457" sldId="282"/>
            <ac:spMk id="3" creationId="{2730DF35-F7E4-A1A0-F51F-A24F29D2711F}"/>
          </ac:spMkLst>
        </pc:spChg>
        <pc:spChg chg="add">
          <ac:chgData name="mukul maheshwari" userId="12cb43e2ca5f0d2c" providerId="LiveId" clId="{6683EBFA-5335-45BB-8E1D-5A78D4148472}" dt="2024-11-27T15:54:13.553" v="21" actId="26606"/>
          <ac:spMkLst>
            <pc:docMk/>
            <pc:sldMk cId="990574457" sldId="282"/>
            <ac:spMk id="9" creationId="{F7E42047-F7E7-4687-BBE0-D4BDC8E77BB1}"/>
          </ac:spMkLst>
        </pc:spChg>
        <pc:spChg chg="add">
          <ac:chgData name="mukul maheshwari" userId="12cb43e2ca5f0d2c" providerId="LiveId" clId="{6683EBFA-5335-45BB-8E1D-5A78D4148472}" dt="2024-11-27T15:54:13.553" v="21" actId="26606"/>
          <ac:spMkLst>
            <pc:docMk/>
            <pc:sldMk cId="990574457" sldId="282"/>
            <ac:spMk id="39" creationId="{2C509E7A-337A-4664-BEC2-03F9BCA0A463}"/>
          </ac:spMkLst>
        </pc:spChg>
        <pc:spChg chg="add">
          <ac:chgData name="mukul maheshwari" userId="12cb43e2ca5f0d2c" providerId="LiveId" clId="{6683EBFA-5335-45BB-8E1D-5A78D4148472}" dt="2024-11-27T15:54:13.553" v="21" actId="26606"/>
          <ac:spMkLst>
            <pc:docMk/>
            <pc:sldMk cId="990574457" sldId="282"/>
            <ac:spMk id="41" creationId="{D9AB99AB-E300-4B19-97C3-9A12EA3C7BDA}"/>
          </ac:spMkLst>
        </pc:spChg>
        <pc:grpChg chg="add">
          <ac:chgData name="mukul maheshwari" userId="12cb43e2ca5f0d2c" providerId="LiveId" clId="{6683EBFA-5335-45BB-8E1D-5A78D4148472}" dt="2024-11-27T15:54:13.553" v="21" actId="26606"/>
          <ac:grpSpMkLst>
            <pc:docMk/>
            <pc:sldMk cId="990574457" sldId="282"/>
            <ac:grpSpMk id="11" creationId="{8D6F839A-C8D9-4FBC-8EFD-9E56D12F4CD0}"/>
          </ac:grpSpMkLst>
        </pc:grpChg>
        <pc:grpChg chg="add">
          <ac:chgData name="mukul maheshwari" userId="12cb43e2ca5f0d2c" providerId="LiveId" clId="{6683EBFA-5335-45BB-8E1D-5A78D4148472}" dt="2024-11-27T15:54:13.553" v="21" actId="26606"/>
          <ac:grpSpMkLst>
            <pc:docMk/>
            <pc:sldMk cId="990574457" sldId="282"/>
            <ac:grpSpMk id="25" creationId="{70EDA856-A216-4EEC-9AB6-A59FFC703612}"/>
          </ac:grpSpMkLst>
        </pc:grpChg>
        <pc:picChg chg="add">
          <ac:chgData name="mukul maheshwari" userId="12cb43e2ca5f0d2c" providerId="LiveId" clId="{6683EBFA-5335-45BB-8E1D-5A78D4148472}" dt="2024-11-27T15:54:13.553" v="21" actId="26606"/>
          <ac:picMkLst>
            <pc:docMk/>
            <pc:sldMk cId="990574457" sldId="282"/>
            <ac:picMk id="5" creationId="{5B62170C-2350-4BAE-E2BD-5824BB0AB848}"/>
          </ac:picMkLst>
        </pc:picChg>
      </pc:sldChg>
      <pc:sldChg chg="modSp mod">
        <pc:chgData name="mukul maheshwari" userId="12cb43e2ca5f0d2c" providerId="LiveId" clId="{6683EBFA-5335-45BB-8E1D-5A78D4148472}" dt="2024-11-27T15:54:46.587" v="30" actId="1076"/>
        <pc:sldMkLst>
          <pc:docMk/>
          <pc:sldMk cId="569298650" sldId="283"/>
        </pc:sldMkLst>
        <pc:spChg chg="mod">
          <ac:chgData name="mukul maheshwari" userId="12cb43e2ca5f0d2c" providerId="LiveId" clId="{6683EBFA-5335-45BB-8E1D-5A78D4148472}" dt="2024-11-27T15:54:46.587" v="30" actId="1076"/>
          <ac:spMkLst>
            <pc:docMk/>
            <pc:sldMk cId="569298650" sldId="283"/>
            <ac:spMk id="2" creationId="{D01FD080-2021-B05A-F77A-174739B7CA77}"/>
          </ac:spMkLst>
        </pc:spChg>
      </pc:sldChg>
      <pc:sldChg chg="modSp mod">
        <pc:chgData name="mukul maheshwari" userId="12cb43e2ca5f0d2c" providerId="LiveId" clId="{6683EBFA-5335-45BB-8E1D-5A78D4148472}" dt="2024-11-27T15:55:06.254" v="32" actId="1076"/>
        <pc:sldMkLst>
          <pc:docMk/>
          <pc:sldMk cId="298418233" sldId="284"/>
        </pc:sldMkLst>
        <pc:spChg chg="mod">
          <ac:chgData name="mukul maheshwari" userId="12cb43e2ca5f0d2c" providerId="LiveId" clId="{6683EBFA-5335-45BB-8E1D-5A78D4148472}" dt="2024-11-27T15:55:06.254" v="32" actId="1076"/>
          <ac:spMkLst>
            <pc:docMk/>
            <pc:sldMk cId="298418233" sldId="284"/>
            <ac:spMk id="3" creationId="{8CB748CC-56D8-A434-1E26-19601FDB2994}"/>
          </ac:spMkLst>
        </pc:spChg>
      </pc:sldChg>
      <pc:sldChg chg="modSp mod">
        <pc:chgData name="mukul maheshwari" userId="12cb43e2ca5f0d2c" providerId="LiveId" clId="{6683EBFA-5335-45BB-8E1D-5A78D4148472}" dt="2024-11-27T15:55:16.443" v="33" actId="1076"/>
        <pc:sldMkLst>
          <pc:docMk/>
          <pc:sldMk cId="871756738" sldId="286"/>
        </pc:sldMkLst>
        <pc:spChg chg="mod">
          <ac:chgData name="mukul maheshwari" userId="12cb43e2ca5f0d2c" providerId="LiveId" clId="{6683EBFA-5335-45BB-8E1D-5A78D4148472}" dt="2024-11-27T15:55:16.443" v="33" actId="1076"/>
          <ac:spMkLst>
            <pc:docMk/>
            <pc:sldMk cId="871756738" sldId="286"/>
            <ac:spMk id="3" creationId="{891DD13C-F0F4-DC77-DECE-41F033947927}"/>
          </ac:spMkLst>
        </pc:spChg>
      </pc:sldChg>
      <pc:sldChg chg="addSp modSp mod setBg">
        <pc:chgData name="mukul maheshwari" userId="12cb43e2ca5f0d2c" providerId="LiveId" clId="{6683EBFA-5335-45BB-8E1D-5A78D4148472}" dt="2024-11-27T15:55:22.847" v="34" actId="26606"/>
        <pc:sldMkLst>
          <pc:docMk/>
          <pc:sldMk cId="439691656" sldId="287"/>
        </pc:sldMkLst>
        <pc:spChg chg="mod">
          <ac:chgData name="mukul maheshwari" userId="12cb43e2ca5f0d2c" providerId="LiveId" clId="{6683EBFA-5335-45BB-8E1D-5A78D4148472}" dt="2024-11-27T15:55:22.847" v="34" actId="26606"/>
          <ac:spMkLst>
            <pc:docMk/>
            <pc:sldMk cId="439691656" sldId="287"/>
            <ac:spMk id="3" creationId="{607A9D49-E97C-E242-3C22-FA80C4E06FBF}"/>
          </ac:spMkLst>
        </pc:spChg>
        <pc:spChg chg="add">
          <ac:chgData name="mukul maheshwari" userId="12cb43e2ca5f0d2c" providerId="LiveId" clId="{6683EBFA-5335-45BB-8E1D-5A78D4148472}" dt="2024-11-27T15:55:22.847" v="34" actId="26606"/>
          <ac:spMkLst>
            <pc:docMk/>
            <pc:sldMk cId="439691656" sldId="287"/>
            <ac:spMk id="9" creationId="{F7E42047-F7E7-4687-BBE0-D4BDC8E77BB1}"/>
          </ac:spMkLst>
        </pc:spChg>
        <pc:spChg chg="add">
          <ac:chgData name="mukul maheshwari" userId="12cb43e2ca5f0d2c" providerId="LiveId" clId="{6683EBFA-5335-45BB-8E1D-5A78D4148472}" dt="2024-11-27T15:55:22.847" v="34" actId="26606"/>
          <ac:spMkLst>
            <pc:docMk/>
            <pc:sldMk cId="439691656" sldId="287"/>
            <ac:spMk id="39" creationId="{2C509E7A-337A-4664-BEC2-03F9BCA0A463}"/>
          </ac:spMkLst>
        </pc:spChg>
        <pc:spChg chg="add">
          <ac:chgData name="mukul maheshwari" userId="12cb43e2ca5f0d2c" providerId="LiveId" clId="{6683EBFA-5335-45BB-8E1D-5A78D4148472}" dt="2024-11-27T15:55:22.847" v="34" actId="26606"/>
          <ac:spMkLst>
            <pc:docMk/>
            <pc:sldMk cId="439691656" sldId="287"/>
            <ac:spMk id="41" creationId="{D9AB99AB-E300-4B19-97C3-9A12EA3C7BDA}"/>
          </ac:spMkLst>
        </pc:spChg>
        <pc:grpChg chg="add">
          <ac:chgData name="mukul maheshwari" userId="12cb43e2ca5f0d2c" providerId="LiveId" clId="{6683EBFA-5335-45BB-8E1D-5A78D4148472}" dt="2024-11-27T15:55:22.847" v="34" actId="26606"/>
          <ac:grpSpMkLst>
            <pc:docMk/>
            <pc:sldMk cId="439691656" sldId="287"/>
            <ac:grpSpMk id="11" creationId="{8D6F839A-C8D9-4FBC-8EFD-9E56D12F4CD0}"/>
          </ac:grpSpMkLst>
        </pc:grpChg>
        <pc:grpChg chg="add">
          <ac:chgData name="mukul maheshwari" userId="12cb43e2ca5f0d2c" providerId="LiveId" clId="{6683EBFA-5335-45BB-8E1D-5A78D4148472}" dt="2024-11-27T15:55:22.847" v="34" actId="26606"/>
          <ac:grpSpMkLst>
            <pc:docMk/>
            <pc:sldMk cId="439691656" sldId="287"/>
            <ac:grpSpMk id="25" creationId="{70EDA856-A216-4EEC-9AB6-A59FFC703612}"/>
          </ac:grpSpMkLst>
        </pc:grpChg>
        <pc:picChg chg="add">
          <ac:chgData name="mukul maheshwari" userId="12cb43e2ca5f0d2c" providerId="LiveId" clId="{6683EBFA-5335-45BB-8E1D-5A78D4148472}" dt="2024-11-27T15:55:22.847" v="34" actId="26606"/>
          <ac:picMkLst>
            <pc:docMk/>
            <pc:sldMk cId="439691656" sldId="287"/>
            <ac:picMk id="5" creationId="{3F7B90B3-4C18-F506-6AF2-9E9DAF0D48A1}"/>
          </ac:picMkLst>
        </pc:picChg>
      </pc:sldChg>
      <pc:sldChg chg="modSp mod">
        <pc:chgData name="mukul maheshwari" userId="12cb43e2ca5f0d2c" providerId="LiveId" clId="{6683EBFA-5335-45BB-8E1D-5A78D4148472}" dt="2024-11-27T15:55:29.506" v="35" actId="14100"/>
        <pc:sldMkLst>
          <pc:docMk/>
          <pc:sldMk cId="868452476" sldId="288"/>
        </pc:sldMkLst>
        <pc:spChg chg="mod">
          <ac:chgData name="mukul maheshwari" userId="12cb43e2ca5f0d2c" providerId="LiveId" clId="{6683EBFA-5335-45BB-8E1D-5A78D4148472}" dt="2024-11-27T15:55:29.506" v="35" actId="14100"/>
          <ac:spMkLst>
            <pc:docMk/>
            <pc:sldMk cId="868452476" sldId="288"/>
            <ac:spMk id="2" creationId="{EA4285D3-801C-514B-2599-33572F1D5D77}"/>
          </ac:spMkLst>
        </pc:spChg>
      </pc:sldChg>
      <pc:sldChg chg="modSp mod">
        <pc:chgData name="mukul maheshwari" userId="12cb43e2ca5f0d2c" providerId="LiveId" clId="{6683EBFA-5335-45BB-8E1D-5A78D4148472}" dt="2024-11-27T15:55:36.019" v="36" actId="14100"/>
        <pc:sldMkLst>
          <pc:docMk/>
          <pc:sldMk cId="3476455124" sldId="290"/>
        </pc:sldMkLst>
        <pc:spChg chg="mod">
          <ac:chgData name="mukul maheshwari" userId="12cb43e2ca5f0d2c" providerId="LiveId" clId="{6683EBFA-5335-45BB-8E1D-5A78D4148472}" dt="2024-11-27T15:55:36.019" v="36" actId="14100"/>
          <ac:spMkLst>
            <pc:docMk/>
            <pc:sldMk cId="3476455124" sldId="290"/>
            <ac:spMk id="2" creationId="{2993D458-CAF7-C3C8-51AE-8F29EED637E9}"/>
          </ac:spMkLst>
        </pc:spChg>
      </pc:sldChg>
      <pc:sldChg chg="modSp mod">
        <pc:chgData name="mukul maheshwari" userId="12cb43e2ca5f0d2c" providerId="LiveId" clId="{6683EBFA-5335-45BB-8E1D-5A78D4148472}" dt="2024-11-27T15:55:42.100" v="37" actId="14100"/>
        <pc:sldMkLst>
          <pc:docMk/>
          <pc:sldMk cId="3645253521" sldId="292"/>
        </pc:sldMkLst>
        <pc:spChg chg="mod">
          <ac:chgData name="mukul maheshwari" userId="12cb43e2ca5f0d2c" providerId="LiveId" clId="{6683EBFA-5335-45BB-8E1D-5A78D4148472}" dt="2024-11-27T15:55:42.100" v="37" actId="14100"/>
          <ac:spMkLst>
            <pc:docMk/>
            <pc:sldMk cId="3645253521" sldId="292"/>
            <ac:spMk id="2" creationId="{A24F5049-C60E-259D-F334-C94A36555722}"/>
          </ac:spMkLst>
        </pc:spChg>
      </pc:sldChg>
      <pc:sldChg chg="modSp mod">
        <pc:chgData name="mukul maheshwari" userId="12cb43e2ca5f0d2c" providerId="LiveId" clId="{6683EBFA-5335-45BB-8E1D-5A78D4148472}" dt="2024-11-27T15:55:47.084" v="38" actId="14100"/>
        <pc:sldMkLst>
          <pc:docMk/>
          <pc:sldMk cId="1893324221" sldId="293"/>
        </pc:sldMkLst>
        <pc:spChg chg="mod">
          <ac:chgData name="mukul maheshwari" userId="12cb43e2ca5f0d2c" providerId="LiveId" clId="{6683EBFA-5335-45BB-8E1D-5A78D4148472}" dt="2024-11-27T15:55:47.084" v="38" actId="14100"/>
          <ac:spMkLst>
            <pc:docMk/>
            <pc:sldMk cId="1893324221" sldId="293"/>
            <ac:spMk id="2" creationId="{61F31EE7-622F-9144-4805-5741B3017BBF}"/>
          </ac:spMkLst>
        </pc:spChg>
      </pc:sldChg>
      <pc:sldChg chg="addSp delSp modSp mod setBg addAnim delAnim">
        <pc:chgData name="mukul maheshwari" userId="12cb43e2ca5f0d2c" providerId="LiveId" clId="{6683EBFA-5335-45BB-8E1D-5A78D4148472}" dt="2024-11-27T16:01:53.413" v="87" actId="403"/>
        <pc:sldMkLst>
          <pc:docMk/>
          <pc:sldMk cId="2496929170" sldId="294"/>
        </pc:sldMkLst>
        <pc:spChg chg="mod">
          <ac:chgData name="mukul maheshwari" userId="12cb43e2ca5f0d2c" providerId="LiveId" clId="{6683EBFA-5335-45BB-8E1D-5A78D4148472}" dt="2024-11-27T16:01:47.651" v="81" actId="26606"/>
          <ac:spMkLst>
            <pc:docMk/>
            <pc:sldMk cId="2496929170" sldId="294"/>
            <ac:spMk id="2" creationId="{BCD2E902-F1B9-FC15-413C-5EE490503676}"/>
          </ac:spMkLst>
        </pc:spChg>
        <pc:spChg chg="mod">
          <ac:chgData name="mukul maheshwari" userId="12cb43e2ca5f0d2c" providerId="LiveId" clId="{6683EBFA-5335-45BB-8E1D-5A78D4148472}" dt="2024-11-27T16:01:53.413" v="87" actId="403"/>
          <ac:spMkLst>
            <pc:docMk/>
            <pc:sldMk cId="2496929170" sldId="294"/>
            <ac:spMk id="3" creationId="{D24BD095-018D-CD37-A0B9-85D2384B096A}"/>
          </ac:spMkLst>
        </pc:spChg>
        <pc:spChg chg="add del">
          <ac:chgData name="mukul maheshwari" userId="12cb43e2ca5f0d2c" providerId="LiveId" clId="{6683EBFA-5335-45BB-8E1D-5A78D4148472}" dt="2024-11-27T16:01:47.624" v="80" actId="26606"/>
          <ac:spMkLst>
            <pc:docMk/>
            <pc:sldMk cId="2496929170" sldId="294"/>
            <ac:spMk id="37" creationId="{DE91395A-2D18-4AF6-A0AC-AAA7189FED11}"/>
          </ac:spMkLst>
        </pc:spChg>
        <pc:spChg chg="add del">
          <ac:chgData name="mukul maheshwari" userId="12cb43e2ca5f0d2c" providerId="LiveId" clId="{6683EBFA-5335-45BB-8E1D-5A78D4148472}" dt="2024-11-27T16:01:47.624" v="80" actId="26606"/>
          <ac:spMkLst>
            <pc:docMk/>
            <pc:sldMk cId="2496929170" sldId="294"/>
            <ac:spMk id="39" creationId="{7BD08880-457D-4C62-A3B5-6A9B0878C7E9}"/>
          </ac:spMkLst>
        </pc:spChg>
        <pc:spChg chg="add del">
          <ac:chgData name="mukul maheshwari" userId="12cb43e2ca5f0d2c" providerId="LiveId" clId="{6683EBFA-5335-45BB-8E1D-5A78D4148472}" dt="2024-11-27T16:01:47.624" v="80" actId="26606"/>
          <ac:spMkLst>
            <pc:docMk/>
            <pc:sldMk cId="2496929170" sldId="294"/>
            <ac:spMk id="41" creationId="{6D356F1A-690D-401E-8CF3-E4686CDFEC30}"/>
          </ac:spMkLst>
        </pc:spChg>
        <pc:spChg chg="add del">
          <ac:chgData name="mukul maheshwari" userId="12cb43e2ca5f0d2c" providerId="LiveId" clId="{6683EBFA-5335-45BB-8E1D-5A78D4148472}" dt="2024-11-27T16:01:47.624" v="80" actId="26606"/>
          <ac:spMkLst>
            <pc:docMk/>
            <pc:sldMk cId="2496929170" sldId="294"/>
            <ac:spMk id="71" creationId="{8841A10E-0F0E-4596-8888-870D709254A7}"/>
          </ac:spMkLst>
        </pc:spChg>
        <pc:spChg chg="add del">
          <ac:chgData name="mukul maheshwari" userId="12cb43e2ca5f0d2c" providerId="LiveId" clId="{6683EBFA-5335-45BB-8E1D-5A78D4148472}" dt="2024-11-27T16:01:47.624" v="80" actId="26606"/>
          <ac:spMkLst>
            <pc:docMk/>
            <pc:sldMk cId="2496929170" sldId="294"/>
            <ac:spMk id="73" creationId="{29B1E55C-E51F-4093-A2A8-137C3E9014D7}"/>
          </ac:spMkLst>
        </pc:spChg>
        <pc:spChg chg="add">
          <ac:chgData name="mukul maheshwari" userId="12cb43e2ca5f0d2c" providerId="LiveId" clId="{6683EBFA-5335-45BB-8E1D-5A78D4148472}" dt="2024-11-27T16:01:47.651" v="81" actId="26606"/>
          <ac:spMkLst>
            <pc:docMk/>
            <pc:sldMk cId="2496929170" sldId="294"/>
            <ac:spMk id="75" creationId="{F7E42047-F7E7-4687-BBE0-D4BDC8E77BB1}"/>
          </ac:spMkLst>
        </pc:spChg>
        <pc:spChg chg="add">
          <ac:chgData name="mukul maheshwari" userId="12cb43e2ca5f0d2c" providerId="LiveId" clId="{6683EBFA-5335-45BB-8E1D-5A78D4148472}" dt="2024-11-27T16:01:47.651" v="81" actId="26606"/>
          <ac:spMkLst>
            <pc:docMk/>
            <pc:sldMk cId="2496929170" sldId="294"/>
            <ac:spMk id="100" creationId="{2C509E7A-337A-4664-BEC2-03F9BCA0A463}"/>
          </ac:spMkLst>
        </pc:spChg>
        <pc:spChg chg="add">
          <ac:chgData name="mukul maheshwari" userId="12cb43e2ca5f0d2c" providerId="LiveId" clId="{6683EBFA-5335-45BB-8E1D-5A78D4148472}" dt="2024-11-27T16:01:47.651" v="81" actId="26606"/>
          <ac:spMkLst>
            <pc:docMk/>
            <pc:sldMk cId="2496929170" sldId="294"/>
            <ac:spMk id="101" creationId="{D9AB99AB-E300-4B19-97C3-9A12EA3C7BDA}"/>
          </ac:spMkLst>
        </pc:spChg>
        <pc:grpChg chg="add del">
          <ac:chgData name="mukul maheshwari" userId="12cb43e2ca5f0d2c" providerId="LiveId" clId="{6683EBFA-5335-45BB-8E1D-5A78D4148472}" dt="2024-11-27T16:01:47.624" v="80" actId="26606"/>
          <ac:grpSpMkLst>
            <pc:docMk/>
            <pc:sldMk cId="2496929170" sldId="294"/>
            <ac:grpSpMk id="9" creationId="{7398C59F-5A18-487B-91D6-B955AACF2E50}"/>
          </ac:grpSpMkLst>
        </pc:grpChg>
        <pc:grpChg chg="add del">
          <ac:chgData name="mukul maheshwari" userId="12cb43e2ca5f0d2c" providerId="LiveId" clId="{6683EBFA-5335-45BB-8E1D-5A78D4148472}" dt="2024-11-27T16:01:47.624" v="80" actId="26606"/>
          <ac:grpSpMkLst>
            <pc:docMk/>
            <pc:sldMk cId="2496929170" sldId="294"/>
            <ac:grpSpMk id="23" creationId="{520234FB-542E-4550-9C2F-1B56FD41A1CA}"/>
          </ac:grpSpMkLst>
        </pc:grpChg>
        <pc:grpChg chg="add del">
          <ac:chgData name="mukul maheshwari" userId="12cb43e2ca5f0d2c" providerId="LiveId" clId="{6683EBFA-5335-45BB-8E1D-5A78D4148472}" dt="2024-11-27T16:01:47.624" v="80" actId="26606"/>
          <ac:grpSpMkLst>
            <pc:docMk/>
            <pc:sldMk cId="2496929170" sldId="294"/>
            <ac:grpSpMk id="43" creationId="{F398A7BA-9279-4363-9D59-238782AB6BB5}"/>
          </ac:grpSpMkLst>
        </pc:grpChg>
        <pc:grpChg chg="add del">
          <ac:chgData name="mukul maheshwari" userId="12cb43e2ca5f0d2c" providerId="LiveId" clId="{6683EBFA-5335-45BB-8E1D-5A78D4148472}" dt="2024-11-27T16:01:47.624" v="80" actId="26606"/>
          <ac:grpSpMkLst>
            <pc:docMk/>
            <pc:sldMk cId="2496929170" sldId="294"/>
            <ac:grpSpMk id="57" creationId="{3B88DAD3-AF6F-4D6C-8512-7239A69A40DD}"/>
          </ac:grpSpMkLst>
        </pc:grpChg>
        <pc:grpChg chg="add">
          <ac:chgData name="mukul maheshwari" userId="12cb43e2ca5f0d2c" providerId="LiveId" clId="{6683EBFA-5335-45BB-8E1D-5A78D4148472}" dt="2024-11-27T16:01:47.651" v="81" actId="26606"/>
          <ac:grpSpMkLst>
            <pc:docMk/>
            <pc:sldMk cId="2496929170" sldId="294"/>
            <ac:grpSpMk id="76" creationId="{8D6F839A-C8D9-4FBC-8EFD-9E56D12F4CD0}"/>
          </ac:grpSpMkLst>
        </pc:grpChg>
        <pc:grpChg chg="add">
          <ac:chgData name="mukul maheshwari" userId="12cb43e2ca5f0d2c" providerId="LiveId" clId="{6683EBFA-5335-45BB-8E1D-5A78D4148472}" dt="2024-11-27T16:01:47.651" v="81" actId="26606"/>
          <ac:grpSpMkLst>
            <pc:docMk/>
            <pc:sldMk cId="2496929170" sldId="294"/>
            <ac:grpSpMk id="88" creationId="{70EDA856-A216-4EEC-9AB6-A59FFC703612}"/>
          </ac:grpSpMkLst>
        </pc:grpChg>
        <pc:picChg chg="add del">
          <ac:chgData name="mukul maheshwari" userId="12cb43e2ca5f0d2c" providerId="LiveId" clId="{6683EBFA-5335-45BB-8E1D-5A78D4148472}" dt="2024-11-27T16:01:47.624" v="80" actId="26606"/>
          <ac:picMkLst>
            <pc:docMk/>
            <pc:sldMk cId="2496929170" sldId="294"/>
            <ac:picMk id="5" creationId="{A2857488-5337-85D5-672B-16DEB2AC44FD}"/>
          </ac:picMkLst>
        </pc:picChg>
        <pc:picChg chg="add">
          <ac:chgData name="mukul maheshwari" userId="12cb43e2ca5f0d2c" providerId="LiveId" clId="{6683EBFA-5335-45BB-8E1D-5A78D4148472}" dt="2024-11-27T16:01:47.651" v="81" actId="26606"/>
          <ac:picMkLst>
            <pc:docMk/>
            <pc:sldMk cId="2496929170" sldId="294"/>
            <ac:picMk id="102" creationId="{E62B5C36-CDE9-8A75-CF60-96576B5A4682}"/>
          </ac:picMkLst>
        </pc:picChg>
      </pc:sldChg>
      <pc:sldChg chg="modSp new mod">
        <pc:chgData name="mukul maheshwari" userId="12cb43e2ca5f0d2c" providerId="LiveId" clId="{6683EBFA-5335-45BB-8E1D-5A78D4148472}" dt="2024-11-27T16:07:40.753" v="569" actId="27636"/>
        <pc:sldMkLst>
          <pc:docMk/>
          <pc:sldMk cId="551874143" sldId="295"/>
        </pc:sldMkLst>
        <pc:spChg chg="mod">
          <ac:chgData name="mukul maheshwari" userId="12cb43e2ca5f0d2c" providerId="LiveId" clId="{6683EBFA-5335-45BB-8E1D-5A78D4148472}" dt="2024-11-27T16:02:02.379" v="100" actId="20577"/>
          <ac:spMkLst>
            <pc:docMk/>
            <pc:sldMk cId="551874143" sldId="295"/>
            <ac:spMk id="2" creationId="{36283AB4-05BC-9208-B0EB-EF009DE97348}"/>
          </ac:spMkLst>
        </pc:spChg>
        <pc:spChg chg="mod">
          <ac:chgData name="mukul maheshwari" userId="12cb43e2ca5f0d2c" providerId="LiveId" clId="{6683EBFA-5335-45BB-8E1D-5A78D4148472}" dt="2024-11-27T16:07:40.753" v="569" actId="27636"/>
          <ac:spMkLst>
            <pc:docMk/>
            <pc:sldMk cId="551874143" sldId="295"/>
            <ac:spMk id="3" creationId="{460E9B91-4E40-D033-6379-93A9B34A1CDA}"/>
          </ac:spMkLst>
        </pc:spChg>
      </pc:sldChg>
      <pc:sldChg chg="modSp new mod">
        <pc:chgData name="mukul maheshwari" userId="12cb43e2ca5f0d2c" providerId="LiveId" clId="{6683EBFA-5335-45BB-8E1D-5A78D4148472}" dt="2024-11-27T16:32:40.807" v="750" actId="13926"/>
        <pc:sldMkLst>
          <pc:docMk/>
          <pc:sldMk cId="988525178" sldId="296"/>
        </pc:sldMkLst>
        <pc:spChg chg="mod">
          <ac:chgData name="mukul maheshwari" userId="12cb43e2ca5f0d2c" providerId="LiveId" clId="{6683EBFA-5335-45BB-8E1D-5A78D4148472}" dt="2024-11-27T16:15:33.512" v="587" actId="20577"/>
          <ac:spMkLst>
            <pc:docMk/>
            <pc:sldMk cId="988525178" sldId="296"/>
            <ac:spMk id="2" creationId="{188412BA-461A-30AF-B1F8-31F36E0A7E4E}"/>
          </ac:spMkLst>
        </pc:spChg>
        <pc:spChg chg="mod">
          <ac:chgData name="mukul maheshwari" userId="12cb43e2ca5f0d2c" providerId="LiveId" clId="{6683EBFA-5335-45BB-8E1D-5A78D4148472}" dt="2024-11-27T16:32:40.807" v="750" actId="13926"/>
          <ac:spMkLst>
            <pc:docMk/>
            <pc:sldMk cId="988525178" sldId="296"/>
            <ac:spMk id="3" creationId="{75D78FFE-09B3-8648-BF98-FCC457251735}"/>
          </ac:spMkLst>
        </pc:spChg>
      </pc:sldChg>
      <pc:sldChg chg="modSp add mod ord">
        <pc:chgData name="mukul maheshwari" userId="12cb43e2ca5f0d2c" providerId="LiveId" clId="{6683EBFA-5335-45BB-8E1D-5A78D4148472}" dt="2024-11-27T16:28:22.797" v="699"/>
        <pc:sldMkLst>
          <pc:docMk/>
          <pc:sldMk cId="3828549096" sldId="297"/>
        </pc:sldMkLst>
        <pc:spChg chg="mod">
          <ac:chgData name="mukul maheshwari" userId="12cb43e2ca5f0d2c" providerId="LiveId" clId="{6683EBFA-5335-45BB-8E1D-5A78D4148472}" dt="2024-11-27T16:28:17.622" v="697" actId="13926"/>
          <ac:spMkLst>
            <pc:docMk/>
            <pc:sldMk cId="3828549096" sldId="297"/>
            <ac:spMk id="3" creationId="{1649734D-92A6-2D09-7963-EC8FAD4C7573}"/>
          </ac:spMkLst>
        </pc:spChg>
      </pc:sldChg>
      <pc:sldChg chg="modSp new mod">
        <pc:chgData name="mukul maheshwari" userId="12cb43e2ca5f0d2c" providerId="LiveId" clId="{6683EBFA-5335-45BB-8E1D-5A78D4148472}" dt="2024-11-27T18:23:16.363" v="979" actId="20577"/>
        <pc:sldMkLst>
          <pc:docMk/>
          <pc:sldMk cId="965115453" sldId="298"/>
        </pc:sldMkLst>
        <pc:spChg chg="mod">
          <ac:chgData name="mukul maheshwari" userId="12cb43e2ca5f0d2c" providerId="LiveId" clId="{6683EBFA-5335-45BB-8E1D-5A78D4148472}" dt="2024-11-27T18:23:16.363" v="979" actId="20577"/>
          <ac:spMkLst>
            <pc:docMk/>
            <pc:sldMk cId="965115453" sldId="298"/>
            <ac:spMk id="2" creationId="{4AD19E89-79B6-A000-A796-B19A9C2B0F60}"/>
          </ac:spMkLst>
        </pc:spChg>
        <pc:spChg chg="mod">
          <ac:chgData name="mukul maheshwari" userId="12cb43e2ca5f0d2c" providerId="LiveId" clId="{6683EBFA-5335-45BB-8E1D-5A78D4148472}" dt="2024-11-27T18:09:15.489" v="862" actId="13926"/>
          <ac:spMkLst>
            <pc:docMk/>
            <pc:sldMk cId="965115453" sldId="298"/>
            <ac:spMk id="3" creationId="{A96B65ED-3426-34E3-EC0B-CEF67D695A30}"/>
          </ac:spMkLst>
        </pc:spChg>
      </pc:sldChg>
      <pc:sldChg chg="modSp new mod">
        <pc:chgData name="mukul maheshwari" userId="12cb43e2ca5f0d2c" providerId="LiveId" clId="{6683EBFA-5335-45BB-8E1D-5A78D4148472}" dt="2024-11-27T18:58:36.482" v="1193" actId="13926"/>
        <pc:sldMkLst>
          <pc:docMk/>
          <pc:sldMk cId="1981603131" sldId="299"/>
        </pc:sldMkLst>
        <pc:spChg chg="mod">
          <ac:chgData name="mukul maheshwari" userId="12cb43e2ca5f0d2c" providerId="LiveId" clId="{6683EBFA-5335-45BB-8E1D-5A78D4148472}" dt="2024-11-27T18:57:40.749" v="1175" actId="20577"/>
          <ac:spMkLst>
            <pc:docMk/>
            <pc:sldMk cId="1981603131" sldId="299"/>
            <ac:spMk id="2" creationId="{DD32F0A3-21B8-ADF3-1D5C-F6A34A08FB84}"/>
          </ac:spMkLst>
        </pc:spChg>
        <pc:spChg chg="mod">
          <ac:chgData name="mukul maheshwari" userId="12cb43e2ca5f0d2c" providerId="LiveId" clId="{6683EBFA-5335-45BB-8E1D-5A78D4148472}" dt="2024-11-27T18:58:36.482" v="1193" actId="13926"/>
          <ac:spMkLst>
            <pc:docMk/>
            <pc:sldMk cId="1981603131" sldId="299"/>
            <ac:spMk id="3" creationId="{A51C4EA7-4FAD-C4AF-1E56-9178DD3B4507}"/>
          </ac:spMkLst>
        </pc:spChg>
      </pc:sldChg>
      <pc:sldChg chg="modSp add mod">
        <pc:chgData name="mukul maheshwari" userId="12cb43e2ca5f0d2c" providerId="LiveId" clId="{6683EBFA-5335-45BB-8E1D-5A78D4148472}" dt="2024-11-27T18:48:12.185" v="1015" actId="14100"/>
        <pc:sldMkLst>
          <pc:docMk/>
          <pc:sldMk cId="544389355" sldId="300"/>
        </pc:sldMkLst>
        <pc:spChg chg="mod">
          <ac:chgData name="mukul maheshwari" userId="12cb43e2ca5f0d2c" providerId="LiveId" clId="{6683EBFA-5335-45BB-8E1D-5A78D4148472}" dt="2024-11-27T18:13:32.419" v="911" actId="20577"/>
          <ac:spMkLst>
            <pc:docMk/>
            <pc:sldMk cId="544389355" sldId="300"/>
            <ac:spMk id="2" creationId="{FBAF2A75-675C-61A6-11E6-604FF5891DEB}"/>
          </ac:spMkLst>
        </pc:spChg>
        <pc:spChg chg="mod">
          <ac:chgData name="mukul maheshwari" userId="12cb43e2ca5f0d2c" providerId="LiveId" clId="{6683EBFA-5335-45BB-8E1D-5A78D4148472}" dt="2024-11-27T18:48:12.185" v="1015" actId="14100"/>
          <ac:spMkLst>
            <pc:docMk/>
            <pc:sldMk cId="544389355" sldId="300"/>
            <ac:spMk id="3" creationId="{A61AA302-673B-9CE1-20BB-F65BA5E30D79}"/>
          </ac:spMkLst>
        </pc:spChg>
      </pc:sldChg>
      <pc:sldChg chg="modSp add mod ord">
        <pc:chgData name="mukul maheshwari" userId="12cb43e2ca5f0d2c" providerId="LiveId" clId="{6683EBFA-5335-45BB-8E1D-5A78D4148472}" dt="2024-11-27T18:23:23.051" v="988" actId="20577"/>
        <pc:sldMkLst>
          <pc:docMk/>
          <pc:sldMk cId="3016784815" sldId="301"/>
        </pc:sldMkLst>
        <pc:spChg chg="mod">
          <ac:chgData name="mukul maheshwari" userId="12cb43e2ca5f0d2c" providerId="LiveId" clId="{6683EBFA-5335-45BB-8E1D-5A78D4148472}" dt="2024-11-27T18:23:23.051" v="988" actId="20577"/>
          <ac:spMkLst>
            <pc:docMk/>
            <pc:sldMk cId="3016784815" sldId="301"/>
            <ac:spMk id="2" creationId="{72724147-8FD8-FF7D-5F2A-42F7FF7FD158}"/>
          </ac:spMkLst>
        </pc:spChg>
      </pc:sldChg>
      <pc:sldChg chg="modSp new mod">
        <pc:chgData name="mukul maheshwari" userId="12cb43e2ca5f0d2c" providerId="LiveId" clId="{6683EBFA-5335-45BB-8E1D-5A78D4148472}" dt="2024-11-27T18:53:29.116" v="1095" actId="20577"/>
        <pc:sldMkLst>
          <pc:docMk/>
          <pc:sldMk cId="1597917106" sldId="302"/>
        </pc:sldMkLst>
        <pc:spChg chg="mod">
          <ac:chgData name="mukul maheshwari" userId="12cb43e2ca5f0d2c" providerId="LiveId" clId="{6683EBFA-5335-45BB-8E1D-5A78D4148472}" dt="2024-11-27T18:23:38.989" v="1010" actId="20577"/>
          <ac:spMkLst>
            <pc:docMk/>
            <pc:sldMk cId="1597917106" sldId="302"/>
            <ac:spMk id="2" creationId="{CE01D701-86CA-932D-CA6F-7BA9A17910A6}"/>
          </ac:spMkLst>
        </pc:spChg>
        <pc:spChg chg="mod">
          <ac:chgData name="mukul maheshwari" userId="12cb43e2ca5f0d2c" providerId="LiveId" clId="{6683EBFA-5335-45BB-8E1D-5A78D4148472}" dt="2024-11-27T18:53:29.116" v="1095" actId="20577"/>
          <ac:spMkLst>
            <pc:docMk/>
            <pc:sldMk cId="1597917106" sldId="302"/>
            <ac:spMk id="3" creationId="{0D9507D6-F727-25AA-6433-C3A12374C3B9}"/>
          </ac:spMkLst>
        </pc:spChg>
      </pc:sldChg>
      <pc:sldChg chg="modSp add mod">
        <pc:chgData name="mukul maheshwari" userId="12cb43e2ca5f0d2c" providerId="LiveId" clId="{6683EBFA-5335-45BB-8E1D-5A78D4148472}" dt="2024-11-27T18:56:28.945" v="1157" actId="27636"/>
        <pc:sldMkLst>
          <pc:docMk/>
          <pc:sldMk cId="4094761823" sldId="303"/>
        </pc:sldMkLst>
        <pc:spChg chg="mod">
          <ac:chgData name="mukul maheshwari" userId="12cb43e2ca5f0d2c" providerId="LiveId" clId="{6683EBFA-5335-45BB-8E1D-5A78D4148472}" dt="2024-11-27T18:56:28.945" v="1157" actId="27636"/>
          <ac:spMkLst>
            <pc:docMk/>
            <pc:sldMk cId="4094761823" sldId="303"/>
            <ac:spMk id="3" creationId="{F990731D-2C6B-A574-58FA-9A3C99804BAF}"/>
          </ac:spMkLst>
        </pc:spChg>
      </pc:sldChg>
      <pc:sldChg chg="add del">
        <pc:chgData name="mukul maheshwari" userId="12cb43e2ca5f0d2c" providerId="LiveId" clId="{6683EBFA-5335-45BB-8E1D-5A78D4148472}" dt="2024-11-27T18:55:01.692" v="1120" actId="47"/>
        <pc:sldMkLst>
          <pc:docMk/>
          <pc:sldMk cId="1071624427" sldId="304"/>
        </pc:sldMkLst>
      </pc:sldChg>
      <pc:sldChg chg="modSp new mod">
        <pc:chgData name="mukul maheshwari" userId="12cb43e2ca5f0d2c" providerId="LiveId" clId="{6683EBFA-5335-45BB-8E1D-5A78D4148472}" dt="2024-11-27T19:01:18.192" v="1254" actId="20577"/>
        <pc:sldMkLst>
          <pc:docMk/>
          <pc:sldMk cId="1920024813" sldId="304"/>
        </pc:sldMkLst>
        <pc:spChg chg="mod">
          <ac:chgData name="mukul maheshwari" userId="12cb43e2ca5f0d2c" providerId="LiveId" clId="{6683EBFA-5335-45BB-8E1D-5A78D4148472}" dt="2024-11-27T19:01:18.192" v="1254" actId="20577"/>
          <ac:spMkLst>
            <pc:docMk/>
            <pc:sldMk cId="1920024813" sldId="304"/>
            <ac:spMk id="2" creationId="{4A37FF0D-984E-A4B4-7B92-A9BAF761C187}"/>
          </ac:spMkLst>
        </pc:spChg>
        <pc:spChg chg="mod">
          <ac:chgData name="mukul maheshwari" userId="12cb43e2ca5f0d2c" providerId="LiveId" clId="{6683EBFA-5335-45BB-8E1D-5A78D4148472}" dt="2024-11-27T19:01:08.888" v="1250" actId="27636"/>
          <ac:spMkLst>
            <pc:docMk/>
            <pc:sldMk cId="1920024813" sldId="304"/>
            <ac:spMk id="3" creationId="{B30B3647-3A45-E9A8-E4E6-A3ACC336DB24}"/>
          </ac:spMkLst>
        </pc:spChg>
      </pc:sldChg>
      <pc:sldChg chg="modSp new mod">
        <pc:chgData name="mukul maheshwari" userId="12cb43e2ca5f0d2c" providerId="LiveId" clId="{6683EBFA-5335-45BB-8E1D-5A78D4148472}" dt="2024-11-27T19:04:39.708" v="1316" actId="27636"/>
        <pc:sldMkLst>
          <pc:docMk/>
          <pc:sldMk cId="1953571971" sldId="305"/>
        </pc:sldMkLst>
        <pc:spChg chg="mod">
          <ac:chgData name="mukul maheshwari" userId="12cb43e2ca5f0d2c" providerId="LiveId" clId="{6683EBFA-5335-45BB-8E1D-5A78D4148472}" dt="2024-11-27T19:01:29.274" v="1270" actId="20577"/>
          <ac:spMkLst>
            <pc:docMk/>
            <pc:sldMk cId="1953571971" sldId="305"/>
            <ac:spMk id="2" creationId="{F2BD9A88-09F9-EEB9-18B9-08EDC75E8E76}"/>
          </ac:spMkLst>
        </pc:spChg>
        <pc:spChg chg="mod">
          <ac:chgData name="mukul maheshwari" userId="12cb43e2ca5f0d2c" providerId="LiveId" clId="{6683EBFA-5335-45BB-8E1D-5A78D4148472}" dt="2024-11-27T19:04:39.708" v="1316" actId="27636"/>
          <ac:spMkLst>
            <pc:docMk/>
            <pc:sldMk cId="1953571971" sldId="305"/>
            <ac:spMk id="3" creationId="{947C59C9-C34E-A255-79B7-6511FDFF8406}"/>
          </ac:spMkLst>
        </pc:spChg>
      </pc:sldChg>
      <pc:sldChg chg="modSp new mod">
        <pc:chgData name="mukul maheshwari" userId="12cb43e2ca5f0d2c" providerId="LiveId" clId="{6683EBFA-5335-45BB-8E1D-5A78D4148472}" dt="2024-11-27T19:06:29.773" v="1360" actId="20577"/>
        <pc:sldMkLst>
          <pc:docMk/>
          <pc:sldMk cId="3590484939" sldId="306"/>
        </pc:sldMkLst>
        <pc:spChg chg="mod">
          <ac:chgData name="mukul maheshwari" userId="12cb43e2ca5f0d2c" providerId="LiveId" clId="{6683EBFA-5335-45BB-8E1D-5A78D4148472}" dt="2024-11-27T19:05:44.179" v="1345" actId="6549"/>
          <ac:spMkLst>
            <pc:docMk/>
            <pc:sldMk cId="3590484939" sldId="306"/>
            <ac:spMk id="2" creationId="{BFFAE2C4-564F-75A6-597B-A36C2035B5CF}"/>
          </ac:spMkLst>
        </pc:spChg>
        <pc:spChg chg="mod">
          <ac:chgData name="mukul maheshwari" userId="12cb43e2ca5f0d2c" providerId="LiveId" clId="{6683EBFA-5335-45BB-8E1D-5A78D4148472}" dt="2024-11-27T19:06:29.773" v="1360" actId="20577"/>
          <ac:spMkLst>
            <pc:docMk/>
            <pc:sldMk cId="3590484939" sldId="306"/>
            <ac:spMk id="3" creationId="{FE0116E2-D2C3-5FE7-618D-0D08230847AF}"/>
          </ac:spMkLst>
        </pc:spChg>
      </pc:sldChg>
      <pc:sldChg chg="modSp new mod">
        <pc:chgData name="mukul maheshwari" userId="12cb43e2ca5f0d2c" providerId="LiveId" clId="{6683EBFA-5335-45BB-8E1D-5A78D4148472}" dt="2024-11-27T19:11:52.736" v="1434" actId="403"/>
        <pc:sldMkLst>
          <pc:docMk/>
          <pc:sldMk cId="1650100761" sldId="307"/>
        </pc:sldMkLst>
        <pc:spChg chg="mod">
          <ac:chgData name="mukul maheshwari" userId="12cb43e2ca5f0d2c" providerId="LiveId" clId="{6683EBFA-5335-45BB-8E1D-5A78D4148472}" dt="2024-11-27T19:07:16.177" v="1367" actId="14100"/>
          <ac:spMkLst>
            <pc:docMk/>
            <pc:sldMk cId="1650100761" sldId="307"/>
            <ac:spMk id="2" creationId="{035C8D92-A5D4-B2C8-1947-FE8BD3A89135}"/>
          </ac:spMkLst>
        </pc:spChg>
        <pc:spChg chg="mod">
          <ac:chgData name="mukul maheshwari" userId="12cb43e2ca5f0d2c" providerId="LiveId" clId="{6683EBFA-5335-45BB-8E1D-5A78D4148472}" dt="2024-11-27T19:11:52.736" v="1434" actId="403"/>
          <ac:spMkLst>
            <pc:docMk/>
            <pc:sldMk cId="1650100761" sldId="307"/>
            <ac:spMk id="3" creationId="{BDF9154C-2E42-7EF2-F1B2-70CB0AE4B2B1}"/>
          </ac:spMkLst>
        </pc:spChg>
      </pc:sldChg>
      <pc:sldChg chg="modSp new mod">
        <pc:chgData name="mukul maheshwari" userId="12cb43e2ca5f0d2c" providerId="LiveId" clId="{6683EBFA-5335-45BB-8E1D-5A78D4148472}" dt="2024-11-27T19:14:17.264" v="1465" actId="403"/>
        <pc:sldMkLst>
          <pc:docMk/>
          <pc:sldMk cId="3923037037" sldId="308"/>
        </pc:sldMkLst>
        <pc:spChg chg="mod">
          <ac:chgData name="mukul maheshwari" userId="12cb43e2ca5f0d2c" providerId="LiveId" clId="{6683EBFA-5335-45BB-8E1D-5A78D4148472}" dt="2024-11-27T19:13:41.370" v="1457" actId="20577"/>
          <ac:spMkLst>
            <pc:docMk/>
            <pc:sldMk cId="3923037037" sldId="308"/>
            <ac:spMk id="2" creationId="{B2576423-2C09-5A11-8BAC-14244AD71759}"/>
          </ac:spMkLst>
        </pc:spChg>
        <pc:spChg chg="mod">
          <ac:chgData name="mukul maheshwari" userId="12cb43e2ca5f0d2c" providerId="LiveId" clId="{6683EBFA-5335-45BB-8E1D-5A78D4148472}" dt="2024-11-27T19:14:17.264" v="1465" actId="403"/>
          <ac:spMkLst>
            <pc:docMk/>
            <pc:sldMk cId="3923037037" sldId="308"/>
            <ac:spMk id="3" creationId="{B59A3BEC-55DE-EC91-8F17-AA2806493A61}"/>
          </ac:spMkLst>
        </pc:spChg>
      </pc:sldChg>
      <pc:sldChg chg="modSp new mod">
        <pc:chgData name="mukul maheshwari" userId="12cb43e2ca5f0d2c" providerId="LiveId" clId="{6683EBFA-5335-45BB-8E1D-5A78D4148472}" dt="2024-11-27T19:16:17.036" v="1537" actId="27636"/>
        <pc:sldMkLst>
          <pc:docMk/>
          <pc:sldMk cId="2864273928" sldId="309"/>
        </pc:sldMkLst>
        <pc:spChg chg="mod">
          <ac:chgData name="mukul maheshwari" userId="12cb43e2ca5f0d2c" providerId="LiveId" clId="{6683EBFA-5335-45BB-8E1D-5A78D4148472}" dt="2024-11-27T19:14:30.107" v="1488" actId="20577"/>
          <ac:spMkLst>
            <pc:docMk/>
            <pc:sldMk cId="2864273928" sldId="309"/>
            <ac:spMk id="2" creationId="{F424CB11-D228-8371-E859-548B88A6BF5F}"/>
          </ac:spMkLst>
        </pc:spChg>
        <pc:spChg chg="mod">
          <ac:chgData name="mukul maheshwari" userId="12cb43e2ca5f0d2c" providerId="LiveId" clId="{6683EBFA-5335-45BB-8E1D-5A78D4148472}" dt="2024-11-27T19:16:17.036" v="1537" actId="27636"/>
          <ac:spMkLst>
            <pc:docMk/>
            <pc:sldMk cId="2864273928" sldId="309"/>
            <ac:spMk id="3" creationId="{92B1F401-CD1E-0DE6-24B4-D775416E4A62}"/>
          </ac:spMkLst>
        </pc:spChg>
      </pc:sldChg>
      <pc:sldChg chg="modSp new mod">
        <pc:chgData name="mukul maheshwari" userId="12cb43e2ca5f0d2c" providerId="LiveId" clId="{6683EBFA-5335-45BB-8E1D-5A78D4148472}" dt="2024-11-27T19:19:38.962" v="1638" actId="20577"/>
        <pc:sldMkLst>
          <pc:docMk/>
          <pc:sldMk cId="3363836546" sldId="310"/>
        </pc:sldMkLst>
        <pc:spChg chg="mod">
          <ac:chgData name="mukul maheshwari" userId="12cb43e2ca5f0d2c" providerId="LiveId" clId="{6683EBFA-5335-45BB-8E1D-5A78D4148472}" dt="2024-11-27T19:17:29.030" v="1573" actId="20577"/>
          <ac:spMkLst>
            <pc:docMk/>
            <pc:sldMk cId="3363836546" sldId="310"/>
            <ac:spMk id="2" creationId="{F378E198-AA90-6396-ABFB-DDA12BC13F75}"/>
          </ac:spMkLst>
        </pc:spChg>
        <pc:spChg chg="mod">
          <ac:chgData name="mukul maheshwari" userId="12cb43e2ca5f0d2c" providerId="LiveId" clId="{6683EBFA-5335-45BB-8E1D-5A78D4148472}" dt="2024-11-27T19:19:38.962" v="1638" actId="20577"/>
          <ac:spMkLst>
            <pc:docMk/>
            <pc:sldMk cId="3363836546" sldId="310"/>
            <ac:spMk id="3" creationId="{53F6843A-0749-B9F8-B8C0-05B0FB183E3E}"/>
          </ac:spMkLst>
        </pc:spChg>
      </pc:sldChg>
      <pc:sldChg chg="modSp new mod">
        <pc:chgData name="mukul maheshwari" userId="12cb43e2ca5f0d2c" providerId="LiveId" clId="{6683EBFA-5335-45BB-8E1D-5A78D4148472}" dt="2024-11-27T19:24:12.763" v="1748"/>
        <pc:sldMkLst>
          <pc:docMk/>
          <pc:sldMk cId="1193988758" sldId="311"/>
        </pc:sldMkLst>
        <pc:spChg chg="mod">
          <ac:chgData name="mukul maheshwari" userId="12cb43e2ca5f0d2c" providerId="LiveId" clId="{6683EBFA-5335-45BB-8E1D-5A78D4148472}" dt="2024-11-27T19:20:54.002" v="1680" actId="20577"/>
          <ac:spMkLst>
            <pc:docMk/>
            <pc:sldMk cId="1193988758" sldId="311"/>
            <ac:spMk id="2" creationId="{3D90D6B1-82F7-1CAF-932F-B1BDFA0C1A0B}"/>
          </ac:spMkLst>
        </pc:spChg>
        <pc:spChg chg="mod">
          <ac:chgData name="mukul maheshwari" userId="12cb43e2ca5f0d2c" providerId="LiveId" clId="{6683EBFA-5335-45BB-8E1D-5A78D4148472}" dt="2024-11-27T19:24:12.763" v="1748"/>
          <ac:spMkLst>
            <pc:docMk/>
            <pc:sldMk cId="1193988758" sldId="311"/>
            <ac:spMk id="3" creationId="{3E0CCCD6-738A-6FC0-E55A-69C02261512D}"/>
          </ac:spMkLst>
        </pc:spChg>
      </pc:sldChg>
      <pc:sldChg chg="modSp add mod">
        <pc:chgData name="mukul maheshwari" userId="12cb43e2ca5f0d2c" providerId="LiveId" clId="{6683EBFA-5335-45BB-8E1D-5A78D4148472}" dt="2024-11-27T19:27:39.380" v="1843" actId="6549"/>
        <pc:sldMkLst>
          <pc:docMk/>
          <pc:sldMk cId="390384400" sldId="312"/>
        </pc:sldMkLst>
        <pc:spChg chg="mod">
          <ac:chgData name="mukul maheshwari" userId="12cb43e2ca5f0d2c" providerId="LiveId" clId="{6683EBFA-5335-45BB-8E1D-5A78D4148472}" dt="2024-11-27T19:25:56.760" v="1789" actId="20577"/>
          <ac:spMkLst>
            <pc:docMk/>
            <pc:sldMk cId="390384400" sldId="312"/>
            <ac:spMk id="2" creationId="{3D90D6B1-82F7-1CAF-932F-B1BDFA0C1A0B}"/>
          </ac:spMkLst>
        </pc:spChg>
        <pc:spChg chg="mod">
          <ac:chgData name="mukul maheshwari" userId="12cb43e2ca5f0d2c" providerId="LiveId" clId="{6683EBFA-5335-45BB-8E1D-5A78D4148472}" dt="2024-11-27T19:27:39.380" v="1843" actId="6549"/>
          <ac:spMkLst>
            <pc:docMk/>
            <pc:sldMk cId="390384400" sldId="312"/>
            <ac:spMk id="3" creationId="{3E0CCCD6-738A-6FC0-E55A-69C02261512D}"/>
          </ac:spMkLst>
        </pc:spChg>
      </pc:sldChg>
      <pc:sldChg chg="modSp add mod">
        <pc:chgData name="mukul maheshwari" userId="12cb43e2ca5f0d2c" providerId="LiveId" clId="{6683EBFA-5335-45BB-8E1D-5A78D4148472}" dt="2024-11-27T19:29:52.532" v="1883" actId="403"/>
        <pc:sldMkLst>
          <pc:docMk/>
          <pc:sldMk cId="89584574" sldId="313"/>
        </pc:sldMkLst>
        <pc:spChg chg="mod">
          <ac:chgData name="mukul maheshwari" userId="12cb43e2ca5f0d2c" providerId="LiveId" clId="{6683EBFA-5335-45BB-8E1D-5A78D4148472}" dt="2024-11-27T19:28:18.545" v="1858" actId="20577"/>
          <ac:spMkLst>
            <pc:docMk/>
            <pc:sldMk cId="89584574" sldId="313"/>
            <ac:spMk id="2" creationId="{3D90D6B1-82F7-1CAF-932F-B1BDFA0C1A0B}"/>
          </ac:spMkLst>
        </pc:spChg>
        <pc:spChg chg="mod">
          <ac:chgData name="mukul maheshwari" userId="12cb43e2ca5f0d2c" providerId="LiveId" clId="{6683EBFA-5335-45BB-8E1D-5A78D4148472}" dt="2024-11-27T19:29:52.532" v="1883" actId="403"/>
          <ac:spMkLst>
            <pc:docMk/>
            <pc:sldMk cId="89584574" sldId="313"/>
            <ac:spMk id="3" creationId="{3E0CCCD6-738A-6FC0-E55A-69C02261512D}"/>
          </ac:spMkLst>
        </pc:spChg>
      </pc:sldChg>
      <pc:sldChg chg="modSp add mod">
        <pc:chgData name="mukul maheshwari" userId="12cb43e2ca5f0d2c" providerId="LiveId" clId="{6683EBFA-5335-45BB-8E1D-5A78D4148472}" dt="2024-11-27T19:35:02.536" v="2083" actId="20577"/>
        <pc:sldMkLst>
          <pc:docMk/>
          <pc:sldMk cId="154108190" sldId="314"/>
        </pc:sldMkLst>
        <pc:spChg chg="mod">
          <ac:chgData name="mukul maheshwari" userId="12cb43e2ca5f0d2c" providerId="LiveId" clId="{6683EBFA-5335-45BB-8E1D-5A78D4148472}" dt="2024-11-27T19:30:43.527" v="1897" actId="20577"/>
          <ac:spMkLst>
            <pc:docMk/>
            <pc:sldMk cId="154108190" sldId="314"/>
            <ac:spMk id="2" creationId="{225DB0FF-82D8-B031-BC6B-D352AFB7DDAF}"/>
          </ac:spMkLst>
        </pc:spChg>
        <pc:spChg chg="mod">
          <ac:chgData name="mukul maheshwari" userId="12cb43e2ca5f0d2c" providerId="LiveId" clId="{6683EBFA-5335-45BB-8E1D-5A78D4148472}" dt="2024-11-27T19:35:02.536" v="2083" actId="20577"/>
          <ac:spMkLst>
            <pc:docMk/>
            <pc:sldMk cId="154108190" sldId="314"/>
            <ac:spMk id="3" creationId="{8F7C9C6E-B3D6-156B-2E32-17268634731B}"/>
          </ac:spMkLst>
        </pc:spChg>
      </pc:sldChg>
      <pc:sldChg chg="modSp add mod">
        <pc:chgData name="mukul maheshwari" userId="12cb43e2ca5f0d2c" providerId="LiveId" clId="{6683EBFA-5335-45BB-8E1D-5A78D4148472}" dt="2024-11-27T19:41:45.224" v="2160" actId="27636"/>
        <pc:sldMkLst>
          <pc:docMk/>
          <pc:sldMk cId="3619843450" sldId="315"/>
        </pc:sldMkLst>
        <pc:spChg chg="mod">
          <ac:chgData name="mukul maheshwari" userId="12cb43e2ca5f0d2c" providerId="LiveId" clId="{6683EBFA-5335-45BB-8E1D-5A78D4148472}" dt="2024-11-27T19:36:19.861" v="2104" actId="20577"/>
          <ac:spMkLst>
            <pc:docMk/>
            <pc:sldMk cId="3619843450" sldId="315"/>
            <ac:spMk id="2" creationId="{E633CD61-DDC8-4F11-4042-BAA06A5717E1}"/>
          </ac:spMkLst>
        </pc:spChg>
        <pc:spChg chg="mod">
          <ac:chgData name="mukul maheshwari" userId="12cb43e2ca5f0d2c" providerId="LiveId" clId="{6683EBFA-5335-45BB-8E1D-5A78D4148472}" dt="2024-11-27T19:41:45.224" v="2160" actId="27636"/>
          <ac:spMkLst>
            <pc:docMk/>
            <pc:sldMk cId="3619843450" sldId="315"/>
            <ac:spMk id="3" creationId="{6E8432C3-9976-7027-4464-E3D64B40579A}"/>
          </ac:spMkLst>
        </pc:spChg>
      </pc:sldChg>
      <pc:sldChg chg="modSp new mod">
        <pc:chgData name="mukul maheshwari" userId="12cb43e2ca5f0d2c" providerId="LiveId" clId="{6683EBFA-5335-45BB-8E1D-5A78D4148472}" dt="2024-11-27T19:54:23.968" v="2526" actId="113"/>
        <pc:sldMkLst>
          <pc:docMk/>
          <pc:sldMk cId="4208006311" sldId="316"/>
        </pc:sldMkLst>
        <pc:spChg chg="mod">
          <ac:chgData name="mukul maheshwari" userId="12cb43e2ca5f0d2c" providerId="LiveId" clId="{6683EBFA-5335-45BB-8E1D-5A78D4148472}" dt="2024-11-27T19:43:04.127" v="2179" actId="1076"/>
          <ac:spMkLst>
            <pc:docMk/>
            <pc:sldMk cId="4208006311" sldId="316"/>
            <ac:spMk id="2" creationId="{A83EFA16-8D61-F9A4-CB9E-48EDE7DE2FD9}"/>
          </ac:spMkLst>
        </pc:spChg>
        <pc:spChg chg="mod">
          <ac:chgData name="mukul maheshwari" userId="12cb43e2ca5f0d2c" providerId="LiveId" clId="{6683EBFA-5335-45BB-8E1D-5A78D4148472}" dt="2024-11-27T19:54:23.968" v="2526" actId="113"/>
          <ac:spMkLst>
            <pc:docMk/>
            <pc:sldMk cId="4208006311" sldId="316"/>
            <ac:spMk id="3" creationId="{104A32BE-C8B8-7E6B-E78A-76B45190EB5B}"/>
          </ac:spMkLst>
        </pc:spChg>
      </pc:sldChg>
      <pc:sldChg chg="modSp add mod">
        <pc:chgData name="mukul maheshwari" userId="12cb43e2ca5f0d2c" providerId="LiveId" clId="{6683EBFA-5335-45BB-8E1D-5A78D4148472}" dt="2024-11-27T19:55:56.207" v="2551" actId="20577"/>
        <pc:sldMkLst>
          <pc:docMk/>
          <pc:sldMk cId="667964051" sldId="317"/>
        </pc:sldMkLst>
        <pc:spChg chg="mod">
          <ac:chgData name="mukul maheshwari" userId="12cb43e2ca5f0d2c" providerId="LiveId" clId="{6683EBFA-5335-45BB-8E1D-5A78D4148472}" dt="2024-11-27T19:55:56.207" v="2551" actId="20577"/>
          <ac:spMkLst>
            <pc:docMk/>
            <pc:sldMk cId="667964051" sldId="317"/>
            <ac:spMk id="3" creationId="{104A32BE-C8B8-7E6B-E78A-76B45190EB5B}"/>
          </ac:spMkLst>
        </pc:spChg>
      </pc:sldChg>
      <pc:sldChg chg="modSp new mod">
        <pc:chgData name="mukul maheshwari" userId="12cb43e2ca5f0d2c" providerId="LiveId" clId="{6683EBFA-5335-45BB-8E1D-5A78D4148472}" dt="2024-11-27T19:57:07.116" v="2594" actId="20577"/>
        <pc:sldMkLst>
          <pc:docMk/>
          <pc:sldMk cId="468246563" sldId="318"/>
        </pc:sldMkLst>
        <pc:spChg chg="mod">
          <ac:chgData name="mukul maheshwari" userId="12cb43e2ca5f0d2c" providerId="LiveId" clId="{6683EBFA-5335-45BB-8E1D-5A78D4148472}" dt="2024-11-27T19:56:20.764" v="2572" actId="20577"/>
          <ac:spMkLst>
            <pc:docMk/>
            <pc:sldMk cId="468246563" sldId="318"/>
            <ac:spMk id="2" creationId="{2E5259BC-1CA8-E191-DB6A-3CE4505EC596}"/>
          </ac:spMkLst>
        </pc:spChg>
        <pc:spChg chg="mod">
          <ac:chgData name="mukul maheshwari" userId="12cb43e2ca5f0d2c" providerId="LiveId" clId="{6683EBFA-5335-45BB-8E1D-5A78D4148472}" dt="2024-11-27T19:57:07.116" v="2594" actId="20577"/>
          <ac:spMkLst>
            <pc:docMk/>
            <pc:sldMk cId="468246563" sldId="318"/>
            <ac:spMk id="3" creationId="{EBDE3659-4EA5-A645-4FAE-C804BFC5AD4D}"/>
          </ac:spMkLst>
        </pc:spChg>
      </pc:sldChg>
      <pc:sldChg chg="modSp new mod">
        <pc:chgData name="mukul maheshwari" userId="12cb43e2ca5f0d2c" providerId="LiveId" clId="{6683EBFA-5335-45BB-8E1D-5A78D4148472}" dt="2024-11-27T19:59:39.074" v="2687" actId="27636"/>
        <pc:sldMkLst>
          <pc:docMk/>
          <pc:sldMk cId="2126944272" sldId="319"/>
        </pc:sldMkLst>
        <pc:spChg chg="mod">
          <ac:chgData name="mukul maheshwari" userId="12cb43e2ca5f0d2c" providerId="LiveId" clId="{6683EBFA-5335-45BB-8E1D-5A78D4148472}" dt="2024-11-27T19:57:36.065" v="2632" actId="20577"/>
          <ac:spMkLst>
            <pc:docMk/>
            <pc:sldMk cId="2126944272" sldId="319"/>
            <ac:spMk id="2" creationId="{C26FF830-2CC0-F821-B175-1540ACD8664C}"/>
          </ac:spMkLst>
        </pc:spChg>
        <pc:spChg chg="mod">
          <ac:chgData name="mukul maheshwari" userId="12cb43e2ca5f0d2c" providerId="LiveId" clId="{6683EBFA-5335-45BB-8E1D-5A78D4148472}" dt="2024-11-27T19:59:39.074" v="2687" actId="27636"/>
          <ac:spMkLst>
            <pc:docMk/>
            <pc:sldMk cId="2126944272" sldId="319"/>
            <ac:spMk id="3" creationId="{E8B3FF71-D6F8-AF78-E78E-329A2F95717E}"/>
          </ac:spMkLst>
        </pc:spChg>
      </pc:sldChg>
      <pc:sldChg chg="addSp delSp modSp new mod setBg modClrScheme addAnim chgLayout">
        <pc:chgData name="mukul maheshwari" userId="12cb43e2ca5f0d2c" providerId="LiveId" clId="{6683EBFA-5335-45BB-8E1D-5A78D4148472}" dt="2024-11-27T20:00:50.416" v="2705"/>
        <pc:sldMkLst>
          <pc:docMk/>
          <pc:sldMk cId="1154564287" sldId="320"/>
        </pc:sldMkLst>
        <pc:spChg chg="mod ord">
          <ac:chgData name="mukul maheshwari" userId="12cb43e2ca5f0d2c" providerId="LiveId" clId="{6683EBFA-5335-45BB-8E1D-5A78D4148472}" dt="2024-11-27T20:00:50.413" v="2703" actId="26606"/>
          <ac:spMkLst>
            <pc:docMk/>
            <pc:sldMk cId="1154564287" sldId="320"/>
            <ac:spMk id="2" creationId="{62D87AB0-1266-4DC8-5992-ADB45915F9F8}"/>
          </ac:spMkLst>
        </pc:spChg>
        <pc:spChg chg="del mod ord">
          <ac:chgData name="mukul maheshwari" userId="12cb43e2ca5f0d2c" providerId="LiveId" clId="{6683EBFA-5335-45BB-8E1D-5A78D4148472}" dt="2024-11-27T20:00:30.983" v="2702" actId="700"/>
          <ac:spMkLst>
            <pc:docMk/>
            <pc:sldMk cId="1154564287" sldId="320"/>
            <ac:spMk id="3" creationId="{3AB2186C-05EA-1EEE-2FF6-1C74C0C81434}"/>
          </ac:spMkLst>
        </pc:spChg>
        <pc:spChg chg="add mod ord">
          <ac:chgData name="mukul maheshwari" userId="12cb43e2ca5f0d2c" providerId="LiveId" clId="{6683EBFA-5335-45BB-8E1D-5A78D4148472}" dt="2024-11-27T20:00:50.413" v="2703" actId="26606"/>
          <ac:spMkLst>
            <pc:docMk/>
            <pc:sldMk cId="1154564287" sldId="320"/>
            <ac:spMk id="4" creationId="{542493E2-B584-322E-A937-82EF6E63E9D1}"/>
          </ac:spMkLst>
        </pc:spChg>
        <pc:spChg chg="add">
          <ac:chgData name="mukul maheshwari" userId="12cb43e2ca5f0d2c" providerId="LiveId" clId="{6683EBFA-5335-45BB-8E1D-5A78D4148472}" dt="2024-11-27T20:00:50.413" v="2703" actId="26606"/>
          <ac:spMkLst>
            <pc:docMk/>
            <pc:sldMk cId="1154564287" sldId="320"/>
            <ac:spMk id="11" creationId="{A692209D-B607-46C3-8560-07AF72291659}"/>
          </ac:spMkLst>
        </pc:spChg>
        <pc:spChg chg="add">
          <ac:chgData name="mukul maheshwari" userId="12cb43e2ca5f0d2c" providerId="LiveId" clId="{6683EBFA-5335-45BB-8E1D-5A78D4148472}" dt="2024-11-27T20:00:50.413" v="2703" actId="26606"/>
          <ac:spMkLst>
            <pc:docMk/>
            <pc:sldMk cId="1154564287" sldId="320"/>
            <ac:spMk id="13" creationId="{94874638-CF15-4908-BC4B-4908744D0BAF}"/>
          </ac:spMkLst>
        </pc:spChg>
        <pc:spChg chg="add">
          <ac:chgData name="mukul maheshwari" userId="12cb43e2ca5f0d2c" providerId="LiveId" clId="{6683EBFA-5335-45BB-8E1D-5A78D4148472}" dt="2024-11-27T20:00:50.413" v="2703" actId="26606"/>
          <ac:spMkLst>
            <pc:docMk/>
            <pc:sldMk cId="1154564287" sldId="320"/>
            <ac:spMk id="15" creationId="{5F1B8348-CD6E-4561-A704-C232D9A2676D}"/>
          </ac:spMkLst>
        </pc:spChg>
        <pc:picChg chg="add">
          <ac:chgData name="mukul maheshwari" userId="12cb43e2ca5f0d2c" providerId="LiveId" clId="{6683EBFA-5335-45BB-8E1D-5A78D4148472}" dt="2024-11-27T20:00:50.413" v="2703" actId="26606"/>
          <ac:picMkLst>
            <pc:docMk/>
            <pc:sldMk cId="1154564287" sldId="320"/>
            <ac:picMk id="8" creationId="{3507F85D-28AD-B13F-6C9D-EB467E358FDF}"/>
          </ac:picMkLst>
        </pc:picChg>
      </pc:sldChg>
      <pc:sldChg chg="addSp delSp modSp new mod">
        <pc:chgData name="mukul maheshwari" userId="12cb43e2ca5f0d2c" providerId="LiveId" clId="{6683EBFA-5335-45BB-8E1D-5A78D4148472}" dt="2024-11-27T20:05:03.783" v="2732"/>
        <pc:sldMkLst>
          <pc:docMk/>
          <pc:sldMk cId="695095022" sldId="321"/>
        </pc:sldMkLst>
        <pc:spChg chg="del mod">
          <ac:chgData name="mukul maheshwari" userId="12cb43e2ca5f0d2c" providerId="LiveId" clId="{6683EBFA-5335-45BB-8E1D-5A78D4148472}" dt="2024-11-27T20:03:26.161" v="2709" actId="478"/>
          <ac:spMkLst>
            <pc:docMk/>
            <pc:sldMk cId="695095022" sldId="321"/>
            <ac:spMk id="2" creationId="{38098992-888C-5BF2-0D6F-CAFE4F8DEFD4}"/>
          </ac:spMkLst>
        </pc:spChg>
        <pc:spChg chg="mod">
          <ac:chgData name="mukul maheshwari" userId="12cb43e2ca5f0d2c" providerId="LiveId" clId="{6683EBFA-5335-45BB-8E1D-5A78D4148472}" dt="2024-11-27T20:05:03.783" v="2732"/>
          <ac:spMkLst>
            <pc:docMk/>
            <pc:sldMk cId="695095022" sldId="321"/>
            <ac:spMk id="3" creationId="{ACB333C4-A339-046C-5556-5E35C7706E88}"/>
          </ac:spMkLst>
        </pc:spChg>
        <pc:spChg chg="add del mod">
          <ac:chgData name="mukul maheshwari" userId="12cb43e2ca5f0d2c" providerId="LiveId" clId="{6683EBFA-5335-45BB-8E1D-5A78D4148472}" dt="2024-11-27T20:03:29.071" v="2710" actId="478"/>
          <ac:spMkLst>
            <pc:docMk/>
            <pc:sldMk cId="695095022" sldId="321"/>
            <ac:spMk id="5" creationId="{6DF3AD12-196B-E001-0BCA-4EFE6B768352}"/>
          </ac:spMkLst>
        </pc:spChg>
      </pc:sldChg>
      <pc:sldChg chg="modSp new mod">
        <pc:chgData name="mukul maheshwari" userId="12cb43e2ca5f0d2c" providerId="LiveId" clId="{6683EBFA-5335-45BB-8E1D-5A78D4148472}" dt="2024-11-27T20:08:26.500" v="2778" actId="27636"/>
        <pc:sldMkLst>
          <pc:docMk/>
          <pc:sldMk cId="330248018" sldId="322"/>
        </pc:sldMkLst>
        <pc:spChg chg="mod">
          <ac:chgData name="mukul maheshwari" userId="12cb43e2ca5f0d2c" providerId="LiveId" clId="{6683EBFA-5335-45BB-8E1D-5A78D4148472}" dt="2024-11-27T20:06:19.629" v="2744" actId="20577"/>
          <ac:spMkLst>
            <pc:docMk/>
            <pc:sldMk cId="330248018" sldId="322"/>
            <ac:spMk id="2" creationId="{6D7DB963-8D2B-514D-EB40-01DCACF97D5B}"/>
          </ac:spMkLst>
        </pc:spChg>
        <pc:spChg chg="mod">
          <ac:chgData name="mukul maheshwari" userId="12cb43e2ca5f0d2c" providerId="LiveId" clId="{6683EBFA-5335-45BB-8E1D-5A78D4148472}" dt="2024-11-27T20:08:26.500" v="2778" actId="27636"/>
          <ac:spMkLst>
            <pc:docMk/>
            <pc:sldMk cId="330248018" sldId="322"/>
            <ac:spMk id="3" creationId="{85EA781E-F662-9DD6-6C97-0C64F5D49B6A}"/>
          </ac:spMkLst>
        </pc:spChg>
      </pc:sldChg>
      <pc:sldChg chg="modSp new mod">
        <pc:chgData name="mukul maheshwari" userId="12cb43e2ca5f0d2c" providerId="LiveId" clId="{6683EBFA-5335-45BB-8E1D-5A78D4148472}" dt="2024-11-27T20:11:10.780" v="2858" actId="20577"/>
        <pc:sldMkLst>
          <pc:docMk/>
          <pc:sldMk cId="1515463912" sldId="323"/>
        </pc:sldMkLst>
        <pc:spChg chg="mod">
          <ac:chgData name="mukul maheshwari" userId="12cb43e2ca5f0d2c" providerId="LiveId" clId="{6683EBFA-5335-45BB-8E1D-5A78D4148472}" dt="2024-11-27T20:08:53.411" v="2792" actId="14100"/>
          <ac:spMkLst>
            <pc:docMk/>
            <pc:sldMk cId="1515463912" sldId="323"/>
            <ac:spMk id="2" creationId="{282C3193-C3D3-DAB6-1536-1C55A40CD051}"/>
          </ac:spMkLst>
        </pc:spChg>
        <pc:spChg chg="mod">
          <ac:chgData name="mukul maheshwari" userId="12cb43e2ca5f0d2c" providerId="LiveId" clId="{6683EBFA-5335-45BB-8E1D-5A78D4148472}" dt="2024-11-27T20:11:10.780" v="2858" actId="20577"/>
          <ac:spMkLst>
            <pc:docMk/>
            <pc:sldMk cId="1515463912" sldId="323"/>
            <ac:spMk id="3" creationId="{B1552D98-8230-DD44-DD67-48B611F7A74E}"/>
          </ac:spMkLst>
        </pc:spChg>
      </pc:sldChg>
      <pc:sldChg chg="modSp new mod">
        <pc:chgData name="mukul maheshwari" userId="12cb43e2ca5f0d2c" providerId="LiveId" clId="{6683EBFA-5335-45BB-8E1D-5A78D4148472}" dt="2024-11-27T20:12:27.641" v="2896" actId="403"/>
        <pc:sldMkLst>
          <pc:docMk/>
          <pc:sldMk cId="3456896891" sldId="324"/>
        </pc:sldMkLst>
        <pc:spChg chg="mod">
          <ac:chgData name="mukul maheshwari" userId="12cb43e2ca5f0d2c" providerId="LiveId" clId="{6683EBFA-5335-45BB-8E1D-5A78D4148472}" dt="2024-11-27T20:11:32.151" v="2880" actId="20577"/>
          <ac:spMkLst>
            <pc:docMk/>
            <pc:sldMk cId="3456896891" sldId="324"/>
            <ac:spMk id="2" creationId="{31CEC168-FA30-48B1-85AC-356A7FE03CDD}"/>
          </ac:spMkLst>
        </pc:spChg>
        <pc:spChg chg="mod">
          <ac:chgData name="mukul maheshwari" userId="12cb43e2ca5f0d2c" providerId="LiveId" clId="{6683EBFA-5335-45BB-8E1D-5A78D4148472}" dt="2024-11-27T20:12:27.641" v="2896" actId="403"/>
          <ac:spMkLst>
            <pc:docMk/>
            <pc:sldMk cId="3456896891" sldId="324"/>
            <ac:spMk id="3" creationId="{90CDD70B-A7B9-D38D-AF9B-B0C97542E0BB}"/>
          </ac:spMkLst>
        </pc:spChg>
      </pc:sldChg>
      <pc:sldChg chg="addSp delSp modSp new mod setBg setClrOvrMap">
        <pc:chgData name="mukul maheshwari" userId="12cb43e2ca5f0d2c" providerId="LiveId" clId="{6683EBFA-5335-45BB-8E1D-5A78D4148472}" dt="2024-11-27T20:12:53.885" v="2911" actId="26606"/>
        <pc:sldMkLst>
          <pc:docMk/>
          <pc:sldMk cId="4091516419" sldId="325"/>
        </pc:sldMkLst>
        <pc:spChg chg="mod">
          <ac:chgData name="mukul maheshwari" userId="12cb43e2ca5f0d2c" providerId="LiveId" clId="{6683EBFA-5335-45BB-8E1D-5A78D4148472}" dt="2024-11-27T20:12:53.885" v="2911" actId="26606"/>
          <ac:spMkLst>
            <pc:docMk/>
            <pc:sldMk cId="4091516419" sldId="325"/>
            <ac:spMk id="2" creationId="{5595A83B-85A2-C035-0E92-D6D85CB98308}"/>
          </ac:spMkLst>
        </pc:spChg>
        <pc:spChg chg="mod">
          <ac:chgData name="mukul maheshwari" userId="12cb43e2ca5f0d2c" providerId="LiveId" clId="{6683EBFA-5335-45BB-8E1D-5A78D4148472}" dt="2024-11-27T20:12:53.885" v="2911" actId="26606"/>
          <ac:spMkLst>
            <pc:docMk/>
            <pc:sldMk cId="4091516419" sldId="325"/>
            <ac:spMk id="3" creationId="{B9F7F7CA-5558-5C90-008F-1259B891082A}"/>
          </ac:spMkLst>
        </pc:spChg>
        <pc:spChg chg="add">
          <ac:chgData name="mukul maheshwari" userId="12cb43e2ca5f0d2c" providerId="LiveId" clId="{6683EBFA-5335-45BB-8E1D-5A78D4148472}" dt="2024-11-27T20:12:53.885" v="2911" actId="26606"/>
          <ac:spMkLst>
            <pc:docMk/>
            <pc:sldMk cId="4091516419" sldId="325"/>
            <ac:spMk id="8" creationId="{66AFD431-09B7-42CA-BF39-9FE5DBE53797}"/>
          </ac:spMkLst>
        </pc:spChg>
        <pc:spChg chg="add del">
          <ac:chgData name="mukul maheshwari" userId="12cb43e2ca5f0d2c" providerId="LiveId" clId="{6683EBFA-5335-45BB-8E1D-5A78D4148472}" dt="2024-11-27T20:12:53.857" v="2910" actId="26606"/>
          <ac:spMkLst>
            <pc:docMk/>
            <pc:sldMk cId="4091516419" sldId="325"/>
            <ac:spMk id="9" creationId="{1A44C337-3893-4B29-A265-B1329150B6AA}"/>
          </ac:spMkLst>
        </pc:spChg>
        <pc:spChg chg="add del">
          <ac:chgData name="mukul maheshwari" userId="12cb43e2ca5f0d2c" providerId="LiveId" clId="{6683EBFA-5335-45BB-8E1D-5A78D4148472}" dt="2024-11-27T20:12:47.895" v="2908" actId="26606"/>
          <ac:spMkLst>
            <pc:docMk/>
            <pc:sldMk cId="4091516419" sldId="325"/>
            <ac:spMk id="10" creationId="{3F4C104D-5F30-4811-9376-566B26E4719A}"/>
          </ac:spMkLst>
        </pc:spChg>
        <pc:spChg chg="add del">
          <ac:chgData name="mukul maheshwari" userId="12cb43e2ca5f0d2c" providerId="LiveId" clId="{6683EBFA-5335-45BB-8E1D-5A78D4148472}" dt="2024-11-27T20:12:47.895" v="2908" actId="26606"/>
          <ac:spMkLst>
            <pc:docMk/>
            <pc:sldMk cId="4091516419" sldId="325"/>
            <ac:spMk id="12" creationId="{0815E34B-5D02-4E01-A936-E8E1C0AB6F12}"/>
          </ac:spMkLst>
        </pc:spChg>
        <pc:spChg chg="add del">
          <ac:chgData name="mukul maheshwari" userId="12cb43e2ca5f0d2c" providerId="LiveId" clId="{6683EBFA-5335-45BB-8E1D-5A78D4148472}" dt="2024-11-27T20:12:47.895" v="2908" actId="26606"/>
          <ac:spMkLst>
            <pc:docMk/>
            <pc:sldMk cId="4091516419" sldId="325"/>
            <ac:spMk id="14" creationId="{7DE3414B-B032-4710-A468-D3285E38C5FF}"/>
          </ac:spMkLst>
        </pc:spChg>
        <pc:spChg chg="add del">
          <ac:chgData name="mukul maheshwari" userId="12cb43e2ca5f0d2c" providerId="LiveId" clId="{6683EBFA-5335-45BB-8E1D-5A78D4148472}" dt="2024-11-27T20:12:53.857" v="2910" actId="26606"/>
          <ac:spMkLst>
            <pc:docMk/>
            <pc:sldMk cId="4091516419" sldId="325"/>
            <ac:spMk id="39" creationId="{AA5CD610-ED7C-4CED-A9A1-174432C88AF8}"/>
          </ac:spMkLst>
        </pc:spChg>
        <pc:spChg chg="add del">
          <ac:chgData name="mukul maheshwari" userId="12cb43e2ca5f0d2c" providerId="LiveId" clId="{6683EBFA-5335-45BB-8E1D-5A78D4148472}" dt="2024-11-27T20:12:53.857" v="2910" actId="26606"/>
          <ac:spMkLst>
            <pc:docMk/>
            <pc:sldMk cId="4091516419" sldId="325"/>
            <ac:spMk id="41" creationId="{0C4379BF-8C7A-480A-BC36-DA55D92A9356}"/>
          </ac:spMkLst>
        </pc:spChg>
        <pc:spChg chg="add">
          <ac:chgData name="mukul maheshwari" userId="12cb43e2ca5f0d2c" providerId="LiveId" clId="{6683EBFA-5335-45BB-8E1D-5A78D4148472}" dt="2024-11-27T20:12:53.885" v="2911" actId="26606"/>
          <ac:spMkLst>
            <pc:docMk/>
            <pc:sldMk cId="4091516419" sldId="325"/>
            <ac:spMk id="56" creationId="{E7D63BAB-D0DB-4F66-92F9-4D2E0A2E5A47}"/>
          </ac:spMkLst>
        </pc:spChg>
        <pc:grpChg chg="add del">
          <ac:chgData name="mukul maheshwari" userId="12cb43e2ca5f0d2c" providerId="LiveId" clId="{6683EBFA-5335-45BB-8E1D-5A78D4148472}" dt="2024-11-27T20:12:53.857" v="2910" actId="26606"/>
          <ac:grpSpMkLst>
            <pc:docMk/>
            <pc:sldMk cId="4091516419" sldId="325"/>
            <ac:grpSpMk id="11" creationId="{81E0B358-1267-4844-8B3D-B7A279B4175A}"/>
          </ac:grpSpMkLst>
        </pc:grpChg>
        <pc:grpChg chg="add del">
          <ac:chgData name="mukul maheshwari" userId="12cb43e2ca5f0d2c" providerId="LiveId" clId="{6683EBFA-5335-45BB-8E1D-5A78D4148472}" dt="2024-11-27T20:12:53.857" v="2910" actId="26606"/>
          <ac:grpSpMkLst>
            <pc:docMk/>
            <pc:sldMk cId="4091516419" sldId="325"/>
            <ac:grpSpMk id="25" creationId="{AF44CA9C-80E8-44E1-A79C-D6EBFC73BCA0}"/>
          </ac:grpSpMkLst>
        </pc:grpChg>
        <pc:grpChg chg="add">
          <ac:chgData name="mukul maheshwari" userId="12cb43e2ca5f0d2c" providerId="LiveId" clId="{6683EBFA-5335-45BB-8E1D-5A78D4148472}" dt="2024-11-27T20:12:53.885" v="2911" actId="26606"/>
          <ac:grpSpMkLst>
            <pc:docMk/>
            <pc:sldMk cId="4091516419" sldId="325"/>
            <ac:grpSpMk id="43" creationId="{9711C96E-3D2D-48C8-AAB9-C1CB02D1D51C}"/>
          </ac:grpSpMkLst>
        </pc:grpChg>
        <pc:picChg chg="add del">
          <ac:chgData name="mukul maheshwari" userId="12cb43e2ca5f0d2c" providerId="LiveId" clId="{6683EBFA-5335-45BB-8E1D-5A78D4148472}" dt="2024-11-27T20:12:53.857" v="2910" actId="26606"/>
          <ac:picMkLst>
            <pc:docMk/>
            <pc:sldMk cId="4091516419" sldId="325"/>
            <ac:picMk id="5" creationId="{D97A2D5C-6E14-A087-B152-F298D217D959}"/>
          </ac:picMkLst>
        </pc:picChg>
        <pc:picChg chg="add del">
          <ac:chgData name="mukul maheshwari" userId="12cb43e2ca5f0d2c" providerId="LiveId" clId="{6683EBFA-5335-45BB-8E1D-5A78D4148472}" dt="2024-11-27T20:12:47.895" v="2908" actId="26606"/>
          <ac:picMkLst>
            <pc:docMk/>
            <pc:sldMk cId="4091516419" sldId="325"/>
            <ac:picMk id="7" creationId="{DACCCCEA-0155-D9B6-60C0-AE140E97BC0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679528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47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311098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836027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11/28/2024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32451302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11/28/2024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480603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11/28/2024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904370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BE4249-C0D0-4B06-8692-E8BB871AF643}" type="datetimeFigureOut">
              <a:rPr lang="en-US" smtClean="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136908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458302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2307736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7A6979-0714-4377-B894-6BE4C2D6E202}"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280447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55489396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7A6979-0714-4377-B894-6BE4C2D6E202}"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721594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544229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003788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719706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160EA64-D806-43AC-9DF2-F8C432F32B4C}" type="datetimeFigureOut">
              <a:rPr lang="en-US" smtClean="0"/>
              <a:t>11/28/2024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24016581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F9CEF5-A50D-4B8B-9852-D76F70378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B1A2001-77B0-0061-C22E-5A4B69678BE0}"/>
              </a:ext>
            </a:extLst>
          </p:cNvPr>
          <p:cNvPicPr>
            <a:picLocks noChangeAspect="1"/>
          </p:cNvPicPr>
          <p:nvPr/>
        </p:nvPicPr>
        <p:blipFill>
          <a:blip r:embed="rId2">
            <a:alphaModFix amt="40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CAEA2AE-7195-74F4-D141-DBE06F9A6836}"/>
              </a:ext>
            </a:extLst>
          </p:cNvPr>
          <p:cNvSpPr>
            <a:spLocks noGrp="1"/>
          </p:cNvSpPr>
          <p:nvPr>
            <p:ph type="ctrTitle"/>
          </p:nvPr>
        </p:nvSpPr>
        <p:spPr>
          <a:xfrm>
            <a:off x="2589213" y="2514600"/>
            <a:ext cx="8915399" cy="2262781"/>
          </a:xfrm>
        </p:spPr>
        <p:txBody>
          <a:bodyPr>
            <a:normAutofit/>
          </a:bodyPr>
          <a:lstStyle/>
          <a:p>
            <a:r>
              <a:rPr lang="en-US">
                <a:solidFill>
                  <a:schemeClr val="tx1"/>
                </a:solidFill>
              </a:rPr>
              <a:t>CHOLERA</a:t>
            </a:r>
            <a:endParaRPr lang="en-IN">
              <a:solidFill>
                <a:schemeClr val="tx1"/>
              </a:solidFill>
            </a:endParaRPr>
          </a:p>
        </p:txBody>
      </p:sp>
      <p:sp>
        <p:nvSpPr>
          <p:cNvPr id="3" name="Subtitle 2">
            <a:extLst>
              <a:ext uri="{FF2B5EF4-FFF2-40B4-BE49-F238E27FC236}">
                <a16:creationId xmlns:a16="http://schemas.microsoft.com/office/drawing/2014/main" id="{8B173FC5-0A0C-A966-4E71-DB269AA7F40A}"/>
              </a:ext>
            </a:extLst>
          </p:cNvPr>
          <p:cNvSpPr>
            <a:spLocks noGrp="1"/>
          </p:cNvSpPr>
          <p:nvPr>
            <p:ph type="subTitle" idx="1"/>
          </p:nvPr>
        </p:nvSpPr>
        <p:spPr>
          <a:xfrm>
            <a:off x="2589213" y="4777379"/>
            <a:ext cx="8915399" cy="1126283"/>
          </a:xfrm>
        </p:spPr>
        <p:txBody>
          <a:bodyPr>
            <a:normAutofit/>
          </a:bodyPr>
          <a:lstStyle/>
          <a:p>
            <a:endParaRPr lang="en-IN"/>
          </a:p>
        </p:txBody>
      </p:sp>
      <p:sp>
        <p:nvSpPr>
          <p:cNvPr id="11" name="Rectangle 10">
            <a:extLst>
              <a:ext uri="{FF2B5EF4-FFF2-40B4-BE49-F238E27FC236}">
                <a16:creationId xmlns:a16="http://schemas.microsoft.com/office/drawing/2014/main" id="{30684D86-C9D1-40C3-A9B6-EC935C731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33">
            <a:extLst>
              <a:ext uri="{FF2B5EF4-FFF2-40B4-BE49-F238E27FC236}">
                <a16:creationId xmlns:a16="http://schemas.microsoft.com/office/drawing/2014/main" id="{1EDF7896-F56A-49DA-90F3-F5CE8B98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Tree>
    <p:extLst>
      <p:ext uri="{BB962C8B-B14F-4D97-AF65-F5344CB8AC3E}">
        <p14:creationId xmlns:p14="http://schemas.microsoft.com/office/powerpoint/2010/main" val="154610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879851-1A1D-4246-AAA1-C484E85833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cells">
            <a:extLst>
              <a:ext uri="{FF2B5EF4-FFF2-40B4-BE49-F238E27FC236}">
                <a16:creationId xmlns:a16="http://schemas.microsoft.com/office/drawing/2014/main" id="{6E79290D-F963-29E7-42B6-DF17CA70B836}"/>
              </a:ext>
            </a:extLst>
          </p:cNvPr>
          <p:cNvPicPr>
            <a:picLocks noChangeAspect="1"/>
          </p:cNvPicPr>
          <p:nvPr/>
        </p:nvPicPr>
        <p:blipFill>
          <a:blip r:embed="rId2">
            <a:alphaModFix amt="35000"/>
          </a:blip>
          <a:srcRect/>
          <a:stretch/>
        </p:blipFill>
        <p:spPr>
          <a:xfrm>
            <a:off x="-8825" y="-5610"/>
            <a:ext cx="12192000" cy="6858000"/>
          </a:xfrm>
          <a:prstGeom prst="rect">
            <a:avLst/>
          </a:prstGeom>
        </p:spPr>
      </p:pic>
      <p:sp>
        <p:nvSpPr>
          <p:cNvPr id="3" name="Content Placeholder 2">
            <a:extLst>
              <a:ext uri="{FF2B5EF4-FFF2-40B4-BE49-F238E27FC236}">
                <a16:creationId xmlns:a16="http://schemas.microsoft.com/office/drawing/2014/main" id="{812347E2-53C0-0691-02BB-5E7B68CA6028}"/>
              </a:ext>
            </a:extLst>
          </p:cNvPr>
          <p:cNvSpPr>
            <a:spLocks noGrp="1"/>
          </p:cNvSpPr>
          <p:nvPr>
            <p:ph idx="1"/>
          </p:nvPr>
        </p:nvSpPr>
        <p:spPr>
          <a:xfrm>
            <a:off x="600075" y="781050"/>
            <a:ext cx="10904537" cy="5130172"/>
          </a:xfrm>
        </p:spPr>
        <p:txBody>
          <a:bodyPr>
            <a:normAutofit/>
          </a:bodyPr>
          <a:lstStyle/>
          <a:p>
            <a:pPr>
              <a:buClr>
                <a:srgbClr val="D7431F"/>
              </a:buClr>
            </a:pPr>
            <a:r>
              <a:rPr lang="en-US" sz="2800" dirty="0"/>
              <a:t>Cholera is an acute </a:t>
            </a:r>
            <a:r>
              <a:rPr lang="en-US" sz="2800" dirty="0" err="1"/>
              <a:t>diarrhoeal</a:t>
            </a:r>
            <a:r>
              <a:rPr lang="en-US" sz="2800" dirty="0"/>
              <a:t> disease caused by V Cholerae O1 (classical or El Tor) and 0139. It is now commonly due to the El Tor biotype and 0139. </a:t>
            </a:r>
          </a:p>
          <a:p>
            <a:pPr>
              <a:buClr>
                <a:srgbClr val="D7431F"/>
              </a:buClr>
            </a:pPr>
            <a:r>
              <a:rPr lang="en-US" sz="2800" dirty="0"/>
              <a:t>Cases range from symptomless to severe infections.</a:t>
            </a:r>
          </a:p>
          <a:p>
            <a:pPr>
              <a:buClr>
                <a:srgbClr val="D7431F"/>
              </a:buClr>
            </a:pPr>
            <a:r>
              <a:rPr lang="en-US" sz="2800" dirty="0"/>
              <a:t> The majority of infections are mild or asymptomatic. </a:t>
            </a:r>
          </a:p>
          <a:p>
            <a:pPr>
              <a:buClr>
                <a:srgbClr val="D7431F"/>
              </a:buClr>
            </a:pPr>
            <a:r>
              <a:rPr lang="en-US" sz="2800" dirty="0"/>
              <a:t>Typical cases are characterized by the sudden onset of profuse, effortless, watery </a:t>
            </a:r>
            <a:r>
              <a:rPr lang="en-US" sz="2800" dirty="0" err="1"/>
              <a:t>diarrhoea</a:t>
            </a:r>
            <a:r>
              <a:rPr lang="en-US" sz="2800" dirty="0"/>
              <a:t> followed by vomiting, rapid dehydration, muscular cramps and suppression of urine. </a:t>
            </a:r>
          </a:p>
          <a:p>
            <a:pPr>
              <a:buClr>
                <a:srgbClr val="D7431F"/>
              </a:buClr>
            </a:pPr>
            <a:r>
              <a:rPr lang="en-US" sz="2800" dirty="0"/>
              <a:t>Unless there is rapid replacement of fluid and electrolytes, the case fatality may be as high as 30 to 40 per cent.</a:t>
            </a:r>
            <a:endParaRPr lang="en-IN" sz="2800" dirty="0"/>
          </a:p>
        </p:txBody>
      </p:sp>
    </p:spTree>
    <p:extLst>
      <p:ext uri="{BB962C8B-B14F-4D97-AF65-F5344CB8AC3E}">
        <p14:creationId xmlns:p14="http://schemas.microsoft.com/office/powerpoint/2010/main" val="422601768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D54B31-A913-C1FA-CDD9-96FE20A5E03D}"/>
              </a:ext>
            </a:extLst>
          </p:cNvPr>
          <p:cNvSpPr>
            <a:spLocks noGrp="1"/>
          </p:cNvSpPr>
          <p:nvPr>
            <p:ph type="title"/>
          </p:nvPr>
        </p:nvSpPr>
        <p:spPr>
          <a:xfrm>
            <a:off x="3373062" y="624110"/>
            <a:ext cx="8131550" cy="1280890"/>
          </a:xfrm>
        </p:spPr>
        <p:txBody>
          <a:bodyPr>
            <a:normAutofit/>
          </a:bodyPr>
          <a:lstStyle/>
          <a:p>
            <a:r>
              <a:rPr lang="en-IN" dirty="0"/>
              <a:t>Epidemiological features</a:t>
            </a:r>
          </a:p>
        </p:txBody>
      </p:sp>
      <p:sp>
        <p:nvSpPr>
          <p:cNvPr id="10" name="Rectangle 9">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85151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tx2">
              <a:lumMod val="60000"/>
              <a:lumOff val="40000"/>
              <a:alpha val="40000"/>
            </a:schemeClr>
          </a:solidFill>
        </p:grpSpPr>
        <p:sp>
          <p:nvSpPr>
            <p:cNvPr id="13"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4"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5"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6"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7"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8"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9"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0"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1"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2"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3"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4"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grpSp>
        <p:nvGrpSpPr>
          <p:cNvPr id="26" name="Group 25">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a:solidFill>
            <a:schemeClr val="tx2">
              <a:lumMod val="75000"/>
              <a:alpha val="70000"/>
            </a:schemeClr>
          </a:solidFill>
        </p:grpSpPr>
        <p:sp>
          <p:nvSpPr>
            <p:cNvPr id="27"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28"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29"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30"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31"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32"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33"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34"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35"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36"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37"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38"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40"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411452"/>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3" name="Content Placeholder 2">
            <a:extLst>
              <a:ext uri="{FF2B5EF4-FFF2-40B4-BE49-F238E27FC236}">
                <a16:creationId xmlns:a16="http://schemas.microsoft.com/office/drawing/2014/main" id="{7C210CED-56CD-BF76-9C15-BDDB59607E79}"/>
              </a:ext>
            </a:extLst>
          </p:cNvPr>
          <p:cNvSpPr>
            <a:spLocks noGrp="1"/>
          </p:cNvSpPr>
          <p:nvPr>
            <p:ph idx="1"/>
          </p:nvPr>
        </p:nvSpPr>
        <p:spPr>
          <a:xfrm>
            <a:off x="3373062" y="2133600"/>
            <a:ext cx="8131550" cy="3777622"/>
          </a:xfrm>
        </p:spPr>
        <p:txBody>
          <a:bodyPr>
            <a:normAutofit/>
          </a:bodyPr>
          <a:lstStyle/>
          <a:p>
            <a:r>
              <a:rPr lang="en-US"/>
              <a:t>Cholera is both an epidemic and endemic disease. </a:t>
            </a:r>
          </a:p>
          <a:p>
            <a:r>
              <a:rPr lang="en-US"/>
              <a:t>The </a:t>
            </a:r>
            <a:r>
              <a:rPr lang="en-US" err="1"/>
              <a:t>epidemicity</a:t>
            </a:r>
            <a:r>
              <a:rPr lang="en-US"/>
              <a:t> and endemicity of a disease will depend on the characteristics of the agent, and those of the system (environment). </a:t>
            </a:r>
          </a:p>
          <a:p>
            <a:r>
              <a:rPr lang="en-US"/>
              <a:t>Characteristics of the agent which influence its distribution include its ability to survive in a given environment, its virulence, the average number of organisms required to cause infection, etc. </a:t>
            </a:r>
          </a:p>
          <a:p>
            <a:r>
              <a:rPr lang="en-US"/>
              <a:t>Global experience has shown that the introduction of cholera into any country cannot be prevented, but cholera can create a problem only in areas where sanitation is defective.</a:t>
            </a:r>
          </a:p>
          <a:p>
            <a:r>
              <a:rPr lang="en-US"/>
              <a:t>Epidemics of cholera are characteristically abrupt and often create an acute public health problem.</a:t>
            </a:r>
            <a:endParaRPr lang="en-IN"/>
          </a:p>
        </p:txBody>
      </p:sp>
    </p:spTree>
    <p:extLst>
      <p:ext uri="{BB962C8B-B14F-4D97-AF65-F5344CB8AC3E}">
        <p14:creationId xmlns:p14="http://schemas.microsoft.com/office/powerpoint/2010/main" val="138383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85151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tx2">
              <a:lumMod val="60000"/>
              <a:lumOff val="40000"/>
              <a:alpha val="40000"/>
            </a:schemeClr>
          </a:solidFill>
        </p:grpSpPr>
        <p:sp>
          <p:nvSpPr>
            <p:cNvPr id="13"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4"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5"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6"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7"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8"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9"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0"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1"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2"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3"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4"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grpSp>
        <p:nvGrpSpPr>
          <p:cNvPr id="26" name="Group 25">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a:solidFill>
            <a:schemeClr val="tx2">
              <a:lumMod val="75000"/>
              <a:alpha val="70000"/>
            </a:schemeClr>
          </a:solidFill>
        </p:grpSpPr>
        <p:sp>
          <p:nvSpPr>
            <p:cNvPr id="27"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28"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29"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30"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31"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32"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33"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34"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35"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36"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37"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38"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40"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411452"/>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3" name="Content Placeholder 2">
            <a:extLst>
              <a:ext uri="{FF2B5EF4-FFF2-40B4-BE49-F238E27FC236}">
                <a16:creationId xmlns:a16="http://schemas.microsoft.com/office/drawing/2014/main" id="{1F238B8B-ABC1-8E1B-7801-50A673D830D9}"/>
              </a:ext>
            </a:extLst>
          </p:cNvPr>
          <p:cNvSpPr>
            <a:spLocks noGrp="1"/>
          </p:cNvSpPr>
          <p:nvPr>
            <p:ph idx="1"/>
          </p:nvPr>
        </p:nvSpPr>
        <p:spPr>
          <a:xfrm>
            <a:off x="3373062" y="342900"/>
            <a:ext cx="8131550" cy="5568322"/>
          </a:xfrm>
        </p:spPr>
        <p:txBody>
          <a:bodyPr>
            <a:normAutofit lnSpcReduction="10000"/>
          </a:bodyPr>
          <a:lstStyle/>
          <a:p>
            <a:pPr>
              <a:lnSpc>
                <a:spcPct val="90000"/>
              </a:lnSpc>
            </a:pPr>
            <a:r>
              <a:rPr lang="en-US" sz="2400" dirty="0"/>
              <a:t>They have a high potential to spread fast and cause deaths. The epidemic reaches a peak and subsides gradually as the “force of infection" declines. </a:t>
            </a:r>
          </a:p>
          <a:p>
            <a:pPr>
              <a:lnSpc>
                <a:spcPct val="90000"/>
              </a:lnSpc>
            </a:pPr>
            <a:r>
              <a:rPr lang="en-US" sz="2400" dirty="0"/>
              <a:t>Often-times, by the time control measures are instituted the epidemic has already reached its peak and is waning. Cholera epidemic in a community is self-limiting. </a:t>
            </a:r>
          </a:p>
          <a:p>
            <a:pPr>
              <a:lnSpc>
                <a:spcPct val="90000"/>
              </a:lnSpc>
            </a:pPr>
            <a:r>
              <a:rPr lang="en-US" sz="2400" dirty="0"/>
              <a:t>This is attributed to the acquisition of temporary immunity, as well as due to the occurrence of a large number of subclinical cases.</a:t>
            </a:r>
          </a:p>
          <a:p>
            <a:pPr>
              <a:lnSpc>
                <a:spcPct val="90000"/>
              </a:lnSpc>
            </a:pPr>
            <a:r>
              <a:rPr lang="en-US" sz="2400" dirty="0"/>
              <a:t>The force of infection” is composed of 2 components, namely the force of infection through water and the force of infection through contacts. It is well-known that the elimination of contaminated water does not immediately bring an outbreak to an end, but a so-called “tail” of the epidemic is produced. This is due to the continuation of transmission through contacts. </a:t>
            </a:r>
            <a:endParaRPr lang="en-IN" sz="2400" dirty="0"/>
          </a:p>
        </p:txBody>
      </p:sp>
    </p:spTree>
    <p:extLst>
      <p:ext uri="{BB962C8B-B14F-4D97-AF65-F5344CB8AC3E}">
        <p14:creationId xmlns:p14="http://schemas.microsoft.com/office/powerpoint/2010/main" val="622334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85151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tx2">
              <a:lumMod val="60000"/>
              <a:lumOff val="40000"/>
              <a:alpha val="40000"/>
            </a:schemeClr>
          </a:solidFill>
        </p:grpSpPr>
        <p:sp>
          <p:nvSpPr>
            <p:cNvPr id="13"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4"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5"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6"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7"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8"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9"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0"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1"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2"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3"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4"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grpSp>
        <p:nvGrpSpPr>
          <p:cNvPr id="26" name="Group 25">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a:solidFill>
            <a:schemeClr val="tx2">
              <a:lumMod val="75000"/>
              <a:alpha val="70000"/>
            </a:schemeClr>
          </a:solidFill>
        </p:grpSpPr>
        <p:sp>
          <p:nvSpPr>
            <p:cNvPr id="27"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28"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29"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30"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31"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32"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33"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34"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35"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36"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37"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38"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40"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411452"/>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3" name="Content Placeholder 2">
            <a:extLst>
              <a:ext uri="{FF2B5EF4-FFF2-40B4-BE49-F238E27FC236}">
                <a16:creationId xmlns:a16="http://schemas.microsoft.com/office/drawing/2014/main" id="{0701D027-6254-AD49-81D8-E01C2E523B49}"/>
              </a:ext>
            </a:extLst>
          </p:cNvPr>
          <p:cNvSpPr>
            <a:spLocks noGrp="1"/>
          </p:cNvSpPr>
          <p:nvPr>
            <p:ph idx="1"/>
          </p:nvPr>
        </p:nvSpPr>
        <p:spPr>
          <a:xfrm>
            <a:off x="3373062" y="914400"/>
            <a:ext cx="8131550" cy="5330336"/>
          </a:xfrm>
        </p:spPr>
        <p:txBody>
          <a:bodyPr>
            <a:normAutofit lnSpcReduction="10000"/>
          </a:bodyPr>
          <a:lstStyle/>
          <a:p>
            <a:pPr>
              <a:lnSpc>
                <a:spcPct val="90000"/>
              </a:lnSpc>
            </a:pPr>
            <a:r>
              <a:rPr lang="en-US" sz="2400"/>
              <a:t>In areas where cholera is endemic, it does not show a stable endemicity like typhoid fever. </a:t>
            </a:r>
          </a:p>
          <a:p>
            <a:pPr>
              <a:lnSpc>
                <a:spcPct val="90000"/>
              </a:lnSpc>
            </a:pPr>
            <a:r>
              <a:rPr lang="en-US" sz="2400"/>
              <a:t>It undergoes seasonal fluctuations as well as epidemic outbreaks. </a:t>
            </a:r>
          </a:p>
          <a:p>
            <a:pPr>
              <a:lnSpc>
                <a:spcPct val="90000"/>
              </a:lnSpc>
            </a:pPr>
            <a:r>
              <a:rPr lang="en-US" sz="2400"/>
              <a:t>The seasonal variation differs between countries and even between regions of the same country. </a:t>
            </a:r>
          </a:p>
          <a:p>
            <a:pPr>
              <a:lnSpc>
                <a:spcPct val="90000"/>
              </a:lnSpc>
            </a:pPr>
            <a:r>
              <a:rPr lang="en-US" sz="2400"/>
              <a:t>The seasonal incidence is also subject to change. For example, the disease used to be most common in the summer in Kolkata and m the early winter in Bangladesh; now- in both places, it is most frequent in the autumn. In some parts of India, the peak incidence is in August.</a:t>
            </a:r>
          </a:p>
          <a:p>
            <a:pPr>
              <a:lnSpc>
                <a:spcPct val="90000"/>
              </a:lnSpc>
            </a:pPr>
            <a:r>
              <a:rPr lang="en-US" sz="2400"/>
              <a:t>The El Tor biotype, wherever it has spread, has become endemic with periodic outbreaks. It appears to have greater “endemic tendency” than its classical counterpart in that it causes a higher infection—to—case ratio.</a:t>
            </a:r>
          </a:p>
          <a:p>
            <a:pPr>
              <a:lnSpc>
                <a:spcPct val="90000"/>
              </a:lnSpc>
            </a:pPr>
            <a:endParaRPr lang="en-IN" sz="2400"/>
          </a:p>
        </p:txBody>
      </p:sp>
    </p:spTree>
    <p:extLst>
      <p:ext uri="{BB962C8B-B14F-4D97-AF65-F5344CB8AC3E}">
        <p14:creationId xmlns:p14="http://schemas.microsoft.com/office/powerpoint/2010/main" val="145250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7E42047-F7E7-4687-BBE0-D4BDC8E77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 name="Group 10">
            <a:extLst>
              <a:ext uri="{FF2B5EF4-FFF2-40B4-BE49-F238E27FC236}">
                <a16:creationId xmlns:a16="http://schemas.microsoft.com/office/drawing/2014/main" id="{8D6F839A-C8D9-4FBC-8EFD-9E56D12F4C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06785" y="228600"/>
            <a:ext cx="2851523" cy="6638625"/>
            <a:chOff x="2487613" y="285750"/>
            <a:chExt cx="2428875" cy="5654676"/>
          </a:xfrm>
        </p:grpSpPr>
        <p:sp>
          <p:nvSpPr>
            <p:cNvPr id="12" name="Freeform 11">
              <a:extLst>
                <a:ext uri="{FF2B5EF4-FFF2-40B4-BE49-F238E27FC236}">
                  <a16:creationId xmlns:a16="http://schemas.microsoft.com/office/drawing/2014/main" id="{D1F0D09B-BA85-41B1-A8DE-73728B7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3" name="Freeform 12">
              <a:extLst>
                <a:ext uri="{FF2B5EF4-FFF2-40B4-BE49-F238E27FC236}">
                  <a16:creationId xmlns:a16="http://schemas.microsoft.com/office/drawing/2014/main" id="{FB2D0F0C-3A27-4FC3-A6A3-D2095D9B2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4" name="Freeform 13">
              <a:extLst>
                <a:ext uri="{FF2B5EF4-FFF2-40B4-BE49-F238E27FC236}">
                  <a16:creationId xmlns:a16="http://schemas.microsoft.com/office/drawing/2014/main" id="{FA1C69EF-E6E6-4BDD-B62F-637FC9F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5" name="Freeform 14">
              <a:extLst>
                <a:ext uri="{FF2B5EF4-FFF2-40B4-BE49-F238E27FC236}">
                  <a16:creationId xmlns:a16="http://schemas.microsoft.com/office/drawing/2014/main" id="{75B4F36E-07F6-4E6F-A9D9-A7F6D958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6" name="Freeform 15">
              <a:extLst>
                <a:ext uri="{FF2B5EF4-FFF2-40B4-BE49-F238E27FC236}">
                  <a16:creationId xmlns:a16="http://schemas.microsoft.com/office/drawing/2014/main" id="{7D9136C7-12F1-4F21-A438-ED7668DD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7" name="Freeform 16">
              <a:extLst>
                <a:ext uri="{FF2B5EF4-FFF2-40B4-BE49-F238E27FC236}">
                  <a16:creationId xmlns:a16="http://schemas.microsoft.com/office/drawing/2014/main" id="{C718EF12-B769-45D9-9B6E-7AEAA310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8" name="Freeform 17">
              <a:extLst>
                <a:ext uri="{FF2B5EF4-FFF2-40B4-BE49-F238E27FC236}">
                  <a16:creationId xmlns:a16="http://schemas.microsoft.com/office/drawing/2014/main" id="{534EAD53-3968-459E-B27C-09126A0FE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9" name="Freeform 18">
              <a:extLst>
                <a:ext uri="{FF2B5EF4-FFF2-40B4-BE49-F238E27FC236}">
                  <a16:creationId xmlns:a16="http://schemas.microsoft.com/office/drawing/2014/main" id="{67658BFE-59E2-4A2D-9E8A-18F81C35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20" name="Freeform 19">
              <a:extLst>
                <a:ext uri="{FF2B5EF4-FFF2-40B4-BE49-F238E27FC236}">
                  <a16:creationId xmlns:a16="http://schemas.microsoft.com/office/drawing/2014/main" id="{3FEC8A9E-385D-4407-9671-E30238022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1" name="Freeform 20">
              <a:extLst>
                <a:ext uri="{FF2B5EF4-FFF2-40B4-BE49-F238E27FC236}">
                  <a16:creationId xmlns:a16="http://schemas.microsoft.com/office/drawing/2014/main" id="{EFC82234-632C-4B76-A8FF-2C9C0DCA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2" name="Freeform 21">
              <a:extLst>
                <a:ext uri="{FF2B5EF4-FFF2-40B4-BE49-F238E27FC236}">
                  <a16:creationId xmlns:a16="http://schemas.microsoft.com/office/drawing/2014/main" id="{662A4DB3-C195-4230-953D-307E4100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3" name="Freeform 22">
              <a:extLst>
                <a:ext uri="{FF2B5EF4-FFF2-40B4-BE49-F238E27FC236}">
                  <a16:creationId xmlns:a16="http://schemas.microsoft.com/office/drawing/2014/main" id="{94D310CF-9541-4CD7-855B-E2E1EF343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5" name="Group 24">
            <a:extLst>
              <a:ext uri="{FF2B5EF4-FFF2-40B4-BE49-F238E27FC236}">
                <a16:creationId xmlns:a16="http://schemas.microsoft.com/office/drawing/2014/main" id="{70EDA856-A216-4EEC-9AB6-A59FFC703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7733" y="-786"/>
            <a:ext cx="2356675" cy="6854040"/>
            <a:chOff x="6627813" y="194833"/>
            <a:chExt cx="1952625" cy="5678918"/>
          </a:xfrm>
        </p:grpSpPr>
        <p:sp>
          <p:nvSpPr>
            <p:cNvPr id="26" name="Freeform 27">
              <a:extLst>
                <a:ext uri="{FF2B5EF4-FFF2-40B4-BE49-F238E27FC236}">
                  <a16:creationId xmlns:a16="http://schemas.microsoft.com/office/drawing/2014/main" id="{36F815B8-AFA8-45E9-A3D1-977F2D19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7" name="Freeform 28">
              <a:extLst>
                <a:ext uri="{FF2B5EF4-FFF2-40B4-BE49-F238E27FC236}">
                  <a16:creationId xmlns:a16="http://schemas.microsoft.com/office/drawing/2014/main" id="{5D8FF653-8B3F-4B96-904D-1A4482EAE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8" name="Freeform 29">
              <a:extLst>
                <a:ext uri="{FF2B5EF4-FFF2-40B4-BE49-F238E27FC236}">
                  <a16:creationId xmlns:a16="http://schemas.microsoft.com/office/drawing/2014/main" id="{4DD2E775-AB45-4AF1-B5B7-54948CFB9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9" name="Freeform 30">
              <a:extLst>
                <a:ext uri="{FF2B5EF4-FFF2-40B4-BE49-F238E27FC236}">
                  <a16:creationId xmlns:a16="http://schemas.microsoft.com/office/drawing/2014/main" id="{7BDE7E7B-E3AA-4A24-8F9D-CE77C96CA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30" name="Freeform 31">
              <a:extLst>
                <a:ext uri="{FF2B5EF4-FFF2-40B4-BE49-F238E27FC236}">
                  <a16:creationId xmlns:a16="http://schemas.microsoft.com/office/drawing/2014/main" id="{D129CAA9-35E5-48CE-88AE-9806695CB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1" name="Freeform 32">
              <a:extLst>
                <a:ext uri="{FF2B5EF4-FFF2-40B4-BE49-F238E27FC236}">
                  <a16:creationId xmlns:a16="http://schemas.microsoft.com/office/drawing/2014/main" id="{A73989FF-4EFF-4181-81A4-72EF2E67D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2" name="Freeform 33">
              <a:extLst>
                <a:ext uri="{FF2B5EF4-FFF2-40B4-BE49-F238E27FC236}">
                  <a16:creationId xmlns:a16="http://schemas.microsoft.com/office/drawing/2014/main" id="{8C2C17BD-8FA0-4F42-B2CD-5E5A9F542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3" name="Freeform 34">
              <a:extLst>
                <a:ext uri="{FF2B5EF4-FFF2-40B4-BE49-F238E27FC236}">
                  <a16:creationId xmlns:a16="http://schemas.microsoft.com/office/drawing/2014/main" id="{EEE99CF3-AD71-46FB-8E7D-67825F781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4" name="Freeform 35">
              <a:extLst>
                <a:ext uri="{FF2B5EF4-FFF2-40B4-BE49-F238E27FC236}">
                  <a16:creationId xmlns:a16="http://schemas.microsoft.com/office/drawing/2014/main" id="{D0F9D5ED-7591-4E88-9FDA-4C1DC47E9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5" name="Freeform 36">
              <a:extLst>
                <a:ext uri="{FF2B5EF4-FFF2-40B4-BE49-F238E27FC236}">
                  <a16:creationId xmlns:a16="http://schemas.microsoft.com/office/drawing/2014/main" id="{88FA7C13-D80D-4514-B9DB-87AE076AC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6" name="Freeform 37">
              <a:extLst>
                <a:ext uri="{FF2B5EF4-FFF2-40B4-BE49-F238E27FC236}">
                  <a16:creationId xmlns:a16="http://schemas.microsoft.com/office/drawing/2014/main" id="{202C78DF-D842-450B-A87D-E035719E4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7" name="Freeform 38">
              <a:extLst>
                <a:ext uri="{FF2B5EF4-FFF2-40B4-BE49-F238E27FC236}">
                  <a16:creationId xmlns:a16="http://schemas.microsoft.com/office/drawing/2014/main" id="{A4789F83-2423-47F8-8958-48E477BAE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9" name="Rectangle 38">
            <a:extLst>
              <a:ext uri="{FF2B5EF4-FFF2-40B4-BE49-F238E27FC236}">
                <a16:creationId xmlns:a16="http://schemas.microsoft.com/office/drawing/2014/main" id="{2C509E7A-337A-4664-BEC2-03F9BCA0A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1632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Freeform 11">
            <a:extLst>
              <a:ext uri="{FF2B5EF4-FFF2-40B4-BE49-F238E27FC236}">
                <a16:creationId xmlns:a16="http://schemas.microsoft.com/office/drawing/2014/main" id="{D9AB99AB-E300-4B19-97C3-9A12EA3C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716320"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pic>
        <p:nvPicPr>
          <p:cNvPr id="5" name="Picture 4" descr="Chemical formulas are written on paper">
            <a:extLst>
              <a:ext uri="{FF2B5EF4-FFF2-40B4-BE49-F238E27FC236}">
                <a16:creationId xmlns:a16="http://schemas.microsoft.com/office/drawing/2014/main" id="{5B62170C-2350-4BAE-E2BD-5824BB0AB848}"/>
              </a:ext>
            </a:extLst>
          </p:cNvPr>
          <p:cNvPicPr>
            <a:picLocks noChangeAspect="1"/>
          </p:cNvPicPr>
          <p:nvPr/>
        </p:nvPicPr>
        <p:blipFill>
          <a:blip r:embed="rId2"/>
          <a:srcRect l="38615" r="39071"/>
          <a:stretch/>
        </p:blipFill>
        <p:spPr>
          <a:xfrm>
            <a:off x="20" y="1730"/>
            <a:ext cx="2720524" cy="6858000"/>
          </a:xfrm>
          <a:prstGeom prst="rect">
            <a:avLst/>
          </a:prstGeom>
        </p:spPr>
      </p:pic>
      <p:sp>
        <p:nvSpPr>
          <p:cNvPr id="3" name="Content Placeholder 2">
            <a:extLst>
              <a:ext uri="{FF2B5EF4-FFF2-40B4-BE49-F238E27FC236}">
                <a16:creationId xmlns:a16="http://schemas.microsoft.com/office/drawing/2014/main" id="{2730DF35-F7E4-A1A0-F51F-A24F29D2711F}"/>
              </a:ext>
            </a:extLst>
          </p:cNvPr>
          <p:cNvSpPr>
            <a:spLocks noGrp="1"/>
          </p:cNvSpPr>
          <p:nvPr>
            <p:ph idx="1"/>
          </p:nvPr>
        </p:nvSpPr>
        <p:spPr>
          <a:xfrm>
            <a:off x="4332036" y="333375"/>
            <a:ext cx="7172575" cy="6170421"/>
          </a:xfrm>
        </p:spPr>
        <p:txBody>
          <a:bodyPr>
            <a:normAutofit lnSpcReduction="10000"/>
          </a:bodyPr>
          <a:lstStyle/>
          <a:p>
            <a:pPr>
              <a:lnSpc>
                <a:spcPct val="90000"/>
              </a:lnSpc>
            </a:pPr>
            <a:r>
              <a:rPr lang="en-US" sz="2400" dirty="0"/>
              <a:t>Cholera occurs at intervals even in endemic areas. </a:t>
            </a:r>
          </a:p>
          <a:p>
            <a:pPr>
              <a:lnSpc>
                <a:spcPct val="90000"/>
              </a:lnSpc>
            </a:pPr>
            <a:r>
              <a:rPr lang="en-US" sz="2400" dirty="0"/>
              <a:t>A question that is frequently asked is about the fate of V cholerae in the inter-epidemic periods. Three explanations are offered : </a:t>
            </a:r>
          </a:p>
          <a:p>
            <a:pPr>
              <a:lnSpc>
                <a:spcPct val="90000"/>
              </a:lnSpc>
            </a:pPr>
            <a:r>
              <a:rPr lang="en-US" sz="2400" dirty="0"/>
              <a:t>(a) the existence of long-term carriers. </a:t>
            </a:r>
          </a:p>
          <a:p>
            <a:pPr>
              <a:lnSpc>
                <a:spcPct val="90000"/>
              </a:lnSpc>
            </a:pPr>
            <a:r>
              <a:rPr lang="en-US" sz="2400" dirty="0"/>
              <a:t>(b) the existence of diminished but continuous transmission involving asymptomatic cases. </a:t>
            </a:r>
          </a:p>
          <a:p>
            <a:pPr>
              <a:lnSpc>
                <a:spcPct val="90000"/>
              </a:lnSpc>
            </a:pPr>
            <a:r>
              <a:rPr lang="en-US" sz="2400" dirty="0"/>
              <a:t>(c) the persistence of the organism in a free-living, perhaps altered form in the environment.</a:t>
            </a:r>
          </a:p>
          <a:p>
            <a:pPr>
              <a:lnSpc>
                <a:spcPct val="90000"/>
              </a:lnSpc>
            </a:pPr>
            <a:r>
              <a:rPr lang="en-US" sz="2400" dirty="0"/>
              <a:t> The existence of a free-living cycle may explain why cholera became endemic for varying periods in certain areas after introduction of the current pandemic strains. </a:t>
            </a:r>
          </a:p>
          <a:p>
            <a:pPr>
              <a:lnSpc>
                <a:spcPct val="90000"/>
              </a:lnSpc>
            </a:pPr>
            <a:r>
              <a:rPr lang="en-US" sz="2400" dirty="0"/>
              <a:t>Atypical non-toxigenic V. cholerae 01 of the El Tor biotype have sometimes been found in surface waters in endemic and non-endemic areas without any related human infection or disease. </a:t>
            </a:r>
            <a:endParaRPr lang="en-IN" sz="2400" dirty="0"/>
          </a:p>
        </p:txBody>
      </p:sp>
    </p:spTree>
    <p:extLst>
      <p:ext uri="{BB962C8B-B14F-4D97-AF65-F5344CB8AC3E}">
        <p14:creationId xmlns:p14="http://schemas.microsoft.com/office/powerpoint/2010/main" val="990574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FD080-2021-B05A-F77A-174739B7CA77}"/>
              </a:ext>
            </a:extLst>
          </p:cNvPr>
          <p:cNvSpPr>
            <a:spLocks noGrp="1"/>
          </p:cNvSpPr>
          <p:nvPr>
            <p:ph type="title"/>
          </p:nvPr>
        </p:nvSpPr>
        <p:spPr>
          <a:xfrm>
            <a:off x="2145583" y="352163"/>
            <a:ext cx="5722067" cy="1188720"/>
          </a:xfrm>
        </p:spPr>
        <p:txBody>
          <a:bodyPr/>
          <a:lstStyle/>
          <a:p>
            <a:r>
              <a:rPr lang="en-IN" dirty="0"/>
              <a:t>Epidemiological determinants</a:t>
            </a:r>
          </a:p>
        </p:txBody>
      </p:sp>
      <p:sp>
        <p:nvSpPr>
          <p:cNvPr id="3" name="Content Placeholder 2">
            <a:extLst>
              <a:ext uri="{FF2B5EF4-FFF2-40B4-BE49-F238E27FC236}">
                <a16:creationId xmlns:a16="http://schemas.microsoft.com/office/drawing/2014/main" id="{9C21FDFA-468C-68BB-1346-0D19E8426CA0}"/>
              </a:ext>
            </a:extLst>
          </p:cNvPr>
          <p:cNvSpPr>
            <a:spLocks noGrp="1"/>
          </p:cNvSpPr>
          <p:nvPr>
            <p:ph idx="1"/>
          </p:nvPr>
        </p:nvSpPr>
        <p:spPr>
          <a:xfrm>
            <a:off x="688257" y="1939367"/>
            <a:ext cx="10618839" cy="4395020"/>
          </a:xfrm>
        </p:spPr>
        <p:txBody>
          <a:bodyPr>
            <a:normAutofit/>
          </a:bodyPr>
          <a:lstStyle/>
          <a:p>
            <a:pPr marL="0" indent="0">
              <a:buNone/>
            </a:pPr>
            <a:r>
              <a:rPr lang="en-US" sz="2400" b="1" u="sng" dirty="0"/>
              <a:t>Agent factors </a:t>
            </a:r>
          </a:p>
          <a:p>
            <a:r>
              <a:rPr lang="en-US" sz="2000" b="1" i="1" dirty="0"/>
              <a:t>AGENT : </a:t>
            </a:r>
            <a:r>
              <a:rPr lang="en-US" sz="2000" dirty="0"/>
              <a:t>The organism that causes cholera is labelled as V cholerae 0 Group 1 or Vibrio cholerae 01 and 0139. </a:t>
            </a:r>
          </a:p>
          <a:p>
            <a:r>
              <a:rPr lang="en-US" sz="2000" dirty="0"/>
              <a:t>The term “epidemic strain” has also been used for these </a:t>
            </a:r>
            <a:r>
              <a:rPr lang="en-US" sz="2000" dirty="0" err="1"/>
              <a:t>vibrios</a:t>
            </a:r>
            <a:r>
              <a:rPr lang="en-US" sz="2000" dirty="0"/>
              <a:t>. </a:t>
            </a:r>
          </a:p>
          <a:p>
            <a:r>
              <a:rPr lang="en-US" sz="2000" dirty="0" err="1"/>
              <a:t>Vibrios</a:t>
            </a:r>
            <a:r>
              <a:rPr lang="en-US" sz="2000" dirty="0"/>
              <a:t> that are biochemically similar to the epidemic strains (V. cholerae 01 and 0139) but do not agglutinate in V. cholerae 01 and 0139 antiserum have been referred to in the past as non-agglutinating (NAG) </a:t>
            </a:r>
            <a:r>
              <a:rPr lang="en-US" sz="2000" dirty="0" err="1"/>
              <a:t>vibrios</a:t>
            </a:r>
            <a:r>
              <a:rPr lang="en-US" sz="2000" dirty="0"/>
              <a:t> or as non-cholera </a:t>
            </a:r>
            <a:r>
              <a:rPr lang="en-US" sz="2000" dirty="0" err="1"/>
              <a:t>vibrios</a:t>
            </a:r>
            <a:r>
              <a:rPr lang="en-US" sz="2000" dirty="0"/>
              <a:t> (NCV). </a:t>
            </a:r>
          </a:p>
          <a:p>
            <a:r>
              <a:rPr lang="en-US" sz="2000" dirty="0"/>
              <a:t>These are now included in the species V. cholerae and are referred to as non-0 Group IV/ 0139 cholerae (non-epidemic strains).</a:t>
            </a:r>
          </a:p>
          <a:p>
            <a:r>
              <a:rPr lang="en-US" sz="2000" dirty="0"/>
              <a:t>It is now recognized that the NCV/NAG </a:t>
            </a:r>
            <a:r>
              <a:rPr lang="en-US" sz="2000" dirty="0" err="1"/>
              <a:t>vibrios</a:t>
            </a:r>
            <a:r>
              <a:rPr lang="en-US" sz="2000" dirty="0"/>
              <a:t> include some species that are pathogenic for humans (e g., Vibrio parahaemolyticus) which have caused outbreaks of cholera like </a:t>
            </a:r>
            <a:r>
              <a:rPr lang="en-US" sz="2000" dirty="0" err="1"/>
              <a:t>diarrhoea</a:t>
            </a:r>
            <a:r>
              <a:rPr lang="en-US" sz="2000" dirty="0"/>
              <a:t>. </a:t>
            </a:r>
            <a:endParaRPr lang="en-IN" sz="2000" dirty="0"/>
          </a:p>
        </p:txBody>
      </p:sp>
    </p:spTree>
    <p:extLst>
      <p:ext uri="{BB962C8B-B14F-4D97-AF65-F5344CB8AC3E}">
        <p14:creationId xmlns:p14="http://schemas.microsoft.com/office/powerpoint/2010/main" val="569298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B748CC-56D8-A434-1E26-19601FDB2994}"/>
              </a:ext>
            </a:extLst>
          </p:cNvPr>
          <p:cNvSpPr>
            <a:spLocks noGrp="1"/>
          </p:cNvSpPr>
          <p:nvPr>
            <p:ph idx="1"/>
          </p:nvPr>
        </p:nvSpPr>
        <p:spPr>
          <a:xfrm>
            <a:off x="884903" y="1307076"/>
            <a:ext cx="10117394" cy="4756801"/>
          </a:xfrm>
        </p:spPr>
        <p:txBody>
          <a:bodyPr>
            <a:normAutofit/>
          </a:bodyPr>
          <a:lstStyle/>
          <a:p>
            <a:r>
              <a:rPr lang="en-US" sz="2000" b="1" i="1" dirty="0"/>
              <a:t>RESISTANCE : </a:t>
            </a:r>
            <a:r>
              <a:rPr lang="en-US" sz="2000" dirty="0"/>
              <a:t>V. cholerae are killed within 30 Routes by heating at 56 </a:t>
            </a:r>
            <a:r>
              <a:rPr lang="en-US" sz="2000" dirty="0" err="1"/>
              <a:t>deg.C</a:t>
            </a:r>
            <a:r>
              <a:rPr lang="en-US" sz="2000" dirty="0"/>
              <a:t> or within a few seconds. They remain in ice for 4-6 weeks or longer. </a:t>
            </a:r>
          </a:p>
          <a:p>
            <a:r>
              <a:rPr lang="en-US" sz="2000" dirty="0"/>
              <a:t>Drying and sunshine will kill them in a few hours. </a:t>
            </a:r>
          </a:p>
          <a:p>
            <a:r>
              <a:rPr lang="en-US" sz="2000" dirty="0"/>
              <a:t>They are easily destroyed by coal tar disinfectants such as cresol. Bleaching powder is another good disinfectant which kills </a:t>
            </a:r>
            <a:r>
              <a:rPr lang="en-US" sz="2000" dirty="0" err="1"/>
              <a:t>vibrios</a:t>
            </a:r>
            <a:r>
              <a:rPr lang="en-US" sz="2000" dirty="0"/>
              <a:t> instantly at 6 mg/</a:t>
            </a:r>
            <a:r>
              <a:rPr lang="en-US" sz="2000" dirty="0" err="1"/>
              <a:t>litre</a:t>
            </a:r>
            <a:r>
              <a:rPr lang="en-US" sz="2000" dirty="0"/>
              <a:t>. </a:t>
            </a:r>
          </a:p>
          <a:p>
            <a:r>
              <a:rPr lang="en-US" sz="2000" dirty="0"/>
              <a:t>The El Tor biotype tends to be more resistant than do classical </a:t>
            </a:r>
            <a:r>
              <a:rPr lang="en-US" sz="2000" dirty="0" err="1"/>
              <a:t>vibrios</a:t>
            </a:r>
            <a:r>
              <a:rPr lang="en-US" sz="2000" dirty="0"/>
              <a:t>.</a:t>
            </a:r>
          </a:p>
          <a:p>
            <a:r>
              <a:rPr lang="en-US" sz="2000" b="1" i="1" dirty="0"/>
              <a:t>TOXIN PRODUCTION : </a:t>
            </a:r>
            <a:r>
              <a:rPr lang="en-US" sz="2000" dirty="0"/>
              <a:t>The </a:t>
            </a:r>
            <a:r>
              <a:rPr lang="en-US" sz="2000" dirty="0" err="1"/>
              <a:t>vibrios</a:t>
            </a:r>
            <a:r>
              <a:rPr lang="en-US" sz="2000" dirty="0"/>
              <a:t> multiply in the lumen of the small intestine and produce an exotoxin (enterotoxin). </a:t>
            </a:r>
          </a:p>
          <a:p>
            <a:r>
              <a:rPr lang="en-US" sz="2000" dirty="0"/>
              <a:t>This toxin produces </a:t>
            </a:r>
            <a:r>
              <a:rPr lang="en-US" sz="2000" dirty="0" err="1"/>
              <a:t>diarrhoea</a:t>
            </a:r>
            <a:r>
              <a:rPr lang="en-US" sz="2000" dirty="0"/>
              <a:t> through its effect on the adenylate cyclase-cyclic AMP system of mucosal cells of the small intestine. </a:t>
            </a:r>
          </a:p>
          <a:p>
            <a:r>
              <a:rPr lang="en-US" sz="2000" dirty="0"/>
              <a:t>The exotoxin has no effect on any other tissue except the intestinal epithelial cells.</a:t>
            </a:r>
            <a:endParaRPr lang="en-IN" sz="2000" dirty="0"/>
          </a:p>
        </p:txBody>
      </p:sp>
    </p:spTree>
    <p:extLst>
      <p:ext uri="{BB962C8B-B14F-4D97-AF65-F5344CB8AC3E}">
        <p14:creationId xmlns:p14="http://schemas.microsoft.com/office/powerpoint/2010/main" val="298418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AEEC7-0B45-EDE7-E9D8-ECE8CABECD38}"/>
              </a:ext>
            </a:extLst>
          </p:cNvPr>
          <p:cNvSpPr>
            <a:spLocks noGrp="1"/>
          </p:cNvSpPr>
          <p:nvPr>
            <p:ph idx="1"/>
          </p:nvPr>
        </p:nvSpPr>
        <p:spPr>
          <a:xfrm>
            <a:off x="727586" y="245806"/>
            <a:ext cx="10864645" cy="5712541"/>
          </a:xfrm>
        </p:spPr>
        <p:txBody>
          <a:bodyPr>
            <a:noAutofit/>
          </a:bodyPr>
          <a:lstStyle/>
          <a:p>
            <a:r>
              <a:rPr lang="en-US" sz="2000" b="1" i="1" dirty="0"/>
              <a:t>RESERVOIR OF INFECTION: </a:t>
            </a:r>
          </a:p>
          <a:p>
            <a:r>
              <a:rPr lang="en-US" sz="2000" dirty="0"/>
              <a:t>The human being is the only known reservoir of cholera infection. He may be a case or carrier, </a:t>
            </a:r>
          </a:p>
          <a:p>
            <a:r>
              <a:rPr lang="en-US" sz="2000" b="1" dirty="0"/>
              <a:t>(</a:t>
            </a:r>
            <a:r>
              <a:rPr lang="en-US" sz="2000" b="1" dirty="0" err="1"/>
              <a:t>i</a:t>
            </a:r>
            <a:r>
              <a:rPr lang="en-US" sz="2000" b="1" dirty="0"/>
              <a:t>) Cases : </a:t>
            </a:r>
          </a:p>
          <a:p>
            <a:r>
              <a:rPr lang="en-US" sz="2000" dirty="0"/>
              <a:t>Cases range from inapparent infections to severe ones.</a:t>
            </a:r>
          </a:p>
          <a:p>
            <a:r>
              <a:rPr lang="en-US" sz="2000" dirty="0"/>
              <a:t> About 75 per cent of people infected with V. cholerae do not develop any symptoms, although the bacteria are present in their </a:t>
            </a:r>
            <a:r>
              <a:rPr lang="en-US" sz="2000" dirty="0" err="1"/>
              <a:t>faeces</a:t>
            </a:r>
            <a:r>
              <a:rPr lang="en-US" sz="2000" dirty="0"/>
              <a:t> for 7-14 days after infection and are shed back into the environment, potentially infecting other people. </a:t>
            </a:r>
          </a:p>
          <a:p>
            <a:r>
              <a:rPr lang="en-US" sz="2000" dirty="0"/>
              <a:t>Among people who develop symptoms, about 20 per cent develop acute watery </a:t>
            </a:r>
            <a:r>
              <a:rPr lang="en-US" sz="2000" dirty="0" err="1"/>
              <a:t>diarrhoea</a:t>
            </a:r>
            <a:r>
              <a:rPr lang="en-US" sz="2000" dirty="0"/>
              <a:t> with severe dehydration. People with low immunity, e.g., malnourished children and people living with HIV are at a greater risk of death if infected. </a:t>
            </a:r>
          </a:p>
          <a:p>
            <a:r>
              <a:rPr lang="en-US" sz="2000" dirty="0"/>
              <a:t>It is the mild and asymptomatic cases that play a significant role in maintaining endemic reservoir, </a:t>
            </a:r>
          </a:p>
          <a:p>
            <a:r>
              <a:rPr lang="en-US" sz="2000" b="1" dirty="0"/>
              <a:t>(ii) Carriers :</a:t>
            </a:r>
          </a:p>
          <a:p>
            <a:r>
              <a:rPr lang="en-US" sz="2000" dirty="0"/>
              <a:t>The carriers are usually temporary, rarely chronic. They also make an important contribution to the reservoir of infection. </a:t>
            </a:r>
          </a:p>
          <a:p>
            <a:r>
              <a:rPr lang="en-US" sz="2000" dirty="0"/>
              <a:t>Since carriers excrete fewer </a:t>
            </a:r>
            <a:r>
              <a:rPr lang="en-US" sz="2000" dirty="0" err="1"/>
              <a:t>vibrios</a:t>
            </a:r>
            <a:r>
              <a:rPr lang="en-US" sz="2000" dirty="0"/>
              <a:t> than clinical cases, carriers are best detected by bacteriological examination of the purged stool induced by the administration of 30-60 gram of magnesium sulphate in 100 mi of water by mouth.</a:t>
            </a:r>
            <a:endParaRPr lang="en-IN" sz="2000" dirty="0"/>
          </a:p>
        </p:txBody>
      </p:sp>
    </p:spTree>
    <p:extLst>
      <p:ext uri="{BB962C8B-B14F-4D97-AF65-F5344CB8AC3E}">
        <p14:creationId xmlns:p14="http://schemas.microsoft.com/office/powerpoint/2010/main" val="3078991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1DD13C-F0F4-DC77-DECE-41F033947927}"/>
              </a:ext>
            </a:extLst>
          </p:cNvPr>
          <p:cNvSpPr>
            <a:spLocks noGrp="1"/>
          </p:cNvSpPr>
          <p:nvPr>
            <p:ph idx="1"/>
          </p:nvPr>
        </p:nvSpPr>
        <p:spPr>
          <a:xfrm>
            <a:off x="972779" y="1410929"/>
            <a:ext cx="10107561" cy="5447071"/>
          </a:xfrm>
        </p:spPr>
        <p:txBody>
          <a:bodyPr>
            <a:normAutofit/>
          </a:bodyPr>
          <a:lstStyle/>
          <a:p>
            <a:r>
              <a:rPr lang="en-US" sz="2000" b="1" i="1" dirty="0"/>
              <a:t>INFECTIVE MATERIAL : </a:t>
            </a:r>
          </a:p>
          <a:p>
            <a:r>
              <a:rPr lang="en-US" sz="2000" dirty="0"/>
              <a:t>The immediate sources of infection are the stools and vomit of cases and carriers. </a:t>
            </a:r>
          </a:p>
          <a:p>
            <a:r>
              <a:rPr lang="en-US" sz="2000" dirty="0"/>
              <a:t>Large numbers of </a:t>
            </a:r>
            <a:r>
              <a:rPr lang="en-US" sz="2000" dirty="0" err="1"/>
              <a:t>vibrios</a:t>
            </a:r>
            <a:r>
              <a:rPr lang="en-US" sz="2000" dirty="0"/>
              <a:t> (about 107-109 </a:t>
            </a:r>
            <a:r>
              <a:rPr lang="en-US" sz="2000" dirty="0" err="1"/>
              <a:t>vibrios</a:t>
            </a:r>
            <a:r>
              <a:rPr lang="en-US" sz="2000" dirty="0"/>
              <a:t> per ml of fluid) are present in the watery stools of cholera patients; and an average patient excretes 10-20 </a:t>
            </a:r>
            <a:r>
              <a:rPr lang="en-US" sz="2000" dirty="0" err="1"/>
              <a:t>litres</a:t>
            </a:r>
            <a:r>
              <a:rPr lang="en-US" sz="2000" dirty="0"/>
              <a:t> of fluid. </a:t>
            </a:r>
          </a:p>
          <a:p>
            <a:r>
              <a:rPr lang="en-US" sz="2000" dirty="0"/>
              <a:t>Carriers excrete fewer </a:t>
            </a:r>
            <a:r>
              <a:rPr lang="en-US" sz="2000" dirty="0" err="1"/>
              <a:t>vibrios</a:t>
            </a:r>
            <a:r>
              <a:rPr lang="en-US" sz="2000" dirty="0"/>
              <a:t> than cases, 102-105 </a:t>
            </a:r>
            <a:r>
              <a:rPr lang="en-US" sz="2000" dirty="0" err="1"/>
              <a:t>vibrios</a:t>
            </a:r>
            <a:r>
              <a:rPr lang="en-US" sz="2000" dirty="0"/>
              <a:t> per gram of stools.</a:t>
            </a:r>
          </a:p>
          <a:p>
            <a:r>
              <a:rPr lang="en-US" sz="2000" b="1" i="1" dirty="0"/>
              <a:t>INFECTIVE DOSE : </a:t>
            </a:r>
          </a:p>
          <a:p>
            <a:r>
              <a:rPr lang="en-US" sz="2000" dirty="0"/>
              <a:t>Cholera is dose-related. Infection occurs when the number of </a:t>
            </a:r>
            <a:r>
              <a:rPr lang="en-US" sz="2000" dirty="0" err="1"/>
              <a:t>vibrios</a:t>
            </a:r>
            <a:r>
              <a:rPr lang="en-US" sz="2000" dirty="0"/>
              <a:t> ingested exceeds the dose that is infective for the individual. </a:t>
            </a:r>
          </a:p>
          <a:p>
            <a:r>
              <a:rPr lang="en-US" sz="2000" dirty="0"/>
              <a:t>Experimental work suggests that in the normal person a very high dose-something like 10^11 organisms - is required to produce the clinical disease.</a:t>
            </a:r>
            <a:endParaRPr lang="en-IN" sz="2000" dirty="0"/>
          </a:p>
        </p:txBody>
      </p:sp>
    </p:spTree>
    <p:extLst>
      <p:ext uri="{BB962C8B-B14F-4D97-AF65-F5344CB8AC3E}">
        <p14:creationId xmlns:p14="http://schemas.microsoft.com/office/powerpoint/2010/main" val="871756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7E42047-F7E7-4687-BBE0-D4BDC8E77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 name="Group 10">
            <a:extLst>
              <a:ext uri="{FF2B5EF4-FFF2-40B4-BE49-F238E27FC236}">
                <a16:creationId xmlns:a16="http://schemas.microsoft.com/office/drawing/2014/main" id="{8D6F839A-C8D9-4FBC-8EFD-9E56D12F4C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06785" y="228600"/>
            <a:ext cx="2851523" cy="6638625"/>
            <a:chOff x="2487613" y="285750"/>
            <a:chExt cx="2428875" cy="5654676"/>
          </a:xfrm>
        </p:grpSpPr>
        <p:sp>
          <p:nvSpPr>
            <p:cNvPr id="12" name="Freeform 11">
              <a:extLst>
                <a:ext uri="{FF2B5EF4-FFF2-40B4-BE49-F238E27FC236}">
                  <a16:creationId xmlns:a16="http://schemas.microsoft.com/office/drawing/2014/main" id="{D1F0D09B-BA85-41B1-A8DE-73728B7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3" name="Freeform 12">
              <a:extLst>
                <a:ext uri="{FF2B5EF4-FFF2-40B4-BE49-F238E27FC236}">
                  <a16:creationId xmlns:a16="http://schemas.microsoft.com/office/drawing/2014/main" id="{FB2D0F0C-3A27-4FC3-A6A3-D2095D9B2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4" name="Freeform 13">
              <a:extLst>
                <a:ext uri="{FF2B5EF4-FFF2-40B4-BE49-F238E27FC236}">
                  <a16:creationId xmlns:a16="http://schemas.microsoft.com/office/drawing/2014/main" id="{FA1C69EF-E6E6-4BDD-B62F-637FC9F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5" name="Freeform 14">
              <a:extLst>
                <a:ext uri="{FF2B5EF4-FFF2-40B4-BE49-F238E27FC236}">
                  <a16:creationId xmlns:a16="http://schemas.microsoft.com/office/drawing/2014/main" id="{75B4F36E-07F6-4E6F-A9D9-A7F6D958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6" name="Freeform 15">
              <a:extLst>
                <a:ext uri="{FF2B5EF4-FFF2-40B4-BE49-F238E27FC236}">
                  <a16:creationId xmlns:a16="http://schemas.microsoft.com/office/drawing/2014/main" id="{7D9136C7-12F1-4F21-A438-ED7668DD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7" name="Freeform 16">
              <a:extLst>
                <a:ext uri="{FF2B5EF4-FFF2-40B4-BE49-F238E27FC236}">
                  <a16:creationId xmlns:a16="http://schemas.microsoft.com/office/drawing/2014/main" id="{C718EF12-B769-45D9-9B6E-7AEAA310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8" name="Freeform 17">
              <a:extLst>
                <a:ext uri="{FF2B5EF4-FFF2-40B4-BE49-F238E27FC236}">
                  <a16:creationId xmlns:a16="http://schemas.microsoft.com/office/drawing/2014/main" id="{534EAD53-3968-459E-B27C-09126A0FE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9" name="Freeform 18">
              <a:extLst>
                <a:ext uri="{FF2B5EF4-FFF2-40B4-BE49-F238E27FC236}">
                  <a16:creationId xmlns:a16="http://schemas.microsoft.com/office/drawing/2014/main" id="{67658BFE-59E2-4A2D-9E8A-18F81C35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20" name="Freeform 19">
              <a:extLst>
                <a:ext uri="{FF2B5EF4-FFF2-40B4-BE49-F238E27FC236}">
                  <a16:creationId xmlns:a16="http://schemas.microsoft.com/office/drawing/2014/main" id="{3FEC8A9E-385D-4407-9671-E30238022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1" name="Freeform 20">
              <a:extLst>
                <a:ext uri="{FF2B5EF4-FFF2-40B4-BE49-F238E27FC236}">
                  <a16:creationId xmlns:a16="http://schemas.microsoft.com/office/drawing/2014/main" id="{EFC82234-632C-4B76-A8FF-2C9C0DCA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2" name="Freeform 21">
              <a:extLst>
                <a:ext uri="{FF2B5EF4-FFF2-40B4-BE49-F238E27FC236}">
                  <a16:creationId xmlns:a16="http://schemas.microsoft.com/office/drawing/2014/main" id="{662A4DB3-C195-4230-953D-307E4100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3" name="Freeform 22">
              <a:extLst>
                <a:ext uri="{FF2B5EF4-FFF2-40B4-BE49-F238E27FC236}">
                  <a16:creationId xmlns:a16="http://schemas.microsoft.com/office/drawing/2014/main" id="{94D310CF-9541-4CD7-855B-E2E1EF343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5" name="Group 24">
            <a:extLst>
              <a:ext uri="{FF2B5EF4-FFF2-40B4-BE49-F238E27FC236}">
                <a16:creationId xmlns:a16="http://schemas.microsoft.com/office/drawing/2014/main" id="{70EDA856-A216-4EEC-9AB6-A59FFC703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7733" y="-786"/>
            <a:ext cx="2356675" cy="6854040"/>
            <a:chOff x="6627813" y="194833"/>
            <a:chExt cx="1952625" cy="5678918"/>
          </a:xfrm>
        </p:grpSpPr>
        <p:sp>
          <p:nvSpPr>
            <p:cNvPr id="26" name="Freeform 27">
              <a:extLst>
                <a:ext uri="{FF2B5EF4-FFF2-40B4-BE49-F238E27FC236}">
                  <a16:creationId xmlns:a16="http://schemas.microsoft.com/office/drawing/2014/main" id="{36F815B8-AFA8-45E9-A3D1-977F2D19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7" name="Freeform 28">
              <a:extLst>
                <a:ext uri="{FF2B5EF4-FFF2-40B4-BE49-F238E27FC236}">
                  <a16:creationId xmlns:a16="http://schemas.microsoft.com/office/drawing/2014/main" id="{5D8FF653-8B3F-4B96-904D-1A4482EAE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8" name="Freeform 29">
              <a:extLst>
                <a:ext uri="{FF2B5EF4-FFF2-40B4-BE49-F238E27FC236}">
                  <a16:creationId xmlns:a16="http://schemas.microsoft.com/office/drawing/2014/main" id="{4DD2E775-AB45-4AF1-B5B7-54948CFB9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9" name="Freeform 30">
              <a:extLst>
                <a:ext uri="{FF2B5EF4-FFF2-40B4-BE49-F238E27FC236}">
                  <a16:creationId xmlns:a16="http://schemas.microsoft.com/office/drawing/2014/main" id="{7BDE7E7B-E3AA-4A24-8F9D-CE77C96CA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30" name="Freeform 31">
              <a:extLst>
                <a:ext uri="{FF2B5EF4-FFF2-40B4-BE49-F238E27FC236}">
                  <a16:creationId xmlns:a16="http://schemas.microsoft.com/office/drawing/2014/main" id="{D129CAA9-35E5-48CE-88AE-9806695CB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1" name="Freeform 32">
              <a:extLst>
                <a:ext uri="{FF2B5EF4-FFF2-40B4-BE49-F238E27FC236}">
                  <a16:creationId xmlns:a16="http://schemas.microsoft.com/office/drawing/2014/main" id="{A73989FF-4EFF-4181-81A4-72EF2E67D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2" name="Freeform 33">
              <a:extLst>
                <a:ext uri="{FF2B5EF4-FFF2-40B4-BE49-F238E27FC236}">
                  <a16:creationId xmlns:a16="http://schemas.microsoft.com/office/drawing/2014/main" id="{8C2C17BD-8FA0-4F42-B2CD-5E5A9F542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3" name="Freeform 34">
              <a:extLst>
                <a:ext uri="{FF2B5EF4-FFF2-40B4-BE49-F238E27FC236}">
                  <a16:creationId xmlns:a16="http://schemas.microsoft.com/office/drawing/2014/main" id="{EEE99CF3-AD71-46FB-8E7D-67825F781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4" name="Freeform 35">
              <a:extLst>
                <a:ext uri="{FF2B5EF4-FFF2-40B4-BE49-F238E27FC236}">
                  <a16:creationId xmlns:a16="http://schemas.microsoft.com/office/drawing/2014/main" id="{D0F9D5ED-7591-4E88-9FDA-4C1DC47E9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5" name="Freeform 36">
              <a:extLst>
                <a:ext uri="{FF2B5EF4-FFF2-40B4-BE49-F238E27FC236}">
                  <a16:creationId xmlns:a16="http://schemas.microsoft.com/office/drawing/2014/main" id="{88FA7C13-D80D-4514-B9DB-87AE076AC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6" name="Freeform 37">
              <a:extLst>
                <a:ext uri="{FF2B5EF4-FFF2-40B4-BE49-F238E27FC236}">
                  <a16:creationId xmlns:a16="http://schemas.microsoft.com/office/drawing/2014/main" id="{202C78DF-D842-450B-A87D-E035719E4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7" name="Freeform 38">
              <a:extLst>
                <a:ext uri="{FF2B5EF4-FFF2-40B4-BE49-F238E27FC236}">
                  <a16:creationId xmlns:a16="http://schemas.microsoft.com/office/drawing/2014/main" id="{A4789F83-2423-47F8-8958-48E477BAE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9" name="Rectangle 38">
            <a:extLst>
              <a:ext uri="{FF2B5EF4-FFF2-40B4-BE49-F238E27FC236}">
                <a16:creationId xmlns:a16="http://schemas.microsoft.com/office/drawing/2014/main" id="{2C509E7A-337A-4664-BEC2-03F9BCA0A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1632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Freeform 11">
            <a:extLst>
              <a:ext uri="{FF2B5EF4-FFF2-40B4-BE49-F238E27FC236}">
                <a16:creationId xmlns:a16="http://schemas.microsoft.com/office/drawing/2014/main" id="{D9AB99AB-E300-4B19-97C3-9A12EA3C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716320"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pic>
        <p:nvPicPr>
          <p:cNvPr id="5" name="Picture 4" descr="Test tubes with samples on a test tube rack">
            <a:extLst>
              <a:ext uri="{FF2B5EF4-FFF2-40B4-BE49-F238E27FC236}">
                <a16:creationId xmlns:a16="http://schemas.microsoft.com/office/drawing/2014/main" id="{3F7B90B3-4C18-F506-6AF2-9E9DAF0D48A1}"/>
              </a:ext>
            </a:extLst>
          </p:cNvPr>
          <p:cNvPicPr>
            <a:picLocks noChangeAspect="1"/>
          </p:cNvPicPr>
          <p:nvPr/>
        </p:nvPicPr>
        <p:blipFill>
          <a:blip r:embed="rId2"/>
          <a:srcRect l="39992" r="33528" b="-2"/>
          <a:stretch/>
        </p:blipFill>
        <p:spPr>
          <a:xfrm>
            <a:off x="20" y="1730"/>
            <a:ext cx="2720524" cy="6858000"/>
          </a:xfrm>
          <a:prstGeom prst="rect">
            <a:avLst/>
          </a:prstGeom>
        </p:spPr>
      </p:pic>
      <p:sp>
        <p:nvSpPr>
          <p:cNvPr id="3" name="Content Placeholder 2">
            <a:extLst>
              <a:ext uri="{FF2B5EF4-FFF2-40B4-BE49-F238E27FC236}">
                <a16:creationId xmlns:a16="http://schemas.microsoft.com/office/drawing/2014/main" id="{607A9D49-E97C-E242-3C22-FA80C4E06FBF}"/>
              </a:ext>
            </a:extLst>
          </p:cNvPr>
          <p:cNvSpPr>
            <a:spLocks noGrp="1"/>
          </p:cNvSpPr>
          <p:nvPr>
            <p:ph idx="1"/>
          </p:nvPr>
        </p:nvSpPr>
        <p:spPr>
          <a:xfrm>
            <a:off x="4656667" y="2133600"/>
            <a:ext cx="6847944" cy="3777622"/>
          </a:xfrm>
        </p:spPr>
        <p:txBody>
          <a:bodyPr>
            <a:normAutofit/>
          </a:bodyPr>
          <a:lstStyle/>
          <a:p>
            <a:r>
              <a:rPr lang="en-US" b="1" i="1" dirty="0"/>
              <a:t>PERIOD OF COMMUNICABILITY : </a:t>
            </a:r>
            <a:r>
              <a:rPr lang="en-US" dirty="0"/>
              <a:t>A case of cholera is infectious for a period of 7-10 days. Convalescent carriers are infectious for 2-3 weeks. The chronic carrier state may last from a month up to 10 years or more.</a:t>
            </a:r>
            <a:endParaRPr lang="en-IN" dirty="0"/>
          </a:p>
        </p:txBody>
      </p:sp>
    </p:spTree>
    <p:extLst>
      <p:ext uri="{BB962C8B-B14F-4D97-AF65-F5344CB8AC3E}">
        <p14:creationId xmlns:p14="http://schemas.microsoft.com/office/powerpoint/2010/main" val="439691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285D3-801C-514B-2599-33572F1D5D77}"/>
              </a:ext>
            </a:extLst>
          </p:cNvPr>
          <p:cNvSpPr>
            <a:spLocks noGrp="1"/>
          </p:cNvSpPr>
          <p:nvPr>
            <p:ph type="title"/>
          </p:nvPr>
        </p:nvSpPr>
        <p:spPr>
          <a:xfrm>
            <a:off x="1724025" y="323008"/>
            <a:ext cx="10123069" cy="1188720"/>
          </a:xfrm>
        </p:spPr>
        <p:txBody>
          <a:bodyPr/>
          <a:lstStyle/>
          <a:p>
            <a:r>
              <a:rPr lang="en-US" dirty="0"/>
              <a:t>Carriers</a:t>
            </a:r>
          </a:p>
        </p:txBody>
      </p:sp>
      <p:sp>
        <p:nvSpPr>
          <p:cNvPr id="3" name="Content Placeholder 2">
            <a:extLst>
              <a:ext uri="{FF2B5EF4-FFF2-40B4-BE49-F238E27FC236}">
                <a16:creationId xmlns:a16="http://schemas.microsoft.com/office/drawing/2014/main" id="{8D75A312-D6FB-C842-2075-A6AEE14EA507}"/>
              </a:ext>
            </a:extLst>
          </p:cNvPr>
          <p:cNvSpPr>
            <a:spLocks noGrp="1"/>
          </p:cNvSpPr>
          <p:nvPr>
            <p:ph idx="1"/>
          </p:nvPr>
        </p:nvSpPr>
        <p:spPr>
          <a:xfrm>
            <a:off x="344904" y="1878008"/>
            <a:ext cx="11502189" cy="4656984"/>
          </a:xfrm>
        </p:spPr>
        <p:txBody>
          <a:bodyPr>
            <a:normAutofit fontScale="85000" lnSpcReduction="20000"/>
          </a:bodyPr>
          <a:lstStyle/>
          <a:p>
            <a:r>
              <a:rPr lang="en-US" dirty="0"/>
              <a:t>Apparently healthy person who is excreting V. cholerae 01 (classical or El Tor) in stools. </a:t>
            </a:r>
          </a:p>
          <a:p>
            <a:r>
              <a:rPr lang="en-US" dirty="0"/>
              <a:t>PRECLINICAL OR INCUBATORY CARRIERS : Since the incubation period of cholera is short (1-5 days), incubatory carriage is of short duration.</a:t>
            </a:r>
          </a:p>
          <a:p>
            <a:pPr lvl="1"/>
            <a:r>
              <a:rPr lang="en-US" dirty="0"/>
              <a:t>The incubatory carriers are potential patients,</a:t>
            </a:r>
          </a:p>
          <a:p>
            <a:r>
              <a:rPr lang="en-US" dirty="0"/>
              <a:t>CONVALESCENT CARRIER : The patient who has recovered from an attack of cholera may continue to excrete </a:t>
            </a:r>
            <a:r>
              <a:rPr lang="en-US" dirty="0" err="1"/>
              <a:t>vibrios</a:t>
            </a:r>
            <a:r>
              <a:rPr lang="en-US" dirty="0"/>
              <a:t>, during his convalescence for 2-3 weeks.</a:t>
            </a:r>
          </a:p>
          <a:p>
            <a:pPr lvl="1"/>
            <a:r>
              <a:rPr lang="en-US" dirty="0"/>
              <a:t>Convalescent state has been found to occur in patients who have not received effective antibiotic treatment. </a:t>
            </a:r>
          </a:p>
          <a:p>
            <a:pPr lvl="1"/>
            <a:r>
              <a:rPr lang="en-US" dirty="0"/>
              <a:t>The convalescent carriers can often become chronic or long-term carriers,</a:t>
            </a:r>
          </a:p>
          <a:p>
            <a:r>
              <a:rPr lang="en-US" dirty="0"/>
              <a:t>CONTACT OR HEALTHY CARRIER : This is the result of subclinical infection contracted through association with a source of infection, be it a case or infected environment. </a:t>
            </a:r>
          </a:p>
          <a:p>
            <a:pPr lvl="1"/>
            <a:r>
              <a:rPr lang="en-US" dirty="0"/>
              <a:t>The duration of contact carrier state is usually less than 10 days; the gall bladder is not infected, and the stool culture is frequently positive for V cholerae 01. </a:t>
            </a:r>
          </a:p>
          <a:p>
            <a:pPr lvl="1"/>
            <a:r>
              <a:rPr lang="en-US" dirty="0"/>
              <a:t>Contact carriers probably play an important role in the spread of cholera, </a:t>
            </a:r>
          </a:p>
          <a:p>
            <a:r>
              <a:rPr lang="en-US" dirty="0"/>
              <a:t>CHRONIC CARRIER : A chronic carrier state occurs infrequently. The longest carrier state was found to be over 10 years (16). </a:t>
            </a:r>
          </a:p>
          <a:p>
            <a:pPr lvl="1"/>
            <a:r>
              <a:rPr lang="en-US" dirty="0"/>
              <a:t>Studies indicate that gall bladder is infected in chronic carriers. Since carriers excrete fewer </a:t>
            </a:r>
            <a:r>
              <a:rPr lang="en-US" dirty="0" err="1"/>
              <a:t>vibrios</a:t>
            </a:r>
            <a:r>
              <a:rPr lang="en-US" dirty="0"/>
              <a:t> than cases, selective media and proper enrichment are important for their diagnosis. </a:t>
            </a:r>
          </a:p>
          <a:p>
            <a:r>
              <a:rPr lang="en-US" dirty="0"/>
              <a:t>In carriers, the antibody </a:t>
            </a:r>
            <a:r>
              <a:rPr lang="en-US" dirty="0" err="1"/>
              <a:t>titre</a:t>
            </a:r>
            <a:r>
              <a:rPr lang="en-US" dirty="0"/>
              <a:t> against V. cholerae 01 rises and remains positive as long as the person </a:t>
            </a:r>
            <a:r>
              <a:rPr lang="en-US" dirty="0" err="1"/>
              <a:t>harbours</a:t>
            </a:r>
            <a:r>
              <a:rPr lang="en-US" dirty="0"/>
              <a:t> the organism.</a:t>
            </a:r>
          </a:p>
        </p:txBody>
      </p:sp>
    </p:spTree>
    <p:extLst>
      <p:ext uri="{BB962C8B-B14F-4D97-AF65-F5344CB8AC3E}">
        <p14:creationId xmlns:p14="http://schemas.microsoft.com/office/powerpoint/2010/main" val="868452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7262C-31BF-C0E1-2681-9C524FE42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3D458-CAF7-C3C8-51AE-8F29EED637E9}"/>
              </a:ext>
            </a:extLst>
          </p:cNvPr>
          <p:cNvSpPr>
            <a:spLocks noGrp="1"/>
          </p:cNvSpPr>
          <p:nvPr>
            <p:ph type="title"/>
          </p:nvPr>
        </p:nvSpPr>
        <p:spPr>
          <a:xfrm>
            <a:off x="1981200" y="323008"/>
            <a:ext cx="9865894" cy="1188720"/>
          </a:xfrm>
        </p:spPr>
        <p:txBody>
          <a:bodyPr/>
          <a:lstStyle/>
          <a:p>
            <a:r>
              <a:rPr lang="en-US" dirty="0"/>
              <a:t>Host Factors</a:t>
            </a:r>
          </a:p>
        </p:txBody>
      </p:sp>
      <p:sp>
        <p:nvSpPr>
          <p:cNvPr id="3" name="Content Placeholder 2">
            <a:extLst>
              <a:ext uri="{FF2B5EF4-FFF2-40B4-BE49-F238E27FC236}">
                <a16:creationId xmlns:a16="http://schemas.microsoft.com/office/drawing/2014/main" id="{C9E24AF6-FA16-9D57-24C4-78734D053CEA}"/>
              </a:ext>
            </a:extLst>
          </p:cNvPr>
          <p:cNvSpPr>
            <a:spLocks noGrp="1"/>
          </p:cNvSpPr>
          <p:nvPr>
            <p:ph idx="1"/>
          </p:nvPr>
        </p:nvSpPr>
        <p:spPr>
          <a:xfrm>
            <a:off x="344904" y="1878008"/>
            <a:ext cx="11502189" cy="4656984"/>
          </a:xfrm>
        </p:spPr>
        <p:txBody>
          <a:bodyPr>
            <a:normAutofit/>
          </a:bodyPr>
          <a:lstStyle/>
          <a:p>
            <a:r>
              <a:rPr lang="en-US" dirty="0"/>
              <a:t>AGE AND SEX : Cholera affects all ages and both sexes. </a:t>
            </a:r>
          </a:p>
          <a:p>
            <a:pPr lvl="1"/>
            <a:r>
              <a:rPr lang="en-US" dirty="0"/>
              <a:t>In endemic areas, attack rate is highest in children,</a:t>
            </a:r>
          </a:p>
          <a:p>
            <a:r>
              <a:rPr lang="en-US" dirty="0"/>
              <a:t>GASTRIC ACIDITY : An effective barrier. The vibrio is destroyed in an acidity of pH 5 or lower. </a:t>
            </a:r>
          </a:p>
          <a:p>
            <a:r>
              <a:rPr lang="en-US" dirty="0"/>
              <a:t>POPULATION MOBILITY : Movement of population (e.g., pilgrimages, marriages, fairs and festivals) results in increased risk of exposure to infection. </a:t>
            </a:r>
          </a:p>
          <a:p>
            <a:pPr lvl="1"/>
            <a:r>
              <a:rPr lang="en-US" dirty="0"/>
              <a:t>In this jet age, cases and carriers can easily transfer infection to other countries</a:t>
            </a:r>
          </a:p>
          <a:p>
            <a:r>
              <a:rPr lang="en-US" dirty="0"/>
              <a:t>ECONOMIC STATUS : The incidence of cholera tends to be the highest in the lower socio-economic groups, and this is attributable mainly to poor hygiene,</a:t>
            </a:r>
          </a:p>
          <a:p>
            <a:r>
              <a:rPr lang="en-US" dirty="0"/>
              <a:t>IMMUNITY : An attack of cholera is followed by immunity to reinfection, but the duration and degree of immunity are not known. </a:t>
            </a:r>
          </a:p>
          <a:p>
            <a:pPr lvl="1"/>
            <a:r>
              <a:rPr lang="en-US" dirty="0" err="1"/>
              <a:t>Vibriocidal</a:t>
            </a:r>
            <a:r>
              <a:rPr lang="en-US" dirty="0"/>
              <a:t> antibodies in serum (titer &gt; 1:20) have been associated with protection against colonization and disease.</a:t>
            </a:r>
          </a:p>
          <a:p>
            <a:pPr lvl="1"/>
            <a:r>
              <a:rPr lang="en-US" dirty="0"/>
              <a:t>The presence of antitoxin antibodies has not been associated with protection. </a:t>
            </a:r>
          </a:p>
          <a:p>
            <a:pPr lvl="1"/>
            <a:r>
              <a:rPr lang="en-US" dirty="0"/>
              <a:t>Vaccination gives only temporary, partial immunity for 3-6 months.</a:t>
            </a:r>
          </a:p>
        </p:txBody>
      </p:sp>
    </p:spTree>
    <p:extLst>
      <p:ext uri="{BB962C8B-B14F-4D97-AF65-F5344CB8AC3E}">
        <p14:creationId xmlns:p14="http://schemas.microsoft.com/office/powerpoint/2010/main" val="3476455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BA84C-F6FD-58E3-7ECF-54DF62898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F5049-C60E-259D-F334-C94A36555722}"/>
              </a:ext>
            </a:extLst>
          </p:cNvPr>
          <p:cNvSpPr>
            <a:spLocks noGrp="1"/>
          </p:cNvSpPr>
          <p:nvPr>
            <p:ph type="title"/>
          </p:nvPr>
        </p:nvSpPr>
        <p:spPr>
          <a:xfrm>
            <a:off x="1762125" y="323008"/>
            <a:ext cx="10084969" cy="1188720"/>
          </a:xfrm>
        </p:spPr>
        <p:txBody>
          <a:bodyPr/>
          <a:lstStyle/>
          <a:p>
            <a:r>
              <a:rPr lang="en-US" dirty="0"/>
              <a:t>Environmental Factors</a:t>
            </a:r>
          </a:p>
        </p:txBody>
      </p:sp>
      <p:sp>
        <p:nvSpPr>
          <p:cNvPr id="3" name="Content Placeholder 2">
            <a:extLst>
              <a:ext uri="{FF2B5EF4-FFF2-40B4-BE49-F238E27FC236}">
                <a16:creationId xmlns:a16="http://schemas.microsoft.com/office/drawing/2014/main" id="{2D0BE5A7-05E9-5B2D-B377-E5543F4CF388}"/>
              </a:ext>
            </a:extLst>
          </p:cNvPr>
          <p:cNvSpPr>
            <a:spLocks noGrp="1"/>
          </p:cNvSpPr>
          <p:nvPr>
            <p:ph idx="1"/>
          </p:nvPr>
        </p:nvSpPr>
        <p:spPr>
          <a:xfrm>
            <a:off x="344904" y="1878008"/>
            <a:ext cx="11502189" cy="4656984"/>
          </a:xfrm>
        </p:spPr>
        <p:txBody>
          <a:bodyPr>
            <a:normAutofit/>
          </a:bodyPr>
          <a:lstStyle/>
          <a:p>
            <a:r>
              <a:rPr lang="en-US" sz="2800" dirty="0"/>
              <a:t>Poor environmental sanitation. </a:t>
            </a:r>
          </a:p>
          <a:p>
            <a:r>
              <a:rPr lang="en-US" sz="2800" dirty="0"/>
              <a:t>Contaminated water and food.</a:t>
            </a:r>
          </a:p>
          <a:p>
            <a:r>
              <a:rPr lang="en-US" sz="2800" dirty="0"/>
              <a:t>Flies may carry V cholerae but not vectors of proven importance. </a:t>
            </a:r>
          </a:p>
          <a:p>
            <a:r>
              <a:rPr lang="en-US" sz="2800" dirty="0"/>
              <a:t>Social factors - </a:t>
            </a:r>
          </a:p>
          <a:p>
            <a:pPr lvl="1"/>
            <a:r>
              <a:rPr lang="en-US" sz="2400" dirty="0"/>
              <a:t>Certain human habits favoring water and soil pollution, </a:t>
            </a:r>
          </a:p>
          <a:p>
            <a:pPr lvl="1"/>
            <a:r>
              <a:rPr lang="en-US" sz="2400" dirty="0"/>
              <a:t>Low standards of personal hygiene, </a:t>
            </a:r>
          </a:p>
          <a:p>
            <a:pPr lvl="1"/>
            <a:r>
              <a:rPr lang="en-US" sz="2400" dirty="0"/>
              <a:t>Lack of education </a:t>
            </a:r>
          </a:p>
          <a:p>
            <a:pPr lvl="1"/>
            <a:r>
              <a:rPr lang="en-US" sz="2400" dirty="0"/>
              <a:t>Poor quality of life.</a:t>
            </a:r>
          </a:p>
        </p:txBody>
      </p:sp>
    </p:spTree>
    <p:extLst>
      <p:ext uri="{BB962C8B-B14F-4D97-AF65-F5344CB8AC3E}">
        <p14:creationId xmlns:p14="http://schemas.microsoft.com/office/powerpoint/2010/main" val="3645253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BF00F-C36B-AB2C-D04D-1B056CC0A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31EE7-622F-9144-4805-5741B3017BBF}"/>
              </a:ext>
            </a:extLst>
          </p:cNvPr>
          <p:cNvSpPr>
            <a:spLocks noGrp="1"/>
          </p:cNvSpPr>
          <p:nvPr>
            <p:ph type="title"/>
          </p:nvPr>
        </p:nvSpPr>
        <p:spPr>
          <a:xfrm>
            <a:off x="1562100" y="323008"/>
            <a:ext cx="10284994" cy="1188720"/>
          </a:xfrm>
        </p:spPr>
        <p:txBody>
          <a:bodyPr/>
          <a:lstStyle/>
          <a:p>
            <a:r>
              <a:rPr lang="en-US" dirty="0"/>
              <a:t>Mode of transmission</a:t>
            </a:r>
          </a:p>
        </p:txBody>
      </p:sp>
      <p:sp>
        <p:nvSpPr>
          <p:cNvPr id="3" name="Content Placeholder 2">
            <a:extLst>
              <a:ext uri="{FF2B5EF4-FFF2-40B4-BE49-F238E27FC236}">
                <a16:creationId xmlns:a16="http://schemas.microsoft.com/office/drawing/2014/main" id="{FDF54B19-EFCF-475D-8E8E-E3119B4109A4}"/>
              </a:ext>
            </a:extLst>
          </p:cNvPr>
          <p:cNvSpPr>
            <a:spLocks noGrp="1"/>
          </p:cNvSpPr>
          <p:nvPr>
            <p:ph idx="1"/>
          </p:nvPr>
        </p:nvSpPr>
        <p:spPr>
          <a:xfrm>
            <a:off x="344904" y="1735133"/>
            <a:ext cx="11502189" cy="4656984"/>
          </a:xfrm>
        </p:spPr>
        <p:txBody>
          <a:bodyPr>
            <a:normAutofit fontScale="92500" lnSpcReduction="20000"/>
          </a:bodyPr>
          <a:lstStyle/>
          <a:p>
            <a:r>
              <a:rPr lang="en-US" sz="2800" dirty="0"/>
              <a:t>FAECALLY CONTAMINATED WATER : Uncontrolled water sources such as wells, lakes, ponds, streams and rivers pose a great threat,</a:t>
            </a:r>
          </a:p>
          <a:p>
            <a:r>
              <a:rPr lang="en-US" sz="2800" dirty="0"/>
              <a:t>CONTAMINATED FOOD AND DRINKS : Ingestion of contaminated food and drinks have been associated with outbreaks of cholera. </a:t>
            </a:r>
          </a:p>
          <a:p>
            <a:pPr lvl="1"/>
            <a:r>
              <a:rPr lang="en-US" sz="2600" dirty="0"/>
              <a:t>Bottle feeding could be a significant risk factor for infants. </a:t>
            </a:r>
          </a:p>
          <a:p>
            <a:pPr lvl="1"/>
            <a:r>
              <a:rPr lang="en-US" sz="2600" dirty="0"/>
              <a:t>Fruits and vegetables washed with contaminated water can be a source of infection. </a:t>
            </a:r>
          </a:p>
          <a:p>
            <a:pPr lvl="1"/>
            <a:r>
              <a:rPr lang="en-US" sz="2600" dirty="0"/>
              <a:t>After preparation, cooked food may be contaminated through contaminated hands and flies. </a:t>
            </a:r>
          </a:p>
          <a:p>
            <a:r>
              <a:rPr lang="en-US" sz="2800" dirty="0"/>
              <a:t>DIRECT CONTACT : In developing countries, a considerable proportion of cases may result from secondary transmission, i.e., person to person transmission through contaminated fingers while carelessly handling excreta and vomit of patients and contaminated linen and fomites.</a:t>
            </a:r>
          </a:p>
        </p:txBody>
      </p:sp>
    </p:spTree>
    <p:extLst>
      <p:ext uri="{BB962C8B-B14F-4D97-AF65-F5344CB8AC3E}">
        <p14:creationId xmlns:p14="http://schemas.microsoft.com/office/powerpoint/2010/main" val="1893324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F7E42047-F7E7-4687-BBE0-D4BDC8E77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76" name="Group 75">
            <a:extLst>
              <a:ext uri="{FF2B5EF4-FFF2-40B4-BE49-F238E27FC236}">
                <a16:creationId xmlns:a16="http://schemas.microsoft.com/office/drawing/2014/main" id="{8D6F839A-C8D9-4FBC-8EFD-9E56D12F4C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06785" y="228600"/>
            <a:ext cx="2851523" cy="6638625"/>
            <a:chOff x="2487613" y="285750"/>
            <a:chExt cx="2428875" cy="5654676"/>
          </a:xfrm>
        </p:grpSpPr>
        <p:sp>
          <p:nvSpPr>
            <p:cNvPr id="77" name="Freeform 11">
              <a:extLst>
                <a:ext uri="{FF2B5EF4-FFF2-40B4-BE49-F238E27FC236}">
                  <a16:creationId xmlns:a16="http://schemas.microsoft.com/office/drawing/2014/main" id="{D1F0D09B-BA85-41B1-A8DE-73728B7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78" name="Freeform 12">
              <a:extLst>
                <a:ext uri="{FF2B5EF4-FFF2-40B4-BE49-F238E27FC236}">
                  <a16:creationId xmlns:a16="http://schemas.microsoft.com/office/drawing/2014/main" id="{FB2D0F0C-3A27-4FC3-A6A3-D2095D9B2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79" name="Freeform 13">
              <a:extLst>
                <a:ext uri="{FF2B5EF4-FFF2-40B4-BE49-F238E27FC236}">
                  <a16:creationId xmlns:a16="http://schemas.microsoft.com/office/drawing/2014/main" id="{FA1C69EF-E6E6-4BDD-B62F-637FC9F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80" name="Freeform 14">
              <a:extLst>
                <a:ext uri="{FF2B5EF4-FFF2-40B4-BE49-F238E27FC236}">
                  <a16:creationId xmlns:a16="http://schemas.microsoft.com/office/drawing/2014/main" id="{75B4F36E-07F6-4E6F-A9D9-A7F6D958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81" name="Freeform 15">
              <a:extLst>
                <a:ext uri="{FF2B5EF4-FFF2-40B4-BE49-F238E27FC236}">
                  <a16:creationId xmlns:a16="http://schemas.microsoft.com/office/drawing/2014/main" id="{7D9136C7-12F1-4F21-A438-ED7668DD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82" name="Freeform 16">
              <a:extLst>
                <a:ext uri="{FF2B5EF4-FFF2-40B4-BE49-F238E27FC236}">
                  <a16:creationId xmlns:a16="http://schemas.microsoft.com/office/drawing/2014/main" id="{C718EF12-B769-45D9-9B6E-7AEAA310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83" name="Freeform 17">
              <a:extLst>
                <a:ext uri="{FF2B5EF4-FFF2-40B4-BE49-F238E27FC236}">
                  <a16:creationId xmlns:a16="http://schemas.microsoft.com/office/drawing/2014/main" id="{534EAD53-3968-459E-B27C-09126A0FE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84" name="Freeform 18">
              <a:extLst>
                <a:ext uri="{FF2B5EF4-FFF2-40B4-BE49-F238E27FC236}">
                  <a16:creationId xmlns:a16="http://schemas.microsoft.com/office/drawing/2014/main" id="{67658BFE-59E2-4A2D-9E8A-18F81C35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85" name="Freeform 19">
              <a:extLst>
                <a:ext uri="{FF2B5EF4-FFF2-40B4-BE49-F238E27FC236}">
                  <a16:creationId xmlns:a16="http://schemas.microsoft.com/office/drawing/2014/main" id="{3FEC8A9E-385D-4407-9671-E30238022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86" name="Freeform 20">
              <a:extLst>
                <a:ext uri="{FF2B5EF4-FFF2-40B4-BE49-F238E27FC236}">
                  <a16:creationId xmlns:a16="http://schemas.microsoft.com/office/drawing/2014/main" id="{EFC82234-632C-4B76-A8FF-2C9C0DCA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2" name="Freeform 21">
              <a:extLst>
                <a:ext uri="{FF2B5EF4-FFF2-40B4-BE49-F238E27FC236}">
                  <a16:creationId xmlns:a16="http://schemas.microsoft.com/office/drawing/2014/main" id="{662A4DB3-C195-4230-953D-307E4100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87" name="Freeform 22">
              <a:extLst>
                <a:ext uri="{FF2B5EF4-FFF2-40B4-BE49-F238E27FC236}">
                  <a16:creationId xmlns:a16="http://schemas.microsoft.com/office/drawing/2014/main" id="{94D310CF-9541-4CD7-855B-E2E1EF343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88" name="Group 87">
            <a:extLst>
              <a:ext uri="{FF2B5EF4-FFF2-40B4-BE49-F238E27FC236}">
                <a16:creationId xmlns:a16="http://schemas.microsoft.com/office/drawing/2014/main" id="{70EDA856-A216-4EEC-9AB6-A59FFC703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7733" y="-786"/>
            <a:ext cx="2356675" cy="6854040"/>
            <a:chOff x="6627813" y="194833"/>
            <a:chExt cx="1952625" cy="5678918"/>
          </a:xfrm>
        </p:grpSpPr>
        <p:sp>
          <p:nvSpPr>
            <p:cNvPr id="89" name="Freeform 27">
              <a:extLst>
                <a:ext uri="{FF2B5EF4-FFF2-40B4-BE49-F238E27FC236}">
                  <a16:creationId xmlns:a16="http://schemas.microsoft.com/office/drawing/2014/main" id="{36F815B8-AFA8-45E9-A3D1-977F2D19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90" name="Freeform 28">
              <a:extLst>
                <a:ext uri="{FF2B5EF4-FFF2-40B4-BE49-F238E27FC236}">
                  <a16:creationId xmlns:a16="http://schemas.microsoft.com/office/drawing/2014/main" id="{5D8FF653-8B3F-4B96-904D-1A4482EAE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91" name="Freeform 29">
              <a:extLst>
                <a:ext uri="{FF2B5EF4-FFF2-40B4-BE49-F238E27FC236}">
                  <a16:creationId xmlns:a16="http://schemas.microsoft.com/office/drawing/2014/main" id="{4DD2E775-AB45-4AF1-B5B7-54948CFB9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92" name="Freeform 30">
              <a:extLst>
                <a:ext uri="{FF2B5EF4-FFF2-40B4-BE49-F238E27FC236}">
                  <a16:creationId xmlns:a16="http://schemas.microsoft.com/office/drawing/2014/main" id="{7BDE7E7B-E3AA-4A24-8F9D-CE77C96CA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93" name="Freeform 31">
              <a:extLst>
                <a:ext uri="{FF2B5EF4-FFF2-40B4-BE49-F238E27FC236}">
                  <a16:creationId xmlns:a16="http://schemas.microsoft.com/office/drawing/2014/main" id="{D129CAA9-35E5-48CE-88AE-9806695CB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94" name="Freeform 32">
              <a:extLst>
                <a:ext uri="{FF2B5EF4-FFF2-40B4-BE49-F238E27FC236}">
                  <a16:creationId xmlns:a16="http://schemas.microsoft.com/office/drawing/2014/main" id="{A73989FF-4EFF-4181-81A4-72EF2E67D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95" name="Freeform 33">
              <a:extLst>
                <a:ext uri="{FF2B5EF4-FFF2-40B4-BE49-F238E27FC236}">
                  <a16:creationId xmlns:a16="http://schemas.microsoft.com/office/drawing/2014/main" id="{8C2C17BD-8FA0-4F42-B2CD-5E5A9F542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96" name="Freeform 34">
              <a:extLst>
                <a:ext uri="{FF2B5EF4-FFF2-40B4-BE49-F238E27FC236}">
                  <a16:creationId xmlns:a16="http://schemas.microsoft.com/office/drawing/2014/main" id="{EEE99CF3-AD71-46FB-8E7D-67825F781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97" name="Freeform 35">
              <a:extLst>
                <a:ext uri="{FF2B5EF4-FFF2-40B4-BE49-F238E27FC236}">
                  <a16:creationId xmlns:a16="http://schemas.microsoft.com/office/drawing/2014/main" id="{D0F9D5ED-7591-4E88-9FDA-4C1DC47E9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98" name="Freeform 36">
              <a:extLst>
                <a:ext uri="{FF2B5EF4-FFF2-40B4-BE49-F238E27FC236}">
                  <a16:creationId xmlns:a16="http://schemas.microsoft.com/office/drawing/2014/main" id="{88FA7C13-D80D-4514-B9DB-87AE076AC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6" name="Freeform 37">
              <a:extLst>
                <a:ext uri="{FF2B5EF4-FFF2-40B4-BE49-F238E27FC236}">
                  <a16:creationId xmlns:a16="http://schemas.microsoft.com/office/drawing/2014/main" id="{202C78DF-D842-450B-A87D-E035719E4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99" name="Freeform 38">
              <a:extLst>
                <a:ext uri="{FF2B5EF4-FFF2-40B4-BE49-F238E27FC236}">
                  <a16:creationId xmlns:a16="http://schemas.microsoft.com/office/drawing/2014/main" id="{A4789F83-2423-47F8-8958-48E477BAE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2" name="Title 1">
            <a:extLst>
              <a:ext uri="{FF2B5EF4-FFF2-40B4-BE49-F238E27FC236}">
                <a16:creationId xmlns:a16="http://schemas.microsoft.com/office/drawing/2014/main" id="{BCD2E902-F1B9-FC15-413C-5EE490503676}"/>
              </a:ext>
            </a:extLst>
          </p:cNvPr>
          <p:cNvSpPr>
            <a:spLocks noGrp="1"/>
          </p:cNvSpPr>
          <p:nvPr>
            <p:ph type="title"/>
          </p:nvPr>
        </p:nvSpPr>
        <p:spPr>
          <a:xfrm>
            <a:off x="4659520" y="624110"/>
            <a:ext cx="6845092" cy="1280890"/>
          </a:xfrm>
        </p:spPr>
        <p:txBody>
          <a:bodyPr>
            <a:normAutofit/>
          </a:bodyPr>
          <a:lstStyle/>
          <a:p>
            <a:r>
              <a:rPr lang="en-US"/>
              <a:t>Incubation period</a:t>
            </a:r>
            <a:endParaRPr lang="en-US" dirty="0"/>
          </a:p>
        </p:txBody>
      </p:sp>
      <p:sp>
        <p:nvSpPr>
          <p:cNvPr id="100" name="Rectangle 99">
            <a:extLst>
              <a:ext uri="{FF2B5EF4-FFF2-40B4-BE49-F238E27FC236}">
                <a16:creationId xmlns:a16="http://schemas.microsoft.com/office/drawing/2014/main" id="{2C509E7A-337A-4664-BEC2-03F9BCA0A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1632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1" name="Freeform 11">
            <a:extLst>
              <a:ext uri="{FF2B5EF4-FFF2-40B4-BE49-F238E27FC236}">
                <a16:creationId xmlns:a16="http://schemas.microsoft.com/office/drawing/2014/main" id="{D9AB99AB-E300-4B19-97C3-9A12EA3C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716320"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pic>
        <p:nvPicPr>
          <p:cNvPr id="102" name="Picture 101" descr="Hourglass and a calendar">
            <a:extLst>
              <a:ext uri="{FF2B5EF4-FFF2-40B4-BE49-F238E27FC236}">
                <a16:creationId xmlns:a16="http://schemas.microsoft.com/office/drawing/2014/main" id="{E62B5C36-CDE9-8A75-CF60-96576B5A4682}"/>
              </a:ext>
            </a:extLst>
          </p:cNvPr>
          <p:cNvPicPr>
            <a:picLocks noChangeAspect="1"/>
          </p:cNvPicPr>
          <p:nvPr/>
        </p:nvPicPr>
        <p:blipFill>
          <a:blip r:embed="rId2"/>
          <a:srcRect l="59599" r="13823" b="2"/>
          <a:stretch/>
        </p:blipFill>
        <p:spPr>
          <a:xfrm>
            <a:off x="20" y="1730"/>
            <a:ext cx="2720524" cy="6858000"/>
          </a:xfrm>
          <a:prstGeom prst="rect">
            <a:avLst/>
          </a:prstGeom>
        </p:spPr>
      </p:pic>
      <p:sp>
        <p:nvSpPr>
          <p:cNvPr id="3" name="Content Placeholder 2">
            <a:extLst>
              <a:ext uri="{FF2B5EF4-FFF2-40B4-BE49-F238E27FC236}">
                <a16:creationId xmlns:a16="http://schemas.microsoft.com/office/drawing/2014/main" id="{D24BD095-018D-CD37-A0B9-85D2384B096A}"/>
              </a:ext>
            </a:extLst>
          </p:cNvPr>
          <p:cNvSpPr>
            <a:spLocks noGrp="1"/>
          </p:cNvSpPr>
          <p:nvPr>
            <p:ph idx="1"/>
          </p:nvPr>
        </p:nvSpPr>
        <p:spPr>
          <a:xfrm>
            <a:off x="4656667" y="2133600"/>
            <a:ext cx="6847944" cy="3777622"/>
          </a:xfrm>
        </p:spPr>
        <p:txBody>
          <a:bodyPr>
            <a:normAutofit/>
          </a:bodyPr>
          <a:lstStyle/>
          <a:p>
            <a:r>
              <a:rPr lang="en-US" sz="3600" dirty="0"/>
              <a:t>Few hours </a:t>
            </a:r>
            <a:r>
              <a:rPr lang="en-US" sz="3600" dirty="0" err="1"/>
              <a:t>upto</a:t>
            </a:r>
            <a:r>
              <a:rPr lang="en-US" sz="3600" dirty="0"/>
              <a:t> 5 days, but commonly 1-2 days.</a:t>
            </a:r>
          </a:p>
        </p:txBody>
      </p:sp>
    </p:spTree>
    <p:extLst>
      <p:ext uri="{BB962C8B-B14F-4D97-AF65-F5344CB8AC3E}">
        <p14:creationId xmlns:p14="http://schemas.microsoft.com/office/powerpoint/2010/main" val="2496929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83AB4-05BC-9208-B0EB-EF009DE97348}"/>
              </a:ext>
            </a:extLst>
          </p:cNvPr>
          <p:cNvSpPr>
            <a:spLocks noGrp="1"/>
          </p:cNvSpPr>
          <p:nvPr>
            <p:ph type="title"/>
          </p:nvPr>
        </p:nvSpPr>
        <p:spPr/>
        <p:txBody>
          <a:bodyPr/>
          <a:lstStyle/>
          <a:p>
            <a:r>
              <a:rPr lang="en-US" dirty="0"/>
              <a:t>Pathogenesis</a:t>
            </a:r>
          </a:p>
        </p:txBody>
      </p:sp>
      <p:sp>
        <p:nvSpPr>
          <p:cNvPr id="3" name="Content Placeholder 2">
            <a:extLst>
              <a:ext uri="{FF2B5EF4-FFF2-40B4-BE49-F238E27FC236}">
                <a16:creationId xmlns:a16="http://schemas.microsoft.com/office/drawing/2014/main" id="{460E9B91-4E40-D033-6379-93A9B34A1CDA}"/>
              </a:ext>
            </a:extLst>
          </p:cNvPr>
          <p:cNvSpPr>
            <a:spLocks noGrp="1"/>
          </p:cNvSpPr>
          <p:nvPr>
            <p:ph idx="1"/>
          </p:nvPr>
        </p:nvSpPr>
        <p:spPr>
          <a:xfrm>
            <a:off x="1764632" y="1524000"/>
            <a:ext cx="9739980" cy="4387222"/>
          </a:xfrm>
        </p:spPr>
        <p:txBody>
          <a:bodyPr>
            <a:normAutofit fontScale="92500"/>
          </a:bodyPr>
          <a:lstStyle/>
          <a:p>
            <a:r>
              <a:rPr lang="en-US" sz="2400" dirty="0"/>
              <a:t>Vibrio </a:t>
            </a:r>
            <a:r>
              <a:rPr lang="en-US" sz="2400" dirty="0">
                <a:sym typeface="Wingdings" panose="05000000000000000000" pitchFamily="2" charset="2"/>
              </a:rPr>
              <a:t> mucus overlying intestinal epithelium (using </a:t>
            </a:r>
            <a:r>
              <a:rPr lang="en-US" sz="2400" dirty="0" err="1">
                <a:sym typeface="Wingdings" panose="05000000000000000000" pitchFamily="2" charset="2"/>
              </a:rPr>
              <a:t>mucinase</a:t>
            </a:r>
            <a:r>
              <a:rPr lang="en-US" sz="2400" dirty="0">
                <a:sym typeface="Wingdings" panose="05000000000000000000" pitchFamily="2" charset="2"/>
              </a:rPr>
              <a:t>)  attachment to epithelial cells  exotoxin (L (light) and H (heavy) part)</a:t>
            </a:r>
          </a:p>
          <a:p>
            <a:r>
              <a:rPr lang="en-US" sz="2400" dirty="0">
                <a:sym typeface="Wingdings" panose="05000000000000000000" pitchFamily="2" charset="2"/>
              </a:rPr>
              <a:t>L toxin  combine with </a:t>
            </a:r>
            <a:r>
              <a:rPr lang="en-US" sz="2400" dirty="0" err="1">
                <a:sym typeface="Wingdings" panose="05000000000000000000" pitchFamily="2" charset="2"/>
              </a:rPr>
              <a:t>ganliosides</a:t>
            </a:r>
            <a:r>
              <a:rPr lang="en-US" sz="2400" dirty="0">
                <a:sym typeface="Wingdings" panose="05000000000000000000" pitchFamily="2" charset="2"/>
              </a:rPr>
              <a:t>  binding with </a:t>
            </a:r>
            <a:r>
              <a:rPr lang="en-US" sz="2400" dirty="0" err="1">
                <a:sym typeface="Wingdings" panose="05000000000000000000" pitchFamily="2" charset="2"/>
              </a:rPr>
              <a:t>cellwalls</a:t>
            </a:r>
            <a:r>
              <a:rPr lang="en-US" sz="2400" dirty="0">
                <a:sym typeface="Wingdings" panose="05000000000000000000" pitchFamily="2" charset="2"/>
              </a:rPr>
              <a:t> (irreversible)</a:t>
            </a:r>
          </a:p>
          <a:p>
            <a:r>
              <a:rPr lang="en-US" sz="2400" dirty="0">
                <a:sym typeface="Wingdings" panose="05000000000000000000" pitchFamily="2" charset="2"/>
              </a:rPr>
              <a:t>H toxin  activate adenyl cyclase  increase in cAMP  drives fluids and ions in lumen</a:t>
            </a:r>
          </a:p>
          <a:p>
            <a:r>
              <a:rPr lang="en-US" sz="2400" dirty="0">
                <a:sym typeface="Wingdings" panose="05000000000000000000" pitchFamily="2" charset="2"/>
              </a:rPr>
              <a:t>Fluid – isotonic, </a:t>
            </a:r>
            <a:r>
              <a:rPr lang="en-US" sz="2400" dirty="0" err="1">
                <a:sym typeface="Wingdings" panose="05000000000000000000" pitchFamily="2" charset="2"/>
              </a:rPr>
              <a:t>sectreted</a:t>
            </a:r>
            <a:r>
              <a:rPr lang="en-US" sz="2400" dirty="0">
                <a:sym typeface="Wingdings" panose="05000000000000000000" pitchFamily="2" charset="2"/>
              </a:rPr>
              <a:t> by all segments of small intestine</a:t>
            </a:r>
          </a:p>
          <a:p>
            <a:endParaRPr lang="en-US" sz="2400" dirty="0">
              <a:sym typeface="Wingdings" panose="05000000000000000000" pitchFamily="2" charset="2"/>
            </a:endParaRPr>
          </a:p>
          <a:p>
            <a:r>
              <a:rPr lang="en-US" sz="2400" dirty="0">
                <a:sym typeface="Wingdings" panose="05000000000000000000" pitchFamily="2" charset="2"/>
              </a:rPr>
              <a:t>Increase in fluid is cause of diarrhea</a:t>
            </a:r>
          </a:p>
          <a:p>
            <a:r>
              <a:rPr lang="en-US" sz="2400" dirty="0"/>
              <a:t>No evidence that V. cholerae invades any tissue, nor the enterotoxin to have any direct effect on any organ other than the small intestine</a:t>
            </a:r>
          </a:p>
        </p:txBody>
      </p:sp>
    </p:spTree>
    <p:extLst>
      <p:ext uri="{BB962C8B-B14F-4D97-AF65-F5344CB8AC3E}">
        <p14:creationId xmlns:p14="http://schemas.microsoft.com/office/powerpoint/2010/main" val="551874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EB518-07DC-1259-C68C-ED0C5A822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9AA99-0122-CBA2-48A4-809E4CAF3855}"/>
              </a:ext>
            </a:extLst>
          </p:cNvPr>
          <p:cNvSpPr>
            <a:spLocks noGrp="1"/>
          </p:cNvSpPr>
          <p:nvPr>
            <p:ph type="title"/>
          </p:nvPr>
        </p:nvSpPr>
        <p:spPr/>
        <p:txBody>
          <a:bodyPr/>
          <a:lstStyle/>
          <a:p>
            <a:r>
              <a:rPr lang="en-US" dirty="0"/>
              <a:t>Clinical features</a:t>
            </a:r>
          </a:p>
        </p:txBody>
      </p:sp>
      <p:sp>
        <p:nvSpPr>
          <p:cNvPr id="3" name="Content Placeholder 2">
            <a:extLst>
              <a:ext uri="{FF2B5EF4-FFF2-40B4-BE49-F238E27FC236}">
                <a16:creationId xmlns:a16="http://schemas.microsoft.com/office/drawing/2014/main" id="{1649734D-92A6-2D09-7963-EC8FAD4C7573}"/>
              </a:ext>
            </a:extLst>
          </p:cNvPr>
          <p:cNvSpPr>
            <a:spLocks noGrp="1"/>
          </p:cNvSpPr>
          <p:nvPr>
            <p:ph idx="1"/>
          </p:nvPr>
        </p:nvSpPr>
        <p:spPr>
          <a:xfrm>
            <a:off x="1473200" y="1320801"/>
            <a:ext cx="10031412" cy="4590422"/>
          </a:xfrm>
        </p:spPr>
        <p:txBody>
          <a:bodyPr>
            <a:normAutofit lnSpcReduction="10000"/>
          </a:bodyPr>
          <a:lstStyle/>
          <a:p>
            <a:r>
              <a:rPr lang="en-US" sz="2000" dirty="0"/>
              <a:t>3 stages:</a:t>
            </a:r>
          </a:p>
          <a:p>
            <a:r>
              <a:rPr lang="en-US" sz="2000" dirty="0"/>
              <a:t>STAGE OF EVACUATION : </a:t>
            </a:r>
          </a:p>
          <a:p>
            <a:pPr lvl="1"/>
            <a:r>
              <a:rPr lang="en-US" sz="1800" dirty="0"/>
              <a:t>The onset is abrupt with </a:t>
            </a:r>
            <a:r>
              <a:rPr lang="en-US" sz="1800" dirty="0">
                <a:highlight>
                  <a:srgbClr val="FFFF00"/>
                </a:highlight>
              </a:rPr>
              <a:t>profuse, painless, watery </a:t>
            </a:r>
            <a:r>
              <a:rPr lang="en-US" sz="1800" dirty="0" err="1">
                <a:highlight>
                  <a:srgbClr val="FFFF00"/>
                </a:highlight>
              </a:rPr>
              <a:t>diarrhoea</a:t>
            </a:r>
            <a:r>
              <a:rPr lang="en-US" sz="1800" dirty="0">
                <a:highlight>
                  <a:srgbClr val="FFFF00"/>
                </a:highlight>
              </a:rPr>
              <a:t> </a:t>
            </a:r>
            <a:r>
              <a:rPr lang="en-US" sz="1800" dirty="0"/>
              <a:t>followed by vomiting. </a:t>
            </a:r>
          </a:p>
          <a:p>
            <a:pPr lvl="1"/>
            <a:r>
              <a:rPr lang="en-US" sz="1800" dirty="0"/>
              <a:t>The patient may pass </a:t>
            </a:r>
            <a:r>
              <a:rPr lang="en-US" sz="1800" dirty="0">
                <a:highlight>
                  <a:srgbClr val="FFFF00"/>
                </a:highlight>
              </a:rPr>
              <a:t>as many as 40 stools in a day</a:t>
            </a:r>
            <a:r>
              <a:rPr lang="en-US" sz="1800" dirty="0"/>
              <a:t>. The stools may have a “rice water” appearance, </a:t>
            </a:r>
          </a:p>
          <a:p>
            <a:r>
              <a:rPr lang="en-US" sz="2000" dirty="0"/>
              <a:t>(b) STAGE OF COLLAPSE : </a:t>
            </a:r>
          </a:p>
          <a:p>
            <a:pPr lvl="1"/>
            <a:r>
              <a:rPr lang="en-US" sz="1800" dirty="0"/>
              <a:t>The patient soon passes into a stage of collapse because of dehydration. </a:t>
            </a:r>
          </a:p>
          <a:p>
            <a:pPr lvl="1"/>
            <a:r>
              <a:rPr lang="en-US" sz="1800" dirty="0"/>
              <a:t>The classical signs are : </a:t>
            </a:r>
            <a:r>
              <a:rPr lang="en-US" sz="1800" dirty="0">
                <a:highlight>
                  <a:srgbClr val="FFFF00"/>
                </a:highlight>
              </a:rPr>
              <a:t>sunken eyes, hollow cheeks, scaphoid abdomen, subnormal temperature, washerman's hands and feet, absent pulse, unrecordable blood pressure</a:t>
            </a:r>
            <a:r>
              <a:rPr lang="en-US" sz="1800" dirty="0"/>
              <a:t>, loss of skin elasticity, shallow and quick respirations. </a:t>
            </a:r>
          </a:p>
          <a:p>
            <a:pPr lvl="1"/>
            <a:r>
              <a:rPr lang="en-US" sz="1800" dirty="0"/>
              <a:t>The </a:t>
            </a:r>
            <a:r>
              <a:rPr lang="en-US" sz="1800" dirty="0">
                <a:highlight>
                  <a:srgbClr val="FFFF00"/>
                </a:highlight>
              </a:rPr>
              <a:t>output of urine decreases and may ultimately cease</a:t>
            </a:r>
            <a:r>
              <a:rPr lang="en-US" sz="1800" dirty="0"/>
              <a:t>. </a:t>
            </a:r>
          </a:p>
          <a:p>
            <a:pPr lvl="1"/>
            <a:r>
              <a:rPr lang="en-US" sz="1800" dirty="0"/>
              <a:t>The patient becomes </a:t>
            </a:r>
            <a:r>
              <a:rPr lang="en-US" sz="1800" dirty="0">
                <a:highlight>
                  <a:srgbClr val="FFFF00"/>
                </a:highlight>
              </a:rPr>
              <a:t>restless, and complains of intense thirst and cramps in legs </a:t>
            </a:r>
            <a:r>
              <a:rPr lang="en-US" sz="1800" dirty="0"/>
              <a:t>and abdomen. </a:t>
            </a:r>
          </a:p>
          <a:p>
            <a:pPr lvl="1"/>
            <a:r>
              <a:rPr lang="en-US" sz="1800" dirty="0">
                <a:highlight>
                  <a:srgbClr val="FFFF00"/>
                </a:highlight>
              </a:rPr>
              <a:t>Death may occur </a:t>
            </a:r>
            <a:r>
              <a:rPr lang="en-US" sz="1800" dirty="0"/>
              <a:t>at this stage, due to dehydration and acidosis resulting from </a:t>
            </a:r>
            <a:r>
              <a:rPr lang="en-US" sz="1800" dirty="0" err="1"/>
              <a:t>diarrhoea</a:t>
            </a:r>
            <a:r>
              <a:rPr lang="en-US" sz="1800" dirty="0"/>
              <a:t>,</a:t>
            </a:r>
          </a:p>
        </p:txBody>
      </p:sp>
    </p:spTree>
    <p:extLst>
      <p:ext uri="{BB962C8B-B14F-4D97-AF65-F5344CB8AC3E}">
        <p14:creationId xmlns:p14="http://schemas.microsoft.com/office/powerpoint/2010/main" val="3828549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12BA-461A-30AF-B1F8-31F36E0A7E4E}"/>
              </a:ext>
            </a:extLst>
          </p:cNvPr>
          <p:cNvSpPr>
            <a:spLocks noGrp="1"/>
          </p:cNvSpPr>
          <p:nvPr>
            <p:ph type="title"/>
          </p:nvPr>
        </p:nvSpPr>
        <p:spPr/>
        <p:txBody>
          <a:bodyPr/>
          <a:lstStyle/>
          <a:p>
            <a:r>
              <a:rPr lang="en-US" dirty="0"/>
              <a:t>Clinical features</a:t>
            </a:r>
          </a:p>
        </p:txBody>
      </p:sp>
      <p:sp>
        <p:nvSpPr>
          <p:cNvPr id="3" name="Content Placeholder 2">
            <a:extLst>
              <a:ext uri="{FF2B5EF4-FFF2-40B4-BE49-F238E27FC236}">
                <a16:creationId xmlns:a16="http://schemas.microsoft.com/office/drawing/2014/main" id="{75D78FFE-09B3-8648-BF98-FCC457251735}"/>
              </a:ext>
            </a:extLst>
          </p:cNvPr>
          <p:cNvSpPr>
            <a:spLocks noGrp="1"/>
          </p:cNvSpPr>
          <p:nvPr>
            <p:ph idx="1"/>
          </p:nvPr>
        </p:nvSpPr>
        <p:spPr>
          <a:xfrm>
            <a:off x="1475874" y="1306287"/>
            <a:ext cx="10028738" cy="4604936"/>
          </a:xfrm>
        </p:spPr>
        <p:txBody>
          <a:bodyPr>
            <a:normAutofit lnSpcReduction="10000"/>
          </a:bodyPr>
          <a:lstStyle/>
          <a:p>
            <a:r>
              <a:rPr lang="en-US" dirty="0"/>
              <a:t>(c) STAGE OF RECOVERY : </a:t>
            </a:r>
          </a:p>
          <a:p>
            <a:pPr lvl="1"/>
            <a:r>
              <a:rPr lang="en-US" dirty="0"/>
              <a:t>If death does not occur, the patient begins </a:t>
            </a:r>
            <a:r>
              <a:rPr lang="en-US" dirty="0">
                <a:highlight>
                  <a:srgbClr val="FFFF00"/>
                </a:highlight>
              </a:rPr>
              <a:t>to show signs of clinical improvement</a:t>
            </a:r>
            <a:r>
              <a:rPr lang="en-US" dirty="0"/>
              <a:t>. </a:t>
            </a:r>
          </a:p>
          <a:p>
            <a:pPr lvl="1"/>
            <a:r>
              <a:rPr lang="en-US" dirty="0"/>
              <a:t>The </a:t>
            </a:r>
            <a:r>
              <a:rPr lang="en-US" dirty="0">
                <a:highlight>
                  <a:srgbClr val="FFFF00"/>
                </a:highlight>
              </a:rPr>
              <a:t>blood pressure begins to rise, </a:t>
            </a:r>
            <a:r>
              <a:rPr lang="en-US" dirty="0"/>
              <a:t>the temperature returns to normal, and urine secretion is re-established. </a:t>
            </a:r>
          </a:p>
          <a:p>
            <a:pPr lvl="1"/>
            <a:r>
              <a:rPr lang="en-US" dirty="0"/>
              <a:t>If </a:t>
            </a:r>
            <a:r>
              <a:rPr lang="en-US" dirty="0">
                <a:highlight>
                  <a:srgbClr val="FFFF00"/>
                </a:highlight>
              </a:rPr>
              <a:t>anuria persists, the patient may die of renal failure</a:t>
            </a:r>
            <a:r>
              <a:rPr lang="en-US" dirty="0"/>
              <a:t>. </a:t>
            </a:r>
          </a:p>
          <a:p>
            <a:pPr lvl="1"/>
            <a:r>
              <a:rPr lang="en-US" dirty="0"/>
              <a:t>The </a:t>
            </a:r>
            <a:r>
              <a:rPr lang="en-US" dirty="0">
                <a:highlight>
                  <a:srgbClr val="FFFF00"/>
                </a:highlight>
              </a:rPr>
              <a:t>classical form of severe cholera occurs in only 5-10 per cent of cases </a:t>
            </a:r>
          </a:p>
          <a:p>
            <a:pPr lvl="1"/>
            <a:r>
              <a:rPr lang="en-US" dirty="0"/>
              <a:t>In the rest, the disease tends to be mild characterized by </a:t>
            </a:r>
            <a:r>
              <a:rPr lang="en-US" dirty="0" err="1"/>
              <a:t>diarrhoea</a:t>
            </a:r>
            <a:r>
              <a:rPr lang="en-US" dirty="0"/>
              <a:t> with or without vomiting or marked dehydration. As a rule, </a:t>
            </a:r>
            <a:r>
              <a:rPr lang="en-US" dirty="0">
                <a:highlight>
                  <a:srgbClr val="FFFF00"/>
                </a:highlight>
              </a:rPr>
              <a:t>mild cases recover in 1-3 days.</a:t>
            </a:r>
          </a:p>
          <a:p>
            <a:r>
              <a:rPr lang="en-US" dirty="0"/>
              <a:t>Epidemiologically, cholera due to El Tor biotype differs from classical cholera in the following respects </a:t>
            </a:r>
          </a:p>
          <a:p>
            <a:pPr lvl="1"/>
            <a:r>
              <a:rPr lang="en-US" dirty="0"/>
              <a:t>a </a:t>
            </a:r>
            <a:r>
              <a:rPr lang="en-US" dirty="0">
                <a:highlight>
                  <a:srgbClr val="FFFF00"/>
                </a:highlight>
              </a:rPr>
              <a:t>higher incidence of mild and asymptomatic infection </a:t>
            </a:r>
            <a:r>
              <a:rPr lang="en-US" dirty="0"/>
              <a:t>This implies that the characteristic picture of rice-water stools and other signs of classical cholera described above may not be seen often; </a:t>
            </a:r>
          </a:p>
          <a:p>
            <a:pPr lvl="1"/>
            <a:r>
              <a:rPr lang="en-US" dirty="0">
                <a:highlight>
                  <a:srgbClr val="FFFF00"/>
                </a:highlight>
              </a:rPr>
              <a:t>Fewer secondary cases in the affected families</a:t>
            </a:r>
          </a:p>
          <a:p>
            <a:pPr lvl="1"/>
            <a:r>
              <a:rPr lang="en-US" dirty="0">
                <a:highlight>
                  <a:srgbClr val="FFFF00"/>
                </a:highlight>
              </a:rPr>
              <a:t>Occurrence of chronic carriers</a:t>
            </a:r>
            <a:r>
              <a:rPr lang="en-US" dirty="0"/>
              <a:t>, </a:t>
            </a:r>
          </a:p>
          <a:p>
            <a:pPr lvl="1"/>
            <a:r>
              <a:rPr lang="en-US" dirty="0"/>
              <a:t>El Tor </a:t>
            </a:r>
            <a:r>
              <a:rPr lang="en-US" dirty="0" err="1"/>
              <a:t>vibrios</a:t>
            </a:r>
            <a:r>
              <a:rPr lang="en-US" dirty="0"/>
              <a:t> are </a:t>
            </a:r>
            <a:r>
              <a:rPr lang="en-US" dirty="0">
                <a:highlight>
                  <a:srgbClr val="FFFF00"/>
                </a:highlight>
              </a:rPr>
              <a:t>more resistant than classical cholera </a:t>
            </a:r>
            <a:r>
              <a:rPr lang="en-US" dirty="0" err="1">
                <a:highlight>
                  <a:srgbClr val="FFFF00"/>
                </a:highlight>
              </a:rPr>
              <a:t>vibrios</a:t>
            </a:r>
            <a:r>
              <a:rPr lang="en-US" dirty="0">
                <a:highlight>
                  <a:srgbClr val="FFFF00"/>
                </a:highlight>
              </a:rPr>
              <a:t> </a:t>
            </a:r>
            <a:r>
              <a:rPr lang="en-US" dirty="0"/>
              <a:t>they survive longer in the extra-intestinal environment.</a:t>
            </a:r>
          </a:p>
          <a:p>
            <a:endParaRPr lang="en-US" dirty="0"/>
          </a:p>
        </p:txBody>
      </p:sp>
    </p:spTree>
    <p:extLst>
      <p:ext uri="{BB962C8B-B14F-4D97-AF65-F5344CB8AC3E}">
        <p14:creationId xmlns:p14="http://schemas.microsoft.com/office/powerpoint/2010/main" val="988525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19E89-79B6-A000-A796-B19A9C2B0F60}"/>
              </a:ext>
            </a:extLst>
          </p:cNvPr>
          <p:cNvSpPr>
            <a:spLocks noGrp="1"/>
          </p:cNvSpPr>
          <p:nvPr>
            <p:ph type="title"/>
          </p:nvPr>
        </p:nvSpPr>
        <p:spPr/>
        <p:txBody>
          <a:bodyPr/>
          <a:lstStyle/>
          <a:p>
            <a:r>
              <a:rPr lang="en-US" dirty="0"/>
              <a:t>Laboratory diagnosis - sample</a:t>
            </a:r>
          </a:p>
        </p:txBody>
      </p:sp>
      <p:sp>
        <p:nvSpPr>
          <p:cNvPr id="3" name="Content Placeholder 2">
            <a:extLst>
              <a:ext uri="{FF2B5EF4-FFF2-40B4-BE49-F238E27FC236}">
                <a16:creationId xmlns:a16="http://schemas.microsoft.com/office/drawing/2014/main" id="{A96B65ED-3426-34E3-EC0B-CEF67D695A30}"/>
              </a:ext>
            </a:extLst>
          </p:cNvPr>
          <p:cNvSpPr>
            <a:spLocks noGrp="1"/>
          </p:cNvSpPr>
          <p:nvPr>
            <p:ph idx="1"/>
          </p:nvPr>
        </p:nvSpPr>
        <p:spPr/>
        <p:txBody>
          <a:bodyPr>
            <a:normAutofit fontScale="92500" lnSpcReduction="20000"/>
          </a:bodyPr>
          <a:lstStyle/>
          <a:p>
            <a:r>
              <a:rPr lang="en-US" dirty="0"/>
              <a:t>Collection of stools</a:t>
            </a:r>
          </a:p>
          <a:p>
            <a:pPr lvl="1"/>
            <a:r>
              <a:rPr lang="en-US" dirty="0"/>
              <a:t>A fresh specimen of stool should be collected for laboratory examination. Sample should be collected </a:t>
            </a:r>
            <a:r>
              <a:rPr lang="en-US" dirty="0">
                <a:highlight>
                  <a:srgbClr val="FFFF00"/>
                </a:highlight>
              </a:rPr>
              <a:t>before the person is treated with antibiotics</a:t>
            </a:r>
            <a:r>
              <a:rPr lang="en-US" dirty="0"/>
              <a:t>. </a:t>
            </a:r>
          </a:p>
          <a:p>
            <a:r>
              <a:rPr lang="en-US" dirty="0"/>
              <a:t>Collection may be made generally in one of the following ways : </a:t>
            </a:r>
          </a:p>
          <a:p>
            <a:r>
              <a:rPr lang="en-US" dirty="0"/>
              <a:t>(</a:t>
            </a:r>
            <a:r>
              <a:rPr lang="en-US" dirty="0" err="1"/>
              <a:t>i</a:t>
            </a:r>
            <a:r>
              <a:rPr lang="en-US" dirty="0"/>
              <a:t>) </a:t>
            </a:r>
            <a:r>
              <a:rPr lang="en-US" dirty="0">
                <a:highlight>
                  <a:srgbClr val="FFFF00"/>
                </a:highlight>
              </a:rPr>
              <a:t>Rubber catheter </a:t>
            </a:r>
            <a:r>
              <a:rPr lang="en-US" dirty="0"/>
              <a:t>: Collection by the catheter is the </a:t>
            </a:r>
            <a:r>
              <a:rPr lang="en-US" dirty="0">
                <a:highlight>
                  <a:srgbClr val="FFFF00"/>
                </a:highlight>
              </a:rPr>
              <a:t>best method but is complicated under field conditions</a:t>
            </a:r>
            <a:r>
              <a:rPr lang="en-US" dirty="0"/>
              <a:t>. </a:t>
            </a:r>
            <a:r>
              <a:rPr lang="en-US" dirty="0">
                <a:highlight>
                  <a:srgbClr val="FFFF00"/>
                </a:highlight>
              </a:rPr>
              <a:t>Soft rubber catheter </a:t>
            </a:r>
            <a:r>
              <a:rPr lang="en-US" dirty="0"/>
              <a:t>(No.26-28) sterilized by boiling should be used. The catheter is introduced (after lubrication with liquid paraffin) for </a:t>
            </a:r>
            <a:r>
              <a:rPr lang="en-US" dirty="0">
                <a:highlight>
                  <a:srgbClr val="FFFF00"/>
                </a:highlight>
              </a:rPr>
              <a:t>at least 4-5 cm into the rectum</a:t>
            </a:r>
            <a:r>
              <a:rPr lang="en-US" dirty="0"/>
              <a:t>. The specimen voided may be </a:t>
            </a:r>
            <a:r>
              <a:rPr lang="en-US" dirty="0">
                <a:highlight>
                  <a:srgbClr val="FFFF00"/>
                </a:highlight>
              </a:rPr>
              <a:t>collected directly into a transport (holding) media, e.g., Venkatraman-Ramakrishnan (VR) medium, alkaline peptone water, </a:t>
            </a:r>
          </a:p>
          <a:p>
            <a:r>
              <a:rPr lang="en-US" dirty="0"/>
              <a:t>(ii) Rectal swab : Swabs consisting of 15-20 cm long wooden sticks, with one end wrapped with absorbent cotton, sterilized by autoclaving have been found to be satisfactory. </a:t>
            </a:r>
            <a:r>
              <a:rPr lang="en-US" dirty="0">
                <a:highlight>
                  <a:srgbClr val="FFFF00"/>
                </a:highlight>
              </a:rPr>
              <a:t>Rectal swabs should be dipped into the holding medium before being introduced into the rectum, </a:t>
            </a:r>
          </a:p>
          <a:p>
            <a:r>
              <a:rPr lang="en-US" dirty="0"/>
              <a:t>(iii) If no transport medium is available, a cotton-tipped rectal swab should be soaked in the liquid stool, placed in a sterile plastic bag, tightly sealed and sent to the testing laboratory</a:t>
            </a:r>
          </a:p>
        </p:txBody>
      </p:sp>
    </p:spTree>
    <p:extLst>
      <p:ext uri="{BB962C8B-B14F-4D97-AF65-F5344CB8AC3E}">
        <p14:creationId xmlns:p14="http://schemas.microsoft.com/office/powerpoint/2010/main" val="965115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549F-336F-960C-902B-DD85BE32B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24147-8FD8-FF7D-5F2A-42F7FF7FD158}"/>
              </a:ext>
            </a:extLst>
          </p:cNvPr>
          <p:cNvSpPr>
            <a:spLocks noGrp="1"/>
          </p:cNvSpPr>
          <p:nvPr>
            <p:ph type="title"/>
          </p:nvPr>
        </p:nvSpPr>
        <p:spPr/>
        <p:txBody>
          <a:bodyPr/>
          <a:lstStyle/>
          <a:p>
            <a:r>
              <a:rPr lang="en-US" dirty="0"/>
              <a:t>Laboratory diagnosis - sample</a:t>
            </a:r>
          </a:p>
        </p:txBody>
      </p:sp>
      <p:sp>
        <p:nvSpPr>
          <p:cNvPr id="3" name="Content Placeholder 2">
            <a:extLst>
              <a:ext uri="{FF2B5EF4-FFF2-40B4-BE49-F238E27FC236}">
                <a16:creationId xmlns:a16="http://schemas.microsoft.com/office/drawing/2014/main" id="{A0C2713E-C369-BC63-5BA1-553F3835315B}"/>
              </a:ext>
            </a:extLst>
          </p:cNvPr>
          <p:cNvSpPr>
            <a:spLocks noGrp="1"/>
          </p:cNvSpPr>
          <p:nvPr>
            <p:ph idx="1"/>
          </p:nvPr>
        </p:nvSpPr>
        <p:spPr>
          <a:xfrm>
            <a:off x="2589212" y="1676400"/>
            <a:ext cx="8915400" cy="4234822"/>
          </a:xfrm>
        </p:spPr>
        <p:txBody>
          <a:bodyPr>
            <a:normAutofit/>
          </a:bodyPr>
          <a:lstStyle/>
          <a:p>
            <a:r>
              <a:rPr lang="en-US" sz="2400" dirty="0"/>
              <a:t>(b) VOMITUS : This is practically never used as the chances of isolating </a:t>
            </a:r>
            <a:r>
              <a:rPr lang="en-US" sz="2400" dirty="0" err="1"/>
              <a:t>vibrios</a:t>
            </a:r>
            <a:r>
              <a:rPr lang="en-US" sz="2400" dirty="0"/>
              <a:t> are much less and there is no advantage.</a:t>
            </a:r>
          </a:p>
          <a:p>
            <a:r>
              <a:rPr lang="en-US" sz="2400" dirty="0"/>
              <a:t>(c) WATER : Samples containing 1-3 </a:t>
            </a:r>
            <a:r>
              <a:rPr lang="en-US" sz="2400" dirty="0" err="1"/>
              <a:t>litres</a:t>
            </a:r>
            <a:r>
              <a:rPr lang="en-US" sz="2400" dirty="0"/>
              <a:t> of suspect water should be collected in sterile bottles (for the filter method), or 9 volumes of the sample water added to 1 volume of 10 per cent peptone water, and dispatched to the laboratory by the quickest method of transport </a:t>
            </a:r>
          </a:p>
          <a:p>
            <a:r>
              <a:rPr lang="en-US" sz="2400" dirty="0"/>
              <a:t>(d) FOOD SAMPLES : Samples of food suspected to be contaminated with V. cholerae (or other enteric bacteria) amounting to 1 to 3 g are collected in transport media and sent to the laboratory,</a:t>
            </a:r>
          </a:p>
        </p:txBody>
      </p:sp>
    </p:spTree>
    <p:extLst>
      <p:ext uri="{BB962C8B-B14F-4D97-AF65-F5344CB8AC3E}">
        <p14:creationId xmlns:p14="http://schemas.microsoft.com/office/powerpoint/2010/main" val="3016784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2C56D-3C93-FCC6-AA19-376B285BD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F2A75-675C-61A6-11E6-604FF5891DEB}"/>
              </a:ext>
            </a:extLst>
          </p:cNvPr>
          <p:cNvSpPr>
            <a:spLocks noGrp="1"/>
          </p:cNvSpPr>
          <p:nvPr>
            <p:ph type="title"/>
          </p:nvPr>
        </p:nvSpPr>
        <p:spPr/>
        <p:txBody>
          <a:bodyPr/>
          <a:lstStyle/>
          <a:p>
            <a:r>
              <a:rPr lang="en-US" dirty="0"/>
              <a:t>Laboratory diagnosis - Transport</a:t>
            </a:r>
          </a:p>
        </p:txBody>
      </p:sp>
      <p:sp>
        <p:nvSpPr>
          <p:cNvPr id="3" name="Content Placeholder 2">
            <a:extLst>
              <a:ext uri="{FF2B5EF4-FFF2-40B4-BE49-F238E27FC236}">
                <a16:creationId xmlns:a16="http://schemas.microsoft.com/office/drawing/2014/main" id="{A61AA302-673B-9CE1-20BB-F65BA5E30D79}"/>
              </a:ext>
            </a:extLst>
          </p:cNvPr>
          <p:cNvSpPr>
            <a:spLocks noGrp="1"/>
          </p:cNvSpPr>
          <p:nvPr>
            <p:ph idx="1"/>
          </p:nvPr>
        </p:nvSpPr>
        <p:spPr>
          <a:xfrm>
            <a:off x="1466661" y="1676400"/>
            <a:ext cx="10037951" cy="4234822"/>
          </a:xfrm>
        </p:spPr>
        <p:txBody>
          <a:bodyPr>
            <a:normAutofit fontScale="92500" lnSpcReduction="10000"/>
          </a:bodyPr>
          <a:lstStyle/>
          <a:p>
            <a:r>
              <a:rPr lang="en-US" sz="2400" dirty="0"/>
              <a:t>(</a:t>
            </a:r>
            <a:r>
              <a:rPr lang="en-US" sz="2400" dirty="0" err="1"/>
              <a:t>i</a:t>
            </a:r>
            <a:r>
              <a:rPr lang="en-US" sz="2400" dirty="0"/>
              <a:t>) The stools should be transported </a:t>
            </a:r>
            <a:r>
              <a:rPr lang="en-US" sz="2400" dirty="0">
                <a:highlight>
                  <a:srgbClr val="FFFF00"/>
                </a:highlight>
              </a:rPr>
              <a:t>in sterilized McCartney bottles,</a:t>
            </a:r>
            <a:r>
              <a:rPr lang="en-US" sz="2400" dirty="0"/>
              <a:t> 30 ml capacity containing alkaline peptone water or VR medium. </a:t>
            </a:r>
          </a:p>
          <a:p>
            <a:pPr lvl="1"/>
            <a:r>
              <a:rPr lang="en-US" sz="2200" dirty="0"/>
              <a:t>VR medium can be used if larger stool specimens can be collected. </a:t>
            </a:r>
          </a:p>
          <a:p>
            <a:r>
              <a:rPr lang="en-US" sz="2400" dirty="0"/>
              <a:t>The specimen should be transported in alkaline peptone water or Cary-Blair medium if it is collected by a rectal swab. </a:t>
            </a:r>
          </a:p>
          <a:p>
            <a:pPr lvl="1"/>
            <a:r>
              <a:rPr lang="en-US" sz="2200" dirty="0">
                <a:highlight>
                  <a:srgbClr val="FFFF00"/>
                </a:highlight>
              </a:rPr>
              <a:t>One gram or one ml of </a:t>
            </a:r>
            <a:r>
              <a:rPr lang="en-US" sz="2200" dirty="0" err="1">
                <a:highlight>
                  <a:srgbClr val="FFFF00"/>
                </a:highlight>
              </a:rPr>
              <a:t>faeces</a:t>
            </a:r>
            <a:r>
              <a:rPr lang="en-US" sz="2200" dirty="0">
                <a:highlight>
                  <a:srgbClr val="FFFF00"/>
                </a:highlight>
              </a:rPr>
              <a:t> in 10 ml of the holding medium </a:t>
            </a:r>
            <a:r>
              <a:rPr lang="en-US" sz="2200" dirty="0"/>
              <a:t>will suffice. </a:t>
            </a:r>
          </a:p>
          <a:p>
            <a:pPr lvl="1"/>
            <a:r>
              <a:rPr lang="en-US" sz="2200" dirty="0"/>
              <a:t>Rectal swabs should have their tops broken off so that Caps of the containers can be replaced </a:t>
            </a:r>
          </a:p>
          <a:p>
            <a:r>
              <a:rPr lang="en-US" sz="2400" dirty="0"/>
              <a:t>(ii) If suitable plating media are available (e.g., bile salt agar) at the bed-side, the Stools should be streaked on to the media and forwarded to laboratory with the transport media,</a:t>
            </a:r>
          </a:p>
        </p:txBody>
      </p:sp>
    </p:spTree>
    <p:extLst>
      <p:ext uri="{BB962C8B-B14F-4D97-AF65-F5344CB8AC3E}">
        <p14:creationId xmlns:p14="http://schemas.microsoft.com/office/powerpoint/2010/main" val="544389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1D701-86CA-932D-CA6F-7BA9A17910A6}"/>
              </a:ext>
            </a:extLst>
          </p:cNvPr>
          <p:cNvSpPr>
            <a:spLocks noGrp="1"/>
          </p:cNvSpPr>
          <p:nvPr>
            <p:ph type="title"/>
          </p:nvPr>
        </p:nvSpPr>
        <p:spPr/>
        <p:txBody>
          <a:bodyPr/>
          <a:lstStyle/>
          <a:p>
            <a:r>
              <a:rPr lang="en-US" dirty="0"/>
              <a:t>Laboratory examination</a:t>
            </a:r>
          </a:p>
        </p:txBody>
      </p:sp>
      <p:sp>
        <p:nvSpPr>
          <p:cNvPr id="3" name="Content Placeholder 2">
            <a:extLst>
              <a:ext uri="{FF2B5EF4-FFF2-40B4-BE49-F238E27FC236}">
                <a16:creationId xmlns:a16="http://schemas.microsoft.com/office/drawing/2014/main" id="{0D9507D6-F727-25AA-6433-C3A12374C3B9}"/>
              </a:ext>
            </a:extLst>
          </p:cNvPr>
          <p:cNvSpPr>
            <a:spLocks noGrp="1"/>
          </p:cNvSpPr>
          <p:nvPr>
            <p:ph idx="1"/>
          </p:nvPr>
        </p:nvSpPr>
        <p:spPr>
          <a:xfrm>
            <a:off x="1493822" y="1264555"/>
            <a:ext cx="10010790" cy="3777622"/>
          </a:xfrm>
        </p:spPr>
        <p:txBody>
          <a:bodyPr>
            <a:normAutofit lnSpcReduction="10000"/>
          </a:bodyPr>
          <a:lstStyle/>
          <a:p>
            <a:r>
              <a:rPr lang="en-US" dirty="0"/>
              <a:t>DIRECT EXAMINATION : If a microscope with dark field illumination is available, it may be possible to diagnose about 80 percent of the cases within a few minutes, and more cases after 16 hours of incubation in alkaline peptone water. </a:t>
            </a:r>
          </a:p>
          <a:p>
            <a:r>
              <a:rPr lang="en-US" dirty="0"/>
              <a:t>In the dark field, the </a:t>
            </a:r>
            <a:r>
              <a:rPr lang="en-US" dirty="0" err="1"/>
              <a:t>vibrios</a:t>
            </a:r>
            <a:r>
              <a:rPr lang="en-US" dirty="0"/>
              <a:t> evoke the image of many shooting stars in a dark sky. </a:t>
            </a:r>
          </a:p>
          <a:p>
            <a:r>
              <a:rPr lang="en-US" dirty="0"/>
              <a:t>If motility ceases on mixing with polyvalent anti-cholera diagnostic serum, the organisms are presumed to be cholera </a:t>
            </a:r>
            <a:r>
              <a:rPr lang="en-US" dirty="0" err="1"/>
              <a:t>vibrios</a:t>
            </a:r>
            <a:r>
              <a:rPr lang="en-US" dirty="0"/>
              <a:t>. A presumptive diagnosis of cholera can thus be established, </a:t>
            </a:r>
          </a:p>
          <a:p>
            <a:r>
              <a:rPr lang="en-US" dirty="0"/>
              <a:t>(g) CULTURE METHODS : On arrival at the laboratory, the specimen in holding fluid is well shaken, and about 0.5 to 1.0 ml of material is inoculated into Peptone Water Tellurite (PWT) medium for enrichment. </a:t>
            </a:r>
          </a:p>
          <a:p>
            <a:r>
              <a:rPr lang="en-US" dirty="0"/>
              <a:t>After 4 to 6 hours incubation at 37 deg. C, a loopful of the culture from the surface is </a:t>
            </a:r>
            <a:r>
              <a:rPr lang="en-US" dirty="0" err="1"/>
              <a:t>subcultured</a:t>
            </a:r>
            <a:r>
              <a:rPr lang="en-US" dirty="0"/>
              <a:t> on Bile Salt Agar medium (BSA. pH 8.6). After overnight incubation, the plates are screened under oblique light illumination for vibrio colonies.</a:t>
            </a:r>
          </a:p>
        </p:txBody>
      </p:sp>
    </p:spTree>
    <p:extLst>
      <p:ext uri="{BB962C8B-B14F-4D97-AF65-F5344CB8AC3E}">
        <p14:creationId xmlns:p14="http://schemas.microsoft.com/office/powerpoint/2010/main" val="1597917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92C06-5B04-670D-8080-E1C49D249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82BBE-714B-FF40-8AD8-75141F9B0BDB}"/>
              </a:ext>
            </a:extLst>
          </p:cNvPr>
          <p:cNvSpPr>
            <a:spLocks noGrp="1"/>
          </p:cNvSpPr>
          <p:nvPr>
            <p:ph type="title"/>
          </p:nvPr>
        </p:nvSpPr>
        <p:spPr/>
        <p:txBody>
          <a:bodyPr/>
          <a:lstStyle/>
          <a:p>
            <a:r>
              <a:rPr lang="en-US" dirty="0"/>
              <a:t>Laboratory examination</a:t>
            </a:r>
          </a:p>
        </p:txBody>
      </p:sp>
      <p:sp>
        <p:nvSpPr>
          <p:cNvPr id="3" name="Content Placeholder 2">
            <a:extLst>
              <a:ext uri="{FF2B5EF4-FFF2-40B4-BE49-F238E27FC236}">
                <a16:creationId xmlns:a16="http://schemas.microsoft.com/office/drawing/2014/main" id="{F990731D-2C6B-A574-58FA-9A3C99804BAF}"/>
              </a:ext>
            </a:extLst>
          </p:cNvPr>
          <p:cNvSpPr>
            <a:spLocks noGrp="1"/>
          </p:cNvSpPr>
          <p:nvPr>
            <p:ph idx="1"/>
          </p:nvPr>
        </p:nvSpPr>
        <p:spPr>
          <a:xfrm>
            <a:off x="2589212" y="1402080"/>
            <a:ext cx="8915400" cy="4509142"/>
          </a:xfrm>
        </p:spPr>
        <p:txBody>
          <a:bodyPr>
            <a:normAutofit fontScale="92500" lnSpcReduction="10000"/>
          </a:bodyPr>
          <a:lstStyle/>
          <a:p>
            <a:r>
              <a:rPr lang="en-US" dirty="0"/>
              <a:t>(h) CHARACTERIZATION : V cholerae usually appears on bile salt agar (BSA) as translucent, moist, raised, smooth and easily emulsifiable colonies about 1 mm in diameter. The typical colonies are picked up and tested as follows :</a:t>
            </a:r>
          </a:p>
          <a:p>
            <a:pPr lvl="1"/>
            <a:r>
              <a:rPr lang="en-US" dirty="0"/>
              <a:t>(</a:t>
            </a:r>
            <a:r>
              <a:rPr lang="en-US" dirty="0" err="1"/>
              <a:t>i</a:t>
            </a:r>
            <a:r>
              <a:rPr lang="en-US" dirty="0"/>
              <a:t>) Gram's stain and motility : Gram negative and curved rods with characteristic scintillating type of movement in hanging drop preparations are very characteristic of V. cholerae</a:t>
            </a:r>
          </a:p>
          <a:p>
            <a:pPr lvl="1"/>
            <a:r>
              <a:rPr lang="en-US" dirty="0"/>
              <a:t>(ii) Serological test: Slide agglutination test is done by picking up suspected colonies and making a homogeneous suspension in 0.85 per cent sterile saline and adding one drop of polyvalent anti-cholera diagnostic serum. If agglutination is positive, the test is repeated with Inaba and Ogawa antisera, to determine the subtype.</a:t>
            </a:r>
          </a:p>
          <a:p>
            <a:r>
              <a:rPr lang="en-US" dirty="0"/>
              <a:t>(</a:t>
            </a:r>
            <a:r>
              <a:rPr lang="en-US" dirty="0" err="1"/>
              <a:t>i</a:t>
            </a:r>
            <a:r>
              <a:rPr lang="en-US" dirty="0"/>
              <a:t>) BIOCHEMICAL TESTS : Serologically positive colonies should be </a:t>
            </a:r>
            <a:r>
              <a:rPr lang="en-US" dirty="0" err="1"/>
              <a:t>subcultured</a:t>
            </a:r>
            <a:r>
              <a:rPr lang="en-US" dirty="0"/>
              <a:t> in one tube each of the sugar broths (mannose, sucrose, arabinose) and a tube of peptone water pH 7.2 for the cholera red reaction. Production of acid in sucrose and mannose, but not arabinose is characteristic of V cholerae. </a:t>
            </a:r>
          </a:p>
          <a:p>
            <a:r>
              <a:rPr lang="en-US" dirty="0"/>
              <a:t>(j) FURTHER CHARACTERIZATION : For further characterization of biotypes of V cholerae organisms are identified by slide agglutination tests using anti-Ol or group 139 antisera and by biochemical reaction patterns. Suspicious colonies that do not agglutinate with anticholera sera are tested further by the oxidase and string tests</a:t>
            </a:r>
          </a:p>
        </p:txBody>
      </p:sp>
    </p:spTree>
    <p:extLst>
      <p:ext uri="{BB962C8B-B14F-4D97-AF65-F5344CB8AC3E}">
        <p14:creationId xmlns:p14="http://schemas.microsoft.com/office/powerpoint/2010/main" val="4094761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F0A3-21B8-ADF3-1D5C-F6A34A08FB84}"/>
              </a:ext>
            </a:extLst>
          </p:cNvPr>
          <p:cNvSpPr>
            <a:spLocks noGrp="1"/>
          </p:cNvSpPr>
          <p:nvPr>
            <p:ph type="title"/>
          </p:nvPr>
        </p:nvSpPr>
        <p:spPr/>
        <p:txBody>
          <a:bodyPr/>
          <a:lstStyle/>
          <a:p>
            <a:r>
              <a:rPr lang="en-US" dirty="0"/>
              <a:t>Control of cholera</a:t>
            </a:r>
          </a:p>
        </p:txBody>
      </p:sp>
      <p:sp>
        <p:nvSpPr>
          <p:cNvPr id="3" name="Content Placeholder 2">
            <a:extLst>
              <a:ext uri="{FF2B5EF4-FFF2-40B4-BE49-F238E27FC236}">
                <a16:creationId xmlns:a16="http://schemas.microsoft.com/office/drawing/2014/main" id="{A51C4EA7-4FAD-C4AF-1E56-9178DD3B4507}"/>
              </a:ext>
            </a:extLst>
          </p:cNvPr>
          <p:cNvSpPr>
            <a:spLocks noGrp="1"/>
          </p:cNvSpPr>
          <p:nvPr>
            <p:ph idx="1"/>
          </p:nvPr>
        </p:nvSpPr>
        <p:spPr>
          <a:xfrm>
            <a:off x="1799771" y="1625600"/>
            <a:ext cx="9704841" cy="4285622"/>
          </a:xfrm>
        </p:spPr>
        <p:txBody>
          <a:bodyPr>
            <a:normAutofit/>
          </a:bodyPr>
          <a:lstStyle/>
          <a:p>
            <a:r>
              <a:rPr lang="en-US" sz="3200" dirty="0"/>
              <a:t>Best way to control cholera is to </a:t>
            </a:r>
            <a:r>
              <a:rPr lang="en-US" sz="3200" dirty="0">
                <a:highlight>
                  <a:srgbClr val="FFFF00"/>
                </a:highlight>
              </a:rPr>
              <a:t>develop and implement a national </a:t>
            </a:r>
            <a:r>
              <a:rPr lang="en-US" sz="3200" dirty="0" err="1">
                <a:highlight>
                  <a:srgbClr val="FFFF00"/>
                </a:highlight>
              </a:rPr>
              <a:t>programme</a:t>
            </a:r>
            <a:r>
              <a:rPr lang="en-US" sz="3200" dirty="0">
                <a:highlight>
                  <a:srgbClr val="FFFF00"/>
                </a:highlight>
              </a:rPr>
              <a:t> for the control of ALL </a:t>
            </a:r>
            <a:r>
              <a:rPr lang="en-US" sz="3200" dirty="0" err="1">
                <a:highlight>
                  <a:srgbClr val="FFFF00"/>
                </a:highlight>
              </a:rPr>
              <a:t>diarrhoeal</a:t>
            </a:r>
            <a:r>
              <a:rPr lang="en-US" sz="3200" dirty="0">
                <a:highlight>
                  <a:srgbClr val="FFFF00"/>
                </a:highlight>
              </a:rPr>
              <a:t> diseases</a:t>
            </a:r>
            <a:r>
              <a:rPr lang="en-US" sz="3200" dirty="0"/>
              <a:t> because of similarities in the epidemiology, pathophysiology, treatment and control of cholera and other acute </a:t>
            </a:r>
            <a:r>
              <a:rPr lang="en-US" sz="3200" dirty="0" err="1"/>
              <a:t>diarrhoeal</a:t>
            </a:r>
            <a:r>
              <a:rPr lang="en-US" sz="3200" dirty="0"/>
              <a:t> diseases</a:t>
            </a:r>
          </a:p>
        </p:txBody>
      </p:sp>
    </p:spTree>
    <p:extLst>
      <p:ext uri="{BB962C8B-B14F-4D97-AF65-F5344CB8AC3E}">
        <p14:creationId xmlns:p14="http://schemas.microsoft.com/office/powerpoint/2010/main" val="1981603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7FF0D-984E-A4B4-7B92-A9BAF761C187}"/>
              </a:ext>
            </a:extLst>
          </p:cNvPr>
          <p:cNvSpPr>
            <a:spLocks noGrp="1"/>
          </p:cNvSpPr>
          <p:nvPr>
            <p:ph type="title"/>
          </p:nvPr>
        </p:nvSpPr>
        <p:spPr/>
        <p:txBody>
          <a:bodyPr/>
          <a:lstStyle/>
          <a:p>
            <a:r>
              <a:rPr lang="en-US" dirty="0"/>
              <a:t>1. Verification of the </a:t>
            </a:r>
            <a:r>
              <a:rPr lang="en-US" dirty="0" err="1"/>
              <a:t>dianosis</a:t>
            </a:r>
            <a:endParaRPr lang="en-US" dirty="0"/>
          </a:p>
        </p:txBody>
      </p:sp>
      <p:sp>
        <p:nvSpPr>
          <p:cNvPr id="3" name="Content Placeholder 2">
            <a:extLst>
              <a:ext uri="{FF2B5EF4-FFF2-40B4-BE49-F238E27FC236}">
                <a16:creationId xmlns:a16="http://schemas.microsoft.com/office/drawing/2014/main" id="{B30B3647-3A45-E9A8-E4E6-A3ACC336DB24}"/>
              </a:ext>
            </a:extLst>
          </p:cNvPr>
          <p:cNvSpPr>
            <a:spLocks noGrp="1"/>
          </p:cNvSpPr>
          <p:nvPr>
            <p:ph idx="1"/>
          </p:nvPr>
        </p:nvSpPr>
        <p:spPr>
          <a:xfrm>
            <a:off x="1812758" y="1716505"/>
            <a:ext cx="9691854" cy="4194717"/>
          </a:xfrm>
        </p:spPr>
        <p:txBody>
          <a:bodyPr>
            <a:normAutofit/>
          </a:bodyPr>
          <a:lstStyle/>
          <a:p>
            <a:r>
              <a:rPr lang="en-US" sz="2800" dirty="0"/>
              <a:t>It is important to have confirmation of the outbreak as quickly as possible. </a:t>
            </a:r>
          </a:p>
          <a:p>
            <a:r>
              <a:rPr lang="en-US" sz="2800" dirty="0"/>
              <a:t>All cases of </a:t>
            </a:r>
            <a:r>
              <a:rPr lang="en-US" sz="2800" dirty="0" err="1"/>
              <a:t>diarrhoea</a:t>
            </a:r>
            <a:r>
              <a:rPr lang="en-US" sz="2800" dirty="0"/>
              <a:t> should be investigated even on the slightest suspicion. </a:t>
            </a:r>
          </a:p>
          <a:p>
            <a:r>
              <a:rPr lang="en-US" sz="2800" dirty="0"/>
              <a:t>For the specific diagnosis of cholera, it is important to identify V. cholerae 01 in the stools of the patient. </a:t>
            </a:r>
          </a:p>
          <a:p>
            <a:r>
              <a:rPr lang="en-US" sz="2800" dirty="0"/>
              <a:t>Once the presence of cholera has been proved, it is not necessary to culture stools of all cases or contacts. </a:t>
            </a:r>
          </a:p>
        </p:txBody>
      </p:sp>
    </p:spTree>
    <p:extLst>
      <p:ext uri="{BB962C8B-B14F-4D97-AF65-F5344CB8AC3E}">
        <p14:creationId xmlns:p14="http://schemas.microsoft.com/office/powerpoint/2010/main" val="1920024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D9A88-09F9-EEB9-18B9-08EDC75E8E76}"/>
              </a:ext>
            </a:extLst>
          </p:cNvPr>
          <p:cNvSpPr>
            <a:spLocks noGrp="1"/>
          </p:cNvSpPr>
          <p:nvPr>
            <p:ph type="title"/>
          </p:nvPr>
        </p:nvSpPr>
        <p:spPr/>
        <p:txBody>
          <a:bodyPr/>
          <a:lstStyle/>
          <a:p>
            <a:r>
              <a:rPr lang="en-US" dirty="0"/>
              <a:t>2. Notifications</a:t>
            </a:r>
          </a:p>
        </p:txBody>
      </p:sp>
      <p:sp>
        <p:nvSpPr>
          <p:cNvPr id="3" name="Content Placeholder 2">
            <a:extLst>
              <a:ext uri="{FF2B5EF4-FFF2-40B4-BE49-F238E27FC236}">
                <a16:creationId xmlns:a16="http://schemas.microsoft.com/office/drawing/2014/main" id="{947C59C9-C34E-A255-79B7-6511FDFF8406}"/>
              </a:ext>
            </a:extLst>
          </p:cNvPr>
          <p:cNvSpPr>
            <a:spLocks noGrp="1"/>
          </p:cNvSpPr>
          <p:nvPr>
            <p:ph idx="1"/>
          </p:nvPr>
        </p:nvSpPr>
        <p:spPr>
          <a:xfrm>
            <a:off x="2415540" y="1432560"/>
            <a:ext cx="9089072" cy="4478662"/>
          </a:xfrm>
        </p:spPr>
        <p:txBody>
          <a:bodyPr>
            <a:normAutofit fontScale="92500" lnSpcReduction="10000"/>
          </a:bodyPr>
          <a:lstStyle/>
          <a:p>
            <a:r>
              <a:rPr lang="en-US" sz="2400" dirty="0"/>
              <a:t>Cholera is a notifiable disease locally and nationally.</a:t>
            </a:r>
          </a:p>
          <a:p>
            <a:r>
              <a:rPr lang="en-US" sz="2400" dirty="0"/>
              <a:t>Since 2005 cholera notification is no longer mandatory internationally. </a:t>
            </a:r>
          </a:p>
          <a:p>
            <a:r>
              <a:rPr lang="en-US" sz="2400" dirty="0"/>
              <a:t>Health workers at all levels (particularly those who are closest to the community such as the community health workers and the multi-purpose workers) should be trained to identify and notify cases immediately to the local health authority. </a:t>
            </a:r>
          </a:p>
          <a:p>
            <a:r>
              <a:rPr lang="en-US" sz="2400" dirty="0"/>
              <a:t>Under the International Health Regulations, cholera is notifiable to the WHO within 24 hours of its occurrence by the National Government; the number of cases and deaths are also to be reported daily and weekly till the area is declared free of cholera. </a:t>
            </a:r>
          </a:p>
          <a:p>
            <a:r>
              <a:rPr lang="en-US" sz="2400" dirty="0"/>
              <a:t>An area is declared free of cholera when twice the incubation period (i.e., 10 days) has elapsed since the death, recovery or isolation of the last case</a:t>
            </a:r>
          </a:p>
        </p:txBody>
      </p:sp>
    </p:spTree>
    <p:extLst>
      <p:ext uri="{BB962C8B-B14F-4D97-AF65-F5344CB8AC3E}">
        <p14:creationId xmlns:p14="http://schemas.microsoft.com/office/powerpoint/2010/main" val="1953571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E2C4-564F-75A6-597B-A36C2035B5CF}"/>
              </a:ext>
            </a:extLst>
          </p:cNvPr>
          <p:cNvSpPr>
            <a:spLocks noGrp="1"/>
          </p:cNvSpPr>
          <p:nvPr>
            <p:ph type="title"/>
          </p:nvPr>
        </p:nvSpPr>
        <p:spPr/>
        <p:txBody>
          <a:bodyPr/>
          <a:lstStyle/>
          <a:p>
            <a:r>
              <a:rPr lang="en-US" dirty="0"/>
              <a:t>3. Early case findings</a:t>
            </a:r>
          </a:p>
        </p:txBody>
      </p:sp>
      <p:sp>
        <p:nvSpPr>
          <p:cNvPr id="3" name="Content Placeholder 2">
            <a:extLst>
              <a:ext uri="{FF2B5EF4-FFF2-40B4-BE49-F238E27FC236}">
                <a16:creationId xmlns:a16="http://schemas.microsoft.com/office/drawing/2014/main" id="{FE0116E2-D2C3-5FE7-618D-0D08230847AF}"/>
              </a:ext>
            </a:extLst>
          </p:cNvPr>
          <p:cNvSpPr>
            <a:spLocks noGrp="1"/>
          </p:cNvSpPr>
          <p:nvPr>
            <p:ph idx="1"/>
          </p:nvPr>
        </p:nvSpPr>
        <p:spPr/>
        <p:txBody>
          <a:bodyPr>
            <a:normAutofit/>
          </a:bodyPr>
          <a:lstStyle/>
          <a:p>
            <a:r>
              <a:rPr lang="en-US" sz="2800" dirty="0"/>
              <a:t>An aggressive search for cases (mild, moderate, severe) should be made in the community to be able to initiate prompt treatment. </a:t>
            </a:r>
          </a:p>
          <a:p>
            <a:r>
              <a:rPr lang="en-US" sz="2800" dirty="0"/>
              <a:t>Early detection of cases also permits the detection of infected household contacts and helps the epidemiologist in investigating the means of spread for deciding on specific intervention.</a:t>
            </a:r>
          </a:p>
        </p:txBody>
      </p:sp>
    </p:spTree>
    <p:extLst>
      <p:ext uri="{BB962C8B-B14F-4D97-AF65-F5344CB8AC3E}">
        <p14:creationId xmlns:p14="http://schemas.microsoft.com/office/powerpoint/2010/main" val="3590484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8D92-A5D4-B2C8-1947-FE8BD3A89135}"/>
              </a:ext>
            </a:extLst>
          </p:cNvPr>
          <p:cNvSpPr>
            <a:spLocks noGrp="1"/>
          </p:cNvSpPr>
          <p:nvPr>
            <p:ph type="title"/>
          </p:nvPr>
        </p:nvSpPr>
        <p:spPr>
          <a:xfrm>
            <a:off x="2592925" y="624110"/>
            <a:ext cx="8911687" cy="755511"/>
          </a:xfrm>
        </p:spPr>
        <p:txBody>
          <a:bodyPr/>
          <a:lstStyle/>
          <a:p>
            <a:r>
              <a:rPr lang="en-US" dirty="0"/>
              <a:t>4. Establishment of treatment </a:t>
            </a:r>
            <a:r>
              <a:rPr lang="en-US" dirty="0" err="1"/>
              <a:t>centres</a:t>
            </a:r>
            <a:endParaRPr lang="en-US" dirty="0"/>
          </a:p>
        </p:txBody>
      </p:sp>
      <p:sp>
        <p:nvSpPr>
          <p:cNvPr id="3" name="Content Placeholder 2">
            <a:extLst>
              <a:ext uri="{FF2B5EF4-FFF2-40B4-BE49-F238E27FC236}">
                <a16:creationId xmlns:a16="http://schemas.microsoft.com/office/drawing/2014/main" id="{BDF9154C-2E42-7EF2-F1B2-70CB0AE4B2B1}"/>
              </a:ext>
            </a:extLst>
          </p:cNvPr>
          <p:cNvSpPr>
            <a:spLocks noGrp="1"/>
          </p:cNvSpPr>
          <p:nvPr>
            <p:ph idx="1"/>
          </p:nvPr>
        </p:nvSpPr>
        <p:spPr>
          <a:xfrm>
            <a:off x="2032000" y="1379621"/>
            <a:ext cx="9472612" cy="4531601"/>
          </a:xfrm>
        </p:spPr>
        <p:txBody>
          <a:bodyPr>
            <a:normAutofit fontScale="92500"/>
          </a:bodyPr>
          <a:lstStyle/>
          <a:p>
            <a:r>
              <a:rPr lang="en-US" dirty="0"/>
              <a:t>No time should be lost in providing treatment for the patients. To achieve this objective, it is necessary to establish easily accessible treatment facilities in the community.</a:t>
            </a:r>
          </a:p>
          <a:p>
            <a:r>
              <a:rPr lang="en-US" dirty="0"/>
              <a:t>The mildly dehydrated patients (which account for over 90 per cent of cases) should be treated at home with oral rehydration fluid. </a:t>
            </a:r>
          </a:p>
          <a:p>
            <a:r>
              <a:rPr lang="en-US" dirty="0"/>
              <a:t>Severely dehydrated patients, requiring intravenous fluids, should be transferred to the nearest treatment </a:t>
            </a:r>
            <a:r>
              <a:rPr lang="en-US" dirty="0" err="1"/>
              <a:t>centre</a:t>
            </a:r>
            <a:r>
              <a:rPr lang="en-US" dirty="0"/>
              <a:t> or hospital: </a:t>
            </a:r>
          </a:p>
          <a:p>
            <a:pPr lvl="1"/>
            <a:r>
              <a:rPr lang="en-US" dirty="0"/>
              <a:t>if possible, they should receive oral rehydration on the way to the hospital or treatment </a:t>
            </a:r>
            <a:r>
              <a:rPr lang="en-US" dirty="0" err="1"/>
              <a:t>centre</a:t>
            </a:r>
            <a:r>
              <a:rPr lang="en-US" dirty="0"/>
              <a:t>. </a:t>
            </a:r>
          </a:p>
          <a:p>
            <a:pPr lvl="1"/>
            <a:r>
              <a:rPr lang="en-US" dirty="0"/>
              <a:t>If there is no hospital or treatment </a:t>
            </a:r>
            <a:r>
              <a:rPr lang="en-US" dirty="0" err="1"/>
              <a:t>centre</a:t>
            </a:r>
            <a:r>
              <a:rPr lang="en-US" dirty="0"/>
              <a:t> within a convenient distance, a local school or public building should be taken over and converted into a temporary treatment </a:t>
            </a:r>
            <a:r>
              <a:rPr lang="en-US" dirty="0" err="1"/>
              <a:t>centre</a:t>
            </a:r>
            <a:r>
              <a:rPr lang="en-US" dirty="0"/>
              <a:t>, as close to the site of epidemic as possible.</a:t>
            </a:r>
          </a:p>
          <a:p>
            <a:r>
              <a:rPr lang="en-US" dirty="0"/>
              <a:t>Transportation of cases over long distances is not desirable; it has been linked with the spread of the disease.</a:t>
            </a:r>
          </a:p>
          <a:p>
            <a:r>
              <a:rPr lang="en-US" dirty="0"/>
              <a:t>In areas where peripheral health services are poor and cholera is endemic or threatening, mobile teams should be established at the district level. </a:t>
            </a:r>
          </a:p>
          <a:p>
            <a:pPr lvl="1"/>
            <a:r>
              <a:rPr lang="en-US" dirty="0"/>
              <a:t>When needed, these teams should be brought promptly into the epidemic area to assist the local workers.</a:t>
            </a:r>
          </a:p>
        </p:txBody>
      </p:sp>
    </p:spTree>
    <p:extLst>
      <p:ext uri="{BB962C8B-B14F-4D97-AF65-F5344CB8AC3E}">
        <p14:creationId xmlns:p14="http://schemas.microsoft.com/office/powerpoint/2010/main" val="1650100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76423-2C09-5A11-8BAC-14244AD71759}"/>
              </a:ext>
            </a:extLst>
          </p:cNvPr>
          <p:cNvSpPr>
            <a:spLocks noGrp="1"/>
          </p:cNvSpPr>
          <p:nvPr>
            <p:ph type="title"/>
          </p:nvPr>
        </p:nvSpPr>
        <p:spPr/>
        <p:txBody>
          <a:bodyPr/>
          <a:lstStyle/>
          <a:p>
            <a:r>
              <a:rPr lang="en-US" dirty="0"/>
              <a:t>5. Rehydration therapy</a:t>
            </a:r>
          </a:p>
        </p:txBody>
      </p:sp>
      <p:sp>
        <p:nvSpPr>
          <p:cNvPr id="3" name="Content Placeholder 2">
            <a:extLst>
              <a:ext uri="{FF2B5EF4-FFF2-40B4-BE49-F238E27FC236}">
                <a16:creationId xmlns:a16="http://schemas.microsoft.com/office/drawing/2014/main" id="{B59A3BEC-55DE-EC91-8F17-AA2806493A61}"/>
              </a:ext>
            </a:extLst>
          </p:cNvPr>
          <p:cNvSpPr>
            <a:spLocks noGrp="1"/>
          </p:cNvSpPr>
          <p:nvPr>
            <p:ph idx="1"/>
          </p:nvPr>
        </p:nvSpPr>
        <p:spPr/>
        <p:txBody>
          <a:bodyPr>
            <a:normAutofit/>
          </a:bodyPr>
          <a:lstStyle/>
          <a:p>
            <a:r>
              <a:rPr lang="en-US" sz="2800" dirty="0"/>
              <a:t>Cholera is now the most effectively treated disease.</a:t>
            </a:r>
          </a:p>
          <a:p>
            <a:r>
              <a:rPr lang="en-US" sz="2800" dirty="0"/>
              <a:t>Mortality rates have been brought down to less than 1 percent by effective rehydration therapy. </a:t>
            </a:r>
          </a:p>
          <a:p>
            <a:r>
              <a:rPr lang="en-US" sz="2800" dirty="0"/>
              <a:t>The rehydration may be oral or intravenous.</a:t>
            </a:r>
          </a:p>
        </p:txBody>
      </p:sp>
    </p:spTree>
    <p:extLst>
      <p:ext uri="{BB962C8B-B14F-4D97-AF65-F5344CB8AC3E}">
        <p14:creationId xmlns:p14="http://schemas.microsoft.com/office/powerpoint/2010/main" val="3923037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CB11-D228-8371-E859-548B88A6BF5F}"/>
              </a:ext>
            </a:extLst>
          </p:cNvPr>
          <p:cNvSpPr>
            <a:spLocks noGrp="1"/>
          </p:cNvSpPr>
          <p:nvPr>
            <p:ph type="title"/>
          </p:nvPr>
        </p:nvSpPr>
        <p:spPr/>
        <p:txBody>
          <a:bodyPr/>
          <a:lstStyle/>
          <a:p>
            <a:r>
              <a:rPr lang="en-US" dirty="0"/>
              <a:t>6. Adjuncts to therapy</a:t>
            </a:r>
          </a:p>
        </p:txBody>
      </p:sp>
      <p:sp>
        <p:nvSpPr>
          <p:cNvPr id="3" name="Content Placeholder 2">
            <a:extLst>
              <a:ext uri="{FF2B5EF4-FFF2-40B4-BE49-F238E27FC236}">
                <a16:creationId xmlns:a16="http://schemas.microsoft.com/office/drawing/2014/main" id="{92B1F401-CD1E-0DE6-24B4-D775416E4A62}"/>
              </a:ext>
            </a:extLst>
          </p:cNvPr>
          <p:cNvSpPr>
            <a:spLocks noGrp="1"/>
          </p:cNvSpPr>
          <p:nvPr>
            <p:ph idx="1"/>
          </p:nvPr>
        </p:nvSpPr>
        <p:spPr/>
        <p:txBody>
          <a:bodyPr>
            <a:normAutofit lnSpcReduction="10000"/>
          </a:bodyPr>
          <a:lstStyle/>
          <a:p>
            <a:r>
              <a:rPr lang="en-US" dirty="0"/>
              <a:t>Antibiotics should be given as soon as vomiting has stopped, which is usually after 3 to 4 hours of oral rehydration. </a:t>
            </a:r>
          </a:p>
          <a:p>
            <a:r>
              <a:rPr lang="en-US" dirty="0"/>
              <a:t>Injectable antibiotics have no special advantages. </a:t>
            </a:r>
          </a:p>
          <a:p>
            <a:r>
              <a:rPr lang="en-US" dirty="0"/>
              <a:t>The commonly used antibiotics for the treatment of cholera are </a:t>
            </a:r>
            <a:r>
              <a:rPr lang="en-US" dirty="0" err="1"/>
              <a:t>flouroquinolones</a:t>
            </a:r>
            <a:r>
              <a:rPr lang="en-US" dirty="0"/>
              <a:t>, tetracycline, Azithromycin, </a:t>
            </a:r>
            <a:r>
              <a:rPr lang="en-US" dirty="0" err="1"/>
              <a:t>ampicilline</a:t>
            </a:r>
            <a:r>
              <a:rPr lang="en-US" dirty="0"/>
              <a:t> and Trimethoprim TMP – Sulfamethoxazole (SMX). </a:t>
            </a:r>
          </a:p>
          <a:p>
            <a:r>
              <a:rPr lang="en-US" dirty="0"/>
              <a:t>No other medication should be given to treat cholera, like </a:t>
            </a:r>
            <a:r>
              <a:rPr lang="en-US" dirty="0" err="1"/>
              <a:t>antidiarrhoeals</a:t>
            </a:r>
            <a:r>
              <a:rPr lang="en-US" dirty="0"/>
              <a:t>, antiemetics, antispasmodics, </a:t>
            </a:r>
            <a:r>
              <a:rPr lang="en-US" dirty="0" err="1"/>
              <a:t>cardiotonics</a:t>
            </a:r>
            <a:r>
              <a:rPr lang="en-US" dirty="0"/>
              <a:t> and corticosteroids. </a:t>
            </a:r>
          </a:p>
          <a:p>
            <a:r>
              <a:rPr lang="en-US" dirty="0"/>
              <a:t>In regions where cholera is present, it is important to identify those antibiotics to which the vibrio cholerae 01 is resistant. </a:t>
            </a:r>
          </a:p>
          <a:p>
            <a:r>
              <a:rPr lang="en-US" dirty="0"/>
              <a:t>If </a:t>
            </a:r>
            <a:r>
              <a:rPr lang="en-US" dirty="0" err="1"/>
              <a:t>diarrhoea</a:t>
            </a:r>
            <a:r>
              <a:rPr lang="en-US" dirty="0"/>
              <a:t> persists after 48 hours of treatment, resistance to antibiotic should be suspected.</a:t>
            </a:r>
          </a:p>
        </p:txBody>
      </p:sp>
    </p:spTree>
    <p:extLst>
      <p:ext uri="{BB962C8B-B14F-4D97-AF65-F5344CB8AC3E}">
        <p14:creationId xmlns:p14="http://schemas.microsoft.com/office/powerpoint/2010/main" val="28642739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E198-AA90-6396-ABFB-DDA12BC13F75}"/>
              </a:ext>
            </a:extLst>
          </p:cNvPr>
          <p:cNvSpPr>
            <a:spLocks noGrp="1"/>
          </p:cNvSpPr>
          <p:nvPr>
            <p:ph type="title"/>
          </p:nvPr>
        </p:nvSpPr>
        <p:spPr/>
        <p:txBody>
          <a:bodyPr/>
          <a:lstStyle/>
          <a:p>
            <a:r>
              <a:rPr lang="en-US" dirty="0"/>
              <a:t>7. Epidemiological investigations</a:t>
            </a:r>
          </a:p>
        </p:txBody>
      </p:sp>
      <p:sp>
        <p:nvSpPr>
          <p:cNvPr id="3" name="Content Placeholder 2">
            <a:extLst>
              <a:ext uri="{FF2B5EF4-FFF2-40B4-BE49-F238E27FC236}">
                <a16:creationId xmlns:a16="http://schemas.microsoft.com/office/drawing/2014/main" id="{53F6843A-0749-B9F8-B8C0-05B0FB183E3E}"/>
              </a:ext>
            </a:extLst>
          </p:cNvPr>
          <p:cNvSpPr>
            <a:spLocks noGrp="1"/>
          </p:cNvSpPr>
          <p:nvPr>
            <p:ph idx="1"/>
          </p:nvPr>
        </p:nvSpPr>
        <p:spPr/>
        <p:txBody>
          <a:bodyPr>
            <a:normAutofit fontScale="92500" lnSpcReduction="20000"/>
          </a:bodyPr>
          <a:lstStyle/>
          <a:p>
            <a:r>
              <a:rPr lang="en-US" dirty="0"/>
              <a:t>Epidemiological studies must be undertaken to define the extent of the outbreak and identify the modes of transmission so that more effective and specific control measures can be applied. </a:t>
            </a:r>
          </a:p>
          <a:p>
            <a:r>
              <a:rPr lang="en-US" dirty="0"/>
              <a:t>The epidemiologist must maintain contact with all health and civic units in his area to ensure detection of new foci of disease.</a:t>
            </a:r>
          </a:p>
          <a:p>
            <a:r>
              <a:rPr lang="en-US" dirty="0"/>
              <a:t>There are certain institutions which are able to assist in investigating outbreaks. </a:t>
            </a:r>
          </a:p>
          <a:p>
            <a:r>
              <a:rPr lang="en-US" dirty="0"/>
              <a:t>These include the </a:t>
            </a:r>
          </a:p>
          <a:p>
            <a:r>
              <a:rPr lang="en-US" dirty="0"/>
              <a:t>National Institute of Communicable Diseases, Delhi </a:t>
            </a:r>
          </a:p>
          <a:p>
            <a:r>
              <a:rPr lang="en-US" dirty="0"/>
              <a:t>All India Institute of Hygiene and Public Health, Kolkata, </a:t>
            </a:r>
          </a:p>
          <a:p>
            <a:endParaRPr lang="en-US" dirty="0"/>
          </a:p>
          <a:p>
            <a:r>
              <a:rPr lang="en-US" dirty="0"/>
              <a:t>In addition, stools for phage typing may be sent to the </a:t>
            </a:r>
          </a:p>
          <a:p>
            <a:r>
              <a:rPr lang="en-US" dirty="0"/>
              <a:t>National Institute of Cholera and Enteric Diseases, 3, Dr </a:t>
            </a:r>
            <a:r>
              <a:rPr lang="en-US" dirty="0" err="1"/>
              <a:t>Isaque</a:t>
            </a:r>
            <a:r>
              <a:rPr lang="en-US" dirty="0"/>
              <a:t> Road, Kolkata-700016</a:t>
            </a:r>
          </a:p>
          <a:p>
            <a:r>
              <a:rPr lang="en-US" dirty="0"/>
              <a:t>where the WHO International Centre for </a:t>
            </a:r>
            <a:r>
              <a:rPr lang="en-US" dirty="0" err="1"/>
              <a:t>Vibrios</a:t>
            </a:r>
            <a:r>
              <a:rPr lang="en-US" dirty="0"/>
              <a:t> is located.</a:t>
            </a:r>
          </a:p>
        </p:txBody>
      </p:sp>
    </p:spTree>
    <p:extLst>
      <p:ext uri="{BB962C8B-B14F-4D97-AF65-F5344CB8AC3E}">
        <p14:creationId xmlns:p14="http://schemas.microsoft.com/office/powerpoint/2010/main" val="3363836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D6B1-82F7-1CAF-932F-B1BDFA0C1A0B}"/>
              </a:ext>
            </a:extLst>
          </p:cNvPr>
          <p:cNvSpPr>
            <a:spLocks noGrp="1"/>
          </p:cNvSpPr>
          <p:nvPr>
            <p:ph type="title"/>
          </p:nvPr>
        </p:nvSpPr>
        <p:spPr/>
        <p:txBody>
          <a:bodyPr/>
          <a:lstStyle/>
          <a:p>
            <a:r>
              <a:rPr lang="en-US" dirty="0"/>
              <a:t>8. Sanitation measures – water control</a:t>
            </a:r>
          </a:p>
        </p:txBody>
      </p:sp>
      <p:sp>
        <p:nvSpPr>
          <p:cNvPr id="3" name="Content Placeholder 2">
            <a:extLst>
              <a:ext uri="{FF2B5EF4-FFF2-40B4-BE49-F238E27FC236}">
                <a16:creationId xmlns:a16="http://schemas.microsoft.com/office/drawing/2014/main" id="{3E0CCCD6-738A-6FC0-E55A-69C02261512D}"/>
              </a:ext>
            </a:extLst>
          </p:cNvPr>
          <p:cNvSpPr>
            <a:spLocks noGrp="1"/>
          </p:cNvSpPr>
          <p:nvPr>
            <p:ph idx="1"/>
          </p:nvPr>
        </p:nvSpPr>
        <p:spPr/>
        <p:txBody>
          <a:bodyPr>
            <a:normAutofit fontScale="92500" lnSpcReduction="10000"/>
          </a:bodyPr>
          <a:lstStyle/>
          <a:p>
            <a:r>
              <a:rPr lang="en-US" dirty="0"/>
              <a:t>All steps must be taken to provide properly treated or otherwise safe water to the community for all purposes (drinking, washing and cooking).</a:t>
            </a:r>
          </a:p>
          <a:p>
            <a:r>
              <a:rPr lang="en-US" dirty="0"/>
              <a:t>The ultimate aim should be provision of piped water supply on a permanent basis and elimination of alternative unsafe water sources. </a:t>
            </a:r>
          </a:p>
          <a:p>
            <a:r>
              <a:rPr lang="en-US" dirty="0"/>
              <a:t>Because of financial limitations and other competitive priorities, this measure cannot be applied immediately on a large scale in developing countries, such as India. </a:t>
            </a:r>
          </a:p>
          <a:p>
            <a:r>
              <a:rPr lang="en-US" dirty="0"/>
              <a:t>As an emergency measure, </a:t>
            </a:r>
          </a:p>
          <a:p>
            <a:pPr lvl="1"/>
            <a:r>
              <a:rPr lang="en-US" dirty="0"/>
              <a:t>In urban areas, properly treated drinking water containing free residual chlorine should be made available to all families;  this water should be stored in the household in narrow-mouthed, covered containers. </a:t>
            </a:r>
          </a:p>
          <a:p>
            <a:pPr lvl="1"/>
            <a:r>
              <a:rPr lang="en-US" dirty="0"/>
              <a:t>In rural areas, water can be made safe by boiling or by chlorination. </a:t>
            </a:r>
          </a:p>
          <a:p>
            <a:r>
              <a:rPr lang="en-US" dirty="0"/>
              <a:t>The emergency measures should be followed by the development of more permanent facilities.</a:t>
            </a:r>
          </a:p>
        </p:txBody>
      </p:sp>
    </p:spTree>
    <p:extLst>
      <p:ext uri="{BB962C8B-B14F-4D97-AF65-F5344CB8AC3E}">
        <p14:creationId xmlns:p14="http://schemas.microsoft.com/office/powerpoint/2010/main" val="1193988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D6B1-82F7-1CAF-932F-B1BDFA0C1A0B}"/>
              </a:ext>
            </a:extLst>
          </p:cNvPr>
          <p:cNvSpPr>
            <a:spLocks noGrp="1"/>
          </p:cNvSpPr>
          <p:nvPr>
            <p:ph type="title"/>
          </p:nvPr>
        </p:nvSpPr>
        <p:spPr/>
        <p:txBody>
          <a:bodyPr/>
          <a:lstStyle/>
          <a:p>
            <a:r>
              <a:rPr lang="en-US" dirty="0"/>
              <a:t>8. Sanitation measures – Excreta disposal</a:t>
            </a:r>
          </a:p>
        </p:txBody>
      </p:sp>
      <p:sp>
        <p:nvSpPr>
          <p:cNvPr id="3" name="Content Placeholder 2">
            <a:extLst>
              <a:ext uri="{FF2B5EF4-FFF2-40B4-BE49-F238E27FC236}">
                <a16:creationId xmlns:a16="http://schemas.microsoft.com/office/drawing/2014/main" id="{3E0CCCD6-738A-6FC0-E55A-69C02261512D}"/>
              </a:ext>
            </a:extLst>
          </p:cNvPr>
          <p:cNvSpPr>
            <a:spLocks noGrp="1"/>
          </p:cNvSpPr>
          <p:nvPr>
            <p:ph idx="1"/>
          </p:nvPr>
        </p:nvSpPr>
        <p:spPr>
          <a:xfrm>
            <a:off x="2177143" y="1407886"/>
            <a:ext cx="9327469" cy="4503336"/>
          </a:xfrm>
        </p:spPr>
        <p:txBody>
          <a:bodyPr>
            <a:normAutofit fontScale="92500" lnSpcReduction="20000"/>
          </a:bodyPr>
          <a:lstStyle/>
          <a:p>
            <a:r>
              <a:rPr lang="en-US" sz="2800" dirty="0"/>
              <a:t>Provision of simple, cheap and effective excreta disposal system (sanitary latrines) is a basic need of all human settlements. </a:t>
            </a:r>
          </a:p>
          <a:p>
            <a:r>
              <a:rPr lang="en-US" sz="2800" dirty="0"/>
              <a:t>When cholera appears in a community, the need for these facilities becomes vital. </a:t>
            </a:r>
          </a:p>
          <a:p>
            <a:r>
              <a:rPr lang="en-US" sz="2800" dirty="0"/>
              <a:t>With the cooperation of the community, sanitary system should be selected and constructed, taking into consideration the customs and practices of the population, the existing terrain and geology, and the available resources.</a:t>
            </a:r>
          </a:p>
          <a:p>
            <a:r>
              <a:rPr lang="en-US" sz="2800" dirty="0"/>
              <a:t>Simultaneously, health education messages should stress the proper use of such facilities, the dangers involved in depositing </a:t>
            </a:r>
            <a:r>
              <a:rPr lang="en-US" sz="2800" dirty="0" err="1"/>
              <a:t>faeces</a:t>
            </a:r>
            <a:r>
              <a:rPr lang="en-US" sz="2800" dirty="0"/>
              <a:t> on the ground, and in or near water, and the importance of handwashing with soap after defecation.</a:t>
            </a:r>
          </a:p>
        </p:txBody>
      </p:sp>
    </p:spTree>
    <p:extLst>
      <p:ext uri="{BB962C8B-B14F-4D97-AF65-F5344CB8AC3E}">
        <p14:creationId xmlns:p14="http://schemas.microsoft.com/office/powerpoint/2010/main" val="390384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D6B1-82F7-1CAF-932F-B1BDFA0C1A0B}"/>
              </a:ext>
            </a:extLst>
          </p:cNvPr>
          <p:cNvSpPr>
            <a:spLocks noGrp="1"/>
          </p:cNvSpPr>
          <p:nvPr>
            <p:ph type="title"/>
          </p:nvPr>
        </p:nvSpPr>
        <p:spPr/>
        <p:txBody>
          <a:bodyPr/>
          <a:lstStyle/>
          <a:p>
            <a:r>
              <a:rPr lang="en-US" dirty="0"/>
              <a:t>8. Sanitation measures – Food sanitation</a:t>
            </a:r>
          </a:p>
        </p:txBody>
      </p:sp>
      <p:sp>
        <p:nvSpPr>
          <p:cNvPr id="3" name="Content Placeholder 2">
            <a:extLst>
              <a:ext uri="{FF2B5EF4-FFF2-40B4-BE49-F238E27FC236}">
                <a16:creationId xmlns:a16="http://schemas.microsoft.com/office/drawing/2014/main" id="{3E0CCCD6-738A-6FC0-E55A-69C02261512D}"/>
              </a:ext>
            </a:extLst>
          </p:cNvPr>
          <p:cNvSpPr>
            <a:spLocks noGrp="1"/>
          </p:cNvSpPr>
          <p:nvPr>
            <p:ph idx="1"/>
          </p:nvPr>
        </p:nvSpPr>
        <p:spPr>
          <a:xfrm>
            <a:off x="2162629" y="1465943"/>
            <a:ext cx="9341983" cy="4445279"/>
          </a:xfrm>
        </p:spPr>
        <p:txBody>
          <a:bodyPr>
            <a:normAutofit/>
          </a:bodyPr>
          <a:lstStyle/>
          <a:p>
            <a:r>
              <a:rPr lang="en-US" sz="2800" dirty="0"/>
              <a:t>Since food may be an important vehicle of infection, steps should be taken to improve food sanitation, particularly sale of foods under hygienic conditions. </a:t>
            </a:r>
          </a:p>
          <a:p>
            <a:r>
              <a:rPr lang="en-US" sz="2800" dirty="0"/>
              <a:t>Health education must stress the importance of eating cooked hot food and of proper individual food handling techniques. </a:t>
            </a:r>
          </a:p>
          <a:p>
            <a:r>
              <a:rPr lang="en-US" sz="2800" dirty="0"/>
              <a:t>Cooking utensils should be cleaned and dried after use.</a:t>
            </a:r>
          </a:p>
          <a:p>
            <a:r>
              <a:rPr lang="en-US" sz="2800" dirty="0"/>
              <a:t>The housefly plays a relatively small role in transmitting cholera, but its prevalence is a general indicator of the level of sanitation.</a:t>
            </a:r>
          </a:p>
        </p:txBody>
      </p:sp>
    </p:spTree>
    <p:extLst>
      <p:ext uri="{BB962C8B-B14F-4D97-AF65-F5344CB8AC3E}">
        <p14:creationId xmlns:p14="http://schemas.microsoft.com/office/powerpoint/2010/main" val="895845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5F5CB-9433-F95D-E534-5CDAB7410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DB0FF-82D8-B031-BC6B-D352AFB7DDAF}"/>
              </a:ext>
            </a:extLst>
          </p:cNvPr>
          <p:cNvSpPr>
            <a:spLocks noGrp="1"/>
          </p:cNvSpPr>
          <p:nvPr>
            <p:ph type="title"/>
          </p:nvPr>
        </p:nvSpPr>
        <p:spPr/>
        <p:txBody>
          <a:bodyPr/>
          <a:lstStyle/>
          <a:p>
            <a:r>
              <a:rPr lang="en-US" dirty="0"/>
              <a:t>8. Sanitation measures – Disinfection</a:t>
            </a:r>
          </a:p>
        </p:txBody>
      </p:sp>
      <p:sp>
        <p:nvSpPr>
          <p:cNvPr id="3" name="Content Placeholder 2">
            <a:extLst>
              <a:ext uri="{FF2B5EF4-FFF2-40B4-BE49-F238E27FC236}">
                <a16:creationId xmlns:a16="http://schemas.microsoft.com/office/drawing/2014/main" id="{8F7C9C6E-B3D6-156B-2E32-17268634731B}"/>
              </a:ext>
            </a:extLst>
          </p:cNvPr>
          <p:cNvSpPr>
            <a:spLocks noGrp="1"/>
          </p:cNvSpPr>
          <p:nvPr>
            <p:ph idx="1"/>
          </p:nvPr>
        </p:nvSpPr>
        <p:spPr>
          <a:xfrm>
            <a:off x="2162629" y="1465943"/>
            <a:ext cx="9341983" cy="4445279"/>
          </a:xfrm>
        </p:spPr>
        <p:txBody>
          <a:bodyPr>
            <a:normAutofit fontScale="92500" lnSpcReduction="10000"/>
          </a:bodyPr>
          <a:lstStyle/>
          <a:p>
            <a:r>
              <a:rPr lang="en-US" sz="2800" dirty="0"/>
              <a:t>It should be both concurrent and terminal. </a:t>
            </a:r>
          </a:p>
          <a:p>
            <a:r>
              <a:rPr lang="en-US" sz="2800" dirty="0"/>
              <a:t>The most effective disinfectant for general use is a coal tar disinfectant with a </a:t>
            </a:r>
            <a:r>
              <a:rPr lang="en-US" sz="2800" dirty="0" err="1"/>
              <a:t>Rideal</a:t>
            </a:r>
            <a:r>
              <a:rPr lang="en-US" sz="2800" dirty="0"/>
              <a:t>-Walker (RW) coefficient of 10 or more such as cresol</a:t>
            </a:r>
          </a:p>
          <a:p>
            <a:r>
              <a:rPr lang="en-US" sz="2800" dirty="0"/>
              <a:t>RW coefficient of less than 5should not be used</a:t>
            </a:r>
          </a:p>
          <a:p>
            <a:r>
              <a:rPr lang="en-US" sz="2800" dirty="0"/>
              <a:t>Bleaching powder, if used, should be of good quality</a:t>
            </a:r>
          </a:p>
          <a:p>
            <a:r>
              <a:rPr lang="en-US" sz="2800" dirty="0"/>
              <a:t>disinfection, attention should be paid to:</a:t>
            </a:r>
          </a:p>
          <a:p>
            <a:r>
              <a:rPr lang="en-US" sz="2800" dirty="0"/>
              <a:t>patient's stools and vomit; clothes and other personal items that may have been contaminated; the latrine, if any the patient s house and </a:t>
            </a:r>
            <a:r>
              <a:rPr lang="en-US" sz="2800" dirty="0" err="1"/>
              <a:t>neighbourhood</a:t>
            </a:r>
            <a:r>
              <a:rPr lang="en-US" sz="2800" dirty="0"/>
              <a:t>.</a:t>
            </a:r>
          </a:p>
        </p:txBody>
      </p:sp>
    </p:spTree>
    <p:extLst>
      <p:ext uri="{BB962C8B-B14F-4D97-AF65-F5344CB8AC3E}">
        <p14:creationId xmlns:p14="http://schemas.microsoft.com/office/powerpoint/2010/main" val="154108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92C2-9CF2-CAF4-CD77-53F010807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3CD61-DDC8-4F11-4042-BAA06A5717E1}"/>
              </a:ext>
            </a:extLst>
          </p:cNvPr>
          <p:cNvSpPr>
            <a:spLocks noGrp="1"/>
          </p:cNvSpPr>
          <p:nvPr>
            <p:ph type="title"/>
          </p:nvPr>
        </p:nvSpPr>
        <p:spPr/>
        <p:txBody>
          <a:bodyPr/>
          <a:lstStyle/>
          <a:p>
            <a:r>
              <a:rPr lang="en-US" dirty="0"/>
              <a:t>9. Chemoprophylaxis</a:t>
            </a:r>
          </a:p>
        </p:txBody>
      </p:sp>
      <p:sp>
        <p:nvSpPr>
          <p:cNvPr id="3" name="Content Placeholder 2">
            <a:extLst>
              <a:ext uri="{FF2B5EF4-FFF2-40B4-BE49-F238E27FC236}">
                <a16:creationId xmlns:a16="http://schemas.microsoft.com/office/drawing/2014/main" id="{6E8432C3-9976-7027-4464-E3D64B40579A}"/>
              </a:ext>
            </a:extLst>
          </p:cNvPr>
          <p:cNvSpPr>
            <a:spLocks noGrp="1"/>
          </p:cNvSpPr>
          <p:nvPr>
            <p:ph idx="1"/>
          </p:nvPr>
        </p:nvSpPr>
        <p:spPr>
          <a:xfrm>
            <a:off x="2162629" y="1465943"/>
            <a:ext cx="9341983" cy="4445279"/>
          </a:xfrm>
        </p:spPr>
        <p:txBody>
          <a:bodyPr>
            <a:normAutofit lnSpcReduction="10000"/>
          </a:bodyPr>
          <a:lstStyle/>
          <a:p>
            <a:r>
              <a:rPr lang="en-US" sz="1600" dirty="0"/>
              <a:t>Studies have shown that approximately 10-12 percent of close household contacts of a cholera case may be bacteriologically positive, and some of these develop clinical illness. </a:t>
            </a:r>
          </a:p>
          <a:p>
            <a:pPr lvl="1"/>
            <a:r>
              <a:rPr lang="en-US" dirty="0"/>
              <a:t>In contrast, a very small proportion (0.6-1 per cent) in the community may be excreting </a:t>
            </a:r>
            <a:r>
              <a:rPr lang="en-US" dirty="0" err="1"/>
              <a:t>vibrios</a:t>
            </a:r>
            <a:r>
              <a:rPr lang="en-US" dirty="0"/>
              <a:t>. </a:t>
            </a:r>
          </a:p>
          <a:p>
            <a:r>
              <a:rPr lang="en-US" sz="1600" dirty="0"/>
              <a:t>Mass chemoprophylaxis is not advised for the total community because in order to prevent one serious case of cholera, some 10,000 persons must be given the drug. Further, the drug's effect is only short-lived for a few days. Whenever mass chemoprophylaxis was attempted, it failed to stop the spread of cholera. </a:t>
            </a:r>
          </a:p>
          <a:p>
            <a:r>
              <a:rPr lang="en-US" sz="1600" dirty="0"/>
              <a:t>chemoprophylaxis is advised only for household contacts or of a closed community in which cholera has occurred.</a:t>
            </a:r>
          </a:p>
          <a:p>
            <a:r>
              <a:rPr lang="en-US" sz="1600" dirty="0"/>
              <a:t>Tetracycline is the drug of choice for chemoprophylaxis. </a:t>
            </a:r>
          </a:p>
          <a:p>
            <a:r>
              <a:rPr lang="en-US" sz="1600" dirty="0"/>
              <a:t>It has to be given over a 3-day period in a twice-daily dose of 500 mg for adults, 125 mg for children aged 4-13 years, and 50 mg for children aged 0-3 years. </a:t>
            </a:r>
          </a:p>
          <a:p>
            <a:r>
              <a:rPr lang="en-US" sz="1600" dirty="0"/>
              <a:t>Alternatively, the long-acting tetracycline (doxycycline) may be used for chemoprophylaxis, if the prevailing strains are not resistant. </a:t>
            </a:r>
          </a:p>
          <a:p>
            <a:r>
              <a:rPr lang="en-US" sz="1600" dirty="0"/>
              <a:t>A single oral dose of doxycycline (300 mg for adults and 6 mg/kg for children under 15 years) has proved to be effective.</a:t>
            </a:r>
          </a:p>
        </p:txBody>
      </p:sp>
    </p:spTree>
    <p:extLst>
      <p:ext uri="{BB962C8B-B14F-4D97-AF65-F5344CB8AC3E}">
        <p14:creationId xmlns:p14="http://schemas.microsoft.com/office/powerpoint/2010/main" val="36198434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EFA16-8D61-F9A4-CB9E-48EDE7DE2FD9}"/>
              </a:ext>
            </a:extLst>
          </p:cNvPr>
          <p:cNvSpPr>
            <a:spLocks noGrp="1"/>
          </p:cNvSpPr>
          <p:nvPr>
            <p:ph type="title"/>
          </p:nvPr>
        </p:nvSpPr>
        <p:spPr>
          <a:xfrm>
            <a:off x="2589212" y="214535"/>
            <a:ext cx="8911687" cy="585565"/>
          </a:xfrm>
        </p:spPr>
        <p:txBody>
          <a:bodyPr>
            <a:normAutofit fontScale="90000"/>
          </a:bodyPr>
          <a:lstStyle/>
          <a:p>
            <a:r>
              <a:rPr lang="en-US" dirty="0"/>
              <a:t>10. Vaccination</a:t>
            </a:r>
          </a:p>
        </p:txBody>
      </p:sp>
      <p:sp>
        <p:nvSpPr>
          <p:cNvPr id="3" name="Content Placeholder 2">
            <a:extLst>
              <a:ext uri="{FF2B5EF4-FFF2-40B4-BE49-F238E27FC236}">
                <a16:creationId xmlns:a16="http://schemas.microsoft.com/office/drawing/2014/main" id="{104A32BE-C8B8-7E6B-E78A-76B45190EB5B}"/>
              </a:ext>
            </a:extLst>
          </p:cNvPr>
          <p:cNvSpPr>
            <a:spLocks noGrp="1"/>
          </p:cNvSpPr>
          <p:nvPr>
            <p:ph idx="1"/>
          </p:nvPr>
        </p:nvSpPr>
        <p:spPr>
          <a:xfrm>
            <a:off x="2159000" y="885825"/>
            <a:ext cx="9345612" cy="5451475"/>
          </a:xfrm>
        </p:spPr>
        <p:txBody>
          <a:bodyPr>
            <a:normAutofit fontScale="92500" lnSpcReduction="20000"/>
          </a:bodyPr>
          <a:lstStyle/>
          <a:p>
            <a:r>
              <a:rPr lang="en-US" sz="1600" dirty="0"/>
              <a:t>Three types of oral cholera vaccines are available : (a) </a:t>
            </a:r>
            <a:r>
              <a:rPr lang="en-US" sz="1600" dirty="0" err="1"/>
              <a:t>Dukoral</a:t>
            </a:r>
            <a:r>
              <a:rPr lang="en-US" sz="1600" dirty="0"/>
              <a:t> (WC-</a:t>
            </a:r>
            <a:r>
              <a:rPr lang="en-US" sz="1600" dirty="0" err="1"/>
              <a:t>rBS</a:t>
            </a:r>
            <a:r>
              <a:rPr lang="en-US" sz="1600" dirty="0"/>
              <a:t>). (b) </a:t>
            </a:r>
            <a:r>
              <a:rPr lang="en-US" sz="1600" dirty="0" err="1"/>
              <a:t>Sanchol</a:t>
            </a:r>
            <a:r>
              <a:rPr lang="en-US" sz="1600" dirty="0"/>
              <a:t> and </a:t>
            </a:r>
            <a:r>
              <a:rPr lang="en-US" sz="1600" dirty="0" err="1"/>
              <a:t>mORCVAX</a:t>
            </a:r>
            <a:r>
              <a:rPr lang="en-US" sz="1600" dirty="0"/>
              <a:t> and (c) </a:t>
            </a:r>
            <a:r>
              <a:rPr lang="en-US" sz="1600" dirty="0" err="1"/>
              <a:t>Euvichol</a:t>
            </a:r>
            <a:r>
              <a:rPr lang="en-US" sz="1600" dirty="0"/>
              <a:t>. </a:t>
            </a:r>
          </a:p>
          <a:p>
            <a:r>
              <a:rPr lang="en-US" sz="1600" dirty="0"/>
              <a:t>The live attenuated single-dose vaccine (CVD103-HgR) is no longer produced.</a:t>
            </a:r>
          </a:p>
          <a:p>
            <a:r>
              <a:rPr lang="en-US" sz="1600" b="1" dirty="0"/>
              <a:t>(a) </a:t>
            </a:r>
            <a:r>
              <a:rPr lang="en-US" sz="1600" b="1" dirty="0" err="1"/>
              <a:t>Dukoral</a:t>
            </a:r>
            <a:r>
              <a:rPr lang="en-US" sz="1600" b="1" dirty="0"/>
              <a:t> (WC-</a:t>
            </a:r>
            <a:r>
              <a:rPr lang="en-US" sz="1600" b="1" dirty="0" err="1"/>
              <a:t>rBS</a:t>
            </a:r>
            <a:r>
              <a:rPr lang="en-US" sz="1600" b="1" dirty="0"/>
              <a:t>)</a:t>
            </a:r>
          </a:p>
          <a:p>
            <a:r>
              <a:rPr lang="en-US" sz="1600" dirty="0" err="1"/>
              <a:t>Dukoral</a:t>
            </a:r>
            <a:r>
              <a:rPr lang="en-US" sz="1600" dirty="0"/>
              <a:t> is a monovalent vaccine based on formalin and heat-killed whole cells (WC) of V cholerae 01 (classical and El Tor, Inaba and Ogawa) plus recombinant cholera toxin B subunit. The vaccine is provided in 3 ml single-dose vials together with the bicarbonate buffer (effervescent granules in sachets to protect the toxin B subunit from being destroyed by gastric acid). Vaccine and buffer are mixed in 150 ml of water (chlorinated or not) for persons aged &gt;5 years and in 75 ml of water for children aged 2 – 5 years. vaccine has a shelf life of 3 years at 2-8 C and remains stable for 1 month at 37°C.</a:t>
            </a:r>
          </a:p>
          <a:p>
            <a:r>
              <a:rPr lang="en-US" sz="1600" dirty="0"/>
              <a:t>Vaccine schedule and administration</a:t>
            </a:r>
          </a:p>
          <a:p>
            <a:r>
              <a:rPr lang="en-US" sz="1600" dirty="0"/>
              <a:t>According to the manufacturer, primary immunization consists of 2 oral doses given &gt;7 days apart (but &lt; 6 weeks) for adults and children aged &gt;6 years, Children aged 2 - 5 years should receive 3 doses,  &gt;7 days apart (&lt; 6 weeks apart). Intake of food and drink should be avoided for 1 hour before and after vaccination. </a:t>
            </a:r>
          </a:p>
          <a:p>
            <a:r>
              <a:rPr lang="en-US" sz="1600" dirty="0"/>
              <a:t>If the interval between primary immunization doses is delayed for &gt; 6 weeks, primary immunization should be restarted</a:t>
            </a:r>
          </a:p>
          <a:p>
            <a:r>
              <a:rPr lang="en-US" sz="1600" dirty="0"/>
              <a:t>Provided there is continued risk of V. cholerae infection, 1 booster dose is recommended by manufacturer, after 2 years for adults and children aged &gt;6 years.  If the interval between the primary series and booster immunization is &gt;2 years, primary immunization must be repeated. For children aged 2-5 years 1 booster dose is recommended every 6 months, and if the interval between primary immunization and the booster is &gt;6 months, primary immunization must be repeated.</a:t>
            </a:r>
          </a:p>
          <a:p>
            <a:r>
              <a:rPr lang="en-US" sz="1600" dirty="0" err="1"/>
              <a:t>Dukoral</a:t>
            </a:r>
            <a:r>
              <a:rPr lang="en-US" sz="1600" dirty="0"/>
              <a:t> is not licensed for children aged &lt;2 years.</a:t>
            </a:r>
          </a:p>
        </p:txBody>
      </p:sp>
    </p:spTree>
    <p:extLst>
      <p:ext uri="{BB962C8B-B14F-4D97-AF65-F5344CB8AC3E}">
        <p14:creationId xmlns:p14="http://schemas.microsoft.com/office/powerpoint/2010/main" val="4208006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EFA16-8D61-F9A4-CB9E-48EDE7DE2FD9}"/>
              </a:ext>
            </a:extLst>
          </p:cNvPr>
          <p:cNvSpPr>
            <a:spLocks noGrp="1"/>
          </p:cNvSpPr>
          <p:nvPr>
            <p:ph type="title"/>
          </p:nvPr>
        </p:nvSpPr>
        <p:spPr>
          <a:xfrm>
            <a:off x="2589212" y="214535"/>
            <a:ext cx="8911687" cy="585565"/>
          </a:xfrm>
        </p:spPr>
        <p:txBody>
          <a:bodyPr>
            <a:normAutofit fontScale="90000"/>
          </a:bodyPr>
          <a:lstStyle/>
          <a:p>
            <a:r>
              <a:rPr lang="en-US" dirty="0"/>
              <a:t>10. Vaccination</a:t>
            </a:r>
          </a:p>
        </p:txBody>
      </p:sp>
      <p:sp>
        <p:nvSpPr>
          <p:cNvPr id="3" name="Content Placeholder 2">
            <a:extLst>
              <a:ext uri="{FF2B5EF4-FFF2-40B4-BE49-F238E27FC236}">
                <a16:creationId xmlns:a16="http://schemas.microsoft.com/office/drawing/2014/main" id="{104A32BE-C8B8-7E6B-E78A-76B45190EB5B}"/>
              </a:ext>
            </a:extLst>
          </p:cNvPr>
          <p:cNvSpPr>
            <a:spLocks noGrp="1"/>
          </p:cNvSpPr>
          <p:nvPr>
            <p:ph idx="1"/>
          </p:nvPr>
        </p:nvSpPr>
        <p:spPr>
          <a:xfrm>
            <a:off x="2589212" y="885825"/>
            <a:ext cx="8915400" cy="5025397"/>
          </a:xfrm>
        </p:spPr>
        <p:txBody>
          <a:bodyPr>
            <a:normAutofit/>
          </a:bodyPr>
          <a:lstStyle/>
          <a:p>
            <a:r>
              <a:rPr lang="en-US" dirty="0"/>
              <a:t>(b) </a:t>
            </a:r>
            <a:r>
              <a:rPr lang="en-US" dirty="0" err="1"/>
              <a:t>Sanchol</a:t>
            </a:r>
            <a:r>
              <a:rPr lang="en-US" dirty="0"/>
              <a:t> and </a:t>
            </a:r>
            <a:r>
              <a:rPr lang="en-US" dirty="0" err="1"/>
              <a:t>mORCVAX</a:t>
            </a:r>
            <a:endParaRPr lang="en-US" dirty="0"/>
          </a:p>
          <a:p>
            <a:r>
              <a:rPr lang="en-US" dirty="0"/>
              <a:t>The closely related bivalent oral cholera vaccines are based on serogroups 01 and 0139. </a:t>
            </a:r>
          </a:p>
          <a:p>
            <a:r>
              <a:rPr lang="en-US" dirty="0"/>
              <a:t>Unlike </a:t>
            </a:r>
            <a:r>
              <a:rPr lang="en-US" dirty="0" err="1"/>
              <a:t>Dukoral</a:t>
            </a:r>
            <a:r>
              <a:rPr lang="en-US" dirty="0"/>
              <a:t>. These vaccines do not contain the bacterial toxin B subunit therefore It does not require buffer. </a:t>
            </a:r>
          </a:p>
          <a:p>
            <a:r>
              <a:rPr lang="en-US" dirty="0"/>
              <a:t>According to the manufacturer, vaccine should be administered orally in 2 liquid doses 14 days apart for individuals aged &gt;= l year.</a:t>
            </a:r>
          </a:p>
          <a:p>
            <a:r>
              <a:rPr lang="en-US" dirty="0"/>
              <a:t>A booster dose is recommended after 2 years.</a:t>
            </a:r>
          </a:p>
          <a:p>
            <a:r>
              <a:rPr lang="en-US" dirty="0"/>
              <a:t>(c) </a:t>
            </a:r>
            <a:r>
              <a:rPr lang="en-US" dirty="0" err="1"/>
              <a:t>Euvichol</a:t>
            </a:r>
            <a:endParaRPr lang="en-US" dirty="0"/>
          </a:p>
          <a:p>
            <a:r>
              <a:rPr lang="en-US" dirty="0"/>
              <a:t>It was prequalified in December 2015 and has same characteristics as </a:t>
            </a:r>
            <a:r>
              <a:rPr lang="en-US" dirty="0" err="1"/>
              <a:t>Sanchol</a:t>
            </a:r>
            <a:endParaRPr lang="en-US" dirty="0"/>
          </a:p>
        </p:txBody>
      </p:sp>
    </p:spTree>
    <p:extLst>
      <p:ext uri="{BB962C8B-B14F-4D97-AF65-F5344CB8AC3E}">
        <p14:creationId xmlns:p14="http://schemas.microsoft.com/office/powerpoint/2010/main" val="667964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259BC-1CA8-E191-DB6A-3CE4505EC596}"/>
              </a:ext>
            </a:extLst>
          </p:cNvPr>
          <p:cNvSpPr>
            <a:spLocks noGrp="1"/>
          </p:cNvSpPr>
          <p:nvPr>
            <p:ph type="title"/>
          </p:nvPr>
        </p:nvSpPr>
        <p:spPr/>
        <p:txBody>
          <a:bodyPr/>
          <a:lstStyle/>
          <a:p>
            <a:r>
              <a:rPr lang="en-US" dirty="0"/>
              <a:t>11. Health Education</a:t>
            </a:r>
          </a:p>
        </p:txBody>
      </p:sp>
      <p:sp>
        <p:nvSpPr>
          <p:cNvPr id="3" name="Content Placeholder 2">
            <a:extLst>
              <a:ext uri="{FF2B5EF4-FFF2-40B4-BE49-F238E27FC236}">
                <a16:creationId xmlns:a16="http://schemas.microsoft.com/office/drawing/2014/main" id="{EBDE3659-4EA5-A645-4FAE-C804BFC5AD4D}"/>
              </a:ext>
            </a:extLst>
          </p:cNvPr>
          <p:cNvSpPr>
            <a:spLocks noGrp="1"/>
          </p:cNvSpPr>
          <p:nvPr>
            <p:ph idx="1"/>
          </p:nvPr>
        </p:nvSpPr>
        <p:spPr/>
        <p:txBody>
          <a:bodyPr/>
          <a:lstStyle/>
          <a:p>
            <a:r>
              <a:rPr lang="en-US" dirty="0"/>
              <a:t>The most effective prophylactic measure is perhaps health education. </a:t>
            </a:r>
          </a:p>
          <a:p>
            <a:r>
              <a:rPr lang="en-US" dirty="0"/>
              <a:t>It should be directed mainly to </a:t>
            </a:r>
          </a:p>
          <a:p>
            <a:r>
              <a:rPr lang="en-US" dirty="0"/>
              <a:t>(a) the effectiveness and simplicity of oral rehydration therapy</a:t>
            </a:r>
          </a:p>
          <a:p>
            <a:r>
              <a:rPr lang="en-US" dirty="0"/>
              <a:t>(b) the benefits of early reporting for prompt treatment</a:t>
            </a:r>
          </a:p>
          <a:p>
            <a:r>
              <a:rPr lang="en-US" dirty="0"/>
              <a:t>(c) food hygiene practices </a:t>
            </a:r>
          </a:p>
          <a:p>
            <a:r>
              <a:rPr lang="en-US" dirty="0"/>
              <a:t>(d) hand washing after defecation and before eating</a:t>
            </a:r>
          </a:p>
          <a:p>
            <a:r>
              <a:rPr lang="en-US" dirty="0"/>
              <a:t>(e) the benefit of cooked, hot foods and safe water. </a:t>
            </a:r>
          </a:p>
          <a:p>
            <a:r>
              <a:rPr lang="en-US" dirty="0"/>
              <a:t>Since cholera is mainly a disease of the poor and ignorant, these groups should be tackled first.</a:t>
            </a:r>
          </a:p>
        </p:txBody>
      </p:sp>
    </p:spTree>
    <p:extLst>
      <p:ext uri="{BB962C8B-B14F-4D97-AF65-F5344CB8AC3E}">
        <p14:creationId xmlns:p14="http://schemas.microsoft.com/office/powerpoint/2010/main" val="4682465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FF830-2CC0-F821-B175-1540ACD8664C}"/>
              </a:ext>
            </a:extLst>
          </p:cNvPr>
          <p:cNvSpPr>
            <a:spLocks noGrp="1"/>
          </p:cNvSpPr>
          <p:nvPr>
            <p:ph type="title"/>
          </p:nvPr>
        </p:nvSpPr>
        <p:spPr/>
        <p:txBody>
          <a:bodyPr/>
          <a:lstStyle/>
          <a:p>
            <a:r>
              <a:rPr lang="en-US" dirty="0" err="1"/>
              <a:t>Diarrhoeal</a:t>
            </a:r>
            <a:r>
              <a:rPr lang="en-US" dirty="0"/>
              <a:t> diseases control </a:t>
            </a:r>
            <a:r>
              <a:rPr lang="en-US" dirty="0" err="1"/>
              <a:t>programme</a:t>
            </a:r>
            <a:endParaRPr lang="en-US" dirty="0"/>
          </a:p>
        </p:txBody>
      </p:sp>
      <p:sp>
        <p:nvSpPr>
          <p:cNvPr id="3" name="Content Placeholder 2">
            <a:extLst>
              <a:ext uri="{FF2B5EF4-FFF2-40B4-BE49-F238E27FC236}">
                <a16:creationId xmlns:a16="http://schemas.microsoft.com/office/drawing/2014/main" id="{E8B3FF71-D6F8-AF78-E78E-329A2F95717E}"/>
              </a:ext>
            </a:extLst>
          </p:cNvPr>
          <p:cNvSpPr>
            <a:spLocks noGrp="1"/>
          </p:cNvSpPr>
          <p:nvPr>
            <p:ph idx="1"/>
          </p:nvPr>
        </p:nvSpPr>
        <p:spPr>
          <a:xfrm>
            <a:off x="2047875" y="1314450"/>
            <a:ext cx="9456737" cy="4596772"/>
          </a:xfrm>
        </p:spPr>
        <p:txBody>
          <a:bodyPr>
            <a:normAutofit fontScale="92500" lnSpcReduction="10000"/>
          </a:bodyPr>
          <a:lstStyle/>
          <a:p>
            <a:r>
              <a:rPr lang="en-US" sz="2400" dirty="0"/>
              <a:t>The incidence of cholera cases and deaths has decreased in recent years. </a:t>
            </a:r>
          </a:p>
          <a:p>
            <a:r>
              <a:rPr lang="en-US" sz="2400" dirty="0"/>
              <a:t>During the year 1980-81, strategy of the National Cholera Control </a:t>
            </a:r>
            <a:r>
              <a:rPr lang="en-US" sz="2400" dirty="0" err="1"/>
              <a:t>Programme</a:t>
            </a:r>
            <a:r>
              <a:rPr lang="en-US" sz="2400" dirty="0"/>
              <a:t> has undergone changes. It is now termed as </a:t>
            </a:r>
            <a:r>
              <a:rPr lang="en-US" sz="2400" dirty="0" err="1"/>
              <a:t>Diarrhoeal</a:t>
            </a:r>
            <a:r>
              <a:rPr lang="en-US" sz="2400" dirty="0"/>
              <a:t> Diseases Control </a:t>
            </a:r>
            <a:r>
              <a:rPr lang="en-US" sz="2400" dirty="0" err="1"/>
              <a:t>Programme</a:t>
            </a:r>
            <a:r>
              <a:rPr lang="en-US" sz="2400" dirty="0"/>
              <a:t>. </a:t>
            </a:r>
          </a:p>
          <a:p>
            <a:r>
              <a:rPr lang="en-US" sz="2400" dirty="0"/>
              <a:t>Oral Rehydration Therapy </a:t>
            </a:r>
            <a:r>
              <a:rPr lang="en-US" sz="2400" dirty="0" err="1"/>
              <a:t>Programme</a:t>
            </a:r>
            <a:r>
              <a:rPr lang="en-US" sz="2400" dirty="0"/>
              <a:t> was started in 1986-87 in a phased manner. </a:t>
            </a:r>
          </a:p>
          <a:p>
            <a:r>
              <a:rPr lang="en-US" sz="2400" dirty="0"/>
              <a:t>The main objective of the </a:t>
            </a:r>
            <a:r>
              <a:rPr lang="en-US" sz="2400" dirty="0" err="1"/>
              <a:t>programme</a:t>
            </a:r>
            <a:r>
              <a:rPr lang="en-US" sz="2400" dirty="0"/>
              <a:t> is to prevent </a:t>
            </a:r>
            <a:r>
              <a:rPr lang="en-US" sz="2400" dirty="0" err="1"/>
              <a:t>diarrhoea</a:t>
            </a:r>
            <a:r>
              <a:rPr lang="en-US" sz="2400" dirty="0"/>
              <a:t>-associated deaths in children due to dehydration. </a:t>
            </a:r>
          </a:p>
          <a:p>
            <a:r>
              <a:rPr lang="en-US" sz="2400" dirty="0"/>
              <a:t>The training </a:t>
            </a:r>
            <a:r>
              <a:rPr lang="en-US" sz="2400" dirty="0" err="1"/>
              <a:t>programme</a:t>
            </a:r>
            <a:r>
              <a:rPr lang="en-US" sz="2400" dirty="0"/>
              <a:t> and health education material highlight the rational management of </a:t>
            </a:r>
            <a:r>
              <a:rPr lang="en-US" sz="2400" dirty="0" err="1"/>
              <a:t>diarrhoea</a:t>
            </a:r>
            <a:r>
              <a:rPr lang="en-US" sz="2400" dirty="0"/>
              <a:t> in children, including increased intake of home available fluids and breast feeding. ORS is promoted as first line of treatment. </a:t>
            </a:r>
          </a:p>
          <a:p>
            <a:r>
              <a:rPr lang="en-US" sz="2400" dirty="0"/>
              <a:t>ORS is being supplied as a part of the sub-</a:t>
            </a:r>
            <a:r>
              <a:rPr lang="en-US" sz="2400" dirty="0" err="1"/>
              <a:t>centre</a:t>
            </a:r>
            <a:r>
              <a:rPr lang="en-US" sz="2400" dirty="0"/>
              <a:t> kits.</a:t>
            </a:r>
          </a:p>
        </p:txBody>
      </p:sp>
    </p:spTree>
    <p:extLst>
      <p:ext uri="{BB962C8B-B14F-4D97-AF65-F5344CB8AC3E}">
        <p14:creationId xmlns:p14="http://schemas.microsoft.com/office/powerpoint/2010/main" val="2126944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2D87AB0-1266-4DC8-5992-ADB45915F9F8}"/>
              </a:ext>
            </a:extLst>
          </p:cNvPr>
          <p:cNvSpPr>
            <a:spLocks noGrp="1"/>
          </p:cNvSpPr>
          <p:nvPr>
            <p:ph type="ctrTitle"/>
          </p:nvPr>
        </p:nvSpPr>
        <p:spPr>
          <a:xfrm>
            <a:off x="540279" y="967417"/>
            <a:ext cx="3778870" cy="3943250"/>
          </a:xfrm>
        </p:spPr>
        <p:txBody>
          <a:bodyPr>
            <a:normAutofit/>
          </a:bodyPr>
          <a:lstStyle/>
          <a:p>
            <a:r>
              <a:rPr lang="en-US" sz="4000">
                <a:solidFill>
                  <a:srgbClr val="FEFFFF"/>
                </a:solidFill>
              </a:rPr>
              <a:t>Typhoid fever</a:t>
            </a:r>
          </a:p>
        </p:txBody>
      </p:sp>
      <p:sp>
        <p:nvSpPr>
          <p:cNvPr id="15"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Subtitle 3">
            <a:extLst>
              <a:ext uri="{FF2B5EF4-FFF2-40B4-BE49-F238E27FC236}">
                <a16:creationId xmlns:a16="http://schemas.microsoft.com/office/drawing/2014/main" id="{542493E2-B584-322E-A937-82EF6E63E9D1}"/>
              </a:ext>
            </a:extLst>
          </p:cNvPr>
          <p:cNvSpPr>
            <a:spLocks noGrp="1"/>
          </p:cNvSpPr>
          <p:nvPr>
            <p:ph type="subTitle" idx="1"/>
          </p:nvPr>
        </p:nvSpPr>
        <p:spPr>
          <a:xfrm>
            <a:off x="540279" y="5189400"/>
            <a:ext cx="3778870" cy="544260"/>
          </a:xfrm>
        </p:spPr>
        <p:txBody>
          <a:bodyPr anchor="ctr">
            <a:normAutofit/>
          </a:bodyPr>
          <a:lstStyle/>
          <a:p>
            <a:endParaRPr lang="en-US" sz="1600">
              <a:solidFill>
                <a:srgbClr val="FEFFFF"/>
              </a:solidFill>
            </a:endParaRPr>
          </a:p>
        </p:txBody>
      </p:sp>
      <p:pic>
        <p:nvPicPr>
          <p:cNvPr id="8" name="Graphic 7" descr="Stethoscope">
            <a:extLst>
              <a:ext uri="{FF2B5EF4-FFF2-40B4-BE49-F238E27FC236}">
                <a16:creationId xmlns:a16="http://schemas.microsoft.com/office/drawing/2014/main" id="{3507F85D-28AD-B13F-6C9D-EB467E358F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43011" y="967417"/>
            <a:ext cx="4930468" cy="4930468"/>
          </a:xfrm>
          <a:prstGeom prst="rect">
            <a:avLst/>
          </a:prstGeom>
        </p:spPr>
      </p:pic>
    </p:spTree>
    <p:extLst>
      <p:ext uri="{BB962C8B-B14F-4D97-AF65-F5344CB8AC3E}">
        <p14:creationId xmlns:p14="http://schemas.microsoft.com/office/powerpoint/2010/main" val="115456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B333C4-A339-046C-5556-5E35C7706E88}"/>
              </a:ext>
            </a:extLst>
          </p:cNvPr>
          <p:cNvSpPr>
            <a:spLocks noGrp="1"/>
          </p:cNvSpPr>
          <p:nvPr>
            <p:ph idx="1"/>
          </p:nvPr>
        </p:nvSpPr>
        <p:spPr>
          <a:xfrm>
            <a:off x="2589212" y="333829"/>
            <a:ext cx="8915400" cy="5577393"/>
          </a:xfrm>
        </p:spPr>
        <p:txBody>
          <a:bodyPr>
            <a:normAutofit/>
          </a:bodyPr>
          <a:lstStyle/>
          <a:p>
            <a:r>
              <a:rPr lang="en-US" sz="2800" dirty="0"/>
              <a:t>Typhoid fever is the result of systemic infection mainly by S. typhi found only in man. </a:t>
            </a:r>
          </a:p>
          <a:p>
            <a:r>
              <a:rPr lang="en-US" sz="2800" dirty="0"/>
              <a:t>The disease is clinically characterized by a </a:t>
            </a:r>
          </a:p>
          <a:p>
            <a:pPr lvl="1"/>
            <a:r>
              <a:rPr lang="en-US" sz="2600" dirty="0"/>
              <a:t>Typical continuous fever for 3 to 4 weeks,</a:t>
            </a:r>
          </a:p>
          <a:p>
            <a:pPr lvl="1"/>
            <a:r>
              <a:rPr lang="en-US" sz="2600" dirty="0"/>
              <a:t>Relative bradycardia with involvement of lymphoid tissues</a:t>
            </a:r>
          </a:p>
          <a:p>
            <a:pPr lvl="1"/>
            <a:r>
              <a:rPr lang="en-US" sz="2600" dirty="0"/>
              <a:t>Considerable constitutional symptoms. </a:t>
            </a:r>
          </a:p>
          <a:p>
            <a:r>
              <a:rPr lang="en-US" sz="2800" dirty="0"/>
              <a:t>The term “enteric fever” includes both typhoid and paratyphoid fevers. </a:t>
            </a:r>
          </a:p>
          <a:p>
            <a:r>
              <a:rPr lang="en-US" sz="2800" dirty="0"/>
              <a:t>The disease may occur sporadically, epidemically or endemically.</a:t>
            </a:r>
          </a:p>
        </p:txBody>
      </p:sp>
    </p:spTree>
    <p:extLst>
      <p:ext uri="{BB962C8B-B14F-4D97-AF65-F5344CB8AC3E}">
        <p14:creationId xmlns:p14="http://schemas.microsoft.com/office/powerpoint/2010/main" val="6950950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B963-8D2B-514D-EB40-01DCACF97D5B}"/>
              </a:ext>
            </a:extLst>
          </p:cNvPr>
          <p:cNvSpPr>
            <a:spLocks noGrp="1"/>
          </p:cNvSpPr>
          <p:nvPr>
            <p:ph type="title"/>
          </p:nvPr>
        </p:nvSpPr>
        <p:spPr/>
        <p:txBody>
          <a:bodyPr/>
          <a:lstStyle/>
          <a:p>
            <a:r>
              <a:rPr lang="en-US" dirty="0"/>
              <a:t>Agent</a:t>
            </a:r>
          </a:p>
        </p:txBody>
      </p:sp>
      <p:sp>
        <p:nvSpPr>
          <p:cNvPr id="3" name="Content Placeholder 2">
            <a:extLst>
              <a:ext uri="{FF2B5EF4-FFF2-40B4-BE49-F238E27FC236}">
                <a16:creationId xmlns:a16="http://schemas.microsoft.com/office/drawing/2014/main" id="{85EA781E-F662-9DD6-6C97-0C64F5D49B6A}"/>
              </a:ext>
            </a:extLst>
          </p:cNvPr>
          <p:cNvSpPr>
            <a:spLocks noGrp="1"/>
          </p:cNvSpPr>
          <p:nvPr>
            <p:ph idx="1"/>
          </p:nvPr>
        </p:nvSpPr>
        <p:spPr>
          <a:xfrm>
            <a:off x="2589212" y="1422400"/>
            <a:ext cx="8915400" cy="4488822"/>
          </a:xfrm>
        </p:spPr>
        <p:txBody>
          <a:bodyPr>
            <a:normAutofit lnSpcReduction="10000"/>
          </a:bodyPr>
          <a:lstStyle/>
          <a:p>
            <a:r>
              <a:rPr lang="en-US" sz="2400" dirty="0"/>
              <a:t>S. typhi is the major cause of enteric fever.</a:t>
            </a:r>
          </a:p>
          <a:p>
            <a:r>
              <a:rPr lang="en-US" sz="2400" dirty="0"/>
              <a:t>S. para A and S. para B are relatively infrequent. </a:t>
            </a:r>
          </a:p>
          <a:p>
            <a:r>
              <a:rPr lang="en-US" sz="2400" dirty="0"/>
              <a:t>S. typhi has three main antigens - O, H and Vi and a number of phage types (at least 80). </a:t>
            </a:r>
          </a:p>
          <a:p>
            <a:r>
              <a:rPr lang="en-US" sz="2400" dirty="0"/>
              <a:t>Phage typing has proved a useful epidemiological tool in tracing the source of epidemics.</a:t>
            </a:r>
          </a:p>
          <a:p>
            <a:r>
              <a:rPr lang="en-US" sz="2400" dirty="0"/>
              <a:t>S. typhi survives intracellularly in the tissues of various organs. </a:t>
            </a:r>
          </a:p>
          <a:p>
            <a:r>
              <a:rPr lang="en-US" sz="2400" dirty="0"/>
              <a:t>It is readily killed by drying, pasteurization, and common disinfectants. </a:t>
            </a:r>
          </a:p>
          <a:p>
            <a:r>
              <a:rPr lang="en-US" sz="2400" dirty="0"/>
              <a:t>The factors which influence the onset of typhoid fever in man are the infecting dose and virulence of the organism.</a:t>
            </a:r>
          </a:p>
        </p:txBody>
      </p:sp>
    </p:spTree>
    <p:extLst>
      <p:ext uri="{BB962C8B-B14F-4D97-AF65-F5344CB8AC3E}">
        <p14:creationId xmlns:p14="http://schemas.microsoft.com/office/powerpoint/2010/main" val="330248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3193-C3D3-DAB6-1536-1C55A40CD051}"/>
              </a:ext>
            </a:extLst>
          </p:cNvPr>
          <p:cNvSpPr>
            <a:spLocks noGrp="1"/>
          </p:cNvSpPr>
          <p:nvPr>
            <p:ph type="title"/>
          </p:nvPr>
        </p:nvSpPr>
        <p:spPr>
          <a:xfrm>
            <a:off x="2592925" y="624110"/>
            <a:ext cx="8911687" cy="682176"/>
          </a:xfrm>
        </p:spPr>
        <p:txBody>
          <a:bodyPr/>
          <a:lstStyle/>
          <a:p>
            <a:r>
              <a:rPr lang="en-US" dirty="0"/>
              <a:t>Reservoir </a:t>
            </a:r>
          </a:p>
        </p:txBody>
      </p:sp>
      <p:sp>
        <p:nvSpPr>
          <p:cNvPr id="3" name="Content Placeholder 2">
            <a:extLst>
              <a:ext uri="{FF2B5EF4-FFF2-40B4-BE49-F238E27FC236}">
                <a16:creationId xmlns:a16="http://schemas.microsoft.com/office/drawing/2014/main" id="{B1552D98-8230-DD44-DD67-48B611F7A74E}"/>
              </a:ext>
            </a:extLst>
          </p:cNvPr>
          <p:cNvSpPr>
            <a:spLocks noGrp="1"/>
          </p:cNvSpPr>
          <p:nvPr>
            <p:ph idx="1"/>
          </p:nvPr>
        </p:nvSpPr>
        <p:spPr>
          <a:xfrm>
            <a:off x="2589212" y="1422400"/>
            <a:ext cx="8915400" cy="4488822"/>
          </a:xfrm>
        </p:spPr>
        <p:txBody>
          <a:bodyPr>
            <a:normAutofit fontScale="92500" lnSpcReduction="10000"/>
          </a:bodyPr>
          <a:lstStyle/>
          <a:p>
            <a:r>
              <a:rPr lang="en-US" dirty="0"/>
              <a:t>(</a:t>
            </a:r>
            <a:r>
              <a:rPr lang="en-US" dirty="0" err="1"/>
              <a:t>i</a:t>
            </a:r>
            <a:r>
              <a:rPr lang="en-US" dirty="0"/>
              <a:t>) CASES : The case may be mild, missed or severe. A case (or carrier) is infectious as long as bacilli appear in stools or urine,</a:t>
            </a:r>
          </a:p>
          <a:p>
            <a:r>
              <a:rPr lang="en-US" dirty="0"/>
              <a:t>(ii) CARRIERS : The carriers may be temporary (incubatory, convalescent) or chronic. </a:t>
            </a:r>
          </a:p>
          <a:p>
            <a:r>
              <a:rPr lang="en-US" dirty="0"/>
              <a:t>Convalescent carriers excrete the bacilli for 6 to 8 weeks, after which their numbers diminish rapidly. </a:t>
            </a:r>
          </a:p>
          <a:p>
            <a:r>
              <a:rPr lang="en-US" dirty="0"/>
              <a:t>By the end of three months, not more than 4 per cent of cases are still excreting the organisms; and by the end of one year, the average carrier rate is around 3 per cent, </a:t>
            </a:r>
          </a:p>
          <a:p>
            <a:r>
              <a:rPr lang="en-US" dirty="0"/>
              <a:t>Persons who excrete the bacilli for more than a year after a clinical attack are called chronic carriers. In most chronic carriers, the organisms persist in the gall bladder and in the biliary tract. </a:t>
            </a:r>
          </a:p>
          <a:p>
            <a:r>
              <a:rPr lang="en-US" dirty="0"/>
              <a:t>A chronic carrier state may be expected to develop in 2 to 5 per cent of cases. </a:t>
            </a:r>
          </a:p>
          <a:p>
            <a:r>
              <a:rPr lang="en-US" dirty="0"/>
              <a:t>A chronic carrier may excrete the bacilli for several years (may be as long as 50 years) either continuously or intermittently. The famous case of “Typhoid Mary” who gave rise to more than 1300 cases in her life time is a good example of a chronic carrier. </a:t>
            </a:r>
          </a:p>
          <a:p>
            <a:r>
              <a:rPr lang="en-US" dirty="0" err="1"/>
              <a:t>Faecal</a:t>
            </a:r>
            <a:r>
              <a:rPr lang="en-US" dirty="0"/>
              <a:t> carriers are more frequent than urinary carriers. Chronic urinary carrier state is often associated with some abnormality of the urinary tract.</a:t>
            </a:r>
          </a:p>
        </p:txBody>
      </p:sp>
    </p:spTree>
    <p:extLst>
      <p:ext uri="{BB962C8B-B14F-4D97-AF65-F5344CB8AC3E}">
        <p14:creationId xmlns:p14="http://schemas.microsoft.com/office/powerpoint/2010/main" val="15154639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EC168-FA30-48B1-85AC-356A7FE03CDD}"/>
              </a:ext>
            </a:extLst>
          </p:cNvPr>
          <p:cNvSpPr>
            <a:spLocks noGrp="1"/>
          </p:cNvSpPr>
          <p:nvPr>
            <p:ph type="title"/>
          </p:nvPr>
        </p:nvSpPr>
        <p:spPr/>
        <p:txBody>
          <a:bodyPr/>
          <a:lstStyle/>
          <a:p>
            <a:r>
              <a:rPr lang="en-US" dirty="0"/>
              <a:t>Source of infection</a:t>
            </a:r>
          </a:p>
        </p:txBody>
      </p:sp>
      <p:sp>
        <p:nvSpPr>
          <p:cNvPr id="3" name="Content Placeholder 2">
            <a:extLst>
              <a:ext uri="{FF2B5EF4-FFF2-40B4-BE49-F238E27FC236}">
                <a16:creationId xmlns:a16="http://schemas.microsoft.com/office/drawing/2014/main" id="{90CDD70B-A7B9-D38D-AF9B-B0C97542E0BB}"/>
              </a:ext>
            </a:extLst>
          </p:cNvPr>
          <p:cNvSpPr>
            <a:spLocks noGrp="1"/>
          </p:cNvSpPr>
          <p:nvPr>
            <p:ph idx="1"/>
          </p:nvPr>
        </p:nvSpPr>
        <p:spPr>
          <a:xfrm>
            <a:off x="2589212" y="1701800"/>
            <a:ext cx="8915400" cy="4209422"/>
          </a:xfrm>
        </p:spPr>
        <p:txBody>
          <a:bodyPr>
            <a:normAutofit/>
          </a:bodyPr>
          <a:lstStyle/>
          <a:p>
            <a:r>
              <a:rPr lang="en-US" sz="2800" dirty="0"/>
              <a:t>The primary sources of infection are </a:t>
            </a:r>
            <a:r>
              <a:rPr lang="en-US" sz="2800" dirty="0" err="1"/>
              <a:t>faeces</a:t>
            </a:r>
            <a:r>
              <a:rPr lang="en-US" sz="2800" dirty="0"/>
              <a:t> and urine of cases or carriers; </a:t>
            </a:r>
          </a:p>
          <a:p>
            <a:r>
              <a:rPr lang="en-US" sz="2800" dirty="0"/>
              <a:t>The secondary sources contaminated water, food, fingers and flies. </a:t>
            </a:r>
          </a:p>
          <a:p>
            <a:r>
              <a:rPr lang="en-US" sz="2800" dirty="0"/>
              <a:t>There is no evidence that typhoid bacilli are excreted in sputum or milk.</a:t>
            </a:r>
          </a:p>
        </p:txBody>
      </p:sp>
    </p:spTree>
    <p:extLst>
      <p:ext uri="{BB962C8B-B14F-4D97-AF65-F5344CB8AC3E}">
        <p14:creationId xmlns:p14="http://schemas.microsoft.com/office/powerpoint/2010/main" val="3456896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AFD431-09B7-42CA-BF39-9FE5DBE5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9711C96E-3D2D-48C8-AAB9-C1CB02D1D5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accent1">
              <a:alpha val="30000"/>
            </a:schemeClr>
          </a:solidFill>
        </p:grpSpPr>
        <p:sp>
          <p:nvSpPr>
            <p:cNvPr id="44" name="Freeform 11">
              <a:extLst>
                <a:ext uri="{FF2B5EF4-FFF2-40B4-BE49-F238E27FC236}">
                  <a16:creationId xmlns:a16="http://schemas.microsoft.com/office/drawing/2014/main" id="{0D18AF42-7CD5-4754-91D4-1BE53B5D1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45" name="Freeform 12">
              <a:extLst>
                <a:ext uri="{FF2B5EF4-FFF2-40B4-BE49-F238E27FC236}">
                  <a16:creationId xmlns:a16="http://schemas.microsoft.com/office/drawing/2014/main" id="{A28C8F1A-9407-4D67-8250-D8923BC6D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46" name="Freeform 13">
              <a:extLst>
                <a:ext uri="{FF2B5EF4-FFF2-40B4-BE49-F238E27FC236}">
                  <a16:creationId xmlns:a16="http://schemas.microsoft.com/office/drawing/2014/main" id="{5CE0A2B0-F7F1-442C-A287-CD6F729E2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47" name="Freeform 14">
              <a:extLst>
                <a:ext uri="{FF2B5EF4-FFF2-40B4-BE49-F238E27FC236}">
                  <a16:creationId xmlns:a16="http://schemas.microsoft.com/office/drawing/2014/main" id="{9E69CFA3-AE12-4EAF-A3A1-564BEEFEF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48" name="Freeform 15">
              <a:extLst>
                <a:ext uri="{FF2B5EF4-FFF2-40B4-BE49-F238E27FC236}">
                  <a16:creationId xmlns:a16="http://schemas.microsoft.com/office/drawing/2014/main" id="{ECB64037-2AE8-4CA9-AD8E-7ACC8618F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49" name="Freeform 16">
              <a:extLst>
                <a:ext uri="{FF2B5EF4-FFF2-40B4-BE49-F238E27FC236}">
                  <a16:creationId xmlns:a16="http://schemas.microsoft.com/office/drawing/2014/main" id="{8D319B10-EE8E-453F-A137-D7EEFA2089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50" name="Freeform 17">
              <a:extLst>
                <a:ext uri="{FF2B5EF4-FFF2-40B4-BE49-F238E27FC236}">
                  <a16:creationId xmlns:a16="http://schemas.microsoft.com/office/drawing/2014/main" id="{3283F486-509C-4A42-8EED-794A991D2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51" name="Freeform 18">
              <a:extLst>
                <a:ext uri="{FF2B5EF4-FFF2-40B4-BE49-F238E27FC236}">
                  <a16:creationId xmlns:a16="http://schemas.microsoft.com/office/drawing/2014/main" id="{EBBFBB12-E756-4386-9C17-CA5743838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52" name="Freeform 19">
              <a:extLst>
                <a:ext uri="{FF2B5EF4-FFF2-40B4-BE49-F238E27FC236}">
                  <a16:creationId xmlns:a16="http://schemas.microsoft.com/office/drawing/2014/main" id="{7ADD0E7E-F4A6-4B3F-8A2F-BCBFAFBA2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53" name="Freeform 20">
              <a:extLst>
                <a:ext uri="{FF2B5EF4-FFF2-40B4-BE49-F238E27FC236}">
                  <a16:creationId xmlns:a16="http://schemas.microsoft.com/office/drawing/2014/main" id="{C19FCFB7-5E71-4197-8EC7-2ACB6DB02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54" name="Freeform 21">
              <a:extLst>
                <a:ext uri="{FF2B5EF4-FFF2-40B4-BE49-F238E27FC236}">
                  <a16:creationId xmlns:a16="http://schemas.microsoft.com/office/drawing/2014/main" id="{EAA533FE-4903-48DD-A921-421A9C44AF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55" name="Freeform 22">
              <a:extLst>
                <a:ext uri="{FF2B5EF4-FFF2-40B4-BE49-F238E27FC236}">
                  <a16:creationId xmlns:a16="http://schemas.microsoft.com/office/drawing/2014/main" id="{54CC5D8E-0D6C-4021-B84E-5D6182C0E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sp>
        <p:nvSpPr>
          <p:cNvPr id="2" name="Title 1">
            <a:extLst>
              <a:ext uri="{FF2B5EF4-FFF2-40B4-BE49-F238E27FC236}">
                <a16:creationId xmlns:a16="http://schemas.microsoft.com/office/drawing/2014/main" id="{5595A83B-85A2-C035-0E92-D6D85CB98308}"/>
              </a:ext>
            </a:extLst>
          </p:cNvPr>
          <p:cNvSpPr>
            <a:spLocks noGrp="1"/>
          </p:cNvSpPr>
          <p:nvPr>
            <p:ph type="title"/>
          </p:nvPr>
        </p:nvSpPr>
        <p:spPr>
          <a:xfrm>
            <a:off x="7839756" y="1159566"/>
            <a:ext cx="3662939" cy="4568264"/>
          </a:xfrm>
        </p:spPr>
        <p:txBody>
          <a:bodyPr anchor="ctr">
            <a:normAutofit/>
          </a:bodyPr>
          <a:lstStyle/>
          <a:p>
            <a:r>
              <a:rPr lang="en-US" dirty="0">
                <a:solidFill>
                  <a:schemeClr val="tx1"/>
                </a:solidFill>
              </a:rPr>
              <a:t>Thank you</a:t>
            </a:r>
          </a:p>
        </p:txBody>
      </p:sp>
      <p:sp>
        <p:nvSpPr>
          <p:cNvPr id="56" name="Freeform 6">
            <a:extLst>
              <a:ext uri="{FF2B5EF4-FFF2-40B4-BE49-F238E27FC236}">
                <a16:creationId xmlns:a16="http://schemas.microsoft.com/office/drawing/2014/main" id="{E7D63BAB-D0DB-4F66-92F9-4D2E0A2E5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643468"/>
            <a:ext cx="7560245" cy="5571066"/>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txBody>
          <a:bodyPr/>
          <a:lstStyle/>
          <a:p>
            <a:endParaRPr lang="en-US"/>
          </a:p>
        </p:txBody>
      </p:sp>
      <p:sp>
        <p:nvSpPr>
          <p:cNvPr id="3" name="Content Placeholder 2">
            <a:extLst>
              <a:ext uri="{FF2B5EF4-FFF2-40B4-BE49-F238E27FC236}">
                <a16:creationId xmlns:a16="http://schemas.microsoft.com/office/drawing/2014/main" id="{B9F7F7CA-5558-5C90-008F-1259B891082A}"/>
              </a:ext>
            </a:extLst>
          </p:cNvPr>
          <p:cNvSpPr>
            <a:spLocks noGrp="1"/>
          </p:cNvSpPr>
          <p:nvPr>
            <p:ph idx="1"/>
          </p:nvPr>
        </p:nvSpPr>
        <p:spPr>
          <a:xfrm>
            <a:off x="637310" y="1286934"/>
            <a:ext cx="5292436" cy="4284134"/>
          </a:xfrm>
        </p:spPr>
        <p:txBody>
          <a:bodyPr anchor="ctr">
            <a:normAutofit/>
          </a:bodyPr>
          <a:lstStyle/>
          <a:p>
            <a:endParaRPr lang="en-US">
              <a:solidFill>
                <a:srgbClr val="FFFFFF"/>
              </a:solidFill>
            </a:endParaRPr>
          </a:p>
        </p:txBody>
      </p:sp>
    </p:spTree>
    <p:extLst>
      <p:ext uri="{BB962C8B-B14F-4D97-AF65-F5344CB8AC3E}">
        <p14:creationId xmlns:p14="http://schemas.microsoft.com/office/powerpoint/2010/main" val="409151641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Custom 3">
      <a:majorFont>
        <a:latin typeface="Times New Roman"/>
        <a:ea typeface=""/>
        <a:cs typeface=""/>
      </a:majorFont>
      <a:minorFont>
        <a:latin typeface="Times New Roman"/>
        <a:ea typeface=""/>
        <a:cs typeface=""/>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268</TotalTime>
  <Words>5877</Words>
  <Application>Microsoft Office PowerPoint</Application>
  <PresentationFormat>Widescreen</PresentationFormat>
  <Paragraphs>308</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Times New Roman</vt:lpstr>
      <vt:lpstr>Wingdings</vt:lpstr>
      <vt:lpstr>Wingdings 3</vt:lpstr>
      <vt:lpstr>Wisp</vt:lpstr>
      <vt:lpstr>CHOLERA</vt:lpstr>
      <vt:lpstr>PowerPoint Presentation</vt:lpstr>
      <vt:lpstr>Epidemiological features</vt:lpstr>
      <vt:lpstr>PowerPoint Presentation</vt:lpstr>
      <vt:lpstr>PowerPoint Presentation</vt:lpstr>
      <vt:lpstr>PowerPoint Presentation</vt:lpstr>
      <vt:lpstr>Epidemiological determinants</vt:lpstr>
      <vt:lpstr>PowerPoint Presentation</vt:lpstr>
      <vt:lpstr>PowerPoint Presentation</vt:lpstr>
      <vt:lpstr>PowerPoint Presentation</vt:lpstr>
      <vt:lpstr>PowerPoint Presentation</vt:lpstr>
      <vt:lpstr>Carriers</vt:lpstr>
      <vt:lpstr>Host Factors</vt:lpstr>
      <vt:lpstr>Environmental Factors</vt:lpstr>
      <vt:lpstr>Mode of transmission</vt:lpstr>
      <vt:lpstr>Incubation period</vt:lpstr>
      <vt:lpstr>Pathogenesis</vt:lpstr>
      <vt:lpstr>Clinical features</vt:lpstr>
      <vt:lpstr>Clinical features</vt:lpstr>
      <vt:lpstr>Laboratory diagnosis - sample</vt:lpstr>
      <vt:lpstr>Laboratory diagnosis - sample</vt:lpstr>
      <vt:lpstr>Laboratory diagnosis - Transport</vt:lpstr>
      <vt:lpstr>Laboratory examination</vt:lpstr>
      <vt:lpstr>Laboratory examination</vt:lpstr>
      <vt:lpstr>Control of cholera</vt:lpstr>
      <vt:lpstr>1. Verification of the dianosis</vt:lpstr>
      <vt:lpstr>2. Notifications</vt:lpstr>
      <vt:lpstr>3. Early case findings</vt:lpstr>
      <vt:lpstr>4. Establishment of treatment centres</vt:lpstr>
      <vt:lpstr>5. Rehydration therapy</vt:lpstr>
      <vt:lpstr>6. Adjuncts to therapy</vt:lpstr>
      <vt:lpstr>7. Epidemiological investigations</vt:lpstr>
      <vt:lpstr>8. Sanitation measures – water control</vt:lpstr>
      <vt:lpstr>8. Sanitation measures – Excreta disposal</vt:lpstr>
      <vt:lpstr>8. Sanitation measures – Food sanitation</vt:lpstr>
      <vt:lpstr>8. Sanitation measures – Disinfection</vt:lpstr>
      <vt:lpstr>9. Chemoprophylaxis</vt:lpstr>
      <vt:lpstr>10. Vaccination</vt:lpstr>
      <vt:lpstr>10. Vaccination</vt:lpstr>
      <vt:lpstr>11. Health Education</vt:lpstr>
      <vt:lpstr>Diarrhoeal diseases control programme</vt:lpstr>
      <vt:lpstr>Typhoid fever</vt:lpstr>
      <vt:lpstr>PowerPoint Presentation</vt:lpstr>
      <vt:lpstr>Agent</vt:lpstr>
      <vt:lpstr>Reservoir </vt:lpstr>
      <vt:lpstr>Source of infection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5</cp:revision>
  <dcterms:created xsi:type="dcterms:W3CDTF">2024-11-27T15:06:07Z</dcterms:created>
  <dcterms:modified xsi:type="dcterms:W3CDTF">2024-11-27T20:12:57Z</dcterms:modified>
</cp:coreProperties>
</file>