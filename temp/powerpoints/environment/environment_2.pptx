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067B2-97A7-4DBC-BE5F-B748C10B64DB}" v="67" dt="2024-06-05T16:25:07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88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9BF067B2-97A7-4DBC-BE5F-B748C10B64DB}"/>
    <pc:docChg chg="undo redo custSel addSld modSld">
      <pc:chgData name="mukul maheshwari" userId="12cb43e2ca5f0d2c" providerId="LiveId" clId="{9BF067B2-97A7-4DBC-BE5F-B748C10B64DB}" dt="2024-06-05T17:38:42.155" v="3387"/>
      <pc:docMkLst>
        <pc:docMk/>
      </pc:docMkLst>
      <pc:sldChg chg="addSp modSp new mod setBg addAnim">
        <pc:chgData name="mukul maheshwari" userId="12cb43e2ca5f0d2c" providerId="LiveId" clId="{9BF067B2-97A7-4DBC-BE5F-B748C10B64DB}" dt="2024-06-05T17:38:42.155" v="3387"/>
        <pc:sldMkLst>
          <pc:docMk/>
          <pc:sldMk cId="2328233045" sldId="256"/>
        </pc:sldMkLst>
        <pc:spChg chg="mo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2" creationId="{5E69B2BB-22F3-5C02-AB81-99169913A2CC}"/>
          </ac:spMkLst>
        </pc:spChg>
        <pc:spChg chg="mo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3" creationId="{C9829A3C-6091-6287-FB1D-75380AE94CAA}"/>
          </ac:spMkLst>
        </pc:spChg>
        <pc:spChg chg="ad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9" creationId="{4D60F200-5EB0-B223-2439-C96C67F0FEE1}"/>
          </ac:spMkLst>
        </pc:spChg>
        <pc:spChg chg="ad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11" creationId="{A6567EA8-C72D-4B9B-D23F-6B2E9F9C9F47}"/>
          </ac:spMkLst>
        </pc:spChg>
        <pc:spChg chg="ad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13" creationId="{FEFBFA78-9360-1E01-5448-6D5AE0A32601}"/>
          </ac:spMkLst>
        </pc:spChg>
        <pc:spChg chg="ad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15" creationId="{1740453C-744F-DB3A-47EC-15EACE1DC117}"/>
          </ac:spMkLst>
        </pc:spChg>
        <pc:spChg chg="add">
          <ac:chgData name="mukul maheshwari" userId="12cb43e2ca5f0d2c" providerId="LiveId" clId="{9BF067B2-97A7-4DBC-BE5F-B748C10B64DB}" dt="2024-06-05T17:38:42.139" v="3386" actId="26606"/>
          <ac:spMkLst>
            <pc:docMk/>
            <pc:sldMk cId="2328233045" sldId="256"/>
            <ac:spMk id="17" creationId="{B6924B03-77BD-EAE3-2854-43363FF8E6BB}"/>
          </ac:spMkLst>
        </pc:spChg>
        <pc:picChg chg="add">
          <ac:chgData name="mukul maheshwari" userId="12cb43e2ca5f0d2c" providerId="LiveId" clId="{9BF067B2-97A7-4DBC-BE5F-B748C10B64DB}" dt="2024-06-05T17:38:42.139" v="3386" actId="26606"/>
          <ac:picMkLst>
            <pc:docMk/>
            <pc:sldMk cId="2328233045" sldId="256"/>
            <ac:picMk id="5" creationId="{24C8D306-A41B-613F-AF5C-E366EC92747D}"/>
          </ac:picMkLst>
        </pc:picChg>
      </pc:sldChg>
      <pc:sldChg chg="addSp delSp modSp new mod modClrScheme chgLayout">
        <pc:chgData name="mukul maheshwari" userId="12cb43e2ca5f0d2c" providerId="LiveId" clId="{9BF067B2-97A7-4DBC-BE5F-B748C10B64DB}" dt="2024-06-05T13:39:35.505" v="227" actId="12100"/>
        <pc:sldMkLst>
          <pc:docMk/>
          <pc:sldMk cId="3912841953" sldId="257"/>
        </pc:sldMkLst>
        <pc:spChg chg="mod ord">
          <ac:chgData name="mukul maheshwari" userId="12cb43e2ca5f0d2c" providerId="LiveId" clId="{9BF067B2-97A7-4DBC-BE5F-B748C10B64DB}" dt="2024-06-05T13:37:50.278" v="220" actId="14100"/>
          <ac:spMkLst>
            <pc:docMk/>
            <pc:sldMk cId="3912841953" sldId="257"/>
            <ac:spMk id="2" creationId="{DFB600F8-B8BB-CDF1-A43B-2139F7334156}"/>
          </ac:spMkLst>
        </pc:spChg>
        <pc:spChg chg="mod ord">
          <ac:chgData name="mukul maheshwari" userId="12cb43e2ca5f0d2c" providerId="LiveId" clId="{9BF067B2-97A7-4DBC-BE5F-B748C10B64DB}" dt="2024-06-05T13:37:23.045" v="216" actId="108"/>
          <ac:spMkLst>
            <pc:docMk/>
            <pc:sldMk cId="3912841953" sldId="257"/>
            <ac:spMk id="3" creationId="{7CE314E8-EED9-7BDB-8B87-9032D4616323}"/>
          </ac:spMkLst>
        </pc:spChg>
        <pc:spChg chg="add mod">
          <ac:chgData name="mukul maheshwari" userId="12cb43e2ca5f0d2c" providerId="LiveId" clId="{9BF067B2-97A7-4DBC-BE5F-B748C10B64DB}" dt="2024-06-05T13:31:48.200" v="63"/>
          <ac:spMkLst>
            <pc:docMk/>
            <pc:sldMk cId="3912841953" sldId="257"/>
            <ac:spMk id="4" creationId="{42E211E2-557C-4F99-703C-BDACE2240C30}"/>
          </ac:spMkLst>
        </pc:spChg>
        <pc:spChg chg="add mod ord">
          <ac:chgData name="mukul maheshwari" userId="12cb43e2ca5f0d2c" providerId="LiveId" clId="{9BF067B2-97A7-4DBC-BE5F-B748C10B64DB}" dt="2024-06-05T13:36:48.440" v="213" actId="403"/>
          <ac:spMkLst>
            <pc:docMk/>
            <pc:sldMk cId="3912841953" sldId="257"/>
            <ac:spMk id="5" creationId="{351BFEA3-656A-3AD2-2879-C1161A7587CB}"/>
          </ac:spMkLst>
        </pc:spChg>
        <pc:spChg chg="add mod ord">
          <ac:chgData name="mukul maheshwari" userId="12cb43e2ca5f0d2c" providerId="LiveId" clId="{9BF067B2-97A7-4DBC-BE5F-B748C10B64DB}" dt="2024-06-05T13:36:48.440" v="213" actId="403"/>
          <ac:spMkLst>
            <pc:docMk/>
            <pc:sldMk cId="3912841953" sldId="257"/>
            <ac:spMk id="6" creationId="{EFB27691-4625-0A0A-A4F1-7D47790E8814}"/>
          </ac:spMkLst>
        </pc:spChg>
        <pc:spChg chg="add mod ord">
          <ac:chgData name="mukul maheshwari" userId="12cb43e2ca5f0d2c" providerId="LiveId" clId="{9BF067B2-97A7-4DBC-BE5F-B748C10B64DB}" dt="2024-06-05T13:37:11.308" v="215" actId="255"/>
          <ac:spMkLst>
            <pc:docMk/>
            <pc:sldMk cId="3912841953" sldId="257"/>
            <ac:spMk id="7" creationId="{676B5011-DD99-B3ED-FE11-7451FE264BBC}"/>
          </ac:spMkLst>
        </pc:spChg>
        <pc:spChg chg="add del mod">
          <ac:chgData name="mukul maheshwari" userId="12cb43e2ca5f0d2c" providerId="LiveId" clId="{9BF067B2-97A7-4DBC-BE5F-B748C10B64DB}" dt="2024-06-05T13:38:45.256" v="226" actId="26606"/>
          <ac:spMkLst>
            <pc:docMk/>
            <pc:sldMk cId="3912841953" sldId="257"/>
            <ac:spMk id="9" creationId="{55AC7E6F-E59C-51C8-655C-CBBB7E813FBA}"/>
          </ac:spMkLst>
        </pc:spChg>
        <pc:graphicFrameChg chg="add mod">
          <ac:chgData name="mukul maheshwari" userId="12cb43e2ca5f0d2c" providerId="LiveId" clId="{9BF067B2-97A7-4DBC-BE5F-B748C10B64DB}" dt="2024-06-05T13:39:35.505" v="227" actId="12100"/>
          <ac:graphicFrameMkLst>
            <pc:docMk/>
            <pc:sldMk cId="3912841953" sldId="257"/>
            <ac:graphicFrameMk id="11" creationId="{61284F6C-D38A-58D1-B48E-6F6E18E58992}"/>
          </ac:graphicFrameMkLst>
        </pc:graphicFrameChg>
      </pc:sldChg>
      <pc:sldChg chg="addSp delSp modSp new mod setBg modClrScheme chgLayout">
        <pc:chgData name="mukul maheshwari" userId="12cb43e2ca5f0d2c" providerId="LiveId" clId="{9BF067B2-97A7-4DBC-BE5F-B748C10B64DB}" dt="2024-06-05T13:52:34.847" v="323" actId="26606"/>
        <pc:sldMkLst>
          <pc:docMk/>
          <pc:sldMk cId="1692865343" sldId="258"/>
        </pc:sldMkLst>
        <pc:spChg chg="del mod ord">
          <ac:chgData name="mukul maheshwari" userId="12cb43e2ca5f0d2c" providerId="LiveId" clId="{9BF067B2-97A7-4DBC-BE5F-B748C10B64DB}" dt="2024-06-05T13:39:52.142" v="229" actId="700"/>
          <ac:spMkLst>
            <pc:docMk/>
            <pc:sldMk cId="1692865343" sldId="258"/>
            <ac:spMk id="2" creationId="{83FB9AB3-3E12-7D5B-7B33-BF77C3B9EF79}"/>
          </ac:spMkLst>
        </pc:spChg>
        <pc:spChg chg="del">
          <ac:chgData name="mukul maheshwari" userId="12cb43e2ca5f0d2c" providerId="LiveId" clId="{9BF067B2-97A7-4DBC-BE5F-B748C10B64DB}" dt="2024-06-05T13:39:52.142" v="229" actId="700"/>
          <ac:spMkLst>
            <pc:docMk/>
            <pc:sldMk cId="1692865343" sldId="258"/>
            <ac:spMk id="3" creationId="{FAEDC06E-6087-0D85-A5EE-C4A59C7D8136}"/>
          </ac:spMkLst>
        </pc:spChg>
        <pc:spChg chg="del mod ord">
          <ac:chgData name="mukul maheshwari" userId="12cb43e2ca5f0d2c" providerId="LiveId" clId="{9BF067B2-97A7-4DBC-BE5F-B748C10B64DB}" dt="2024-06-05T13:39:52.142" v="229" actId="700"/>
          <ac:spMkLst>
            <pc:docMk/>
            <pc:sldMk cId="1692865343" sldId="258"/>
            <ac:spMk id="4" creationId="{7D23DF16-F44B-7C12-4F13-777C3B6B55BA}"/>
          </ac:spMkLst>
        </pc:spChg>
        <pc:spChg chg="del">
          <ac:chgData name="mukul maheshwari" userId="12cb43e2ca5f0d2c" providerId="LiveId" clId="{9BF067B2-97A7-4DBC-BE5F-B748C10B64DB}" dt="2024-06-05T13:39:52.142" v="229" actId="700"/>
          <ac:spMkLst>
            <pc:docMk/>
            <pc:sldMk cId="1692865343" sldId="258"/>
            <ac:spMk id="5" creationId="{0E21F9CB-37E4-9046-F991-DFFF9A4FDFEB}"/>
          </ac:spMkLst>
        </pc:spChg>
        <pc:spChg chg="del">
          <ac:chgData name="mukul maheshwari" userId="12cb43e2ca5f0d2c" providerId="LiveId" clId="{9BF067B2-97A7-4DBC-BE5F-B748C10B64DB}" dt="2024-06-05T13:39:52.142" v="229" actId="700"/>
          <ac:spMkLst>
            <pc:docMk/>
            <pc:sldMk cId="1692865343" sldId="258"/>
            <ac:spMk id="6" creationId="{23796692-575C-DD69-E278-1A73223104BA}"/>
          </ac:spMkLst>
        </pc:spChg>
        <pc:spChg chg="add mod ord">
          <ac:chgData name="mukul maheshwari" userId="12cb43e2ca5f0d2c" providerId="LiveId" clId="{9BF067B2-97A7-4DBC-BE5F-B748C10B64DB}" dt="2024-06-05T13:52:34.847" v="323" actId="26606"/>
          <ac:spMkLst>
            <pc:docMk/>
            <pc:sldMk cId="1692865343" sldId="258"/>
            <ac:spMk id="7" creationId="{005E7037-13D7-712E-1731-CBB865633DFA}"/>
          </ac:spMkLst>
        </pc:spChg>
        <pc:spChg chg="add del mod ord">
          <ac:chgData name="mukul maheshwari" userId="12cb43e2ca5f0d2c" providerId="LiveId" clId="{9BF067B2-97A7-4DBC-BE5F-B748C10B64DB}" dt="2024-06-05T13:52:34.847" v="323" actId="26606"/>
          <ac:spMkLst>
            <pc:docMk/>
            <pc:sldMk cId="1692865343" sldId="258"/>
            <ac:spMk id="8" creationId="{72DB9B22-9A50-AF52-B11B-5F0CAB0BADE1}"/>
          </ac:spMkLst>
        </pc:spChg>
        <pc:spChg chg="add del">
          <ac:chgData name="mukul maheshwari" userId="12cb43e2ca5f0d2c" providerId="LiveId" clId="{9BF067B2-97A7-4DBC-BE5F-B748C10B64DB}" dt="2024-06-05T13:40:51.806" v="239" actId="26606"/>
          <ac:spMkLst>
            <pc:docMk/>
            <pc:sldMk cId="1692865343" sldId="258"/>
            <ac:spMk id="11" creationId="{F609FF9A-4FCE-468E-A86A-C9AB525EAE71}"/>
          </ac:spMkLst>
        </pc:spChg>
        <pc:spChg chg="add del">
          <ac:chgData name="mukul maheshwari" userId="12cb43e2ca5f0d2c" providerId="LiveId" clId="{9BF067B2-97A7-4DBC-BE5F-B748C10B64DB}" dt="2024-06-05T13:40:51.806" v="239" actId="26606"/>
          <ac:spMkLst>
            <pc:docMk/>
            <pc:sldMk cId="1692865343" sldId="258"/>
            <ac:spMk id="12" creationId="{021E12D4-3A88-428D-8E5E-AF1AFD923D63}"/>
          </ac:spMkLst>
        </pc:spChg>
        <pc:spChg chg="add del">
          <ac:chgData name="mukul maheshwari" userId="12cb43e2ca5f0d2c" providerId="LiveId" clId="{9BF067B2-97A7-4DBC-BE5F-B748C10B64DB}" dt="2024-06-05T13:40:40.693" v="237" actId="26606"/>
          <ac:spMkLst>
            <pc:docMk/>
            <pc:sldMk cId="1692865343" sldId="258"/>
            <ac:spMk id="14" creationId="{0671A8AE-40A1-4631-A6B8-581AFF065482}"/>
          </ac:spMkLst>
        </pc:spChg>
        <pc:spChg chg="add del">
          <ac:chgData name="mukul maheshwari" userId="12cb43e2ca5f0d2c" providerId="LiveId" clId="{9BF067B2-97A7-4DBC-BE5F-B748C10B64DB}" dt="2024-06-05T13:40:40.693" v="237" actId="26606"/>
          <ac:spMkLst>
            <pc:docMk/>
            <pc:sldMk cId="1692865343" sldId="258"/>
            <ac:spMk id="16" creationId="{AB58EF07-17C2-48CF-ABB0-EEF1F17CB8F0}"/>
          </ac:spMkLst>
        </pc:spChg>
        <pc:spChg chg="add del">
          <ac:chgData name="mukul maheshwari" userId="12cb43e2ca5f0d2c" providerId="LiveId" clId="{9BF067B2-97A7-4DBC-BE5F-B748C10B64DB}" dt="2024-06-05T13:40:40.693" v="237" actId="26606"/>
          <ac:spMkLst>
            <pc:docMk/>
            <pc:sldMk cId="1692865343" sldId="258"/>
            <ac:spMk id="18" creationId="{AF2F604E-43BE-4DC3-B983-E071523364F8}"/>
          </ac:spMkLst>
        </pc:spChg>
        <pc:spChg chg="add del">
          <ac:chgData name="mukul maheshwari" userId="12cb43e2ca5f0d2c" providerId="LiveId" clId="{9BF067B2-97A7-4DBC-BE5F-B748C10B64DB}" dt="2024-06-05T13:40:40.693" v="237" actId="26606"/>
          <ac:spMkLst>
            <pc:docMk/>
            <pc:sldMk cId="1692865343" sldId="258"/>
            <ac:spMk id="20" creationId="{08C9B587-E65E-4B52-B37C-ABEBB6E87928}"/>
          </ac:spMkLst>
        </pc:spChg>
        <pc:spChg chg="add">
          <ac:chgData name="mukul maheshwari" userId="12cb43e2ca5f0d2c" providerId="LiveId" clId="{9BF067B2-97A7-4DBC-BE5F-B748C10B64DB}" dt="2024-06-05T13:52:34.847" v="323" actId="26606"/>
          <ac:spMkLst>
            <pc:docMk/>
            <pc:sldMk cId="1692865343" sldId="258"/>
            <ac:spMk id="1031" creationId="{04812C46-200A-4DEB-A05E-3ED6C68C2387}"/>
          </ac:spMkLst>
        </pc:spChg>
        <pc:spChg chg="add">
          <ac:chgData name="mukul maheshwari" userId="12cb43e2ca5f0d2c" providerId="LiveId" clId="{9BF067B2-97A7-4DBC-BE5F-B748C10B64DB}" dt="2024-06-05T13:52:34.847" v="323" actId="26606"/>
          <ac:spMkLst>
            <pc:docMk/>
            <pc:sldMk cId="1692865343" sldId="258"/>
            <ac:spMk id="1033" creationId="{D1EA859B-E555-4109-94F3-6700E046E008}"/>
          </ac:spMkLst>
        </pc:spChg>
        <pc:picChg chg="add del">
          <ac:chgData name="mukul maheshwari" userId="12cb43e2ca5f0d2c" providerId="LiveId" clId="{9BF067B2-97A7-4DBC-BE5F-B748C10B64DB}" dt="2024-06-05T13:40:40.693" v="237" actId="26606"/>
          <ac:picMkLst>
            <pc:docMk/>
            <pc:sldMk cId="1692865343" sldId="258"/>
            <ac:picMk id="10" creationId="{D0C3C6A8-E33C-8C37-0B0A-6F254B19975E}"/>
          </ac:picMkLst>
        </pc:picChg>
        <pc:picChg chg="add del">
          <ac:chgData name="mukul maheshwari" userId="12cb43e2ca5f0d2c" providerId="LiveId" clId="{9BF067B2-97A7-4DBC-BE5F-B748C10B64DB}" dt="2024-06-05T13:40:51.806" v="239" actId="26606"/>
          <ac:picMkLst>
            <pc:docMk/>
            <pc:sldMk cId="1692865343" sldId="258"/>
            <ac:picMk id="13" creationId="{AF6B85A0-085F-A49E-5B4A-D1849C701B9D}"/>
          </ac:picMkLst>
        </pc:picChg>
        <pc:picChg chg="add del mod ord">
          <ac:chgData name="mukul maheshwari" userId="12cb43e2ca5f0d2c" providerId="LiveId" clId="{9BF067B2-97A7-4DBC-BE5F-B748C10B64DB}" dt="2024-06-05T13:52:34.847" v="323" actId="26606"/>
          <ac:picMkLst>
            <pc:docMk/>
            <pc:sldMk cId="1692865343" sldId="258"/>
            <ac:picMk id="1026" creationId="{174E64B1-4123-3B30-CA4A-10B16946365E}"/>
          </ac:picMkLst>
        </pc:picChg>
      </pc:sldChg>
      <pc:sldChg chg="addSp delSp modSp new mod setBg">
        <pc:chgData name="mukul maheshwari" userId="12cb43e2ca5f0d2c" providerId="LiveId" clId="{9BF067B2-97A7-4DBC-BE5F-B748C10B64DB}" dt="2024-06-05T14:07:28.663" v="364" actId="478"/>
        <pc:sldMkLst>
          <pc:docMk/>
          <pc:sldMk cId="2370448974" sldId="259"/>
        </pc:sldMkLst>
        <pc:spChg chg="del mod">
          <ac:chgData name="mukul maheshwari" userId="12cb43e2ca5f0d2c" providerId="LiveId" clId="{9BF067B2-97A7-4DBC-BE5F-B748C10B64DB}" dt="2024-06-05T14:07:18.007" v="361" actId="478"/>
          <ac:spMkLst>
            <pc:docMk/>
            <pc:sldMk cId="2370448974" sldId="259"/>
            <ac:spMk id="2" creationId="{BC464DA0-1358-0F99-AE39-F52EEC2C3AA5}"/>
          </ac:spMkLst>
        </pc:spChg>
        <pc:spChg chg="del mod">
          <ac:chgData name="mukul maheshwari" userId="12cb43e2ca5f0d2c" providerId="LiveId" clId="{9BF067B2-97A7-4DBC-BE5F-B748C10B64DB}" dt="2024-06-05T14:07:25.885" v="363" actId="478"/>
          <ac:spMkLst>
            <pc:docMk/>
            <pc:sldMk cId="2370448974" sldId="259"/>
            <ac:spMk id="3" creationId="{CCEF5450-83B7-8829-EA62-DECDB97DB186}"/>
          </ac:spMkLst>
        </pc:spChg>
        <pc:spChg chg="add del mod">
          <ac:chgData name="mukul maheshwari" userId="12cb43e2ca5f0d2c" providerId="LiveId" clId="{9BF067B2-97A7-4DBC-BE5F-B748C10B64DB}" dt="2024-06-05T14:07:21.102" v="362" actId="478"/>
          <ac:spMkLst>
            <pc:docMk/>
            <pc:sldMk cId="2370448974" sldId="259"/>
            <ac:spMk id="5" creationId="{E8DCE39B-81FE-CA69-A9D7-447BC8772C76}"/>
          </ac:spMkLst>
        </pc:spChg>
        <pc:spChg chg="add del mod">
          <ac:chgData name="mukul maheshwari" userId="12cb43e2ca5f0d2c" providerId="LiveId" clId="{9BF067B2-97A7-4DBC-BE5F-B748C10B64DB}" dt="2024-06-05T14:07:28.663" v="364" actId="478"/>
          <ac:spMkLst>
            <pc:docMk/>
            <pc:sldMk cId="2370448974" sldId="259"/>
            <ac:spMk id="7" creationId="{56F8214A-717B-F473-8497-D179280EA9E6}"/>
          </ac:spMkLst>
        </pc:spChg>
      </pc:sldChg>
      <pc:sldChg chg="addSp delSp modSp new mod modClrScheme chgLayout">
        <pc:chgData name="mukul maheshwari" userId="12cb43e2ca5f0d2c" providerId="LiveId" clId="{9BF067B2-97A7-4DBC-BE5F-B748C10B64DB}" dt="2024-06-05T14:18:30.578" v="779" actId="13926"/>
        <pc:sldMkLst>
          <pc:docMk/>
          <pc:sldMk cId="2478073375" sldId="260"/>
        </pc:sldMkLst>
        <pc:spChg chg="del mod ord">
          <ac:chgData name="mukul maheshwari" userId="12cb43e2ca5f0d2c" providerId="LiveId" clId="{9BF067B2-97A7-4DBC-BE5F-B748C10B64DB}" dt="2024-06-05T14:07:53.485" v="366" actId="700"/>
          <ac:spMkLst>
            <pc:docMk/>
            <pc:sldMk cId="2478073375" sldId="260"/>
            <ac:spMk id="2" creationId="{473A76A1-0487-C56D-5B54-CE1C17D9889B}"/>
          </ac:spMkLst>
        </pc:spChg>
        <pc:spChg chg="del mod ord">
          <ac:chgData name="mukul maheshwari" userId="12cb43e2ca5f0d2c" providerId="LiveId" clId="{9BF067B2-97A7-4DBC-BE5F-B748C10B64DB}" dt="2024-06-05T14:07:53.485" v="366" actId="700"/>
          <ac:spMkLst>
            <pc:docMk/>
            <pc:sldMk cId="2478073375" sldId="260"/>
            <ac:spMk id="3" creationId="{FD8BE0A1-5D36-CBAB-365A-ED64654F26D7}"/>
          </ac:spMkLst>
        </pc:spChg>
        <pc:spChg chg="add del mod ord">
          <ac:chgData name="mukul maheshwari" userId="12cb43e2ca5f0d2c" providerId="LiveId" clId="{9BF067B2-97A7-4DBC-BE5F-B748C10B64DB}" dt="2024-06-05T14:08:03.807" v="382" actId="478"/>
          <ac:spMkLst>
            <pc:docMk/>
            <pc:sldMk cId="2478073375" sldId="260"/>
            <ac:spMk id="4" creationId="{9A292CFB-D814-7E0E-CACC-68289036C97A}"/>
          </ac:spMkLst>
        </pc:spChg>
        <pc:spChg chg="add mod ord">
          <ac:chgData name="mukul maheshwari" userId="12cb43e2ca5f0d2c" providerId="LiveId" clId="{9BF067B2-97A7-4DBC-BE5F-B748C10B64DB}" dt="2024-06-05T14:14:49.344" v="674" actId="122"/>
          <ac:spMkLst>
            <pc:docMk/>
            <pc:sldMk cId="2478073375" sldId="260"/>
            <ac:spMk id="5" creationId="{9BA97E37-0A2A-04D7-6E5B-2919E6228EB9}"/>
          </ac:spMkLst>
        </pc:spChg>
        <pc:spChg chg="add mod ord">
          <ac:chgData name="mukul maheshwari" userId="12cb43e2ca5f0d2c" providerId="LiveId" clId="{9BF067B2-97A7-4DBC-BE5F-B748C10B64DB}" dt="2024-06-05T14:18:18.151" v="763" actId="27636"/>
          <ac:spMkLst>
            <pc:docMk/>
            <pc:sldMk cId="2478073375" sldId="260"/>
            <ac:spMk id="6" creationId="{FACA78FA-D739-1BCD-7A2B-11E94C53F1F5}"/>
          </ac:spMkLst>
        </pc:spChg>
        <pc:spChg chg="add mod ord">
          <ac:chgData name="mukul maheshwari" userId="12cb43e2ca5f0d2c" providerId="LiveId" clId="{9BF067B2-97A7-4DBC-BE5F-B748C10B64DB}" dt="2024-06-05T14:14:49.344" v="674" actId="122"/>
          <ac:spMkLst>
            <pc:docMk/>
            <pc:sldMk cId="2478073375" sldId="260"/>
            <ac:spMk id="7" creationId="{2ABDFC3F-2A8F-AF07-1326-83ECBB38374E}"/>
          </ac:spMkLst>
        </pc:spChg>
        <pc:spChg chg="add mod ord">
          <ac:chgData name="mukul maheshwari" userId="12cb43e2ca5f0d2c" providerId="LiveId" clId="{9BF067B2-97A7-4DBC-BE5F-B748C10B64DB}" dt="2024-06-05T14:18:30.578" v="779" actId="13926"/>
          <ac:spMkLst>
            <pc:docMk/>
            <pc:sldMk cId="2478073375" sldId="260"/>
            <ac:spMk id="8" creationId="{4CF2DEB5-251F-688C-7721-04719444319D}"/>
          </ac:spMkLst>
        </pc:spChg>
        <pc:spChg chg="add del mod">
          <ac:chgData name="mukul maheshwari" userId="12cb43e2ca5f0d2c" providerId="LiveId" clId="{9BF067B2-97A7-4DBC-BE5F-B748C10B64DB}" dt="2024-06-05T14:08:05.480" v="383" actId="478"/>
          <ac:spMkLst>
            <pc:docMk/>
            <pc:sldMk cId="2478073375" sldId="260"/>
            <ac:spMk id="10" creationId="{7A093F07-92EB-3DB7-8D0D-DBAE37B1887C}"/>
          </ac:spMkLst>
        </pc:spChg>
      </pc:sldChg>
      <pc:sldChg chg="addSp delSp modSp new mod setBg modClrScheme chgLayout">
        <pc:chgData name="mukul maheshwari" userId="12cb43e2ca5f0d2c" providerId="LiveId" clId="{9BF067B2-97A7-4DBC-BE5F-B748C10B64DB}" dt="2024-06-05T14:34:23.868" v="880" actId="403"/>
        <pc:sldMkLst>
          <pc:docMk/>
          <pc:sldMk cId="1818417388" sldId="261"/>
        </pc:sldMkLst>
        <pc:spChg chg="del mod ord">
          <ac:chgData name="mukul maheshwari" userId="12cb43e2ca5f0d2c" providerId="LiveId" clId="{9BF067B2-97A7-4DBC-BE5F-B748C10B64DB}" dt="2024-06-05T14:19:02.219" v="781" actId="700"/>
          <ac:spMkLst>
            <pc:docMk/>
            <pc:sldMk cId="1818417388" sldId="261"/>
            <ac:spMk id="2" creationId="{F8B9241E-0D43-445A-929A-91484E100201}"/>
          </ac:spMkLst>
        </pc:spChg>
        <pc:spChg chg="del">
          <ac:chgData name="mukul maheshwari" userId="12cb43e2ca5f0d2c" providerId="LiveId" clId="{9BF067B2-97A7-4DBC-BE5F-B748C10B64DB}" dt="2024-06-05T14:19:02.219" v="781" actId="700"/>
          <ac:spMkLst>
            <pc:docMk/>
            <pc:sldMk cId="1818417388" sldId="261"/>
            <ac:spMk id="3" creationId="{B850B972-A940-CD08-8896-D8B7BE7FCC91}"/>
          </ac:spMkLst>
        </pc:spChg>
        <pc:spChg chg="del mod ord">
          <ac:chgData name="mukul maheshwari" userId="12cb43e2ca5f0d2c" providerId="LiveId" clId="{9BF067B2-97A7-4DBC-BE5F-B748C10B64DB}" dt="2024-06-05T14:19:02.219" v="781" actId="700"/>
          <ac:spMkLst>
            <pc:docMk/>
            <pc:sldMk cId="1818417388" sldId="261"/>
            <ac:spMk id="4" creationId="{187BE329-8E43-0939-13AA-847283DD57A7}"/>
          </ac:spMkLst>
        </pc:spChg>
        <pc:spChg chg="del">
          <ac:chgData name="mukul maheshwari" userId="12cb43e2ca5f0d2c" providerId="LiveId" clId="{9BF067B2-97A7-4DBC-BE5F-B748C10B64DB}" dt="2024-06-05T14:19:02.219" v="781" actId="700"/>
          <ac:spMkLst>
            <pc:docMk/>
            <pc:sldMk cId="1818417388" sldId="261"/>
            <ac:spMk id="5" creationId="{40A71085-38C7-E926-05FB-D5920D13F013}"/>
          </ac:spMkLst>
        </pc:spChg>
        <pc:spChg chg="del">
          <ac:chgData name="mukul maheshwari" userId="12cb43e2ca5f0d2c" providerId="LiveId" clId="{9BF067B2-97A7-4DBC-BE5F-B748C10B64DB}" dt="2024-06-05T14:19:02.219" v="781" actId="700"/>
          <ac:spMkLst>
            <pc:docMk/>
            <pc:sldMk cId="1818417388" sldId="261"/>
            <ac:spMk id="6" creationId="{23B7968A-2B7A-6D55-8E13-D22D4B1CEFFE}"/>
          </ac:spMkLst>
        </pc:spChg>
        <pc:spChg chg="add mod ord">
          <ac:chgData name="mukul maheshwari" userId="12cb43e2ca5f0d2c" providerId="LiveId" clId="{9BF067B2-97A7-4DBC-BE5F-B748C10B64DB}" dt="2024-06-05T14:34:04.980" v="875" actId="14100"/>
          <ac:spMkLst>
            <pc:docMk/>
            <pc:sldMk cId="1818417388" sldId="261"/>
            <ac:spMk id="7" creationId="{9B1112F7-398C-C723-5EC4-20537B999FAB}"/>
          </ac:spMkLst>
        </pc:spChg>
        <pc:spChg chg="add del mod ord">
          <ac:chgData name="mukul maheshwari" userId="12cb43e2ca5f0d2c" providerId="LiveId" clId="{9BF067B2-97A7-4DBC-BE5F-B748C10B64DB}" dt="2024-06-05T14:21:59.073" v="782" actId="931"/>
          <ac:spMkLst>
            <pc:docMk/>
            <pc:sldMk cId="1818417388" sldId="261"/>
            <ac:spMk id="8" creationId="{6236FBAD-9BAC-3684-D8B3-67D12EEFDA69}"/>
          </ac:spMkLst>
        </pc:spChg>
        <pc:spChg chg="add del mod">
          <ac:chgData name="mukul maheshwari" userId="12cb43e2ca5f0d2c" providerId="LiveId" clId="{9BF067B2-97A7-4DBC-BE5F-B748C10B64DB}" dt="2024-06-05T14:26:14.352" v="794"/>
          <ac:spMkLst>
            <pc:docMk/>
            <pc:sldMk cId="1818417388" sldId="261"/>
            <ac:spMk id="14" creationId="{DFCA1FD1-5E70-E537-DD0C-1976E3C0645E}"/>
          </ac:spMkLst>
        </pc:spChg>
        <pc:spChg chg="add mod">
          <ac:chgData name="mukul maheshwari" userId="12cb43e2ca5f0d2c" providerId="LiveId" clId="{9BF067B2-97A7-4DBC-BE5F-B748C10B64DB}" dt="2024-06-05T14:34:23.868" v="880" actId="403"/>
          <ac:spMkLst>
            <pc:docMk/>
            <pc:sldMk cId="1818417388" sldId="261"/>
            <ac:spMk id="2056" creationId="{7DDC894E-6149-9C72-5B4C-F7C73060E717}"/>
          </ac:spMkLst>
        </pc:spChg>
        <pc:spChg chg="add del">
          <ac:chgData name="mukul maheshwari" userId="12cb43e2ca5f0d2c" providerId="LiveId" clId="{9BF067B2-97A7-4DBC-BE5F-B748C10B64DB}" dt="2024-06-05T14:33:59.556" v="874" actId="26606"/>
          <ac:spMkLst>
            <pc:docMk/>
            <pc:sldMk cId="1818417388" sldId="261"/>
            <ac:spMk id="2059" creationId="{2172A0AC-3DCE-4672-BCAF-28FEF91F6020}"/>
          </ac:spMkLst>
        </pc:spChg>
        <pc:spChg chg="add del">
          <ac:chgData name="mukul maheshwari" userId="12cb43e2ca5f0d2c" providerId="LiveId" clId="{9BF067B2-97A7-4DBC-BE5F-B748C10B64DB}" dt="2024-06-05T14:33:59.556" v="874" actId="26606"/>
          <ac:spMkLst>
            <pc:docMk/>
            <pc:sldMk cId="1818417388" sldId="261"/>
            <ac:spMk id="2061" creationId="{AE6F1C77-EDC9-4C5F-8C1C-62DD46BDA3C3}"/>
          </ac:spMkLst>
        </pc:spChg>
        <pc:spChg chg="add">
          <ac:chgData name="mukul maheshwari" userId="12cb43e2ca5f0d2c" providerId="LiveId" clId="{9BF067B2-97A7-4DBC-BE5F-B748C10B64DB}" dt="2024-06-05T14:33:59.556" v="874" actId="26606"/>
          <ac:spMkLst>
            <pc:docMk/>
            <pc:sldMk cId="1818417388" sldId="261"/>
            <ac:spMk id="2066" creationId="{AD96FDFD-4E42-4A06-B8B5-768A1DB9C2A9}"/>
          </ac:spMkLst>
        </pc:spChg>
        <pc:picChg chg="add del mod">
          <ac:chgData name="mukul maheshwari" userId="12cb43e2ca5f0d2c" providerId="LiveId" clId="{9BF067B2-97A7-4DBC-BE5F-B748C10B64DB}" dt="2024-06-05T14:24:54.590" v="792" actId="478"/>
          <ac:picMkLst>
            <pc:docMk/>
            <pc:sldMk cId="1818417388" sldId="261"/>
            <ac:picMk id="10" creationId="{C4AFBE88-7C52-2A15-3887-22B9E28F9BEE}"/>
          </ac:picMkLst>
        </pc:picChg>
        <pc:picChg chg="add del mod">
          <ac:chgData name="mukul maheshwari" userId="12cb43e2ca5f0d2c" providerId="LiveId" clId="{9BF067B2-97A7-4DBC-BE5F-B748C10B64DB}" dt="2024-06-05T14:22:34.357" v="791" actId="21"/>
          <ac:picMkLst>
            <pc:docMk/>
            <pc:sldMk cId="1818417388" sldId="261"/>
            <ac:picMk id="12" creationId="{ED2AD916-C413-C1E0-D003-E3B59B3AF065}"/>
          </ac:picMkLst>
        </pc:picChg>
        <pc:picChg chg="add mod">
          <ac:chgData name="mukul maheshwari" userId="12cb43e2ca5f0d2c" providerId="LiveId" clId="{9BF067B2-97A7-4DBC-BE5F-B748C10B64DB}" dt="2024-06-05T14:33:59.556" v="874" actId="26606"/>
          <ac:picMkLst>
            <pc:docMk/>
            <pc:sldMk cId="1818417388" sldId="261"/>
            <ac:picMk id="2050" creationId="{1BE30E9C-DBE4-A529-C32E-D7E272AB0006}"/>
          </ac:picMkLst>
        </pc:picChg>
        <pc:picChg chg="add mod ord">
          <ac:chgData name="mukul maheshwari" userId="12cb43e2ca5f0d2c" providerId="LiveId" clId="{9BF067B2-97A7-4DBC-BE5F-B748C10B64DB}" dt="2024-06-05T14:33:59.556" v="874" actId="26606"/>
          <ac:picMkLst>
            <pc:docMk/>
            <pc:sldMk cId="1818417388" sldId="261"/>
            <ac:picMk id="2052" creationId="{A5981FF4-5548-4D5E-A731-C3BD7326625B}"/>
          </ac:picMkLst>
        </pc:picChg>
        <pc:picChg chg="add mod">
          <ac:chgData name="mukul maheshwari" userId="12cb43e2ca5f0d2c" providerId="LiveId" clId="{9BF067B2-97A7-4DBC-BE5F-B748C10B64DB}" dt="2024-06-05T14:33:59.556" v="874" actId="26606"/>
          <ac:picMkLst>
            <pc:docMk/>
            <pc:sldMk cId="1818417388" sldId="261"/>
            <ac:picMk id="2054" creationId="{8696F9F6-53BF-2D78-35AC-CE4852B05E03}"/>
          </ac:picMkLst>
        </pc:picChg>
      </pc:sldChg>
      <pc:sldChg chg="addSp delSp modSp new mod setBg">
        <pc:chgData name="mukul maheshwari" userId="12cb43e2ca5f0d2c" providerId="LiveId" clId="{9BF067B2-97A7-4DBC-BE5F-B748C10B64DB}" dt="2024-06-05T14:46:44.301" v="1032" actId="13926"/>
        <pc:sldMkLst>
          <pc:docMk/>
          <pc:sldMk cId="3764132603" sldId="262"/>
        </pc:sldMkLst>
        <pc:spChg chg="mod">
          <ac:chgData name="mukul maheshwari" userId="12cb43e2ca5f0d2c" providerId="LiveId" clId="{9BF067B2-97A7-4DBC-BE5F-B748C10B64DB}" dt="2024-06-05T14:44:40.516" v="1010" actId="14100"/>
          <ac:spMkLst>
            <pc:docMk/>
            <pc:sldMk cId="3764132603" sldId="262"/>
            <ac:spMk id="2" creationId="{2FB08740-9B5D-4D3A-CAE3-26C6FACEC481}"/>
          </ac:spMkLst>
        </pc:spChg>
        <pc:spChg chg="mod ord">
          <ac:chgData name="mukul maheshwari" userId="12cb43e2ca5f0d2c" providerId="LiveId" clId="{9BF067B2-97A7-4DBC-BE5F-B748C10B64DB}" dt="2024-06-05T14:46:44.301" v="1032" actId="13926"/>
          <ac:spMkLst>
            <pc:docMk/>
            <pc:sldMk cId="3764132603" sldId="262"/>
            <ac:spMk id="3" creationId="{0A8DF363-4846-D9B7-37D7-CB77E6CD0622}"/>
          </ac:spMkLst>
        </pc:spChg>
        <pc:spChg chg="add del">
          <ac:chgData name="mukul maheshwari" userId="12cb43e2ca5f0d2c" providerId="LiveId" clId="{9BF067B2-97A7-4DBC-BE5F-B748C10B64DB}" dt="2024-06-05T14:44:06.126" v="1005" actId="26606"/>
          <ac:spMkLst>
            <pc:docMk/>
            <pc:sldMk cId="3764132603" sldId="262"/>
            <ac:spMk id="3079" creationId="{45D37F4E-DDB4-456B-97E0-9937730A039F}"/>
          </ac:spMkLst>
        </pc:spChg>
        <pc:spChg chg="add del">
          <ac:chgData name="mukul maheshwari" userId="12cb43e2ca5f0d2c" providerId="LiveId" clId="{9BF067B2-97A7-4DBC-BE5F-B748C10B64DB}" dt="2024-06-05T14:44:06.126" v="1005" actId="26606"/>
          <ac:spMkLst>
            <pc:docMk/>
            <pc:sldMk cId="3764132603" sldId="262"/>
            <ac:spMk id="3081" creationId="{B2DD41CD-8F47-4F56-AD12-4E2FF7696987}"/>
          </ac:spMkLst>
        </pc:spChg>
        <pc:spChg chg="add del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086" creationId="{6EFC920F-B85A-4068-BD93-41064EDE93D3}"/>
          </ac:spMkLst>
        </pc:spChg>
        <pc:spChg chg="add del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092" creationId="{CBC4F608-B4B8-48C3-9572-C0F061B1CD99}"/>
          </ac:spMkLst>
        </pc:spChg>
        <pc:spChg chg="add del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094" creationId="{1382A32C-5B0C-4B1C-A074-76C6DBCC9F87}"/>
          </ac:spMkLst>
        </pc:spChg>
        <pc:spChg chg="add del">
          <ac:chgData name="mukul maheshwari" userId="12cb43e2ca5f0d2c" providerId="LiveId" clId="{9BF067B2-97A7-4DBC-BE5F-B748C10B64DB}" dt="2024-06-05T14:44:25.980" v="1007" actId="26606"/>
          <ac:spMkLst>
            <pc:docMk/>
            <pc:sldMk cId="3764132603" sldId="262"/>
            <ac:spMk id="3099" creationId="{B6FACB3C-9069-4791-BC5C-0DB7CD19B853}"/>
          </ac:spMkLst>
        </pc:spChg>
        <pc:spChg chg="add del">
          <ac:chgData name="mukul maheshwari" userId="12cb43e2ca5f0d2c" providerId="LiveId" clId="{9BF067B2-97A7-4DBC-BE5F-B748C10B64DB}" dt="2024-06-05T14:44:25.980" v="1007" actId="26606"/>
          <ac:spMkLst>
            <pc:docMk/>
            <pc:sldMk cId="3764132603" sldId="262"/>
            <ac:spMk id="3101" creationId="{71F2038E-D777-4B76-81DD-DD13EE91B9DD}"/>
          </ac:spMkLst>
        </pc:spChg>
        <pc:spChg chg="add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109" creationId="{B86AA2DA-281A-4806-8977-D617AEAC830F}"/>
          </ac:spMkLst>
        </pc:spChg>
        <pc:spChg chg="add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110" creationId="{64185774-6FC0-4B8D-A8DB-A8854688960B}"/>
          </ac:spMkLst>
        </pc:spChg>
        <pc:spChg chg="add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111" creationId="{B7D3B4FC-79F4-47D2-9D79-DA876E6AD813}"/>
          </ac:spMkLst>
        </pc:spChg>
        <pc:spChg chg="add">
          <ac:chgData name="mukul maheshwari" userId="12cb43e2ca5f0d2c" providerId="LiveId" clId="{9BF067B2-97A7-4DBC-BE5F-B748C10B64DB}" dt="2024-06-05T14:44:25.996" v="1008" actId="26606"/>
          <ac:spMkLst>
            <pc:docMk/>
            <pc:sldMk cId="3764132603" sldId="262"/>
            <ac:spMk id="3112" creationId="{EFF9196C-3887-4B80-8671-3CA6705C18D3}"/>
          </ac:spMkLst>
        </pc:spChg>
        <pc:grpChg chg="add del">
          <ac:chgData name="mukul maheshwari" userId="12cb43e2ca5f0d2c" providerId="LiveId" clId="{9BF067B2-97A7-4DBC-BE5F-B748C10B64DB}" dt="2024-06-05T14:44:25.996" v="1008" actId="26606"/>
          <ac:grpSpMkLst>
            <pc:docMk/>
            <pc:sldMk cId="3764132603" sldId="262"/>
            <ac:grpSpMk id="3088" creationId="{1C559108-BBAE-426C-8564-051D2BA6DDC8}"/>
          </ac:grpSpMkLst>
        </pc:grpChg>
        <pc:grpChg chg="add del">
          <ac:chgData name="mukul maheshwari" userId="12cb43e2ca5f0d2c" providerId="LiveId" clId="{9BF067B2-97A7-4DBC-BE5F-B748C10B64DB}" dt="2024-06-05T14:44:25.980" v="1007" actId="26606"/>
          <ac:grpSpMkLst>
            <pc:docMk/>
            <pc:sldMk cId="3764132603" sldId="262"/>
            <ac:grpSpMk id="3103" creationId="{DD354807-230F-4402-B1B9-F733A8F1F190}"/>
          </ac:grpSpMkLst>
        </pc:grpChg>
        <pc:picChg chg="add mod ord">
          <ac:chgData name="mukul maheshwari" userId="12cb43e2ca5f0d2c" providerId="LiveId" clId="{9BF067B2-97A7-4DBC-BE5F-B748C10B64DB}" dt="2024-06-05T14:44:25.996" v="1008" actId="26606"/>
          <ac:picMkLst>
            <pc:docMk/>
            <pc:sldMk cId="3764132603" sldId="262"/>
            <ac:picMk id="3074" creationId="{7B5CA25D-89DA-9F9C-25DA-F9C8F5C8F189}"/>
          </ac:picMkLst>
        </pc:picChg>
      </pc:sldChg>
      <pc:sldChg chg="modSp new mod">
        <pc:chgData name="mukul maheshwari" userId="12cb43e2ca5f0d2c" providerId="LiveId" clId="{9BF067B2-97A7-4DBC-BE5F-B748C10B64DB}" dt="2024-06-05T16:25:40.039" v="1830" actId="13926"/>
        <pc:sldMkLst>
          <pc:docMk/>
          <pc:sldMk cId="488957182" sldId="263"/>
        </pc:sldMkLst>
        <pc:spChg chg="mod">
          <ac:chgData name="mukul maheshwari" userId="12cb43e2ca5f0d2c" providerId="LiveId" clId="{9BF067B2-97A7-4DBC-BE5F-B748C10B64DB}" dt="2024-06-05T14:47:02.339" v="1047" actId="20577"/>
          <ac:spMkLst>
            <pc:docMk/>
            <pc:sldMk cId="488957182" sldId="263"/>
            <ac:spMk id="2" creationId="{14A49CC4-15A2-13C4-FAD9-A73B55ED8706}"/>
          </ac:spMkLst>
        </pc:spChg>
        <pc:spChg chg="mod">
          <ac:chgData name="mukul maheshwari" userId="12cb43e2ca5f0d2c" providerId="LiveId" clId="{9BF067B2-97A7-4DBC-BE5F-B748C10B64DB}" dt="2024-06-05T16:25:40.039" v="1830" actId="13926"/>
          <ac:spMkLst>
            <pc:docMk/>
            <pc:sldMk cId="488957182" sldId="263"/>
            <ac:spMk id="3" creationId="{9F8C7BBD-F2E6-73F4-F4BD-6F43A81B352A}"/>
          </ac:spMkLst>
        </pc:spChg>
      </pc:sldChg>
      <pc:sldChg chg="addSp delSp modSp new mod modClrScheme chgLayout">
        <pc:chgData name="mukul maheshwari" userId="12cb43e2ca5f0d2c" providerId="LiveId" clId="{9BF067B2-97A7-4DBC-BE5F-B748C10B64DB}" dt="2024-06-05T16:21:26.845" v="1804" actId="164"/>
        <pc:sldMkLst>
          <pc:docMk/>
          <pc:sldMk cId="1696637377" sldId="264"/>
        </pc:sldMkLst>
        <pc:spChg chg="del">
          <ac:chgData name="mukul maheshwari" userId="12cb43e2ca5f0d2c" providerId="LiveId" clId="{9BF067B2-97A7-4DBC-BE5F-B748C10B64DB}" dt="2024-06-05T15:24:01.207" v="1197" actId="700"/>
          <ac:spMkLst>
            <pc:docMk/>
            <pc:sldMk cId="1696637377" sldId="264"/>
            <ac:spMk id="2" creationId="{BF559E56-500E-A01C-A219-53FC1EB00330}"/>
          </ac:spMkLst>
        </pc:spChg>
        <pc:spChg chg="del">
          <ac:chgData name="mukul maheshwari" userId="12cb43e2ca5f0d2c" providerId="LiveId" clId="{9BF067B2-97A7-4DBC-BE5F-B748C10B64DB}" dt="2024-06-05T15:24:01.207" v="1197" actId="700"/>
          <ac:spMkLst>
            <pc:docMk/>
            <pc:sldMk cId="1696637377" sldId="264"/>
            <ac:spMk id="3" creationId="{6D627354-C6FE-35DF-898A-BEE8DF28FE86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8" creationId="{2E288359-6E43-E4F5-1552-E7ADC998CD7F}"/>
          </ac:spMkLst>
        </pc:spChg>
        <pc:spChg chg="add del">
          <ac:chgData name="mukul maheshwari" userId="12cb43e2ca5f0d2c" providerId="LiveId" clId="{9BF067B2-97A7-4DBC-BE5F-B748C10B64DB}" dt="2024-06-05T15:25:32.797" v="1200" actId="478"/>
          <ac:spMkLst>
            <pc:docMk/>
            <pc:sldMk cId="1696637377" sldId="264"/>
            <ac:spMk id="9" creationId="{54EEB821-4B53-4EEE-8DEC-90EBE47AAE29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10" creationId="{86B4782B-5528-8DD3-3A0A-613110B4B619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11" creationId="{7553EB5A-2B9E-1F89-5B17-CB62AFE0E364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12" creationId="{7A402C60-626B-AAF3-91A4-AF018A6AC75B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13" creationId="{7FE347E5-48E9-66FE-1642-76FC53D290C4}"/>
          </ac:spMkLst>
        </pc:spChg>
        <pc:spChg chg="add mod">
          <ac:chgData name="mukul maheshwari" userId="12cb43e2ca5f0d2c" providerId="LiveId" clId="{9BF067B2-97A7-4DBC-BE5F-B748C10B64DB}" dt="2024-06-05T15:41:49.699" v="1432" actId="164"/>
          <ac:spMkLst>
            <pc:docMk/>
            <pc:sldMk cId="1696637377" sldId="264"/>
            <ac:spMk id="14" creationId="{BB1E192A-D96A-B7CB-53C6-F41AA512DBF8}"/>
          </ac:spMkLst>
        </pc:spChg>
        <pc:spChg chg="add del">
          <ac:chgData name="mukul maheshwari" userId="12cb43e2ca5f0d2c" providerId="LiveId" clId="{9BF067B2-97A7-4DBC-BE5F-B748C10B64DB}" dt="2024-06-05T15:26:42.096" v="1205" actId="34122"/>
          <ac:spMkLst>
            <pc:docMk/>
            <pc:sldMk cId="1696637377" sldId="264"/>
            <ac:spMk id="23" creationId="{8D15A454-DF47-4E2F-B214-ED4F08DEDE4B}"/>
          </ac:spMkLst>
        </pc:spChg>
        <pc:spChg chg="add mod ord">
          <ac:chgData name="mukul maheshwari" userId="12cb43e2ca5f0d2c" providerId="LiveId" clId="{9BF067B2-97A7-4DBC-BE5F-B748C10B64DB}" dt="2024-06-05T16:03:15.522" v="1618" actId="207"/>
          <ac:spMkLst>
            <pc:docMk/>
            <pc:sldMk cId="1696637377" sldId="264"/>
            <ac:spMk id="28" creationId="{CC965F4A-746B-8D35-7214-52698E637C0F}"/>
          </ac:spMkLst>
        </pc:spChg>
        <pc:spChg chg="add del mod">
          <ac:chgData name="mukul maheshwari" userId="12cb43e2ca5f0d2c" providerId="LiveId" clId="{9BF067B2-97A7-4DBC-BE5F-B748C10B64DB}" dt="2024-06-05T15:39:09.697" v="1411" actId="478"/>
          <ac:spMkLst>
            <pc:docMk/>
            <pc:sldMk cId="1696637377" sldId="264"/>
            <ac:spMk id="29" creationId="{5F8241B8-288E-E95B-96EF-AB6338EAE9BF}"/>
          </ac:spMkLst>
        </pc:spChg>
        <pc:spChg chg="add mod ord">
          <ac:chgData name="mukul maheshwari" userId="12cb43e2ca5f0d2c" providerId="LiveId" clId="{9BF067B2-97A7-4DBC-BE5F-B748C10B64DB}" dt="2024-06-05T15:48:06.446" v="1510" actId="164"/>
          <ac:spMkLst>
            <pc:docMk/>
            <pc:sldMk cId="1696637377" sldId="264"/>
            <ac:spMk id="33" creationId="{F9F6CCE9-E2DC-6BC3-C7CA-76B82DE26AA1}"/>
          </ac:spMkLst>
        </pc:spChg>
        <pc:spChg chg="add mod ord">
          <ac:chgData name="mukul maheshwari" userId="12cb43e2ca5f0d2c" providerId="LiveId" clId="{9BF067B2-97A7-4DBC-BE5F-B748C10B64DB}" dt="2024-06-05T15:48:06.446" v="1510" actId="164"/>
          <ac:spMkLst>
            <pc:docMk/>
            <pc:sldMk cId="1696637377" sldId="264"/>
            <ac:spMk id="34" creationId="{5E78305E-1BC3-88D7-0B0C-3B2709A1EC3C}"/>
          </ac:spMkLst>
        </pc:spChg>
        <pc:spChg chg="add mod">
          <ac:chgData name="mukul maheshwari" userId="12cb43e2ca5f0d2c" providerId="LiveId" clId="{9BF067B2-97A7-4DBC-BE5F-B748C10B64DB}" dt="2024-06-05T15:45:48.953" v="1455"/>
          <ac:spMkLst>
            <pc:docMk/>
            <pc:sldMk cId="1696637377" sldId="264"/>
            <ac:spMk id="38" creationId="{61310727-E754-DCBF-9C49-2B73847F54F3}"/>
          </ac:spMkLst>
        </pc:spChg>
        <pc:spChg chg="add mod">
          <ac:chgData name="mukul maheshwari" userId="12cb43e2ca5f0d2c" providerId="LiveId" clId="{9BF067B2-97A7-4DBC-BE5F-B748C10B64DB}" dt="2024-06-05T16:14:44.608" v="1710" actId="20577"/>
          <ac:spMkLst>
            <pc:docMk/>
            <pc:sldMk cId="1696637377" sldId="264"/>
            <ac:spMk id="39" creationId="{42914A18-83FA-E344-1ADF-150E4A0C5F30}"/>
          </ac:spMkLst>
        </pc:spChg>
        <pc:spChg chg="add del">
          <ac:chgData name="mukul maheshwari" userId="12cb43e2ca5f0d2c" providerId="LiveId" clId="{9BF067B2-97A7-4DBC-BE5F-B748C10B64DB}" dt="2024-06-05T15:26:42.096" v="1205" actId="34122"/>
          <ac:spMkLst>
            <pc:docMk/>
            <pc:sldMk cId="1696637377" sldId="264"/>
            <ac:spMk id="45" creationId="{E404699C-D6F9-46FE-A20B-E119A315CCFF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47" creationId="{16DE063C-7A53-6FCB-7752-E32FCAD58EBF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50" creationId="{7480E6C2-BB31-37EC-AB09-BE4C184AC20B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51" creationId="{466024F4-89A9-2216-4DA0-1891A3ECBD39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52" creationId="{F98FF0F0-8928-26FF-708E-12D172F826BA}"/>
          </ac:spMkLst>
        </pc:spChg>
        <pc:spChg chg="add del">
          <ac:chgData name="mukul maheshwari" userId="12cb43e2ca5f0d2c" providerId="LiveId" clId="{9BF067B2-97A7-4DBC-BE5F-B748C10B64DB}" dt="2024-06-05T15:26:42.096" v="1205" actId="34122"/>
          <ac:spMkLst>
            <pc:docMk/>
            <pc:sldMk cId="1696637377" sldId="264"/>
            <ac:spMk id="53" creationId="{811178CE-2E6D-4819-95AC-27CC3EBBC173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55" creationId="{19412B06-1084-5C3F-17A3-3CD0CF667178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68" creationId="{58257AC4-35AC-6BD6-2B30-DED21FB52B68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4" creationId="{2407FC11-13E5-F14A-FA53-C7D969391344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5" creationId="{9DCC98FE-E906-516F-3176-5094481CD879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6" creationId="{879311F9-6D77-74E8-88DE-031B07760DEE}"/>
          </ac:spMkLst>
        </pc:spChg>
        <pc:spChg chg="add mod or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7" creationId="{4F978836-6013-C1DD-A430-A5060500E364}"/>
          </ac:spMkLst>
        </pc:spChg>
        <pc:spChg chg="add mod or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8" creationId="{14D2B375-409D-E64B-95A0-FF9B819ED57C}"/>
          </ac:spMkLst>
        </pc:spChg>
        <pc:spChg chg="add mod or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79" creationId="{70857372-B064-E773-2CBC-C7345374CEE2}"/>
          </ac:spMkLst>
        </pc:spChg>
        <pc:spChg chg="add mod or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80" creationId="{F143A614-A8BD-9839-651E-424214220881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81" creationId="{3D07DDE3-E308-9961-623E-B6D31B3E4ABD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82" creationId="{4BEE756D-06F7-DD22-7638-9EBCFAE2CF05}"/>
          </ac:spMkLst>
        </pc:spChg>
        <pc:spChg chg="add mod">
          <ac:chgData name="mukul maheshwari" userId="12cb43e2ca5f0d2c" providerId="LiveId" clId="{9BF067B2-97A7-4DBC-BE5F-B748C10B64DB}" dt="2024-06-05T16:21:26.845" v="1804" actId="164"/>
          <ac:spMkLst>
            <pc:docMk/>
            <pc:sldMk cId="1696637377" sldId="264"/>
            <ac:spMk id="83" creationId="{48B808AE-F809-EC46-5AC7-CC998794CAFE}"/>
          </ac:spMkLst>
        </pc:spChg>
        <pc:grpChg chg="add mod">
          <ac:chgData name="mukul maheshwari" userId="12cb43e2ca5f0d2c" providerId="LiveId" clId="{9BF067B2-97A7-4DBC-BE5F-B748C10B64DB}" dt="2024-06-05T15:48:06.446" v="1510" actId="164"/>
          <ac:grpSpMkLst>
            <pc:docMk/>
            <pc:sldMk cId="1696637377" sldId="264"/>
            <ac:grpSpMk id="32" creationId="{E6386D1F-B623-984A-1344-36A00A6140E6}"/>
          </ac:grpSpMkLst>
        </pc:grpChg>
        <pc:grpChg chg="add mod">
          <ac:chgData name="mukul maheshwari" userId="12cb43e2ca5f0d2c" providerId="LiveId" clId="{9BF067B2-97A7-4DBC-BE5F-B748C10B64DB}" dt="2024-06-05T16:21:26.845" v="1804" actId="164"/>
          <ac:grpSpMkLst>
            <pc:docMk/>
            <pc:sldMk cId="1696637377" sldId="264"/>
            <ac:grpSpMk id="43" creationId="{AD8DFECD-ED7D-F676-90D9-01B4D1747930}"/>
          </ac:grpSpMkLst>
        </pc:grpChg>
        <pc:grpChg chg="add mod">
          <ac:chgData name="mukul maheshwari" userId="12cb43e2ca5f0d2c" providerId="LiveId" clId="{9BF067B2-97A7-4DBC-BE5F-B748C10B64DB}" dt="2024-06-05T16:21:26.845" v="1804" actId="164"/>
          <ac:grpSpMkLst>
            <pc:docMk/>
            <pc:sldMk cId="1696637377" sldId="264"/>
            <ac:grpSpMk id="84" creationId="{AC7943DC-3C21-7374-9AF6-242A1A1F8A3A}"/>
          </ac:grpSpMkLst>
        </pc:grpChg>
        <pc:picChg chg="add mod">
          <ac:chgData name="mukul maheshwari" userId="12cb43e2ca5f0d2c" providerId="LiveId" clId="{9BF067B2-97A7-4DBC-BE5F-B748C10B64DB}" dt="2024-06-05T15:41:49.699" v="1432" actId="164"/>
          <ac:picMkLst>
            <pc:docMk/>
            <pc:sldMk cId="1696637377" sldId="264"/>
            <ac:picMk id="31" creationId="{BAD43A06-9A0D-D562-CA5B-073A022E422F}"/>
          </ac:picMkLst>
        </pc:picChg>
        <pc:picChg chg="add mod">
          <ac:chgData name="mukul maheshwari" userId="12cb43e2ca5f0d2c" providerId="LiveId" clId="{9BF067B2-97A7-4DBC-BE5F-B748C10B64DB}" dt="2024-06-05T16:15:41.871" v="1733" actId="1076"/>
          <ac:picMkLst>
            <pc:docMk/>
            <pc:sldMk cId="1696637377" sldId="264"/>
            <ac:picMk id="36" creationId="{C7FF20EE-B542-3241-7661-8B4582109644}"/>
          </ac:picMkLst>
        </pc:picChg>
        <pc:inkChg chg="add del">
          <ac:chgData name="mukul maheshwari" userId="12cb43e2ca5f0d2c" providerId="LiveId" clId="{9BF067B2-97A7-4DBC-BE5F-B748C10B64DB}" dt="2024-06-05T15:25:26.604" v="1199" actId="34122"/>
          <ac:inkMkLst>
            <pc:docMk/>
            <pc:sldMk cId="1696637377" sldId="264"/>
            <ac:inkMk id="4" creationId="{20EEEDB1-CE82-BAA6-5E4D-D3C97CDDAC40}"/>
          </ac:inkMkLst>
        </pc:inkChg>
        <pc:inkChg chg="add del">
          <ac:chgData name="mukul maheshwari" userId="12cb43e2ca5f0d2c" providerId="LiveId" clId="{9BF067B2-97A7-4DBC-BE5F-B748C10B64DB}" dt="2024-06-05T15:26:53.874" v="1208"/>
          <ac:inkMkLst>
            <pc:docMk/>
            <pc:sldMk cId="1696637377" sldId="264"/>
            <ac:inkMk id="5" creationId="{170DF199-CEA6-ECB8-E545-E5619D3EE33C}"/>
          </ac:inkMkLst>
        </pc:inkChg>
        <pc:inkChg chg="add del">
          <ac:chgData name="mukul maheshwari" userId="12cb43e2ca5f0d2c" providerId="LiveId" clId="{9BF067B2-97A7-4DBC-BE5F-B748C10B64DB}" dt="2024-06-05T15:26:43.499" v="1207" actId="9405"/>
          <ac:inkMkLst>
            <pc:docMk/>
            <pc:sldMk cId="1696637377" sldId="264"/>
            <ac:inkMk id="6" creationId="{8E2C6919-4EAA-E4B6-6043-11E92D93BFFC}"/>
          </ac:inkMkLst>
        </pc:inkChg>
        <pc:inkChg chg="add del">
          <ac:chgData name="mukul maheshwari" userId="12cb43e2ca5f0d2c" providerId="LiveId" clId="{9BF067B2-97A7-4DBC-BE5F-B748C10B64DB}" dt="2024-06-05T15:26:42.483" v="1206" actId="9405"/>
          <ac:inkMkLst>
            <pc:docMk/>
            <pc:sldMk cId="1696637377" sldId="264"/>
            <ac:inkMk id="7" creationId="{0DCA8E63-D9EC-CC46-95DF-F126D182706E}"/>
          </ac:inkMkLst>
        </pc:inkChg>
        <pc:cxnChg chg="add mod">
          <ac:chgData name="mukul maheshwari" userId="12cb43e2ca5f0d2c" providerId="LiveId" clId="{9BF067B2-97A7-4DBC-BE5F-B748C10B64DB}" dt="2024-06-05T15:41:49.699" v="1432" actId="164"/>
          <ac:cxnSpMkLst>
            <pc:docMk/>
            <pc:sldMk cId="1696637377" sldId="264"/>
            <ac:cxnSpMk id="16" creationId="{67E2F5EB-075D-BBAC-04FA-079D1836D11C}"/>
          </ac:cxnSpMkLst>
        </pc:cxnChg>
        <pc:cxnChg chg="add mod">
          <ac:chgData name="mukul maheshwari" userId="12cb43e2ca5f0d2c" providerId="LiveId" clId="{9BF067B2-97A7-4DBC-BE5F-B748C10B64DB}" dt="2024-06-05T15:41:49.699" v="1432" actId="164"/>
          <ac:cxnSpMkLst>
            <pc:docMk/>
            <pc:sldMk cId="1696637377" sldId="264"/>
            <ac:cxnSpMk id="17" creationId="{44AF52F2-3839-27F7-A0C1-DDC0E9E93052}"/>
          </ac:cxnSpMkLst>
        </pc:cxnChg>
        <pc:cxnChg chg="add mod">
          <ac:chgData name="mukul maheshwari" userId="12cb43e2ca5f0d2c" providerId="LiveId" clId="{9BF067B2-97A7-4DBC-BE5F-B748C10B64DB}" dt="2024-06-05T15:45:28.129" v="1451" actId="14100"/>
          <ac:cxnSpMkLst>
            <pc:docMk/>
            <pc:sldMk cId="1696637377" sldId="264"/>
            <ac:cxnSpMk id="20" creationId="{4361849C-A692-EDCE-50CF-26FD3AD330FF}"/>
          </ac:cxnSpMkLst>
        </pc:cxnChg>
        <pc:cxnChg chg="add mod ord">
          <ac:chgData name="mukul maheshwari" userId="12cb43e2ca5f0d2c" providerId="LiveId" clId="{9BF067B2-97A7-4DBC-BE5F-B748C10B64DB}" dt="2024-06-05T15:41:49.699" v="1432" actId="164"/>
          <ac:cxnSpMkLst>
            <pc:docMk/>
            <pc:sldMk cId="1696637377" sldId="264"/>
            <ac:cxnSpMk id="24" creationId="{63D85A33-CECF-6C77-F7E9-BB3C826B4778}"/>
          </ac:cxnSpMkLst>
        </pc:cxnChg>
        <pc:cxnChg chg="add mod ord">
          <ac:chgData name="mukul maheshwari" userId="12cb43e2ca5f0d2c" providerId="LiveId" clId="{9BF067B2-97A7-4DBC-BE5F-B748C10B64DB}" dt="2024-06-05T16:02:00.156" v="1606" actId="14100"/>
          <ac:cxnSpMkLst>
            <pc:docMk/>
            <pc:sldMk cId="1696637377" sldId="264"/>
            <ac:cxnSpMk id="27" creationId="{B94BE5DF-B5C1-1251-4AF2-5D67DD1AF1E5}"/>
          </ac:cxnSpMkLst>
        </pc:cxnChg>
        <pc:cxnChg chg="add mod">
          <ac:chgData name="mukul maheshwari" userId="12cb43e2ca5f0d2c" providerId="LiveId" clId="{9BF067B2-97A7-4DBC-BE5F-B748C10B64DB}" dt="2024-06-05T16:12:44.729" v="1683" actId="1037"/>
          <ac:cxnSpMkLst>
            <pc:docMk/>
            <pc:sldMk cId="1696637377" sldId="264"/>
            <ac:cxnSpMk id="40" creationId="{318DF725-77B4-5A3F-99D8-ACAD132B9FAC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46" creationId="{7ACDDC08-D430-8971-3BF7-662E5797E0D0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48" creationId="{B11FEF64-F293-A979-96DD-4AD9F368536D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54" creationId="{7040AC7B-21FB-9E92-B287-BE3749030326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60" creationId="{33C11454-2C78-61FD-BC4B-7E46DF6710EC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62" creationId="{7EC48B91-482E-DB86-3F63-774142A0B706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66" creationId="{A7B3EC0F-B82A-47F0-62B8-1B598CA3B5FB}"/>
          </ac:cxnSpMkLst>
        </pc:cxnChg>
        <pc:cxnChg chg="add mod">
          <ac:chgData name="mukul maheshwari" userId="12cb43e2ca5f0d2c" providerId="LiveId" clId="{9BF067B2-97A7-4DBC-BE5F-B748C10B64DB}" dt="2024-06-05T16:21:26.845" v="1804" actId="164"/>
          <ac:cxnSpMkLst>
            <pc:docMk/>
            <pc:sldMk cId="1696637377" sldId="264"/>
            <ac:cxnSpMk id="70" creationId="{CC60F321-8C62-C00B-4B0E-8CE76E1B572C}"/>
          </ac:cxnSpMkLst>
        </pc:cxnChg>
        <pc:cxnChg chg="add del mod">
          <ac:chgData name="mukul maheshwari" userId="12cb43e2ca5f0d2c" providerId="LiveId" clId="{9BF067B2-97A7-4DBC-BE5F-B748C10B64DB}" dt="2024-06-05T16:13:50.805" v="1696" actId="478"/>
          <ac:cxnSpMkLst>
            <pc:docMk/>
            <pc:sldMk cId="1696637377" sldId="264"/>
            <ac:cxnSpMk id="72" creationId="{C9F52B68-6510-7F70-CAE8-DBF81519F1C7}"/>
          </ac:cxnSpMkLst>
        </pc:cxnChg>
      </pc:sldChg>
      <pc:sldChg chg="modSp add mod">
        <pc:chgData name="mukul maheshwari" userId="12cb43e2ca5f0d2c" providerId="LiveId" clId="{9BF067B2-97A7-4DBC-BE5F-B748C10B64DB}" dt="2024-06-05T16:41:37.643" v="2070" actId="20577"/>
        <pc:sldMkLst>
          <pc:docMk/>
          <pc:sldMk cId="4039846667" sldId="265"/>
        </pc:sldMkLst>
        <pc:spChg chg="mod">
          <ac:chgData name="mukul maheshwari" userId="12cb43e2ca5f0d2c" providerId="LiveId" clId="{9BF067B2-97A7-4DBC-BE5F-B748C10B64DB}" dt="2024-06-05T16:41:37.643" v="2070" actId="20577"/>
          <ac:spMkLst>
            <pc:docMk/>
            <pc:sldMk cId="4039846667" sldId="265"/>
            <ac:spMk id="3" creationId="{9F8C7BBD-F2E6-73F4-F4BD-6F43A81B352A}"/>
          </ac:spMkLst>
        </pc:spChg>
      </pc:sldChg>
      <pc:sldChg chg="addSp modSp new mod modClrScheme chgLayout">
        <pc:chgData name="mukul maheshwari" userId="12cb43e2ca5f0d2c" providerId="LiveId" clId="{9BF067B2-97A7-4DBC-BE5F-B748C10B64DB}" dt="2024-06-05T16:36:23.799" v="1993" actId="13926"/>
        <pc:sldMkLst>
          <pc:docMk/>
          <pc:sldMk cId="2444741862" sldId="266"/>
        </pc:sldMkLst>
        <pc:spChg chg="add mod">
          <ac:chgData name="mukul maheshwari" userId="12cb43e2ca5f0d2c" providerId="LiveId" clId="{9BF067B2-97A7-4DBC-BE5F-B748C10B64DB}" dt="2024-06-05T16:33:55.038" v="1967" actId="14100"/>
          <ac:spMkLst>
            <pc:docMk/>
            <pc:sldMk cId="2444741862" sldId="266"/>
            <ac:spMk id="2" creationId="{5320E6E9-0CF0-630A-EB74-EBE200DDCE88}"/>
          </ac:spMkLst>
        </pc:spChg>
        <pc:spChg chg="add mod">
          <ac:chgData name="mukul maheshwari" userId="12cb43e2ca5f0d2c" providerId="LiveId" clId="{9BF067B2-97A7-4DBC-BE5F-B748C10B64DB}" dt="2024-06-05T16:36:23.799" v="1993" actId="13926"/>
          <ac:spMkLst>
            <pc:docMk/>
            <pc:sldMk cId="2444741862" sldId="266"/>
            <ac:spMk id="3" creationId="{95C993A3-C4A8-2285-A510-BFFFDCB718A1}"/>
          </ac:spMkLst>
        </pc:spChg>
      </pc:sldChg>
      <pc:sldChg chg="addSp delSp modSp new mod setBg">
        <pc:chgData name="mukul maheshwari" userId="12cb43e2ca5f0d2c" providerId="LiveId" clId="{9BF067B2-97A7-4DBC-BE5F-B748C10B64DB}" dt="2024-06-05T16:41:09.633" v="2064" actId="26606"/>
        <pc:sldMkLst>
          <pc:docMk/>
          <pc:sldMk cId="2565044990" sldId="267"/>
        </pc:sldMkLst>
        <pc:spChg chg="mod">
          <ac:chgData name="mukul maheshwari" userId="12cb43e2ca5f0d2c" providerId="LiveId" clId="{9BF067B2-97A7-4DBC-BE5F-B748C10B64DB}" dt="2024-06-05T16:41:09.633" v="2064" actId="26606"/>
          <ac:spMkLst>
            <pc:docMk/>
            <pc:sldMk cId="2565044990" sldId="267"/>
            <ac:spMk id="2" creationId="{1310DE0A-1AEB-075C-40B9-F204E61709B1}"/>
          </ac:spMkLst>
        </pc:spChg>
        <pc:spChg chg="mod">
          <ac:chgData name="mukul maheshwari" userId="12cb43e2ca5f0d2c" providerId="LiveId" clId="{9BF067B2-97A7-4DBC-BE5F-B748C10B64DB}" dt="2024-06-05T16:41:09.633" v="2064" actId="26606"/>
          <ac:spMkLst>
            <pc:docMk/>
            <pc:sldMk cId="2565044990" sldId="267"/>
            <ac:spMk id="3" creationId="{DA2FE5B5-E116-BE4C-B5C9-74137740F25A}"/>
          </ac:spMkLst>
        </pc:spChg>
        <pc:spChg chg="add del">
          <ac:chgData name="mukul maheshwari" userId="12cb43e2ca5f0d2c" providerId="LiveId" clId="{9BF067B2-97A7-4DBC-BE5F-B748C10B64DB}" dt="2024-06-05T16:41:09.633" v="2064" actId="26606"/>
          <ac:spMkLst>
            <pc:docMk/>
            <pc:sldMk cId="2565044990" sldId="267"/>
            <ac:spMk id="10" creationId="{EDDBB197-D710-4A4F-A9CA-FD2177498BE8}"/>
          </ac:spMkLst>
        </pc:spChg>
        <pc:spChg chg="add del">
          <ac:chgData name="mukul maheshwari" userId="12cb43e2ca5f0d2c" providerId="LiveId" clId="{9BF067B2-97A7-4DBC-BE5F-B748C10B64DB}" dt="2024-06-05T16:41:09.633" v="2064" actId="26606"/>
          <ac:spMkLst>
            <pc:docMk/>
            <pc:sldMk cId="2565044990" sldId="267"/>
            <ac:spMk id="12" creationId="{975D1CFA-2CDB-4B64-BD9F-85744E8DA12F}"/>
          </ac:spMkLst>
        </pc:spChg>
        <pc:grpChg chg="add del">
          <ac:chgData name="mukul maheshwari" userId="12cb43e2ca5f0d2c" providerId="LiveId" clId="{9BF067B2-97A7-4DBC-BE5F-B748C10B64DB}" dt="2024-06-05T16:41:09.633" v="2064" actId="26606"/>
          <ac:grpSpMkLst>
            <pc:docMk/>
            <pc:sldMk cId="2565044990" sldId="267"/>
            <ac:grpSpMk id="14" creationId="{25EE5136-01F1-466C-962D-BA9B4C6757AA}"/>
          </ac:grpSpMkLst>
        </pc:grpChg>
        <pc:picChg chg="add del">
          <ac:chgData name="mukul maheshwari" userId="12cb43e2ca5f0d2c" providerId="LiveId" clId="{9BF067B2-97A7-4DBC-BE5F-B748C10B64DB}" dt="2024-06-05T16:41:09.633" v="2064" actId="26606"/>
          <ac:picMkLst>
            <pc:docMk/>
            <pc:sldMk cId="2565044990" sldId="267"/>
            <ac:picMk id="7" creationId="{D53B5CDC-BBDE-096E-02C5-21FCBEB33632}"/>
          </ac:picMkLst>
        </pc:picChg>
      </pc:sldChg>
      <pc:sldChg chg="addSp delSp modSp new mod modMedia setBg modClrScheme addAnim delAnim setClrOvrMap chgLayout">
        <pc:chgData name="mukul maheshwari" userId="12cb43e2ca5f0d2c" providerId="LiveId" clId="{9BF067B2-97A7-4DBC-BE5F-B748C10B64DB}" dt="2024-06-05T16:42:58.597" v="2072"/>
        <pc:sldMkLst>
          <pc:docMk/>
          <pc:sldMk cId="1157338867" sldId="268"/>
        </pc:sldMkLst>
        <pc:spChg chg="mod ord">
          <ac:chgData name="mukul maheshwari" userId="12cb43e2ca5f0d2c" providerId="LiveId" clId="{9BF067B2-97A7-4DBC-BE5F-B748C10B64DB}" dt="2024-06-05T16:42:58.597" v="2071" actId="26606"/>
          <ac:spMkLst>
            <pc:docMk/>
            <pc:sldMk cId="1157338867" sldId="268"/>
            <ac:spMk id="2" creationId="{137C8C4D-91C1-57A7-61ED-E194715E5382}"/>
          </ac:spMkLst>
        </pc:spChg>
        <pc:spChg chg="del">
          <ac:chgData name="mukul maheshwari" userId="12cb43e2ca5f0d2c" providerId="LiveId" clId="{9BF067B2-97A7-4DBC-BE5F-B748C10B64DB}" dt="2024-06-05T16:40:30.361" v="2055" actId="700"/>
          <ac:spMkLst>
            <pc:docMk/>
            <pc:sldMk cId="1157338867" sldId="268"/>
            <ac:spMk id="3" creationId="{8067844E-88E0-81A1-5295-21E2955C334F}"/>
          </ac:spMkLst>
        </pc:spChg>
        <pc:spChg chg="add del">
          <ac:chgData name="mukul maheshwari" userId="12cb43e2ca5f0d2c" providerId="LiveId" clId="{9BF067B2-97A7-4DBC-BE5F-B748C10B64DB}" dt="2024-06-05T16:40:39.951" v="2059" actId="26606"/>
          <ac:spMkLst>
            <pc:docMk/>
            <pc:sldMk cId="1157338867" sldId="268"/>
            <ac:spMk id="8" creationId="{E0AE394F-AFF1-4485-AF1F-7387A2F041AA}"/>
          </ac:spMkLst>
        </pc:spChg>
        <pc:spChg chg="add del">
          <ac:chgData name="mukul maheshwari" userId="12cb43e2ca5f0d2c" providerId="LiveId" clId="{9BF067B2-97A7-4DBC-BE5F-B748C10B64DB}" dt="2024-06-05T16:40:39.951" v="2059" actId="26606"/>
          <ac:spMkLst>
            <pc:docMk/>
            <pc:sldMk cId="1157338867" sldId="268"/>
            <ac:spMk id="10" creationId="{5683D043-25BB-4AC9-8130-641179672614}"/>
          </ac:spMkLst>
        </pc:spChg>
        <pc:spChg chg="add del">
          <ac:chgData name="mukul maheshwari" userId="12cb43e2ca5f0d2c" providerId="LiveId" clId="{9BF067B2-97A7-4DBC-BE5F-B748C10B64DB}" dt="2024-06-05T16:40:39.951" v="2059" actId="26606"/>
          <ac:spMkLst>
            <pc:docMk/>
            <pc:sldMk cId="1157338867" sldId="268"/>
            <ac:spMk id="12" creationId="{AA61CCAC-6875-474C-8E9E-F57ABF078C2B}"/>
          </ac:spMkLst>
        </pc:spChg>
        <pc:spChg chg="add del">
          <ac:chgData name="mukul maheshwari" userId="12cb43e2ca5f0d2c" providerId="LiveId" clId="{9BF067B2-97A7-4DBC-BE5F-B748C10B64DB}" dt="2024-06-05T16:40:43.171" v="2061" actId="26606"/>
          <ac:spMkLst>
            <pc:docMk/>
            <pc:sldMk cId="1157338867" sldId="268"/>
            <ac:spMk id="14" creationId="{71B2258F-86CA-4D4D-8270-BC05FCDEBFB3}"/>
          </ac:spMkLst>
        </pc:spChg>
        <pc:spChg chg="add del">
          <ac:chgData name="mukul maheshwari" userId="12cb43e2ca5f0d2c" providerId="LiveId" clId="{9BF067B2-97A7-4DBC-BE5F-B748C10B64DB}" dt="2024-06-05T16:42:58.597" v="2071" actId="26606"/>
          <ac:spMkLst>
            <pc:docMk/>
            <pc:sldMk cId="1157338867" sldId="268"/>
            <ac:spMk id="17" creationId="{ECC07320-C2CA-4E29-8481-9D9E143C7788}"/>
          </ac:spMkLst>
        </pc:spChg>
        <pc:spChg chg="add del">
          <ac:chgData name="mukul maheshwari" userId="12cb43e2ca5f0d2c" providerId="LiveId" clId="{9BF067B2-97A7-4DBC-BE5F-B748C10B64DB}" dt="2024-06-05T16:42:58.597" v="2071" actId="26606"/>
          <ac:spMkLst>
            <pc:docMk/>
            <pc:sldMk cId="1157338867" sldId="268"/>
            <ac:spMk id="19" creationId="{178FB36B-5BFE-42CA-BC60-1115E0D95EEC}"/>
          </ac:spMkLst>
        </pc:spChg>
        <pc:spChg chg="add">
          <ac:chgData name="mukul maheshwari" userId="12cb43e2ca5f0d2c" providerId="LiveId" clId="{9BF067B2-97A7-4DBC-BE5F-B748C10B64DB}" dt="2024-06-05T16:42:58.597" v="2071" actId="26606"/>
          <ac:spMkLst>
            <pc:docMk/>
            <pc:sldMk cId="1157338867" sldId="268"/>
            <ac:spMk id="24" creationId="{9C6777B5-64F4-4200-B099-34168B69FE53}"/>
          </ac:spMkLst>
        </pc:spChg>
        <pc:spChg chg="add">
          <ac:chgData name="mukul maheshwari" userId="12cb43e2ca5f0d2c" providerId="LiveId" clId="{9BF067B2-97A7-4DBC-BE5F-B748C10B64DB}" dt="2024-06-05T16:42:58.597" v="2071" actId="26606"/>
          <ac:spMkLst>
            <pc:docMk/>
            <pc:sldMk cId="1157338867" sldId="268"/>
            <ac:spMk id="26" creationId="{9B37791B-B040-4694-BFDC-8DD132D86E8E}"/>
          </ac:spMkLst>
        </pc:spChg>
        <pc:grpChg chg="add">
          <ac:chgData name="mukul maheshwari" userId="12cb43e2ca5f0d2c" providerId="LiveId" clId="{9BF067B2-97A7-4DBC-BE5F-B748C10B64DB}" dt="2024-06-05T16:42:58.597" v="2071" actId="26606"/>
          <ac:grpSpMkLst>
            <pc:docMk/>
            <pc:sldMk cId="1157338867" sldId="268"/>
            <ac:grpSpMk id="28" creationId="{4252769E-B9F0-4068-A645-5BBEF16E9C28}"/>
          </ac:grpSpMkLst>
        </pc:grpChg>
        <pc:picChg chg="add del mod">
          <ac:chgData name="mukul maheshwari" userId="12cb43e2ca5f0d2c" providerId="LiveId" clId="{9BF067B2-97A7-4DBC-BE5F-B748C10B64DB}" dt="2024-06-05T16:40:39.951" v="2059" actId="26606"/>
          <ac:picMkLst>
            <pc:docMk/>
            <pc:sldMk cId="1157338867" sldId="268"/>
            <ac:picMk id="4" creationId="{6EA5F08A-EE5E-6A4D-8A88-CAE25B1E0F47}"/>
          </ac:picMkLst>
        </pc:picChg>
        <pc:picChg chg="add del">
          <ac:chgData name="mukul maheshwari" userId="12cb43e2ca5f0d2c" providerId="LiveId" clId="{9BF067B2-97A7-4DBC-BE5F-B748C10B64DB}" dt="2024-06-05T16:40:43.171" v="2061" actId="26606"/>
          <ac:picMkLst>
            <pc:docMk/>
            <pc:sldMk cId="1157338867" sldId="268"/>
            <ac:picMk id="15" creationId="{A64FF472-ECBD-F9D0-264A-DCD299CB1045}"/>
          </ac:picMkLst>
        </pc:picChg>
        <pc:picChg chg="add mod">
          <ac:chgData name="mukul maheshwari" userId="12cb43e2ca5f0d2c" providerId="LiveId" clId="{9BF067B2-97A7-4DBC-BE5F-B748C10B64DB}" dt="2024-06-05T16:42:58.597" v="2071" actId="26606"/>
          <ac:picMkLst>
            <pc:docMk/>
            <pc:sldMk cId="1157338867" sldId="268"/>
            <ac:picMk id="18" creationId="{BD830CE9-80BE-6E24-911D-B1B78A61810C}"/>
          </ac:picMkLst>
        </pc:picChg>
      </pc:sldChg>
      <pc:sldChg chg="addSp delSp modSp new mod setBg modClrScheme chgLayout">
        <pc:chgData name="mukul maheshwari" userId="12cb43e2ca5f0d2c" providerId="LiveId" clId="{9BF067B2-97A7-4DBC-BE5F-B748C10B64DB}" dt="2024-06-05T16:53:13.138" v="2623" actId="27636"/>
        <pc:sldMkLst>
          <pc:docMk/>
          <pc:sldMk cId="3037964558" sldId="269"/>
        </pc:sldMkLst>
        <pc:spChg chg="mod ord">
          <ac:chgData name="mukul maheshwari" userId="12cb43e2ca5f0d2c" providerId="LiveId" clId="{9BF067B2-97A7-4DBC-BE5F-B748C10B64DB}" dt="2024-06-05T16:52:18.652" v="2608" actId="26606"/>
          <ac:spMkLst>
            <pc:docMk/>
            <pc:sldMk cId="3037964558" sldId="269"/>
            <ac:spMk id="2" creationId="{E8FA892C-48C9-8EF5-1BAC-5DA0D4C328E3}"/>
          </ac:spMkLst>
        </pc:spChg>
        <pc:spChg chg="add mod ord">
          <ac:chgData name="mukul maheshwari" userId="12cb43e2ca5f0d2c" providerId="LiveId" clId="{9BF067B2-97A7-4DBC-BE5F-B748C10B64DB}" dt="2024-06-05T16:53:01.509" v="2619" actId="14100"/>
          <ac:spMkLst>
            <pc:docMk/>
            <pc:sldMk cId="3037964558" sldId="269"/>
            <ac:spMk id="3" creationId="{2EDA0A2F-464A-B2F6-5F65-4412E366581B}"/>
          </ac:spMkLst>
        </pc:spChg>
        <pc:spChg chg="add mod ord">
          <ac:chgData name="mukul maheshwari" userId="12cb43e2ca5f0d2c" providerId="LiveId" clId="{9BF067B2-97A7-4DBC-BE5F-B748C10B64DB}" dt="2024-06-05T16:53:13.138" v="2622" actId="27636"/>
          <ac:spMkLst>
            <pc:docMk/>
            <pc:sldMk cId="3037964558" sldId="269"/>
            <ac:spMk id="4" creationId="{D3D4B4CA-EEAC-EB96-2030-453398621B1A}"/>
          </ac:spMkLst>
        </pc:spChg>
        <pc:spChg chg="add mod ord">
          <ac:chgData name="mukul maheshwari" userId="12cb43e2ca5f0d2c" providerId="LiveId" clId="{9BF067B2-97A7-4DBC-BE5F-B748C10B64DB}" dt="2024-06-05T16:53:01.509" v="2619" actId="14100"/>
          <ac:spMkLst>
            <pc:docMk/>
            <pc:sldMk cId="3037964558" sldId="269"/>
            <ac:spMk id="5" creationId="{014F3DA7-5DB0-26B0-A3DA-415590335F1C}"/>
          </ac:spMkLst>
        </pc:spChg>
        <pc:spChg chg="add mod ord">
          <ac:chgData name="mukul maheshwari" userId="12cb43e2ca5f0d2c" providerId="LiveId" clId="{9BF067B2-97A7-4DBC-BE5F-B748C10B64DB}" dt="2024-06-05T16:53:13.138" v="2623" actId="27636"/>
          <ac:spMkLst>
            <pc:docMk/>
            <pc:sldMk cId="3037964558" sldId="269"/>
            <ac:spMk id="6" creationId="{CC9FBE84-8146-90F9-5E66-D75447AFF09A}"/>
          </ac:spMkLst>
        </pc:spChg>
        <pc:spChg chg="add del">
          <ac:chgData name="mukul maheshwari" userId="12cb43e2ca5f0d2c" providerId="LiveId" clId="{9BF067B2-97A7-4DBC-BE5F-B748C10B64DB}" dt="2024-06-05T16:52:18.652" v="2608" actId="26606"/>
          <ac:spMkLst>
            <pc:docMk/>
            <pc:sldMk cId="3037964558" sldId="269"/>
            <ac:spMk id="12" creationId="{9D8233B0-41B5-4D9A-AEEC-13DB66A8C9B5}"/>
          </ac:spMkLst>
        </pc:spChg>
        <pc:spChg chg="add del">
          <ac:chgData name="mukul maheshwari" userId="12cb43e2ca5f0d2c" providerId="LiveId" clId="{9BF067B2-97A7-4DBC-BE5F-B748C10B64DB}" dt="2024-06-05T16:52:18.652" v="2608" actId="26606"/>
          <ac:spMkLst>
            <pc:docMk/>
            <pc:sldMk cId="3037964558" sldId="269"/>
            <ac:spMk id="18" creationId="{E659831F-0D9A-4C63-9EBB-8435B85A440F}"/>
          </ac:spMkLst>
        </pc:spChg>
        <pc:grpChg chg="add del">
          <ac:chgData name="mukul maheshwari" userId="12cb43e2ca5f0d2c" providerId="LiveId" clId="{9BF067B2-97A7-4DBC-BE5F-B748C10B64DB}" dt="2024-06-05T16:52:18.652" v="2608" actId="26606"/>
          <ac:grpSpMkLst>
            <pc:docMk/>
            <pc:sldMk cId="3037964558" sldId="269"/>
            <ac:grpSpMk id="14" creationId="{28FAF094-D087-493F-8DF9-A486C2D6BBAA}"/>
          </ac:grpSpMkLst>
        </pc:grpChg>
      </pc:sldChg>
      <pc:sldChg chg="addSp delSp modSp new mod modClrScheme chgLayout">
        <pc:chgData name="mukul maheshwari" userId="12cb43e2ca5f0d2c" providerId="LiveId" clId="{9BF067B2-97A7-4DBC-BE5F-B748C10B64DB}" dt="2024-06-05T16:55:43.320" v="2700" actId="27636"/>
        <pc:sldMkLst>
          <pc:docMk/>
          <pc:sldMk cId="2149250956" sldId="270"/>
        </pc:sldMkLst>
        <pc:spChg chg="del mod ord">
          <ac:chgData name="mukul maheshwari" userId="12cb43e2ca5f0d2c" providerId="LiveId" clId="{9BF067B2-97A7-4DBC-BE5F-B748C10B64DB}" dt="2024-06-05T16:53:45.679" v="2625" actId="700"/>
          <ac:spMkLst>
            <pc:docMk/>
            <pc:sldMk cId="2149250956" sldId="270"/>
            <ac:spMk id="2" creationId="{CA07D27D-B67E-C8FB-2264-D08F14B26A36}"/>
          </ac:spMkLst>
        </pc:spChg>
        <pc:spChg chg="del">
          <ac:chgData name="mukul maheshwari" userId="12cb43e2ca5f0d2c" providerId="LiveId" clId="{9BF067B2-97A7-4DBC-BE5F-B748C10B64DB}" dt="2024-06-05T16:53:45.679" v="2625" actId="700"/>
          <ac:spMkLst>
            <pc:docMk/>
            <pc:sldMk cId="2149250956" sldId="270"/>
            <ac:spMk id="3" creationId="{9B18D546-2542-30D7-676B-347A9FDF110F}"/>
          </ac:spMkLst>
        </pc:spChg>
        <pc:spChg chg="del mod ord">
          <ac:chgData name="mukul maheshwari" userId="12cb43e2ca5f0d2c" providerId="LiveId" clId="{9BF067B2-97A7-4DBC-BE5F-B748C10B64DB}" dt="2024-06-05T16:53:45.679" v="2625" actId="700"/>
          <ac:spMkLst>
            <pc:docMk/>
            <pc:sldMk cId="2149250956" sldId="270"/>
            <ac:spMk id="4" creationId="{8A3CE53C-0654-0B31-ABE0-CF86982E5FEB}"/>
          </ac:spMkLst>
        </pc:spChg>
        <pc:spChg chg="del">
          <ac:chgData name="mukul maheshwari" userId="12cb43e2ca5f0d2c" providerId="LiveId" clId="{9BF067B2-97A7-4DBC-BE5F-B748C10B64DB}" dt="2024-06-05T16:53:45.679" v="2625" actId="700"/>
          <ac:spMkLst>
            <pc:docMk/>
            <pc:sldMk cId="2149250956" sldId="270"/>
            <ac:spMk id="5" creationId="{C80F6532-4109-1038-1E13-158C6D782D54}"/>
          </ac:spMkLst>
        </pc:spChg>
        <pc:spChg chg="del">
          <ac:chgData name="mukul maheshwari" userId="12cb43e2ca5f0d2c" providerId="LiveId" clId="{9BF067B2-97A7-4DBC-BE5F-B748C10B64DB}" dt="2024-06-05T16:53:45.679" v="2625" actId="700"/>
          <ac:spMkLst>
            <pc:docMk/>
            <pc:sldMk cId="2149250956" sldId="270"/>
            <ac:spMk id="6" creationId="{AFB8F670-5318-EB0B-C943-EA765DD7E5CF}"/>
          </ac:spMkLst>
        </pc:spChg>
        <pc:spChg chg="add mod ord">
          <ac:chgData name="mukul maheshwari" userId="12cb43e2ca5f0d2c" providerId="LiveId" clId="{9BF067B2-97A7-4DBC-BE5F-B748C10B64DB}" dt="2024-06-05T16:54:02.676" v="2637" actId="20577"/>
          <ac:spMkLst>
            <pc:docMk/>
            <pc:sldMk cId="2149250956" sldId="270"/>
            <ac:spMk id="7" creationId="{B11713AD-C247-C7B9-E99A-534870F80542}"/>
          </ac:spMkLst>
        </pc:spChg>
        <pc:spChg chg="add mod ord">
          <ac:chgData name="mukul maheshwari" userId="12cb43e2ca5f0d2c" providerId="LiveId" clId="{9BF067B2-97A7-4DBC-BE5F-B748C10B64DB}" dt="2024-06-05T16:55:43.320" v="2700" actId="27636"/>
          <ac:spMkLst>
            <pc:docMk/>
            <pc:sldMk cId="2149250956" sldId="270"/>
            <ac:spMk id="8" creationId="{2D55F3AC-26A2-89D3-E577-1A0443ABB2A6}"/>
          </ac:spMkLst>
        </pc:spChg>
      </pc:sldChg>
      <pc:sldChg chg="addSp delSp modSp new mod setBg">
        <pc:chgData name="mukul maheshwari" userId="12cb43e2ca5f0d2c" providerId="LiveId" clId="{9BF067B2-97A7-4DBC-BE5F-B748C10B64DB}" dt="2024-06-05T17:06:01.809" v="2896" actId="14100"/>
        <pc:sldMkLst>
          <pc:docMk/>
          <pc:sldMk cId="264099379" sldId="271"/>
        </pc:sldMkLst>
        <pc:spChg chg="mod">
          <ac:chgData name="mukul maheshwari" userId="12cb43e2ca5f0d2c" providerId="LiveId" clId="{9BF067B2-97A7-4DBC-BE5F-B748C10B64DB}" dt="2024-06-05T17:06:01.809" v="2896" actId="14100"/>
          <ac:spMkLst>
            <pc:docMk/>
            <pc:sldMk cId="264099379" sldId="271"/>
            <ac:spMk id="2" creationId="{A8BB1067-E30F-D8DA-49DD-9FBD8E85AA25}"/>
          </ac:spMkLst>
        </pc:spChg>
        <pc:spChg chg="add del mod">
          <ac:chgData name="mukul maheshwari" userId="12cb43e2ca5f0d2c" providerId="LiveId" clId="{9BF067B2-97A7-4DBC-BE5F-B748C10B64DB}" dt="2024-06-05T17:00:57.705" v="2760" actId="26606"/>
          <ac:spMkLst>
            <pc:docMk/>
            <pc:sldMk cId="264099379" sldId="271"/>
            <ac:spMk id="3" creationId="{29852D7F-EFE6-9F6A-1E2A-4BF8E0147B5A}"/>
          </ac:spMkLst>
        </pc:spChg>
        <pc:spChg chg="add del">
          <ac:chgData name="mukul maheshwari" userId="12cb43e2ca5f0d2c" providerId="LiveId" clId="{9BF067B2-97A7-4DBC-BE5F-B748C10B64DB}" dt="2024-06-05T17:00:57.674" v="2759" actId="26606"/>
          <ac:spMkLst>
            <pc:docMk/>
            <pc:sldMk cId="264099379" sldId="271"/>
            <ac:spMk id="10" creationId="{D335A262-7106-4571-BE09-CFA60A9DB0FF}"/>
          </ac:spMkLst>
        </pc:spChg>
        <pc:spChg chg="add del">
          <ac:chgData name="mukul maheshwari" userId="12cb43e2ca5f0d2c" providerId="LiveId" clId="{9BF067B2-97A7-4DBC-BE5F-B748C10B64DB}" dt="2024-06-05T17:00:57.674" v="2759" actId="26606"/>
          <ac:spMkLst>
            <pc:docMk/>
            <pc:sldMk cId="264099379" sldId="271"/>
            <ac:spMk id="12" creationId="{7A6F043C-2A2A-4ECE-99FC-9670FAF956C5}"/>
          </ac:spMkLst>
        </pc:spChg>
        <pc:spChg chg="add del">
          <ac:chgData name="mukul maheshwari" userId="12cb43e2ca5f0d2c" providerId="LiveId" clId="{9BF067B2-97A7-4DBC-BE5F-B748C10B64DB}" dt="2024-06-05T17:00:57.674" v="2759" actId="26606"/>
          <ac:spMkLst>
            <pc:docMk/>
            <pc:sldMk cId="264099379" sldId="271"/>
            <ac:spMk id="14" creationId="{046FE5A8-8C9A-4D97-A7C4-214929653ACC}"/>
          </ac:spMkLst>
        </pc:spChg>
        <pc:spChg chg="add del">
          <ac:chgData name="mukul maheshwari" userId="12cb43e2ca5f0d2c" providerId="LiveId" clId="{9BF067B2-97A7-4DBC-BE5F-B748C10B64DB}" dt="2024-06-05T17:00:57.674" v="2759" actId="26606"/>
          <ac:spMkLst>
            <pc:docMk/>
            <pc:sldMk cId="264099379" sldId="271"/>
            <ac:spMk id="16" creationId="{B6297F2B-78AD-4022-83A4-78FC55E1136B}"/>
          </ac:spMkLst>
        </pc:spChg>
        <pc:spChg chg="add">
          <ac:chgData name="mukul maheshwari" userId="12cb43e2ca5f0d2c" providerId="LiveId" clId="{9BF067B2-97A7-4DBC-BE5F-B748C10B64DB}" dt="2024-06-05T17:00:57.705" v="2760" actId="26606"/>
          <ac:spMkLst>
            <pc:docMk/>
            <pc:sldMk cId="264099379" sldId="271"/>
            <ac:spMk id="19" creationId="{EDDBB197-D710-4A4F-A9CA-FD2177498BE8}"/>
          </ac:spMkLst>
        </pc:spChg>
        <pc:spChg chg="add">
          <ac:chgData name="mukul maheshwari" userId="12cb43e2ca5f0d2c" providerId="LiveId" clId="{9BF067B2-97A7-4DBC-BE5F-B748C10B64DB}" dt="2024-06-05T17:00:57.705" v="2760" actId="26606"/>
          <ac:spMkLst>
            <pc:docMk/>
            <pc:sldMk cId="264099379" sldId="271"/>
            <ac:spMk id="20" creationId="{975D1CFA-2CDB-4B64-BD9F-85744E8DA12F}"/>
          </ac:spMkLst>
        </pc:spChg>
        <pc:spChg chg="add mod">
          <ac:chgData name="mukul maheshwari" userId="12cb43e2ca5f0d2c" providerId="LiveId" clId="{9BF067B2-97A7-4DBC-BE5F-B748C10B64DB}" dt="2024-06-05T17:01:12.246" v="2766" actId="403"/>
          <ac:spMkLst>
            <pc:docMk/>
            <pc:sldMk cId="264099379" sldId="271"/>
            <ac:spMk id="21" creationId="{29852D7F-EFE6-9F6A-1E2A-4BF8E0147B5A}"/>
          </ac:spMkLst>
        </pc:spChg>
        <pc:grpChg chg="add">
          <ac:chgData name="mukul maheshwari" userId="12cb43e2ca5f0d2c" providerId="LiveId" clId="{9BF067B2-97A7-4DBC-BE5F-B748C10B64DB}" dt="2024-06-05T17:00:57.705" v="2760" actId="26606"/>
          <ac:grpSpMkLst>
            <pc:docMk/>
            <pc:sldMk cId="264099379" sldId="271"/>
            <ac:grpSpMk id="22" creationId="{25EE5136-01F1-466C-962D-BA9B4C6757AA}"/>
          </ac:grpSpMkLst>
        </pc:grpChg>
        <pc:graphicFrameChg chg="add del">
          <ac:chgData name="mukul maheshwari" userId="12cb43e2ca5f0d2c" providerId="LiveId" clId="{9BF067B2-97A7-4DBC-BE5F-B748C10B64DB}" dt="2024-06-05T17:00:57.674" v="2759" actId="26606"/>
          <ac:graphicFrameMkLst>
            <pc:docMk/>
            <pc:sldMk cId="264099379" sldId="271"/>
            <ac:graphicFrameMk id="5" creationId="{FD4B41EE-42B2-D9BD-371C-00F68BE255BA}"/>
          </ac:graphicFrameMkLst>
        </pc:graphicFrameChg>
        <pc:picChg chg="add del">
          <ac:chgData name="mukul maheshwari" userId="12cb43e2ca5f0d2c" providerId="LiveId" clId="{9BF067B2-97A7-4DBC-BE5F-B748C10B64DB}" dt="2024-06-05T17:00:57.674" v="2759" actId="26606"/>
          <ac:picMkLst>
            <pc:docMk/>
            <pc:sldMk cId="264099379" sldId="271"/>
            <ac:picMk id="6" creationId="{2660904D-2353-BFAB-12B9-E3220DE1C86D}"/>
          </ac:picMkLst>
        </pc:picChg>
        <pc:picChg chg="add">
          <ac:chgData name="mukul maheshwari" userId="12cb43e2ca5f0d2c" providerId="LiveId" clId="{9BF067B2-97A7-4DBC-BE5F-B748C10B64DB}" dt="2024-06-05T17:00:57.705" v="2760" actId="26606"/>
          <ac:picMkLst>
            <pc:docMk/>
            <pc:sldMk cId="264099379" sldId="271"/>
            <ac:picMk id="7" creationId="{356B5C04-7024-3D7A-2A2C-2AD80935EA7A}"/>
          </ac:picMkLst>
        </pc:picChg>
      </pc:sldChg>
      <pc:sldChg chg="addSp delSp modSp new mod setBg">
        <pc:chgData name="mukul maheshwari" userId="12cb43e2ca5f0d2c" providerId="LiveId" clId="{9BF067B2-97A7-4DBC-BE5F-B748C10B64DB}" dt="2024-06-05T17:04:24.325" v="2882" actId="27636"/>
        <pc:sldMkLst>
          <pc:docMk/>
          <pc:sldMk cId="604386822" sldId="272"/>
        </pc:sldMkLst>
        <pc:spChg chg="mod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2" creationId="{5F17ACAA-FD1E-387C-FA5A-BABD19C76B98}"/>
          </ac:spMkLst>
        </pc:spChg>
        <pc:spChg chg="mod">
          <ac:chgData name="mukul maheshwari" userId="12cb43e2ca5f0d2c" providerId="LiveId" clId="{9BF067B2-97A7-4DBC-BE5F-B748C10B64DB}" dt="2024-06-05T17:04:24.325" v="2882" actId="27636"/>
          <ac:spMkLst>
            <pc:docMk/>
            <pc:sldMk cId="604386822" sldId="272"/>
            <ac:spMk id="3" creationId="{17B06871-DC04-4255-4006-B25E31ED55AB}"/>
          </ac:spMkLst>
        </pc:spChg>
        <pc:spChg chg="add del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9" creationId="{C0763A76-9F1C-4FC5-82B7-DD475DA461B2}"/>
          </ac:spMkLst>
        </pc:spChg>
        <pc:spChg chg="add del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11" creationId="{E81BF4F6-F2CF-4984-9D14-D6966D92F99F}"/>
          </ac:spMkLst>
        </pc:spChg>
        <pc:spChg chg="add del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16" creationId="{4F7EBAE4-9945-4473-9E34-B2C66EA0F03D}"/>
          </ac:spMkLst>
        </pc:spChg>
        <pc:spChg chg="add del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18" creationId="{70BEB1E7-2F88-40BC-B73D-42E5B6F80BFC}"/>
          </ac:spMkLst>
        </pc:spChg>
        <pc:spChg chg="add del">
          <ac:chgData name="mukul maheshwari" userId="12cb43e2ca5f0d2c" providerId="LiveId" clId="{9BF067B2-97A7-4DBC-BE5F-B748C10B64DB}" dt="2024-06-05T17:04:07.778" v="2871" actId="26606"/>
          <ac:spMkLst>
            <pc:docMk/>
            <pc:sldMk cId="604386822" sldId="272"/>
            <ac:spMk id="20" creationId="{A7B99495-F43F-4D80-A44F-2CB4764EB90B}"/>
          </ac:spMkLst>
        </pc:spChg>
        <pc:picChg chg="add mod">
          <ac:chgData name="mukul maheshwari" userId="12cb43e2ca5f0d2c" providerId="LiveId" clId="{9BF067B2-97A7-4DBC-BE5F-B748C10B64DB}" dt="2024-06-05T17:04:07.778" v="2871" actId="26606"/>
          <ac:picMkLst>
            <pc:docMk/>
            <pc:sldMk cId="604386822" sldId="272"/>
            <ac:picMk id="5" creationId="{AB37431C-0119-660C-4FC2-0B69036AF57B}"/>
          </ac:picMkLst>
        </pc:picChg>
      </pc:sldChg>
      <pc:sldChg chg="modSp new mod">
        <pc:chgData name="mukul maheshwari" userId="12cb43e2ca5f0d2c" providerId="LiveId" clId="{9BF067B2-97A7-4DBC-BE5F-B748C10B64DB}" dt="2024-06-05T17:08:02.728" v="2925" actId="33524"/>
        <pc:sldMkLst>
          <pc:docMk/>
          <pc:sldMk cId="3703355399" sldId="273"/>
        </pc:sldMkLst>
        <pc:spChg chg="mod">
          <ac:chgData name="mukul maheshwari" userId="12cb43e2ca5f0d2c" providerId="LiveId" clId="{9BF067B2-97A7-4DBC-BE5F-B748C10B64DB}" dt="2024-06-05T17:05:47.132" v="2891" actId="20577"/>
          <ac:spMkLst>
            <pc:docMk/>
            <pc:sldMk cId="3703355399" sldId="273"/>
            <ac:spMk id="2" creationId="{0B55CC3F-F0DD-D966-86EB-62AB925D7C52}"/>
          </ac:spMkLst>
        </pc:spChg>
        <pc:spChg chg="mod">
          <ac:chgData name="mukul maheshwari" userId="12cb43e2ca5f0d2c" providerId="LiveId" clId="{9BF067B2-97A7-4DBC-BE5F-B748C10B64DB}" dt="2024-06-05T17:08:02.728" v="2925" actId="33524"/>
          <ac:spMkLst>
            <pc:docMk/>
            <pc:sldMk cId="3703355399" sldId="273"/>
            <ac:spMk id="3" creationId="{E3EF16A5-064C-7BB3-BEAC-EE5BFF4F4875}"/>
          </ac:spMkLst>
        </pc:spChg>
      </pc:sldChg>
      <pc:sldChg chg="modSp new mod">
        <pc:chgData name="mukul maheshwari" userId="12cb43e2ca5f0d2c" providerId="LiveId" clId="{9BF067B2-97A7-4DBC-BE5F-B748C10B64DB}" dt="2024-06-05T17:11:44.425" v="3046" actId="20577"/>
        <pc:sldMkLst>
          <pc:docMk/>
          <pc:sldMk cId="452648670" sldId="274"/>
        </pc:sldMkLst>
        <pc:spChg chg="mod">
          <ac:chgData name="mukul maheshwari" userId="12cb43e2ca5f0d2c" providerId="LiveId" clId="{9BF067B2-97A7-4DBC-BE5F-B748C10B64DB}" dt="2024-06-05T17:08:20.976" v="2953" actId="20577"/>
          <ac:spMkLst>
            <pc:docMk/>
            <pc:sldMk cId="452648670" sldId="274"/>
            <ac:spMk id="2" creationId="{AD1A07B3-AB46-46AC-612D-4E11E1CBCB81}"/>
          </ac:spMkLst>
        </pc:spChg>
        <pc:spChg chg="mod">
          <ac:chgData name="mukul maheshwari" userId="12cb43e2ca5f0d2c" providerId="LiveId" clId="{9BF067B2-97A7-4DBC-BE5F-B748C10B64DB}" dt="2024-06-05T17:11:44.425" v="3046" actId="20577"/>
          <ac:spMkLst>
            <pc:docMk/>
            <pc:sldMk cId="452648670" sldId="274"/>
            <ac:spMk id="3" creationId="{61EA2AB3-F793-8B56-ACA6-3EBDAFE064E3}"/>
          </ac:spMkLst>
        </pc:spChg>
      </pc:sldChg>
      <pc:sldChg chg="modSp new mod">
        <pc:chgData name="mukul maheshwari" userId="12cb43e2ca5f0d2c" providerId="LiveId" clId="{9BF067B2-97A7-4DBC-BE5F-B748C10B64DB}" dt="2024-06-05T17:14:11.397" v="3084" actId="20577"/>
        <pc:sldMkLst>
          <pc:docMk/>
          <pc:sldMk cId="777133479" sldId="275"/>
        </pc:sldMkLst>
        <pc:spChg chg="mod">
          <ac:chgData name="mukul maheshwari" userId="12cb43e2ca5f0d2c" providerId="LiveId" clId="{9BF067B2-97A7-4DBC-BE5F-B748C10B64DB}" dt="2024-06-05T17:12:03.087" v="3066" actId="20577"/>
          <ac:spMkLst>
            <pc:docMk/>
            <pc:sldMk cId="777133479" sldId="275"/>
            <ac:spMk id="2" creationId="{DA2E80D7-FC33-D711-A83F-1761CA97BDDA}"/>
          </ac:spMkLst>
        </pc:spChg>
        <pc:spChg chg="mod">
          <ac:chgData name="mukul maheshwari" userId="12cb43e2ca5f0d2c" providerId="LiveId" clId="{9BF067B2-97A7-4DBC-BE5F-B748C10B64DB}" dt="2024-06-05T17:14:11.397" v="3084" actId="20577"/>
          <ac:spMkLst>
            <pc:docMk/>
            <pc:sldMk cId="777133479" sldId="275"/>
            <ac:spMk id="3" creationId="{607D8854-A88C-CAA1-8C20-EAD970C85501}"/>
          </ac:spMkLst>
        </pc:spChg>
      </pc:sldChg>
      <pc:sldChg chg="addSp delSp modSp new mod setBg setClrOvrMap">
        <pc:chgData name="mukul maheshwari" userId="12cb43e2ca5f0d2c" providerId="LiveId" clId="{9BF067B2-97A7-4DBC-BE5F-B748C10B64DB}" dt="2024-06-05T17:16:28.270" v="3106" actId="26606"/>
        <pc:sldMkLst>
          <pc:docMk/>
          <pc:sldMk cId="28767676" sldId="276"/>
        </pc:sldMkLst>
        <pc:spChg chg="mod">
          <ac:chgData name="mukul maheshwari" userId="12cb43e2ca5f0d2c" providerId="LiveId" clId="{9BF067B2-97A7-4DBC-BE5F-B748C10B64DB}" dt="2024-06-05T17:16:28.270" v="3106" actId="26606"/>
          <ac:spMkLst>
            <pc:docMk/>
            <pc:sldMk cId="28767676" sldId="276"/>
            <ac:spMk id="2" creationId="{B5ADDEC0-A788-6A5B-47F7-E8296703EBF6}"/>
          </ac:spMkLst>
        </pc:spChg>
        <pc:spChg chg="add del">
          <ac:chgData name="mukul maheshwari" userId="12cb43e2ca5f0d2c" providerId="LiveId" clId="{9BF067B2-97A7-4DBC-BE5F-B748C10B64DB}" dt="2024-06-05T17:16:28.270" v="3106" actId="26606"/>
          <ac:spMkLst>
            <pc:docMk/>
            <pc:sldMk cId="28767676" sldId="276"/>
            <ac:spMk id="3" creationId="{1AD23B3A-9034-1603-2AB2-A115B1736B45}"/>
          </ac:spMkLst>
        </pc:spChg>
        <pc:spChg chg="add del">
          <ac:chgData name="mukul maheshwari" userId="12cb43e2ca5f0d2c" providerId="LiveId" clId="{9BF067B2-97A7-4DBC-BE5F-B748C10B64DB}" dt="2024-06-05T17:16:28.255" v="3105" actId="26606"/>
          <ac:spMkLst>
            <pc:docMk/>
            <pc:sldMk cId="28767676" sldId="276"/>
            <ac:spMk id="9" creationId="{E014418F-10CE-4493-8436-D9FFEEDF1349}"/>
          </ac:spMkLst>
        </pc:spChg>
        <pc:spChg chg="add">
          <ac:chgData name="mukul maheshwari" userId="12cb43e2ca5f0d2c" providerId="LiveId" clId="{9BF067B2-97A7-4DBC-BE5F-B748C10B64DB}" dt="2024-06-05T17:16:28.270" v="3106" actId="26606"/>
          <ac:spMkLst>
            <pc:docMk/>
            <pc:sldMk cId="28767676" sldId="276"/>
            <ac:spMk id="11" creationId="{F35BC353-549C-47DC-9732-7E6961372840}"/>
          </ac:spMkLst>
        </pc:spChg>
        <pc:spChg chg="add">
          <ac:chgData name="mukul maheshwari" userId="12cb43e2ca5f0d2c" providerId="LiveId" clId="{9BF067B2-97A7-4DBC-BE5F-B748C10B64DB}" dt="2024-06-05T17:16:28.270" v="3106" actId="26606"/>
          <ac:spMkLst>
            <pc:docMk/>
            <pc:sldMk cId="28767676" sldId="276"/>
            <ac:spMk id="12" creationId="{78E81931-EC11-4433-BB7B-ED42BAA2441E}"/>
          </ac:spMkLst>
        </pc:spChg>
        <pc:picChg chg="add del">
          <ac:chgData name="mukul maheshwari" userId="12cb43e2ca5f0d2c" providerId="LiveId" clId="{9BF067B2-97A7-4DBC-BE5F-B748C10B64DB}" dt="2024-06-05T17:16:28.255" v="3105" actId="26606"/>
          <ac:picMkLst>
            <pc:docMk/>
            <pc:sldMk cId="28767676" sldId="276"/>
            <ac:picMk id="5" creationId="{16B13C23-1723-CE56-5F5E-B9453A1F64C9}"/>
          </ac:picMkLst>
        </pc:picChg>
        <pc:picChg chg="add">
          <ac:chgData name="mukul maheshwari" userId="12cb43e2ca5f0d2c" providerId="LiveId" clId="{9BF067B2-97A7-4DBC-BE5F-B748C10B64DB}" dt="2024-06-05T17:16:28.270" v="3106" actId="26606"/>
          <ac:picMkLst>
            <pc:docMk/>
            <pc:sldMk cId="28767676" sldId="276"/>
            <ac:picMk id="13" creationId="{D30EFA45-9FEF-4204-1235-8E801215B2AE}"/>
          </ac:picMkLst>
        </pc:picChg>
      </pc:sldChg>
      <pc:sldChg chg="addSp delSp modSp new mod setBg">
        <pc:chgData name="mukul maheshwari" userId="12cb43e2ca5f0d2c" providerId="LiveId" clId="{9BF067B2-97A7-4DBC-BE5F-B748C10B64DB}" dt="2024-06-05T17:18:19.355" v="3160" actId="26606"/>
        <pc:sldMkLst>
          <pc:docMk/>
          <pc:sldMk cId="32533893" sldId="277"/>
        </pc:sldMkLst>
        <pc:spChg chg="mod">
          <ac:chgData name="mukul maheshwari" userId="12cb43e2ca5f0d2c" providerId="LiveId" clId="{9BF067B2-97A7-4DBC-BE5F-B748C10B64DB}" dt="2024-06-05T17:18:19.355" v="3160" actId="26606"/>
          <ac:spMkLst>
            <pc:docMk/>
            <pc:sldMk cId="32533893" sldId="277"/>
            <ac:spMk id="2" creationId="{D6F547D7-38AF-E33F-BB6C-A54CC06F743E}"/>
          </ac:spMkLst>
        </pc:spChg>
        <pc:spChg chg="mod">
          <ac:chgData name="mukul maheshwari" userId="12cb43e2ca5f0d2c" providerId="LiveId" clId="{9BF067B2-97A7-4DBC-BE5F-B748C10B64DB}" dt="2024-06-05T17:18:19.355" v="3160" actId="26606"/>
          <ac:spMkLst>
            <pc:docMk/>
            <pc:sldMk cId="32533893" sldId="277"/>
            <ac:spMk id="3" creationId="{ABC2F19F-321C-192D-54DF-D35E9621181C}"/>
          </ac:spMkLst>
        </pc:spChg>
        <pc:spChg chg="add del">
          <ac:chgData name="mukul maheshwari" userId="12cb43e2ca5f0d2c" providerId="LiveId" clId="{9BF067B2-97A7-4DBC-BE5F-B748C10B64DB}" dt="2024-06-05T17:18:19.355" v="3160" actId="26606"/>
          <ac:spMkLst>
            <pc:docMk/>
            <pc:sldMk cId="32533893" sldId="277"/>
            <ac:spMk id="9" creationId="{3ECBE1F1-D69B-4AFA-ABD5-8E41720EF6DE}"/>
          </ac:spMkLst>
        </pc:spChg>
        <pc:spChg chg="add del">
          <ac:chgData name="mukul maheshwari" userId="12cb43e2ca5f0d2c" providerId="LiveId" clId="{9BF067B2-97A7-4DBC-BE5F-B748C10B64DB}" dt="2024-06-05T17:18:19.355" v="3160" actId="26606"/>
          <ac:spMkLst>
            <pc:docMk/>
            <pc:sldMk cId="32533893" sldId="277"/>
            <ac:spMk id="11" creationId="{603A6265-E10C-4B85-9C20-E75FCAF9CC63}"/>
          </ac:spMkLst>
        </pc:spChg>
        <pc:picChg chg="add del">
          <ac:chgData name="mukul maheshwari" userId="12cb43e2ca5f0d2c" providerId="LiveId" clId="{9BF067B2-97A7-4DBC-BE5F-B748C10B64DB}" dt="2024-06-05T17:18:19.355" v="3160" actId="26606"/>
          <ac:picMkLst>
            <pc:docMk/>
            <pc:sldMk cId="32533893" sldId="277"/>
            <ac:picMk id="5" creationId="{8BB4117C-F25B-ECB8-2939-687793EB1DD0}"/>
          </ac:picMkLst>
        </pc:picChg>
      </pc:sldChg>
      <pc:sldChg chg="modSp new mod">
        <pc:chgData name="mukul maheshwari" userId="12cb43e2ca5f0d2c" providerId="LiveId" clId="{9BF067B2-97A7-4DBC-BE5F-B748C10B64DB}" dt="2024-06-05T17:24:27.951" v="3289" actId="13926"/>
        <pc:sldMkLst>
          <pc:docMk/>
          <pc:sldMk cId="3596726361" sldId="278"/>
        </pc:sldMkLst>
        <pc:spChg chg="mod">
          <ac:chgData name="mukul maheshwari" userId="12cb43e2ca5f0d2c" providerId="LiveId" clId="{9BF067B2-97A7-4DBC-BE5F-B748C10B64DB}" dt="2024-06-05T17:18:32.266" v="3178" actId="20577"/>
          <ac:spMkLst>
            <pc:docMk/>
            <pc:sldMk cId="3596726361" sldId="278"/>
            <ac:spMk id="2" creationId="{EDC28AF0-7B30-469B-4D13-1AD405B4CE32}"/>
          </ac:spMkLst>
        </pc:spChg>
        <pc:spChg chg="mod">
          <ac:chgData name="mukul maheshwari" userId="12cb43e2ca5f0d2c" providerId="LiveId" clId="{9BF067B2-97A7-4DBC-BE5F-B748C10B64DB}" dt="2024-06-05T17:24:27.951" v="3289" actId="13926"/>
          <ac:spMkLst>
            <pc:docMk/>
            <pc:sldMk cId="3596726361" sldId="278"/>
            <ac:spMk id="3" creationId="{DA53CBCF-732C-E868-CE38-72D344502991}"/>
          </ac:spMkLst>
        </pc:spChg>
      </pc:sldChg>
      <pc:sldChg chg="modSp new mod">
        <pc:chgData name="mukul maheshwari" userId="12cb43e2ca5f0d2c" providerId="LiveId" clId="{9BF067B2-97A7-4DBC-BE5F-B748C10B64DB}" dt="2024-06-05T17:32:57.217" v="3376" actId="20577"/>
        <pc:sldMkLst>
          <pc:docMk/>
          <pc:sldMk cId="2637644538" sldId="279"/>
        </pc:sldMkLst>
        <pc:spChg chg="mod">
          <ac:chgData name="mukul maheshwari" userId="12cb43e2ca5f0d2c" providerId="LiveId" clId="{9BF067B2-97A7-4DBC-BE5F-B748C10B64DB}" dt="2024-06-05T17:30:07.019" v="3300" actId="20577"/>
          <ac:spMkLst>
            <pc:docMk/>
            <pc:sldMk cId="2637644538" sldId="279"/>
            <ac:spMk id="2" creationId="{71762164-3816-5843-2F33-52F13943A6EF}"/>
          </ac:spMkLst>
        </pc:spChg>
        <pc:spChg chg="mod">
          <ac:chgData name="mukul maheshwari" userId="12cb43e2ca5f0d2c" providerId="LiveId" clId="{9BF067B2-97A7-4DBC-BE5F-B748C10B64DB}" dt="2024-06-05T17:32:57.217" v="3376" actId="20577"/>
          <ac:spMkLst>
            <pc:docMk/>
            <pc:sldMk cId="2637644538" sldId="279"/>
            <ac:spMk id="3" creationId="{F12BBDBA-8951-6D84-7990-EF26B88738F5}"/>
          </ac:spMkLst>
        </pc:spChg>
      </pc:sldChg>
      <pc:sldChg chg="addSp delSp modSp new mod setBg modClrScheme chgLayout">
        <pc:chgData name="mukul maheshwari" userId="12cb43e2ca5f0d2c" providerId="LiveId" clId="{9BF067B2-97A7-4DBC-BE5F-B748C10B64DB}" dt="2024-06-05T17:36:47.477" v="3385" actId="27614"/>
        <pc:sldMkLst>
          <pc:docMk/>
          <pc:sldMk cId="2818562558" sldId="280"/>
        </pc:sldMkLst>
        <pc:spChg chg="del">
          <ac:chgData name="mukul maheshwari" userId="12cb43e2ca5f0d2c" providerId="LiveId" clId="{9BF067B2-97A7-4DBC-BE5F-B748C10B64DB}" dt="2024-06-05T17:36:34.656" v="3378" actId="700"/>
          <ac:spMkLst>
            <pc:docMk/>
            <pc:sldMk cId="2818562558" sldId="280"/>
            <ac:spMk id="2" creationId="{3860EA3D-029B-7128-9988-ED24D47DBAC2}"/>
          </ac:spMkLst>
        </pc:spChg>
        <pc:spChg chg="del">
          <ac:chgData name="mukul maheshwari" userId="12cb43e2ca5f0d2c" providerId="LiveId" clId="{9BF067B2-97A7-4DBC-BE5F-B748C10B64DB}" dt="2024-06-05T17:36:34.656" v="3378" actId="700"/>
          <ac:spMkLst>
            <pc:docMk/>
            <pc:sldMk cId="2818562558" sldId="280"/>
            <ac:spMk id="3" creationId="{02469D1C-34DB-80FE-BA06-0602707199CC}"/>
          </ac:spMkLst>
        </pc:spChg>
        <pc:spChg chg="add del">
          <ac:chgData name="mukul maheshwari" userId="12cb43e2ca5f0d2c" providerId="LiveId" clId="{9BF067B2-97A7-4DBC-BE5F-B748C10B64DB}" dt="2024-06-05T17:36:40.942" v="3381" actId="26606"/>
          <ac:spMkLst>
            <pc:docMk/>
            <pc:sldMk cId="2818562558" sldId="280"/>
            <ac:spMk id="10" creationId="{42A4FC2C-047E-45A5-965D-8E1E3BF09BC6}"/>
          </ac:spMkLst>
        </pc:spChg>
        <pc:spChg chg="add del">
          <ac:chgData name="mukul maheshwari" userId="12cb43e2ca5f0d2c" providerId="LiveId" clId="{9BF067B2-97A7-4DBC-BE5F-B748C10B64DB}" dt="2024-06-05T17:36:43.016" v="3383" actId="26606"/>
          <ac:spMkLst>
            <pc:docMk/>
            <pc:sldMk cId="2818562558" sldId="280"/>
            <ac:spMk id="12" creationId="{CB44330D-EA18-4254-AA95-EB49948539B8}"/>
          </ac:spMkLst>
        </pc:spChg>
        <pc:spChg chg="add del">
          <ac:chgData name="mukul maheshwari" userId="12cb43e2ca5f0d2c" providerId="LiveId" clId="{9BF067B2-97A7-4DBC-BE5F-B748C10B64DB}" dt="2024-06-05T17:36:43.016" v="3383" actId="26606"/>
          <ac:spMkLst>
            <pc:docMk/>
            <pc:sldMk cId="2818562558" sldId="280"/>
            <ac:spMk id="13" creationId="{32BC26D8-82FB-445E-AA49-62A77D7C1EE0}"/>
          </ac:spMkLst>
        </pc:spChg>
        <pc:spChg chg="add">
          <ac:chgData name="mukul maheshwari" userId="12cb43e2ca5f0d2c" providerId="LiveId" clId="{9BF067B2-97A7-4DBC-BE5F-B748C10B64DB}" dt="2024-06-05T17:36:43.032" v="3384" actId="26606"/>
          <ac:spMkLst>
            <pc:docMk/>
            <pc:sldMk cId="2818562558" sldId="280"/>
            <ac:spMk id="15" creationId="{42A4FC2C-047E-45A5-965D-8E1E3BF09BC6}"/>
          </ac:spMkLst>
        </pc:spChg>
        <pc:picChg chg="add mod">
          <ac:chgData name="mukul maheshwari" userId="12cb43e2ca5f0d2c" providerId="LiveId" clId="{9BF067B2-97A7-4DBC-BE5F-B748C10B64DB}" dt="2024-06-05T17:36:47.477" v="3385" actId="27614"/>
          <ac:picMkLst>
            <pc:docMk/>
            <pc:sldMk cId="2818562558" sldId="280"/>
            <ac:picMk id="5" creationId="{69F5CC27-A7B2-FBDE-1F8D-611EFFCCB0E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58C44-2B9F-44DC-9C7E-DAE1807C779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F70B97-F764-472B-BFD0-12DE346C41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Water used by humans comes mainly from land. </a:t>
          </a:r>
        </a:p>
      </dgm:t>
    </dgm:pt>
    <dgm:pt modelId="{5B6EEEBB-B5C4-489E-872F-C4E0D4450D61}" type="parTrans" cxnId="{DF311B1D-B677-4FCE-94F0-3253D64F10FD}">
      <dgm:prSet/>
      <dgm:spPr/>
      <dgm:t>
        <a:bodyPr/>
        <a:lstStyle/>
        <a:p>
          <a:endParaRPr lang="en-US"/>
        </a:p>
      </dgm:t>
    </dgm:pt>
    <dgm:pt modelId="{E9C6E264-A0FA-4989-B40D-703C71864931}" type="sibTrans" cxnId="{DF311B1D-B677-4FCE-94F0-3253D64F10FD}">
      <dgm:prSet/>
      <dgm:spPr/>
      <dgm:t>
        <a:bodyPr/>
        <a:lstStyle/>
        <a:p>
          <a:endParaRPr lang="en-US"/>
        </a:p>
      </dgm:t>
    </dgm:pt>
    <dgm:pt modelId="{2AB312DC-94FC-4F31-99ED-1B4C407BA5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 to ground water in the world. </a:t>
          </a:r>
        </a:p>
      </dgm:t>
    </dgm:pt>
    <dgm:pt modelId="{364DD52C-53A3-434B-AA68-D3E68827D320}" type="parTrans" cxnId="{F11E50CE-C57F-4B56-9684-B6439DAFD85D}">
      <dgm:prSet/>
      <dgm:spPr/>
      <dgm:t>
        <a:bodyPr/>
        <a:lstStyle/>
        <a:p>
          <a:endParaRPr lang="en-US"/>
        </a:p>
      </dgm:t>
    </dgm:pt>
    <dgm:pt modelId="{227ED1EE-3036-456A-BE3A-B8E65D1B994F}" type="sibTrans" cxnId="{F11E50CE-C57F-4B56-9684-B6439DAFD85D}">
      <dgm:prSet/>
      <dgm:spPr/>
      <dgm:t>
        <a:bodyPr/>
        <a:lstStyle/>
        <a:p>
          <a:endParaRPr lang="en-US"/>
        </a:p>
      </dgm:t>
    </dgm:pt>
    <dgm:pt modelId="{9CF7AFDB-E6D2-4F8E-8BC2-3DF9B284EB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should withdraw only quantities of water that can be renewed.</a:t>
          </a:r>
        </a:p>
      </dgm:t>
    </dgm:pt>
    <dgm:pt modelId="{E9EE8C6C-9DF5-4CA0-8283-E7A059592E34}" type="parTrans" cxnId="{71938602-37A6-491C-971F-54487FF48D77}">
      <dgm:prSet/>
      <dgm:spPr/>
      <dgm:t>
        <a:bodyPr/>
        <a:lstStyle/>
        <a:p>
          <a:endParaRPr lang="en-US"/>
        </a:p>
      </dgm:t>
    </dgm:pt>
    <dgm:pt modelId="{11B2CE06-CFBE-441D-823F-2540E5156065}" type="sibTrans" cxnId="{71938602-37A6-491C-971F-54487FF48D77}">
      <dgm:prSet/>
      <dgm:spPr/>
      <dgm:t>
        <a:bodyPr/>
        <a:lstStyle/>
        <a:p>
          <a:endParaRPr lang="en-US"/>
        </a:p>
      </dgm:t>
    </dgm:pt>
    <dgm:pt modelId="{EEF37A56-EFBC-4BCF-B3B5-B0620D53F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Cheapest and most practical means of providing water to small communities. </a:t>
          </a:r>
        </a:p>
      </dgm:t>
    </dgm:pt>
    <dgm:pt modelId="{632421D0-59A7-4554-9CF9-9F1A9CA92061}" type="parTrans" cxnId="{C935BB1A-731F-45F5-B91C-9E37F3006249}">
      <dgm:prSet/>
      <dgm:spPr/>
      <dgm:t>
        <a:bodyPr/>
        <a:lstStyle/>
        <a:p>
          <a:endParaRPr lang="en-US"/>
        </a:p>
      </dgm:t>
    </dgm:pt>
    <dgm:pt modelId="{929907A9-E4C4-4E79-AA4D-CA4E14E67192}" type="sibTrans" cxnId="{C935BB1A-731F-45F5-B91C-9E37F3006249}">
      <dgm:prSet/>
      <dgm:spPr/>
      <dgm:t>
        <a:bodyPr/>
        <a:lstStyle/>
        <a:p>
          <a:endParaRPr lang="en-US"/>
        </a:p>
      </dgm:t>
    </dgm:pt>
    <dgm:pt modelId="{199BEF13-1F3D-4291-99A2-4F0835AC7F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Superior to surface water, because the ground itself provides an effective filtering medium. </a:t>
          </a:r>
        </a:p>
      </dgm:t>
    </dgm:pt>
    <dgm:pt modelId="{438F4B2A-2931-49F6-9865-3709F436B910}" type="parTrans" cxnId="{CE8FBC03-45FB-49F4-AF7E-33F9685C0EC8}">
      <dgm:prSet/>
      <dgm:spPr/>
      <dgm:t>
        <a:bodyPr/>
        <a:lstStyle/>
        <a:p>
          <a:endParaRPr lang="en-US"/>
        </a:p>
      </dgm:t>
    </dgm:pt>
    <dgm:pt modelId="{FEBE07F4-4E3D-458B-BD56-4C6CA2306F06}" type="sibTrans" cxnId="{CE8FBC03-45FB-49F4-AF7E-33F9685C0EC8}">
      <dgm:prSet/>
      <dgm:spPr/>
      <dgm:t>
        <a:bodyPr/>
        <a:lstStyle/>
        <a:p>
          <a:endParaRPr lang="en-US"/>
        </a:p>
      </dgm:t>
    </dgm:pt>
    <dgm:pt modelId="{E59F1E98-F96B-4923-81C4-B41BDCCE02F4}" type="pres">
      <dgm:prSet presAssocID="{B3858C44-2B9F-44DC-9C7E-DAE1807C7790}" presName="root" presStyleCnt="0">
        <dgm:presLayoutVars>
          <dgm:dir/>
          <dgm:resizeHandles val="exact"/>
        </dgm:presLayoutVars>
      </dgm:prSet>
      <dgm:spPr/>
    </dgm:pt>
    <dgm:pt modelId="{8A906820-95CF-4B4F-A26B-4B190B4BDAF7}" type="pres">
      <dgm:prSet presAssocID="{2CF70B97-F764-472B-BFD0-12DE346C4195}" presName="compNode" presStyleCnt="0"/>
      <dgm:spPr/>
    </dgm:pt>
    <dgm:pt modelId="{C3E92BA2-978F-43CC-A9C7-6C946EBC2419}" type="pres">
      <dgm:prSet presAssocID="{2CF70B97-F764-472B-BFD0-12DE346C4195}" presName="bgRect" presStyleLbl="bgShp" presStyleIdx="0" presStyleCnt="4"/>
      <dgm:spPr/>
    </dgm:pt>
    <dgm:pt modelId="{5B0E4092-52BE-4F53-B285-0C819B84C115}" type="pres">
      <dgm:prSet presAssocID="{2CF70B97-F764-472B-BFD0-12DE346C41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4E80A9C6-122E-4934-B86B-1345B045D4C2}" type="pres">
      <dgm:prSet presAssocID="{2CF70B97-F764-472B-BFD0-12DE346C4195}" presName="spaceRect" presStyleCnt="0"/>
      <dgm:spPr/>
    </dgm:pt>
    <dgm:pt modelId="{7E6C1369-F1EA-417C-9717-A0957F86C4B3}" type="pres">
      <dgm:prSet presAssocID="{2CF70B97-F764-472B-BFD0-12DE346C4195}" presName="parTx" presStyleLbl="revTx" presStyleIdx="0" presStyleCnt="5">
        <dgm:presLayoutVars>
          <dgm:chMax val="0"/>
          <dgm:chPref val="0"/>
        </dgm:presLayoutVars>
      </dgm:prSet>
      <dgm:spPr/>
    </dgm:pt>
    <dgm:pt modelId="{9B865716-4014-4235-A07B-D8C14E53A42A}" type="pres">
      <dgm:prSet presAssocID="{E9C6E264-A0FA-4989-B40D-703C71864931}" presName="sibTrans" presStyleCnt="0"/>
      <dgm:spPr/>
    </dgm:pt>
    <dgm:pt modelId="{4C01AD44-0047-43D6-8E31-CAA7571A07CC}" type="pres">
      <dgm:prSet presAssocID="{2AB312DC-94FC-4F31-99ED-1B4C407BA509}" presName="compNode" presStyleCnt="0"/>
      <dgm:spPr/>
    </dgm:pt>
    <dgm:pt modelId="{AA74FDA0-34ED-4355-8948-938AD20528B3}" type="pres">
      <dgm:prSet presAssocID="{2AB312DC-94FC-4F31-99ED-1B4C407BA509}" presName="bgRect" presStyleLbl="bgShp" presStyleIdx="1" presStyleCnt="4"/>
      <dgm:spPr/>
    </dgm:pt>
    <dgm:pt modelId="{C8B45F73-89BB-4247-88A2-12AB7043D1EF}" type="pres">
      <dgm:prSet presAssocID="{2AB312DC-94FC-4F31-99ED-1B4C407BA5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78C36DE1-FD55-4DD0-8EE5-1669D7497FF8}" type="pres">
      <dgm:prSet presAssocID="{2AB312DC-94FC-4F31-99ED-1B4C407BA509}" presName="spaceRect" presStyleCnt="0"/>
      <dgm:spPr/>
    </dgm:pt>
    <dgm:pt modelId="{AF1771A6-E940-418D-BB1A-21C1E15C7972}" type="pres">
      <dgm:prSet presAssocID="{2AB312DC-94FC-4F31-99ED-1B4C407BA509}" presName="parTx" presStyleLbl="revTx" presStyleIdx="1" presStyleCnt="5">
        <dgm:presLayoutVars>
          <dgm:chMax val="0"/>
          <dgm:chPref val="0"/>
        </dgm:presLayoutVars>
      </dgm:prSet>
      <dgm:spPr/>
    </dgm:pt>
    <dgm:pt modelId="{CCBACC7D-E4A3-4183-9155-EAACEDCA38E3}" type="pres">
      <dgm:prSet presAssocID="{2AB312DC-94FC-4F31-99ED-1B4C407BA509}" presName="desTx" presStyleLbl="revTx" presStyleIdx="2" presStyleCnt="5">
        <dgm:presLayoutVars/>
      </dgm:prSet>
      <dgm:spPr/>
    </dgm:pt>
    <dgm:pt modelId="{43DA9401-FF20-4130-9DB3-5CE47D445734}" type="pres">
      <dgm:prSet presAssocID="{227ED1EE-3036-456A-BE3A-B8E65D1B994F}" presName="sibTrans" presStyleCnt="0"/>
      <dgm:spPr/>
    </dgm:pt>
    <dgm:pt modelId="{AE6D6A39-C4F2-4E56-A080-48E2874CBF6C}" type="pres">
      <dgm:prSet presAssocID="{EEF37A56-EFBC-4BCF-B3B5-B0620D53FFC0}" presName="compNode" presStyleCnt="0"/>
      <dgm:spPr/>
    </dgm:pt>
    <dgm:pt modelId="{38CFF478-29EC-4AC4-9EED-25B6C177AF95}" type="pres">
      <dgm:prSet presAssocID="{EEF37A56-EFBC-4BCF-B3B5-B0620D53FFC0}" presName="bgRect" presStyleLbl="bgShp" presStyleIdx="2" presStyleCnt="4"/>
      <dgm:spPr/>
    </dgm:pt>
    <dgm:pt modelId="{88D19BD8-A563-4F5A-8D39-C6BF54144C30}" type="pres">
      <dgm:prSet presAssocID="{EEF37A56-EFBC-4BCF-B3B5-B0620D53FF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A754795-BE25-4FF4-BD5B-32111F9DF3A4}" type="pres">
      <dgm:prSet presAssocID="{EEF37A56-EFBC-4BCF-B3B5-B0620D53FFC0}" presName="spaceRect" presStyleCnt="0"/>
      <dgm:spPr/>
    </dgm:pt>
    <dgm:pt modelId="{BFCEFAD3-587A-4F29-BBD3-8B601BEBB3A8}" type="pres">
      <dgm:prSet presAssocID="{EEF37A56-EFBC-4BCF-B3B5-B0620D53FFC0}" presName="parTx" presStyleLbl="revTx" presStyleIdx="3" presStyleCnt="5">
        <dgm:presLayoutVars>
          <dgm:chMax val="0"/>
          <dgm:chPref val="0"/>
        </dgm:presLayoutVars>
      </dgm:prSet>
      <dgm:spPr/>
    </dgm:pt>
    <dgm:pt modelId="{9E0EC510-AF53-443E-9AE4-BBE8410E2E6C}" type="pres">
      <dgm:prSet presAssocID="{929907A9-E4C4-4E79-AA4D-CA4E14E67192}" presName="sibTrans" presStyleCnt="0"/>
      <dgm:spPr/>
    </dgm:pt>
    <dgm:pt modelId="{4850FEB9-81C8-478E-AFA6-55E4A25B0744}" type="pres">
      <dgm:prSet presAssocID="{199BEF13-1F3D-4291-99A2-4F0835AC7FAD}" presName="compNode" presStyleCnt="0"/>
      <dgm:spPr/>
    </dgm:pt>
    <dgm:pt modelId="{57345CDB-5120-4149-91D9-007BE44687BD}" type="pres">
      <dgm:prSet presAssocID="{199BEF13-1F3D-4291-99A2-4F0835AC7FAD}" presName="bgRect" presStyleLbl="bgShp" presStyleIdx="3" presStyleCnt="4"/>
      <dgm:spPr/>
    </dgm:pt>
    <dgm:pt modelId="{E7975A71-FCC2-41FB-A199-A219787D51AC}" type="pres">
      <dgm:prSet presAssocID="{199BEF13-1F3D-4291-99A2-4F0835AC7F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4C7FAC5-130E-487F-BCE0-BDDA6FB0BD5D}" type="pres">
      <dgm:prSet presAssocID="{199BEF13-1F3D-4291-99A2-4F0835AC7FAD}" presName="spaceRect" presStyleCnt="0"/>
      <dgm:spPr/>
    </dgm:pt>
    <dgm:pt modelId="{4BF7E54B-D32C-4850-B646-C6053DC1193B}" type="pres">
      <dgm:prSet presAssocID="{199BEF13-1F3D-4291-99A2-4F0835AC7FA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1938602-37A6-491C-971F-54487FF48D77}" srcId="{2AB312DC-94FC-4F31-99ED-1B4C407BA509}" destId="{9CF7AFDB-E6D2-4F8E-8BC2-3DF9B284EB6E}" srcOrd="0" destOrd="0" parTransId="{E9EE8C6C-9DF5-4CA0-8283-E7A059592E34}" sibTransId="{11B2CE06-CFBE-441D-823F-2540E5156065}"/>
    <dgm:cxn modelId="{CE8FBC03-45FB-49F4-AF7E-33F9685C0EC8}" srcId="{B3858C44-2B9F-44DC-9C7E-DAE1807C7790}" destId="{199BEF13-1F3D-4291-99A2-4F0835AC7FAD}" srcOrd="3" destOrd="0" parTransId="{438F4B2A-2931-49F6-9865-3709F436B910}" sibTransId="{FEBE07F4-4E3D-458B-BD56-4C6CA2306F06}"/>
    <dgm:cxn modelId="{C935BB1A-731F-45F5-B91C-9E37F3006249}" srcId="{B3858C44-2B9F-44DC-9C7E-DAE1807C7790}" destId="{EEF37A56-EFBC-4BCF-B3B5-B0620D53FFC0}" srcOrd="2" destOrd="0" parTransId="{632421D0-59A7-4554-9CF9-9F1A9CA92061}" sibTransId="{929907A9-E4C4-4E79-AA4D-CA4E14E67192}"/>
    <dgm:cxn modelId="{DF311B1D-B677-4FCE-94F0-3253D64F10FD}" srcId="{B3858C44-2B9F-44DC-9C7E-DAE1807C7790}" destId="{2CF70B97-F764-472B-BFD0-12DE346C4195}" srcOrd="0" destOrd="0" parTransId="{5B6EEEBB-B5C4-489E-872F-C4E0D4450D61}" sibTransId="{E9C6E264-A0FA-4989-B40D-703C71864931}"/>
    <dgm:cxn modelId="{33506534-AE62-4FE1-833F-585C0CCAF403}" type="presOf" srcId="{2CF70B97-F764-472B-BFD0-12DE346C4195}" destId="{7E6C1369-F1EA-417C-9717-A0957F86C4B3}" srcOrd="0" destOrd="0" presId="urn:microsoft.com/office/officeart/2018/2/layout/IconVerticalSolidList"/>
    <dgm:cxn modelId="{15590BB9-CB2E-4412-9F7D-FA111BDBBA32}" type="presOf" srcId="{9CF7AFDB-E6D2-4F8E-8BC2-3DF9B284EB6E}" destId="{CCBACC7D-E4A3-4183-9155-EAACEDCA38E3}" srcOrd="0" destOrd="0" presId="urn:microsoft.com/office/officeart/2018/2/layout/IconVerticalSolidList"/>
    <dgm:cxn modelId="{F11E50CE-C57F-4B56-9684-B6439DAFD85D}" srcId="{B3858C44-2B9F-44DC-9C7E-DAE1807C7790}" destId="{2AB312DC-94FC-4F31-99ED-1B4C407BA509}" srcOrd="1" destOrd="0" parTransId="{364DD52C-53A3-434B-AA68-D3E68827D320}" sibTransId="{227ED1EE-3036-456A-BE3A-B8E65D1B994F}"/>
    <dgm:cxn modelId="{235464E6-A965-4D80-AC0E-69FB43ED9681}" type="presOf" srcId="{2AB312DC-94FC-4F31-99ED-1B4C407BA509}" destId="{AF1771A6-E940-418D-BB1A-21C1E15C7972}" srcOrd="0" destOrd="0" presId="urn:microsoft.com/office/officeart/2018/2/layout/IconVerticalSolidList"/>
    <dgm:cxn modelId="{22A8B3E7-9419-4C37-A9A0-62CC0577E05A}" type="presOf" srcId="{B3858C44-2B9F-44DC-9C7E-DAE1807C7790}" destId="{E59F1E98-F96B-4923-81C4-B41BDCCE02F4}" srcOrd="0" destOrd="0" presId="urn:microsoft.com/office/officeart/2018/2/layout/IconVerticalSolidList"/>
    <dgm:cxn modelId="{AFCD70EA-AFD0-4354-9730-6834F284912C}" type="presOf" srcId="{199BEF13-1F3D-4291-99A2-4F0835AC7FAD}" destId="{4BF7E54B-D32C-4850-B646-C6053DC1193B}" srcOrd="0" destOrd="0" presId="urn:microsoft.com/office/officeart/2018/2/layout/IconVerticalSolidList"/>
    <dgm:cxn modelId="{E28C24EE-2138-4861-99F4-BD3702D53F16}" type="presOf" srcId="{EEF37A56-EFBC-4BCF-B3B5-B0620D53FFC0}" destId="{BFCEFAD3-587A-4F29-BBD3-8B601BEBB3A8}" srcOrd="0" destOrd="0" presId="urn:microsoft.com/office/officeart/2018/2/layout/IconVerticalSolidList"/>
    <dgm:cxn modelId="{C0E2AEAF-F9D2-432E-B8CD-7CAEA5697539}" type="presParOf" srcId="{E59F1E98-F96B-4923-81C4-B41BDCCE02F4}" destId="{8A906820-95CF-4B4F-A26B-4B190B4BDAF7}" srcOrd="0" destOrd="0" presId="urn:microsoft.com/office/officeart/2018/2/layout/IconVerticalSolidList"/>
    <dgm:cxn modelId="{2AEE8764-3D67-4568-BCF0-E2F15B523761}" type="presParOf" srcId="{8A906820-95CF-4B4F-A26B-4B190B4BDAF7}" destId="{C3E92BA2-978F-43CC-A9C7-6C946EBC2419}" srcOrd="0" destOrd="0" presId="urn:microsoft.com/office/officeart/2018/2/layout/IconVerticalSolidList"/>
    <dgm:cxn modelId="{B3C86FFE-70AD-4B29-8046-93E5B9C3726C}" type="presParOf" srcId="{8A906820-95CF-4B4F-A26B-4B190B4BDAF7}" destId="{5B0E4092-52BE-4F53-B285-0C819B84C115}" srcOrd="1" destOrd="0" presId="urn:microsoft.com/office/officeart/2018/2/layout/IconVerticalSolidList"/>
    <dgm:cxn modelId="{A9C7E712-9895-4C2B-BC75-363A62204E98}" type="presParOf" srcId="{8A906820-95CF-4B4F-A26B-4B190B4BDAF7}" destId="{4E80A9C6-122E-4934-B86B-1345B045D4C2}" srcOrd="2" destOrd="0" presId="urn:microsoft.com/office/officeart/2018/2/layout/IconVerticalSolidList"/>
    <dgm:cxn modelId="{2CCF685D-DDE5-4DCC-B100-8D048E5ABB26}" type="presParOf" srcId="{8A906820-95CF-4B4F-A26B-4B190B4BDAF7}" destId="{7E6C1369-F1EA-417C-9717-A0957F86C4B3}" srcOrd="3" destOrd="0" presId="urn:microsoft.com/office/officeart/2018/2/layout/IconVerticalSolidList"/>
    <dgm:cxn modelId="{9A50D825-7EC4-4B5A-8B29-8C6540502767}" type="presParOf" srcId="{E59F1E98-F96B-4923-81C4-B41BDCCE02F4}" destId="{9B865716-4014-4235-A07B-D8C14E53A42A}" srcOrd="1" destOrd="0" presId="urn:microsoft.com/office/officeart/2018/2/layout/IconVerticalSolidList"/>
    <dgm:cxn modelId="{A19E9E6D-CB95-4561-B122-FC8A127EFEC8}" type="presParOf" srcId="{E59F1E98-F96B-4923-81C4-B41BDCCE02F4}" destId="{4C01AD44-0047-43D6-8E31-CAA7571A07CC}" srcOrd="2" destOrd="0" presId="urn:microsoft.com/office/officeart/2018/2/layout/IconVerticalSolidList"/>
    <dgm:cxn modelId="{77BFF61C-84DE-45F5-B25A-4629AD691838}" type="presParOf" srcId="{4C01AD44-0047-43D6-8E31-CAA7571A07CC}" destId="{AA74FDA0-34ED-4355-8948-938AD20528B3}" srcOrd="0" destOrd="0" presId="urn:microsoft.com/office/officeart/2018/2/layout/IconVerticalSolidList"/>
    <dgm:cxn modelId="{877605CA-3CED-422E-9D1B-C572A55A793A}" type="presParOf" srcId="{4C01AD44-0047-43D6-8E31-CAA7571A07CC}" destId="{C8B45F73-89BB-4247-88A2-12AB7043D1EF}" srcOrd="1" destOrd="0" presId="urn:microsoft.com/office/officeart/2018/2/layout/IconVerticalSolidList"/>
    <dgm:cxn modelId="{68361B91-04A0-4871-9E13-F8CA860CBAB6}" type="presParOf" srcId="{4C01AD44-0047-43D6-8E31-CAA7571A07CC}" destId="{78C36DE1-FD55-4DD0-8EE5-1669D7497FF8}" srcOrd="2" destOrd="0" presId="urn:microsoft.com/office/officeart/2018/2/layout/IconVerticalSolidList"/>
    <dgm:cxn modelId="{18A07B85-E33F-4A70-B2FB-C8E329575E2C}" type="presParOf" srcId="{4C01AD44-0047-43D6-8E31-CAA7571A07CC}" destId="{AF1771A6-E940-418D-BB1A-21C1E15C7972}" srcOrd="3" destOrd="0" presId="urn:microsoft.com/office/officeart/2018/2/layout/IconVerticalSolidList"/>
    <dgm:cxn modelId="{5D86BD4A-3594-4BC5-89B4-72EE746A7A30}" type="presParOf" srcId="{4C01AD44-0047-43D6-8E31-CAA7571A07CC}" destId="{CCBACC7D-E4A3-4183-9155-EAACEDCA38E3}" srcOrd="4" destOrd="0" presId="urn:microsoft.com/office/officeart/2018/2/layout/IconVerticalSolidList"/>
    <dgm:cxn modelId="{2B176DDA-69DF-41EC-9252-6AFF52E74C1E}" type="presParOf" srcId="{E59F1E98-F96B-4923-81C4-B41BDCCE02F4}" destId="{43DA9401-FF20-4130-9DB3-5CE47D445734}" srcOrd="3" destOrd="0" presId="urn:microsoft.com/office/officeart/2018/2/layout/IconVerticalSolidList"/>
    <dgm:cxn modelId="{C43839F3-CE67-47CE-A911-EFBC59F8C91E}" type="presParOf" srcId="{E59F1E98-F96B-4923-81C4-B41BDCCE02F4}" destId="{AE6D6A39-C4F2-4E56-A080-48E2874CBF6C}" srcOrd="4" destOrd="0" presId="urn:microsoft.com/office/officeart/2018/2/layout/IconVerticalSolidList"/>
    <dgm:cxn modelId="{2E74BD2C-7FF9-4AB7-9467-215D80730498}" type="presParOf" srcId="{AE6D6A39-C4F2-4E56-A080-48E2874CBF6C}" destId="{38CFF478-29EC-4AC4-9EED-25B6C177AF95}" srcOrd="0" destOrd="0" presId="urn:microsoft.com/office/officeart/2018/2/layout/IconVerticalSolidList"/>
    <dgm:cxn modelId="{795B1C38-FAAD-4EBD-B6F9-B1ECF57F456A}" type="presParOf" srcId="{AE6D6A39-C4F2-4E56-A080-48E2874CBF6C}" destId="{88D19BD8-A563-4F5A-8D39-C6BF54144C30}" srcOrd="1" destOrd="0" presId="urn:microsoft.com/office/officeart/2018/2/layout/IconVerticalSolidList"/>
    <dgm:cxn modelId="{0C7BDC04-22D2-4C2D-B86D-7C885D302AD7}" type="presParOf" srcId="{AE6D6A39-C4F2-4E56-A080-48E2874CBF6C}" destId="{9A754795-BE25-4FF4-BD5B-32111F9DF3A4}" srcOrd="2" destOrd="0" presId="urn:microsoft.com/office/officeart/2018/2/layout/IconVerticalSolidList"/>
    <dgm:cxn modelId="{BD1C9380-ABB2-4DC2-A28E-853D255FF32C}" type="presParOf" srcId="{AE6D6A39-C4F2-4E56-A080-48E2874CBF6C}" destId="{BFCEFAD3-587A-4F29-BBD3-8B601BEBB3A8}" srcOrd="3" destOrd="0" presId="urn:microsoft.com/office/officeart/2018/2/layout/IconVerticalSolidList"/>
    <dgm:cxn modelId="{E040A187-56D2-4FB2-A0C0-4E49D2E9A27E}" type="presParOf" srcId="{E59F1E98-F96B-4923-81C4-B41BDCCE02F4}" destId="{9E0EC510-AF53-443E-9AE4-BBE8410E2E6C}" srcOrd="5" destOrd="0" presId="urn:microsoft.com/office/officeart/2018/2/layout/IconVerticalSolidList"/>
    <dgm:cxn modelId="{C4AE7D18-60D1-4B21-9A48-5E7DAB956AB5}" type="presParOf" srcId="{E59F1E98-F96B-4923-81C4-B41BDCCE02F4}" destId="{4850FEB9-81C8-478E-AFA6-55E4A25B0744}" srcOrd="6" destOrd="0" presId="urn:microsoft.com/office/officeart/2018/2/layout/IconVerticalSolidList"/>
    <dgm:cxn modelId="{6A2D5585-68FF-4411-A5E3-5EF2259EA016}" type="presParOf" srcId="{4850FEB9-81C8-478E-AFA6-55E4A25B0744}" destId="{57345CDB-5120-4149-91D9-007BE44687BD}" srcOrd="0" destOrd="0" presId="urn:microsoft.com/office/officeart/2018/2/layout/IconVerticalSolidList"/>
    <dgm:cxn modelId="{C4BEC862-C670-47DC-BAFD-BB62B334E03D}" type="presParOf" srcId="{4850FEB9-81C8-478E-AFA6-55E4A25B0744}" destId="{E7975A71-FCC2-41FB-A199-A219787D51AC}" srcOrd="1" destOrd="0" presId="urn:microsoft.com/office/officeart/2018/2/layout/IconVerticalSolidList"/>
    <dgm:cxn modelId="{E971BFC4-C415-4940-A79F-11BFD13A0794}" type="presParOf" srcId="{4850FEB9-81C8-478E-AFA6-55E4A25B0744}" destId="{C4C7FAC5-130E-487F-BCE0-BDDA6FB0BD5D}" srcOrd="2" destOrd="0" presId="urn:microsoft.com/office/officeart/2018/2/layout/IconVerticalSolidList"/>
    <dgm:cxn modelId="{255018B8-880F-43D9-8083-D36527C2750A}" type="presParOf" srcId="{4850FEB9-81C8-478E-AFA6-55E4A25B0744}" destId="{4BF7E54B-D32C-4850-B646-C6053DC119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92BA2-978F-43CC-A9C7-6C946EBC2419}">
      <dsp:nvSpPr>
        <dsp:cNvPr id="0" name=""/>
        <dsp:cNvSpPr/>
      </dsp:nvSpPr>
      <dsp:spPr>
        <a:xfrm>
          <a:off x="0" y="958"/>
          <a:ext cx="11240462" cy="4855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E4092-52BE-4F53-B285-0C819B84C115}">
      <dsp:nvSpPr>
        <dsp:cNvPr id="0" name=""/>
        <dsp:cNvSpPr/>
      </dsp:nvSpPr>
      <dsp:spPr>
        <a:xfrm>
          <a:off x="146881" y="110208"/>
          <a:ext cx="267057" cy="2670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C1369-F1EA-417C-9717-A0957F86C4B3}">
      <dsp:nvSpPr>
        <dsp:cNvPr id="0" name=""/>
        <dsp:cNvSpPr/>
      </dsp:nvSpPr>
      <dsp:spPr>
        <a:xfrm>
          <a:off x="560821" y="958"/>
          <a:ext cx="10679641" cy="485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8" tIns="51388" rIns="51388" bIns="513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Water used by humans comes mainly from land. </a:t>
          </a:r>
        </a:p>
      </dsp:txBody>
      <dsp:txXfrm>
        <a:off x="560821" y="958"/>
        <a:ext cx="10679641" cy="485559"/>
      </dsp:txXfrm>
    </dsp:sp>
    <dsp:sp modelId="{AA74FDA0-34ED-4355-8948-938AD20528B3}">
      <dsp:nvSpPr>
        <dsp:cNvPr id="0" name=""/>
        <dsp:cNvSpPr/>
      </dsp:nvSpPr>
      <dsp:spPr>
        <a:xfrm>
          <a:off x="0" y="607907"/>
          <a:ext cx="11240462" cy="4855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45F73-89BB-4247-88A2-12AB7043D1EF}">
      <dsp:nvSpPr>
        <dsp:cNvPr id="0" name=""/>
        <dsp:cNvSpPr/>
      </dsp:nvSpPr>
      <dsp:spPr>
        <a:xfrm>
          <a:off x="146881" y="717158"/>
          <a:ext cx="267057" cy="2670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771A6-E940-418D-BB1A-21C1E15C7972}">
      <dsp:nvSpPr>
        <dsp:cNvPr id="0" name=""/>
        <dsp:cNvSpPr/>
      </dsp:nvSpPr>
      <dsp:spPr>
        <a:xfrm>
          <a:off x="560821" y="607907"/>
          <a:ext cx="5058208" cy="485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8" tIns="51388" rIns="51388" bIns="513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Limit to ground water in the world. </a:t>
          </a:r>
        </a:p>
      </dsp:txBody>
      <dsp:txXfrm>
        <a:off x="560821" y="607907"/>
        <a:ext cx="5058208" cy="485559"/>
      </dsp:txXfrm>
    </dsp:sp>
    <dsp:sp modelId="{CCBACC7D-E4A3-4183-9155-EAACEDCA38E3}">
      <dsp:nvSpPr>
        <dsp:cNvPr id="0" name=""/>
        <dsp:cNvSpPr/>
      </dsp:nvSpPr>
      <dsp:spPr>
        <a:xfrm>
          <a:off x="5619029" y="607907"/>
          <a:ext cx="5621433" cy="485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8" tIns="51388" rIns="51388" bIns="5138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should withdraw only quantities of water that can be renewed.</a:t>
          </a:r>
        </a:p>
      </dsp:txBody>
      <dsp:txXfrm>
        <a:off x="5619029" y="607907"/>
        <a:ext cx="5621433" cy="485559"/>
      </dsp:txXfrm>
    </dsp:sp>
    <dsp:sp modelId="{38CFF478-29EC-4AC4-9EED-25B6C177AF95}">
      <dsp:nvSpPr>
        <dsp:cNvPr id="0" name=""/>
        <dsp:cNvSpPr/>
      </dsp:nvSpPr>
      <dsp:spPr>
        <a:xfrm>
          <a:off x="0" y="1214856"/>
          <a:ext cx="11240462" cy="4855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19BD8-A563-4F5A-8D39-C6BF54144C30}">
      <dsp:nvSpPr>
        <dsp:cNvPr id="0" name=""/>
        <dsp:cNvSpPr/>
      </dsp:nvSpPr>
      <dsp:spPr>
        <a:xfrm>
          <a:off x="146881" y="1324107"/>
          <a:ext cx="267057" cy="2670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EFAD3-587A-4F29-BBD3-8B601BEBB3A8}">
      <dsp:nvSpPr>
        <dsp:cNvPr id="0" name=""/>
        <dsp:cNvSpPr/>
      </dsp:nvSpPr>
      <dsp:spPr>
        <a:xfrm>
          <a:off x="560821" y="1214856"/>
          <a:ext cx="10679641" cy="485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8" tIns="51388" rIns="51388" bIns="513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Cheapest and most practical means of providing water to small communities. </a:t>
          </a:r>
        </a:p>
      </dsp:txBody>
      <dsp:txXfrm>
        <a:off x="560821" y="1214856"/>
        <a:ext cx="10679641" cy="485559"/>
      </dsp:txXfrm>
    </dsp:sp>
    <dsp:sp modelId="{57345CDB-5120-4149-91D9-007BE44687BD}">
      <dsp:nvSpPr>
        <dsp:cNvPr id="0" name=""/>
        <dsp:cNvSpPr/>
      </dsp:nvSpPr>
      <dsp:spPr>
        <a:xfrm>
          <a:off x="0" y="1821806"/>
          <a:ext cx="11240462" cy="4855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75A71-FCC2-41FB-A199-A219787D51AC}">
      <dsp:nvSpPr>
        <dsp:cNvPr id="0" name=""/>
        <dsp:cNvSpPr/>
      </dsp:nvSpPr>
      <dsp:spPr>
        <a:xfrm>
          <a:off x="146881" y="1931057"/>
          <a:ext cx="267057" cy="2670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7E54B-D32C-4850-B646-C6053DC1193B}">
      <dsp:nvSpPr>
        <dsp:cNvPr id="0" name=""/>
        <dsp:cNvSpPr/>
      </dsp:nvSpPr>
      <dsp:spPr>
        <a:xfrm>
          <a:off x="560821" y="1821806"/>
          <a:ext cx="10679641" cy="485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8" tIns="51388" rIns="51388" bIns="5138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Superior to surface water, because the ground itself provides an effective filtering medium. </a:t>
          </a:r>
        </a:p>
      </dsp:txBody>
      <dsp:txXfrm>
        <a:off x="560821" y="1821806"/>
        <a:ext cx="10679641" cy="485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106B-D163-D547-12DC-30534D081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D236F-9878-5BB2-79CC-9F2630C08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0343-0926-B339-9218-C41BC79D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EA557-8791-1EA6-EA6A-3F2186DF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3C88-0F49-81CF-5B19-632684D7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6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04E5-016A-04BA-678C-57030278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AA604-80E4-7099-9E8A-5CB1E5FD7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98A4C-1BA6-C9C4-B316-97EBAFB8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0247E-89D1-9CC6-9046-72323FE4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A793B-AF43-140C-1AA2-0D719378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8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F9E9-7A8C-F906-AA67-CABC7D74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5E11-936B-42DB-E3CA-01DDB2579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2E2D2-8431-24EA-3A10-C27699B7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B8A4F-E993-F264-3B86-2F763091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65768-DF3B-DF92-EDDF-E523AD63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4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1305-91D4-5F71-F72C-C524D181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0B8F-A27F-ACC0-6C36-CC5870B84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BA3C9-210F-BF33-722C-0AA15572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628A6-342E-22D8-EE3C-B2E2EF73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D4C78-67D0-525F-7617-B108AB5F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C2E4D-F041-4921-84B7-8F26AB6C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3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6D50-9644-47A8-3F47-584F88D0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CFE6F-F204-0790-70E7-83957AD28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309EF-2B4B-20C1-9A9F-C0D59A44E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6EAEC-AFA0-496C-4252-EC09FAE74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6D60D-B7C8-28C9-1815-978472C4C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5E09A-6E1A-DFB8-7C84-D425DACC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9F04F-548B-D6F5-6815-97B574F2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BC11B-7946-FCEC-485A-6F0BEB10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28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C06D-BCF1-1FB9-DEA6-7B20FFDE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F527E-7D1C-6D20-0AA5-F2838077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2D6C0-DFEC-B704-EAF1-0297E06F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BC585-C8E2-DCF3-5032-16CF98A2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6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4C436-470D-948D-BFD8-684FD20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DB6EF-38F8-1E23-758B-4ACA7BC2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5C6F9-69E3-394E-2C1D-4D550A7EB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4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1048-5BCF-503E-93BD-5830C0DA5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FB11-5A28-64F8-C7B6-B1A23C9B2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23143-6E18-EA01-47E0-70396DB32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BB241-D6E5-97A7-A5A9-06C4D46A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84BA1-A42A-6B80-EE9A-BC176A4F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68347-3990-C8AD-463A-FDD6B8BE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D8E7-BCD2-4DFF-E84D-306377DE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9FBAF-C710-9ECB-0FBF-72D6E0B7B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F8971-BF8C-2780-FB82-6C6776E33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1C0B4-BB4B-6D2A-D182-27667C75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8BA9B-8D2D-8732-815B-16801507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E5C4A-6D2F-7F80-7AC4-4A203869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1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5AD0-BEF0-2064-E664-E0BCE3E8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4D3C9-0FD6-429A-E8C8-44324EDD1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5D222-4D36-2E4F-BE4D-53325381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91F9F-A2B8-C983-96FC-E59331BF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0AA7-1173-D70F-C2BB-4C7990F5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4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FE0F32-496D-4C73-4599-5F1E78D76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EB72F-7096-08DC-98CE-1E5C002A3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039E1-474A-AE87-96B8-E010A259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C6F3E-CBAE-93D5-7362-A21FD060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5D90-053C-AB49-FD34-BA3729F4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4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0E0A3-9F12-29E5-B867-6D94D1C8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53E65-5B24-41AC-29C2-8E65625D6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E25B-413C-ACA5-5F12-D6CA26703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4F4AF-8C91-428F-B840-E9504FDAE18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A649-BA1F-F05A-72C6-01084634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498D5-0CFF-3731-3164-5DB188507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F014A-C738-4F31-932F-B6185F8B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1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Well-types-aquifer-depth-and-aquifer-source-in-Bantul-District_fig2_352484174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jpeg"/><Relationship Id="rId7" Type="http://schemas.openxmlformats.org/officeDocument/2006/relationships/hyperlink" Target="https://openclipart.org/detail/194454/fw:-request-for-water-pump-image-by-msela6-194454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10" Type="http://schemas.openxmlformats.org/officeDocument/2006/relationships/image" Target="../media/image22.jpeg"/><Relationship Id="rId4" Type="http://schemas.openxmlformats.org/officeDocument/2006/relationships/image" Target="../media/image18.jpeg"/><Relationship Id="rId9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ve in water">
            <a:extLst>
              <a:ext uri="{FF2B5EF4-FFF2-40B4-BE49-F238E27FC236}">
                <a16:creationId xmlns:a16="http://schemas.microsoft.com/office/drawing/2014/main" id="{24C8D306-A41B-613F-AF5C-E366EC9274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5488"/>
          <a:stretch/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9B2BB-22F3-5C02-AB81-99169913A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4121944"/>
            <a:ext cx="7927785" cy="1620665"/>
          </a:xfrm>
        </p:spPr>
        <p:txBody>
          <a:bodyPr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29A3C-6091-6287-FB1D-75380AE94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8" y="5737867"/>
            <a:ext cx="7942381" cy="618479"/>
          </a:xfrm>
        </p:spPr>
        <p:txBody>
          <a:bodyPr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23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00F8-B8BB-CDF1-A43B-2139F73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3523665" cy="741779"/>
          </a:xfrm>
        </p:spPr>
        <p:txBody>
          <a:bodyPr/>
          <a:lstStyle/>
          <a:p>
            <a:r>
              <a:rPr lang="en-US" dirty="0"/>
              <a:t>Ground Water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BFEA3-656A-3AD2-2879-C1161A75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251283"/>
            <a:ext cx="5157787" cy="63005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14E8-EED9-7BDB-8B87-9032D4616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5012" y="3881338"/>
            <a:ext cx="5612564" cy="26751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Likely to be free from pathogenic agents;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It usually requires no treatment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The supply is likely to be certain even during dry season; 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It is less subject to contamination than surface water.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B27691-4625-0A0A-A4F1-7D47790E8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3251283"/>
            <a:ext cx="5183188" cy="56639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Dis-advantages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6B5011-DD99-B3ED-FE11-7451FE264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17676"/>
            <a:ext cx="5612564" cy="2675199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It is high in mineral content, e.g., salts of calcium and magnesium which render the water hard.</a:t>
            </a:r>
          </a:p>
          <a:p>
            <a:r>
              <a:rPr lang="en-US" sz="2400" dirty="0"/>
              <a:t>It requires pumping or some arrangement to lift the water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61284F6C-D38A-58D1-B48E-6F6E18E58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408403"/>
              </p:ext>
            </p:extLst>
          </p:nvPr>
        </p:nvGraphicFramePr>
        <p:xfrm>
          <a:off x="551968" y="1106904"/>
          <a:ext cx="11240463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4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hallow and deep well Online Sale, UP TO 73% OFF">
            <a:extLst>
              <a:ext uri="{FF2B5EF4-FFF2-40B4-BE49-F238E27FC236}">
                <a16:creationId xmlns:a16="http://schemas.microsoft.com/office/drawing/2014/main" id="{174E64B1-4123-3B30-CA4A-10B169463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9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05E7037-13D7-712E-1731-CBB86563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Wells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DB9B22-9A50-AF52-B11B-5F0CAB0B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Types</a:t>
            </a:r>
          </a:p>
          <a:p>
            <a:pPr lvl="1"/>
            <a:r>
              <a:rPr lang="en-US" sz="2000"/>
              <a:t>Shallow wells</a:t>
            </a:r>
          </a:p>
          <a:p>
            <a:pPr lvl="1"/>
            <a:r>
              <a:rPr lang="en-US" sz="2000"/>
              <a:t>Deep wells</a:t>
            </a:r>
          </a:p>
          <a:p>
            <a:r>
              <a:rPr lang="en-US" sz="2000"/>
              <a:t>Based on construction</a:t>
            </a:r>
          </a:p>
          <a:p>
            <a:pPr lvl="1"/>
            <a:r>
              <a:rPr lang="en-US" sz="2000"/>
              <a:t>Dug wells</a:t>
            </a:r>
          </a:p>
          <a:p>
            <a:pPr lvl="1"/>
            <a:r>
              <a:rPr lang="en-US" sz="2000"/>
              <a:t>Tube wells</a:t>
            </a:r>
          </a:p>
        </p:txBody>
      </p:sp>
    </p:spTree>
    <p:extLst>
      <p:ext uri="{BB962C8B-B14F-4D97-AF65-F5344CB8AC3E}">
        <p14:creationId xmlns:p14="http://schemas.microsoft.com/office/powerpoint/2010/main" val="169286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44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97E37-0A2A-04D7-6E5B-2919E6228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63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Shallow Wells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A78FA-D739-1BCD-7A2B-11E94C53F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354" y="1080293"/>
            <a:ext cx="5716221" cy="55213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Tap </a:t>
            </a:r>
            <a:r>
              <a:rPr lang="en-US" dirty="0">
                <a:highlight>
                  <a:srgbClr val="FFFF00"/>
                </a:highlight>
              </a:rPr>
              <a:t>subsoil water </a:t>
            </a:r>
            <a:r>
              <a:rPr lang="en-US" dirty="0"/>
              <a:t>i.e. the water from above the first impervious layer in the ground. </a:t>
            </a:r>
          </a:p>
          <a:p>
            <a:r>
              <a:rPr lang="en-US" dirty="0"/>
              <a:t>They yield limited quantities of water, usually </a:t>
            </a:r>
            <a:r>
              <a:rPr lang="en-US" dirty="0">
                <a:highlight>
                  <a:srgbClr val="FFFF00"/>
                </a:highlight>
              </a:rPr>
              <a:t>dry in summer.</a:t>
            </a:r>
          </a:p>
          <a:p>
            <a:r>
              <a:rPr lang="en-US" dirty="0"/>
              <a:t>The water is </a:t>
            </a:r>
            <a:r>
              <a:rPr lang="en-US" dirty="0">
                <a:highlight>
                  <a:srgbClr val="FFFF00"/>
                </a:highlight>
              </a:rPr>
              <a:t>notoriously liable to pollution </a:t>
            </a:r>
            <a:r>
              <a:rPr lang="en-US" dirty="0"/>
              <a:t>unless care is taken in well construction.</a:t>
            </a:r>
          </a:p>
          <a:p>
            <a:r>
              <a:rPr lang="en-US" dirty="0">
                <a:highlight>
                  <a:srgbClr val="FFFF00"/>
                </a:highlight>
              </a:rPr>
              <a:t>Moderately hard</a:t>
            </a:r>
            <a:r>
              <a:rPr lang="en-US" dirty="0"/>
              <a:t>.</a:t>
            </a:r>
          </a:p>
          <a:p>
            <a:r>
              <a:rPr lang="en-US" dirty="0"/>
              <a:t>Sources of contamination – latrines, urinals, drains, cesspools, soakage pits and collection of manure</a:t>
            </a:r>
          </a:p>
          <a:p>
            <a:r>
              <a:rPr lang="en-US" dirty="0"/>
              <a:t>More common in India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BDFC3F-2A8F-AF07-1326-83ECBB383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6381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Deep Wells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F2DEB5-251F-688C-7721-047194443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080292"/>
            <a:ext cx="5738446" cy="55213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Taps water from the water-bearing </a:t>
            </a:r>
            <a:r>
              <a:rPr lang="en-US" dirty="0">
                <a:highlight>
                  <a:srgbClr val="FFFF00"/>
                </a:highlight>
              </a:rPr>
              <a:t>stratum below the first impervious </a:t>
            </a:r>
            <a:r>
              <a:rPr lang="en-US" dirty="0"/>
              <a:t>layer in the ground.</a:t>
            </a:r>
          </a:p>
          <a:p>
            <a:r>
              <a:rPr lang="en-US" dirty="0">
                <a:highlight>
                  <a:srgbClr val="FFFF00"/>
                </a:highlight>
              </a:rPr>
              <a:t>Constant </a:t>
            </a:r>
            <a:r>
              <a:rPr lang="en-US" dirty="0"/>
              <a:t>Supply </a:t>
            </a:r>
          </a:p>
          <a:p>
            <a:r>
              <a:rPr lang="en-US" dirty="0"/>
              <a:t>Usually machine-dug and may be several hundred </a:t>
            </a:r>
            <a:r>
              <a:rPr lang="en-US" dirty="0" err="1"/>
              <a:t>metres</a:t>
            </a:r>
            <a:r>
              <a:rPr lang="en-US" dirty="0"/>
              <a:t> deep. </a:t>
            </a:r>
          </a:p>
          <a:p>
            <a:r>
              <a:rPr lang="en-US" dirty="0"/>
              <a:t>Deep wells furnish the </a:t>
            </a:r>
            <a:r>
              <a:rPr lang="en-US" dirty="0">
                <a:highlight>
                  <a:srgbClr val="FFFF00"/>
                </a:highlight>
              </a:rPr>
              <a:t>safest water and are often the most satisfactory sources </a:t>
            </a:r>
            <a:r>
              <a:rPr lang="en-US" dirty="0"/>
              <a:t>of water supply.</a:t>
            </a:r>
          </a:p>
          <a:p>
            <a:r>
              <a:rPr lang="en-US" dirty="0">
                <a:highlight>
                  <a:srgbClr val="FFFF00"/>
                </a:highlight>
              </a:rPr>
              <a:t>Much hard</a:t>
            </a:r>
          </a:p>
          <a:p>
            <a:r>
              <a:rPr lang="en-US" dirty="0"/>
              <a:t>Can also become a health hazard if it is open, poorly constructed and not protected against contamination</a:t>
            </a:r>
          </a:p>
          <a:p>
            <a:r>
              <a:rPr lang="en-US" dirty="0">
                <a:highlight>
                  <a:srgbClr val="FFFF00"/>
                </a:highlight>
              </a:rPr>
              <a:t>Saline intrusion</a:t>
            </a:r>
            <a:r>
              <a:rPr lang="en-US" dirty="0"/>
              <a:t>: brackish taste &amp; unfit for domestic use</a:t>
            </a:r>
          </a:p>
        </p:txBody>
      </p:sp>
    </p:spTree>
    <p:extLst>
      <p:ext uri="{BB962C8B-B14F-4D97-AF65-F5344CB8AC3E}">
        <p14:creationId xmlns:p14="http://schemas.microsoft.com/office/powerpoint/2010/main" val="247807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B1112F7-398C-C723-5EC4-20537B99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847481"/>
          </a:xfrm>
        </p:spPr>
        <p:txBody>
          <a:bodyPr anchor="b">
            <a:normAutofit/>
          </a:bodyPr>
          <a:lstStyle/>
          <a:p>
            <a:r>
              <a:rPr lang="en-US" dirty="0"/>
              <a:t>Dug Wells</a:t>
            </a:r>
          </a:p>
        </p:txBody>
      </p:sp>
      <p:sp>
        <p:nvSpPr>
          <p:cNvPr id="2056" name="Content Placeholder 2055">
            <a:extLst>
              <a:ext uri="{FF2B5EF4-FFF2-40B4-BE49-F238E27FC236}">
                <a16:creationId xmlns:a16="http://schemas.microsoft.com/office/drawing/2014/main" id="{7DDC894E-6149-9C72-5B4C-F7C73060E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428749"/>
            <a:ext cx="5505450" cy="4748213"/>
          </a:xfrm>
        </p:spPr>
        <p:txBody>
          <a:bodyPr>
            <a:normAutofit/>
          </a:bodyPr>
          <a:lstStyle/>
          <a:p>
            <a:r>
              <a:rPr lang="en-US" sz="1800" dirty="0"/>
              <a:t>The unlined kutcha well is a hole dug into the water-bearing stratum. </a:t>
            </a:r>
          </a:p>
          <a:p>
            <a:r>
              <a:rPr lang="en-US" sz="1800" dirty="0"/>
              <a:t>The masonry / pucca well is an open well, built of bricks or stones. </a:t>
            </a:r>
          </a:p>
          <a:p>
            <a:r>
              <a:rPr lang="en-US" sz="1800" dirty="0"/>
              <a:t>STEP WELLS are a kind of pucca wells which are becoming obsolete, fortunately. </a:t>
            </a:r>
          </a:p>
          <a:p>
            <a:pPr lvl="1"/>
            <a:r>
              <a:rPr lang="en-US" sz="1800" dirty="0"/>
              <a:t>Steps are constructed into these wells to enable people to descend into the well to fetch water or quench their thirst. </a:t>
            </a:r>
          </a:p>
          <a:p>
            <a:pPr lvl="1"/>
            <a:r>
              <a:rPr lang="en-US" sz="1800" dirty="0"/>
              <a:t>In these wells, there is considerable personal contact between the user and the water. </a:t>
            </a:r>
          </a:p>
          <a:p>
            <a:pPr lvl="1"/>
            <a:r>
              <a:rPr lang="en-US" sz="1800" dirty="0"/>
              <a:t>Some people may even wash their faces, hands and feet which is a common Indian custom. </a:t>
            </a:r>
          </a:p>
          <a:p>
            <a:pPr lvl="1"/>
            <a:r>
              <a:rPr lang="en-US" sz="1800" dirty="0"/>
              <a:t>The open dug wells and step wells are a health hazard to the community.</a:t>
            </a:r>
          </a:p>
        </p:txBody>
      </p:sp>
      <p:pic>
        <p:nvPicPr>
          <p:cNvPr id="2050" name="Picture 2" descr="Stepwell - Preservation, Conservation, Revitalization | Britannica">
            <a:extLst>
              <a:ext uri="{FF2B5EF4-FFF2-40B4-BE49-F238E27FC236}">
                <a16:creationId xmlns:a16="http://schemas.microsoft.com/office/drawing/2014/main" id="{1BE30E9C-DBE4-A529-C32E-D7E272AB0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0" r="-4" b="-4"/>
          <a:stretch/>
        </p:blipFill>
        <p:spPr bwMode="auto"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ug Well Diagram">
            <a:extLst>
              <a:ext uri="{FF2B5EF4-FFF2-40B4-BE49-F238E27FC236}">
                <a16:creationId xmlns:a16="http://schemas.microsoft.com/office/drawing/2014/main" id="{8696F9F6-53BF-2D78-35AC-CE4852B05E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4" r="5325" b="4"/>
          <a:stretch/>
        </p:blipFill>
        <p:spPr bwMode="auto"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nd Baori ">
            <a:extLst>
              <a:ext uri="{FF2B5EF4-FFF2-40B4-BE49-F238E27FC236}">
                <a16:creationId xmlns:a16="http://schemas.microsoft.com/office/drawing/2014/main" id="{A5981FF4-5548-4D5E-A731-C3BD732662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" r="21774" b="1"/>
          <a:stretch/>
        </p:blipFill>
        <p:spPr bwMode="auto"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41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0" name="Freeform: Shape 3109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07978" y="0"/>
            <a:ext cx="248402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08740-9B5D-4D3A-CAE3-26C6FACE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3" y="62631"/>
            <a:ext cx="6112827" cy="1330841"/>
          </a:xfrm>
        </p:spPr>
        <p:txBody>
          <a:bodyPr>
            <a:normAutofit/>
          </a:bodyPr>
          <a:lstStyle/>
          <a:p>
            <a:r>
              <a:rPr lang="en-US" dirty="0"/>
              <a:t>Improvement of dug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F363-4846-D9B7-37D7-CB77E6CD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6" y="1085850"/>
            <a:ext cx="6448424" cy="5467350"/>
          </a:xfrm>
        </p:spPr>
        <p:txBody>
          <a:bodyPr>
            <a:normAutofit/>
          </a:bodyPr>
          <a:lstStyle/>
          <a:p>
            <a:r>
              <a:rPr lang="en-US" sz="2000" dirty="0"/>
              <a:t>The unlined kutcha wells may be made sanitary by: </a:t>
            </a:r>
          </a:p>
          <a:p>
            <a:pPr lvl="1"/>
            <a:r>
              <a:rPr lang="en-US" sz="1600" dirty="0">
                <a:highlight>
                  <a:srgbClr val="FFFF00"/>
                </a:highlight>
              </a:rPr>
              <a:t>Deepening the bottom</a:t>
            </a:r>
          </a:p>
          <a:p>
            <a:pPr lvl="1"/>
            <a:r>
              <a:rPr lang="en-US" sz="1600" dirty="0"/>
              <a:t>Installing a </a:t>
            </a:r>
            <a:r>
              <a:rPr lang="en-US" sz="1600" dirty="0">
                <a:highlight>
                  <a:srgbClr val="FFFF00"/>
                </a:highlight>
              </a:rPr>
              <a:t>hand-pump </a:t>
            </a:r>
            <a:r>
              <a:rPr lang="en-US" sz="1600" dirty="0"/>
              <a:t>with screen</a:t>
            </a:r>
          </a:p>
          <a:p>
            <a:pPr lvl="1"/>
            <a:r>
              <a:rPr lang="en-US" sz="1600" dirty="0"/>
              <a:t>Filling the well with </a:t>
            </a:r>
            <a:r>
              <a:rPr lang="en-US" sz="1600" dirty="0">
                <a:highlight>
                  <a:srgbClr val="FFFF00"/>
                </a:highlight>
              </a:rPr>
              <a:t>coarse sand up </a:t>
            </a:r>
            <a:r>
              <a:rPr lang="en-US" sz="1600" dirty="0"/>
              <a:t>to the water level and with </a:t>
            </a:r>
            <a:r>
              <a:rPr lang="en-US" sz="1600" dirty="0">
                <a:highlight>
                  <a:srgbClr val="FFFF00"/>
                </a:highlight>
              </a:rPr>
              <a:t>clay above that level</a:t>
            </a:r>
            <a:r>
              <a:rPr lang="en-US" sz="1600" dirty="0"/>
              <a:t>. </a:t>
            </a:r>
          </a:p>
          <a:p>
            <a:pPr lvl="1"/>
            <a:r>
              <a:rPr lang="en-US" sz="1600" dirty="0"/>
              <a:t>When the material used for filling is completely consolidated a </a:t>
            </a:r>
            <a:r>
              <a:rPr lang="en-US" sz="1600" dirty="0">
                <a:highlight>
                  <a:srgbClr val="FFFF00"/>
                </a:highlight>
              </a:rPr>
              <a:t>platform and drainage </a:t>
            </a:r>
            <a:r>
              <a:rPr lang="en-US" sz="1600" dirty="0"/>
              <a:t>may be constructed.</a:t>
            </a:r>
          </a:p>
          <a:p>
            <a:r>
              <a:rPr lang="en-US" sz="2000" dirty="0"/>
              <a:t>Masonry well improvement consists: </a:t>
            </a:r>
          </a:p>
          <a:p>
            <a:pPr lvl="1"/>
            <a:r>
              <a:rPr lang="en-US" sz="1600" dirty="0"/>
              <a:t>Upper </a:t>
            </a:r>
            <a:r>
              <a:rPr lang="en-US" sz="1600" dirty="0">
                <a:highlight>
                  <a:srgbClr val="FFFF00"/>
                </a:highlight>
              </a:rPr>
              <a:t>10 feet or more of the lining water-tight </a:t>
            </a:r>
          </a:p>
          <a:p>
            <a:pPr lvl="1"/>
            <a:r>
              <a:rPr lang="en-US" sz="1600" dirty="0"/>
              <a:t>Raising the </a:t>
            </a:r>
            <a:r>
              <a:rPr lang="en-US" sz="1600" dirty="0">
                <a:highlight>
                  <a:srgbClr val="FFFF00"/>
                </a:highlight>
              </a:rPr>
              <a:t>lining one foot above the ground</a:t>
            </a:r>
            <a:r>
              <a:rPr lang="en-US" sz="1600" dirty="0"/>
              <a:t>, </a:t>
            </a:r>
          </a:p>
          <a:p>
            <a:pPr lvl="1"/>
            <a:r>
              <a:rPr lang="en-US" sz="1600" dirty="0"/>
              <a:t>Providing a </a:t>
            </a:r>
            <a:r>
              <a:rPr lang="en-US" sz="1600" dirty="0">
                <a:highlight>
                  <a:srgbClr val="FFFF00"/>
                </a:highlight>
              </a:rPr>
              <a:t>reinforced concrete slab cover </a:t>
            </a:r>
            <a:r>
              <a:rPr lang="en-US" sz="1600" dirty="0"/>
              <a:t>at the top. </a:t>
            </a:r>
          </a:p>
          <a:p>
            <a:pPr lvl="1"/>
            <a:r>
              <a:rPr lang="en-US" sz="1600" dirty="0"/>
              <a:t>One or more </a:t>
            </a:r>
            <a:r>
              <a:rPr lang="en-US" sz="1600" dirty="0">
                <a:highlight>
                  <a:srgbClr val="FFFF00"/>
                </a:highlight>
              </a:rPr>
              <a:t>hand-pumps</a:t>
            </a:r>
            <a:r>
              <a:rPr lang="en-US" sz="1600" dirty="0"/>
              <a:t> may be installed for lifting the water. </a:t>
            </a:r>
          </a:p>
          <a:p>
            <a:r>
              <a:rPr lang="en-US" sz="2000" dirty="0"/>
              <a:t>Special attention should be paid to the foundation of the pump to prevent any possible leakage of wastewater into the well.</a:t>
            </a:r>
          </a:p>
        </p:txBody>
      </p:sp>
      <p:sp>
        <p:nvSpPr>
          <p:cNvPr id="3111" name="Freeform: Shape 3110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60988" y="2022496"/>
            <a:ext cx="4664547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74" name="Picture 2" descr="Dug Wells | SSWM - Find tools for sustainable sanitation and water ...">
            <a:extLst>
              <a:ext uri="{FF2B5EF4-FFF2-40B4-BE49-F238E27FC236}">
                <a16:creationId xmlns:a16="http://schemas.microsoft.com/office/drawing/2014/main" id="{7B5CA25D-89DA-9F9C-25DA-F9C8F5C8F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212"/>
          <a:stretch/>
        </p:blipFill>
        <p:spPr bwMode="auto">
          <a:xfrm>
            <a:off x="7016376" y="2183362"/>
            <a:ext cx="4357896" cy="373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2" name="Rectangle 6">
            <a:extLst>
              <a:ext uri="{FF2B5EF4-FFF2-40B4-BE49-F238E27FC236}">
                <a16:creationId xmlns:a16="http://schemas.microsoft.com/office/drawing/2014/main" id="{EFF9196C-3887-4B80-8671-3CA6705C1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8543" y="5840356"/>
            <a:ext cx="1029435" cy="452147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3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9CC4-15A2-13C4-FAD9-A73B55ED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Sanitary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C7BBD-F2E6-73F4-F4BD-6F43A81B3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Properly located, well constructed and protected against contamination with a view to yield a supply of safe water.</a:t>
            </a:r>
          </a:p>
          <a:p>
            <a:r>
              <a:rPr lang="en-US" b="1" dirty="0"/>
              <a:t>LOCATION </a:t>
            </a:r>
            <a:r>
              <a:rPr lang="en-US" dirty="0"/>
              <a:t>: The first step - proper site. </a:t>
            </a:r>
          </a:p>
          <a:p>
            <a:pPr lvl="1"/>
            <a:r>
              <a:rPr lang="en-US" dirty="0"/>
              <a:t>Located not less than 15 m (50 feet) from likely sources of contamination. </a:t>
            </a:r>
          </a:p>
          <a:p>
            <a:pPr lvl="1"/>
            <a:r>
              <a:rPr lang="en-US" dirty="0"/>
              <a:t>The well should be located at a higher elevation with respect to a possible source of contamination.</a:t>
            </a:r>
          </a:p>
          <a:p>
            <a:pPr lvl="1"/>
            <a:r>
              <a:rPr lang="en-US" dirty="0"/>
              <a:t>Well should be so located that no user will have to carry water for more than 100 m (100 yards).</a:t>
            </a:r>
          </a:p>
          <a:p>
            <a:r>
              <a:rPr lang="en-US" b="1" dirty="0"/>
              <a:t>LINING</a:t>
            </a:r>
            <a:r>
              <a:rPr lang="en-US" dirty="0"/>
              <a:t> : The lining of the well should be built of </a:t>
            </a:r>
            <a:r>
              <a:rPr lang="en-US" dirty="0">
                <a:highlight>
                  <a:srgbClr val="FFFF00"/>
                </a:highlight>
              </a:rPr>
              <a:t>bricks or stones set in cement up </a:t>
            </a:r>
            <a:r>
              <a:rPr lang="en-US" dirty="0"/>
              <a:t>to a depth of at least 6 m (20 feet).</a:t>
            </a:r>
          </a:p>
          <a:p>
            <a:pPr lvl="1"/>
            <a:r>
              <a:rPr lang="en-US" dirty="0"/>
              <a:t>The lining should be carried 60-90 cm (2-3 feet) </a:t>
            </a:r>
            <a:r>
              <a:rPr lang="en-US" dirty="0">
                <a:highlight>
                  <a:srgbClr val="FFFF00"/>
                </a:highlight>
              </a:rPr>
              <a:t>above the ground level</a:t>
            </a:r>
            <a:r>
              <a:rPr lang="en-US" dirty="0"/>
              <a:t>.</a:t>
            </a:r>
          </a:p>
          <a:p>
            <a:r>
              <a:rPr lang="en-US" b="1" dirty="0"/>
              <a:t>PARAPET WALL </a:t>
            </a:r>
            <a:r>
              <a:rPr lang="en-US" dirty="0"/>
              <a:t>: There should be a parapet wall up to a height of at least 70-75 </a:t>
            </a:r>
            <a:r>
              <a:rPr lang="en-US" dirty="0" err="1"/>
              <a:t>cms</a:t>
            </a:r>
            <a:r>
              <a:rPr lang="en-US" dirty="0"/>
              <a:t> (28 inches) above the ground. </a:t>
            </a:r>
          </a:p>
          <a:p>
            <a:r>
              <a:rPr lang="en-US" b="1" dirty="0"/>
              <a:t>PLATFORM </a:t>
            </a:r>
            <a:r>
              <a:rPr lang="en-US" dirty="0"/>
              <a:t>: There should be a cement-concrete platform round the well extending at least 1 m (3 feet) in all directions. </a:t>
            </a:r>
          </a:p>
          <a:p>
            <a:pPr lvl="1"/>
            <a:r>
              <a:rPr lang="en-US" dirty="0"/>
              <a:t>The platform should have </a:t>
            </a:r>
            <a:r>
              <a:rPr lang="en-US" dirty="0">
                <a:highlight>
                  <a:srgbClr val="FFFF00"/>
                </a:highlight>
              </a:rPr>
              <a:t>gentle slope outwards </a:t>
            </a:r>
            <a:r>
              <a:rPr lang="en-US" dirty="0"/>
              <a:t>towards a drain built along its edges. </a:t>
            </a:r>
          </a:p>
        </p:txBody>
      </p:sp>
    </p:spTree>
    <p:extLst>
      <p:ext uri="{BB962C8B-B14F-4D97-AF65-F5344CB8AC3E}">
        <p14:creationId xmlns:p14="http://schemas.microsoft.com/office/powerpoint/2010/main" val="48895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9CC4-15A2-13C4-FAD9-A73B55ED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Sanitary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C7BBD-F2E6-73F4-F4BD-6F43A81B3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DRAIN </a:t>
            </a:r>
            <a:r>
              <a:rPr lang="en-US" dirty="0"/>
              <a:t>: There should be a pucca drain to carry off spilled water to a public drain or a soakage pit constructed beyond the “</a:t>
            </a:r>
            <a:r>
              <a:rPr lang="en-US" dirty="0">
                <a:highlight>
                  <a:srgbClr val="FFFF00"/>
                </a:highlight>
              </a:rPr>
              <a:t>cone of filtration</a:t>
            </a:r>
            <a:r>
              <a:rPr lang="en-US" dirty="0"/>
              <a:t>” (area of drainage) of the well. </a:t>
            </a:r>
          </a:p>
          <a:p>
            <a:r>
              <a:rPr lang="en-US" b="1" dirty="0"/>
              <a:t>COVERING</a:t>
            </a:r>
            <a:r>
              <a:rPr lang="en-US" dirty="0"/>
              <a:t> : The top of the well should be closed by a </a:t>
            </a:r>
            <a:r>
              <a:rPr lang="en-US" dirty="0">
                <a:highlight>
                  <a:srgbClr val="FFFF00"/>
                </a:highlight>
              </a:rPr>
              <a:t>cement concrete cover </a:t>
            </a:r>
            <a:r>
              <a:rPr lang="en-US" dirty="0"/>
              <a:t>because the bulk of the pollution is introduced into the well directly through the open top. </a:t>
            </a:r>
          </a:p>
          <a:p>
            <a:pPr lvl="1"/>
            <a:r>
              <a:rPr lang="en-US" dirty="0"/>
              <a:t>Studies have shown that merely covering a well alone caused a marked improvement in the bacteriological quality of the water.</a:t>
            </a:r>
          </a:p>
          <a:p>
            <a:pPr lvl="1"/>
            <a:r>
              <a:rPr lang="en-US" dirty="0"/>
              <a:t>Open wells, therefore, cannot be considered sanitary</a:t>
            </a:r>
          </a:p>
          <a:p>
            <a:r>
              <a:rPr lang="en-US" b="1" dirty="0"/>
              <a:t>HAND-PUMP</a:t>
            </a:r>
            <a:r>
              <a:rPr lang="en-US" dirty="0"/>
              <a:t> : The well should be equipped with a hand-pump for lifting the water in a sanitary manner. </a:t>
            </a:r>
          </a:p>
          <a:p>
            <a:pPr lvl="1"/>
            <a:r>
              <a:rPr lang="en-US" dirty="0"/>
              <a:t>Studies have shown that when a pump is fitted there is marked improvement in the bacteriological quality of the water. </a:t>
            </a:r>
          </a:p>
          <a:p>
            <a:pPr lvl="1"/>
            <a:r>
              <a:rPr lang="en-US" dirty="0"/>
              <a:t>The handpump should be of robust construction to withstand rough handling by the people. </a:t>
            </a:r>
          </a:p>
          <a:p>
            <a:pPr lvl="1"/>
            <a:r>
              <a:rPr lang="en-US" dirty="0"/>
              <a:t>There should be an efficient maintenance service and arrangements for immediate repair if the pumps go out of order.</a:t>
            </a:r>
          </a:p>
          <a:p>
            <a:r>
              <a:rPr lang="en-US" b="1" dirty="0"/>
              <a:t>CONSUMER RESPONSIBILITY </a:t>
            </a:r>
            <a:r>
              <a:rPr lang="en-US" dirty="0"/>
              <a:t>: basic precautions at the individual and family level. </a:t>
            </a:r>
          </a:p>
          <a:p>
            <a:pPr lvl="1"/>
            <a:r>
              <a:rPr lang="en-US" dirty="0"/>
              <a:t>Strict cleanliness should be enforced in the vicinity of the well; personal ablutions, washing of clothes and animals, and the dumping of refuse and wastes should be prohibited. </a:t>
            </a:r>
          </a:p>
          <a:p>
            <a:pPr lvl="1"/>
            <a:r>
              <a:rPr lang="en-US" dirty="0"/>
              <a:t>Ropes and buckets from individual homes should not be used for drawing a supply from the well. </a:t>
            </a:r>
          </a:p>
          <a:p>
            <a:pPr lvl="1"/>
            <a:r>
              <a:rPr lang="en-US" dirty="0"/>
              <a:t>Water from the well should be carried in clean sanitary vessels to individual houses. </a:t>
            </a:r>
          </a:p>
          <a:p>
            <a:pPr lvl="1"/>
            <a:r>
              <a:rPr lang="en-US" dirty="0"/>
              <a:t>Requires health education. </a:t>
            </a:r>
          </a:p>
          <a:p>
            <a:r>
              <a:rPr lang="en-US" b="1" dirty="0"/>
              <a:t>QUALITY</a:t>
            </a:r>
            <a:r>
              <a:rPr lang="en-US" dirty="0"/>
              <a:t> : The physical, chemical and bacteriological quality of water should conform to the acceptable standards of quality of safe and wholesome water.</a:t>
            </a:r>
          </a:p>
        </p:txBody>
      </p:sp>
    </p:spTree>
    <p:extLst>
      <p:ext uri="{BB962C8B-B14F-4D97-AF65-F5344CB8AC3E}">
        <p14:creationId xmlns:p14="http://schemas.microsoft.com/office/powerpoint/2010/main" val="4039846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AC7943DC-3C21-7374-9AF6-242A1A1F8A3A}"/>
              </a:ext>
            </a:extLst>
          </p:cNvPr>
          <p:cNvGrpSpPr/>
          <p:nvPr/>
        </p:nvGrpSpPr>
        <p:grpSpPr>
          <a:xfrm>
            <a:off x="0" y="762000"/>
            <a:ext cx="12062009" cy="6125568"/>
            <a:chOff x="0" y="762000"/>
            <a:chExt cx="12062009" cy="612556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143A614-A8BD-9839-651E-424214220881}"/>
                </a:ext>
              </a:extLst>
            </p:cNvPr>
            <p:cNvSpPr/>
            <p:nvPr/>
          </p:nvSpPr>
          <p:spPr>
            <a:xfrm>
              <a:off x="0" y="4142380"/>
              <a:ext cx="5526807" cy="2156340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0857372-B064-E773-2CBC-C7345374CEE2}"/>
                </a:ext>
              </a:extLst>
            </p:cNvPr>
            <p:cNvSpPr/>
            <p:nvPr/>
          </p:nvSpPr>
          <p:spPr>
            <a:xfrm>
              <a:off x="23761" y="2650005"/>
              <a:ext cx="5526807" cy="15914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4D2B375-409D-E64B-95A0-FF9B819ED57C}"/>
                </a:ext>
              </a:extLst>
            </p:cNvPr>
            <p:cNvSpPr/>
            <p:nvPr/>
          </p:nvSpPr>
          <p:spPr>
            <a:xfrm>
              <a:off x="1368327" y="2627393"/>
              <a:ext cx="2063452" cy="34686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F978836-6013-C1DD-A430-A5060500E364}"/>
                </a:ext>
              </a:extLst>
            </p:cNvPr>
            <p:cNvSpPr/>
            <p:nvPr/>
          </p:nvSpPr>
          <p:spPr>
            <a:xfrm>
              <a:off x="0" y="5993850"/>
              <a:ext cx="5519049" cy="893718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D8DFECD-ED7D-F676-90D9-01B4D1747930}"/>
                </a:ext>
              </a:extLst>
            </p:cNvPr>
            <p:cNvGrpSpPr/>
            <p:nvPr/>
          </p:nvGrpSpPr>
          <p:grpSpPr>
            <a:xfrm>
              <a:off x="314325" y="762000"/>
              <a:ext cx="11747684" cy="5657850"/>
              <a:chOff x="314325" y="762000"/>
              <a:chExt cx="11747684" cy="5657850"/>
            </a:xfrm>
          </p:grpSpPr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5E78305E-1BC3-88D7-0B0C-3B2709A1EC3C}"/>
                  </a:ext>
                </a:extLst>
              </p:cNvPr>
              <p:cNvSpPr/>
              <p:nvPr/>
            </p:nvSpPr>
            <p:spPr>
              <a:xfrm flipH="1">
                <a:off x="3554630" y="2250468"/>
                <a:ext cx="816331" cy="327632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F9F6CCE9-E2DC-6BC3-C7CA-76B82DE26AA1}"/>
                  </a:ext>
                </a:extLst>
              </p:cNvPr>
              <p:cNvSpPr/>
              <p:nvPr/>
            </p:nvSpPr>
            <p:spPr>
              <a:xfrm>
                <a:off x="382013" y="2250468"/>
                <a:ext cx="868144" cy="327632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6386D1F-B623-984A-1344-36A00A6140E6}"/>
                  </a:ext>
                </a:extLst>
              </p:cNvPr>
              <p:cNvGrpSpPr/>
              <p:nvPr/>
            </p:nvGrpSpPr>
            <p:grpSpPr>
              <a:xfrm>
                <a:off x="314325" y="762000"/>
                <a:ext cx="11631831" cy="5657850"/>
                <a:chOff x="314325" y="982901"/>
                <a:chExt cx="11551241" cy="5436949"/>
              </a:xfrm>
            </p:grpSpPr>
            <p:sp>
              <p:nvSpPr>
                <p:cNvPr id="28" name="Flowchart: Magnetic Disk 27">
                  <a:extLst>
                    <a:ext uri="{FF2B5EF4-FFF2-40B4-BE49-F238E27FC236}">
                      <a16:creationId xmlns:a16="http://schemas.microsoft.com/office/drawing/2014/main" id="{CC965F4A-746B-8D35-7214-52698E637C0F}"/>
                    </a:ext>
                  </a:extLst>
                </p:cNvPr>
                <p:cNvSpPr/>
                <p:nvPr/>
              </p:nvSpPr>
              <p:spPr>
                <a:xfrm>
                  <a:off x="1218748" y="2076942"/>
                  <a:ext cx="2339961" cy="720250"/>
                </a:xfrm>
                <a:prstGeom prst="flowChartMagneticDisk">
                  <a:avLst/>
                </a:prstGeom>
                <a:blipFill>
                  <a:blip r:embed="rId4"/>
                  <a:tile tx="0" ty="0" sx="100000" sy="100000" flip="none" algn="tl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4BE5DF-B5C1-1251-4AF2-5D67DD1AF1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12074" y="2159076"/>
                  <a:ext cx="0" cy="3126182"/>
                </a:xfrm>
                <a:prstGeom prst="line">
                  <a:avLst/>
                </a:prstGeom>
                <a:ln w="95250">
                  <a:gradFill flip="none" rotWithShape="1">
                    <a:gsLst>
                      <a:gs pos="0">
                        <a:schemeClr val="tx1">
                          <a:lumMod val="50000"/>
                          <a:lumOff val="50000"/>
                        </a:schemeClr>
                      </a:gs>
                      <a:gs pos="46000">
                        <a:schemeClr val="accent2">
                          <a:lumMod val="50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path path="circle">
                      <a:fillToRect l="50000" t="130000" r="50000" b="-30000"/>
                    </a:path>
                    <a:tileRect/>
                  </a:gra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3D85A33-CECF-6C77-F7E9-BB3C826B47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61024" y="2762250"/>
                  <a:ext cx="0" cy="2523009"/>
                </a:xfrm>
                <a:prstGeom prst="line">
                  <a:avLst/>
                </a:prstGeom>
                <a:ln w="95250">
                  <a:gradFill flip="none" rotWithShape="1">
                    <a:gsLst>
                      <a:gs pos="0">
                        <a:schemeClr val="tx1">
                          <a:lumMod val="50000"/>
                          <a:lumOff val="50000"/>
                        </a:schemeClr>
                      </a:gs>
                      <a:gs pos="46000">
                        <a:schemeClr val="accent2">
                          <a:lumMod val="50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path path="circle">
                      <a:fillToRect l="50000" t="130000" r="50000" b="-30000"/>
                    </a:path>
                    <a:tileRect/>
                  </a:gra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E288359-6E43-E4F5-1552-E7ADC998CD7F}"/>
                    </a:ext>
                  </a:extLst>
                </p:cNvPr>
                <p:cNvSpPr/>
                <p:nvPr/>
              </p:nvSpPr>
              <p:spPr>
                <a:xfrm>
                  <a:off x="1066800" y="5972175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6B4782B-5528-8DD3-3A0A-613110B4B619}"/>
                    </a:ext>
                  </a:extLst>
                </p:cNvPr>
                <p:cNvSpPr/>
                <p:nvPr/>
              </p:nvSpPr>
              <p:spPr>
                <a:xfrm>
                  <a:off x="1066800" y="5595937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7553EB5A-2B9E-1F89-5B17-CB62AFE0E364}"/>
                    </a:ext>
                  </a:extLst>
                </p:cNvPr>
                <p:cNvSpPr/>
                <p:nvPr/>
              </p:nvSpPr>
              <p:spPr>
                <a:xfrm>
                  <a:off x="1066800" y="5219699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7A402C60-626B-AAF3-91A4-AF018A6AC75B}"/>
                    </a:ext>
                  </a:extLst>
                </p:cNvPr>
                <p:cNvSpPr/>
                <p:nvPr/>
              </p:nvSpPr>
              <p:spPr>
                <a:xfrm>
                  <a:off x="3286125" y="5972175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FE347E5-48E9-66FE-1642-76FC53D290C4}"/>
                    </a:ext>
                  </a:extLst>
                </p:cNvPr>
                <p:cNvSpPr/>
                <p:nvPr/>
              </p:nvSpPr>
              <p:spPr>
                <a:xfrm>
                  <a:off x="3286125" y="5595937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B1E192A-D96A-B7CB-53C6-F41AA512DBF8}"/>
                    </a:ext>
                  </a:extLst>
                </p:cNvPr>
                <p:cNvSpPr/>
                <p:nvPr/>
              </p:nvSpPr>
              <p:spPr>
                <a:xfrm>
                  <a:off x="3286125" y="5219699"/>
                  <a:ext cx="419100" cy="447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7E2F5EB-075D-BBAC-04FA-079D1836D11C}"/>
                    </a:ext>
                  </a:extLst>
                </p:cNvPr>
                <p:cNvCxnSpPr>
                  <a:stCxn id="11" idx="0"/>
                </p:cNvCxnSpPr>
                <p:nvPr/>
              </p:nvCxnSpPr>
              <p:spPr>
                <a:xfrm flipV="1">
                  <a:off x="1276350" y="2762250"/>
                  <a:ext cx="0" cy="2457449"/>
                </a:xfrm>
                <a:prstGeom prst="line">
                  <a:avLst/>
                </a:prstGeom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4AF52F2-3839-27F7-A0C1-DDC0E9E93052}"/>
                    </a:ext>
                  </a:extLst>
                </p:cNvPr>
                <p:cNvCxnSpPr>
                  <a:cxnSpLocks/>
                  <a:stCxn id="14" idx="0"/>
                </p:cNvCxnSpPr>
                <p:nvPr/>
              </p:nvCxnSpPr>
              <p:spPr>
                <a:xfrm flipV="1">
                  <a:off x="3495675" y="2762250"/>
                  <a:ext cx="0" cy="2457449"/>
                </a:xfrm>
                <a:prstGeom prst="line">
                  <a:avLst/>
                </a:prstGeom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4361849C-A692-EDCE-50CF-26FD3AD33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25" y="2728095"/>
                  <a:ext cx="11551241" cy="34155"/>
                </a:xfrm>
                <a:prstGeom prst="line">
                  <a:avLst/>
                </a:prstGeom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1" name="Picture 30" descr="A green water pump with a long handle&#10;&#10;Description automatically generated">
                  <a:extLst>
                    <a:ext uri="{FF2B5EF4-FFF2-40B4-BE49-F238E27FC236}">
                      <a16:creationId xmlns:a16="http://schemas.microsoft.com/office/drawing/2014/main" id="{BAD43A06-9A0D-D562-CA5B-073A022E42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792" b="97917" l="10000" r="90000">
                              <a14:foregroundMark x1="31833" y1="10708" x2="44292" y2="3792"/>
                              <a14:foregroundMark x1="44292" y1="3792" x2="34667" y2="10375"/>
                              <a14:foregroundMark x1="87042" y1="50625" x2="88625" y2="58167"/>
                              <a14:foregroundMark x1="88250" y1="50958" x2="88458" y2="50958"/>
                              <a14:foregroundMark x1="59625" y1="88917" x2="48875" y2="97917"/>
                              <a14:foregroundMark x1="48875" y1="97917" x2="58917" y2="901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63702" y="982901"/>
                  <a:ext cx="1225548" cy="1225548"/>
                </a:xfrm>
                <a:prstGeom prst="rect">
                  <a:avLst/>
                </a:prstGeom>
              </p:spPr>
            </p:pic>
          </p:grpSp>
          <p:pic>
            <p:nvPicPr>
              <p:cNvPr id="36" name="Graphic 35" descr="Renovation (House With Sparkles) outline">
                <a:extLst>
                  <a:ext uri="{FF2B5EF4-FFF2-40B4-BE49-F238E27FC236}">
                    <a16:creationId xmlns:a16="http://schemas.microsoft.com/office/drawing/2014/main" id="{C7FF20EE-B542-3241-7661-8B4582109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37074" y="802629"/>
                <a:ext cx="2024935" cy="2024935"/>
              </a:xfrm>
              <a:prstGeom prst="rect">
                <a:avLst/>
              </a:prstGeom>
            </p:spPr>
          </p:pic>
          <p:sp>
            <p:nvSpPr>
              <p:cNvPr id="39" name="Flowchart: Magnetic Disk 38">
                <a:extLst>
                  <a:ext uri="{FF2B5EF4-FFF2-40B4-BE49-F238E27FC236}">
                    <a16:creationId xmlns:a16="http://schemas.microsoft.com/office/drawing/2014/main" id="{42914A18-83FA-E344-1ADF-150E4A0C5F30}"/>
                  </a:ext>
                </a:extLst>
              </p:cNvPr>
              <p:cNvSpPr/>
              <p:nvPr/>
            </p:nvSpPr>
            <p:spPr>
              <a:xfrm>
                <a:off x="6927443" y="2414284"/>
                <a:ext cx="2356286" cy="852430"/>
              </a:xfrm>
              <a:prstGeom prst="flowChartMagneticDisk">
                <a:avLst/>
              </a:prstGeom>
              <a:blipFill>
                <a:blip r:embed="rId10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Septic Tank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18DF725-77B4-5A3F-99D8-ACAD132B9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5598" y="2457415"/>
                <a:ext cx="2978180" cy="17772"/>
              </a:xfrm>
              <a:prstGeom prst="line">
                <a:avLst/>
              </a:prstGeom>
              <a:ln w="2190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ACDDC08-D430-8971-3BF7-662E5797E0D0}"/>
                </a:ext>
              </a:extLst>
            </p:cNvPr>
            <p:cNvCxnSpPr/>
            <p:nvPr/>
          </p:nvCxnSpPr>
          <p:spPr>
            <a:xfrm>
              <a:off x="3728882" y="1864128"/>
              <a:ext cx="6457855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6DE063C-7A53-6FCB-7752-E32FCAD58EBF}"/>
                </a:ext>
              </a:extLst>
            </p:cNvPr>
            <p:cNvSpPr txBox="1"/>
            <p:nvPr/>
          </p:nvSpPr>
          <p:spPr>
            <a:xfrm>
              <a:off x="5550568" y="1399671"/>
              <a:ext cx="2149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&lt; 100m (100 yards) 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11FEF64-F293-A979-96DD-4AD9F368536D}"/>
                </a:ext>
              </a:extLst>
            </p:cNvPr>
            <p:cNvCxnSpPr>
              <a:cxnSpLocks/>
            </p:cNvCxnSpPr>
            <p:nvPr/>
          </p:nvCxnSpPr>
          <p:spPr>
            <a:xfrm>
              <a:off x="3551857" y="3280690"/>
              <a:ext cx="3343453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480E6C2-BB31-37EC-AB09-BE4C184AC20B}"/>
                </a:ext>
              </a:extLst>
            </p:cNvPr>
            <p:cNvSpPr txBox="1"/>
            <p:nvPr/>
          </p:nvSpPr>
          <p:spPr>
            <a:xfrm>
              <a:off x="4498415" y="3247144"/>
              <a:ext cx="2149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 15m (50 ft)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66024F4-89A9-2216-4DA0-1891A3ECBD39}"/>
                </a:ext>
              </a:extLst>
            </p:cNvPr>
            <p:cNvSpPr txBox="1"/>
            <p:nvPr/>
          </p:nvSpPr>
          <p:spPr>
            <a:xfrm rot="16200000">
              <a:off x="2363246" y="3583964"/>
              <a:ext cx="1526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 6 m (20 ft)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98FF0F0-8928-26FF-708E-12D172F826BA}"/>
                </a:ext>
              </a:extLst>
            </p:cNvPr>
            <p:cNvSpPr txBox="1"/>
            <p:nvPr/>
          </p:nvSpPr>
          <p:spPr>
            <a:xfrm>
              <a:off x="2062406" y="2113498"/>
              <a:ext cx="1405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&gt; 60 – 90 cm (2 - 3 ft) 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040AC7B-21FB-9E92-B287-BE3749030326}"/>
                </a:ext>
              </a:extLst>
            </p:cNvPr>
            <p:cNvCxnSpPr>
              <a:cxnSpLocks/>
            </p:cNvCxnSpPr>
            <p:nvPr/>
          </p:nvCxnSpPr>
          <p:spPr>
            <a:xfrm>
              <a:off x="320864" y="2842446"/>
              <a:ext cx="87748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9412B06-1084-5C3F-17A3-3CD0CF667178}"/>
                </a:ext>
              </a:extLst>
            </p:cNvPr>
            <p:cNvSpPr txBox="1"/>
            <p:nvPr/>
          </p:nvSpPr>
          <p:spPr>
            <a:xfrm>
              <a:off x="382012" y="2842448"/>
              <a:ext cx="8050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&gt; 1 m (3 ft) 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3C11454-2C78-61FD-BC4B-7E46DF6710EC}"/>
                </a:ext>
              </a:extLst>
            </p:cNvPr>
            <p:cNvCxnSpPr/>
            <p:nvPr/>
          </p:nvCxnSpPr>
          <p:spPr>
            <a:xfrm>
              <a:off x="3354215" y="1986134"/>
              <a:ext cx="0" cy="59197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EC48B91-482E-DB86-3F63-774142A0B706}"/>
                </a:ext>
              </a:extLst>
            </p:cNvPr>
            <p:cNvCxnSpPr>
              <a:cxnSpLocks/>
            </p:cNvCxnSpPr>
            <p:nvPr/>
          </p:nvCxnSpPr>
          <p:spPr>
            <a:xfrm>
              <a:off x="3354215" y="2663753"/>
              <a:ext cx="0" cy="25416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7B3EC0F-B82A-47F0-62B8-1B598CA3B5FB}"/>
                </a:ext>
              </a:extLst>
            </p:cNvPr>
            <p:cNvCxnSpPr>
              <a:cxnSpLocks/>
            </p:cNvCxnSpPr>
            <p:nvPr/>
          </p:nvCxnSpPr>
          <p:spPr>
            <a:xfrm>
              <a:off x="1283062" y="2037342"/>
              <a:ext cx="0" cy="53389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8257AC4-35AC-6BD6-2B30-DED21FB52B68}"/>
                </a:ext>
              </a:extLst>
            </p:cNvPr>
            <p:cNvSpPr txBox="1"/>
            <p:nvPr/>
          </p:nvSpPr>
          <p:spPr>
            <a:xfrm>
              <a:off x="373224" y="1912230"/>
              <a:ext cx="9506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&gt; 70 – 75 cm (28 in) 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C60F321-8C62-C00B-4B0E-8CE76E1B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5189" y="2457415"/>
              <a:ext cx="1602993" cy="8585"/>
            </a:xfrm>
            <a:prstGeom prst="line">
              <a:avLst/>
            </a:prstGeom>
            <a:ln w="2190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rapezoid 73">
              <a:extLst>
                <a:ext uri="{FF2B5EF4-FFF2-40B4-BE49-F238E27FC236}">
                  <a16:creationId xmlns:a16="http://schemas.microsoft.com/office/drawing/2014/main" id="{2407FC11-13E5-F14A-FA53-C7D969391344}"/>
                </a:ext>
              </a:extLst>
            </p:cNvPr>
            <p:cNvSpPr/>
            <p:nvPr/>
          </p:nvSpPr>
          <p:spPr>
            <a:xfrm>
              <a:off x="5519049" y="2627531"/>
              <a:ext cx="845801" cy="416893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CC98FE-E906-516F-3176-5094481CD879}"/>
                </a:ext>
              </a:extLst>
            </p:cNvPr>
            <p:cNvSpPr txBox="1"/>
            <p:nvPr/>
          </p:nvSpPr>
          <p:spPr>
            <a:xfrm>
              <a:off x="4458155" y="2020670"/>
              <a:ext cx="1459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Drain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79311F9-6D77-74E8-88DE-031B07760DEE}"/>
                </a:ext>
              </a:extLst>
            </p:cNvPr>
            <p:cNvSpPr txBox="1"/>
            <p:nvPr/>
          </p:nvSpPr>
          <p:spPr>
            <a:xfrm>
              <a:off x="4163597" y="2705160"/>
              <a:ext cx="1459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Soakage Pit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07DDE3-E308-9961-623E-B6D31B3E4ABD}"/>
                </a:ext>
              </a:extLst>
            </p:cNvPr>
            <p:cNvSpPr txBox="1"/>
            <p:nvPr/>
          </p:nvSpPr>
          <p:spPr>
            <a:xfrm>
              <a:off x="3787343" y="3692166"/>
              <a:ext cx="1853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 – Porous Strata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BEE756D-06F7-DD22-7638-9EBCFAE2CF05}"/>
                </a:ext>
              </a:extLst>
            </p:cNvPr>
            <p:cNvSpPr txBox="1"/>
            <p:nvPr/>
          </p:nvSpPr>
          <p:spPr>
            <a:xfrm>
              <a:off x="5438318" y="6103809"/>
              <a:ext cx="1853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II – Porous Strata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8B808AE-F809-EC46-5AC7-CC998794CAFE}"/>
                </a:ext>
              </a:extLst>
            </p:cNvPr>
            <p:cNvSpPr txBox="1"/>
            <p:nvPr/>
          </p:nvSpPr>
          <p:spPr>
            <a:xfrm>
              <a:off x="5416925" y="4965711"/>
              <a:ext cx="2149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 – Impervious strata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637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E6E9-0CF0-630A-EB74-EBE200DD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6775"/>
          </a:xfrm>
        </p:spPr>
        <p:txBody>
          <a:bodyPr/>
          <a:lstStyle/>
          <a:p>
            <a:r>
              <a:rPr lang="en-US" dirty="0"/>
              <a:t>Tube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993A3-C4A8-2285-A510-BFFFDCB7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900"/>
            <a:ext cx="10515600" cy="5260975"/>
          </a:xfrm>
        </p:spPr>
        <p:txBody>
          <a:bodyPr>
            <a:normAutofit fontScale="85000" lnSpcReduction="20000"/>
          </a:bodyPr>
          <a:lstStyle/>
          <a:p>
            <a:r>
              <a:rPr lang="en-US" sz="2100" dirty="0"/>
              <a:t>Tube wells are successful as a source of drinking water in many parts of India. </a:t>
            </a:r>
          </a:p>
          <a:p>
            <a:r>
              <a:rPr lang="en-US" sz="2100" dirty="0"/>
              <a:t>They yield water which is </a:t>
            </a:r>
            <a:r>
              <a:rPr lang="en-US" sz="2100" dirty="0">
                <a:highlight>
                  <a:srgbClr val="FFFF00"/>
                </a:highlight>
              </a:rPr>
              <a:t>bacteriologically safe </a:t>
            </a:r>
            <a:r>
              <a:rPr lang="en-US" sz="2100" dirty="0"/>
              <a:t>and are also </a:t>
            </a:r>
            <a:r>
              <a:rPr lang="en-US" sz="2100" dirty="0">
                <a:highlight>
                  <a:srgbClr val="FFFF00"/>
                </a:highlight>
              </a:rPr>
              <a:t>cheap in comparison </a:t>
            </a:r>
            <a:r>
              <a:rPr lang="en-US" sz="2100" dirty="0"/>
              <a:t>to other sources of supply. </a:t>
            </a:r>
          </a:p>
          <a:p>
            <a:r>
              <a:rPr lang="en-US" sz="2100" dirty="0"/>
              <a:t>Shallow tube wells or “driven wells” have become the </a:t>
            </a:r>
            <a:r>
              <a:rPr lang="en-US" sz="2100" dirty="0">
                <a:highlight>
                  <a:srgbClr val="FFFF00"/>
                </a:highlight>
              </a:rPr>
              <a:t>largest individual source of water supply to the rural community</a:t>
            </a:r>
            <a:r>
              <a:rPr lang="en-US" sz="2100" dirty="0"/>
              <a:t>. </a:t>
            </a:r>
          </a:p>
          <a:p>
            <a:r>
              <a:rPr lang="en-US" sz="2100" dirty="0"/>
              <a:t>The tube well consists of a pipe </a:t>
            </a:r>
            <a:r>
              <a:rPr lang="en-US" sz="2100" dirty="0">
                <a:highlight>
                  <a:srgbClr val="FFFF00"/>
                </a:highlight>
              </a:rPr>
              <a:t>(usually galvanized iron</a:t>
            </a:r>
            <a:r>
              <a:rPr lang="en-US" sz="2100" dirty="0"/>
              <a:t>) sunk into the water-bearing stratum and fitted with a strainer at the bottom, and a hand-pump at the top. </a:t>
            </a:r>
          </a:p>
          <a:p>
            <a:pPr lvl="1"/>
            <a:r>
              <a:rPr lang="en-US" sz="1900" dirty="0"/>
              <a:t>A water-tight concrete platform with a drain all round should be provided. </a:t>
            </a:r>
          </a:p>
          <a:p>
            <a:pPr lvl="1"/>
            <a:r>
              <a:rPr lang="en-US" sz="1900" dirty="0"/>
              <a:t>The area within 15 m of the tube well should be kept free from pollution with liquid and solid wastes. </a:t>
            </a:r>
          </a:p>
          <a:p>
            <a:pPr lvl="1"/>
            <a:r>
              <a:rPr lang="en-US" sz="1900" dirty="0"/>
              <a:t>The hand-pump should be kept in good repair. </a:t>
            </a:r>
          </a:p>
          <a:p>
            <a:r>
              <a:rPr lang="en-US" sz="2100" dirty="0">
                <a:highlight>
                  <a:srgbClr val="FFFF00"/>
                </a:highlight>
              </a:rPr>
              <a:t>The life of the tube well is not the same everywhere</a:t>
            </a:r>
            <a:r>
              <a:rPr lang="en-US" sz="2100" dirty="0"/>
              <a:t>. It varies from place to place depending upon the type of </a:t>
            </a:r>
            <a:r>
              <a:rPr lang="en-US" sz="2100" dirty="0">
                <a:highlight>
                  <a:srgbClr val="FFFF00"/>
                </a:highlight>
              </a:rPr>
              <a:t>strainer, quality of underground water and the nature of soil</a:t>
            </a:r>
            <a:r>
              <a:rPr lang="en-US" sz="2100" dirty="0"/>
              <a:t>. </a:t>
            </a:r>
          </a:p>
          <a:p>
            <a:r>
              <a:rPr lang="en-US" sz="2100" dirty="0"/>
              <a:t>When the tube well is derelict, it is withdrawn and then </a:t>
            </a:r>
            <a:r>
              <a:rPr lang="en-US" sz="2100" dirty="0" err="1"/>
              <a:t>resunk</a:t>
            </a:r>
            <a:r>
              <a:rPr lang="en-US" sz="2100" dirty="0"/>
              <a:t> with a new strainer using as much of the withdrawn pipes as can be recovered. </a:t>
            </a:r>
          </a:p>
          <a:p>
            <a:r>
              <a:rPr lang="en-US" sz="2100" dirty="0"/>
              <a:t>Deep tube wells or bored wells are sunk by drilling through successive substrata of gravel or rock until a suitable supply of ground water is located. </a:t>
            </a:r>
          </a:p>
          <a:p>
            <a:pPr lvl="1"/>
            <a:r>
              <a:rPr lang="en-US" sz="1900" dirty="0"/>
              <a:t>They may </a:t>
            </a:r>
            <a:r>
              <a:rPr lang="en-US" sz="1900" dirty="0">
                <a:highlight>
                  <a:srgbClr val="FFFF00"/>
                </a:highlight>
              </a:rPr>
              <a:t>be several hundred feet deep</a:t>
            </a:r>
            <a:r>
              <a:rPr lang="en-US" sz="1900" dirty="0"/>
              <a:t> and require complicated mechanical drilling equipment and skilled engineering direction. </a:t>
            </a:r>
          </a:p>
          <a:p>
            <a:pPr lvl="1"/>
            <a:r>
              <a:rPr lang="en-US" sz="1900" dirty="0"/>
              <a:t>This type of wells, although costly to construct and to operate, are in many ways the ideal supply.</a:t>
            </a:r>
          </a:p>
          <a:p>
            <a:r>
              <a:rPr lang="en-US" sz="2100" dirty="0"/>
              <a:t>The yield is normally very high and does not depend upon direct rainfall in the immediate vicinity. </a:t>
            </a:r>
          </a:p>
          <a:p>
            <a:r>
              <a:rPr lang="en-US" sz="2100" dirty="0"/>
              <a:t>Chandigarh, the capital of Punjab and Haryana, derives its entire water supply from tube wells.</a:t>
            </a:r>
          </a:p>
        </p:txBody>
      </p:sp>
    </p:spTree>
    <p:extLst>
      <p:ext uri="{BB962C8B-B14F-4D97-AF65-F5344CB8AC3E}">
        <p14:creationId xmlns:p14="http://schemas.microsoft.com/office/powerpoint/2010/main" val="244474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DE0A-1AEB-075C-40B9-F204E617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FE5B5-E116-BE4C-B5C9-74137740F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When ground water comes to the surface and flows freely under natural pressure, it is called a “spring”. </a:t>
            </a:r>
          </a:p>
          <a:p>
            <a:r>
              <a:rPr lang="en-US"/>
              <a:t>Springs may be of two types-shallow springs and deep springs. </a:t>
            </a:r>
          </a:p>
          <a:p>
            <a:r>
              <a:rPr lang="en-US"/>
              <a:t>Shallow springs dry up quickly during summer months.</a:t>
            </a:r>
          </a:p>
          <a:p>
            <a:r>
              <a:rPr lang="en-US"/>
              <a:t>Deep springs do not show seasonal fluctuations in the flow of water. </a:t>
            </a:r>
          </a:p>
          <a:p>
            <a:endParaRPr lang="en-US"/>
          </a:p>
          <a:p>
            <a:r>
              <a:rPr lang="en-US"/>
              <a:t>Springs are simpler to exploit, as no pumping is needed to bring the water to the surface.</a:t>
            </a:r>
          </a:p>
          <a:p>
            <a:r>
              <a:rPr lang="en-US"/>
              <a:t>Springs are exposed to contamination. </a:t>
            </a:r>
          </a:p>
          <a:p>
            <a:r>
              <a:rPr lang="en-US"/>
              <a:t>Well built protective structures are necessary to safeguard water quality.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44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oloured hot springs">
            <a:extLst>
              <a:ext uri="{FF2B5EF4-FFF2-40B4-BE49-F238E27FC236}">
                <a16:creationId xmlns:a16="http://schemas.microsoft.com/office/drawing/2014/main" id="{BD830CE9-80BE-6E24-911D-B1B78A6181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87" b="3907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26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7C8C4D-91C1-57A7-61ED-E194715E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rgbClr val="FFFFFF"/>
                </a:solidFill>
              </a:rPr>
              <a:t>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115733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892C-48C9-8EF5-1BAC-5DA0D4C3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IMPURITIES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A0A2F-464A-B2F6-5F65-4412E3665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Natural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4B4CA-EEAC-EB96-2030-453398621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0" y="2505075"/>
            <a:ext cx="5578475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Dissolved gases (CO2, H2S, N2, </a:t>
            </a:r>
            <a:r>
              <a:rPr lang="en-US" dirty="0" err="1"/>
              <a:t>etc</a:t>
            </a:r>
            <a:r>
              <a:rPr lang="en-US" dirty="0"/>
              <a:t>) </a:t>
            </a:r>
          </a:p>
          <a:p>
            <a:r>
              <a:rPr lang="en-US" dirty="0"/>
              <a:t>Dissolved minerals (Salts of Ca, Mg, Na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Suspended (Clay, silt, sand and mud)</a:t>
            </a:r>
          </a:p>
          <a:p>
            <a:r>
              <a:rPr lang="en-US" dirty="0"/>
              <a:t>Not essentially dangerous</a:t>
            </a:r>
          </a:p>
          <a:p>
            <a:r>
              <a:rPr lang="en-US" dirty="0"/>
              <a:t>From atmosphere, catchment area and soil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F3DA7-5DB0-26B0-A3DA-415590335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/>
              <a:t>Human Activity</a:t>
            </a:r>
            <a:endParaRPr lang="en-US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FBE84-8146-90F9-5E66-D75447AFF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848350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D/t Urbanization and Industrialization</a:t>
            </a:r>
          </a:p>
          <a:p>
            <a:r>
              <a:rPr lang="en-US" dirty="0"/>
              <a:t>Sewage (decomposable organic matter &amp; pathogens)</a:t>
            </a:r>
          </a:p>
          <a:p>
            <a:r>
              <a:rPr lang="en-US" dirty="0"/>
              <a:t>Industrial &amp; trade wastes ( metal salts to complex synthetic organic material)</a:t>
            </a:r>
          </a:p>
          <a:p>
            <a:r>
              <a:rPr lang="en-US" dirty="0"/>
              <a:t>Agricultural (fertilizers &amp; pesticides)</a:t>
            </a:r>
          </a:p>
          <a:p>
            <a:r>
              <a:rPr lang="en-US" dirty="0"/>
              <a:t>Physical ( heat and radio-active substances)</a:t>
            </a:r>
          </a:p>
        </p:txBody>
      </p:sp>
    </p:spTree>
    <p:extLst>
      <p:ext uri="{BB962C8B-B14F-4D97-AF65-F5344CB8AC3E}">
        <p14:creationId xmlns:p14="http://schemas.microsoft.com/office/powerpoint/2010/main" val="303796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1713AD-C247-C7B9-E99A-534870F8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55F3AC-26A2-89D3-E577-1A0443ABB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Amount of total suspended solids, </a:t>
            </a:r>
          </a:p>
          <a:p>
            <a:r>
              <a:rPr lang="en-US" dirty="0"/>
              <a:t>Biochemical oxygen demand (BOD) at 20 deg. C, </a:t>
            </a:r>
          </a:p>
          <a:p>
            <a:r>
              <a:rPr lang="en-US" dirty="0"/>
              <a:t>Concentration of chlorides, nitrogen and phosphorus </a:t>
            </a:r>
          </a:p>
          <a:p>
            <a:r>
              <a:rPr lang="en-US" dirty="0"/>
              <a:t>Absence of dissolved oxygen.</a:t>
            </a:r>
          </a:p>
          <a:p>
            <a:endParaRPr lang="en-US" dirty="0"/>
          </a:p>
          <a:p>
            <a:r>
              <a:rPr lang="en-US" dirty="0"/>
              <a:t>Even if the source of water supply and its treatment are of a high standard, water pollution may still occur as often happens, </a:t>
            </a:r>
          </a:p>
          <a:p>
            <a:pPr lvl="1"/>
            <a:r>
              <a:rPr lang="en-US" dirty="0"/>
              <a:t>Due to corrosion of pipelines,</a:t>
            </a:r>
          </a:p>
          <a:p>
            <a:pPr lvl="1"/>
            <a:r>
              <a:rPr lang="en-US" dirty="0"/>
              <a:t>Leaky joints </a:t>
            </a:r>
          </a:p>
          <a:p>
            <a:pPr lvl="1"/>
            <a:r>
              <a:rPr lang="en-US" dirty="0"/>
              <a:t>Cross connections between water supply pipes and sewage drainage pipes. </a:t>
            </a:r>
          </a:p>
        </p:txBody>
      </p:sp>
    </p:spTree>
    <p:extLst>
      <p:ext uri="{BB962C8B-B14F-4D97-AF65-F5344CB8AC3E}">
        <p14:creationId xmlns:p14="http://schemas.microsoft.com/office/powerpoint/2010/main" val="214925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B1067-E30F-D8DA-49DD-9FBD8E85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07" y="175038"/>
            <a:ext cx="6373877" cy="145405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Water Related Diseases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9852D7F-EFE6-9F6A-1E2A-4BF8E0147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23" y="1629089"/>
            <a:ext cx="6373877" cy="4883681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By the ingestion of contaminated water either directly or through food. </a:t>
            </a:r>
          </a:p>
          <a:p>
            <a:r>
              <a:rPr lang="en-US" sz="3200" dirty="0">
                <a:solidFill>
                  <a:schemeClr val="tx2"/>
                </a:solidFill>
              </a:rPr>
              <a:t>Using contaminated water for purpose of personal hygiene and recreation. </a:t>
            </a:r>
          </a:p>
          <a:p>
            <a:r>
              <a:rPr lang="en-US" sz="3200" dirty="0">
                <a:solidFill>
                  <a:schemeClr val="tx2"/>
                </a:solidFill>
              </a:rPr>
              <a:t>Developing countries carry a heavy burden of water-related diseases, the heaviest being the diarrheal diseases.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ink">
            <a:extLst>
              <a:ext uri="{FF2B5EF4-FFF2-40B4-BE49-F238E27FC236}">
                <a16:creationId xmlns:a16="http://schemas.microsoft.com/office/drawing/2014/main" id="{356B5C04-7024-3D7A-2A2C-2AD80935E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9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7ACAA-FD1E-387C-FA5A-BABD19C7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Biological (Water – borne diseases)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6871-DC04-4255-4006-B25E31ED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825624"/>
            <a:ext cx="6084367" cy="48228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Presence of an infective agent:</a:t>
            </a:r>
          </a:p>
          <a:p>
            <a:pPr lvl="1"/>
            <a:r>
              <a:rPr lang="en-US" dirty="0"/>
              <a:t>Viral : Viral hepatitis A, hepatitis E, poliomyelitis, rotavirus diarrhea in infants.</a:t>
            </a:r>
          </a:p>
          <a:p>
            <a:pPr lvl="1"/>
            <a:r>
              <a:rPr lang="en-US" dirty="0"/>
              <a:t>Bacterial : typhoid and paratyphoid fever, bacillary dysentery, </a:t>
            </a:r>
            <a:r>
              <a:rPr lang="en-US" dirty="0" err="1"/>
              <a:t>Esch</a:t>
            </a:r>
            <a:r>
              <a:rPr lang="en-US" dirty="0"/>
              <a:t>. coli diarrhea, cholera.</a:t>
            </a:r>
          </a:p>
          <a:p>
            <a:pPr lvl="1"/>
            <a:r>
              <a:rPr lang="en-US" dirty="0"/>
              <a:t>Protozoal : amoebiasis. giardiasis</a:t>
            </a:r>
          </a:p>
          <a:p>
            <a:pPr lvl="1"/>
            <a:r>
              <a:rPr lang="en-US" dirty="0"/>
              <a:t>Helminthic : roundworm, threadworm, hydatid disease.</a:t>
            </a:r>
          </a:p>
          <a:p>
            <a:pPr lvl="1"/>
            <a:r>
              <a:rPr lang="en-US" dirty="0"/>
              <a:t>Leptospiral : Weil’s disease</a:t>
            </a:r>
          </a:p>
          <a:p>
            <a:r>
              <a:rPr lang="en-US" sz="2400" dirty="0"/>
              <a:t>Presence of an aquatic host :</a:t>
            </a:r>
          </a:p>
          <a:p>
            <a:pPr lvl="1"/>
            <a:r>
              <a:rPr lang="en-US" dirty="0"/>
              <a:t>Snail : schistosomiasis</a:t>
            </a:r>
          </a:p>
          <a:p>
            <a:pPr lvl="1"/>
            <a:r>
              <a:rPr lang="en-US" dirty="0"/>
              <a:t>Cyclops : Guinea worm , fish tape worm.</a:t>
            </a:r>
          </a:p>
        </p:txBody>
      </p:sp>
      <p:pic>
        <p:nvPicPr>
          <p:cNvPr id="5" name="Picture 4" descr="A 3D rendering of virus cells">
            <a:extLst>
              <a:ext uri="{FF2B5EF4-FFF2-40B4-BE49-F238E27FC236}">
                <a16:creationId xmlns:a16="http://schemas.microsoft.com/office/drawing/2014/main" id="{AB37431C-0119-660C-4FC2-0B69036AF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34" r="33817" b="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386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CC3F-F0DD-D966-86EB-62AB925D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16A5-064C-7BB3-BEAC-EE5BFF4F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pollutants include detergent solvents, cyanides, heavy metals, minerals and organic acids, nitrogenous substances, bleaching agents, dyes, pigments, </a:t>
            </a:r>
            <a:r>
              <a:rPr lang="en-US" dirty="0" err="1"/>
              <a:t>sulphides</a:t>
            </a:r>
            <a:r>
              <a:rPr lang="en-US" dirty="0"/>
              <a:t>, ammonia, toxic and biocidal organic compounds of great variety. </a:t>
            </a:r>
          </a:p>
          <a:p>
            <a:r>
              <a:rPr lang="en-US" dirty="0"/>
              <a:t>Chemical pollutants may affect man’s health not only directly, but also indirectly by accumulating in aquatic life (e.g. fish) used as human food. </a:t>
            </a:r>
          </a:p>
          <a:p>
            <a:r>
              <a:rPr lang="en-US" dirty="0"/>
              <a:t>The present concern about chemical pollutants in water relates not so much as to their acute toxic effects on human health as to the possible long-term effects of low-level exposure.</a:t>
            </a:r>
          </a:p>
        </p:txBody>
      </p:sp>
    </p:spTree>
    <p:extLst>
      <p:ext uri="{BB962C8B-B14F-4D97-AF65-F5344CB8AC3E}">
        <p14:creationId xmlns:p14="http://schemas.microsoft.com/office/powerpoint/2010/main" val="3703355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07B3-AB46-46AC-612D-4E11E1CB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health 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2AB3-F793-8B56-ACA6-3EBDAFE06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Dental health </a:t>
            </a:r>
            <a:r>
              <a:rPr lang="en-US" dirty="0"/>
              <a:t>: The presence of fluoride at </a:t>
            </a:r>
            <a:r>
              <a:rPr lang="en-US" dirty="0">
                <a:highlight>
                  <a:srgbClr val="FFFF00"/>
                </a:highlight>
              </a:rPr>
              <a:t>about 1 mg/</a:t>
            </a:r>
            <a:r>
              <a:rPr lang="en-US" dirty="0" err="1">
                <a:highlight>
                  <a:srgbClr val="FFFF00"/>
                </a:highlight>
              </a:rPr>
              <a:t>litre</a:t>
            </a:r>
            <a:r>
              <a:rPr lang="en-US" dirty="0">
                <a:highlight>
                  <a:srgbClr val="FFFF00"/>
                </a:highlight>
              </a:rPr>
              <a:t> in </a:t>
            </a:r>
            <a:r>
              <a:rPr lang="en-US" dirty="0"/>
              <a:t>drinking water is known to protect against dental caries, but high levels of fluoride cause mottling of the dental enamel</a:t>
            </a:r>
          </a:p>
          <a:p>
            <a:r>
              <a:rPr lang="en-US" b="1" dirty="0"/>
              <a:t>Cyanosis in infant </a:t>
            </a:r>
            <a:r>
              <a:rPr lang="en-US" dirty="0"/>
              <a:t>: High nitrate content of water is associated with </a:t>
            </a:r>
            <a:r>
              <a:rPr lang="en-US" dirty="0" err="1"/>
              <a:t>methaemoglobinaemia</a:t>
            </a:r>
            <a:r>
              <a:rPr lang="en-US" dirty="0"/>
              <a:t>. This is a rare occurrence but may occur when surface water from farmland, treated with a fertilizer, gain access to the water supply</a:t>
            </a:r>
          </a:p>
          <a:p>
            <a:r>
              <a:rPr lang="en-US" b="1" dirty="0"/>
              <a:t>Cardiovascular diseases 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Hardness of water </a:t>
            </a:r>
            <a:r>
              <a:rPr lang="en-US" dirty="0"/>
              <a:t>appears to have a </a:t>
            </a:r>
            <a:r>
              <a:rPr lang="en-US" dirty="0">
                <a:highlight>
                  <a:srgbClr val="FFFF00"/>
                </a:highlight>
              </a:rPr>
              <a:t>beneficial </a:t>
            </a:r>
            <a:r>
              <a:rPr lang="en-US" dirty="0"/>
              <a:t>effect against cardiovascular diseases;</a:t>
            </a:r>
          </a:p>
          <a:p>
            <a:r>
              <a:rPr lang="en-US" dirty="0"/>
              <a:t>Diseases transmitted d/t inadequate use of water like shigellosis, trachoma and conjunctivitis, ascariasis, scabies.</a:t>
            </a:r>
          </a:p>
          <a:p>
            <a:r>
              <a:rPr lang="en-US" dirty="0"/>
              <a:t>Disease carrying insects breeding in or near water, like: malaria, filaria, arboviruses, onchocerciasis, African trypanosomiasis</a:t>
            </a:r>
          </a:p>
        </p:txBody>
      </p:sp>
    </p:spTree>
    <p:extLst>
      <p:ext uri="{BB962C8B-B14F-4D97-AF65-F5344CB8AC3E}">
        <p14:creationId xmlns:p14="http://schemas.microsoft.com/office/powerpoint/2010/main" val="452648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80D7-FC33-D711-A83F-1761CA97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Pollution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8854-A88C-CAA1-8C20-EAD970C85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protect water from being contaminated, the Indian Parliament in 1974 passed the Water (Prevention and Control of Pollution) Act. </a:t>
            </a:r>
          </a:p>
          <a:p>
            <a:r>
              <a:rPr lang="en-US" dirty="0"/>
              <a:t>The Act seeks to provide legal deterrent against the spread of water pollution. </a:t>
            </a:r>
          </a:p>
          <a:p>
            <a:r>
              <a:rPr lang="en-US" dirty="0"/>
              <a:t>The Act is a comprehensive piece of legislation. </a:t>
            </a:r>
          </a:p>
          <a:p>
            <a:r>
              <a:rPr lang="en-US" dirty="0"/>
              <a:t>It provides for the constitution of Central and State Water Boards and Joint Water Boards endowed with wide powers for controlling pollution.</a:t>
            </a:r>
          </a:p>
        </p:txBody>
      </p:sp>
    </p:spTree>
    <p:extLst>
      <p:ext uri="{BB962C8B-B14F-4D97-AF65-F5344CB8AC3E}">
        <p14:creationId xmlns:p14="http://schemas.microsoft.com/office/powerpoint/2010/main" val="77713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5BC353-549C-47DC-9732-7E696137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Manometer beer equipment">
            <a:extLst>
              <a:ext uri="{FF2B5EF4-FFF2-40B4-BE49-F238E27FC236}">
                <a16:creationId xmlns:a16="http://schemas.microsoft.com/office/drawing/2014/main" id="{D30EFA45-9FEF-4204-1235-8E801215B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0" b="11345"/>
          <a:stretch/>
        </p:blipFill>
        <p:spPr>
          <a:xfrm>
            <a:off x="20" y="-1"/>
            <a:ext cx="12191980" cy="6858002"/>
          </a:xfrm>
          <a:custGeom>
            <a:avLst/>
            <a:gdLst/>
            <a:ahLst/>
            <a:cxnLst/>
            <a:rect l="l" t="t" r="r" b="b"/>
            <a:pathLst>
              <a:path w="12192000" h="6858002">
                <a:moveTo>
                  <a:pt x="5307101" y="6857999"/>
                </a:moveTo>
                <a:lnTo>
                  <a:pt x="12192000" y="6857999"/>
                </a:lnTo>
                <a:lnTo>
                  <a:pt x="12192000" y="6858002"/>
                </a:lnTo>
                <a:lnTo>
                  <a:pt x="5307088" y="685800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277972"/>
                </a:lnTo>
                <a:lnTo>
                  <a:pt x="12152890" y="6290206"/>
                </a:lnTo>
                <a:cubicBezTo>
                  <a:pt x="12105395" y="6304478"/>
                  <a:pt x="12054092" y="6317152"/>
                  <a:pt x="12009354" y="6315664"/>
                </a:cubicBezTo>
                <a:cubicBezTo>
                  <a:pt x="11994503" y="6311032"/>
                  <a:pt x="11985943" y="6310638"/>
                  <a:pt x="11978968" y="6319390"/>
                </a:cubicBezTo>
                <a:cubicBezTo>
                  <a:pt x="11941764" y="6318961"/>
                  <a:pt x="11901790" y="6339612"/>
                  <a:pt x="11878895" y="6327233"/>
                </a:cubicBezTo>
                <a:cubicBezTo>
                  <a:pt x="11878918" y="6346592"/>
                  <a:pt x="11826486" y="6319151"/>
                  <a:pt x="11814979" y="6337141"/>
                </a:cubicBezTo>
                <a:cubicBezTo>
                  <a:pt x="11820607" y="6367517"/>
                  <a:pt x="11727668" y="6353622"/>
                  <a:pt x="11687508" y="6364470"/>
                </a:cubicBezTo>
                <a:cubicBezTo>
                  <a:pt x="11692944" y="6381370"/>
                  <a:pt x="11638976" y="6383664"/>
                  <a:pt x="11672002" y="6397904"/>
                </a:cubicBezTo>
                <a:cubicBezTo>
                  <a:pt x="11645814" y="6406115"/>
                  <a:pt x="11642999" y="6389784"/>
                  <a:pt x="11629894" y="6384496"/>
                </a:cubicBezTo>
                <a:cubicBezTo>
                  <a:pt x="11597582" y="6386755"/>
                  <a:pt x="11602281" y="6372208"/>
                  <a:pt x="11597728" y="6361596"/>
                </a:cubicBezTo>
                <a:cubicBezTo>
                  <a:pt x="11567716" y="6387703"/>
                  <a:pt x="11505156" y="6361750"/>
                  <a:pt x="11448211" y="6357842"/>
                </a:cubicBezTo>
                <a:cubicBezTo>
                  <a:pt x="11414499" y="6357897"/>
                  <a:pt x="11370196" y="6408532"/>
                  <a:pt x="11336630" y="6383021"/>
                </a:cubicBezTo>
                <a:cubicBezTo>
                  <a:pt x="11316728" y="6389671"/>
                  <a:pt x="11284212" y="6365546"/>
                  <a:pt x="11267820" y="6388199"/>
                </a:cubicBezTo>
                <a:cubicBezTo>
                  <a:pt x="11215412" y="6380118"/>
                  <a:pt x="11199532" y="6391497"/>
                  <a:pt x="11153755" y="6378749"/>
                </a:cubicBezTo>
                <a:cubicBezTo>
                  <a:pt x="11097684" y="6376473"/>
                  <a:pt x="11142086" y="6407848"/>
                  <a:pt x="11063998" y="6397440"/>
                </a:cubicBezTo>
                <a:cubicBezTo>
                  <a:pt x="11028900" y="6406581"/>
                  <a:pt x="10989384" y="6411343"/>
                  <a:pt x="10949261" y="6411271"/>
                </a:cubicBezTo>
                <a:cubicBezTo>
                  <a:pt x="10946808" y="6404413"/>
                  <a:pt x="10928478" y="6413021"/>
                  <a:pt x="10920620" y="6414504"/>
                </a:cubicBezTo>
                <a:cubicBezTo>
                  <a:pt x="10921840" y="6410173"/>
                  <a:pt x="10906289" y="6407257"/>
                  <a:pt x="10899483" y="6410536"/>
                </a:cubicBezTo>
                <a:cubicBezTo>
                  <a:pt x="10774259" y="6419728"/>
                  <a:pt x="10854212" y="6382839"/>
                  <a:pt x="10774590" y="6403309"/>
                </a:cubicBezTo>
                <a:cubicBezTo>
                  <a:pt x="10724638" y="6405843"/>
                  <a:pt x="10739599" y="6355991"/>
                  <a:pt x="10682861" y="6377814"/>
                </a:cubicBezTo>
                <a:cubicBezTo>
                  <a:pt x="10622947" y="6375380"/>
                  <a:pt x="10589912" y="6355504"/>
                  <a:pt x="10530714" y="6366548"/>
                </a:cubicBezTo>
                <a:cubicBezTo>
                  <a:pt x="10474643" y="6364190"/>
                  <a:pt x="10428348" y="6354710"/>
                  <a:pt x="10379097" y="6358630"/>
                </a:cubicBezTo>
                <a:cubicBezTo>
                  <a:pt x="10361622" y="6351880"/>
                  <a:pt x="10344151" y="6348805"/>
                  <a:pt x="10323727" y="6357333"/>
                </a:cubicBezTo>
                <a:cubicBezTo>
                  <a:pt x="10272196" y="6352518"/>
                  <a:pt x="10263446" y="6339056"/>
                  <a:pt x="10227126" y="6348100"/>
                </a:cubicBezTo>
                <a:cubicBezTo>
                  <a:pt x="10196351" y="6318664"/>
                  <a:pt x="10199174" y="6342674"/>
                  <a:pt x="10163542" y="6343141"/>
                </a:cubicBezTo>
                <a:cubicBezTo>
                  <a:pt x="10134376" y="6345476"/>
                  <a:pt x="10177885" y="6359944"/>
                  <a:pt x="10151161" y="6358763"/>
                </a:cubicBezTo>
                <a:cubicBezTo>
                  <a:pt x="10126522" y="6349492"/>
                  <a:pt x="10117113" y="6369683"/>
                  <a:pt x="10092125" y="6358861"/>
                </a:cubicBezTo>
                <a:cubicBezTo>
                  <a:pt x="10107302" y="6344459"/>
                  <a:pt x="10032910" y="6356018"/>
                  <a:pt x="10037958" y="6342614"/>
                </a:cubicBezTo>
                <a:cubicBezTo>
                  <a:pt x="10003046" y="6359008"/>
                  <a:pt x="10003017" y="6334504"/>
                  <a:pt x="9966866" y="6337014"/>
                </a:cubicBezTo>
                <a:cubicBezTo>
                  <a:pt x="9947485" y="6342600"/>
                  <a:pt x="9935606" y="6342702"/>
                  <a:pt x="9924418" y="6333490"/>
                </a:cubicBezTo>
                <a:cubicBezTo>
                  <a:pt x="9834150" y="6361084"/>
                  <a:pt x="9880223" y="6330704"/>
                  <a:pt x="9806001" y="6337361"/>
                </a:cubicBezTo>
                <a:cubicBezTo>
                  <a:pt x="9740686" y="6345638"/>
                  <a:pt x="9670300" y="6348205"/>
                  <a:pt x="9596449" y="6376180"/>
                </a:cubicBezTo>
                <a:cubicBezTo>
                  <a:pt x="9581101" y="6384665"/>
                  <a:pt x="9553986" y="6385744"/>
                  <a:pt x="9535890" y="6378590"/>
                </a:cubicBezTo>
                <a:cubicBezTo>
                  <a:pt x="9532775" y="6377359"/>
                  <a:pt x="9530052" y="6375925"/>
                  <a:pt x="9527805" y="6374334"/>
                </a:cubicBezTo>
                <a:cubicBezTo>
                  <a:pt x="9481894" y="6394749"/>
                  <a:pt x="9464762" y="6381055"/>
                  <a:pt x="9441373" y="6395633"/>
                </a:cubicBezTo>
                <a:cubicBezTo>
                  <a:pt x="9381290" y="6397202"/>
                  <a:pt x="9341618" y="6377583"/>
                  <a:pt x="9320149" y="6390280"/>
                </a:cubicBezTo>
                <a:cubicBezTo>
                  <a:pt x="9291150" y="6386896"/>
                  <a:pt x="9257768" y="6367103"/>
                  <a:pt x="9229488" y="6380382"/>
                </a:cubicBezTo>
                <a:cubicBezTo>
                  <a:pt x="9230007" y="6377216"/>
                  <a:pt x="9227921" y="6376045"/>
                  <a:pt x="9224285" y="6375920"/>
                </a:cubicBezTo>
                <a:lnTo>
                  <a:pt x="9217537" y="6376762"/>
                </a:lnTo>
                <a:lnTo>
                  <a:pt x="9214728" y="6381637"/>
                </a:lnTo>
                <a:cubicBezTo>
                  <a:pt x="9202170" y="6398803"/>
                  <a:pt x="9191484" y="6381138"/>
                  <a:pt x="9161049" y="6384539"/>
                </a:cubicBezTo>
                <a:cubicBezTo>
                  <a:pt x="9146336" y="6385184"/>
                  <a:pt x="9147761" y="6380673"/>
                  <a:pt x="9149697" y="6376552"/>
                </a:cubicBezTo>
                <a:lnTo>
                  <a:pt x="9150803" y="6372240"/>
                </a:lnTo>
                <a:lnTo>
                  <a:pt x="9141448" y="6372359"/>
                </a:lnTo>
                <a:lnTo>
                  <a:pt x="9137486" y="6372055"/>
                </a:lnTo>
                <a:lnTo>
                  <a:pt x="9126952" y="6375163"/>
                </a:lnTo>
                <a:cubicBezTo>
                  <a:pt x="9117353" y="6375502"/>
                  <a:pt x="9107828" y="6372135"/>
                  <a:pt x="9098334" y="6372861"/>
                </a:cubicBezTo>
                <a:cubicBezTo>
                  <a:pt x="9093587" y="6373224"/>
                  <a:pt x="9088847" y="6374610"/>
                  <a:pt x="9084110" y="6377995"/>
                </a:cubicBezTo>
                <a:cubicBezTo>
                  <a:pt x="9105864" y="6390113"/>
                  <a:pt x="9028073" y="6387966"/>
                  <a:pt x="9039515" y="6400351"/>
                </a:cubicBezTo>
                <a:cubicBezTo>
                  <a:pt x="8997651" y="6388705"/>
                  <a:pt x="9009590" y="6412472"/>
                  <a:pt x="8973305" y="6414442"/>
                </a:cubicBezTo>
                <a:cubicBezTo>
                  <a:pt x="8951781" y="6411385"/>
                  <a:pt x="8940212" y="6412734"/>
                  <a:pt x="8933861" y="6423031"/>
                </a:cubicBezTo>
                <a:cubicBezTo>
                  <a:pt x="8832841" y="6407267"/>
                  <a:pt x="8892362" y="6431116"/>
                  <a:pt x="8817130" y="6433703"/>
                </a:cubicBezTo>
                <a:cubicBezTo>
                  <a:pt x="8749745" y="6433633"/>
                  <a:pt x="8680232" y="6439719"/>
                  <a:pt x="8594947" y="6421586"/>
                </a:cubicBezTo>
                <a:cubicBezTo>
                  <a:pt x="8575919" y="6415227"/>
                  <a:pt x="8549096" y="6417484"/>
                  <a:pt x="8535041" y="6426626"/>
                </a:cubicBezTo>
                <a:cubicBezTo>
                  <a:pt x="8532621" y="6428200"/>
                  <a:pt x="8530681" y="6429922"/>
                  <a:pt x="8529279" y="6431739"/>
                </a:cubicBezTo>
                <a:cubicBezTo>
                  <a:pt x="8474783" y="6417534"/>
                  <a:pt x="8464858" y="6432901"/>
                  <a:pt x="8435056" y="6421613"/>
                </a:cubicBezTo>
                <a:cubicBezTo>
                  <a:pt x="8376022" y="6427411"/>
                  <a:pt x="8347129" y="6451271"/>
                  <a:pt x="8320108" y="6441573"/>
                </a:cubicBezTo>
                <a:cubicBezTo>
                  <a:pt x="8293638" y="6448387"/>
                  <a:pt x="8270932" y="6471649"/>
                  <a:pt x="8237020" y="6462216"/>
                </a:cubicBezTo>
                <a:cubicBezTo>
                  <a:pt x="8245222" y="6474245"/>
                  <a:pt x="8197387" y="6460392"/>
                  <a:pt x="8188860" y="6471379"/>
                </a:cubicBezTo>
                <a:cubicBezTo>
                  <a:pt x="8184024" y="6480393"/>
                  <a:pt x="8168383" y="6478291"/>
                  <a:pt x="8155558" y="6480722"/>
                </a:cubicBezTo>
                <a:cubicBezTo>
                  <a:pt x="8144819" y="6489457"/>
                  <a:pt x="8082218" y="6493172"/>
                  <a:pt x="8061412" y="6490111"/>
                </a:cubicBezTo>
                <a:cubicBezTo>
                  <a:pt x="8004043" y="6475925"/>
                  <a:pt x="7947523" y="6510024"/>
                  <a:pt x="7901437" y="6499659"/>
                </a:cubicBezTo>
                <a:cubicBezTo>
                  <a:pt x="7888774" y="6499544"/>
                  <a:pt x="7877960" y="6500846"/>
                  <a:pt x="7868353" y="6503024"/>
                </a:cubicBezTo>
                <a:lnTo>
                  <a:pt x="7843779" y="6511212"/>
                </a:lnTo>
                <a:lnTo>
                  <a:pt x="7841448" y="6517728"/>
                </a:lnTo>
                <a:lnTo>
                  <a:pt x="7823871" y="6520429"/>
                </a:lnTo>
                <a:lnTo>
                  <a:pt x="7820005" y="6522254"/>
                </a:lnTo>
                <a:cubicBezTo>
                  <a:pt x="7812641" y="6525763"/>
                  <a:pt x="7805193" y="6529063"/>
                  <a:pt x="7797020" y="6531612"/>
                </a:cubicBezTo>
                <a:cubicBezTo>
                  <a:pt x="7782159" y="6505259"/>
                  <a:pt x="7725050" y="6548941"/>
                  <a:pt x="7727879" y="6524102"/>
                </a:cubicBezTo>
                <a:cubicBezTo>
                  <a:pt x="7680386" y="6533519"/>
                  <a:pt x="7695538" y="6507405"/>
                  <a:pt x="7659324" y="6537474"/>
                </a:cubicBezTo>
                <a:cubicBezTo>
                  <a:pt x="7566636" y="6535069"/>
                  <a:pt x="7462452" y="6568928"/>
                  <a:pt x="7374068" y="6552862"/>
                </a:cubicBezTo>
                <a:cubicBezTo>
                  <a:pt x="7393454" y="6562410"/>
                  <a:pt x="7373124" y="6578225"/>
                  <a:pt x="7346163" y="6577609"/>
                </a:cubicBezTo>
                <a:cubicBezTo>
                  <a:pt x="7419349" y="6615756"/>
                  <a:pt x="7219942" y="6557562"/>
                  <a:pt x="7235023" y="6591880"/>
                </a:cubicBezTo>
                <a:cubicBezTo>
                  <a:pt x="7203144" y="6564271"/>
                  <a:pt x="7057485" y="6539224"/>
                  <a:pt x="7039074" y="6572474"/>
                </a:cubicBezTo>
                <a:cubicBezTo>
                  <a:pt x="6966094" y="6582775"/>
                  <a:pt x="6893201" y="6571018"/>
                  <a:pt x="6833428" y="6596853"/>
                </a:cubicBezTo>
                <a:cubicBezTo>
                  <a:pt x="6827113" y="6593647"/>
                  <a:pt x="6820080" y="6591377"/>
                  <a:pt x="6812583" y="6589775"/>
                </a:cubicBezTo>
                <a:lnTo>
                  <a:pt x="6790242" y="6586880"/>
                </a:lnTo>
                <a:lnTo>
                  <a:pt x="6787846" y="6588046"/>
                </a:lnTo>
                <a:cubicBezTo>
                  <a:pt x="6776461" y="6590858"/>
                  <a:pt x="6768832" y="6590687"/>
                  <a:pt x="6762881" y="6589201"/>
                </a:cubicBezTo>
                <a:lnTo>
                  <a:pt x="6756732" y="6586412"/>
                </a:lnTo>
                <a:lnTo>
                  <a:pt x="6739390" y="6586250"/>
                </a:lnTo>
                <a:lnTo>
                  <a:pt x="6704653" y="6583365"/>
                </a:lnTo>
                <a:lnTo>
                  <a:pt x="6698694" y="6585233"/>
                </a:lnTo>
                <a:lnTo>
                  <a:pt x="6647142" y="6584630"/>
                </a:lnTo>
                <a:lnTo>
                  <a:pt x="6646688" y="6585765"/>
                </a:lnTo>
                <a:cubicBezTo>
                  <a:pt x="6644494" y="6588296"/>
                  <a:pt x="6640660" y="6590137"/>
                  <a:pt x="6633278" y="6590589"/>
                </a:cubicBezTo>
                <a:cubicBezTo>
                  <a:pt x="6648367" y="6606646"/>
                  <a:pt x="6630160" y="6597288"/>
                  <a:pt x="6607065" y="6597202"/>
                </a:cubicBezTo>
                <a:cubicBezTo>
                  <a:pt x="6625347" y="6622121"/>
                  <a:pt x="6557475" y="6611760"/>
                  <a:pt x="6549804" y="6626596"/>
                </a:cubicBezTo>
                <a:cubicBezTo>
                  <a:pt x="6532425" y="6625972"/>
                  <a:pt x="6514382" y="6625766"/>
                  <a:pt x="6496083" y="6626095"/>
                </a:cubicBezTo>
                <a:lnTo>
                  <a:pt x="6485389" y="6626617"/>
                </a:lnTo>
                <a:lnTo>
                  <a:pt x="6485223" y="6626886"/>
                </a:lnTo>
                <a:cubicBezTo>
                  <a:pt x="6483001" y="6627550"/>
                  <a:pt x="6479520" y="6627927"/>
                  <a:pt x="6474035" y="6627950"/>
                </a:cubicBezTo>
                <a:lnTo>
                  <a:pt x="6465888" y="6627571"/>
                </a:lnTo>
                <a:lnTo>
                  <a:pt x="6445139" y="6628585"/>
                </a:lnTo>
                <a:lnTo>
                  <a:pt x="6438312" y="6630646"/>
                </a:lnTo>
                <a:cubicBezTo>
                  <a:pt x="6417397" y="6642787"/>
                  <a:pt x="6447851" y="6675286"/>
                  <a:pt x="6392168" y="6665569"/>
                </a:cubicBezTo>
                <a:cubicBezTo>
                  <a:pt x="6343510" y="6677589"/>
                  <a:pt x="6330169" y="6701494"/>
                  <a:pt x="6272304" y="6700835"/>
                </a:cubicBezTo>
                <a:cubicBezTo>
                  <a:pt x="6226827" y="6712160"/>
                  <a:pt x="6194756" y="6728533"/>
                  <a:pt x="6150447" y="6732895"/>
                </a:cubicBezTo>
                <a:cubicBezTo>
                  <a:pt x="6140653" y="6742032"/>
                  <a:pt x="6128186" y="6747742"/>
                  <a:pt x="6104787" y="6743117"/>
                </a:cubicBezTo>
                <a:cubicBezTo>
                  <a:pt x="6064916" y="6755994"/>
                  <a:pt x="6067350" y="6769968"/>
                  <a:pt x="6030197" y="6767449"/>
                </a:cubicBezTo>
                <a:cubicBezTo>
                  <a:pt x="6025714" y="6799897"/>
                  <a:pt x="6010615" y="6777056"/>
                  <a:pt x="5980285" y="6782421"/>
                </a:cubicBezTo>
                <a:cubicBezTo>
                  <a:pt x="5954036" y="6784991"/>
                  <a:pt x="5980131" y="6764424"/>
                  <a:pt x="5958496" y="6769874"/>
                </a:cubicBezTo>
                <a:cubicBezTo>
                  <a:pt x="5944505" y="6782527"/>
                  <a:pt x="5921893" y="6765237"/>
                  <a:pt x="5908732" y="6779393"/>
                </a:cubicBezTo>
                <a:cubicBezTo>
                  <a:pt x="5931989" y="6790347"/>
                  <a:pt x="5860959" y="6791681"/>
                  <a:pt x="5874963" y="6803355"/>
                </a:cubicBezTo>
                <a:cubicBezTo>
                  <a:pt x="5833647" y="6793755"/>
                  <a:pt x="5851456" y="6816602"/>
                  <a:pt x="5819199" y="6820147"/>
                </a:cubicBezTo>
                <a:cubicBezTo>
                  <a:pt x="5798819" y="6818094"/>
                  <a:pt x="5788750" y="6819934"/>
                  <a:pt x="5786035" y="6830341"/>
                </a:cubicBezTo>
                <a:cubicBezTo>
                  <a:pt x="5689973" y="6819312"/>
                  <a:pt x="5750863" y="6840131"/>
                  <a:pt x="5683543" y="6846008"/>
                </a:cubicBezTo>
                <a:cubicBezTo>
                  <a:pt x="5622546" y="6848924"/>
                  <a:pt x="5561433" y="6857988"/>
                  <a:pt x="5478912" y="6843932"/>
                </a:cubicBezTo>
                <a:cubicBezTo>
                  <a:pt x="5459815" y="6838522"/>
                  <a:pt x="5436209" y="6841929"/>
                  <a:pt x="5426182" y="6851543"/>
                </a:cubicBezTo>
                <a:cubicBezTo>
                  <a:pt x="5424458" y="6853198"/>
                  <a:pt x="5423209" y="6854977"/>
                  <a:pt x="5422476" y="6856827"/>
                </a:cubicBezTo>
                <a:cubicBezTo>
                  <a:pt x="5368974" y="6845270"/>
                  <a:pt x="5364519" y="6860824"/>
                  <a:pt x="5334223" y="6851042"/>
                </a:cubicBezTo>
                <a:lnTo>
                  <a:pt x="5307101" y="6857999"/>
                </a:lnTo>
                <a:lnTo>
                  <a:pt x="0" y="6857999"/>
                </a:lnTo>
                <a:lnTo>
                  <a:pt x="0" y="2143233"/>
                </a:lnTo>
                <a:lnTo>
                  <a:pt x="23798" y="2139906"/>
                </a:lnTo>
                <a:cubicBezTo>
                  <a:pt x="74043" y="2136293"/>
                  <a:pt x="38977" y="2165571"/>
                  <a:pt x="87258" y="2143366"/>
                </a:cubicBezTo>
                <a:cubicBezTo>
                  <a:pt x="122965" y="2137787"/>
                  <a:pt x="117457" y="2188700"/>
                  <a:pt x="156013" y="2163361"/>
                </a:cubicBezTo>
                <a:cubicBezTo>
                  <a:pt x="199419" y="2162157"/>
                  <a:pt x="225310" y="2180084"/>
                  <a:pt x="266777" y="2165405"/>
                </a:cubicBezTo>
                <a:cubicBezTo>
                  <a:pt x="307408" y="2164360"/>
                  <a:pt x="341751" y="2171054"/>
                  <a:pt x="376805" y="2164126"/>
                </a:cubicBezTo>
                <a:cubicBezTo>
                  <a:pt x="390105" y="2169833"/>
                  <a:pt x="403012" y="2171855"/>
                  <a:pt x="416820" y="2162058"/>
                </a:cubicBezTo>
                <a:cubicBezTo>
                  <a:pt x="454441" y="2163754"/>
                  <a:pt x="462164" y="2176725"/>
                  <a:pt x="487366" y="2165444"/>
                </a:cubicBezTo>
                <a:cubicBezTo>
                  <a:pt x="512638" y="2193098"/>
                  <a:pt x="508069" y="2169186"/>
                  <a:pt x="533680" y="2166550"/>
                </a:cubicBezTo>
                <a:cubicBezTo>
                  <a:pt x="554439" y="2162433"/>
                  <a:pt x="521576" y="2150568"/>
                  <a:pt x="540946" y="2150128"/>
                </a:cubicBezTo>
                <a:cubicBezTo>
                  <a:pt x="559671" y="2157928"/>
                  <a:pt x="564313" y="2137102"/>
                  <a:pt x="583453" y="2146439"/>
                </a:cubicBezTo>
                <a:cubicBezTo>
                  <a:pt x="574045" y="2161807"/>
                  <a:pt x="626400" y="2145688"/>
                  <a:pt x="624180" y="2159439"/>
                </a:cubicBezTo>
                <a:cubicBezTo>
                  <a:pt x="647591" y="2140873"/>
                  <a:pt x="650201" y="2165450"/>
                  <a:pt x="675971" y="2160733"/>
                </a:cubicBezTo>
                <a:cubicBezTo>
                  <a:pt x="689339" y="2153950"/>
                  <a:pt x="697882" y="2153126"/>
                  <a:pt x="706914" y="2161686"/>
                </a:cubicBezTo>
                <a:cubicBezTo>
                  <a:pt x="769009" y="2128516"/>
                  <a:pt x="739035" y="2161792"/>
                  <a:pt x="791788" y="2150599"/>
                </a:cubicBezTo>
                <a:cubicBezTo>
                  <a:pt x="837950" y="2138324"/>
                  <a:pt x="852628" y="2155297"/>
                  <a:pt x="902857" y="2122745"/>
                </a:cubicBezTo>
                <a:cubicBezTo>
                  <a:pt x="913016" y="2113301"/>
                  <a:pt x="967730" y="2097173"/>
                  <a:pt x="981959" y="2092815"/>
                </a:cubicBezTo>
                <a:cubicBezTo>
                  <a:pt x="996188" y="2088456"/>
                  <a:pt x="986445" y="2095133"/>
                  <a:pt x="988232" y="2096592"/>
                </a:cubicBezTo>
                <a:cubicBezTo>
                  <a:pt x="1019139" y="2073321"/>
                  <a:pt x="1032924" y="2086016"/>
                  <a:pt x="1048229" y="2069972"/>
                </a:cubicBezTo>
                <a:cubicBezTo>
                  <a:pt x="1091335" y="2064742"/>
                  <a:pt x="1121978" y="2082008"/>
                  <a:pt x="1136098" y="2067967"/>
                </a:cubicBezTo>
                <a:cubicBezTo>
                  <a:pt x="1157340" y="2069596"/>
                  <a:pt x="1183471" y="2087419"/>
                  <a:pt x="1202436" y="2072380"/>
                </a:cubicBezTo>
                <a:cubicBezTo>
                  <a:pt x="1202276" y="2085209"/>
                  <a:pt x="1228778" y="2063479"/>
                  <a:pt x="1239614" y="2072295"/>
                </a:cubicBezTo>
                <a:cubicBezTo>
                  <a:pt x="1247024" y="2079920"/>
                  <a:pt x="1256792" y="2075104"/>
                  <a:pt x="1266687" y="2075072"/>
                </a:cubicBezTo>
                <a:cubicBezTo>
                  <a:pt x="1278018" y="2081364"/>
                  <a:pt x="1322622" y="2073526"/>
                  <a:pt x="1335495" y="2066868"/>
                </a:cubicBezTo>
                <a:cubicBezTo>
                  <a:pt x="1368381" y="2043096"/>
                  <a:pt x="1422617" y="2065011"/>
                  <a:pt x="1449503" y="2046887"/>
                </a:cubicBezTo>
                <a:cubicBezTo>
                  <a:pt x="1458132" y="2044484"/>
                  <a:pt x="1466138" y="2043753"/>
                  <a:pt x="1473714" y="2044066"/>
                </a:cubicBezTo>
                <a:lnTo>
                  <a:pt x="1494279" y="2047336"/>
                </a:lnTo>
                <a:lnTo>
                  <a:pt x="1498838" y="2053057"/>
                </a:lnTo>
                <a:lnTo>
                  <a:pt x="1512113" y="2052421"/>
                </a:lnTo>
                <a:lnTo>
                  <a:pt x="1515595" y="2053441"/>
                </a:lnTo>
                <a:cubicBezTo>
                  <a:pt x="1522236" y="2055416"/>
                  <a:pt x="1528840" y="2057179"/>
                  <a:pt x="1535601" y="2058100"/>
                </a:cubicBezTo>
                <a:cubicBezTo>
                  <a:pt x="1533819" y="2030557"/>
                  <a:pt x="1592812" y="2061403"/>
                  <a:pt x="1579590" y="2038490"/>
                </a:cubicBezTo>
                <a:cubicBezTo>
                  <a:pt x="1616426" y="2038767"/>
                  <a:pt x="1594177" y="2016885"/>
                  <a:pt x="1632661" y="2038680"/>
                </a:cubicBezTo>
                <a:cubicBezTo>
                  <a:pt x="1695112" y="2019618"/>
                  <a:pt x="1728303" y="2044586"/>
                  <a:pt x="1781597" y="2013421"/>
                </a:cubicBezTo>
                <a:cubicBezTo>
                  <a:pt x="1834196" y="2009160"/>
                  <a:pt x="1902538" y="2002271"/>
                  <a:pt x="1942299" y="1995238"/>
                </a:cubicBezTo>
                <a:cubicBezTo>
                  <a:pt x="1987356" y="1969382"/>
                  <a:pt x="2046051" y="1931285"/>
                  <a:pt x="2073776" y="1959306"/>
                </a:cubicBezTo>
                <a:cubicBezTo>
                  <a:pt x="2128486" y="1955797"/>
                  <a:pt x="2173117" y="1931503"/>
                  <a:pt x="2225830" y="1945035"/>
                </a:cubicBezTo>
                <a:cubicBezTo>
                  <a:pt x="2228705" y="1940868"/>
                  <a:pt x="2232493" y="1937453"/>
                  <a:pt x="2236906" y="1934583"/>
                </a:cubicBezTo>
                <a:lnTo>
                  <a:pt x="2250907" y="1927805"/>
                </a:lnTo>
                <a:lnTo>
                  <a:pt x="2253081" y="1928470"/>
                </a:lnTo>
                <a:cubicBezTo>
                  <a:pt x="2262162" y="1929060"/>
                  <a:pt x="2267315" y="1927517"/>
                  <a:pt x="2270720" y="1925037"/>
                </a:cubicBezTo>
                <a:lnTo>
                  <a:pt x="2273667" y="1921293"/>
                </a:lnTo>
                <a:lnTo>
                  <a:pt x="2285482" y="1917998"/>
                </a:lnTo>
                <a:lnTo>
                  <a:pt x="2307986" y="1908982"/>
                </a:lnTo>
                <a:lnTo>
                  <a:pt x="2312921" y="1909665"/>
                </a:lnTo>
                <a:lnTo>
                  <a:pt x="2347989" y="1899756"/>
                </a:lnTo>
                <a:lnTo>
                  <a:pt x="2348816" y="1900744"/>
                </a:lnTo>
                <a:cubicBezTo>
                  <a:pt x="2351467" y="1902733"/>
                  <a:pt x="2354933" y="1903776"/>
                  <a:pt x="2360199" y="1902864"/>
                </a:cubicBezTo>
                <a:cubicBezTo>
                  <a:pt x="2357148" y="1920740"/>
                  <a:pt x="2365381" y="1908616"/>
                  <a:pt x="2381173" y="1904351"/>
                </a:cubicBezTo>
                <a:cubicBezTo>
                  <a:pt x="2379960" y="1931162"/>
                  <a:pt x="2421782" y="1909095"/>
                  <a:pt x="2433782" y="1921696"/>
                </a:cubicBezTo>
                <a:cubicBezTo>
                  <a:pt x="2445411" y="1917959"/>
                  <a:pt x="2457686" y="1914495"/>
                  <a:pt x="2470381" y="1911489"/>
                </a:cubicBezTo>
                <a:lnTo>
                  <a:pt x="2477951" y="1910044"/>
                </a:lnTo>
                <a:lnTo>
                  <a:pt x="2478187" y="1910267"/>
                </a:lnTo>
                <a:cubicBezTo>
                  <a:pt x="2480012" y="1910490"/>
                  <a:pt x="2482569" y="1910217"/>
                  <a:pt x="2486339" y="1909244"/>
                </a:cubicBezTo>
                <a:lnTo>
                  <a:pt x="2491753" y="1907410"/>
                </a:lnTo>
                <a:lnTo>
                  <a:pt x="2506438" y="1904607"/>
                </a:lnTo>
                <a:lnTo>
                  <a:pt x="2512055" y="1905314"/>
                </a:lnTo>
                <a:cubicBezTo>
                  <a:pt x="2531909" y="1912973"/>
                  <a:pt x="2525790" y="1949139"/>
                  <a:pt x="2559550" y="1929886"/>
                </a:cubicBezTo>
                <a:cubicBezTo>
                  <a:pt x="2598368" y="1932405"/>
                  <a:pt x="2618373" y="1952531"/>
                  <a:pt x="2657743" y="1941427"/>
                </a:cubicBezTo>
                <a:cubicBezTo>
                  <a:pt x="2694066" y="1943866"/>
                  <a:pt x="2723489" y="1953496"/>
                  <a:pt x="2755845" y="1949581"/>
                </a:cubicBezTo>
                <a:cubicBezTo>
                  <a:pt x="2766710" y="1956423"/>
                  <a:pt x="2777851" y="1959550"/>
                  <a:pt x="2791790" y="1950948"/>
                </a:cubicBezTo>
                <a:cubicBezTo>
                  <a:pt x="2824975" y="1955867"/>
                  <a:pt x="2829653" y="1969486"/>
                  <a:pt x="2853980" y="1960379"/>
                </a:cubicBezTo>
                <a:cubicBezTo>
                  <a:pt x="2867339" y="1982719"/>
                  <a:pt x="2870664" y="1974650"/>
                  <a:pt x="2881292" y="1969035"/>
                </a:cubicBezTo>
                <a:lnTo>
                  <a:pt x="2882690" y="1968669"/>
                </a:lnTo>
                <a:lnTo>
                  <a:pt x="2884480" y="1971856"/>
                </a:lnTo>
                <a:lnTo>
                  <a:pt x="2889504" y="1973560"/>
                </a:lnTo>
                <a:lnTo>
                  <a:pt x="2904507" y="1973450"/>
                </a:lnTo>
                <a:lnTo>
                  <a:pt x="2910361" y="1972623"/>
                </a:lnTo>
                <a:cubicBezTo>
                  <a:pt x="2914314" y="1972346"/>
                  <a:pt x="2916841" y="1972538"/>
                  <a:pt x="2918476" y="1973085"/>
                </a:cubicBezTo>
                <a:cubicBezTo>
                  <a:pt x="2918519" y="1973172"/>
                  <a:pt x="2918565" y="1973259"/>
                  <a:pt x="2918608" y="1973346"/>
                </a:cubicBezTo>
                <a:lnTo>
                  <a:pt x="2926342" y="1973289"/>
                </a:lnTo>
                <a:cubicBezTo>
                  <a:pt x="2939546" y="1972624"/>
                  <a:pt x="2952540" y="1971432"/>
                  <a:pt x="2965031" y="1969856"/>
                </a:cubicBezTo>
                <a:cubicBezTo>
                  <a:pt x="2971305" y="1984385"/>
                  <a:pt x="3019698" y="1970246"/>
                  <a:pt x="3007773" y="1996347"/>
                </a:cubicBezTo>
                <a:cubicBezTo>
                  <a:pt x="3024413" y="1995002"/>
                  <a:pt x="3037063" y="1984582"/>
                  <a:pt x="3026997" y="2001580"/>
                </a:cubicBezTo>
                <a:cubicBezTo>
                  <a:pt x="3032338" y="2001634"/>
                  <a:pt x="3035193" y="2003280"/>
                  <a:pt x="3036901" y="2005710"/>
                </a:cubicBezTo>
                <a:lnTo>
                  <a:pt x="3037285" y="2006829"/>
                </a:lnTo>
                <a:lnTo>
                  <a:pt x="3074407" y="2003411"/>
                </a:lnTo>
                <a:lnTo>
                  <a:pt x="3078795" y="2004969"/>
                </a:lnTo>
                <a:lnTo>
                  <a:pt x="3103685" y="2000166"/>
                </a:lnTo>
                <a:lnTo>
                  <a:pt x="3116175" y="1999058"/>
                </a:lnTo>
                <a:lnTo>
                  <a:pt x="3120468" y="1995915"/>
                </a:lnTo>
                <a:cubicBezTo>
                  <a:pt x="3124679" y="1994091"/>
                  <a:pt x="3130170" y="1993504"/>
                  <a:pt x="3138514" y="1995716"/>
                </a:cubicBezTo>
                <a:lnTo>
                  <a:pt x="3140299" y="1996760"/>
                </a:lnTo>
                <a:lnTo>
                  <a:pt x="3156256" y="1992625"/>
                </a:lnTo>
                <a:cubicBezTo>
                  <a:pt x="3161579" y="1990603"/>
                  <a:pt x="3166532" y="1987932"/>
                  <a:pt x="3170922" y="1984357"/>
                </a:cubicBezTo>
                <a:cubicBezTo>
                  <a:pt x="3215296" y="2007127"/>
                  <a:pt x="3279153" y="1979394"/>
                  <a:pt x="3332263" y="1985792"/>
                </a:cubicBezTo>
                <a:cubicBezTo>
                  <a:pt x="3365071" y="1970632"/>
                  <a:pt x="3439000" y="1997025"/>
                  <a:pt x="3460591" y="1967471"/>
                </a:cubicBezTo>
                <a:cubicBezTo>
                  <a:pt x="3451444" y="2002870"/>
                  <a:pt x="3556491" y="1969109"/>
                  <a:pt x="3595015" y="1975790"/>
                </a:cubicBezTo>
                <a:cubicBezTo>
                  <a:pt x="3658347" y="1975113"/>
                  <a:pt x="3722805" y="1993634"/>
                  <a:pt x="3769101" y="1999150"/>
                </a:cubicBezTo>
                <a:cubicBezTo>
                  <a:pt x="3796708" y="2027471"/>
                  <a:pt x="3784478" y="2001987"/>
                  <a:pt x="3819178" y="2008885"/>
                </a:cubicBezTo>
                <a:cubicBezTo>
                  <a:pt x="3815893" y="1984013"/>
                  <a:pt x="3859241" y="2024909"/>
                  <a:pt x="3868628" y="1997548"/>
                </a:cubicBezTo>
                <a:cubicBezTo>
                  <a:pt x="3874646" y="1999671"/>
                  <a:pt x="3880179" y="2002589"/>
                  <a:pt x="3885662" y="2005723"/>
                </a:cubicBezTo>
                <a:lnTo>
                  <a:pt x="3888539" y="2007351"/>
                </a:lnTo>
                <a:lnTo>
                  <a:pt x="3901342" y="2009114"/>
                </a:lnTo>
                <a:lnTo>
                  <a:pt x="3903349" y="2015552"/>
                </a:lnTo>
                <a:lnTo>
                  <a:pt x="3921468" y="2022461"/>
                </a:lnTo>
                <a:cubicBezTo>
                  <a:pt x="3928503" y="2024132"/>
                  <a:pt x="3936363" y="2024854"/>
                  <a:pt x="3945480" y="2024047"/>
                </a:cubicBezTo>
                <a:cubicBezTo>
                  <a:pt x="3978176" y="2011092"/>
                  <a:pt x="4020619" y="2042364"/>
                  <a:pt x="4061250" y="2024945"/>
                </a:cubicBezTo>
                <a:cubicBezTo>
                  <a:pt x="4076090" y="2020726"/>
                  <a:pt x="4121392" y="2021057"/>
                  <a:pt x="4129570" y="2029272"/>
                </a:cubicBezTo>
                <a:cubicBezTo>
                  <a:pt x="4138935" y="2031020"/>
                  <a:pt x="4150099" y="2028050"/>
                  <a:pt x="4154036" y="2036868"/>
                </a:cubicBezTo>
                <a:cubicBezTo>
                  <a:pt x="4160735" y="2047472"/>
                  <a:pt x="4194512" y="2030907"/>
                  <a:pt x="4189204" y="2043474"/>
                </a:cubicBezTo>
                <a:cubicBezTo>
                  <a:pt x="4213171" y="2032123"/>
                  <a:pt x="4230703" y="2054320"/>
                  <a:pt x="4250119" y="2059743"/>
                </a:cubicBezTo>
                <a:cubicBezTo>
                  <a:pt x="4259612" y="2054119"/>
                  <a:pt x="4269863" y="2056925"/>
                  <a:pt x="4283096" y="2061464"/>
                </a:cubicBezTo>
                <a:lnTo>
                  <a:pt x="4301210" y="2067352"/>
                </a:lnTo>
                <a:lnTo>
                  <a:pt x="4308819" y="2066758"/>
                </a:lnTo>
                <a:cubicBezTo>
                  <a:pt x="4318024" y="2066868"/>
                  <a:pt x="4326429" y="2067593"/>
                  <a:pt x="4333907" y="2068098"/>
                </a:cubicBezTo>
                <a:lnTo>
                  <a:pt x="4348284" y="2068116"/>
                </a:lnTo>
                <a:lnTo>
                  <a:pt x="4354009" y="2067847"/>
                </a:lnTo>
                <a:lnTo>
                  <a:pt x="4366647" y="2061827"/>
                </a:lnTo>
                <a:lnTo>
                  <a:pt x="4383151" y="2064242"/>
                </a:lnTo>
                <a:lnTo>
                  <a:pt x="4401354" y="2058245"/>
                </a:lnTo>
                <a:cubicBezTo>
                  <a:pt x="4402457" y="2059998"/>
                  <a:pt x="4403942" y="2061629"/>
                  <a:pt x="4405765" y="2063081"/>
                </a:cubicBezTo>
                <a:lnTo>
                  <a:pt x="4420601" y="2068011"/>
                </a:lnTo>
                <a:lnTo>
                  <a:pt x="4433312" y="2062239"/>
                </a:lnTo>
                <a:cubicBezTo>
                  <a:pt x="4433913" y="2071826"/>
                  <a:pt x="4448053" y="2061159"/>
                  <a:pt x="4459938" y="2058655"/>
                </a:cubicBezTo>
                <a:lnTo>
                  <a:pt x="4467257" y="2059536"/>
                </a:lnTo>
                <a:lnTo>
                  <a:pt x="4492833" y="2051951"/>
                </a:lnTo>
                <a:cubicBezTo>
                  <a:pt x="4506830" y="2048890"/>
                  <a:pt x="4520326" y="2046915"/>
                  <a:pt x="4533444" y="2045543"/>
                </a:cubicBezTo>
                <a:lnTo>
                  <a:pt x="4579902" y="2042473"/>
                </a:lnTo>
                <a:lnTo>
                  <a:pt x="4593061" y="2036537"/>
                </a:lnTo>
                <a:cubicBezTo>
                  <a:pt x="4623093" y="2030020"/>
                  <a:pt x="4659310" y="2036776"/>
                  <a:pt x="4678455" y="2022033"/>
                </a:cubicBezTo>
                <a:cubicBezTo>
                  <a:pt x="4686902" y="2019123"/>
                  <a:pt x="4694854" y="2017915"/>
                  <a:pt x="4702453" y="2017770"/>
                </a:cubicBezTo>
                <a:lnTo>
                  <a:pt x="4723263" y="2019792"/>
                </a:lnTo>
                <a:lnTo>
                  <a:pt x="4728248" y="2025217"/>
                </a:lnTo>
                <a:lnTo>
                  <a:pt x="4741475" y="2023784"/>
                </a:lnTo>
                <a:lnTo>
                  <a:pt x="4745033" y="2024591"/>
                </a:lnTo>
                <a:cubicBezTo>
                  <a:pt x="4751823" y="2026159"/>
                  <a:pt x="4758560" y="2027516"/>
                  <a:pt x="4765390" y="2028029"/>
                </a:cubicBezTo>
                <a:cubicBezTo>
                  <a:pt x="4761540" y="2000715"/>
                  <a:pt x="4822843" y="2027885"/>
                  <a:pt x="4807902" y="2005868"/>
                </a:cubicBezTo>
                <a:cubicBezTo>
                  <a:pt x="4844760" y="2003930"/>
                  <a:pt x="4820870" y="1983482"/>
                  <a:pt x="4860989" y="2002871"/>
                </a:cubicBezTo>
                <a:cubicBezTo>
                  <a:pt x="4922008" y="1980146"/>
                  <a:pt x="5009783" y="1987933"/>
                  <a:pt x="5060738" y="1953707"/>
                </a:cubicBezTo>
                <a:cubicBezTo>
                  <a:pt x="5113014" y="1946308"/>
                  <a:pt x="5135414" y="1967863"/>
                  <a:pt x="5174646" y="1958475"/>
                </a:cubicBezTo>
                <a:cubicBezTo>
                  <a:pt x="5181576" y="1926245"/>
                  <a:pt x="5266302" y="1871146"/>
                  <a:pt x="5296127" y="1897377"/>
                </a:cubicBezTo>
                <a:cubicBezTo>
                  <a:pt x="5350570" y="1890601"/>
                  <a:pt x="5393378" y="1863736"/>
                  <a:pt x="5447102" y="1874045"/>
                </a:cubicBezTo>
                <a:cubicBezTo>
                  <a:pt x="5449663" y="1869724"/>
                  <a:pt x="5453194" y="1866097"/>
                  <a:pt x="5457394" y="1862976"/>
                </a:cubicBezTo>
                <a:lnTo>
                  <a:pt x="5470885" y="1855386"/>
                </a:lnTo>
                <a:lnTo>
                  <a:pt x="5473108" y="1855919"/>
                </a:lnTo>
                <a:cubicBezTo>
                  <a:pt x="5482234" y="1855961"/>
                  <a:pt x="5487271" y="1854115"/>
                  <a:pt x="5490487" y="1851442"/>
                </a:cubicBezTo>
                <a:lnTo>
                  <a:pt x="5493156" y="1847537"/>
                </a:lnTo>
                <a:lnTo>
                  <a:pt x="5504724" y="1843550"/>
                </a:lnTo>
                <a:lnTo>
                  <a:pt x="5526552" y="1833223"/>
                </a:lnTo>
                <a:lnTo>
                  <a:pt x="5531534" y="1833606"/>
                </a:lnTo>
                <a:lnTo>
                  <a:pt x="5565857" y="1821637"/>
                </a:lnTo>
                <a:lnTo>
                  <a:pt x="5566758" y="1822571"/>
                </a:lnTo>
                <a:cubicBezTo>
                  <a:pt x="5569560" y="1824391"/>
                  <a:pt x="5573104" y="1825220"/>
                  <a:pt x="5578300" y="1823998"/>
                </a:cubicBezTo>
                <a:cubicBezTo>
                  <a:pt x="5576590" y="1841977"/>
                  <a:pt x="5583913" y="1829412"/>
                  <a:pt x="5599385" y="1824219"/>
                </a:cubicBezTo>
                <a:cubicBezTo>
                  <a:pt x="5600181" y="1850985"/>
                  <a:pt x="5640346" y="1826505"/>
                  <a:pt x="5653291" y="1838330"/>
                </a:cubicBezTo>
                <a:cubicBezTo>
                  <a:pt x="5664639" y="1833911"/>
                  <a:pt x="5676656" y="1829727"/>
                  <a:pt x="5689123" y="1825972"/>
                </a:cubicBezTo>
                <a:lnTo>
                  <a:pt x="5696583" y="1824080"/>
                </a:lnTo>
                <a:lnTo>
                  <a:pt x="5696836" y="1824287"/>
                </a:lnTo>
                <a:cubicBezTo>
                  <a:pt x="5698678" y="1824400"/>
                  <a:pt x="5701213" y="1823974"/>
                  <a:pt x="5704910" y="1822779"/>
                </a:cubicBezTo>
                <a:lnTo>
                  <a:pt x="5710186" y="1820629"/>
                </a:lnTo>
                <a:lnTo>
                  <a:pt x="5724662" y="1816957"/>
                </a:lnTo>
                <a:lnTo>
                  <a:pt x="5730330" y="1817323"/>
                </a:lnTo>
                <a:lnTo>
                  <a:pt x="5733569" y="1819818"/>
                </a:lnTo>
                <a:lnTo>
                  <a:pt x="5734751" y="1819150"/>
                </a:lnTo>
                <a:cubicBezTo>
                  <a:pt x="5742385" y="1811473"/>
                  <a:pt x="5741789" y="1803283"/>
                  <a:pt x="5765286" y="1820584"/>
                </a:cubicBezTo>
                <a:cubicBezTo>
                  <a:pt x="5784532" y="1806446"/>
                  <a:pt x="5795499" y="1817814"/>
                  <a:pt x="5829951" y="1814425"/>
                </a:cubicBezTo>
                <a:cubicBezTo>
                  <a:pt x="5839381" y="1803221"/>
                  <a:pt x="5851644" y="1803437"/>
                  <a:pt x="5865400" y="1807121"/>
                </a:cubicBezTo>
                <a:cubicBezTo>
                  <a:pt x="5894873" y="1795832"/>
                  <a:pt x="5927910" y="1797657"/>
                  <a:pt x="5964230" y="1791246"/>
                </a:cubicBezTo>
                <a:cubicBezTo>
                  <a:pt x="5997095" y="1771694"/>
                  <a:pt x="6025977" y="1785382"/>
                  <a:pt x="6064751" y="1778450"/>
                </a:cubicBezTo>
                <a:cubicBezTo>
                  <a:pt x="6088334" y="1752766"/>
                  <a:pt x="6099508" y="1787374"/>
                  <a:pt x="6122352" y="1789671"/>
                </a:cubicBezTo>
                <a:lnTo>
                  <a:pt x="6128122" y="1788981"/>
                </a:lnTo>
                <a:lnTo>
                  <a:pt x="6141014" y="1782915"/>
                </a:lnTo>
                <a:lnTo>
                  <a:pt x="6145388" y="1779947"/>
                </a:lnTo>
                <a:cubicBezTo>
                  <a:pt x="6148578" y="1778158"/>
                  <a:pt x="6150926" y="1777299"/>
                  <a:pt x="6152799" y="1777068"/>
                </a:cubicBezTo>
                <a:lnTo>
                  <a:pt x="6153131" y="1777217"/>
                </a:lnTo>
                <a:lnTo>
                  <a:pt x="6159777" y="1774090"/>
                </a:lnTo>
                <a:cubicBezTo>
                  <a:pt x="6170646" y="1768312"/>
                  <a:pt x="6180893" y="1762216"/>
                  <a:pt x="6190386" y="1756022"/>
                </a:cubicBezTo>
                <a:cubicBezTo>
                  <a:pt x="6207960" y="1764717"/>
                  <a:pt x="6238019" y="1734533"/>
                  <a:pt x="6249518" y="1759399"/>
                </a:cubicBezTo>
                <a:cubicBezTo>
                  <a:pt x="6262790" y="1751731"/>
                  <a:pt x="6265029" y="1738657"/>
                  <a:pt x="6270527" y="1755769"/>
                </a:cubicBezTo>
                <a:cubicBezTo>
                  <a:pt x="6275192" y="1753681"/>
                  <a:pt x="6279041" y="1753811"/>
                  <a:pt x="6282550" y="1755003"/>
                </a:cubicBezTo>
                <a:lnTo>
                  <a:pt x="6283816" y="1755712"/>
                </a:lnTo>
                <a:lnTo>
                  <a:pt x="6313084" y="1738281"/>
                </a:lnTo>
                <a:lnTo>
                  <a:pt x="6318182" y="1737732"/>
                </a:lnTo>
                <a:lnTo>
                  <a:pt x="6335709" y="1724111"/>
                </a:lnTo>
                <a:lnTo>
                  <a:pt x="6345588" y="1718279"/>
                </a:lnTo>
                <a:lnTo>
                  <a:pt x="6346673" y="1714145"/>
                </a:lnTo>
                <a:cubicBezTo>
                  <a:pt x="6348796" y="1711062"/>
                  <a:pt x="6353055" y="1708421"/>
                  <a:pt x="6362126" y="1706799"/>
                </a:cubicBezTo>
                <a:lnTo>
                  <a:pt x="6364545" y="1706892"/>
                </a:lnTo>
                <a:cubicBezTo>
                  <a:pt x="6367637" y="1703281"/>
                  <a:pt x="6424942" y="1698254"/>
                  <a:pt x="6464076" y="1679171"/>
                </a:cubicBezTo>
                <a:cubicBezTo>
                  <a:pt x="6504464" y="1655724"/>
                  <a:pt x="6547114" y="1618110"/>
                  <a:pt x="6599352" y="1592397"/>
                </a:cubicBezTo>
                <a:cubicBezTo>
                  <a:pt x="6621028" y="1623320"/>
                  <a:pt x="6702628" y="1477903"/>
                  <a:pt x="6694106" y="1530854"/>
                </a:cubicBezTo>
                <a:cubicBezTo>
                  <a:pt x="6709146" y="1521510"/>
                  <a:pt x="6782557" y="1496994"/>
                  <a:pt x="6779808" y="1510598"/>
                </a:cubicBezTo>
                <a:cubicBezTo>
                  <a:pt x="6816671" y="1469344"/>
                  <a:pt x="6859225" y="1490432"/>
                  <a:pt x="6910674" y="1458095"/>
                </a:cubicBezTo>
                <a:cubicBezTo>
                  <a:pt x="6958236" y="1468911"/>
                  <a:pt x="6926351" y="1454150"/>
                  <a:pt x="6962144" y="1445637"/>
                </a:cubicBezTo>
                <a:cubicBezTo>
                  <a:pt x="6938512" y="1427780"/>
                  <a:pt x="7010208" y="1442012"/>
                  <a:pt x="6995460" y="1417188"/>
                </a:cubicBezTo>
                <a:lnTo>
                  <a:pt x="7017033" y="1416698"/>
                </a:lnTo>
                <a:lnTo>
                  <a:pt x="7020886" y="1416805"/>
                </a:lnTo>
                <a:lnTo>
                  <a:pt x="7033438" y="1413061"/>
                </a:lnTo>
                <a:lnTo>
                  <a:pt x="7040555" y="1417220"/>
                </a:lnTo>
                <a:lnTo>
                  <a:pt x="7062011" y="1415322"/>
                </a:lnTo>
                <a:cubicBezTo>
                  <a:pt x="7069494" y="1413805"/>
                  <a:pt x="7076899" y="1411231"/>
                  <a:pt x="7084117" y="1406974"/>
                </a:cubicBezTo>
                <a:cubicBezTo>
                  <a:pt x="7101577" y="1383961"/>
                  <a:pt x="7164447" y="1391139"/>
                  <a:pt x="7185047" y="1361519"/>
                </a:cubicBezTo>
                <a:cubicBezTo>
                  <a:pt x="7194363" y="1352352"/>
                  <a:pt x="7233839" y="1334552"/>
                  <a:pt x="7247783" y="1337622"/>
                </a:cubicBezTo>
                <a:cubicBezTo>
                  <a:pt x="7257348" y="1335236"/>
                  <a:pt x="7264529" y="1328498"/>
                  <a:pt x="7275307" y="1333722"/>
                </a:cubicBezTo>
                <a:cubicBezTo>
                  <a:pt x="7289966" y="1339225"/>
                  <a:pt x="7305349" y="1312996"/>
                  <a:pt x="7311261" y="1324795"/>
                </a:cubicBezTo>
                <a:cubicBezTo>
                  <a:pt x="7322509" y="1306494"/>
                  <a:pt x="7356236" y="1316612"/>
                  <a:pt x="7377571" y="1313050"/>
                </a:cubicBezTo>
                <a:cubicBezTo>
                  <a:pt x="7384603" y="1296817"/>
                  <a:pt x="7422434" y="1305349"/>
                  <a:pt x="7461694" y="1290297"/>
                </a:cubicBezTo>
                <a:cubicBezTo>
                  <a:pt x="7468925" y="1271946"/>
                  <a:pt x="7488273" y="1280301"/>
                  <a:pt x="7507193" y="1251613"/>
                </a:cubicBezTo>
                <a:cubicBezTo>
                  <a:pt x="7509613" y="1252526"/>
                  <a:pt x="7512260" y="1253190"/>
                  <a:pt x="7515052" y="1253584"/>
                </a:cubicBezTo>
                <a:cubicBezTo>
                  <a:pt x="7531272" y="1255869"/>
                  <a:pt x="7548775" y="1248744"/>
                  <a:pt x="7554146" y="1237669"/>
                </a:cubicBezTo>
                <a:cubicBezTo>
                  <a:pt x="7587383" y="1195873"/>
                  <a:pt x="7632956" y="1177588"/>
                  <a:pt x="7671846" y="1155347"/>
                </a:cubicBezTo>
                <a:cubicBezTo>
                  <a:pt x="7717626" y="1132532"/>
                  <a:pt x="7704339" y="1170169"/>
                  <a:pt x="7748774" y="1124980"/>
                </a:cubicBezTo>
                <a:cubicBezTo>
                  <a:pt x="7761564" y="1130678"/>
                  <a:pt x="7769446" y="1127888"/>
                  <a:pt x="7779182" y="1118490"/>
                </a:cubicBezTo>
                <a:cubicBezTo>
                  <a:pt x="7801901" y="1108032"/>
                  <a:pt x="7816047" y="1129940"/>
                  <a:pt x="7829932" y="1107346"/>
                </a:cubicBezTo>
                <a:cubicBezTo>
                  <a:pt x="7834286" y="1120482"/>
                  <a:pt x="7877354" y="1093242"/>
                  <a:pt x="7875510" y="1109570"/>
                </a:cubicBezTo>
                <a:cubicBezTo>
                  <a:pt x="7898453" y="1113571"/>
                  <a:pt x="7893102" y="1093377"/>
                  <a:pt x="7914918" y="1096070"/>
                </a:cubicBezTo>
                <a:cubicBezTo>
                  <a:pt x="7933463" y="1091055"/>
                  <a:pt x="7896037" y="1088002"/>
                  <a:pt x="7914188" y="1079287"/>
                </a:cubicBezTo>
                <a:cubicBezTo>
                  <a:pt x="7937737" y="1070775"/>
                  <a:pt x="7922008" y="1049943"/>
                  <a:pt x="7959552" y="1069277"/>
                </a:cubicBezTo>
                <a:cubicBezTo>
                  <a:pt x="7978616" y="1052937"/>
                  <a:pt x="7992226" y="1062990"/>
                  <a:pt x="8029450" y="1055589"/>
                </a:cubicBezTo>
                <a:lnTo>
                  <a:pt x="8038422" y="1049493"/>
                </a:lnTo>
                <a:lnTo>
                  <a:pt x="8053585" y="1058943"/>
                </a:lnTo>
                <a:cubicBezTo>
                  <a:pt x="8061619" y="1062358"/>
                  <a:pt x="8070634" y="1063636"/>
                  <a:pt x="8081474" y="1059840"/>
                </a:cubicBezTo>
                <a:cubicBezTo>
                  <a:pt x="8141491" y="1015057"/>
                  <a:pt x="8090266" y="1080479"/>
                  <a:pt x="8197391" y="1038853"/>
                </a:cubicBezTo>
                <a:cubicBezTo>
                  <a:pt x="8201677" y="1033108"/>
                  <a:pt x="8217224" y="1033020"/>
                  <a:pt x="8218531" y="1038736"/>
                </a:cubicBezTo>
                <a:cubicBezTo>
                  <a:pt x="8224749" y="1034989"/>
                  <a:pt x="8236410" y="1019803"/>
                  <a:pt x="8242405" y="1027800"/>
                </a:cubicBezTo>
                <a:cubicBezTo>
                  <a:pt x="8260401" y="1023020"/>
                  <a:pt x="8277595" y="1016764"/>
                  <a:pt x="8293586" y="1009216"/>
                </a:cubicBezTo>
                <a:lnTo>
                  <a:pt x="8325267" y="990249"/>
                </a:lnTo>
                <a:lnTo>
                  <a:pt x="8335565" y="995156"/>
                </a:lnTo>
                <a:cubicBezTo>
                  <a:pt x="8342208" y="997234"/>
                  <a:pt x="8349366" y="997680"/>
                  <a:pt x="8357350" y="994276"/>
                </a:cubicBezTo>
                <a:cubicBezTo>
                  <a:pt x="8398773" y="957879"/>
                  <a:pt x="8366593" y="1009035"/>
                  <a:pt x="8445003" y="972367"/>
                </a:cubicBezTo>
                <a:cubicBezTo>
                  <a:pt x="8447663" y="967887"/>
                  <a:pt x="8459739" y="966961"/>
                  <a:pt x="8461421" y="971111"/>
                </a:cubicBezTo>
                <a:cubicBezTo>
                  <a:pt x="8465819" y="968000"/>
                  <a:pt x="8473109" y="956137"/>
                  <a:pt x="8478704" y="961712"/>
                </a:cubicBezTo>
                <a:cubicBezTo>
                  <a:pt x="8505565" y="952663"/>
                  <a:pt x="8529238" y="939426"/>
                  <a:pt x="8547429" y="923277"/>
                </a:cubicBezTo>
                <a:cubicBezTo>
                  <a:pt x="8576531" y="919061"/>
                  <a:pt x="8579138" y="912461"/>
                  <a:pt x="8579319" y="905576"/>
                </a:cubicBezTo>
                <a:cubicBezTo>
                  <a:pt x="8579529" y="904096"/>
                  <a:pt x="8579740" y="902618"/>
                  <a:pt x="8579950" y="901139"/>
                </a:cubicBezTo>
                <a:lnTo>
                  <a:pt x="8589038" y="903946"/>
                </a:lnTo>
                <a:cubicBezTo>
                  <a:pt x="8598255" y="904433"/>
                  <a:pt x="8605836" y="900079"/>
                  <a:pt x="8612581" y="893445"/>
                </a:cubicBezTo>
                <a:lnTo>
                  <a:pt x="8620213" y="884417"/>
                </a:lnTo>
                <a:lnTo>
                  <a:pt x="8636849" y="879570"/>
                </a:lnTo>
                <a:cubicBezTo>
                  <a:pt x="8647569" y="875664"/>
                  <a:pt x="8658506" y="871048"/>
                  <a:pt x="8678353" y="868709"/>
                </a:cubicBezTo>
                <a:cubicBezTo>
                  <a:pt x="8676250" y="844726"/>
                  <a:pt x="8711895" y="858913"/>
                  <a:pt x="8721366" y="848445"/>
                </a:cubicBezTo>
                <a:cubicBezTo>
                  <a:pt x="8730651" y="852242"/>
                  <a:pt x="8737642" y="851631"/>
                  <a:pt x="8743257" y="848457"/>
                </a:cubicBezTo>
                <a:lnTo>
                  <a:pt x="8755719" y="834419"/>
                </a:lnTo>
                <a:lnTo>
                  <a:pt x="8776970" y="830126"/>
                </a:lnTo>
                <a:cubicBezTo>
                  <a:pt x="8786153" y="826014"/>
                  <a:pt x="8792888" y="819621"/>
                  <a:pt x="8795998" y="809645"/>
                </a:cubicBezTo>
                <a:cubicBezTo>
                  <a:pt x="8805952" y="821837"/>
                  <a:pt x="8809794" y="841181"/>
                  <a:pt x="8837498" y="830583"/>
                </a:cubicBezTo>
                <a:cubicBezTo>
                  <a:pt x="8851172" y="827584"/>
                  <a:pt x="8868029" y="799681"/>
                  <a:pt x="8878040" y="791651"/>
                </a:cubicBezTo>
                <a:lnTo>
                  <a:pt x="8897564" y="782401"/>
                </a:lnTo>
                <a:lnTo>
                  <a:pt x="8905560" y="786219"/>
                </a:lnTo>
                <a:lnTo>
                  <a:pt x="8917778" y="783256"/>
                </a:lnTo>
                <a:lnTo>
                  <a:pt x="8914746" y="775031"/>
                </a:lnTo>
                <a:lnTo>
                  <a:pt x="8947030" y="764252"/>
                </a:lnTo>
                <a:cubicBezTo>
                  <a:pt x="8970788" y="755523"/>
                  <a:pt x="8988067" y="745115"/>
                  <a:pt x="8977138" y="726774"/>
                </a:cubicBezTo>
                <a:cubicBezTo>
                  <a:pt x="8977490" y="701480"/>
                  <a:pt x="9039667" y="723232"/>
                  <a:pt x="9028928" y="698996"/>
                </a:cubicBezTo>
                <a:cubicBezTo>
                  <a:pt x="9056296" y="708989"/>
                  <a:pt x="9080686" y="673518"/>
                  <a:pt x="9114263" y="665106"/>
                </a:cubicBezTo>
                <a:cubicBezTo>
                  <a:pt x="9115667" y="652470"/>
                  <a:pt x="9123557" y="650905"/>
                  <a:pt x="9139429" y="653134"/>
                </a:cubicBezTo>
                <a:cubicBezTo>
                  <a:pt x="9248531" y="629411"/>
                  <a:pt x="9343720" y="468354"/>
                  <a:pt x="9380600" y="515628"/>
                </a:cubicBezTo>
                <a:cubicBezTo>
                  <a:pt x="9406272" y="509931"/>
                  <a:pt x="9503943" y="538669"/>
                  <a:pt x="9561831" y="513591"/>
                </a:cubicBezTo>
                <a:cubicBezTo>
                  <a:pt x="9577802" y="480860"/>
                  <a:pt x="9713285" y="478736"/>
                  <a:pt x="9742561" y="469315"/>
                </a:cubicBezTo>
                <a:cubicBezTo>
                  <a:pt x="9742569" y="450758"/>
                  <a:pt x="9797169" y="453829"/>
                  <a:pt x="9784394" y="429345"/>
                </a:cubicBezTo>
                <a:cubicBezTo>
                  <a:pt x="9787055" y="417172"/>
                  <a:pt x="9801869" y="413844"/>
                  <a:pt x="9811914" y="421889"/>
                </a:cubicBezTo>
                <a:cubicBezTo>
                  <a:pt x="9828901" y="415568"/>
                  <a:pt x="9835642" y="400341"/>
                  <a:pt x="9858388" y="412158"/>
                </a:cubicBezTo>
                <a:cubicBezTo>
                  <a:pt x="9881945" y="404057"/>
                  <a:pt x="9894276" y="360744"/>
                  <a:pt x="9921770" y="380896"/>
                </a:cubicBezTo>
                <a:cubicBezTo>
                  <a:pt x="9930032" y="337884"/>
                  <a:pt x="10038117" y="312408"/>
                  <a:pt x="10084861" y="294587"/>
                </a:cubicBezTo>
                <a:cubicBezTo>
                  <a:pt x="10141631" y="278266"/>
                  <a:pt x="10188248" y="249698"/>
                  <a:pt x="10271351" y="227987"/>
                </a:cubicBezTo>
                <a:cubicBezTo>
                  <a:pt x="10362764" y="229558"/>
                  <a:pt x="10358378" y="196042"/>
                  <a:pt x="10424673" y="178078"/>
                </a:cubicBezTo>
                <a:cubicBezTo>
                  <a:pt x="10452909" y="162753"/>
                  <a:pt x="10514634" y="185033"/>
                  <a:pt x="10534657" y="156701"/>
                </a:cubicBezTo>
                <a:cubicBezTo>
                  <a:pt x="10595265" y="170910"/>
                  <a:pt x="10637600" y="149657"/>
                  <a:pt x="10726300" y="150292"/>
                </a:cubicBezTo>
                <a:cubicBezTo>
                  <a:pt x="10775756" y="148210"/>
                  <a:pt x="10805324" y="153235"/>
                  <a:pt x="10861177" y="138253"/>
                </a:cubicBezTo>
                <a:cubicBezTo>
                  <a:pt x="10888992" y="99450"/>
                  <a:pt x="10971843" y="126363"/>
                  <a:pt x="10995894" y="78271"/>
                </a:cubicBezTo>
                <a:cubicBezTo>
                  <a:pt x="11009945" y="87061"/>
                  <a:pt x="11016683" y="79738"/>
                  <a:pt x="11031776" y="74275"/>
                </a:cubicBezTo>
                <a:cubicBezTo>
                  <a:pt x="11049588" y="91553"/>
                  <a:pt x="11064655" y="65479"/>
                  <a:pt x="11082485" y="73705"/>
                </a:cubicBezTo>
                <a:cubicBezTo>
                  <a:pt x="11124351" y="51595"/>
                  <a:pt x="11194283" y="44212"/>
                  <a:pt x="11230739" y="34792"/>
                </a:cubicBezTo>
                <a:cubicBezTo>
                  <a:pt x="11248967" y="30081"/>
                  <a:pt x="11257520" y="13218"/>
                  <a:pt x="11268645" y="482"/>
                </a:cubicBezTo>
                <a:lnTo>
                  <a:pt x="11269336" y="3"/>
                </a:lnTo>
                <a:lnTo>
                  <a:pt x="0" y="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ADDEC0-A788-6A5B-47F7-E8296703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70" y="381663"/>
            <a:ext cx="6592960" cy="8269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Water purification</a:t>
            </a:r>
          </a:p>
        </p:txBody>
      </p:sp>
    </p:spTree>
    <p:extLst>
      <p:ext uri="{BB962C8B-B14F-4D97-AF65-F5344CB8AC3E}">
        <p14:creationId xmlns:p14="http://schemas.microsoft.com/office/powerpoint/2010/main" val="28767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47D7-38AF-E33F-BB6C-A54CC06F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Large Scale purification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2F19F-321C-192D-54DF-D35E96211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The method of treatment to be employed depends upon the nature of raw water, and the desired standards of water quality. </a:t>
            </a:r>
          </a:p>
          <a:p>
            <a:r>
              <a:rPr lang="en-US"/>
              <a:t>Ground water (e.g., wells and springs) may need no treatment, other than disinfection. </a:t>
            </a:r>
          </a:p>
          <a:p>
            <a:r>
              <a:rPr lang="en-US"/>
              <a:t>Surface water (e.g.. river water) which tends to be turbid and polluted, requires extensive treatment. </a:t>
            </a:r>
          </a:p>
          <a:p>
            <a:r>
              <a:rPr lang="en-US"/>
              <a:t>The components of a typical water purification system comprise one or more of the following measures :</a:t>
            </a:r>
          </a:p>
          <a:p>
            <a:pPr lvl="1"/>
            <a:r>
              <a:rPr lang="en-US"/>
              <a:t>I. Storage</a:t>
            </a:r>
          </a:p>
          <a:p>
            <a:pPr lvl="1"/>
            <a:r>
              <a:rPr lang="en-US"/>
              <a:t>II. Filtration</a:t>
            </a:r>
          </a:p>
          <a:p>
            <a:pPr lvl="1"/>
            <a:r>
              <a:rPr lang="en-US"/>
              <a:t>III. Disinfection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3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8AF0-7B30-469B-4D13-1AD405B4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3CBCF-732C-E868-CE38-72D34450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443788"/>
            <a:ext cx="10984832" cy="521368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Water is drawn out from the source and </a:t>
            </a:r>
            <a:r>
              <a:rPr lang="en-US" dirty="0">
                <a:highlight>
                  <a:srgbClr val="FFFF00"/>
                </a:highlight>
              </a:rPr>
              <a:t>impounded in natural or artificial reservoirs</a:t>
            </a:r>
            <a:r>
              <a:rPr lang="en-US" dirty="0"/>
              <a:t>.  Storage provides a reserve of water from which </a:t>
            </a:r>
            <a:r>
              <a:rPr lang="en-US" dirty="0">
                <a:highlight>
                  <a:srgbClr val="FFFF00"/>
                </a:highlight>
              </a:rPr>
              <a:t>further pollution is excluded</a:t>
            </a:r>
            <a:r>
              <a:rPr lang="en-US" dirty="0"/>
              <a:t>. </a:t>
            </a:r>
          </a:p>
          <a:p>
            <a:r>
              <a:rPr lang="en-US" b="1" dirty="0"/>
              <a:t>Physical</a:t>
            </a:r>
            <a:r>
              <a:rPr lang="en-US" dirty="0"/>
              <a:t> : About </a:t>
            </a:r>
            <a:r>
              <a:rPr lang="en-US" dirty="0">
                <a:highlight>
                  <a:srgbClr val="FFFF00"/>
                </a:highlight>
              </a:rPr>
              <a:t>90 per cent of the suspended impurities settle down in 24 </a:t>
            </a:r>
            <a:r>
              <a:rPr lang="en-US" dirty="0"/>
              <a:t>hours by gravity. </a:t>
            </a:r>
          </a:p>
          <a:p>
            <a:pPr lvl="1"/>
            <a:r>
              <a:rPr lang="en-US" dirty="0"/>
              <a:t>The water becomes clearer. This allows penetration of light and reduces the work of the filters.</a:t>
            </a:r>
          </a:p>
          <a:p>
            <a:r>
              <a:rPr lang="en-US" b="1" dirty="0"/>
              <a:t>Chemical</a:t>
            </a:r>
            <a:r>
              <a:rPr lang="en-US" dirty="0"/>
              <a:t> : The </a:t>
            </a:r>
            <a:r>
              <a:rPr lang="en-US" dirty="0">
                <a:highlight>
                  <a:srgbClr val="FFFF00"/>
                </a:highlight>
              </a:rPr>
              <a:t>aerobic bacteria oxidize the organic matter </a:t>
            </a:r>
            <a:r>
              <a:rPr lang="en-US" dirty="0"/>
              <a:t>present in the water with the aid of dissolved oxygen. </a:t>
            </a:r>
          </a:p>
          <a:p>
            <a:pPr lvl="1"/>
            <a:r>
              <a:rPr lang="en-US" dirty="0"/>
              <a:t>The content of free ammonia is reduced and a rise in nitrates occurs</a:t>
            </a:r>
          </a:p>
          <a:p>
            <a:r>
              <a:rPr lang="en-US" b="1" dirty="0"/>
              <a:t>Biological</a:t>
            </a:r>
            <a:r>
              <a:rPr lang="en-US" dirty="0"/>
              <a:t> : The pathogenic organisms gradually die out. </a:t>
            </a:r>
          </a:p>
          <a:p>
            <a:pPr lvl="1"/>
            <a:r>
              <a:rPr lang="en-US" dirty="0"/>
              <a:t>It is found that when river water is stored the </a:t>
            </a:r>
            <a:r>
              <a:rPr lang="en-US" dirty="0">
                <a:highlight>
                  <a:srgbClr val="FFFF00"/>
                </a:highlight>
              </a:rPr>
              <a:t>total bacterial count drops by as much as 90 per cent in the first 5-7 days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This is one of the greatest benefits of storage. </a:t>
            </a:r>
          </a:p>
          <a:p>
            <a:r>
              <a:rPr lang="en-US" dirty="0"/>
              <a:t>The optimum period of storage of river water is about </a:t>
            </a:r>
            <a:r>
              <a:rPr lang="en-US" dirty="0">
                <a:highlight>
                  <a:srgbClr val="FFFF00"/>
                </a:highlight>
              </a:rPr>
              <a:t>10-14 days</a:t>
            </a:r>
            <a:r>
              <a:rPr lang="en-US" dirty="0"/>
              <a:t>. </a:t>
            </a:r>
          </a:p>
          <a:p>
            <a:r>
              <a:rPr lang="en-US" dirty="0"/>
              <a:t>If the water is stored for long periods, there is likelihood of development of vegetable growths such as algae which impart a bad smell and </a:t>
            </a:r>
            <a:r>
              <a:rPr lang="en-US" dirty="0" err="1"/>
              <a:t>colour</a:t>
            </a:r>
            <a:r>
              <a:rPr lang="en-US" dirty="0"/>
              <a:t> to water.</a:t>
            </a:r>
          </a:p>
        </p:txBody>
      </p:sp>
    </p:spTree>
    <p:extLst>
      <p:ext uri="{BB962C8B-B14F-4D97-AF65-F5344CB8AC3E}">
        <p14:creationId xmlns:p14="http://schemas.microsoft.com/office/powerpoint/2010/main" val="3596726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2164-3816-5843-2F33-52F13943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BBDBA-8951-6D84-7990-EF26B887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98-99 per cent of the bacteria are removed by filtration, apart from other impurities. </a:t>
            </a:r>
          </a:p>
          <a:p>
            <a:r>
              <a:rPr lang="en-US" dirty="0"/>
              <a:t>Two types of filters are in use</a:t>
            </a:r>
          </a:p>
          <a:p>
            <a:pPr lvl="1"/>
            <a:r>
              <a:rPr lang="en-US" dirty="0"/>
              <a:t>The “biological” or “slow sand” filters</a:t>
            </a:r>
          </a:p>
          <a:p>
            <a:pPr lvl="1"/>
            <a:r>
              <a:rPr lang="en-US" dirty="0"/>
              <a:t>The “rapid sand” or “mechanical” filters. </a:t>
            </a:r>
          </a:p>
          <a:p>
            <a:r>
              <a:rPr lang="en-US" dirty="0"/>
              <a:t>SLOW SAND OR BIOLOGICAL FILTERS</a:t>
            </a:r>
          </a:p>
          <a:p>
            <a:r>
              <a:rPr lang="en-US" dirty="0"/>
              <a:t>Slow sand filters were first used for water treatment in 1804 in Scotland and subsequently in London. </a:t>
            </a:r>
          </a:p>
          <a:p>
            <a:r>
              <a:rPr lang="en-US" dirty="0"/>
              <a:t>Elements of a slow sand filter: </a:t>
            </a:r>
          </a:p>
          <a:p>
            <a:pPr lvl="1"/>
            <a:r>
              <a:rPr lang="en-US" dirty="0"/>
              <a:t>Supernatant (raw) water</a:t>
            </a:r>
          </a:p>
          <a:p>
            <a:pPr lvl="1"/>
            <a:r>
              <a:rPr lang="en-US" dirty="0"/>
              <a:t>A bed of graded sand</a:t>
            </a:r>
          </a:p>
          <a:p>
            <a:pPr lvl="1"/>
            <a:r>
              <a:rPr lang="en-US" dirty="0"/>
              <a:t>An under-drainage system</a:t>
            </a:r>
          </a:p>
          <a:p>
            <a:pPr lvl="1"/>
            <a:r>
              <a:rPr lang="en-US" dirty="0"/>
              <a:t>A system of filter control valves</a:t>
            </a:r>
          </a:p>
        </p:txBody>
      </p:sp>
    </p:spTree>
    <p:extLst>
      <p:ext uri="{BB962C8B-B14F-4D97-AF65-F5344CB8AC3E}">
        <p14:creationId xmlns:p14="http://schemas.microsoft.com/office/powerpoint/2010/main" val="2637644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Diagram of a diagram of a water system&#10;&#10;Description automatically generated">
            <a:extLst>
              <a:ext uri="{FF2B5EF4-FFF2-40B4-BE49-F238E27FC236}">
                <a16:creationId xmlns:a16="http://schemas.microsoft.com/office/drawing/2014/main" id="{69F5CC27-A7B2-FBDE-1F8D-611EFFCCB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4" r="395" b="-1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6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2441</Words>
  <Application>Microsoft Office PowerPoint</Application>
  <PresentationFormat>Widescreen</PresentationFormat>
  <Paragraphs>204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Water</vt:lpstr>
      <vt:lpstr>Ground Water</vt:lpstr>
      <vt:lpstr>Wells</vt:lpstr>
      <vt:lpstr>PowerPoint Presentation</vt:lpstr>
      <vt:lpstr>PowerPoint Presentation</vt:lpstr>
      <vt:lpstr>Dug Wells</vt:lpstr>
      <vt:lpstr>Improvement of dug wells</vt:lpstr>
      <vt:lpstr>Sanitary Wells</vt:lpstr>
      <vt:lpstr>Sanitary Wells</vt:lpstr>
      <vt:lpstr>PowerPoint Presentation</vt:lpstr>
      <vt:lpstr>Tube Wells</vt:lpstr>
      <vt:lpstr>Springs</vt:lpstr>
      <vt:lpstr>Water Pollution</vt:lpstr>
      <vt:lpstr>IMPURITIES</vt:lpstr>
      <vt:lpstr>Indicators</vt:lpstr>
      <vt:lpstr>Water Related Diseases</vt:lpstr>
      <vt:lpstr>Biological (Water – borne diseases)</vt:lpstr>
      <vt:lpstr>Chemical</vt:lpstr>
      <vt:lpstr>Other health associations</vt:lpstr>
      <vt:lpstr>Water Pollution Law</vt:lpstr>
      <vt:lpstr>Water purification</vt:lpstr>
      <vt:lpstr>Large Scale purification</vt:lpstr>
      <vt:lpstr>Storage</vt:lpstr>
      <vt:lpstr>Filtration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maheshwari</dc:creator>
  <cp:lastModifiedBy>mukul maheshwari</cp:lastModifiedBy>
  <cp:revision>1</cp:revision>
  <dcterms:created xsi:type="dcterms:W3CDTF">2024-06-05T13:21:27Z</dcterms:created>
  <dcterms:modified xsi:type="dcterms:W3CDTF">2024-06-05T17:38:51Z</dcterms:modified>
</cp:coreProperties>
</file>