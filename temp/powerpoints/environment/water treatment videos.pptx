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5" r:id="rId4"/>
  </p:sldMasterIdLst>
  <p:notesMasterIdLst>
    <p:notesMasterId r:id="rId24"/>
  </p:notesMasterIdLst>
  <p:handoutMasterIdLst>
    <p:handoutMasterId r:id="rId25"/>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ater and Sewage Treatment Guide" id="{42A2BD5C-AC5B-47D9-ABE4-8C70D6AB2A88}">
          <p14:sldIdLst>
            <p14:sldId id="2561"/>
          </p14:sldIdLst>
        </p14:section>
        <p14:section name="Water &amp; Sewage Treatment Overview" id="{64FAB784-F278-4AB3-83CE-E90D3C7E22E3}">
          <p14:sldIdLst>
            <p14:sldId id="2562"/>
            <p14:sldId id="2563"/>
          </p14:sldIdLst>
        </p14:section>
        <p14:section name="Slow Sand Filter (SSF)" id="{83812E3E-8DE0-45FD-8303-0ADA2DF49A29}">
          <p14:sldIdLst>
            <p14:sldId id="2564"/>
            <p14:sldId id="2565"/>
          </p14:sldIdLst>
        </p14:section>
        <p14:section name="Rapid Sand Filter (RSF)" id="{8DC3DB93-E83D-47BA-8BF0-9BE23E4FCF10}">
          <p14:sldIdLst>
            <p14:sldId id="2566"/>
            <p14:sldId id="2567"/>
          </p14:sldIdLst>
        </p14:section>
        <p14:section name="SSF vs RSF Comparison" id="{E45B5263-04AE-43CB-8EC1-14A82E2E336C}">
          <p14:sldIdLst>
            <p14:sldId id="2568"/>
            <p14:sldId id="2569"/>
            <p14:sldId id="2570"/>
          </p14:sldIdLst>
        </p14:section>
        <p14:section name="Advanced and Household Filtration" id="{6106DF7F-5CBD-4B92-B1FB-2BAEFE7A417B}">
          <p14:sldIdLst>
            <p14:sldId id="2571"/>
            <p14:sldId id="2572"/>
            <p14:sldId id="2573"/>
          </p14:sldIdLst>
        </p14:section>
        <p14:section name="Sewage Treatment Plant (STP)" id="{54F6D17A-E0FB-4677-88E2-AE4B54523025}">
          <p14:sldIdLst>
            <p14:sldId id="2574"/>
            <p14:sldId id="2575"/>
            <p14:sldId id="2576"/>
          </p14:sldIdLst>
        </p14:section>
        <p14:section name="Key Filter Comparison and Summary" id="{813B2081-A44A-4F4A-A1DD-034010E1AF3C}">
          <p14:sldIdLst>
            <p14:sldId id="2577"/>
            <p14:sldId id="2578"/>
            <p14:sldId id="257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BC9F70-6944-476E-80FA-8051A3AED711}" v="18" dt="2025-11-24T07:58:58.024"/>
    <p1510:client id="{D6285348-C75A-EE7D-1522-64A7562FF8DE}" v="50" dt="2025-11-24T08:26:18.587"/>
  </p1510:revLst>
</p1510:revInfo>
</file>

<file path=ppt/tableStyles.xml><?xml version="1.0" encoding="utf-8"?>
<a:tblStyleLst xmlns:a="http://schemas.openxmlformats.org/drawingml/2006/main" def="{91EBBBCC-DAD2-459C-BE2E-F6DE35CF9A2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42" autoAdjust="0"/>
    <p:restoredTop sz="94810"/>
  </p:normalViewPr>
  <p:slideViewPr>
    <p:cSldViewPr snapToGrid="0">
      <p:cViewPr>
        <p:scale>
          <a:sx n="100" d="100"/>
          <a:sy n="100" d="100"/>
        </p:scale>
        <p:origin x="-845" y="-605"/>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Windows Live" clId="Web-{D6285348-C75A-EE7D-1522-64A7562FF8DE}"/>
    <pc:docChg chg="addSld delSld modSld modSection">
      <pc:chgData name="mukul maheshwari" userId="12cb43e2ca5f0d2c" providerId="Windows Live" clId="Web-{D6285348-C75A-EE7D-1522-64A7562FF8DE}" dt="2025-11-24T08:26:25.369" v="56"/>
      <pc:docMkLst>
        <pc:docMk/>
      </pc:docMkLst>
      <pc:sldChg chg="modSp">
        <pc:chgData name="mukul maheshwari" userId="12cb43e2ca5f0d2c" providerId="Windows Live" clId="Web-{D6285348-C75A-EE7D-1522-64A7562FF8DE}" dt="2025-11-24T08:19:23.631" v="6" actId="20577"/>
        <pc:sldMkLst>
          <pc:docMk/>
          <pc:sldMk cId="2206055890" sldId="2565"/>
        </pc:sldMkLst>
        <pc:spChg chg="mod">
          <ac:chgData name="mukul maheshwari" userId="12cb43e2ca5f0d2c" providerId="Windows Live" clId="Web-{D6285348-C75A-EE7D-1522-64A7562FF8DE}" dt="2025-11-24T08:19:23.631" v="6" actId="20577"/>
          <ac:spMkLst>
            <pc:docMk/>
            <pc:sldMk cId="2206055890" sldId="2565"/>
            <ac:spMk id="3" creationId="{E1D048CA-335D-9C13-7A17-EE84AD4E2DD3}"/>
          </ac:spMkLst>
        </pc:spChg>
      </pc:sldChg>
      <pc:sldChg chg="modSp">
        <pc:chgData name="mukul maheshwari" userId="12cb43e2ca5f0d2c" providerId="Windows Live" clId="Web-{D6285348-C75A-EE7D-1522-64A7562FF8DE}" dt="2025-11-24T08:19:54.444" v="13" actId="20577"/>
        <pc:sldMkLst>
          <pc:docMk/>
          <pc:sldMk cId="3126353679" sldId="2567"/>
        </pc:sldMkLst>
        <pc:spChg chg="mod">
          <ac:chgData name="mukul maheshwari" userId="12cb43e2ca5f0d2c" providerId="Windows Live" clId="Web-{D6285348-C75A-EE7D-1522-64A7562FF8DE}" dt="2025-11-24T08:19:54.444" v="13" actId="20577"/>
          <ac:spMkLst>
            <pc:docMk/>
            <pc:sldMk cId="3126353679" sldId="2567"/>
            <ac:spMk id="3" creationId="{C13B5C9E-D2ED-1841-ABED-90C235E5E366}"/>
          </ac:spMkLst>
        </pc:spChg>
      </pc:sldChg>
      <pc:sldChg chg="modSp">
        <pc:chgData name="mukul maheshwari" userId="12cb43e2ca5f0d2c" providerId="Windows Live" clId="Web-{D6285348-C75A-EE7D-1522-64A7562FF8DE}" dt="2025-11-24T08:20:32.756" v="18"/>
        <pc:sldMkLst>
          <pc:docMk/>
          <pc:sldMk cId="1669276546" sldId="2569"/>
        </pc:sldMkLst>
        <pc:spChg chg="mod">
          <ac:chgData name="mukul maheshwari" userId="12cb43e2ca5f0d2c" providerId="Windows Live" clId="Web-{D6285348-C75A-EE7D-1522-64A7562FF8DE}" dt="2025-11-24T08:20:32.756" v="18"/>
          <ac:spMkLst>
            <pc:docMk/>
            <pc:sldMk cId="1669276546" sldId="2569"/>
            <ac:spMk id="2" creationId="{2CE9A903-FCF8-5229-1CB7-A85C9CC12F87}"/>
          </ac:spMkLst>
        </pc:spChg>
      </pc:sldChg>
      <pc:sldChg chg="modSp">
        <pc:chgData name="mukul maheshwari" userId="12cb43e2ca5f0d2c" providerId="Windows Live" clId="Web-{D6285348-C75A-EE7D-1522-64A7562FF8DE}" dt="2025-11-24T08:21:47.085" v="21" actId="20577"/>
        <pc:sldMkLst>
          <pc:docMk/>
          <pc:sldMk cId="2694205366" sldId="2570"/>
        </pc:sldMkLst>
        <pc:spChg chg="mod">
          <ac:chgData name="mukul maheshwari" userId="12cb43e2ca5f0d2c" providerId="Windows Live" clId="Web-{D6285348-C75A-EE7D-1522-64A7562FF8DE}" dt="2025-11-24T08:21:47.085" v="21" actId="20577"/>
          <ac:spMkLst>
            <pc:docMk/>
            <pc:sldMk cId="2694205366" sldId="2570"/>
            <ac:spMk id="2" creationId="{2A1CE039-393A-B893-5CF8-BF4C8F40F093}"/>
          </ac:spMkLst>
        </pc:spChg>
      </pc:sldChg>
      <pc:sldChg chg="modSp">
        <pc:chgData name="mukul maheshwari" userId="12cb43e2ca5f0d2c" providerId="Windows Live" clId="Web-{D6285348-C75A-EE7D-1522-64A7562FF8DE}" dt="2025-11-24T08:23:13.823" v="29" actId="20577"/>
        <pc:sldMkLst>
          <pc:docMk/>
          <pc:sldMk cId="132479667" sldId="2572"/>
        </pc:sldMkLst>
        <pc:spChg chg="mod">
          <ac:chgData name="mukul maheshwari" userId="12cb43e2ca5f0d2c" providerId="Windows Live" clId="Web-{D6285348-C75A-EE7D-1522-64A7562FF8DE}" dt="2025-11-24T08:23:13.823" v="29" actId="20577"/>
          <ac:spMkLst>
            <pc:docMk/>
            <pc:sldMk cId="132479667" sldId="2572"/>
            <ac:spMk id="3" creationId="{BCA74977-FADD-3E60-BF8E-C5014A82B92A}"/>
          </ac:spMkLst>
        </pc:spChg>
      </pc:sldChg>
      <pc:sldChg chg="modSp">
        <pc:chgData name="mukul maheshwari" userId="12cb43e2ca5f0d2c" providerId="Windows Live" clId="Web-{D6285348-C75A-EE7D-1522-64A7562FF8DE}" dt="2025-11-24T08:23:36.654" v="33" actId="20577"/>
        <pc:sldMkLst>
          <pc:docMk/>
          <pc:sldMk cId="3929108005" sldId="2573"/>
        </pc:sldMkLst>
        <pc:spChg chg="mod">
          <ac:chgData name="mukul maheshwari" userId="12cb43e2ca5f0d2c" providerId="Windows Live" clId="Web-{D6285348-C75A-EE7D-1522-64A7562FF8DE}" dt="2025-11-24T08:23:36.654" v="33" actId="20577"/>
          <ac:spMkLst>
            <pc:docMk/>
            <pc:sldMk cId="3929108005" sldId="2573"/>
            <ac:spMk id="3" creationId="{E4313069-1BA9-ADCD-A786-8BE238DB25D9}"/>
          </ac:spMkLst>
        </pc:spChg>
      </pc:sldChg>
      <pc:sldChg chg="modSp">
        <pc:chgData name="mukul maheshwari" userId="12cb43e2ca5f0d2c" providerId="Windows Live" clId="Web-{D6285348-C75A-EE7D-1522-64A7562FF8DE}" dt="2025-11-24T08:23:55.109" v="37" actId="20577"/>
        <pc:sldMkLst>
          <pc:docMk/>
          <pc:sldMk cId="7289060" sldId="2575"/>
        </pc:sldMkLst>
        <pc:spChg chg="mod">
          <ac:chgData name="mukul maheshwari" userId="12cb43e2ca5f0d2c" providerId="Windows Live" clId="Web-{D6285348-C75A-EE7D-1522-64A7562FF8DE}" dt="2025-11-24T08:23:55.109" v="37" actId="20577"/>
          <ac:spMkLst>
            <pc:docMk/>
            <pc:sldMk cId="7289060" sldId="2575"/>
            <ac:spMk id="3" creationId="{CDF79BF7-E546-9B68-EB1F-490720AC6474}"/>
          </ac:spMkLst>
        </pc:spChg>
      </pc:sldChg>
      <pc:sldChg chg="modSp">
        <pc:chgData name="mukul maheshwari" userId="12cb43e2ca5f0d2c" providerId="Windows Live" clId="Web-{D6285348-C75A-EE7D-1522-64A7562FF8DE}" dt="2025-11-24T08:24:46.801" v="44" actId="20577"/>
        <pc:sldMkLst>
          <pc:docMk/>
          <pc:sldMk cId="2327900709" sldId="2576"/>
        </pc:sldMkLst>
        <pc:spChg chg="mod">
          <ac:chgData name="mukul maheshwari" userId="12cb43e2ca5f0d2c" providerId="Windows Live" clId="Web-{D6285348-C75A-EE7D-1522-64A7562FF8DE}" dt="2025-11-24T08:24:46.801" v="44" actId="20577"/>
          <ac:spMkLst>
            <pc:docMk/>
            <pc:sldMk cId="2327900709" sldId="2576"/>
            <ac:spMk id="3" creationId="{EDC7D558-48A4-BD43-63F0-FB9668081863}"/>
          </ac:spMkLst>
        </pc:spChg>
      </pc:sldChg>
      <pc:sldChg chg="add del replId">
        <pc:chgData name="mukul maheshwari" userId="12cb43e2ca5f0d2c" providerId="Windows Live" clId="Web-{D6285348-C75A-EE7D-1522-64A7562FF8DE}" dt="2025-11-24T08:22:58.664" v="26"/>
        <pc:sldMkLst>
          <pc:docMk/>
          <pc:sldMk cId="983120371" sldId="2579"/>
        </pc:sldMkLst>
      </pc:sldChg>
      <pc:sldChg chg="addSp delSp modSp new mod modClrScheme chgLayout">
        <pc:chgData name="mukul maheshwari" userId="12cb43e2ca5f0d2c" providerId="Windows Live" clId="Web-{D6285348-C75A-EE7D-1522-64A7562FF8DE}" dt="2025-11-24T08:26:25.369" v="56"/>
        <pc:sldMkLst>
          <pc:docMk/>
          <pc:sldMk cId="3797845280" sldId="2579"/>
        </pc:sldMkLst>
        <pc:spChg chg="mod">
          <ac:chgData name="mukul maheshwari" userId="12cb43e2ca5f0d2c" providerId="Windows Live" clId="Web-{D6285348-C75A-EE7D-1522-64A7562FF8DE}" dt="2025-11-24T08:26:25.369" v="56"/>
          <ac:spMkLst>
            <pc:docMk/>
            <pc:sldMk cId="3797845280" sldId="2579"/>
            <ac:spMk id="2" creationId="{068D153C-4ADD-C3B6-805F-76B55858384A}"/>
          </ac:spMkLst>
        </pc:spChg>
        <pc:spChg chg="del mod">
          <ac:chgData name="mukul maheshwari" userId="12cb43e2ca5f0d2c" providerId="Windows Live" clId="Web-{D6285348-C75A-EE7D-1522-64A7562FF8DE}" dt="2025-11-24T08:25:37.007" v="51"/>
          <ac:spMkLst>
            <pc:docMk/>
            <pc:sldMk cId="3797845280" sldId="2579"/>
            <ac:spMk id="3" creationId="{E00BBE10-43B4-DF53-B4AF-DE6B01736F8C}"/>
          </ac:spMkLst>
        </pc:spChg>
        <pc:spChg chg="del">
          <ac:chgData name="mukul maheshwari" userId="12cb43e2ca5f0d2c" providerId="Windows Live" clId="Web-{D6285348-C75A-EE7D-1522-64A7562FF8DE}" dt="2025-11-24T08:25:18.006" v="49"/>
          <ac:spMkLst>
            <pc:docMk/>
            <pc:sldMk cId="3797845280" sldId="2579"/>
            <ac:spMk id="4" creationId="{4DC8ACF4-2B6C-6DAC-031A-750856D67B8A}"/>
          </ac:spMkLst>
        </pc:spChg>
        <pc:spChg chg="add del mod">
          <ac:chgData name="mukul maheshwari" userId="12cb43e2ca5f0d2c" providerId="Windows Live" clId="Web-{D6285348-C75A-EE7D-1522-64A7562FF8DE}" dt="2025-11-24T08:25:45.023" v="52"/>
          <ac:spMkLst>
            <pc:docMk/>
            <pc:sldMk cId="3797845280" sldId="2579"/>
            <ac:spMk id="8" creationId="{B5622FBF-1AEE-C641-ABCC-92291B88FF2B}"/>
          </ac:spMkLst>
        </pc:spChg>
        <pc:spChg chg="add del mod">
          <ac:chgData name="mukul maheshwari" userId="12cb43e2ca5f0d2c" providerId="Windows Live" clId="Web-{D6285348-C75A-EE7D-1522-64A7562FF8DE}" dt="2025-11-24T08:25:51.102" v="53"/>
          <ac:spMkLst>
            <pc:docMk/>
            <pc:sldMk cId="3797845280" sldId="2579"/>
            <ac:spMk id="10" creationId="{81315C4F-7889-E97F-D650-E1A754A3F109}"/>
          </ac:spMkLst>
        </pc:spChg>
        <pc:spChg chg="add del">
          <ac:chgData name="mukul maheshwari" userId="12cb43e2ca5f0d2c" providerId="Windows Live" clId="Web-{D6285348-C75A-EE7D-1522-64A7562FF8DE}" dt="2025-11-24T08:26:08.571" v="54"/>
          <ac:spMkLst>
            <pc:docMk/>
            <pc:sldMk cId="3797845280" sldId="2579"/>
            <ac:spMk id="16" creationId="{3DB52BEA-747E-C14C-9872-46B6E1EEB2F7}"/>
          </ac:spMkLst>
        </pc:spChg>
        <pc:spChg chg="add del mod">
          <ac:chgData name="mukul maheshwari" userId="12cb43e2ca5f0d2c" providerId="Windows Live" clId="Web-{D6285348-C75A-EE7D-1522-64A7562FF8DE}" dt="2025-11-24T08:26:18.587" v="55"/>
          <ac:spMkLst>
            <pc:docMk/>
            <pc:sldMk cId="3797845280" sldId="2579"/>
            <ac:spMk id="21" creationId="{345CD10C-C71C-3B6A-0D6E-3CC23C3D0013}"/>
          </ac:spMkLst>
        </pc:spChg>
        <pc:picChg chg="add mod">
          <ac:chgData name="mukul maheshwari" userId="12cb43e2ca5f0d2c" providerId="Windows Live" clId="Web-{D6285348-C75A-EE7D-1522-64A7562FF8DE}" dt="2025-11-24T08:26:25.369" v="56"/>
          <ac:picMkLst>
            <pc:docMk/>
            <pc:sldMk cId="3797845280" sldId="2579"/>
            <ac:picMk id="12" creationId="{C484EBEA-86D6-E83D-153F-BF92B49F72A7}"/>
          </ac:picMkLst>
        </pc:picChg>
      </pc:sldChg>
    </pc:docChg>
  </pc:docChgLst>
  <pc:docChgLst>
    <pc:chgData clId="Web-{31BC9F70-6944-476E-80FA-8051A3AED711}"/>
    <pc:docChg chg="addSld delSld modSld addSection">
      <pc:chgData name="" userId="" providerId="" clId="Web-{31BC9F70-6944-476E-80FA-8051A3AED711}" dt="2025-11-24T07:58:58.024" v="18" actId="34807"/>
      <pc:docMkLst>
        <pc:docMk/>
      </pc:docMkLst>
      <pc:sldChg chg="del">
        <pc:chgData name="" userId="" providerId="" clId="Web-{31BC9F70-6944-476E-80FA-8051A3AED711}" dt="2025-11-24T07:58:57.852" v="0" actId="34807"/>
        <pc:sldMkLst>
          <pc:docMk/>
          <pc:sldMk cId="2640413644" sldId="306"/>
        </pc:sldMkLst>
      </pc:sldChg>
      <pc:sldChg chg="modSp add mod modClrScheme addAnim chgLayout">
        <pc:chgData name="" userId="" providerId="" clId="Web-{31BC9F70-6944-476E-80FA-8051A3AED711}" dt="2025-11-24T07:58:58.024" v="4" actId="34807"/>
        <pc:sldMkLst>
          <pc:docMk/>
          <pc:sldMk cId="92198728" sldId="2561"/>
        </pc:sldMkLst>
        <pc:spChg chg="mod">
          <ac:chgData name="" userId="" providerId="" clId="Web-{31BC9F70-6944-476E-80FA-8051A3AED711}" dt="2025-11-24T07:58:58.008" v="1" actId="34807"/>
          <ac:spMkLst>
            <pc:docMk/>
            <pc:sldMk cId="92198728" sldId="2561"/>
            <ac:spMk id="2" creationId="{79C10BE9-5BCE-D943-9A79-504286CF3C5D}"/>
          </ac:spMkLst>
        </pc:spChg>
        <pc:spChg chg="mod">
          <ac:chgData name="" userId="" providerId="" clId="Web-{31BC9F70-6944-476E-80FA-8051A3AED711}" dt="2025-11-24T07:58:58.008" v="1" actId="34807"/>
          <ac:spMkLst>
            <pc:docMk/>
            <pc:sldMk cId="92198728" sldId="2561"/>
            <ac:spMk id="3" creationId="{E305A904-2778-5646-F246-398DA3CF834C}"/>
          </ac:spMkLst>
        </pc:spChg>
        <pc:picChg chg="mod">
          <ac:chgData name="" userId="" providerId="" clId="Web-{31BC9F70-6944-476E-80FA-8051A3AED711}" dt="2025-11-24T07:58:58.008" v="1" actId="34807"/>
          <ac:picMkLst>
            <pc:docMk/>
            <pc:sldMk cId="92198728" sldId="2561"/>
            <ac:picMk id="4" creationId="{50374F1B-9C77-4266-AF0C-D91C230E57DA}"/>
          </ac:picMkLst>
        </pc:picChg>
      </pc:sldChg>
      <pc:sldChg chg="modSp add mod modTransition addAnim chgLayout">
        <pc:chgData name="" userId="" providerId="" clId="Web-{31BC9F70-6944-476E-80FA-8051A3AED711}" dt="2025-11-24T07:58:58.024" v="5" actId="34807"/>
        <pc:sldMkLst>
          <pc:docMk/>
          <pc:sldMk cId="418217618" sldId="2562"/>
        </pc:sldMkLst>
        <pc:spChg chg="mod">
          <ac:chgData name="" userId="" providerId="" clId="Web-{31BC9F70-6944-476E-80FA-8051A3AED711}" dt="2025-11-24T07:58:58.008" v="1" actId="34807"/>
          <ac:spMkLst>
            <pc:docMk/>
            <pc:sldMk cId="418217618" sldId="2562"/>
            <ac:spMk id="2" creationId="{CC233BF5-0EDE-D1FC-33E5-2E610493A026}"/>
          </ac:spMkLst>
        </pc:spChg>
      </pc:sldChg>
      <pc:sldChg chg="modSp add mod modTransition">
        <pc:chgData name="" userId="" providerId="" clId="Web-{31BC9F70-6944-476E-80FA-8051A3AED711}" dt="2025-11-24T07:58:58.008" v="1" actId="34807"/>
        <pc:sldMkLst>
          <pc:docMk/>
          <pc:sldMk cId="4185705416" sldId="2563"/>
        </pc:sldMkLst>
        <pc:spChg chg="mod">
          <ac:chgData name="" userId="" providerId="" clId="Web-{31BC9F70-6944-476E-80FA-8051A3AED711}" dt="2025-11-24T07:58:58.008" v="1" actId="34807"/>
          <ac:spMkLst>
            <pc:docMk/>
            <pc:sldMk cId="4185705416" sldId="2563"/>
            <ac:spMk id="2" creationId="{EFC36D1C-A346-AD94-C526-A54860150064}"/>
          </ac:spMkLst>
        </pc:spChg>
        <pc:graphicFrameChg chg="mod modGraphic">
          <ac:chgData name="" userId="" providerId="" clId="Web-{31BC9F70-6944-476E-80FA-8051A3AED711}" dt="2025-11-24T07:58:58.008" v="1" actId="34807"/>
          <ac:graphicFrameMkLst>
            <pc:docMk/>
            <pc:sldMk cId="4185705416" sldId="2563"/>
            <ac:graphicFrameMk id="4" creationId="{6E400E80-A84A-4E20-858D-A3609AFA4EFD}"/>
          </ac:graphicFrameMkLst>
        </pc:graphicFrameChg>
      </pc:sldChg>
      <pc:sldChg chg="modSp add mod modTransition addAnim chgLayout">
        <pc:chgData name="" userId="" providerId="" clId="Web-{31BC9F70-6944-476E-80FA-8051A3AED711}" dt="2025-11-24T07:58:58.024" v="6" actId="34807"/>
        <pc:sldMkLst>
          <pc:docMk/>
          <pc:sldMk cId="2476320483" sldId="2564"/>
        </pc:sldMkLst>
        <pc:spChg chg="mod">
          <ac:chgData name="" userId="" providerId="" clId="Web-{31BC9F70-6944-476E-80FA-8051A3AED711}" dt="2025-11-24T07:58:58.008" v="1" actId="34807"/>
          <ac:spMkLst>
            <pc:docMk/>
            <pc:sldMk cId="2476320483" sldId="2564"/>
            <ac:spMk id="2" creationId="{8E3C19E4-3368-1626-86E7-D1D345FC4875}"/>
          </ac:spMkLst>
        </pc:spChg>
      </pc:sldChg>
      <pc:sldChg chg="modSp add mod modTransition modClrScheme addAnim chgLayout">
        <pc:chgData name="" userId="" providerId="" clId="Web-{31BC9F70-6944-476E-80FA-8051A3AED711}" dt="2025-11-24T07:58:58.024" v="7" actId="34807"/>
        <pc:sldMkLst>
          <pc:docMk/>
          <pc:sldMk cId="2206055890" sldId="2565"/>
        </pc:sldMkLst>
        <pc:spChg chg="mod">
          <ac:chgData name="" userId="" providerId="" clId="Web-{31BC9F70-6944-476E-80FA-8051A3AED711}" dt="2025-11-24T07:58:58.008" v="1" actId="34807"/>
          <ac:spMkLst>
            <pc:docMk/>
            <pc:sldMk cId="2206055890" sldId="2565"/>
            <ac:spMk id="2" creationId="{477538BD-50F6-62AF-7E49-937F09D9C9B8}"/>
          </ac:spMkLst>
        </pc:spChg>
        <pc:spChg chg="mod">
          <ac:chgData name="" userId="" providerId="" clId="Web-{31BC9F70-6944-476E-80FA-8051A3AED711}" dt="2025-11-24T07:58:58.008" v="1" actId="34807"/>
          <ac:spMkLst>
            <pc:docMk/>
            <pc:sldMk cId="2206055890" sldId="2565"/>
            <ac:spMk id="3" creationId="{E1D048CA-335D-9C13-7A17-EE84AD4E2DD3}"/>
          </ac:spMkLst>
        </pc:spChg>
        <pc:picChg chg="mod">
          <ac:chgData name="" userId="" providerId="" clId="Web-{31BC9F70-6944-476E-80FA-8051A3AED711}" dt="2025-11-24T07:58:58.008" v="1" actId="34807"/>
          <ac:picMkLst>
            <pc:docMk/>
            <pc:sldMk cId="2206055890" sldId="2565"/>
            <ac:picMk id="5" creationId="{5DD42BDB-DB49-49A3-B1ED-BDB2BA999D71}"/>
          </ac:picMkLst>
        </pc:picChg>
      </pc:sldChg>
      <pc:sldChg chg="modSp add mod modTransition addAnim chgLayout">
        <pc:chgData name="" userId="" providerId="" clId="Web-{31BC9F70-6944-476E-80FA-8051A3AED711}" dt="2025-11-24T07:58:58.024" v="8" actId="34807"/>
        <pc:sldMkLst>
          <pc:docMk/>
          <pc:sldMk cId="2971106115" sldId="2566"/>
        </pc:sldMkLst>
        <pc:spChg chg="mod">
          <ac:chgData name="" userId="" providerId="" clId="Web-{31BC9F70-6944-476E-80FA-8051A3AED711}" dt="2025-11-24T07:58:58.008" v="1" actId="34807"/>
          <ac:spMkLst>
            <pc:docMk/>
            <pc:sldMk cId="2971106115" sldId="2566"/>
            <ac:spMk id="2" creationId="{020934C9-0BD6-DBA2-A08C-11BE1E6AD84F}"/>
          </ac:spMkLst>
        </pc:spChg>
      </pc:sldChg>
      <pc:sldChg chg="modSp add mod modTransition modClrScheme addAnim chgLayout">
        <pc:chgData name="" userId="" providerId="" clId="Web-{31BC9F70-6944-476E-80FA-8051A3AED711}" dt="2025-11-24T07:58:58.024" v="9" actId="34807"/>
        <pc:sldMkLst>
          <pc:docMk/>
          <pc:sldMk cId="3126353679" sldId="2567"/>
        </pc:sldMkLst>
        <pc:spChg chg="mod">
          <ac:chgData name="" userId="" providerId="" clId="Web-{31BC9F70-6944-476E-80FA-8051A3AED711}" dt="2025-11-24T07:58:58.008" v="1" actId="34807"/>
          <ac:spMkLst>
            <pc:docMk/>
            <pc:sldMk cId="3126353679" sldId="2567"/>
            <ac:spMk id="2" creationId="{DEF98782-F5F8-258D-F5A2-CF3E930F6764}"/>
          </ac:spMkLst>
        </pc:spChg>
        <pc:spChg chg="mod">
          <ac:chgData name="" userId="" providerId="" clId="Web-{31BC9F70-6944-476E-80FA-8051A3AED711}" dt="2025-11-24T07:58:58.008" v="1" actId="34807"/>
          <ac:spMkLst>
            <pc:docMk/>
            <pc:sldMk cId="3126353679" sldId="2567"/>
            <ac:spMk id="3" creationId="{C13B5C9E-D2ED-1841-ABED-90C235E5E366}"/>
          </ac:spMkLst>
        </pc:spChg>
        <pc:picChg chg="mod">
          <ac:chgData name="" userId="" providerId="" clId="Web-{31BC9F70-6944-476E-80FA-8051A3AED711}" dt="2025-11-24T07:58:58.008" v="1" actId="34807"/>
          <ac:picMkLst>
            <pc:docMk/>
            <pc:sldMk cId="3126353679" sldId="2567"/>
            <ac:picMk id="5" creationId="{862F21C1-A272-441E-8D20-01B20E7BDF9C}"/>
          </ac:picMkLst>
        </pc:picChg>
      </pc:sldChg>
      <pc:sldChg chg="modSp add mod modTransition addAnim chgLayout">
        <pc:chgData name="" userId="" providerId="" clId="Web-{31BC9F70-6944-476E-80FA-8051A3AED711}" dt="2025-11-24T07:58:58.024" v="10" actId="34807"/>
        <pc:sldMkLst>
          <pc:docMk/>
          <pc:sldMk cId="409613350" sldId="2568"/>
        </pc:sldMkLst>
        <pc:spChg chg="mod">
          <ac:chgData name="" userId="" providerId="" clId="Web-{31BC9F70-6944-476E-80FA-8051A3AED711}" dt="2025-11-24T07:58:58.008" v="1" actId="34807"/>
          <ac:spMkLst>
            <pc:docMk/>
            <pc:sldMk cId="409613350" sldId="2568"/>
            <ac:spMk id="2" creationId="{CD6C69E3-6D5C-9395-173D-D82835AB1584}"/>
          </ac:spMkLst>
        </pc:spChg>
      </pc:sldChg>
      <pc:sldChg chg="modSp add mod modTransition">
        <pc:chgData name="" userId="" providerId="" clId="Web-{31BC9F70-6944-476E-80FA-8051A3AED711}" dt="2025-11-24T07:58:58.008" v="1" actId="34807"/>
        <pc:sldMkLst>
          <pc:docMk/>
          <pc:sldMk cId="1669276546" sldId="2569"/>
        </pc:sldMkLst>
        <pc:spChg chg="mod">
          <ac:chgData name="" userId="" providerId="" clId="Web-{31BC9F70-6944-476E-80FA-8051A3AED711}" dt="2025-11-24T07:58:58.008" v="1" actId="34807"/>
          <ac:spMkLst>
            <pc:docMk/>
            <pc:sldMk cId="1669276546" sldId="2569"/>
            <ac:spMk id="2" creationId="{2CE9A903-FCF8-5229-1CB7-A85C9CC12F87}"/>
          </ac:spMkLst>
        </pc:spChg>
        <pc:graphicFrameChg chg="mod">
          <ac:chgData name="" userId="" providerId="" clId="Web-{31BC9F70-6944-476E-80FA-8051A3AED711}" dt="2025-11-24T07:58:58.008" v="1" actId="34807"/>
          <ac:graphicFrameMkLst>
            <pc:docMk/>
            <pc:sldMk cId="1669276546" sldId="2569"/>
            <ac:graphicFrameMk id="5" creationId="{4E2FC92F-7F0D-4743-9304-77CD8E21C0CC}"/>
          </ac:graphicFrameMkLst>
        </pc:graphicFrameChg>
      </pc:sldChg>
      <pc:sldChg chg="modSp add mod modTransition">
        <pc:chgData name="" userId="" providerId="" clId="Web-{31BC9F70-6944-476E-80FA-8051A3AED711}" dt="2025-11-24T07:58:58.008" v="1" actId="34807"/>
        <pc:sldMkLst>
          <pc:docMk/>
          <pc:sldMk cId="2694205366" sldId="2570"/>
        </pc:sldMkLst>
        <pc:spChg chg="mod">
          <ac:chgData name="" userId="" providerId="" clId="Web-{31BC9F70-6944-476E-80FA-8051A3AED711}" dt="2025-11-24T07:58:58.008" v="1" actId="34807"/>
          <ac:spMkLst>
            <pc:docMk/>
            <pc:sldMk cId="2694205366" sldId="2570"/>
            <ac:spMk id="2" creationId="{2A1CE039-393A-B893-5CF8-BF4C8F40F093}"/>
          </ac:spMkLst>
        </pc:spChg>
        <pc:graphicFrameChg chg="mod">
          <ac:chgData name="" userId="" providerId="" clId="Web-{31BC9F70-6944-476E-80FA-8051A3AED711}" dt="2025-11-24T07:58:58.008" v="1" actId="34807"/>
          <ac:graphicFrameMkLst>
            <pc:docMk/>
            <pc:sldMk cId="2694205366" sldId="2570"/>
            <ac:graphicFrameMk id="5" creationId="{AC425CD2-E7F5-476B-A662-FD10A6DA3F9B}"/>
          </ac:graphicFrameMkLst>
        </pc:graphicFrameChg>
      </pc:sldChg>
      <pc:sldChg chg="modSp add mod modTransition addAnim chgLayout">
        <pc:chgData name="" userId="" providerId="" clId="Web-{31BC9F70-6944-476E-80FA-8051A3AED711}" dt="2025-11-24T07:58:58.024" v="11" actId="34807"/>
        <pc:sldMkLst>
          <pc:docMk/>
          <pc:sldMk cId="4276224633" sldId="2571"/>
        </pc:sldMkLst>
        <pc:spChg chg="mod">
          <ac:chgData name="" userId="" providerId="" clId="Web-{31BC9F70-6944-476E-80FA-8051A3AED711}" dt="2025-11-24T07:58:58.008" v="1" actId="34807"/>
          <ac:spMkLst>
            <pc:docMk/>
            <pc:sldMk cId="4276224633" sldId="2571"/>
            <ac:spMk id="2" creationId="{FEE126D3-2A5D-DD93-2F1B-8A11A9EF3E93}"/>
          </ac:spMkLst>
        </pc:spChg>
      </pc:sldChg>
      <pc:sldChg chg="modSp add mod modTransition modClrScheme addAnim chgLayout">
        <pc:chgData name="" userId="" providerId="" clId="Web-{31BC9F70-6944-476E-80FA-8051A3AED711}" dt="2025-11-24T07:58:58.024" v="12" actId="34807"/>
        <pc:sldMkLst>
          <pc:docMk/>
          <pc:sldMk cId="132479667" sldId="2572"/>
        </pc:sldMkLst>
        <pc:spChg chg="mod">
          <ac:chgData name="" userId="" providerId="" clId="Web-{31BC9F70-6944-476E-80FA-8051A3AED711}" dt="2025-11-24T07:58:58.008" v="1" actId="34807"/>
          <ac:spMkLst>
            <pc:docMk/>
            <pc:sldMk cId="132479667" sldId="2572"/>
            <ac:spMk id="2" creationId="{35C0E3B1-783D-C854-838E-2B8E56278FAC}"/>
          </ac:spMkLst>
        </pc:spChg>
        <pc:spChg chg="mod">
          <ac:chgData name="" userId="" providerId="" clId="Web-{31BC9F70-6944-476E-80FA-8051A3AED711}" dt="2025-11-24T07:58:58.008" v="1" actId="34807"/>
          <ac:spMkLst>
            <pc:docMk/>
            <pc:sldMk cId="132479667" sldId="2572"/>
            <ac:spMk id="3" creationId="{BCA74977-FADD-3E60-BF8E-C5014A82B92A}"/>
          </ac:spMkLst>
        </pc:spChg>
        <pc:picChg chg="mod">
          <ac:chgData name="" userId="" providerId="" clId="Web-{31BC9F70-6944-476E-80FA-8051A3AED711}" dt="2025-11-24T07:58:58.008" v="1" actId="34807"/>
          <ac:picMkLst>
            <pc:docMk/>
            <pc:sldMk cId="132479667" sldId="2572"/>
            <ac:picMk id="5" creationId="{5109B3DA-38CC-4E28-A16F-930BBB712D40}"/>
          </ac:picMkLst>
        </pc:picChg>
      </pc:sldChg>
      <pc:sldChg chg="modSp add mod modTransition modClrScheme addAnim chgLayout">
        <pc:chgData name="" userId="" providerId="" clId="Web-{31BC9F70-6944-476E-80FA-8051A3AED711}" dt="2025-11-24T07:58:58.024" v="13" actId="34807"/>
        <pc:sldMkLst>
          <pc:docMk/>
          <pc:sldMk cId="3929108005" sldId="2573"/>
        </pc:sldMkLst>
        <pc:spChg chg="mod">
          <ac:chgData name="" userId="" providerId="" clId="Web-{31BC9F70-6944-476E-80FA-8051A3AED711}" dt="2025-11-24T07:58:58.008" v="1" actId="34807"/>
          <ac:spMkLst>
            <pc:docMk/>
            <pc:sldMk cId="3929108005" sldId="2573"/>
            <ac:spMk id="2" creationId="{BA6A43B3-56C4-9D20-CEEB-B88D122F2159}"/>
          </ac:spMkLst>
        </pc:spChg>
        <pc:spChg chg="mod">
          <ac:chgData name="" userId="" providerId="" clId="Web-{31BC9F70-6944-476E-80FA-8051A3AED711}" dt="2025-11-24T07:58:58.008" v="1" actId="34807"/>
          <ac:spMkLst>
            <pc:docMk/>
            <pc:sldMk cId="3929108005" sldId="2573"/>
            <ac:spMk id="3" creationId="{E4313069-1BA9-ADCD-A786-8BE238DB25D9}"/>
          </ac:spMkLst>
        </pc:spChg>
        <pc:picChg chg="mod">
          <ac:chgData name="" userId="" providerId="" clId="Web-{31BC9F70-6944-476E-80FA-8051A3AED711}" dt="2025-11-24T07:58:58.008" v="1" actId="34807"/>
          <ac:picMkLst>
            <pc:docMk/>
            <pc:sldMk cId="3929108005" sldId="2573"/>
            <ac:picMk id="5" creationId="{C7171908-5BE6-4E6A-8FB9-E3B3B2FDBCED}"/>
          </ac:picMkLst>
        </pc:picChg>
      </pc:sldChg>
      <pc:sldChg chg="modSp add mod modTransition addAnim chgLayout">
        <pc:chgData name="" userId="" providerId="" clId="Web-{31BC9F70-6944-476E-80FA-8051A3AED711}" dt="2025-11-24T07:58:58.024" v="14" actId="34807"/>
        <pc:sldMkLst>
          <pc:docMk/>
          <pc:sldMk cId="2557783274" sldId="2574"/>
        </pc:sldMkLst>
        <pc:spChg chg="mod">
          <ac:chgData name="" userId="" providerId="" clId="Web-{31BC9F70-6944-476E-80FA-8051A3AED711}" dt="2025-11-24T07:58:58.008" v="1" actId="34807"/>
          <ac:spMkLst>
            <pc:docMk/>
            <pc:sldMk cId="2557783274" sldId="2574"/>
            <ac:spMk id="2" creationId="{DC02194E-8500-9083-68A2-F39C09A3429D}"/>
          </ac:spMkLst>
        </pc:spChg>
      </pc:sldChg>
      <pc:sldChg chg="modSp add mod modTransition modClrScheme addAnim chgLayout">
        <pc:chgData name="" userId="" providerId="" clId="Web-{31BC9F70-6944-476E-80FA-8051A3AED711}" dt="2025-11-24T07:58:58.024" v="15" actId="34807"/>
        <pc:sldMkLst>
          <pc:docMk/>
          <pc:sldMk cId="7289060" sldId="2575"/>
        </pc:sldMkLst>
        <pc:spChg chg="mod">
          <ac:chgData name="" userId="" providerId="" clId="Web-{31BC9F70-6944-476E-80FA-8051A3AED711}" dt="2025-11-24T07:58:58.008" v="1" actId="34807"/>
          <ac:spMkLst>
            <pc:docMk/>
            <pc:sldMk cId="7289060" sldId="2575"/>
            <ac:spMk id="2" creationId="{A1DDB142-78E4-BC47-77BA-2A2C61B047A0}"/>
          </ac:spMkLst>
        </pc:spChg>
        <pc:spChg chg="mod">
          <ac:chgData name="" userId="" providerId="" clId="Web-{31BC9F70-6944-476E-80FA-8051A3AED711}" dt="2025-11-24T07:58:58.008" v="1" actId="34807"/>
          <ac:spMkLst>
            <pc:docMk/>
            <pc:sldMk cId="7289060" sldId="2575"/>
            <ac:spMk id="3" creationId="{CDF79BF7-E546-9B68-EB1F-490720AC6474}"/>
          </ac:spMkLst>
        </pc:spChg>
        <pc:picChg chg="mod">
          <ac:chgData name="" userId="" providerId="" clId="Web-{31BC9F70-6944-476E-80FA-8051A3AED711}" dt="2025-11-24T07:58:58.008" v="1" actId="34807"/>
          <ac:picMkLst>
            <pc:docMk/>
            <pc:sldMk cId="7289060" sldId="2575"/>
            <ac:picMk id="5" creationId="{42CAC20F-42DD-4DB3-9E48-2644CA8BF4FD}"/>
          </ac:picMkLst>
        </pc:picChg>
      </pc:sldChg>
      <pc:sldChg chg="modSp add mod modTransition modClrScheme addAnim chgLayout">
        <pc:chgData name="" userId="" providerId="" clId="Web-{31BC9F70-6944-476E-80FA-8051A3AED711}" dt="2025-11-24T07:58:58.024" v="16" actId="34807"/>
        <pc:sldMkLst>
          <pc:docMk/>
          <pc:sldMk cId="2327900709" sldId="2576"/>
        </pc:sldMkLst>
        <pc:spChg chg="mod">
          <ac:chgData name="" userId="" providerId="" clId="Web-{31BC9F70-6944-476E-80FA-8051A3AED711}" dt="2025-11-24T07:58:58.008" v="1" actId="34807"/>
          <ac:spMkLst>
            <pc:docMk/>
            <pc:sldMk cId="2327900709" sldId="2576"/>
            <ac:spMk id="2" creationId="{CB5ED6B9-885B-22C5-0842-64DD1ED015DD}"/>
          </ac:spMkLst>
        </pc:spChg>
        <pc:spChg chg="mod">
          <ac:chgData name="" userId="" providerId="" clId="Web-{31BC9F70-6944-476E-80FA-8051A3AED711}" dt="2025-11-24T07:58:58.008" v="1" actId="34807"/>
          <ac:spMkLst>
            <pc:docMk/>
            <pc:sldMk cId="2327900709" sldId="2576"/>
            <ac:spMk id="3" creationId="{EDC7D558-48A4-BD43-63F0-FB9668081863}"/>
          </ac:spMkLst>
        </pc:spChg>
        <pc:picChg chg="mod">
          <ac:chgData name="" userId="" providerId="" clId="Web-{31BC9F70-6944-476E-80FA-8051A3AED711}" dt="2025-11-24T07:58:58.008" v="1" actId="34807"/>
          <ac:picMkLst>
            <pc:docMk/>
            <pc:sldMk cId="2327900709" sldId="2576"/>
            <ac:picMk id="5" creationId="{EF674DBC-D6DE-4D51-9B34-025972262737}"/>
          </ac:picMkLst>
        </pc:picChg>
      </pc:sldChg>
      <pc:sldChg chg="modSp add mod modTransition addAnim chgLayout">
        <pc:chgData name="" userId="" providerId="" clId="Web-{31BC9F70-6944-476E-80FA-8051A3AED711}" dt="2025-11-24T07:58:58.024" v="17" actId="34807"/>
        <pc:sldMkLst>
          <pc:docMk/>
          <pc:sldMk cId="1700697567" sldId="2577"/>
        </pc:sldMkLst>
        <pc:spChg chg="mod">
          <ac:chgData name="" userId="" providerId="" clId="Web-{31BC9F70-6944-476E-80FA-8051A3AED711}" dt="2025-11-24T07:58:58.008" v="1" actId="34807"/>
          <ac:spMkLst>
            <pc:docMk/>
            <pc:sldMk cId="1700697567" sldId="2577"/>
            <ac:spMk id="2" creationId="{D2203B6E-6C69-1D4F-DF15-1738B2C935A0}"/>
          </ac:spMkLst>
        </pc:spChg>
      </pc:sldChg>
      <pc:sldChg chg="modSp add mod modTransition modClrScheme addAnim chgLayout">
        <pc:chgData name="" userId="" providerId="" clId="Web-{31BC9F70-6944-476E-80FA-8051A3AED711}" dt="2025-11-24T07:58:58.024" v="18" actId="34807"/>
        <pc:sldMkLst>
          <pc:docMk/>
          <pc:sldMk cId="51280345" sldId="2578"/>
        </pc:sldMkLst>
        <pc:spChg chg="mod">
          <ac:chgData name="" userId="" providerId="" clId="Web-{31BC9F70-6944-476E-80FA-8051A3AED711}" dt="2025-11-24T07:58:58.008" v="1" actId="34807"/>
          <ac:spMkLst>
            <pc:docMk/>
            <pc:sldMk cId="51280345" sldId="2578"/>
            <ac:spMk id="2" creationId="{5B9A9F54-884F-F2DE-3B8C-83FD46789426}"/>
          </ac:spMkLst>
        </pc:spChg>
        <pc:spChg chg="mod ord">
          <ac:chgData name="" userId="" providerId="" clId="Web-{31BC9F70-6944-476E-80FA-8051A3AED711}" dt="2025-11-24T07:58:58.008" v="1" actId="34807"/>
          <ac:spMkLst>
            <pc:docMk/>
            <pc:sldMk cId="51280345" sldId="2578"/>
            <ac:spMk id="3" creationId="{FAE40087-270A-6E7A-900F-7DCE9950E1CE}"/>
          </ac:spMkLst>
        </pc:spChg>
        <pc:picChg chg="mod">
          <ac:chgData name="" userId="" providerId="" clId="Web-{31BC9F70-6944-476E-80FA-8051A3AED711}" dt="2025-11-24T07:58:58.008" v="1" actId="34807"/>
          <ac:picMkLst>
            <pc:docMk/>
            <pc:sldMk cId="51280345" sldId="2578"/>
            <ac:picMk id="5" creationId="{E91360B9-186C-428B-A94E-ADE69083F150}"/>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809375-BF0C-4F6F-AC35-5BB40D131745}"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3E1B9DF4-8F3B-45F2-924F-E51F7B4086E2}">
      <dgm:prSet/>
      <dgm:spPr/>
      <dgm:t>
        <a:bodyPr/>
        <a:lstStyle/>
        <a:p>
          <a:pPr>
            <a:lnSpc>
              <a:spcPct val="100000"/>
            </a:lnSpc>
            <a:defRPr b="1"/>
          </a:pPr>
          <a:r>
            <a:rPr lang="en-US"/>
            <a:t>Water Filtration Methods</a:t>
          </a:r>
        </a:p>
      </dgm:t>
    </dgm:pt>
    <dgm:pt modelId="{10494041-54E9-40D5-B2F8-AB9A7F7F7A42}" type="parTrans" cxnId="{2FD70470-9A3E-469A-870F-14FE11903222}">
      <dgm:prSet/>
      <dgm:spPr/>
      <dgm:t>
        <a:bodyPr/>
        <a:lstStyle/>
        <a:p>
          <a:endParaRPr lang="en-US"/>
        </a:p>
      </dgm:t>
    </dgm:pt>
    <dgm:pt modelId="{44A94B74-8FB0-406F-BAE7-95FFE6E92F2F}" type="sibTrans" cxnId="{2FD70470-9A3E-469A-870F-14FE11903222}">
      <dgm:prSet/>
      <dgm:spPr/>
      <dgm:t>
        <a:bodyPr/>
        <a:lstStyle/>
        <a:p>
          <a:pPr>
            <a:lnSpc>
              <a:spcPct val="100000"/>
            </a:lnSpc>
            <a:defRPr b="1"/>
          </a:pPr>
          <a:endParaRPr lang="en-US"/>
        </a:p>
      </dgm:t>
    </dgm:pt>
    <dgm:pt modelId="{BA55C23A-88F0-4E69-B2F6-15AA81554BD1}">
      <dgm:prSet/>
      <dgm:spPr/>
      <dgm:t>
        <a:bodyPr/>
        <a:lstStyle/>
        <a:p>
          <a:pPr>
            <a:lnSpc>
              <a:spcPct val="100000"/>
            </a:lnSpc>
          </a:pPr>
          <a:r>
            <a:rPr lang="en-US"/>
            <a:t>Various filtration methods like slow sand and rapid sand filtration ensure clean water for diverse conditions.</a:t>
          </a:r>
        </a:p>
      </dgm:t>
    </dgm:pt>
    <dgm:pt modelId="{360E141E-9683-4730-85DC-326D7BDFAD13}" type="parTrans" cxnId="{40A14CE1-5477-4717-A533-667A9B315B1B}">
      <dgm:prSet/>
      <dgm:spPr/>
      <dgm:t>
        <a:bodyPr/>
        <a:lstStyle/>
        <a:p>
          <a:endParaRPr lang="en-US"/>
        </a:p>
      </dgm:t>
    </dgm:pt>
    <dgm:pt modelId="{5BA3A1D7-217E-4D1D-BAF9-C10B0E367867}" type="sibTrans" cxnId="{40A14CE1-5477-4717-A533-667A9B315B1B}">
      <dgm:prSet/>
      <dgm:spPr/>
      <dgm:t>
        <a:bodyPr/>
        <a:lstStyle/>
        <a:p>
          <a:endParaRPr lang="en-US"/>
        </a:p>
      </dgm:t>
    </dgm:pt>
    <dgm:pt modelId="{D684AC31-1202-42F3-89FF-00758901172E}">
      <dgm:prSet/>
      <dgm:spPr/>
      <dgm:t>
        <a:bodyPr/>
        <a:lstStyle/>
        <a:p>
          <a:pPr>
            <a:lnSpc>
              <a:spcPct val="100000"/>
            </a:lnSpc>
            <a:defRPr b="1"/>
          </a:pPr>
          <a:r>
            <a:rPr lang="en-US"/>
            <a:t>Advanced Filtration Technologies</a:t>
          </a:r>
        </a:p>
      </dgm:t>
    </dgm:pt>
    <dgm:pt modelId="{B38964A4-EA8C-464A-A564-14A76BFC8226}" type="parTrans" cxnId="{6667A0B9-EB14-4490-A0E5-B7008CD2CF59}">
      <dgm:prSet/>
      <dgm:spPr/>
      <dgm:t>
        <a:bodyPr/>
        <a:lstStyle/>
        <a:p>
          <a:endParaRPr lang="en-US"/>
        </a:p>
      </dgm:t>
    </dgm:pt>
    <dgm:pt modelId="{9D6B60F7-3502-47E8-81D1-CA93C21905A7}" type="sibTrans" cxnId="{6667A0B9-EB14-4490-A0E5-B7008CD2CF59}">
      <dgm:prSet/>
      <dgm:spPr/>
      <dgm:t>
        <a:bodyPr/>
        <a:lstStyle/>
        <a:p>
          <a:pPr>
            <a:lnSpc>
              <a:spcPct val="100000"/>
            </a:lnSpc>
            <a:defRPr b="1"/>
          </a:pPr>
          <a:endParaRPr lang="en-US"/>
        </a:p>
      </dgm:t>
    </dgm:pt>
    <dgm:pt modelId="{AA53577E-7043-4C22-817C-1BB6BA7F37EA}">
      <dgm:prSet/>
      <dgm:spPr/>
      <dgm:t>
        <a:bodyPr/>
        <a:lstStyle/>
        <a:p>
          <a:pPr>
            <a:lnSpc>
              <a:spcPct val="100000"/>
            </a:lnSpc>
          </a:pPr>
          <a:r>
            <a:rPr lang="en-US"/>
            <a:t>Solar-powered and household multi-stage filtration systems address modern water scarcity and contamination issues.</a:t>
          </a:r>
        </a:p>
      </dgm:t>
    </dgm:pt>
    <dgm:pt modelId="{E910774E-A844-4FE0-AE47-75E0D8F8879A}" type="parTrans" cxnId="{AA87C7C0-62EB-4877-AA6B-EB28F1D05E5A}">
      <dgm:prSet/>
      <dgm:spPr/>
      <dgm:t>
        <a:bodyPr/>
        <a:lstStyle/>
        <a:p>
          <a:endParaRPr lang="en-US"/>
        </a:p>
      </dgm:t>
    </dgm:pt>
    <dgm:pt modelId="{51D43D7E-1FB5-44A2-BEF1-1BEF69EE2FF5}" type="sibTrans" cxnId="{AA87C7C0-62EB-4877-AA6B-EB28F1D05E5A}">
      <dgm:prSet/>
      <dgm:spPr/>
      <dgm:t>
        <a:bodyPr/>
        <a:lstStyle/>
        <a:p>
          <a:endParaRPr lang="en-US"/>
        </a:p>
      </dgm:t>
    </dgm:pt>
    <dgm:pt modelId="{3D5A068D-8CC5-4432-A5A6-B09741777F70}">
      <dgm:prSet/>
      <dgm:spPr/>
      <dgm:t>
        <a:bodyPr/>
        <a:lstStyle/>
        <a:p>
          <a:pPr>
            <a:lnSpc>
              <a:spcPct val="100000"/>
            </a:lnSpc>
            <a:defRPr b="1"/>
          </a:pPr>
          <a:r>
            <a:rPr lang="en-US"/>
            <a:t>Sewage Treatment Process</a:t>
          </a:r>
        </a:p>
      </dgm:t>
    </dgm:pt>
    <dgm:pt modelId="{2E86C86D-E3DA-4746-908D-93579A4DEE7B}" type="parTrans" cxnId="{5CF4C675-ADC2-441C-93BE-7BD3F4C167F8}">
      <dgm:prSet/>
      <dgm:spPr/>
      <dgm:t>
        <a:bodyPr/>
        <a:lstStyle/>
        <a:p>
          <a:endParaRPr lang="en-US"/>
        </a:p>
      </dgm:t>
    </dgm:pt>
    <dgm:pt modelId="{279DC789-7C62-40F5-9309-5A2FDE1BD9F6}" type="sibTrans" cxnId="{5CF4C675-ADC2-441C-93BE-7BD3F4C167F8}">
      <dgm:prSet/>
      <dgm:spPr/>
      <dgm:t>
        <a:bodyPr/>
        <a:lstStyle/>
        <a:p>
          <a:endParaRPr lang="en-US"/>
        </a:p>
      </dgm:t>
    </dgm:pt>
    <dgm:pt modelId="{9C883C8A-D00F-4D41-947A-61B13B0D8901}">
      <dgm:prSet/>
      <dgm:spPr/>
      <dgm:t>
        <a:bodyPr/>
        <a:lstStyle/>
        <a:p>
          <a:pPr>
            <a:lnSpc>
              <a:spcPct val="100000"/>
            </a:lnSpc>
          </a:pPr>
          <a:r>
            <a:rPr lang="en-US"/>
            <a:t>Sewage treatment plants remove pollutants and pathogens to protect environment before water reuse or discharge.</a:t>
          </a:r>
        </a:p>
      </dgm:t>
    </dgm:pt>
    <dgm:pt modelId="{E6EADD91-1FB5-479E-A54A-D14CF388BA88}" type="parTrans" cxnId="{6731ADA7-72A6-4F19-ACA5-48C7E069915E}">
      <dgm:prSet/>
      <dgm:spPr/>
      <dgm:t>
        <a:bodyPr/>
        <a:lstStyle/>
        <a:p>
          <a:endParaRPr lang="en-US"/>
        </a:p>
      </dgm:t>
    </dgm:pt>
    <dgm:pt modelId="{52F20E5A-4577-46D5-BB2C-1E59983AB26F}" type="sibTrans" cxnId="{6731ADA7-72A6-4F19-ACA5-48C7E069915E}">
      <dgm:prSet/>
      <dgm:spPr/>
      <dgm:t>
        <a:bodyPr/>
        <a:lstStyle/>
        <a:p>
          <a:endParaRPr lang="en-US"/>
        </a:p>
      </dgm:t>
    </dgm:pt>
    <dgm:pt modelId="{F1FB8E85-FC5A-4494-A936-0B5FDF18F3BD}" type="pres">
      <dgm:prSet presAssocID="{50809375-BF0C-4F6F-AC35-5BB40D131745}" presName="Root" presStyleCnt="0">
        <dgm:presLayoutVars>
          <dgm:dir/>
          <dgm:resizeHandles val="exact"/>
        </dgm:presLayoutVars>
      </dgm:prSet>
      <dgm:spPr/>
    </dgm:pt>
    <dgm:pt modelId="{7F4E76E1-852A-4A91-B23B-145B2AD8A873}" type="pres">
      <dgm:prSet presAssocID="{3E1B9DF4-8F3B-45F2-924F-E51F7B4086E2}" presName="Composite" presStyleCnt="0"/>
      <dgm:spPr/>
    </dgm:pt>
    <dgm:pt modelId="{06464AE2-4F06-4B8A-B76A-A776895F57CB}" type="pres">
      <dgm:prSet presAssocID="{3E1B9DF4-8F3B-45F2-924F-E51F7B4086E2}"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r="6" b="6"/>
          <a:stretch/>
        </a:blipFill>
      </dgm:spPr>
      <dgm:extLst>
        <a:ext uri="{E40237B7-FDA0-4F09-8148-C483321AD2D9}">
          <dgm14:cNvPr xmlns:dgm14="http://schemas.microsoft.com/office/drawing/2010/diagram" id="0" name="" descr="Palm Tree close to the Beach. Isometric view."/>
        </a:ext>
      </dgm:extLst>
    </dgm:pt>
    <dgm:pt modelId="{C21FD68B-8F7E-44AF-94A5-5DF4630E79B6}" type="pres">
      <dgm:prSet presAssocID="{3E1B9DF4-8F3B-45F2-924F-E51F7B4086E2}" presName="Subtitle" presStyleLbl="revTx" presStyleIdx="0" presStyleCnt="6">
        <dgm:presLayoutVars>
          <dgm:chMax val="0"/>
          <dgm:bulletEnabled/>
        </dgm:presLayoutVars>
      </dgm:prSet>
      <dgm:spPr/>
    </dgm:pt>
    <dgm:pt modelId="{A4F7C26A-E726-4BF0-ADEE-EAE6E15C175A}" type="pres">
      <dgm:prSet presAssocID="{3E1B9DF4-8F3B-45F2-924F-E51F7B4086E2}" presName="Description" presStyleLbl="revTx" presStyleIdx="1" presStyleCnt="6">
        <dgm:presLayoutVars>
          <dgm:bulletEnabled/>
        </dgm:presLayoutVars>
      </dgm:prSet>
      <dgm:spPr/>
    </dgm:pt>
    <dgm:pt modelId="{BB2B31FB-9052-483F-BD91-7A114317FBDF}" type="pres">
      <dgm:prSet presAssocID="{44A94B74-8FB0-406F-BAE7-95FFE6E92F2F}" presName="sibTrans" presStyleLbl="sibTrans2D1" presStyleIdx="0" presStyleCnt="0"/>
      <dgm:spPr/>
    </dgm:pt>
    <dgm:pt modelId="{0FE61C11-4064-4036-B163-7EACAF437603}" type="pres">
      <dgm:prSet presAssocID="{D684AC31-1202-42F3-89FF-00758901172E}" presName="Composite" presStyleCnt="0"/>
      <dgm:spPr/>
    </dgm:pt>
    <dgm:pt modelId="{AF78CF8B-AD29-4BCB-B717-929CD26B48C6}" type="pres">
      <dgm:prSet presAssocID="{D684AC31-1202-42F3-89FF-00758901172E}"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32233" r="1018" b="2"/>
          <a:stretch/>
        </a:blipFill>
      </dgm:spPr>
      <dgm:extLst>
        <a:ext uri="{E40237B7-FDA0-4F09-8148-C483321AD2D9}">
          <dgm14:cNvPr xmlns:dgm14="http://schemas.microsoft.com/office/drawing/2010/diagram" id="0" name="" descr="Solar panel leaned on wall outdoors by the house. No people."/>
        </a:ext>
      </dgm:extLst>
    </dgm:pt>
    <dgm:pt modelId="{F0D4FB1D-9C44-4FB9-AA2C-D94F22A136F0}" type="pres">
      <dgm:prSet presAssocID="{D684AC31-1202-42F3-89FF-00758901172E}" presName="Subtitle" presStyleLbl="revTx" presStyleIdx="2" presStyleCnt="6">
        <dgm:presLayoutVars>
          <dgm:chMax val="0"/>
          <dgm:bulletEnabled/>
        </dgm:presLayoutVars>
      </dgm:prSet>
      <dgm:spPr/>
    </dgm:pt>
    <dgm:pt modelId="{2024229C-B6AB-45B2-8924-D0BC0A99645E}" type="pres">
      <dgm:prSet presAssocID="{D684AC31-1202-42F3-89FF-00758901172E}" presName="Description" presStyleLbl="revTx" presStyleIdx="3" presStyleCnt="6">
        <dgm:presLayoutVars>
          <dgm:bulletEnabled/>
        </dgm:presLayoutVars>
      </dgm:prSet>
      <dgm:spPr/>
    </dgm:pt>
    <dgm:pt modelId="{A035EA9B-4F2F-4919-94EE-ADD7A6BBF815}" type="pres">
      <dgm:prSet presAssocID="{9D6B60F7-3502-47E8-81D1-CA93C21905A7}" presName="sibTrans" presStyleLbl="sibTrans2D1" presStyleIdx="0" presStyleCnt="0"/>
      <dgm:spPr/>
    </dgm:pt>
    <dgm:pt modelId="{104F4A9E-FA42-4398-895E-A761C741FD4D}" type="pres">
      <dgm:prSet presAssocID="{3D5A068D-8CC5-4432-A5A6-B09741777F70}" presName="Composite" presStyleCnt="0"/>
      <dgm:spPr/>
    </dgm:pt>
    <dgm:pt modelId="{96C2A191-63FA-47E1-9DBB-6C004CCB08DD}" type="pres">
      <dgm:prSet presAssocID="{3D5A068D-8CC5-4432-A5A6-B09741777F70}"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0934" r="12317" b="2"/>
          <a:stretch/>
        </a:blipFill>
      </dgm:spPr>
      <dgm:extLst>
        <a:ext uri="{E40237B7-FDA0-4F09-8148-C483321AD2D9}">
          <dgm14:cNvPr xmlns:dgm14="http://schemas.microsoft.com/office/drawing/2010/diagram" id="0" name="" descr="Top view of a structure that looks like wheels"/>
        </a:ext>
      </dgm:extLst>
    </dgm:pt>
    <dgm:pt modelId="{3DAFF0C4-E812-41D6-BB68-B47894A0D00E}" type="pres">
      <dgm:prSet presAssocID="{3D5A068D-8CC5-4432-A5A6-B09741777F70}" presName="Subtitle" presStyleLbl="revTx" presStyleIdx="4" presStyleCnt="6">
        <dgm:presLayoutVars>
          <dgm:chMax val="0"/>
          <dgm:bulletEnabled/>
        </dgm:presLayoutVars>
      </dgm:prSet>
      <dgm:spPr/>
    </dgm:pt>
    <dgm:pt modelId="{CC83621A-663E-4053-B1E9-102814B51439}" type="pres">
      <dgm:prSet presAssocID="{3D5A068D-8CC5-4432-A5A6-B09741777F70}" presName="Description" presStyleLbl="revTx" presStyleIdx="5" presStyleCnt="6">
        <dgm:presLayoutVars>
          <dgm:bulletEnabled/>
        </dgm:presLayoutVars>
      </dgm:prSet>
      <dgm:spPr/>
    </dgm:pt>
  </dgm:ptLst>
  <dgm:cxnLst>
    <dgm:cxn modelId="{57AF671D-0737-4ECF-A3C1-4F9DDBB4C41D}" type="presOf" srcId="{AA53577E-7043-4C22-817C-1BB6BA7F37EA}" destId="{2024229C-B6AB-45B2-8924-D0BC0A99645E}" srcOrd="0" destOrd="0" presId="urn:microsoft.com/office/officeart/2024/3/layout/verticalVisualTextBlock1"/>
    <dgm:cxn modelId="{F6E2601E-6E54-4C33-9284-09E044345D58}" type="presOf" srcId="{3D5A068D-8CC5-4432-A5A6-B09741777F70}" destId="{3DAFF0C4-E812-41D6-BB68-B47894A0D00E}" srcOrd="0" destOrd="0" presId="urn:microsoft.com/office/officeart/2024/3/layout/verticalVisualTextBlock1"/>
    <dgm:cxn modelId="{E19DF12A-3406-4525-BF9B-B179C8C78B16}" type="presOf" srcId="{D684AC31-1202-42F3-89FF-00758901172E}" destId="{F0D4FB1D-9C44-4FB9-AA2C-D94F22A136F0}" srcOrd="0" destOrd="0" presId="urn:microsoft.com/office/officeart/2024/3/layout/verticalVisualTextBlock1"/>
    <dgm:cxn modelId="{2FD70470-9A3E-469A-870F-14FE11903222}" srcId="{50809375-BF0C-4F6F-AC35-5BB40D131745}" destId="{3E1B9DF4-8F3B-45F2-924F-E51F7B4086E2}" srcOrd="0" destOrd="0" parTransId="{10494041-54E9-40D5-B2F8-AB9A7F7F7A42}" sibTransId="{44A94B74-8FB0-406F-BAE7-95FFE6E92F2F}"/>
    <dgm:cxn modelId="{5CF4C675-ADC2-441C-93BE-7BD3F4C167F8}" srcId="{50809375-BF0C-4F6F-AC35-5BB40D131745}" destId="{3D5A068D-8CC5-4432-A5A6-B09741777F70}" srcOrd="2" destOrd="0" parTransId="{2E86C86D-E3DA-4746-908D-93579A4DEE7B}" sibTransId="{279DC789-7C62-40F5-9309-5A2FDE1BD9F6}"/>
    <dgm:cxn modelId="{58378F7D-9406-46E0-AD0B-4E4A18119850}" type="presOf" srcId="{3E1B9DF4-8F3B-45F2-924F-E51F7B4086E2}" destId="{C21FD68B-8F7E-44AF-94A5-5DF4630E79B6}" srcOrd="0" destOrd="0" presId="urn:microsoft.com/office/officeart/2024/3/layout/verticalVisualTextBlock1"/>
    <dgm:cxn modelId="{E8B3D593-AE69-41FE-A422-47FDFB4FCC83}" type="presOf" srcId="{44A94B74-8FB0-406F-BAE7-95FFE6E92F2F}" destId="{BB2B31FB-9052-483F-BD91-7A114317FBDF}" srcOrd="0" destOrd="0" presId="urn:microsoft.com/office/officeart/2024/3/layout/verticalVisualTextBlock1"/>
    <dgm:cxn modelId="{C32F779B-DB3B-4FA6-AC44-22A6B5D33884}" type="presOf" srcId="{9D6B60F7-3502-47E8-81D1-CA93C21905A7}" destId="{A035EA9B-4F2F-4919-94EE-ADD7A6BBF815}" srcOrd="0" destOrd="0" presId="urn:microsoft.com/office/officeart/2024/3/layout/verticalVisualTextBlock1"/>
    <dgm:cxn modelId="{A81553A7-2716-4E06-93D3-64019DFDF502}" type="presOf" srcId="{50809375-BF0C-4F6F-AC35-5BB40D131745}" destId="{F1FB8E85-FC5A-4494-A936-0B5FDF18F3BD}" srcOrd="0" destOrd="0" presId="urn:microsoft.com/office/officeart/2024/3/layout/verticalVisualTextBlock1"/>
    <dgm:cxn modelId="{6731ADA7-72A6-4F19-ACA5-48C7E069915E}" srcId="{3D5A068D-8CC5-4432-A5A6-B09741777F70}" destId="{9C883C8A-D00F-4D41-947A-61B13B0D8901}" srcOrd="0" destOrd="0" parTransId="{E6EADD91-1FB5-479E-A54A-D14CF388BA88}" sibTransId="{52F20E5A-4577-46D5-BB2C-1E59983AB26F}"/>
    <dgm:cxn modelId="{6667A0B9-EB14-4490-A0E5-B7008CD2CF59}" srcId="{50809375-BF0C-4F6F-AC35-5BB40D131745}" destId="{D684AC31-1202-42F3-89FF-00758901172E}" srcOrd="1" destOrd="0" parTransId="{B38964A4-EA8C-464A-A564-14A76BFC8226}" sibTransId="{9D6B60F7-3502-47E8-81D1-CA93C21905A7}"/>
    <dgm:cxn modelId="{AA87C7C0-62EB-4877-AA6B-EB28F1D05E5A}" srcId="{D684AC31-1202-42F3-89FF-00758901172E}" destId="{AA53577E-7043-4C22-817C-1BB6BA7F37EA}" srcOrd="0" destOrd="0" parTransId="{E910774E-A844-4FE0-AE47-75E0D8F8879A}" sibTransId="{51D43D7E-1FB5-44A2-BEF1-1BEF69EE2FF5}"/>
    <dgm:cxn modelId="{5A23B3DD-8195-43D7-A0A0-DC5360DAD662}" type="presOf" srcId="{BA55C23A-88F0-4E69-B2F6-15AA81554BD1}" destId="{A4F7C26A-E726-4BF0-ADEE-EAE6E15C175A}" srcOrd="0" destOrd="0" presId="urn:microsoft.com/office/officeart/2024/3/layout/verticalVisualTextBlock1"/>
    <dgm:cxn modelId="{40A14CE1-5477-4717-A533-667A9B315B1B}" srcId="{3E1B9DF4-8F3B-45F2-924F-E51F7B4086E2}" destId="{BA55C23A-88F0-4E69-B2F6-15AA81554BD1}" srcOrd="0" destOrd="0" parTransId="{360E141E-9683-4730-85DC-326D7BDFAD13}" sibTransId="{5BA3A1D7-217E-4D1D-BAF9-C10B0E367867}"/>
    <dgm:cxn modelId="{4FC3FEF8-FAC0-4AD9-B079-468B995AC6D5}" type="presOf" srcId="{9C883C8A-D00F-4D41-947A-61B13B0D8901}" destId="{CC83621A-663E-4053-B1E9-102814B51439}" srcOrd="0" destOrd="0" presId="urn:microsoft.com/office/officeart/2024/3/layout/verticalVisualTextBlock1"/>
    <dgm:cxn modelId="{13540D3E-4253-4A23-92CF-1891FC65FA17}" type="presParOf" srcId="{F1FB8E85-FC5A-4494-A936-0B5FDF18F3BD}" destId="{7F4E76E1-852A-4A91-B23B-145B2AD8A873}" srcOrd="0" destOrd="0" presId="urn:microsoft.com/office/officeart/2024/3/layout/verticalVisualTextBlock1"/>
    <dgm:cxn modelId="{6D41836A-2580-49EB-AB9F-9C15A137B7D0}" type="presParOf" srcId="{7F4E76E1-852A-4A91-B23B-145B2AD8A873}" destId="{06464AE2-4F06-4B8A-B76A-A776895F57CB}" srcOrd="0" destOrd="0" presId="urn:microsoft.com/office/officeart/2024/3/layout/verticalVisualTextBlock1"/>
    <dgm:cxn modelId="{590DAF9D-E1C2-45F6-8BB6-8BAB229B9029}" type="presParOf" srcId="{7F4E76E1-852A-4A91-B23B-145B2AD8A873}" destId="{C21FD68B-8F7E-44AF-94A5-5DF4630E79B6}" srcOrd="1" destOrd="0" presId="urn:microsoft.com/office/officeart/2024/3/layout/verticalVisualTextBlock1"/>
    <dgm:cxn modelId="{DF5502FA-18D6-4442-812A-5FA5B2FBDA33}" type="presParOf" srcId="{7F4E76E1-852A-4A91-B23B-145B2AD8A873}" destId="{A4F7C26A-E726-4BF0-ADEE-EAE6E15C175A}" srcOrd="2" destOrd="0" presId="urn:microsoft.com/office/officeart/2024/3/layout/verticalVisualTextBlock1"/>
    <dgm:cxn modelId="{9B3B3ABD-F8CA-4787-AC7F-9F879EF873B1}" type="presParOf" srcId="{F1FB8E85-FC5A-4494-A936-0B5FDF18F3BD}" destId="{BB2B31FB-9052-483F-BD91-7A114317FBDF}" srcOrd="1" destOrd="0" presId="urn:microsoft.com/office/officeart/2024/3/layout/verticalVisualTextBlock1"/>
    <dgm:cxn modelId="{FC26236C-0669-490E-BFDE-31E7DE0A179F}" type="presParOf" srcId="{F1FB8E85-FC5A-4494-A936-0B5FDF18F3BD}" destId="{0FE61C11-4064-4036-B163-7EACAF437603}" srcOrd="2" destOrd="0" presId="urn:microsoft.com/office/officeart/2024/3/layout/verticalVisualTextBlock1"/>
    <dgm:cxn modelId="{59642B0C-B820-4C02-924F-B1FBBDA86517}" type="presParOf" srcId="{0FE61C11-4064-4036-B163-7EACAF437603}" destId="{AF78CF8B-AD29-4BCB-B717-929CD26B48C6}" srcOrd="0" destOrd="0" presId="urn:microsoft.com/office/officeart/2024/3/layout/verticalVisualTextBlock1"/>
    <dgm:cxn modelId="{9B5D10F5-D221-4937-9D06-1F8F11706546}" type="presParOf" srcId="{0FE61C11-4064-4036-B163-7EACAF437603}" destId="{F0D4FB1D-9C44-4FB9-AA2C-D94F22A136F0}" srcOrd="1" destOrd="0" presId="urn:microsoft.com/office/officeart/2024/3/layout/verticalVisualTextBlock1"/>
    <dgm:cxn modelId="{45072F55-C25E-447C-A0B3-05D3314D98E7}" type="presParOf" srcId="{0FE61C11-4064-4036-B163-7EACAF437603}" destId="{2024229C-B6AB-45B2-8924-D0BC0A99645E}" srcOrd="2" destOrd="0" presId="urn:microsoft.com/office/officeart/2024/3/layout/verticalVisualTextBlock1"/>
    <dgm:cxn modelId="{CEF2FF89-1C7A-404C-9810-E65DEDA38304}" type="presParOf" srcId="{F1FB8E85-FC5A-4494-A936-0B5FDF18F3BD}" destId="{A035EA9B-4F2F-4919-94EE-ADD7A6BBF815}" srcOrd="3" destOrd="0" presId="urn:microsoft.com/office/officeart/2024/3/layout/verticalVisualTextBlock1"/>
    <dgm:cxn modelId="{A4BFC637-613D-469B-B3B5-BB06A49B4AFA}" type="presParOf" srcId="{F1FB8E85-FC5A-4494-A936-0B5FDF18F3BD}" destId="{104F4A9E-FA42-4398-895E-A761C741FD4D}" srcOrd="4" destOrd="0" presId="urn:microsoft.com/office/officeart/2024/3/layout/verticalVisualTextBlock1"/>
    <dgm:cxn modelId="{7C7213F8-FDAD-4556-91EC-1A1F1352147C}" type="presParOf" srcId="{104F4A9E-FA42-4398-895E-A761C741FD4D}" destId="{96C2A191-63FA-47E1-9DBB-6C004CCB08DD}" srcOrd="0" destOrd="0" presId="urn:microsoft.com/office/officeart/2024/3/layout/verticalVisualTextBlock1"/>
    <dgm:cxn modelId="{6EB126C6-9653-4605-B08F-82521E09D183}" type="presParOf" srcId="{104F4A9E-FA42-4398-895E-A761C741FD4D}" destId="{3DAFF0C4-E812-41D6-BB68-B47894A0D00E}" srcOrd="1" destOrd="0" presId="urn:microsoft.com/office/officeart/2024/3/layout/verticalVisualTextBlock1"/>
    <dgm:cxn modelId="{A32F0A0A-9CC8-4CFB-8D88-01DDC00A9EB2}" type="presParOf" srcId="{104F4A9E-FA42-4398-895E-A761C741FD4D}" destId="{CC83621A-663E-4053-B1E9-102814B51439}"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464AE2-4F06-4B8A-B76A-A776895F57CB}">
      <dsp:nvSpPr>
        <dsp:cNvPr id="0" name=""/>
        <dsp:cNvSpPr/>
      </dsp:nvSpPr>
      <dsp:spPr>
        <a:xfrm>
          <a:off x="0" y="0"/>
          <a:ext cx="1453515" cy="145351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r="6" b="6"/>
          <a:stretch/>
        </a:blipFill>
        <a:ln>
          <a:noFill/>
        </a:ln>
        <a:effectLst/>
      </dsp:spPr>
      <dsp:style>
        <a:lnRef idx="0">
          <a:scrgbClr r="0" g="0" b="0"/>
        </a:lnRef>
        <a:fillRef idx="3">
          <a:scrgbClr r="0" g="0" b="0"/>
        </a:fillRef>
        <a:effectRef idx="2">
          <a:scrgbClr r="0" g="0" b="0"/>
        </a:effectRef>
        <a:fontRef idx="minor">
          <a:schemeClr val="lt1"/>
        </a:fontRef>
      </dsp:style>
    </dsp:sp>
    <dsp:sp modelId="{C21FD68B-8F7E-44AF-94A5-5DF4630E79B6}">
      <dsp:nvSpPr>
        <dsp:cNvPr id="0" name=""/>
        <dsp:cNvSpPr/>
      </dsp:nvSpPr>
      <dsp:spPr>
        <a:xfrm>
          <a:off x="1633515" y="0"/>
          <a:ext cx="9330140" cy="36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Water Filtration Methods</a:t>
          </a:r>
        </a:p>
      </dsp:txBody>
      <dsp:txXfrm>
        <a:off x="1633515" y="0"/>
        <a:ext cx="9330140" cy="369520"/>
      </dsp:txXfrm>
    </dsp:sp>
    <dsp:sp modelId="{A4F7C26A-E726-4BF0-ADEE-EAE6E15C175A}">
      <dsp:nvSpPr>
        <dsp:cNvPr id="0" name=""/>
        <dsp:cNvSpPr/>
      </dsp:nvSpPr>
      <dsp:spPr>
        <a:xfrm>
          <a:off x="1633515" y="369520"/>
          <a:ext cx="9330140" cy="108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Various filtration methods like slow sand and rapid sand filtration ensure clean water for diverse conditions.</a:t>
          </a:r>
        </a:p>
      </dsp:txBody>
      <dsp:txXfrm>
        <a:off x="1633515" y="369520"/>
        <a:ext cx="9330140" cy="1083995"/>
      </dsp:txXfrm>
    </dsp:sp>
    <dsp:sp modelId="{AF78CF8B-AD29-4BCB-B717-929CD26B48C6}">
      <dsp:nvSpPr>
        <dsp:cNvPr id="0" name=""/>
        <dsp:cNvSpPr/>
      </dsp:nvSpPr>
      <dsp:spPr>
        <a:xfrm>
          <a:off x="0" y="1569797"/>
          <a:ext cx="1453515" cy="145351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32233" r="1018" b="2"/>
          <a:stretch/>
        </a:blipFill>
        <a:ln>
          <a:noFill/>
        </a:ln>
        <a:effectLst/>
      </dsp:spPr>
      <dsp:style>
        <a:lnRef idx="0">
          <a:scrgbClr r="0" g="0" b="0"/>
        </a:lnRef>
        <a:fillRef idx="3">
          <a:scrgbClr r="0" g="0" b="0"/>
        </a:fillRef>
        <a:effectRef idx="2">
          <a:scrgbClr r="0" g="0" b="0"/>
        </a:effectRef>
        <a:fontRef idx="minor">
          <a:schemeClr val="lt1"/>
        </a:fontRef>
      </dsp:style>
    </dsp:sp>
    <dsp:sp modelId="{F0D4FB1D-9C44-4FB9-AA2C-D94F22A136F0}">
      <dsp:nvSpPr>
        <dsp:cNvPr id="0" name=""/>
        <dsp:cNvSpPr/>
      </dsp:nvSpPr>
      <dsp:spPr>
        <a:xfrm>
          <a:off x="1633515" y="1569797"/>
          <a:ext cx="9330140" cy="36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Advanced Filtration Technologies</a:t>
          </a:r>
        </a:p>
      </dsp:txBody>
      <dsp:txXfrm>
        <a:off x="1633515" y="1569797"/>
        <a:ext cx="9330140" cy="369520"/>
      </dsp:txXfrm>
    </dsp:sp>
    <dsp:sp modelId="{2024229C-B6AB-45B2-8924-D0BC0A99645E}">
      <dsp:nvSpPr>
        <dsp:cNvPr id="0" name=""/>
        <dsp:cNvSpPr/>
      </dsp:nvSpPr>
      <dsp:spPr>
        <a:xfrm>
          <a:off x="1633515" y="1939317"/>
          <a:ext cx="9330140" cy="108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Solar-powered and household multi-stage filtration systems address modern water scarcity and contamination issues.</a:t>
          </a:r>
        </a:p>
      </dsp:txBody>
      <dsp:txXfrm>
        <a:off x="1633515" y="1939317"/>
        <a:ext cx="9330140" cy="1083995"/>
      </dsp:txXfrm>
    </dsp:sp>
    <dsp:sp modelId="{96C2A191-63FA-47E1-9DBB-6C004CCB08DD}">
      <dsp:nvSpPr>
        <dsp:cNvPr id="0" name=""/>
        <dsp:cNvSpPr/>
      </dsp:nvSpPr>
      <dsp:spPr>
        <a:xfrm>
          <a:off x="0" y="3139594"/>
          <a:ext cx="1453515" cy="145351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0934" r="12317" b="2"/>
          <a:stretch/>
        </a:blipFill>
        <a:ln>
          <a:noFill/>
        </a:ln>
        <a:effectLst/>
      </dsp:spPr>
      <dsp:style>
        <a:lnRef idx="0">
          <a:scrgbClr r="0" g="0" b="0"/>
        </a:lnRef>
        <a:fillRef idx="3">
          <a:scrgbClr r="0" g="0" b="0"/>
        </a:fillRef>
        <a:effectRef idx="2">
          <a:scrgbClr r="0" g="0" b="0"/>
        </a:effectRef>
        <a:fontRef idx="minor">
          <a:schemeClr val="lt1"/>
        </a:fontRef>
      </dsp:style>
    </dsp:sp>
    <dsp:sp modelId="{3DAFF0C4-E812-41D6-BB68-B47894A0D00E}">
      <dsp:nvSpPr>
        <dsp:cNvPr id="0" name=""/>
        <dsp:cNvSpPr/>
      </dsp:nvSpPr>
      <dsp:spPr>
        <a:xfrm>
          <a:off x="1633515" y="3139594"/>
          <a:ext cx="9330140" cy="36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Sewage Treatment Process</a:t>
          </a:r>
        </a:p>
      </dsp:txBody>
      <dsp:txXfrm>
        <a:off x="1633515" y="3139594"/>
        <a:ext cx="9330140" cy="369520"/>
      </dsp:txXfrm>
    </dsp:sp>
    <dsp:sp modelId="{CC83621A-663E-4053-B1E9-102814B51439}">
      <dsp:nvSpPr>
        <dsp:cNvPr id="0" name=""/>
        <dsp:cNvSpPr/>
      </dsp:nvSpPr>
      <dsp:spPr>
        <a:xfrm>
          <a:off x="1633515" y="3509114"/>
          <a:ext cx="9330140" cy="108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Sewage treatment plants remove pollutants and pathogens to protect environment before water reuse or discharge.</a:t>
          </a:r>
        </a:p>
      </dsp:txBody>
      <dsp:txXfrm>
        <a:off x="1633515" y="3509114"/>
        <a:ext cx="9330140" cy="108399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11/24/2025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11/24/2025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340163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From Source to Safe Disposal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1394953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Water and sewage treatment is a critical process that ensures safe drinking water and environmentally responsible disposal of wastewater. The journey begins at the source, where raw water is collected, and continues through various stages of filtration and purification before reaching consumers or being discharged safely. This comprehensive guide covers multiple treatment methods, including slow sand filtration, rapid sand filtration, solar-powered systems, household filtration techniques, and sewage treatment plants (STPs). Each method has unique operational principles, efficiency levels, and suitability for different contexts such as rural, urban, or emergency situations. Understanding these processes is essential for public health, sustainability, and resource management. The guide also emphasizes the importance of integrating advanced technologies like solar-powered filtration and multi-stage household systems to address modern challenges in water scarcity and contamination. Additionally, sewage treatment processes are explained in detail, highlighting their role in reducing pollutants, pathogens, and organic matter from wastewater before reuse or discharge. By exploring these topics, readers gain insights into cost considerations, energy requirements, maintenance needs, and practical applications, enabling informed decisions for implementing effective water and sewage treatment solutions.
</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455488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Process and Efficiency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20577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The Slow Sand Filter (SSF) is a gravity-driven filtration system that uses fine sand with a grain size of 0.2–0.4 mm to remove contaminants from water. Its operation relies on a biological layer called Schmutzdecke, which forms naturally on the sand surface and plays a crucial role in pathogen removal through biological action. SSF systems are highly efficient, achieving 90–99% bacterial reduction while also removing solids, microorganisms, and heavy metals. These filters are particularly suitable for rural and remote areas due to their low energy requirements, as they operate without pumps and depend solely on gravity. Maintenance is minimal, and the system does not require chemical pre-treatment, making it cost-effective and environmentally friendly. The filtration process typically takes 24–72 hours, ensuring thorough purification. SSF is ideal for communities with limited resources, offering a sustainable solution for safe drinking water. Its simplicity and reliability make it a preferred choice in developing regions where infrastructure and technical expertise may be limited.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320895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Process and Operational Features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332634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Rapid Sand Filters (RSF) are designed for high-flow mechanical filtration using sand grains sized between 0.4–0.7 mm. Unlike SSF, RSF systems require chemical pre-treatment through coagulation and flocculation to aggregate fine particles before filtration. The process involves multiple stages: coagulation, flocculation, sedimentation, and rapid filtration. RSF operates at a filtration rate of 5–15 m³/m²/hr, significantly faster than SSF, making it suitable for urban areas and large municipalities. However, RSF systems require regular backwashing every 5–15 days to maintain efficiency, which increases operational complexity and energy consumption due to the need for pumps. While RSF achieves pathogen removal rates of 95–98%, its reliance on chemicals and frequent maintenance makes it more resource-intensive compared to SSF. Despite these challenges, RSF remains a popular choice for large-scale water treatment facilities where speed and capacity are critical.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3366640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Operational Parameters, Practical Comparison</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4267607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3862480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4099085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Solar-Powered Water Filtration, Household Water Filtration
</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2744478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Solar-powered water filtration systems utilize photovoltaic panels to convert sunlight into electricity, powering pumps and UV lamps for purification. These systems often combine methods such as solar UV disinfection, reverse osmosis, and evaporation-condensation to remove contaminants. They are ideal for rural, off-grid, and emergency situations where conventional power sources are unavailable. Solar filtration offers sustainability and resilience, reducing dependency on fossil fuels and ensuring access to clean water in remote areas.
</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18314634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Household water filtration systems typically employ multi-stage processes involving sand, gravel, activated charcoal, and ceramic filters. Activated carbon is effective in removing chlorine, sediments, volatile organic compounds (VOCs), and odors, while reverse osmosis systems eliminate heavy metals, fluoride, and nitrates. DIY options such as bottle-based or gravity-fed filters provide affordable solutions for point-of-use purification. These systems are essential for ensuring safe drinking water in homes, especially in areas with unreliable municipal supply.
</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445285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Overview and Stages, Primary, Secondary, and Tertiary Treatment
</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914366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Sewage Treatment Plants (STPs) are designed to remove solids, organic matter, pathogens, and nutrients from wastewater before discharge or reuse. The process involves multiple stages: preliminary treatment (screening and grit removal), primary treatment (sedimentation and sludge removal), secondary treatment (biological processes using microorganisms), and tertiary treatment (advanced nutrient removal and disinfection). Sludge management includes thickening, digestion, dewatering, and disposal through drying beds or composting. These steps ensure that treated effluent meets environmental standards and minimizes health risks.
</a:t>
            </a:r>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2417658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Primary treatment focuses on removing large debris and sediments through screening and sedimentation, achieving about 30% reduction in Biochemical Oxygen Demand (BOD). Secondary treatment employs biological processes such as activated sludge systems and trickling filters to break down organic matter, reducing BOD by 85–90%. Tertiary treatment involves advanced methods to remove remaining nutrients and pathogens, often using UV or chlorine disinfection. Sludge generated during these processes undergoes stabilization and disposal, ensuring safe handling and minimizing environmental impact.
</a:t>
            </a:r>
          </a:p>
        </p:txBody>
      </p:sp>
      <p:sp>
        <p:nvSpPr>
          <p:cNvPr id="4" name="Slide Number Placeholder 3"/>
          <p:cNvSpPr>
            <a:spLocks noGrp="1"/>
          </p:cNvSpPr>
          <p:nvPr>
            <p:ph type="sldNum" sz="quarter" idx="5"/>
          </p:nvPr>
        </p:nvSpPr>
        <p:spPr/>
        <p:txBody>
          <a:bodyPr/>
          <a:lstStyle/>
          <a:p>
            <a:fld id="{BFDD6F49-EBB7-4CCF-97A8-E526BB28BB69}" type="slidenum">
              <a:rPr lang="en-US" smtClean="0"/>
              <a:t>16</a:t>
            </a:fld>
            <a:endParaRPr lang="en-US" dirty="0"/>
          </a:p>
        </p:txBody>
      </p:sp>
    </p:spTree>
    <p:extLst>
      <p:ext uri="{BB962C8B-B14F-4D97-AF65-F5344CB8AC3E}">
        <p14:creationId xmlns:p14="http://schemas.microsoft.com/office/powerpoint/2010/main" val="3956857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Filter Types and Applications
</a:t>
            </a:r>
          </a:p>
        </p:txBody>
      </p:sp>
      <p:sp>
        <p:nvSpPr>
          <p:cNvPr id="4" name="Slide Number Placeholder 3"/>
          <p:cNvSpPr>
            <a:spLocks noGrp="1"/>
          </p:cNvSpPr>
          <p:nvPr>
            <p:ph type="sldNum" sz="quarter" idx="5"/>
          </p:nvPr>
        </p:nvSpPr>
        <p:spPr/>
        <p:txBody>
          <a:bodyPr/>
          <a:lstStyle/>
          <a:p>
            <a:fld id="{BFDD6F49-EBB7-4CCF-97A8-E526BB28BB69}" type="slidenum">
              <a:rPr lang="en-US" smtClean="0"/>
              <a:t>17</a:t>
            </a:fld>
            <a:endParaRPr lang="en-US" dirty="0"/>
          </a:p>
        </p:txBody>
      </p:sp>
    </p:spTree>
    <p:extLst>
      <p:ext uri="{BB962C8B-B14F-4D97-AF65-F5344CB8AC3E}">
        <p14:creationId xmlns:p14="http://schemas.microsoft.com/office/powerpoint/2010/main" val="16950039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https://d.docs.live.net/12CB43E2CA5F0D2C/Microsoft%20Copilot%20Chat%20Files/presentation.html
Slow Sand Filters are low-energy, biologically driven systems ideal for remote areas, offering 90–99% pathogen removal. Rapid Sand Filters provide faster treatment with chemical pre-treatment, suitable for urban settings but requiring frequent maintenance. Household filters offer portable, multi-stage solutions for point-of-use purification, while solar-powered systems ensure sustainability in off-grid locations. Understanding these options helps in selecting the right technology based on context, resources, and water quality requirements.
</a:t>
            </a:r>
          </a:p>
        </p:txBody>
      </p:sp>
      <p:sp>
        <p:nvSpPr>
          <p:cNvPr id="4" name="Slide Number Placeholder 3"/>
          <p:cNvSpPr>
            <a:spLocks noGrp="1"/>
          </p:cNvSpPr>
          <p:nvPr>
            <p:ph type="sldNum" sz="quarter" idx="5"/>
          </p:nvPr>
        </p:nvSpPr>
        <p:spPr/>
        <p:txBody>
          <a:bodyPr/>
          <a:lstStyle/>
          <a:p>
            <a:fld id="{BFDD6F49-EBB7-4CCF-97A8-E526BB28BB69}" type="slidenum">
              <a:rPr lang="en-US" smtClean="0"/>
              <a:t>18</a:t>
            </a:fld>
            <a:endParaRPr lang="en-US" dirty="0"/>
          </a:p>
        </p:txBody>
      </p:sp>
    </p:spTree>
    <p:extLst>
      <p:ext uri="{BB962C8B-B14F-4D97-AF65-F5344CB8AC3E}">
        <p14:creationId xmlns:p14="http://schemas.microsoft.com/office/powerpoint/2010/main" val="14553457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51026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62819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dirty="0"/>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7804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dirty="0"/>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61389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426034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675972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dirty="0"/>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dirty="0"/>
              <a:t>Click to edit Master subtitle style</a:t>
            </a:r>
          </a:p>
        </p:txBody>
      </p:sp>
    </p:spTree>
    <p:extLst>
      <p:ext uri="{BB962C8B-B14F-4D97-AF65-F5344CB8AC3E}">
        <p14:creationId xmlns:p14="http://schemas.microsoft.com/office/powerpoint/2010/main" val="13781754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2543322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dirty="0"/>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03842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071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dirty="0"/>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9543712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8363512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35571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74582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508433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04408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66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091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194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8284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911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5434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384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426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201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7146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92562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279141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9701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a:t>
            </a:fld>
            <a:endParaRPr lang="en-US" dirty="0"/>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33643470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dirty="0"/>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93761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851624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endParaRPr lang="en-US" dirty="0"/>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96850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984175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63961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dirty="0"/>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9751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25712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5556995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16968667"/>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47514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dirty="0"/>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273828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69464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121877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364410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925949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4534423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06243727"/>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4832712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86923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3638636"/>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7467848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07764677"/>
      </p:ext>
    </p:extLst>
  </p:cSld>
  <p:clrMap bg1="lt1" tx1="dk1" bg2="lt2" tx2="dk2" accent1="accent1" accent2="accent2" accent3="accent3" accent4="accent4" accent5="accent5" accent6="accent6" hlink="hlink" folHlink="folHlink"/>
  <p:sldLayoutIdLst>
    <p:sldLayoutId id="2147483886" r:id="rId1"/>
    <p:sldLayoutId id="2147483888" r:id="rId2"/>
    <p:sldLayoutId id="2147483889" r:id="rId3"/>
    <p:sldLayoutId id="2147483890" r:id="rId4"/>
    <p:sldLayoutId id="2147483937" r:id="rId5"/>
    <p:sldLayoutId id="2147483891" r:id="rId6"/>
    <p:sldLayoutId id="2147483892" r:id="rId7"/>
    <p:sldLayoutId id="2147483893" r:id="rId8"/>
    <p:sldLayoutId id="2147483894" r:id="rId9"/>
    <p:sldLayoutId id="2147483895" r:id="rId10"/>
    <p:sldLayoutId id="2147483896" r:id="rId11"/>
    <p:sldLayoutId id="2147483897" r:id="rId12"/>
    <p:sldLayoutId id="2147483898" r:id="rId13"/>
    <p:sldLayoutId id="2147483899" r:id="rId14"/>
    <p:sldLayoutId id="2147483900" r:id="rId15"/>
    <p:sldLayoutId id="2147483901" r:id="rId16"/>
    <p:sldLayoutId id="2147483902" r:id="rId17"/>
    <p:sldLayoutId id="2147483903" r:id="rId18"/>
    <p:sldLayoutId id="2147483904" r:id="rId19"/>
    <p:sldLayoutId id="2147483905" r:id="rId20"/>
    <p:sldLayoutId id="2147483906" r:id="rId21"/>
    <p:sldLayoutId id="2147483907" r:id="rId22"/>
    <p:sldLayoutId id="2147483908" r:id="rId23"/>
    <p:sldLayoutId id="2147483909" r:id="rId24"/>
    <p:sldLayoutId id="2147483910" r:id="rId25"/>
    <p:sldLayoutId id="2147483911" r:id="rId26"/>
    <p:sldLayoutId id="2147483912" r:id="rId27"/>
    <p:sldLayoutId id="2147483913" r:id="rId28"/>
    <p:sldLayoutId id="2147483914" r:id="rId29"/>
    <p:sldLayoutId id="2147483915" r:id="rId30"/>
    <p:sldLayoutId id="2147483916" r:id="rId31"/>
    <p:sldLayoutId id="2147483917" r:id="rId32"/>
    <p:sldLayoutId id="2147483918" r:id="rId33"/>
    <p:sldLayoutId id="2147483919" r:id="rId34"/>
    <p:sldLayoutId id="2147483920" r:id="rId35"/>
    <p:sldLayoutId id="2147483921" r:id="rId36"/>
    <p:sldLayoutId id="2147483922" r:id="rId37"/>
    <p:sldLayoutId id="2147483923" r:id="rId38"/>
    <p:sldLayoutId id="2147483924" r:id="rId39"/>
    <p:sldLayoutId id="2147483925" r:id="rId40"/>
    <p:sldLayoutId id="2147483926" r:id="rId41"/>
    <p:sldLayoutId id="2147483927" r:id="rId42"/>
    <p:sldLayoutId id="2147483928" r:id="rId43"/>
    <p:sldLayoutId id="2147483929" r:id="rId44"/>
    <p:sldLayoutId id="2147483930" r:id="rId45"/>
    <p:sldLayoutId id="2147483931" r:id="rId46"/>
    <p:sldLayoutId id="2147483932" r:id="rId47"/>
    <p:sldLayoutId id="2147483933" r:id="rId48"/>
    <p:sldLayoutId id="2147483934" r:id="rId49"/>
    <p:sldLayoutId id="2147483935" r:id="rId50"/>
    <p:sldLayoutId id="2147483936"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C7dnYB5DuTw" TargetMode="External"/><Relationship Id="rId2" Type="http://schemas.openxmlformats.org/officeDocument/2006/relationships/notesSlide" Target="../notesSlides/notesSlide5.xml"/><Relationship Id="rId1" Type="http://schemas.openxmlformats.org/officeDocument/2006/relationships/slideLayout" Target="../slideLayouts/slideLayout20.xml"/><Relationship Id="rId5" Type="http://schemas.openxmlformats.org/officeDocument/2006/relationships/image" Target="../media/image13.jpeg"/><Relationship Id="rId4" Type="http://schemas.openxmlformats.org/officeDocument/2006/relationships/hyperlink" Target="https://www.youtube.com/watch?v=fBKlXDx6txo"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rK87TqvEElA" TargetMode="External"/><Relationship Id="rId2" Type="http://schemas.openxmlformats.org/officeDocument/2006/relationships/notesSlide" Target="../notesSlides/notesSlide7.xml"/><Relationship Id="rId1" Type="http://schemas.openxmlformats.org/officeDocument/2006/relationships/slideLayout" Target="../slideLayouts/slideLayout20.xml"/><Relationship Id="rId5" Type="http://schemas.openxmlformats.org/officeDocument/2006/relationships/image" Target="../media/image14.jpeg"/><Relationship Id="rId4" Type="http://schemas.openxmlformats.org/officeDocument/2006/relationships/hyperlink" Target="https://www.youtube.com/watch?v=bvb-njVSmwE"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bvb-njVSmw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bvb-njVSmwE"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www.youtube.com/watch?v=rK87TqvEElA" TargetMode="External"/><Relationship Id="rId4" Type="http://schemas.openxmlformats.org/officeDocument/2006/relationships/hyperlink" Target="https://www.youtube.com/watch?v=C7dnYB5DuTw"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CktV2gWowX8" TargetMode="External"/><Relationship Id="rId2" Type="http://schemas.openxmlformats.org/officeDocument/2006/relationships/notesSlide" Target="../notesSlides/notesSlide12.xml"/><Relationship Id="rId1" Type="http://schemas.openxmlformats.org/officeDocument/2006/relationships/slideLayout" Target="../slideLayouts/slideLayout18.xml"/><Relationship Id="rId5" Type="http://schemas.openxmlformats.org/officeDocument/2006/relationships/image" Target="../media/image15.jpeg"/><Relationship Id="rId4" Type="http://schemas.openxmlformats.org/officeDocument/2006/relationships/hyperlink" Target="https://www.youtube.com/watch?v=p-a2wQwkDBk"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JPZHTBHOUz4" TargetMode="External"/><Relationship Id="rId2" Type="http://schemas.openxmlformats.org/officeDocument/2006/relationships/notesSlide" Target="../notesSlides/notesSlide13.xml"/><Relationship Id="rId1" Type="http://schemas.openxmlformats.org/officeDocument/2006/relationships/slideLayout" Target="../slideLayouts/slideLayout20.xml"/><Relationship Id="rId5" Type="http://schemas.openxmlformats.org/officeDocument/2006/relationships/image" Target="../media/image16.jpeg"/><Relationship Id="rId4" Type="http://schemas.openxmlformats.org/officeDocument/2006/relationships/hyperlink" Target="https://www.youtube.com/watch?v=Ly-liIU_M8c"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8isr9nSDCK4" TargetMode="External"/><Relationship Id="rId2" Type="http://schemas.openxmlformats.org/officeDocument/2006/relationships/notesSlide" Target="../notesSlides/notesSlide15.xml"/><Relationship Id="rId1" Type="http://schemas.openxmlformats.org/officeDocument/2006/relationships/slideLayout" Target="../slideLayouts/slideLayout20.xml"/><Relationship Id="rId5" Type="http://schemas.openxmlformats.org/officeDocument/2006/relationships/image" Target="../media/image17.jpeg"/><Relationship Id="rId4" Type="http://schemas.openxmlformats.org/officeDocument/2006/relationships/hyperlink" Target="https://www.youtube.com/watch?v=s8IVjQg7yno"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OCYBk15_3II" TargetMode="External"/><Relationship Id="rId2" Type="http://schemas.openxmlformats.org/officeDocument/2006/relationships/notesSlide" Target="../notesSlides/notesSlide16.xml"/><Relationship Id="rId1" Type="http://schemas.openxmlformats.org/officeDocument/2006/relationships/slideLayout" Target="../slideLayouts/slideLayout20.xml"/><Relationship Id="rId5" Type="http://schemas.openxmlformats.org/officeDocument/2006/relationships/image" Target="../media/image18.jpeg"/><Relationship Id="rId4" Type="http://schemas.openxmlformats.org/officeDocument/2006/relationships/hyperlink" Target="https://www.youtube.com/watch?v=aSTFFhk3tzM"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10BE9-5BCE-D943-9A79-504286CF3C5D}"/>
              </a:ext>
            </a:extLst>
          </p:cNvPr>
          <p:cNvSpPr>
            <a:spLocks noGrp="1"/>
          </p:cNvSpPr>
          <p:nvPr>
            <p:ph type="title"/>
          </p:nvPr>
        </p:nvSpPr>
        <p:spPr>
          <a:xfrm>
            <a:off x="7168896" y="1129554"/>
            <a:ext cx="4219626" cy="3475236"/>
          </a:xfrm>
        </p:spPr>
        <p:txBody>
          <a:bodyPr anchor="b">
            <a:normAutofit/>
          </a:bodyPr>
          <a:lstStyle/>
          <a:p>
            <a:r>
              <a:rPr lang="en-US"/>
              <a:t>Water and Sewage Treatment Guide</a:t>
            </a:r>
          </a:p>
        </p:txBody>
      </p:sp>
      <p:sp>
        <p:nvSpPr>
          <p:cNvPr id="3" name="Subtitle 2">
            <a:extLst>
              <a:ext uri="{FF2B5EF4-FFF2-40B4-BE49-F238E27FC236}">
                <a16:creationId xmlns:a16="http://schemas.microsoft.com/office/drawing/2014/main" id="{E305A904-2778-5646-F246-398DA3CF834C}"/>
              </a:ext>
            </a:extLst>
          </p:cNvPr>
          <p:cNvSpPr>
            <a:spLocks noGrp="1"/>
          </p:cNvSpPr>
          <p:nvPr>
            <p:ph type="subTitle" idx="1"/>
          </p:nvPr>
        </p:nvSpPr>
        <p:spPr>
          <a:xfrm>
            <a:off x="7168895" y="4731335"/>
            <a:ext cx="4219626" cy="1184585"/>
          </a:xfrm>
        </p:spPr>
        <p:txBody>
          <a:bodyPr anchor="t">
            <a:normAutofit/>
          </a:bodyPr>
          <a:lstStyle/>
          <a:p>
            <a:r>
              <a:rPr lang="en-US"/>
              <a:t>Essential processes for clean and safe water</a:t>
            </a:r>
          </a:p>
        </p:txBody>
      </p:sp>
      <p:pic>
        <p:nvPicPr>
          <p:cNvPr id="4" name="Picture 3" descr="Modern urban wastewater treatment plant">
            <a:extLst>
              <a:ext uri="{FF2B5EF4-FFF2-40B4-BE49-F238E27FC236}">
                <a16:creationId xmlns:a16="http://schemas.microsoft.com/office/drawing/2014/main" id="{50374F1B-9C77-4266-AF0C-D91C230E57DA}"/>
              </a:ext>
            </a:extLst>
          </p:cNvPr>
          <p:cNvPicPr>
            <a:picLocks noChangeAspect="1"/>
          </p:cNvPicPr>
          <p:nvPr/>
        </p:nvPicPr>
        <p:blipFill>
          <a:blip r:embed="rId3"/>
          <a:srcRect l="14349" r="3315" b="-1"/>
          <a:stretch>
            <a:fillRect/>
          </a:stretch>
        </p:blipFill>
        <p:spPr>
          <a:xfrm>
            <a:off x="20" y="10"/>
            <a:ext cx="6584930" cy="6857990"/>
          </a:xfrm>
          <a:prstGeom prst="rect">
            <a:avLst/>
          </a:prstGeom>
          <a:noFill/>
        </p:spPr>
      </p:pic>
    </p:spTree>
    <p:extLst>
      <p:ext uri="{BB962C8B-B14F-4D97-AF65-F5344CB8AC3E}">
        <p14:creationId xmlns:p14="http://schemas.microsoft.com/office/powerpoint/2010/main" val="92198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33BF5-0EDE-D1FC-33E5-2E610493A026}"/>
              </a:ext>
            </a:extLst>
          </p:cNvPr>
          <p:cNvSpPr>
            <a:spLocks noGrp="1"/>
          </p:cNvSpPr>
          <p:nvPr>
            <p:ph type="ctrTitle"/>
          </p:nvPr>
        </p:nvSpPr>
        <p:spPr>
          <a:xfrm>
            <a:off x="1522013" y="1282325"/>
            <a:ext cx="8893834" cy="3988550"/>
          </a:xfrm>
        </p:spPr>
        <p:txBody>
          <a:bodyPr anchor="ctr">
            <a:normAutofit/>
          </a:bodyPr>
          <a:lstStyle/>
          <a:p>
            <a:r>
              <a:rPr lang="en-US"/>
              <a:t>Water &amp; Sewage Treatment Overview</a:t>
            </a:r>
          </a:p>
        </p:txBody>
      </p:sp>
    </p:spTree>
    <p:extLst>
      <p:ext uri="{BB962C8B-B14F-4D97-AF65-F5344CB8AC3E}">
        <p14:creationId xmlns:p14="http://schemas.microsoft.com/office/powerpoint/2010/main" val="4182176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36D1C-A346-AD94-C526-A54860150064}"/>
              </a:ext>
            </a:extLst>
          </p:cNvPr>
          <p:cNvSpPr>
            <a:spLocks noGrp="1"/>
          </p:cNvSpPr>
          <p:nvPr>
            <p:ph type="title"/>
          </p:nvPr>
        </p:nvSpPr>
        <p:spPr>
          <a:xfrm>
            <a:off x="612648" y="514649"/>
            <a:ext cx="10963655" cy="972373"/>
          </a:xfrm>
        </p:spPr>
        <p:txBody>
          <a:bodyPr anchor="b">
            <a:normAutofit/>
          </a:bodyPr>
          <a:lstStyle/>
          <a:p>
            <a:r>
              <a:rPr lang="en-US"/>
              <a:t>From Source to Safe Disposal</a:t>
            </a:r>
          </a:p>
        </p:txBody>
      </p:sp>
      <p:graphicFrame>
        <p:nvGraphicFramePr>
          <p:cNvPr id="4" name="Content Placeholder 3">
            <a:extLst>
              <a:ext uri="{FF2B5EF4-FFF2-40B4-BE49-F238E27FC236}">
                <a16:creationId xmlns:a16="http://schemas.microsoft.com/office/drawing/2014/main" id="{6E400E80-A84A-4E20-858D-A3609AFA4EFD}"/>
              </a:ext>
            </a:extLst>
          </p:cNvPr>
          <p:cNvGraphicFramePr>
            <a:graphicFrameLocks noGrp="1"/>
          </p:cNvGraphicFramePr>
          <p:nvPr>
            <p:ph idx="1"/>
            <p:extLst>
              <p:ext uri="{D42A27DB-BD31-4B8C-83A1-F6EECF244321}">
                <p14:modId xmlns:p14="http://schemas.microsoft.com/office/powerpoint/2010/main" val="203674693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7" y="1629786"/>
          <a:ext cx="10963656" cy="4593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570541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C19E4-3368-1626-86E7-D1D345FC4875}"/>
              </a:ext>
            </a:extLst>
          </p:cNvPr>
          <p:cNvSpPr>
            <a:spLocks noGrp="1"/>
          </p:cNvSpPr>
          <p:nvPr>
            <p:ph type="ctrTitle"/>
          </p:nvPr>
        </p:nvSpPr>
        <p:spPr>
          <a:xfrm>
            <a:off x="1522013" y="1282325"/>
            <a:ext cx="8893834" cy="3988550"/>
          </a:xfrm>
        </p:spPr>
        <p:txBody>
          <a:bodyPr anchor="ctr">
            <a:normAutofit/>
          </a:bodyPr>
          <a:lstStyle/>
          <a:p>
            <a:r>
              <a:rPr lang="en-US"/>
              <a:t>Slow Sand Filter (SSF)</a:t>
            </a:r>
          </a:p>
        </p:txBody>
      </p:sp>
    </p:spTree>
    <p:extLst>
      <p:ext uri="{BB962C8B-B14F-4D97-AF65-F5344CB8AC3E}">
        <p14:creationId xmlns:p14="http://schemas.microsoft.com/office/powerpoint/2010/main" val="24763204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538BD-50F6-62AF-7E49-937F09D9C9B8}"/>
              </a:ext>
            </a:extLst>
          </p:cNvPr>
          <p:cNvSpPr>
            <a:spLocks noGrp="1"/>
          </p:cNvSpPr>
          <p:nvPr>
            <p:ph type="title"/>
          </p:nvPr>
        </p:nvSpPr>
        <p:spPr>
          <a:xfrm>
            <a:off x="612647" y="552478"/>
            <a:ext cx="6858000" cy="932688"/>
          </a:xfrm>
        </p:spPr>
        <p:txBody>
          <a:bodyPr anchor="b">
            <a:normAutofit/>
          </a:bodyPr>
          <a:lstStyle/>
          <a:p>
            <a:r>
              <a:rPr lang="en-US"/>
              <a:t>Process and Efficiency</a:t>
            </a:r>
          </a:p>
        </p:txBody>
      </p:sp>
      <p:sp>
        <p:nvSpPr>
          <p:cNvPr id="3" name="Content Placeholder 2">
            <a:extLst>
              <a:ext uri="{FF2B5EF4-FFF2-40B4-BE49-F238E27FC236}">
                <a16:creationId xmlns:a16="http://schemas.microsoft.com/office/drawing/2014/main" id="{E1D048CA-335D-9C13-7A17-EE84AD4E2DD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vert="horz" lIns="91440" tIns="45720" rIns="91440" bIns="45720" rtlCol="0" anchor="t">
            <a:normAutofit lnSpcReduction="10000"/>
          </a:bodyPr>
          <a:lstStyle/>
          <a:p>
            <a:pPr marL="0" indent="0">
              <a:spcBef>
                <a:spcPts val="2500"/>
              </a:spcBef>
              <a:buFont typeface="Arial" panose="020B0604020202020204" pitchFamily="34" charset="0"/>
              <a:buNone/>
            </a:pPr>
            <a:r>
              <a:rPr lang="en-US" sz="1400" b="1" dirty="0"/>
              <a:t>Gravity-Driven Filtration</a:t>
            </a:r>
          </a:p>
          <a:p>
            <a:pPr marL="0" lvl="1" indent="0">
              <a:buFont typeface="Arial" panose="020B0604020202020204" pitchFamily="34" charset="0"/>
              <a:buNone/>
            </a:pPr>
            <a:r>
              <a:rPr lang="en-US" sz="1400" dirty="0"/>
              <a:t>SSF uses gravity and fine sand to filter contaminants without requiring pumps or energy.</a:t>
            </a:r>
          </a:p>
          <a:p>
            <a:pPr marL="0" indent="0">
              <a:spcBef>
                <a:spcPts val="2500"/>
              </a:spcBef>
              <a:buFont typeface="Arial" panose="020B0604020202020204" pitchFamily="34" charset="0"/>
              <a:buNone/>
            </a:pPr>
            <a:r>
              <a:rPr lang="en-US" sz="1400" b="1" dirty="0"/>
              <a:t>Biological Layer Action</a:t>
            </a:r>
          </a:p>
          <a:p>
            <a:pPr marL="0" lvl="1" indent="0">
              <a:buFont typeface="Arial" panose="020B0604020202020204" pitchFamily="34" charset="0"/>
              <a:buNone/>
            </a:pPr>
            <a:r>
              <a:rPr lang="en-US" sz="1400" err="1"/>
              <a:t>Schmutzdecke</a:t>
            </a:r>
            <a:r>
              <a:rPr lang="en-US" sz="1400"/>
              <a:t> layer naturally forms on sand surface and eliminates pathogens via biological processes.</a:t>
            </a:r>
          </a:p>
          <a:p>
            <a:pPr marL="0" indent="0">
              <a:spcBef>
                <a:spcPts val="2500"/>
              </a:spcBef>
              <a:buFont typeface="Arial" panose="020B0604020202020204" pitchFamily="34" charset="0"/>
              <a:buNone/>
            </a:pPr>
            <a:r>
              <a:rPr lang="en-US" sz="1400" b="1" dirty="0"/>
              <a:t>High Efficiency and Purification</a:t>
            </a:r>
          </a:p>
          <a:p>
            <a:pPr marL="0" lvl="1" indent="0">
              <a:buFont typeface="Arial" panose="020B0604020202020204" pitchFamily="34" charset="0"/>
              <a:buNone/>
            </a:pPr>
            <a:r>
              <a:rPr lang="en-US" sz="1400"/>
              <a:t>SSF achieves 90–99% bacterial reduction and removes solids, microorganisms, and heavy metals effectively.</a:t>
            </a:r>
          </a:p>
          <a:p>
            <a:pPr marL="0" indent="0">
              <a:spcBef>
                <a:spcPts val="2500"/>
              </a:spcBef>
              <a:buFont typeface="Arial" panose="020B0604020202020204" pitchFamily="34" charset="0"/>
              <a:buNone/>
            </a:pPr>
            <a:r>
              <a:rPr lang="en-US" sz="1400" b="1" dirty="0"/>
              <a:t>Suitability for Remote Areas</a:t>
            </a:r>
          </a:p>
          <a:p>
            <a:pPr marL="0" lvl="1" indent="0">
              <a:buFont typeface="Arial" panose="020B0604020202020204" pitchFamily="34" charset="0"/>
              <a:buNone/>
            </a:pPr>
            <a:r>
              <a:rPr lang="en-US" sz="1400" dirty="0"/>
              <a:t>Minimal maintenance and no chemical pre-treatment make SSF ideal for rural communities with limited resources.</a:t>
            </a:r>
          </a:p>
          <a:p>
            <a:pPr lvl="1">
              <a:buNone/>
            </a:pPr>
            <a:r>
              <a:rPr lang="en-US" sz="1400"/>
              <a:t>•</a:t>
            </a:r>
            <a:r>
              <a:rPr lang="en-US" sz="1400" dirty="0">
                <a:hlinkClick r:id="rId3">
                  <a:extLst>
                    <a:ext uri="{A12FA001-AC4F-418D-AE19-62706E023703}">
                      <ahyp:hlinkClr xmlns:ahyp="http://schemas.microsoft.com/office/drawing/2018/hyperlinkcolor" val="tx"/>
                    </a:ext>
                  </a:extLst>
                </a:hlinkClick>
              </a:rPr>
              <a:t>Slow Sand Filter Demo (Video)</a:t>
            </a:r>
            <a:endParaRPr lang="en-US" sz="1400"/>
          </a:p>
          <a:p>
            <a:pPr lvl="1">
              <a:buNone/>
            </a:pPr>
            <a:r>
              <a:rPr lang="en-US" sz="1400" dirty="0"/>
              <a:t>•</a:t>
            </a:r>
            <a:r>
              <a:rPr lang="en-US" sz="1400" dirty="0">
                <a:hlinkClick r:id="rId4">
                  <a:extLst>
                    <a:ext uri="{A12FA001-AC4F-418D-AE19-62706E023703}">
                      <ahyp:hlinkClr xmlns:ahyp="http://schemas.microsoft.com/office/drawing/2018/hyperlinkcolor" val="tx"/>
                    </a:ext>
                  </a:extLst>
                </a:hlinkClick>
              </a:rPr>
              <a:t>SSF Animation</a:t>
            </a:r>
            <a:endParaRPr lang="en-US" sz="1400"/>
          </a:p>
        </p:txBody>
      </p:sp>
      <p:pic>
        <p:nvPicPr>
          <p:cNvPr id="5" name="Content Placeholder 4" descr="Little playful Jack Russell Terrier dog playing in waterfall">
            <a:extLst>
              <a:ext uri="{FF2B5EF4-FFF2-40B4-BE49-F238E27FC236}">
                <a16:creationId xmlns:a16="http://schemas.microsoft.com/office/drawing/2014/main" id="{5DD42BDB-DB49-49A3-B1ED-BDB2BA999D71}"/>
              </a:ext>
            </a:extLst>
          </p:cNvPr>
          <p:cNvPicPr>
            <a:picLocks noGrp="1" noChangeAspect="1"/>
          </p:cNvPicPr>
          <p:nvPr>
            <p:ph type="pic" sz="quarter" idx="13"/>
          </p:nvPr>
        </p:nvPicPr>
        <p:blipFill>
          <a:blip r:embed="rId5"/>
          <a:srcRect l="35859" r="24231" b="-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22060558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934C9-0BD6-DBA2-A08C-11BE1E6AD84F}"/>
              </a:ext>
            </a:extLst>
          </p:cNvPr>
          <p:cNvSpPr>
            <a:spLocks noGrp="1"/>
          </p:cNvSpPr>
          <p:nvPr>
            <p:ph type="ctrTitle"/>
          </p:nvPr>
        </p:nvSpPr>
        <p:spPr>
          <a:xfrm>
            <a:off x="1522013" y="1282325"/>
            <a:ext cx="8893834" cy="3988550"/>
          </a:xfrm>
        </p:spPr>
        <p:txBody>
          <a:bodyPr anchor="ctr">
            <a:normAutofit/>
          </a:bodyPr>
          <a:lstStyle/>
          <a:p>
            <a:r>
              <a:rPr lang="en-US"/>
              <a:t>Rapid Sand Filter (RSF)</a:t>
            </a:r>
          </a:p>
        </p:txBody>
      </p:sp>
    </p:spTree>
    <p:extLst>
      <p:ext uri="{BB962C8B-B14F-4D97-AF65-F5344CB8AC3E}">
        <p14:creationId xmlns:p14="http://schemas.microsoft.com/office/powerpoint/2010/main" val="29711061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98782-F5F8-258D-F5A2-CF3E930F6764}"/>
              </a:ext>
            </a:extLst>
          </p:cNvPr>
          <p:cNvSpPr>
            <a:spLocks noGrp="1"/>
          </p:cNvSpPr>
          <p:nvPr>
            <p:ph type="title"/>
          </p:nvPr>
        </p:nvSpPr>
        <p:spPr>
          <a:xfrm>
            <a:off x="612647" y="552478"/>
            <a:ext cx="6858000" cy="932688"/>
          </a:xfrm>
        </p:spPr>
        <p:txBody>
          <a:bodyPr anchor="b">
            <a:normAutofit/>
          </a:bodyPr>
          <a:lstStyle/>
          <a:p>
            <a:r>
              <a:rPr lang="en-US" sz="3100"/>
              <a:t>Process and Operational Features</a:t>
            </a:r>
          </a:p>
        </p:txBody>
      </p:sp>
      <p:sp>
        <p:nvSpPr>
          <p:cNvPr id="3" name="Content Placeholder 2">
            <a:extLst>
              <a:ext uri="{FF2B5EF4-FFF2-40B4-BE49-F238E27FC236}">
                <a16:creationId xmlns:a16="http://schemas.microsoft.com/office/drawing/2014/main" id="{C13B5C9E-D2ED-1841-ABED-90C235E5E36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vert="horz" lIns="91440" tIns="45720" rIns="91440" bIns="45720" rtlCol="0" anchor="t">
            <a:normAutofit lnSpcReduction="10000"/>
          </a:bodyPr>
          <a:lstStyle/>
          <a:p>
            <a:pPr marL="0" indent="0">
              <a:spcBef>
                <a:spcPts val="2500"/>
              </a:spcBef>
              <a:buFont typeface="Arial" panose="020B0604020202020204" pitchFamily="34" charset="0"/>
              <a:buNone/>
            </a:pPr>
            <a:r>
              <a:rPr lang="en-US" sz="1400" b="1" dirty="0"/>
              <a:t>High-Flow Mechanical Filtration</a:t>
            </a:r>
          </a:p>
          <a:p>
            <a:pPr marL="0" lvl="1" indent="0">
              <a:buFont typeface="Arial" panose="020B0604020202020204" pitchFamily="34" charset="0"/>
              <a:buNone/>
            </a:pPr>
            <a:r>
              <a:rPr lang="en-US" sz="1400" dirty="0"/>
              <a:t>RSF uses sand grains sized 0.4–0.7 mm for efficient high-flow filtration in water treatment.</a:t>
            </a:r>
          </a:p>
          <a:p>
            <a:pPr marL="0" indent="0">
              <a:spcBef>
                <a:spcPts val="2500"/>
              </a:spcBef>
              <a:buFont typeface="Arial" panose="020B0604020202020204" pitchFamily="34" charset="0"/>
              <a:buNone/>
            </a:pPr>
            <a:r>
              <a:rPr lang="en-US" sz="1400" b="1" dirty="0"/>
              <a:t>Multi-Stage Treatment Process</a:t>
            </a:r>
          </a:p>
          <a:p>
            <a:pPr marL="0" lvl="1" indent="0">
              <a:buFont typeface="Arial" panose="020B0604020202020204" pitchFamily="34" charset="0"/>
              <a:buNone/>
            </a:pPr>
            <a:r>
              <a:rPr lang="en-US" sz="1400"/>
              <a:t>The process includes coagulation, flocculation, sedimentation, and rapid filtration for effective contaminant removal.</a:t>
            </a:r>
          </a:p>
          <a:p>
            <a:pPr marL="0" indent="0">
              <a:spcBef>
                <a:spcPts val="2500"/>
              </a:spcBef>
              <a:buFont typeface="Arial" panose="020B0604020202020204" pitchFamily="34" charset="0"/>
              <a:buNone/>
            </a:pPr>
            <a:r>
              <a:rPr lang="en-US" sz="1400" b="1" dirty="0"/>
              <a:t>Operational Complexity and Maintenance</a:t>
            </a:r>
          </a:p>
          <a:p>
            <a:pPr marL="0" lvl="1" indent="0">
              <a:buFont typeface="Arial" panose="020B0604020202020204" pitchFamily="34" charset="0"/>
              <a:buNone/>
            </a:pPr>
            <a:r>
              <a:rPr lang="en-US" sz="1400"/>
              <a:t>RSF requires regular backwashing and chemical use, increasing energy consumption and operational demands.</a:t>
            </a:r>
          </a:p>
          <a:p>
            <a:pPr marL="0" indent="0">
              <a:spcBef>
                <a:spcPts val="2500"/>
              </a:spcBef>
              <a:buFont typeface="Arial" panose="020B0604020202020204" pitchFamily="34" charset="0"/>
              <a:buNone/>
            </a:pPr>
            <a:r>
              <a:rPr lang="en-US" sz="1400" b="1" dirty="0"/>
              <a:t>Application and Efficiency</a:t>
            </a:r>
          </a:p>
          <a:p>
            <a:pPr marL="0" lvl="1" indent="0">
              <a:buFont typeface="Arial" panose="020B0604020202020204" pitchFamily="34" charset="0"/>
              <a:buNone/>
            </a:pPr>
            <a:r>
              <a:rPr lang="en-US" sz="1400" dirty="0"/>
              <a:t>RSF operates at 5–15 m³/m²/</a:t>
            </a:r>
            <a:r>
              <a:rPr lang="en-US" sz="1400" err="1"/>
              <a:t>hr</a:t>
            </a:r>
            <a:r>
              <a:rPr lang="en-US" sz="1400" dirty="0"/>
              <a:t> filtration rate with 95–98% pathogen removal, ideal for large urban facilities.</a:t>
            </a:r>
          </a:p>
          <a:p>
            <a:pPr lvl="1">
              <a:buNone/>
            </a:pPr>
            <a:r>
              <a:rPr lang="en-US" sz="1400"/>
              <a:t>•</a:t>
            </a:r>
            <a:r>
              <a:rPr lang="en-US" sz="1400" dirty="0">
                <a:hlinkClick r:id="rId3">
                  <a:extLst>
                    <a:ext uri="{A12FA001-AC4F-418D-AE19-62706E023703}">
                      <ahyp:hlinkClr xmlns:ahyp="http://schemas.microsoft.com/office/drawing/2018/hyperlinkcolor" val="tx"/>
                    </a:ext>
                  </a:extLst>
                </a:hlinkClick>
              </a:rPr>
              <a:t>RSF Animation</a:t>
            </a:r>
            <a:endParaRPr lang="en-US" sz="1400"/>
          </a:p>
          <a:p>
            <a:pPr lvl="1">
              <a:buNone/>
            </a:pPr>
            <a:r>
              <a:rPr lang="en-US" sz="1400"/>
              <a:t>•</a:t>
            </a:r>
            <a:r>
              <a:rPr lang="en-US" sz="1400" dirty="0">
                <a:hlinkClick r:id="rId4">
                  <a:extLst>
                    <a:ext uri="{A12FA001-AC4F-418D-AE19-62706E023703}">
                      <ahyp:hlinkClr xmlns:ahyp="http://schemas.microsoft.com/office/drawing/2018/hyperlinkcolor" val="tx"/>
                    </a:ext>
                  </a:extLst>
                </a:hlinkClick>
              </a:rPr>
              <a:t>SSF vs RSF Comparison</a:t>
            </a:r>
            <a:endParaRPr lang="en-US" sz="1400"/>
          </a:p>
        </p:txBody>
      </p:sp>
      <p:pic>
        <p:nvPicPr>
          <p:cNvPr id="5" name="Content Placeholder 4" descr="Water treatment / Water sedimentation tank">
            <a:extLst>
              <a:ext uri="{FF2B5EF4-FFF2-40B4-BE49-F238E27FC236}">
                <a16:creationId xmlns:a16="http://schemas.microsoft.com/office/drawing/2014/main" id="{862F21C1-A272-441E-8D20-01B20E7BDF9C}"/>
              </a:ext>
            </a:extLst>
          </p:cNvPr>
          <p:cNvPicPr>
            <a:picLocks noGrp="1" noChangeAspect="1"/>
          </p:cNvPicPr>
          <p:nvPr>
            <p:ph type="pic" sz="quarter" idx="13"/>
          </p:nvPr>
        </p:nvPicPr>
        <p:blipFill>
          <a:blip r:embed="rId5"/>
          <a:srcRect l="19373" r="41017" b="-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31263536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C69E3-6D5C-9395-173D-D82835AB1584}"/>
              </a:ext>
            </a:extLst>
          </p:cNvPr>
          <p:cNvSpPr>
            <a:spLocks noGrp="1"/>
          </p:cNvSpPr>
          <p:nvPr>
            <p:ph type="ctrTitle"/>
          </p:nvPr>
        </p:nvSpPr>
        <p:spPr>
          <a:xfrm>
            <a:off x="1522013" y="1282325"/>
            <a:ext cx="8893834" cy="3988550"/>
          </a:xfrm>
        </p:spPr>
        <p:txBody>
          <a:bodyPr anchor="ctr">
            <a:normAutofit/>
          </a:bodyPr>
          <a:lstStyle/>
          <a:p>
            <a:r>
              <a:rPr lang="en-US"/>
              <a:t>SSF vs RSF Comparison</a:t>
            </a:r>
          </a:p>
        </p:txBody>
      </p:sp>
    </p:spTree>
    <p:extLst>
      <p:ext uri="{BB962C8B-B14F-4D97-AF65-F5344CB8AC3E}">
        <p14:creationId xmlns:p14="http://schemas.microsoft.com/office/powerpoint/2010/main" val="4096133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9A903-FCF8-5229-1CB7-A85C9CC12F87}"/>
              </a:ext>
            </a:extLst>
          </p:cNvPr>
          <p:cNvSpPr>
            <a:spLocks noGrp="1"/>
          </p:cNvSpPr>
          <p:nvPr>
            <p:ph type="title"/>
          </p:nvPr>
        </p:nvSpPr>
        <p:spPr>
          <a:xfrm>
            <a:off x="612648" y="514649"/>
            <a:ext cx="10963655" cy="972373"/>
          </a:xfrm>
        </p:spPr>
        <p:txBody>
          <a:bodyPr anchor="b">
            <a:normAutofit/>
          </a:bodyPr>
          <a:lstStyle/>
          <a:p>
            <a:r>
              <a:rPr lang="en-US" dirty="0"/>
              <a:t>Operational Parameters </a:t>
            </a:r>
            <a:r>
              <a:rPr lang="en-US" sz="1500" dirty="0">
                <a:latin typeface="+mn-lt"/>
                <a:ea typeface="+mn-ea"/>
                <a:cs typeface="+mn-cs"/>
              </a:rPr>
              <a:t>•</a:t>
            </a:r>
            <a:r>
              <a:rPr lang="en-US" sz="1500" dirty="0">
                <a:latin typeface="+mn-lt"/>
                <a:ea typeface="+mn-ea"/>
                <a:cs typeface="+mn-cs"/>
                <a:hlinkClick r:id="rId3">
                  <a:extLst>
                    <a:ext uri="{A12FA001-AC4F-418D-AE19-62706E023703}">
                      <ahyp:hlinkClr xmlns:ahyp="http://schemas.microsoft.com/office/drawing/2018/hyperlinkcolor" val="tx"/>
                    </a:ext>
                  </a:extLst>
                </a:hlinkClick>
              </a:rPr>
              <a:t>Comparison Video</a:t>
            </a:r>
            <a:endParaRPr lang="en-US" sz="1500">
              <a:latin typeface="+mn-lt"/>
              <a:ea typeface="+mn-ea"/>
              <a:cs typeface="+mn-cs"/>
            </a:endParaRPr>
          </a:p>
        </p:txBody>
      </p:sp>
      <p:graphicFrame>
        <p:nvGraphicFramePr>
          <p:cNvPr id="5" name="Content Placeholder 4">
            <a:extLst>
              <a:ext uri="{FF2B5EF4-FFF2-40B4-BE49-F238E27FC236}">
                <a16:creationId xmlns:a16="http://schemas.microsoft.com/office/drawing/2014/main" id="{4E2FC92F-7F0D-4743-9304-77CD8E21C0CC}"/>
              </a:ext>
            </a:extLst>
          </p:cNvPr>
          <p:cNvGraphicFramePr>
            <a:graphicFrameLocks noGrp="1"/>
          </p:cNvGraphicFramePr>
          <p:nvPr>
            <p:ph idx="1"/>
          </p:nvPr>
        </p:nvGraphicFramePr>
        <p:xfrm>
          <a:off x="670130" y="1629786"/>
          <a:ext cx="10848691" cy="4593829"/>
        </p:xfrm>
        <a:graphic>
          <a:graphicData uri="http://schemas.openxmlformats.org/drawingml/2006/table">
            <a:tbl>
              <a:tblPr firstRow="1" bandRow="1">
                <a:noFill/>
                <a:tableStyleId>{5C22544A-7EE6-4342-B048-85BDC9FD1C3A}</a:tableStyleId>
              </a:tblPr>
              <a:tblGrid>
                <a:gridCol w="2848283">
                  <a:extLst>
                    <a:ext uri="{9D8B030D-6E8A-4147-A177-3AD203B41FA5}">
                      <a16:colId xmlns:a16="http://schemas.microsoft.com/office/drawing/2014/main" val="924686143"/>
                    </a:ext>
                  </a:extLst>
                </a:gridCol>
                <a:gridCol w="3983011">
                  <a:extLst>
                    <a:ext uri="{9D8B030D-6E8A-4147-A177-3AD203B41FA5}">
                      <a16:colId xmlns:a16="http://schemas.microsoft.com/office/drawing/2014/main" val="1114982254"/>
                    </a:ext>
                  </a:extLst>
                </a:gridCol>
                <a:gridCol w="4017397">
                  <a:extLst>
                    <a:ext uri="{9D8B030D-6E8A-4147-A177-3AD203B41FA5}">
                      <a16:colId xmlns:a16="http://schemas.microsoft.com/office/drawing/2014/main" val="2284850454"/>
                    </a:ext>
                  </a:extLst>
                </a:gridCol>
              </a:tblGrid>
              <a:tr h="618858">
                <a:tc>
                  <a:txBody>
                    <a:bodyPr/>
                    <a:lstStyle/>
                    <a:p>
                      <a:pPr>
                        <a:buNone/>
                      </a:pPr>
                      <a:r>
                        <a:rPr lang="en-US" sz="1800" b="1" cap="all" spc="150">
                          <a:solidFill>
                            <a:schemeClr val="tx1"/>
                          </a:solidFill>
                        </a:rPr>
                        <a:t>Parameter</a:t>
                      </a:r>
                    </a:p>
                  </a:txBody>
                  <a:tcPr marL="153014" marR="153014" marT="153014" marB="153014"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800" b="1" cap="all" spc="150">
                          <a:solidFill>
                            <a:schemeClr val="tx1"/>
                          </a:solidFill>
                        </a:rPr>
                        <a:t>Slow Sand Filter</a:t>
                      </a:r>
                    </a:p>
                  </a:txBody>
                  <a:tcPr marL="153014" marR="153014" marT="153014" marB="153014"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800" b="1" cap="all" spc="150">
                          <a:solidFill>
                            <a:schemeClr val="tx1"/>
                          </a:solidFill>
                        </a:rPr>
                        <a:t>Rapid Sand Filter</a:t>
                      </a:r>
                    </a:p>
                  </a:txBody>
                  <a:tcPr marL="153014" marR="153014" marT="153014" marB="153014"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3430327821"/>
                  </a:ext>
                </a:extLst>
              </a:tr>
              <a:tr h="567853">
                <a:tc>
                  <a:txBody>
                    <a:bodyPr/>
                    <a:lstStyle/>
                    <a:p>
                      <a:pPr>
                        <a:buNone/>
                      </a:pPr>
                      <a:r>
                        <a:rPr lang="en-US" sz="1500" b="1" cap="none" spc="0">
                          <a:solidFill>
                            <a:schemeClr val="tx1"/>
                          </a:solidFill>
                        </a:rPr>
                        <a:t>Flow Rate</a:t>
                      </a:r>
                    </a:p>
                  </a:txBody>
                  <a:tcPr marL="153014" marR="153014" marT="153014" marB="153014"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500" cap="none" spc="0">
                          <a:solidFill>
                            <a:schemeClr val="tx1"/>
                          </a:solidFill>
                        </a:rPr>
                        <a:t>0.1–0.3 m³/m²/hr</a:t>
                      </a:r>
                    </a:p>
                  </a:txBody>
                  <a:tcPr marL="153014" marR="153014" marT="153014" marB="153014"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500" cap="none" spc="0">
                          <a:solidFill>
                            <a:schemeClr val="tx1"/>
                          </a:solidFill>
                        </a:rPr>
                        <a:t>5–15 m³/m²/hr</a:t>
                      </a:r>
                    </a:p>
                  </a:txBody>
                  <a:tcPr marL="153014" marR="153014" marT="153014" marB="153014"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2705369035"/>
                  </a:ext>
                </a:extLst>
              </a:tr>
              <a:tr h="567853">
                <a:tc>
                  <a:txBody>
                    <a:bodyPr/>
                    <a:lstStyle/>
                    <a:p>
                      <a:pPr>
                        <a:buNone/>
                      </a:pPr>
                      <a:r>
                        <a:rPr lang="en-US" sz="1500" b="1" cap="none" spc="0">
                          <a:solidFill>
                            <a:schemeClr val="tx1"/>
                          </a:solidFill>
                        </a:rPr>
                        <a:t>Sand Size</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0.2–0.4 mm</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0.4–0.7 mm</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4012366921"/>
                  </a:ext>
                </a:extLst>
              </a:tr>
              <a:tr h="567853">
                <a:tc>
                  <a:txBody>
                    <a:bodyPr/>
                    <a:lstStyle/>
                    <a:p>
                      <a:pPr>
                        <a:buNone/>
                      </a:pPr>
                      <a:r>
                        <a:rPr lang="en-US" sz="1500" b="1" cap="none" spc="0">
                          <a:solidFill>
                            <a:schemeClr val="tx1"/>
                          </a:solidFill>
                        </a:rPr>
                        <a:t>Filtration Duration</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24–72 hours</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2–8 hours</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068515074"/>
                  </a:ext>
                </a:extLst>
              </a:tr>
              <a:tr h="567853">
                <a:tc>
                  <a:txBody>
                    <a:bodyPr/>
                    <a:lstStyle/>
                    <a:p>
                      <a:pPr>
                        <a:buNone/>
                      </a:pPr>
                      <a:r>
                        <a:rPr lang="en-US" sz="1500" b="1" cap="none" spc="0">
                          <a:solidFill>
                            <a:schemeClr val="tx1"/>
                          </a:solidFill>
                        </a:rPr>
                        <a:t>Backwashing</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Not required</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Every 5–15 days</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045188784"/>
                  </a:ext>
                </a:extLst>
              </a:tr>
              <a:tr h="567853">
                <a:tc>
                  <a:txBody>
                    <a:bodyPr/>
                    <a:lstStyle/>
                    <a:p>
                      <a:pPr>
                        <a:buNone/>
                      </a:pPr>
                      <a:r>
                        <a:rPr lang="en-US" sz="1500" b="1" cap="none" spc="0">
                          <a:solidFill>
                            <a:schemeClr val="tx1"/>
                          </a:solidFill>
                        </a:rPr>
                        <a:t>Pre-treatment</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None needed</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Coagulation + Flocculation</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39394460"/>
                  </a:ext>
                </a:extLst>
              </a:tr>
              <a:tr h="567853">
                <a:tc>
                  <a:txBody>
                    <a:bodyPr/>
                    <a:lstStyle/>
                    <a:p>
                      <a:pPr>
                        <a:buNone/>
                      </a:pPr>
                      <a:r>
                        <a:rPr lang="en-US" sz="1500" b="1" cap="none" spc="0">
                          <a:solidFill>
                            <a:schemeClr val="tx1"/>
                          </a:solidFill>
                        </a:rPr>
                        <a:t>Pathogen Removal</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90–99%</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95–98%</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160440014"/>
                  </a:ext>
                </a:extLst>
              </a:tr>
              <a:tr h="567853">
                <a:tc>
                  <a:txBody>
                    <a:bodyPr/>
                    <a:lstStyle/>
                    <a:p>
                      <a:pPr>
                        <a:buNone/>
                      </a:pPr>
                      <a:r>
                        <a:rPr lang="en-US" sz="1500" b="1" cap="none" spc="0">
                          <a:solidFill>
                            <a:schemeClr val="tx1"/>
                          </a:solidFill>
                        </a:rPr>
                        <a:t>Energy Requirement</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Nil (gravity)</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Pumps required</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923490979"/>
                  </a:ext>
                </a:extLst>
              </a:tr>
            </a:tbl>
          </a:graphicData>
        </a:graphic>
      </p:graphicFrame>
    </p:spTree>
    <p:extLst>
      <p:ext uri="{BB962C8B-B14F-4D97-AF65-F5344CB8AC3E}">
        <p14:creationId xmlns:p14="http://schemas.microsoft.com/office/powerpoint/2010/main" val="166927654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CE039-393A-B893-5CF8-BF4C8F40F093}"/>
              </a:ext>
            </a:extLst>
          </p:cNvPr>
          <p:cNvSpPr>
            <a:spLocks noGrp="1"/>
          </p:cNvSpPr>
          <p:nvPr>
            <p:ph type="title"/>
          </p:nvPr>
        </p:nvSpPr>
        <p:spPr>
          <a:xfrm>
            <a:off x="612648" y="514649"/>
            <a:ext cx="10963655" cy="972373"/>
          </a:xfrm>
        </p:spPr>
        <p:txBody>
          <a:bodyPr anchor="b">
            <a:normAutofit/>
          </a:bodyPr>
          <a:lstStyle/>
          <a:p>
            <a:r>
              <a:rPr lang="en-US" dirty="0"/>
              <a:t>Practical Comparison </a:t>
            </a:r>
            <a:r>
              <a:rPr lang="en-US" sz="1100" dirty="0">
                <a:solidFill>
                  <a:srgbClr val="94A3B8"/>
                </a:solidFill>
                <a:latin typeface="Arial"/>
                <a:cs typeface="Arial"/>
              </a:rPr>
              <a:t> </a:t>
            </a:r>
            <a:r>
              <a:rPr lang="en-US" sz="1100" b="1" u="sng" dirty="0">
                <a:solidFill>
                  <a:srgbClr val="38BDF8"/>
                </a:solidFill>
                <a:latin typeface="Arial"/>
                <a:cs typeface="Arial"/>
                <a:hlinkClick r:id="rId3"/>
              </a:rPr>
              <a:t>Comparison Video</a:t>
            </a:r>
            <a:r>
              <a:rPr lang="en-US" sz="1100" dirty="0">
                <a:solidFill>
                  <a:srgbClr val="94A3B8"/>
                </a:solidFill>
                <a:latin typeface="Arial"/>
                <a:cs typeface="Arial"/>
              </a:rPr>
              <a:t> | </a:t>
            </a:r>
            <a:r>
              <a:rPr lang="en-US" sz="1100" b="1" u="sng" dirty="0">
                <a:solidFill>
                  <a:srgbClr val="38BDF8"/>
                </a:solidFill>
                <a:latin typeface="Arial"/>
                <a:cs typeface="Arial"/>
                <a:hlinkClick r:id="rId4"/>
              </a:rPr>
              <a:t>SSF Demo</a:t>
            </a:r>
            <a:r>
              <a:rPr lang="en-US" sz="1100" dirty="0">
                <a:solidFill>
                  <a:srgbClr val="94A3B8"/>
                </a:solidFill>
                <a:latin typeface="Arial"/>
                <a:cs typeface="Arial"/>
              </a:rPr>
              <a:t> | </a:t>
            </a:r>
            <a:r>
              <a:rPr lang="en-US" sz="1100" b="1" u="sng" dirty="0">
                <a:solidFill>
                  <a:srgbClr val="38BDF8"/>
                </a:solidFill>
                <a:latin typeface="Arial"/>
                <a:cs typeface="Arial"/>
                <a:hlinkClick r:id="rId5"/>
              </a:rPr>
              <a:t>RSF Animation</a:t>
            </a:r>
            <a:endParaRPr lang="en-US"/>
          </a:p>
        </p:txBody>
      </p:sp>
      <p:graphicFrame>
        <p:nvGraphicFramePr>
          <p:cNvPr id="5" name="Content Placeholder 4">
            <a:extLst>
              <a:ext uri="{FF2B5EF4-FFF2-40B4-BE49-F238E27FC236}">
                <a16:creationId xmlns:a16="http://schemas.microsoft.com/office/drawing/2014/main" id="{AC425CD2-E7F5-476B-A662-FD10A6DA3F9B}"/>
              </a:ext>
            </a:extLst>
          </p:cNvPr>
          <p:cNvGraphicFramePr>
            <a:graphicFrameLocks noGrp="1"/>
          </p:cNvGraphicFramePr>
          <p:nvPr>
            <p:ph idx="1"/>
          </p:nvPr>
        </p:nvGraphicFramePr>
        <p:xfrm>
          <a:off x="760759" y="1629786"/>
          <a:ext cx="10667432" cy="4593829"/>
        </p:xfrm>
        <a:graphic>
          <a:graphicData uri="http://schemas.openxmlformats.org/drawingml/2006/table">
            <a:tbl>
              <a:tblPr firstRow="1" bandRow="1">
                <a:noFill/>
                <a:tableStyleId>{5C22544A-7EE6-4342-B048-85BDC9FD1C3A}</a:tableStyleId>
              </a:tblPr>
              <a:tblGrid>
                <a:gridCol w="2573197">
                  <a:extLst>
                    <a:ext uri="{9D8B030D-6E8A-4147-A177-3AD203B41FA5}">
                      <a16:colId xmlns:a16="http://schemas.microsoft.com/office/drawing/2014/main" val="1995517437"/>
                    </a:ext>
                  </a:extLst>
                </a:gridCol>
                <a:gridCol w="4076838">
                  <a:extLst>
                    <a:ext uri="{9D8B030D-6E8A-4147-A177-3AD203B41FA5}">
                      <a16:colId xmlns:a16="http://schemas.microsoft.com/office/drawing/2014/main" val="2671293579"/>
                    </a:ext>
                  </a:extLst>
                </a:gridCol>
                <a:gridCol w="4017397">
                  <a:extLst>
                    <a:ext uri="{9D8B030D-6E8A-4147-A177-3AD203B41FA5}">
                      <a16:colId xmlns:a16="http://schemas.microsoft.com/office/drawing/2014/main" val="882622815"/>
                    </a:ext>
                  </a:extLst>
                </a:gridCol>
              </a:tblGrid>
              <a:tr h="618858">
                <a:tc>
                  <a:txBody>
                    <a:bodyPr/>
                    <a:lstStyle/>
                    <a:p>
                      <a:pPr>
                        <a:buNone/>
                      </a:pPr>
                      <a:r>
                        <a:rPr lang="en-US" sz="1800" b="1" cap="all" spc="150">
                          <a:solidFill>
                            <a:schemeClr val="tx1"/>
                          </a:solidFill>
                        </a:rPr>
                        <a:t>Aspect</a:t>
                      </a:r>
                    </a:p>
                  </a:txBody>
                  <a:tcPr marL="153014" marR="153014" marT="153014" marB="153014"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800" b="1" cap="all" spc="150">
                          <a:solidFill>
                            <a:schemeClr val="tx1"/>
                          </a:solidFill>
                        </a:rPr>
                        <a:t>Slow Sand Filter</a:t>
                      </a:r>
                    </a:p>
                  </a:txBody>
                  <a:tcPr marL="153014" marR="153014" marT="153014" marB="153014"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800" b="1" cap="all" spc="150">
                          <a:solidFill>
                            <a:schemeClr val="tx1"/>
                          </a:solidFill>
                        </a:rPr>
                        <a:t>Rapid Sand Filter</a:t>
                      </a:r>
                    </a:p>
                  </a:txBody>
                  <a:tcPr marL="153014" marR="153014" marT="153014" marB="153014"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1757518704"/>
                  </a:ext>
                </a:extLst>
              </a:tr>
              <a:tr h="567853">
                <a:tc>
                  <a:txBody>
                    <a:bodyPr/>
                    <a:lstStyle/>
                    <a:p>
                      <a:pPr>
                        <a:buNone/>
                      </a:pPr>
                      <a:r>
                        <a:rPr lang="en-US" sz="1500" b="1" cap="none" spc="0">
                          <a:solidFill>
                            <a:schemeClr val="tx1"/>
                          </a:solidFill>
                        </a:rPr>
                        <a:t>Capital Cost</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Low–Medium</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High</a:t>
                      </a:r>
                    </a:p>
                  </a:txBody>
                  <a:tcPr marL="153014" marR="153014" marT="153014" marB="153014"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295957812"/>
                  </a:ext>
                </a:extLst>
              </a:tr>
              <a:tr h="567853">
                <a:tc>
                  <a:txBody>
                    <a:bodyPr/>
                    <a:lstStyle/>
                    <a:p>
                      <a:pPr>
                        <a:buNone/>
                      </a:pPr>
                      <a:r>
                        <a:rPr lang="en-US" sz="1500" b="1" cap="none" spc="0">
                          <a:solidFill>
                            <a:schemeClr val="tx1"/>
                          </a:solidFill>
                        </a:rPr>
                        <a:t>Maintenance</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Minimal (annual)</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Frequent (weekly/monthly)</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585789794"/>
                  </a:ext>
                </a:extLst>
              </a:tr>
              <a:tr h="567853">
                <a:tc>
                  <a:txBody>
                    <a:bodyPr/>
                    <a:lstStyle/>
                    <a:p>
                      <a:pPr>
                        <a:buNone/>
                      </a:pPr>
                      <a:r>
                        <a:rPr lang="en-US" sz="1500" b="1" cap="none" spc="0">
                          <a:solidFill>
                            <a:schemeClr val="tx1"/>
                          </a:solidFill>
                        </a:rPr>
                        <a:t>Space Required</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Large</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Compact</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593441971"/>
                  </a:ext>
                </a:extLst>
              </a:tr>
              <a:tr h="567853">
                <a:tc>
                  <a:txBody>
                    <a:bodyPr/>
                    <a:lstStyle/>
                    <a:p>
                      <a:pPr>
                        <a:buNone/>
                      </a:pPr>
                      <a:r>
                        <a:rPr lang="en-US" sz="1500" b="1" cap="none" spc="0">
                          <a:solidFill>
                            <a:schemeClr val="tx1"/>
                          </a:solidFill>
                        </a:rPr>
                        <a:t>Skill Level</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Low (simple)</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Medium–High (trained)</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517939064"/>
                  </a:ext>
                </a:extLst>
              </a:tr>
              <a:tr h="567853">
                <a:tc>
                  <a:txBody>
                    <a:bodyPr/>
                    <a:lstStyle/>
                    <a:p>
                      <a:pPr>
                        <a:buNone/>
                      </a:pPr>
                      <a:r>
                        <a:rPr lang="en-US" sz="1500" b="1" cap="none" spc="0">
                          <a:solidFill>
                            <a:schemeClr val="tx1"/>
                          </a:solidFill>
                        </a:rPr>
                        <a:t>Best Applications</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Rural, remote, small communities</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Urban, large municipalities</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515763605"/>
                  </a:ext>
                </a:extLst>
              </a:tr>
              <a:tr h="567853">
                <a:tc>
                  <a:txBody>
                    <a:bodyPr/>
                    <a:lstStyle/>
                    <a:p>
                      <a:pPr>
                        <a:buNone/>
                      </a:pPr>
                      <a:r>
                        <a:rPr lang="en-US" sz="1500" b="1" cap="none" spc="0">
                          <a:solidFill>
                            <a:schemeClr val="tx1"/>
                          </a:solidFill>
                        </a:rPr>
                        <a:t>Chemical Usage</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Minimal</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Coagulants + disinfection</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297611416"/>
                  </a:ext>
                </a:extLst>
              </a:tr>
              <a:tr h="567853">
                <a:tc>
                  <a:txBody>
                    <a:bodyPr/>
                    <a:lstStyle/>
                    <a:p>
                      <a:pPr>
                        <a:buNone/>
                      </a:pPr>
                      <a:r>
                        <a:rPr lang="en-US" sz="1500" b="1" cap="none" spc="0">
                          <a:solidFill>
                            <a:schemeClr val="tx1"/>
                          </a:solidFill>
                        </a:rPr>
                        <a:t>Lifespan</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500" cap="none" spc="0">
                          <a:solidFill>
                            <a:schemeClr val="tx1"/>
                          </a:solidFill>
                        </a:rPr>
                        <a:t>10–20 years</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500" cap="none" spc="0">
                          <a:solidFill>
                            <a:schemeClr val="tx1"/>
                          </a:solidFill>
                        </a:rPr>
                        <a:t>8–15 years</a:t>
                      </a:r>
                    </a:p>
                  </a:txBody>
                  <a:tcPr marL="153014" marR="153014" marT="153014" marB="153014"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4159892612"/>
                  </a:ext>
                </a:extLst>
              </a:tr>
            </a:tbl>
          </a:graphicData>
        </a:graphic>
      </p:graphicFrame>
    </p:spTree>
    <p:extLst>
      <p:ext uri="{BB962C8B-B14F-4D97-AF65-F5344CB8AC3E}">
        <p14:creationId xmlns:p14="http://schemas.microsoft.com/office/powerpoint/2010/main" val="269420536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126D3-2A5D-DD93-2F1B-8A11A9EF3E93}"/>
              </a:ext>
            </a:extLst>
          </p:cNvPr>
          <p:cNvSpPr>
            <a:spLocks noGrp="1"/>
          </p:cNvSpPr>
          <p:nvPr>
            <p:ph type="ctrTitle"/>
          </p:nvPr>
        </p:nvSpPr>
        <p:spPr>
          <a:xfrm>
            <a:off x="1522013" y="1282325"/>
            <a:ext cx="8893834" cy="3988550"/>
          </a:xfrm>
        </p:spPr>
        <p:txBody>
          <a:bodyPr anchor="ctr">
            <a:normAutofit/>
          </a:bodyPr>
          <a:lstStyle/>
          <a:p>
            <a:r>
              <a:rPr lang="en-US"/>
              <a:t>Advanced and Household Filtration</a:t>
            </a:r>
          </a:p>
        </p:txBody>
      </p:sp>
    </p:spTree>
    <p:extLst>
      <p:ext uri="{BB962C8B-B14F-4D97-AF65-F5344CB8AC3E}">
        <p14:creationId xmlns:p14="http://schemas.microsoft.com/office/powerpoint/2010/main" val="42762246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0E3B1-783D-C854-838E-2B8E56278FAC}"/>
              </a:ext>
            </a:extLst>
          </p:cNvPr>
          <p:cNvSpPr>
            <a:spLocks noGrp="1"/>
          </p:cNvSpPr>
          <p:nvPr>
            <p:ph type="title"/>
          </p:nvPr>
        </p:nvSpPr>
        <p:spPr>
          <a:xfrm>
            <a:off x="612647" y="683319"/>
            <a:ext cx="6339541" cy="1143000"/>
          </a:xfrm>
        </p:spPr>
        <p:txBody>
          <a:bodyPr anchor="b">
            <a:normAutofit/>
          </a:bodyPr>
          <a:lstStyle/>
          <a:p>
            <a:r>
              <a:rPr lang="en-US"/>
              <a:t>Solar-Powered Water Filtration</a:t>
            </a:r>
          </a:p>
        </p:txBody>
      </p:sp>
      <p:sp>
        <p:nvSpPr>
          <p:cNvPr id="3" name="Content Placeholder 2">
            <a:extLst>
              <a:ext uri="{FF2B5EF4-FFF2-40B4-BE49-F238E27FC236}">
                <a16:creationId xmlns:a16="http://schemas.microsoft.com/office/drawing/2014/main" id="{BCA74977-FADD-3E60-BF8E-C5014A82B92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4" y="1975104"/>
            <a:ext cx="6339414" cy="4228997"/>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400" b="1" dirty="0"/>
              <a:t>Solar Energy Conversion</a:t>
            </a:r>
          </a:p>
          <a:p>
            <a:pPr marL="0" lvl="1" indent="0">
              <a:buFont typeface="Arial" panose="020B0604020202020204" pitchFamily="34" charset="0"/>
              <a:buNone/>
            </a:pPr>
            <a:r>
              <a:rPr lang="en-US" sz="1400" dirty="0"/>
              <a:t>Photovoltaic panels convert sunlight into electricity, powering pumps and UV lamps for water purification.</a:t>
            </a:r>
          </a:p>
          <a:p>
            <a:pPr marL="0" indent="0">
              <a:spcBef>
                <a:spcPts val="2500"/>
              </a:spcBef>
              <a:buFont typeface="Arial" panose="020B0604020202020204" pitchFamily="34" charset="0"/>
              <a:buNone/>
            </a:pPr>
            <a:r>
              <a:rPr lang="en-US" sz="1400" b="1" dirty="0"/>
              <a:t>Filtration Techniques</a:t>
            </a:r>
          </a:p>
          <a:p>
            <a:pPr marL="0" lvl="1" indent="0">
              <a:buFont typeface="Arial" panose="020B0604020202020204" pitchFamily="34" charset="0"/>
              <a:buNone/>
            </a:pPr>
            <a:r>
              <a:rPr lang="en-US" sz="1400" dirty="0"/>
              <a:t>Systems combine solar UV disinfection, reverse osmosis, and evaporation-condensation to remove contaminants effectively.</a:t>
            </a:r>
          </a:p>
          <a:p>
            <a:pPr marL="0" indent="0">
              <a:spcBef>
                <a:spcPts val="2500"/>
              </a:spcBef>
              <a:buFont typeface="Arial" panose="020B0604020202020204" pitchFamily="34" charset="0"/>
              <a:buNone/>
            </a:pPr>
            <a:r>
              <a:rPr lang="en-US" sz="1400" b="1" dirty="0"/>
              <a:t>Applications and Benefits</a:t>
            </a:r>
          </a:p>
          <a:p>
            <a:pPr marL="0" lvl="1" indent="0">
              <a:buFont typeface="Arial" panose="020B0604020202020204" pitchFamily="34" charset="0"/>
              <a:buNone/>
            </a:pPr>
            <a:r>
              <a:rPr lang="en-US" sz="1400" dirty="0"/>
              <a:t>Ideal for rural, off-grid, and emergency use, offering sustainability and reducing reliance on fossil fuels.</a:t>
            </a:r>
          </a:p>
          <a:p>
            <a:pPr marL="0" lvl="1" indent="0">
              <a:buNone/>
            </a:pPr>
            <a:r>
              <a:rPr lang="en-US" sz="1100" b="1" u="sng" dirty="0">
                <a:solidFill>
                  <a:srgbClr val="38BDF8"/>
                </a:solidFill>
                <a:latin typeface="Arial"/>
                <a:cs typeface="Arial"/>
                <a:hlinkClick r:id="rId3"/>
              </a:rPr>
              <a:t>DIY Solar Filter</a:t>
            </a:r>
            <a:r>
              <a:rPr lang="en-US" sz="1100" dirty="0">
                <a:solidFill>
                  <a:srgbClr val="94A3B8"/>
                </a:solidFill>
                <a:latin typeface="Arial"/>
                <a:cs typeface="Arial"/>
              </a:rPr>
              <a:t> | </a:t>
            </a:r>
            <a:r>
              <a:rPr lang="en-US" sz="1100" b="1" u="sng" dirty="0">
                <a:solidFill>
                  <a:srgbClr val="38BDF8"/>
                </a:solidFill>
                <a:latin typeface="Arial"/>
                <a:cs typeface="Arial"/>
                <a:hlinkClick r:id="rId4"/>
              </a:rPr>
              <a:t>Solar Purifier System</a:t>
            </a:r>
            <a:endParaRPr lang="en-US"/>
          </a:p>
          <a:p>
            <a:pPr marL="0" lvl="1" indent="0">
              <a:buNone/>
            </a:pPr>
            <a:endParaRPr lang="en-US" sz="1400" dirty="0"/>
          </a:p>
          <a:p>
            <a:pPr marL="0" lvl="1" indent="0">
              <a:buNone/>
            </a:pPr>
            <a:endParaRPr lang="en-US" sz="1400" dirty="0"/>
          </a:p>
        </p:txBody>
      </p:sp>
      <p:pic>
        <p:nvPicPr>
          <p:cNvPr id="5" name="Content Placeholder 4" descr="Solar panels in a remote weedy area in hills near Greek coastline.">
            <a:extLst>
              <a:ext uri="{FF2B5EF4-FFF2-40B4-BE49-F238E27FC236}">
                <a16:creationId xmlns:a16="http://schemas.microsoft.com/office/drawing/2014/main" id="{5109B3DA-38CC-4E28-A16F-930BBB712D40}"/>
              </a:ext>
            </a:extLst>
          </p:cNvPr>
          <p:cNvPicPr>
            <a:picLocks noGrp="1" noChangeAspect="1"/>
          </p:cNvPicPr>
          <p:nvPr>
            <p:ph type="pic" sz="quarter" idx="13"/>
          </p:nvPr>
        </p:nvPicPr>
        <p:blipFill>
          <a:blip r:embed="rId5"/>
          <a:srcRect l="20404" r="29649"/>
          <a:stretch>
            <a:fillRect/>
          </a:stretch>
        </p:blipFill>
        <p:spPr>
          <a:xfrm>
            <a:off x="7624831" y="10"/>
            <a:ext cx="4567169" cy="6857990"/>
          </a:xfrm>
          <a:prstGeom prst="rect">
            <a:avLst/>
          </a:prstGeom>
          <a:noFill/>
          <a:ln w="25400">
            <a:solidFill>
              <a:srgbClr val="000000"/>
            </a:solidFill>
          </a:ln>
        </p:spPr>
      </p:pic>
    </p:spTree>
    <p:extLst>
      <p:ext uri="{BB962C8B-B14F-4D97-AF65-F5344CB8AC3E}">
        <p14:creationId xmlns:p14="http://schemas.microsoft.com/office/powerpoint/2010/main" val="1324796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A43B3-56C4-9D20-CEEB-B88D122F2159}"/>
              </a:ext>
            </a:extLst>
          </p:cNvPr>
          <p:cNvSpPr>
            <a:spLocks noGrp="1"/>
          </p:cNvSpPr>
          <p:nvPr>
            <p:ph type="title"/>
          </p:nvPr>
        </p:nvSpPr>
        <p:spPr>
          <a:xfrm>
            <a:off x="612647" y="552478"/>
            <a:ext cx="6858000" cy="932688"/>
          </a:xfrm>
        </p:spPr>
        <p:txBody>
          <a:bodyPr anchor="b">
            <a:normAutofit/>
          </a:bodyPr>
          <a:lstStyle/>
          <a:p>
            <a:r>
              <a:rPr lang="en-US"/>
              <a:t>Household Water Filtration</a:t>
            </a:r>
          </a:p>
        </p:txBody>
      </p:sp>
      <p:sp>
        <p:nvSpPr>
          <p:cNvPr id="3" name="Content Placeholder 2">
            <a:extLst>
              <a:ext uri="{FF2B5EF4-FFF2-40B4-BE49-F238E27FC236}">
                <a16:creationId xmlns:a16="http://schemas.microsoft.com/office/drawing/2014/main" id="{E4313069-1BA9-ADCD-A786-8BE238DB25D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400" b="1" dirty="0"/>
              <a:t>Multi-stage Filtration Process</a:t>
            </a:r>
          </a:p>
          <a:p>
            <a:pPr marL="0" lvl="1" indent="0">
              <a:buFont typeface="Arial" panose="020B0604020202020204" pitchFamily="34" charset="0"/>
              <a:buNone/>
            </a:pPr>
            <a:r>
              <a:rPr lang="en-US" sz="1400" dirty="0"/>
              <a:t>Household systems use sand, gravel, activated charcoal, and ceramic filters for effective water purification.</a:t>
            </a:r>
          </a:p>
          <a:p>
            <a:pPr marL="0" indent="0">
              <a:spcBef>
                <a:spcPts val="2500"/>
              </a:spcBef>
              <a:buFont typeface="Arial" panose="020B0604020202020204" pitchFamily="34" charset="0"/>
              <a:buNone/>
            </a:pPr>
            <a:r>
              <a:rPr lang="en-US" sz="1400" b="1" dirty="0"/>
              <a:t>Activated Carbon Benefits</a:t>
            </a:r>
          </a:p>
          <a:p>
            <a:pPr marL="0" lvl="1" indent="0">
              <a:buFont typeface="Arial" panose="020B0604020202020204" pitchFamily="34" charset="0"/>
              <a:buNone/>
            </a:pPr>
            <a:r>
              <a:rPr lang="en-US" sz="1400" dirty="0"/>
              <a:t>Activated carbon removes chlorine, sediments, VOCs, and odors improving water quality significantly.</a:t>
            </a:r>
          </a:p>
          <a:p>
            <a:pPr marL="0" indent="0">
              <a:spcBef>
                <a:spcPts val="2500"/>
              </a:spcBef>
              <a:buFont typeface="Arial" panose="020B0604020202020204" pitchFamily="34" charset="0"/>
              <a:buNone/>
            </a:pPr>
            <a:r>
              <a:rPr lang="en-US" sz="1400" b="1" dirty="0"/>
              <a:t>Reverse Osmosis Removal</a:t>
            </a:r>
          </a:p>
          <a:p>
            <a:pPr marL="0" lvl="1" indent="0">
              <a:buFont typeface="Arial" panose="020B0604020202020204" pitchFamily="34" charset="0"/>
              <a:buNone/>
            </a:pPr>
            <a:r>
              <a:rPr lang="en-US" sz="1400" dirty="0"/>
              <a:t>Reverse osmosis systems effectively eliminate heavy metals, fluoride, and nitrates from drinking water.</a:t>
            </a:r>
          </a:p>
          <a:p>
            <a:pPr marL="0" indent="0">
              <a:spcBef>
                <a:spcPts val="2500"/>
              </a:spcBef>
              <a:buFont typeface="Arial" panose="020B0604020202020204" pitchFamily="34" charset="0"/>
              <a:buNone/>
            </a:pPr>
            <a:r>
              <a:rPr lang="en-US" sz="1400" b="1" dirty="0"/>
              <a:t>DIY Filtration Options</a:t>
            </a:r>
          </a:p>
          <a:p>
            <a:pPr marL="0" lvl="1" indent="0">
              <a:buFont typeface="Arial" panose="020B0604020202020204" pitchFamily="34" charset="0"/>
              <a:buNone/>
            </a:pPr>
            <a:r>
              <a:rPr lang="en-US" sz="1400" dirty="0"/>
              <a:t>Affordable DIY filters like bottle-based or gravity-fed provide point-of-use water purification solutions.</a:t>
            </a:r>
          </a:p>
          <a:p>
            <a:pPr marL="0" lvl="1" indent="0">
              <a:buNone/>
            </a:pPr>
            <a:endParaRPr lang="en-US" sz="1400" dirty="0"/>
          </a:p>
          <a:p>
            <a:pPr marL="0" lvl="1" indent="0">
              <a:buNone/>
            </a:pPr>
            <a:r>
              <a:rPr lang="en-US" sz="1100" b="1" u="sng" dirty="0">
                <a:solidFill>
                  <a:srgbClr val="38BDF8"/>
                </a:solidFill>
                <a:latin typeface="Arial"/>
                <a:cs typeface="Arial"/>
                <a:hlinkClick r:id="rId3"/>
              </a:rPr>
              <a:t>5-Stage DIY Filter</a:t>
            </a:r>
            <a:r>
              <a:rPr lang="en-US" sz="1100" dirty="0">
                <a:solidFill>
                  <a:srgbClr val="94A3B8"/>
                </a:solidFill>
                <a:latin typeface="Arial"/>
                <a:cs typeface="Arial"/>
              </a:rPr>
              <a:t> </a:t>
            </a:r>
            <a:r>
              <a:rPr lang="en-US" sz="1100">
                <a:solidFill>
                  <a:srgbClr val="94A3B8"/>
                </a:solidFill>
                <a:latin typeface="Arial"/>
                <a:cs typeface="Arial"/>
              </a:rPr>
              <a:t>| </a:t>
            </a:r>
            <a:r>
              <a:rPr lang="en-US" sz="1100" b="1" u="sng" dirty="0">
                <a:solidFill>
                  <a:srgbClr val="38BDF8"/>
                </a:solidFill>
                <a:latin typeface="Arial"/>
                <a:cs typeface="Arial"/>
                <a:hlinkClick r:id="rId4"/>
              </a:rPr>
              <a:t>Genius Quick Setup Filter</a:t>
            </a:r>
            <a:endParaRPr lang="en-US"/>
          </a:p>
        </p:txBody>
      </p:sp>
      <p:pic>
        <p:nvPicPr>
          <p:cNvPr id="5" name="Content Placeholder 4" descr="Empty jugs on filling machine">
            <a:extLst>
              <a:ext uri="{FF2B5EF4-FFF2-40B4-BE49-F238E27FC236}">
                <a16:creationId xmlns:a16="http://schemas.microsoft.com/office/drawing/2014/main" id="{C7171908-5BE6-4E6A-8FB9-E3B3B2FDBCED}"/>
              </a:ext>
            </a:extLst>
          </p:cNvPr>
          <p:cNvPicPr>
            <a:picLocks noGrp="1" noChangeAspect="1"/>
          </p:cNvPicPr>
          <p:nvPr>
            <p:ph type="pic" sz="quarter" idx="13"/>
          </p:nvPr>
        </p:nvPicPr>
        <p:blipFill>
          <a:blip r:embed="rId5"/>
          <a:srcRect l="25240" r="34851" b="-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39291080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2194E-8500-9083-68A2-F39C09A3429D}"/>
              </a:ext>
            </a:extLst>
          </p:cNvPr>
          <p:cNvSpPr>
            <a:spLocks noGrp="1"/>
          </p:cNvSpPr>
          <p:nvPr>
            <p:ph type="ctrTitle"/>
          </p:nvPr>
        </p:nvSpPr>
        <p:spPr>
          <a:xfrm>
            <a:off x="1522013" y="1282325"/>
            <a:ext cx="8893834" cy="3988550"/>
          </a:xfrm>
        </p:spPr>
        <p:txBody>
          <a:bodyPr anchor="ctr">
            <a:normAutofit/>
          </a:bodyPr>
          <a:lstStyle/>
          <a:p>
            <a:r>
              <a:rPr lang="en-US"/>
              <a:t>Sewage Treatment Plant (STP)</a:t>
            </a:r>
          </a:p>
        </p:txBody>
      </p:sp>
    </p:spTree>
    <p:extLst>
      <p:ext uri="{BB962C8B-B14F-4D97-AF65-F5344CB8AC3E}">
        <p14:creationId xmlns:p14="http://schemas.microsoft.com/office/powerpoint/2010/main" val="25577832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DB142-78E4-BC47-77BA-2A2C61B047A0}"/>
              </a:ext>
            </a:extLst>
          </p:cNvPr>
          <p:cNvSpPr>
            <a:spLocks noGrp="1"/>
          </p:cNvSpPr>
          <p:nvPr>
            <p:ph type="title"/>
          </p:nvPr>
        </p:nvSpPr>
        <p:spPr>
          <a:xfrm>
            <a:off x="612647" y="552478"/>
            <a:ext cx="6858000" cy="932688"/>
          </a:xfrm>
        </p:spPr>
        <p:txBody>
          <a:bodyPr anchor="b">
            <a:normAutofit/>
          </a:bodyPr>
          <a:lstStyle/>
          <a:p>
            <a:r>
              <a:rPr lang="en-US"/>
              <a:t>Overview and Stages</a:t>
            </a:r>
          </a:p>
        </p:txBody>
      </p:sp>
      <p:sp>
        <p:nvSpPr>
          <p:cNvPr id="3" name="Content Placeholder 2">
            <a:extLst>
              <a:ext uri="{FF2B5EF4-FFF2-40B4-BE49-F238E27FC236}">
                <a16:creationId xmlns:a16="http://schemas.microsoft.com/office/drawing/2014/main" id="{CDF79BF7-E546-9B68-EB1F-490720AC647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400" b="1" dirty="0"/>
              <a:t>Preliminary and Primary Treatment</a:t>
            </a:r>
          </a:p>
          <a:p>
            <a:pPr marL="0" lvl="1" indent="0">
              <a:buFont typeface="Arial" panose="020B0604020202020204" pitchFamily="34" charset="0"/>
              <a:buNone/>
            </a:pPr>
            <a:r>
              <a:rPr lang="en-US" sz="1400" dirty="0"/>
              <a:t>Initial stages remove large solids and grit, followed by sedimentation to separate sludge from wastewater.</a:t>
            </a:r>
          </a:p>
          <a:p>
            <a:pPr marL="0" indent="0">
              <a:spcBef>
                <a:spcPts val="2500"/>
              </a:spcBef>
              <a:buFont typeface="Arial" panose="020B0604020202020204" pitchFamily="34" charset="0"/>
              <a:buNone/>
            </a:pPr>
            <a:r>
              <a:rPr lang="en-US" sz="1400" b="1" dirty="0"/>
              <a:t>Secondary Biological Treatment</a:t>
            </a:r>
          </a:p>
          <a:p>
            <a:pPr marL="0" lvl="1" indent="0">
              <a:buFont typeface="Arial" panose="020B0604020202020204" pitchFamily="34" charset="0"/>
              <a:buNone/>
            </a:pPr>
            <a:r>
              <a:rPr lang="en-US" sz="1400" dirty="0"/>
              <a:t>Microorganisms biologically degrade organic matter to purify wastewater effectively.</a:t>
            </a:r>
          </a:p>
          <a:p>
            <a:pPr marL="0" indent="0">
              <a:spcBef>
                <a:spcPts val="2500"/>
              </a:spcBef>
              <a:buFont typeface="Arial" panose="020B0604020202020204" pitchFamily="34" charset="0"/>
              <a:buNone/>
            </a:pPr>
            <a:r>
              <a:rPr lang="en-US" sz="1400" b="1" dirty="0"/>
              <a:t>Tertiary Treatment and Disinfection</a:t>
            </a:r>
          </a:p>
          <a:p>
            <a:pPr marL="0" lvl="1" indent="0">
              <a:buFont typeface="Arial" panose="020B0604020202020204" pitchFamily="34" charset="0"/>
              <a:buNone/>
            </a:pPr>
            <a:r>
              <a:rPr lang="en-US" sz="1400" dirty="0"/>
              <a:t>Advanced nutrient removal and disinfection ensure the effluent is safe for discharge or reuse.</a:t>
            </a:r>
          </a:p>
          <a:p>
            <a:pPr marL="0" indent="0">
              <a:spcBef>
                <a:spcPts val="2500"/>
              </a:spcBef>
              <a:buFont typeface="Arial" panose="020B0604020202020204" pitchFamily="34" charset="0"/>
              <a:buNone/>
            </a:pPr>
            <a:r>
              <a:rPr lang="en-US" sz="1400" b="1" dirty="0"/>
              <a:t>Sludge Management</a:t>
            </a:r>
          </a:p>
          <a:p>
            <a:pPr marL="0" lvl="1" indent="0">
              <a:buFont typeface="Arial" panose="020B0604020202020204" pitchFamily="34" charset="0"/>
              <a:buNone/>
            </a:pPr>
            <a:r>
              <a:rPr lang="en-US" sz="1400" dirty="0"/>
              <a:t>Sludge is thickened, digested, dewatered, and disposed of safely to minimize environmental impact.</a:t>
            </a:r>
          </a:p>
          <a:p>
            <a:pPr marL="0" lvl="1" indent="0">
              <a:buNone/>
            </a:pPr>
            <a:endParaRPr lang="en-US" sz="1400" dirty="0"/>
          </a:p>
          <a:p>
            <a:pPr marL="0" lvl="1" indent="0">
              <a:buNone/>
            </a:pPr>
            <a:r>
              <a:rPr lang="en-US" sz="1100" b="1" u="sng" dirty="0">
                <a:solidFill>
                  <a:srgbClr val="38BDF8"/>
                </a:solidFill>
                <a:latin typeface="Arial"/>
                <a:cs typeface="Arial"/>
                <a:hlinkClick r:id="rId3"/>
              </a:rPr>
              <a:t>Sewage Treatment Animation</a:t>
            </a:r>
            <a:r>
              <a:rPr lang="en-US" sz="1100" dirty="0">
                <a:solidFill>
                  <a:srgbClr val="94A3B8"/>
                </a:solidFill>
                <a:latin typeface="Arial"/>
                <a:cs typeface="Arial"/>
              </a:rPr>
              <a:t> | </a:t>
            </a:r>
            <a:r>
              <a:rPr lang="en-US" sz="1100" b="1" u="sng" dirty="0">
                <a:solidFill>
                  <a:srgbClr val="38BDF8"/>
                </a:solidFill>
                <a:latin typeface="Arial"/>
                <a:cs typeface="Arial"/>
                <a:hlinkClick r:id="rId4"/>
              </a:rPr>
              <a:t>How STP Works</a:t>
            </a:r>
            <a:endParaRPr lang="en-US"/>
          </a:p>
        </p:txBody>
      </p:sp>
      <p:pic>
        <p:nvPicPr>
          <p:cNvPr id="5" name="Content Placeholder 4" descr="Shiny pyramid greenhouse sustainable growth and finance concept">
            <a:extLst>
              <a:ext uri="{FF2B5EF4-FFF2-40B4-BE49-F238E27FC236}">
                <a16:creationId xmlns:a16="http://schemas.microsoft.com/office/drawing/2014/main" id="{42CAC20F-42DD-4DB3-9E48-2644CA8BF4FD}"/>
              </a:ext>
            </a:extLst>
          </p:cNvPr>
          <p:cNvPicPr>
            <a:picLocks noGrp="1" noChangeAspect="1"/>
          </p:cNvPicPr>
          <p:nvPr>
            <p:ph type="pic" sz="quarter" idx="13"/>
          </p:nvPr>
        </p:nvPicPr>
        <p:blipFill>
          <a:blip r:embed="rId5"/>
          <a:srcRect l="44490" r="15601" b="-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72890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ED6B9-885B-22C5-0842-64DD1ED015DD}"/>
              </a:ext>
            </a:extLst>
          </p:cNvPr>
          <p:cNvSpPr>
            <a:spLocks noGrp="1"/>
          </p:cNvSpPr>
          <p:nvPr>
            <p:ph type="title"/>
          </p:nvPr>
        </p:nvSpPr>
        <p:spPr>
          <a:xfrm>
            <a:off x="612647" y="552478"/>
            <a:ext cx="6858000" cy="932688"/>
          </a:xfrm>
        </p:spPr>
        <p:txBody>
          <a:bodyPr anchor="b">
            <a:normAutofit/>
          </a:bodyPr>
          <a:lstStyle/>
          <a:p>
            <a:r>
              <a:rPr lang="en-US" sz="2800"/>
              <a:t>Primary, Secondary, and Tertiary Treatment</a:t>
            </a:r>
          </a:p>
        </p:txBody>
      </p:sp>
      <p:sp>
        <p:nvSpPr>
          <p:cNvPr id="3" name="Content Placeholder 2">
            <a:extLst>
              <a:ext uri="{FF2B5EF4-FFF2-40B4-BE49-F238E27FC236}">
                <a16:creationId xmlns:a16="http://schemas.microsoft.com/office/drawing/2014/main" id="{EDC7D558-48A4-BD43-63F0-FB966808186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400" b="1" dirty="0"/>
              <a:t>Primary Treatment Basics</a:t>
            </a:r>
          </a:p>
          <a:p>
            <a:pPr marL="0" lvl="1" indent="0">
              <a:buFont typeface="Arial" panose="020B0604020202020204" pitchFamily="34" charset="0"/>
              <a:buNone/>
            </a:pPr>
            <a:r>
              <a:rPr lang="en-US" sz="1400" dirty="0"/>
              <a:t>Removes large debris and sediments via screening and sedimentation, reducing BOD by around 30%.</a:t>
            </a:r>
          </a:p>
          <a:p>
            <a:pPr marL="0" indent="0">
              <a:spcBef>
                <a:spcPts val="2500"/>
              </a:spcBef>
              <a:buFont typeface="Arial" panose="020B0604020202020204" pitchFamily="34" charset="0"/>
              <a:buNone/>
            </a:pPr>
            <a:r>
              <a:rPr lang="en-US" sz="1400" b="1" dirty="0"/>
              <a:t>Secondary Biological Treatment</a:t>
            </a:r>
          </a:p>
          <a:p>
            <a:pPr marL="0" lvl="1" indent="0">
              <a:buFont typeface="Arial" panose="020B0604020202020204" pitchFamily="34" charset="0"/>
              <a:buNone/>
            </a:pPr>
            <a:r>
              <a:rPr lang="en-US" sz="1400" dirty="0"/>
              <a:t>Uses biological processes like activated sludge and trickling filters to break down organics reducing BOD by 85–90%.</a:t>
            </a:r>
          </a:p>
          <a:p>
            <a:pPr marL="0" indent="0">
              <a:spcBef>
                <a:spcPts val="2500"/>
              </a:spcBef>
              <a:buFont typeface="Arial" panose="020B0604020202020204" pitchFamily="34" charset="0"/>
              <a:buNone/>
            </a:pPr>
            <a:r>
              <a:rPr lang="en-US" sz="1400" b="1" dirty="0"/>
              <a:t>Tertiary Advanced Treatment</a:t>
            </a:r>
          </a:p>
          <a:p>
            <a:pPr marL="0" lvl="1" indent="0">
              <a:buFont typeface="Arial" panose="020B0604020202020204" pitchFamily="34" charset="0"/>
              <a:buNone/>
            </a:pPr>
            <a:r>
              <a:rPr lang="en-US" sz="1400" dirty="0"/>
              <a:t>Employs advanced methods such as UV or chlorine disinfection to remove nutrients and pathogens effectively.</a:t>
            </a:r>
          </a:p>
          <a:p>
            <a:pPr marL="0" indent="0">
              <a:spcBef>
                <a:spcPts val="2500"/>
              </a:spcBef>
              <a:buFont typeface="Arial" panose="020B0604020202020204" pitchFamily="34" charset="0"/>
              <a:buNone/>
            </a:pPr>
            <a:r>
              <a:rPr lang="en-US" sz="1400" b="1" dirty="0"/>
              <a:t>Sludge Management</a:t>
            </a:r>
          </a:p>
          <a:p>
            <a:pPr marL="0" lvl="1" indent="0">
              <a:buFont typeface="Arial" panose="020B0604020202020204" pitchFamily="34" charset="0"/>
              <a:buNone/>
            </a:pPr>
            <a:r>
              <a:rPr lang="en-US" sz="1400" dirty="0"/>
              <a:t>Stabilizes and disposes sludge safely to minimize environmental impact during wastewater treatment.</a:t>
            </a:r>
          </a:p>
          <a:p>
            <a:pPr marL="0" lvl="1" indent="0">
              <a:buNone/>
            </a:pPr>
            <a:endParaRPr lang="en-US" sz="1400" dirty="0"/>
          </a:p>
          <a:p>
            <a:pPr marL="0" lvl="1" indent="0">
              <a:buNone/>
            </a:pPr>
            <a:r>
              <a:rPr lang="en-US" sz="1100" b="1" u="sng" dirty="0">
                <a:solidFill>
                  <a:srgbClr val="38BDF8"/>
                </a:solidFill>
                <a:latin typeface="Arial"/>
                <a:cs typeface="Arial"/>
                <a:hlinkClick r:id="rId3"/>
              </a:rPr>
              <a:t>STP Process Animation</a:t>
            </a:r>
            <a:r>
              <a:rPr lang="en-US" sz="1100" b="1" u="sng">
                <a:solidFill>
                  <a:srgbClr val="38BDF8"/>
                </a:solidFill>
                <a:latin typeface="Arial"/>
                <a:cs typeface="Arial"/>
              </a:rPr>
              <a:t>, </a:t>
            </a:r>
            <a:r>
              <a:rPr lang="en-US" sz="1100" b="1" u="sng" dirty="0">
                <a:solidFill>
                  <a:srgbClr val="38BDF8"/>
                </a:solidFill>
                <a:latin typeface="Arial"/>
                <a:cs typeface="Arial"/>
                <a:hlinkClick r:id="rId4"/>
              </a:rPr>
              <a:t>Full STP Process Video</a:t>
            </a:r>
            <a:endParaRPr lang="en-US"/>
          </a:p>
        </p:txBody>
      </p:sp>
      <p:pic>
        <p:nvPicPr>
          <p:cNvPr id="5" name="Content Placeholder 4" descr="Aerial View of Sewage Treatment Plant - Waste Water Purification Plant in Autumn.">
            <a:extLst>
              <a:ext uri="{FF2B5EF4-FFF2-40B4-BE49-F238E27FC236}">
                <a16:creationId xmlns:a16="http://schemas.microsoft.com/office/drawing/2014/main" id="{EF674DBC-D6DE-4D51-9B34-025972262737}"/>
              </a:ext>
            </a:extLst>
          </p:cNvPr>
          <p:cNvPicPr>
            <a:picLocks noGrp="1" noChangeAspect="1"/>
          </p:cNvPicPr>
          <p:nvPr>
            <p:ph type="pic" sz="quarter" idx="13"/>
          </p:nvPr>
        </p:nvPicPr>
        <p:blipFill>
          <a:blip r:embed="rId5"/>
          <a:srcRect l="27417" r="32824"/>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23279007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03B6E-6C69-1D4F-DF15-1738B2C935A0}"/>
              </a:ext>
            </a:extLst>
          </p:cNvPr>
          <p:cNvSpPr>
            <a:spLocks noGrp="1"/>
          </p:cNvSpPr>
          <p:nvPr>
            <p:ph type="ctrTitle"/>
          </p:nvPr>
        </p:nvSpPr>
        <p:spPr>
          <a:xfrm>
            <a:off x="1522013" y="1282325"/>
            <a:ext cx="8893834" cy="3988550"/>
          </a:xfrm>
        </p:spPr>
        <p:txBody>
          <a:bodyPr anchor="ctr">
            <a:normAutofit/>
          </a:bodyPr>
          <a:lstStyle/>
          <a:p>
            <a:r>
              <a:rPr lang="en-US"/>
              <a:t>Key Filter Comparison and Summary</a:t>
            </a:r>
          </a:p>
        </p:txBody>
      </p:sp>
    </p:spTree>
    <p:extLst>
      <p:ext uri="{BB962C8B-B14F-4D97-AF65-F5344CB8AC3E}">
        <p14:creationId xmlns:p14="http://schemas.microsoft.com/office/powerpoint/2010/main" val="17006975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9F54-884F-F2DE-3B8C-83FD46789426}"/>
              </a:ext>
            </a:extLst>
          </p:cNvPr>
          <p:cNvSpPr>
            <a:spLocks noGrp="1"/>
          </p:cNvSpPr>
          <p:nvPr>
            <p:ph type="title"/>
          </p:nvPr>
        </p:nvSpPr>
        <p:spPr>
          <a:xfrm>
            <a:off x="612648" y="706802"/>
            <a:ext cx="4672584" cy="1269482"/>
          </a:xfrm>
        </p:spPr>
        <p:txBody>
          <a:bodyPr anchor="t">
            <a:normAutofit/>
          </a:bodyPr>
          <a:lstStyle/>
          <a:p>
            <a:r>
              <a:rPr lang="en-US"/>
              <a:t>Filter Types and Applications</a:t>
            </a:r>
          </a:p>
        </p:txBody>
      </p:sp>
      <p:pic>
        <p:nvPicPr>
          <p:cNvPr id="5" name="Content Placeholder 4" descr="Pumps in a deaeration system in a biofuel cogeneration plant">
            <a:extLst>
              <a:ext uri="{FF2B5EF4-FFF2-40B4-BE49-F238E27FC236}">
                <a16:creationId xmlns:a16="http://schemas.microsoft.com/office/drawing/2014/main" id="{E91360B9-186C-428B-A94E-ADE69083F150}"/>
              </a:ext>
            </a:extLst>
          </p:cNvPr>
          <p:cNvPicPr>
            <a:picLocks noGrp="1" noChangeAspect="1"/>
          </p:cNvPicPr>
          <p:nvPr>
            <p:ph type="pic" sz="quarter" idx="15"/>
          </p:nvPr>
        </p:nvPicPr>
        <p:blipFill>
          <a:blip r:embed="rId3"/>
          <a:stretch/>
        </p:blipFill>
        <p:spPr>
          <a:xfrm>
            <a:off x="609599" y="2572551"/>
            <a:ext cx="4488792" cy="2996268"/>
          </a:xfrm>
          <a:prstGeom prst="rect">
            <a:avLst/>
          </a:prstGeom>
          <a:noFill/>
          <a:ln w="25400">
            <a:solidFill>
              <a:srgbClr val="000000"/>
            </a:solidFill>
          </a:ln>
        </p:spPr>
      </p:pic>
      <p:sp>
        <p:nvSpPr>
          <p:cNvPr id="3" name="Content Placeholder 2">
            <a:extLst>
              <a:ext uri="{FF2B5EF4-FFF2-40B4-BE49-F238E27FC236}">
                <a16:creationId xmlns:a16="http://schemas.microsoft.com/office/drawing/2014/main" id="{FAE40087-270A-6E7A-900F-7DCE9950E1C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sz="1400" b="1"/>
              <a:t>Slow Sand Filters</a:t>
            </a:r>
          </a:p>
          <a:p>
            <a:pPr marL="0" lvl="1" indent="0">
              <a:buFont typeface="Arial" panose="020B0604020202020204" pitchFamily="34" charset="0"/>
              <a:buNone/>
            </a:pPr>
            <a:r>
              <a:rPr lang="en-US" sz="1400"/>
              <a:t>Slow Sand Filters use biological processes to remove pathogens with 90–99% efficiency, ideal for remote areas.</a:t>
            </a:r>
          </a:p>
          <a:p>
            <a:pPr marL="0" indent="0">
              <a:spcBef>
                <a:spcPts val="2500"/>
              </a:spcBef>
              <a:buFont typeface="Arial" panose="020B0604020202020204" pitchFamily="34" charset="0"/>
              <a:buNone/>
            </a:pPr>
            <a:r>
              <a:rPr lang="en-US" sz="1400" b="1"/>
              <a:t>Rapid Sand Filters</a:t>
            </a:r>
          </a:p>
          <a:p>
            <a:pPr marL="0" lvl="1" indent="0">
              <a:buFont typeface="Arial" panose="020B0604020202020204" pitchFamily="34" charset="0"/>
              <a:buNone/>
            </a:pPr>
            <a:r>
              <a:rPr lang="en-US" sz="1400"/>
              <a:t>Rapid Sand Filters treat water faster using chemical pre-treatment, suitable for urban areas but require frequent maintenance.</a:t>
            </a:r>
          </a:p>
          <a:p>
            <a:pPr marL="0" indent="0">
              <a:spcBef>
                <a:spcPts val="2500"/>
              </a:spcBef>
              <a:buFont typeface="Arial" panose="020B0604020202020204" pitchFamily="34" charset="0"/>
              <a:buNone/>
            </a:pPr>
            <a:r>
              <a:rPr lang="en-US" sz="1400" b="1"/>
              <a:t>Household Filters</a:t>
            </a:r>
          </a:p>
          <a:p>
            <a:pPr marL="0" lvl="1" indent="0">
              <a:buFont typeface="Arial" panose="020B0604020202020204" pitchFamily="34" charset="0"/>
              <a:buNone/>
            </a:pPr>
            <a:r>
              <a:rPr lang="en-US" sz="1400"/>
              <a:t>Household filters are portable multi-stage systems designed for point-of-use water purification.</a:t>
            </a:r>
          </a:p>
          <a:p>
            <a:pPr marL="0" indent="0">
              <a:spcBef>
                <a:spcPts val="2500"/>
              </a:spcBef>
              <a:buFont typeface="Arial" panose="020B0604020202020204" pitchFamily="34" charset="0"/>
              <a:buNone/>
            </a:pPr>
            <a:r>
              <a:rPr lang="en-US" sz="1400" b="1"/>
              <a:t>Solar-Powered Systems</a:t>
            </a:r>
          </a:p>
          <a:p>
            <a:pPr marL="0" lvl="1" indent="0">
              <a:buFont typeface="Arial" panose="020B0604020202020204" pitchFamily="34" charset="0"/>
              <a:buNone/>
            </a:pPr>
            <a:r>
              <a:rPr lang="en-US" sz="1400"/>
              <a:t>Solar-powered filtration ensures sustainable water treatment in off-grid locations using renewable energy.</a:t>
            </a:r>
          </a:p>
        </p:txBody>
      </p:sp>
    </p:spTree>
    <p:extLst>
      <p:ext uri="{BB962C8B-B14F-4D97-AF65-F5344CB8AC3E}">
        <p14:creationId xmlns:p14="http://schemas.microsoft.com/office/powerpoint/2010/main" val="512803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D153C-4ADD-C3B6-805F-76B55858384A}"/>
              </a:ext>
            </a:extLst>
          </p:cNvPr>
          <p:cNvSpPr>
            <a:spLocks noGrp="1"/>
          </p:cNvSpPr>
          <p:nvPr>
            <p:ph type="title"/>
          </p:nvPr>
        </p:nvSpPr>
        <p:spPr>
          <a:xfrm>
            <a:off x="1305332" y="1388700"/>
            <a:ext cx="2480605" cy="3908620"/>
          </a:xfrm>
        </p:spPr>
        <p:txBody>
          <a:bodyPr anchor="ctr">
            <a:normAutofit/>
          </a:bodyPr>
          <a:lstStyle/>
          <a:p>
            <a:r>
              <a:rPr lang="en-US" dirty="0"/>
              <a:t>Thank you</a:t>
            </a:r>
          </a:p>
        </p:txBody>
      </p:sp>
      <p:pic>
        <p:nvPicPr>
          <p:cNvPr id="12" name="Picture 11" descr="Aerial view of a highway near the ocean">
            <a:extLst>
              <a:ext uri="{FF2B5EF4-FFF2-40B4-BE49-F238E27FC236}">
                <a16:creationId xmlns:a16="http://schemas.microsoft.com/office/drawing/2014/main" id="{C484EBEA-86D6-E83D-153F-BF92B49F72A7}"/>
              </a:ext>
            </a:extLst>
          </p:cNvPr>
          <p:cNvPicPr>
            <a:picLocks noChangeAspect="1"/>
          </p:cNvPicPr>
          <p:nvPr/>
        </p:nvPicPr>
        <p:blipFill>
          <a:blip r:embed="rId2"/>
          <a:srcRect l="7243" r="1699"/>
          <a:stretch>
            <a:fillRect/>
          </a:stretch>
        </p:blipFill>
        <p:spPr>
          <a:xfrm>
            <a:off x="5206945" y="805937"/>
            <a:ext cx="6369358" cy="5246126"/>
          </a:xfrm>
          <a:prstGeom prst="rect">
            <a:avLst/>
          </a:prstGeom>
          <a:noFill/>
        </p:spPr>
      </p:pic>
    </p:spTree>
    <p:extLst>
      <p:ext uri="{BB962C8B-B14F-4D97-AF65-F5344CB8AC3E}">
        <p14:creationId xmlns:p14="http://schemas.microsoft.com/office/powerpoint/2010/main" val="3797845280"/>
      </p:ext>
    </p:extLst>
  </p:cSld>
  <p:clrMapOvr>
    <a:masterClrMapping/>
  </p:clrMapOvr>
</p:sld>
</file>

<file path=ppt/theme/theme1.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C1B1D1-0368-4ED3-8004-0F946C56E5DB}">
  <ds:schemaRefs>
    <ds:schemaRef ds:uri="http://schemas.microsoft.com/sharepoint/v3"/>
    <ds:schemaRef ds:uri="http://schemas.microsoft.com/office/2006/documentManagement/types"/>
    <ds:schemaRef ds:uri="http://purl.org/dc/terms/"/>
    <ds:schemaRef ds:uri="71af3243-3dd4-4a8d-8c0d-dd76da1f02a5"/>
    <ds:schemaRef ds:uri="http://purl.org/dc/elements/1.1/"/>
    <ds:schemaRef ds:uri="http://purl.org/dc/dcmitype/"/>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1F3D192A-84D9-4592-8CD0-04B2096CE0AE}">
  <ds:schemaRefs>
    <ds:schemaRef ds:uri="http://schemas.microsoft.com/sharepoint/v3/contenttype/forms"/>
  </ds:schemaRefs>
</ds:datastoreItem>
</file>

<file path=customXml/itemProps3.xml><?xml version="1.0" encoding="utf-8"?>
<ds:datastoreItem xmlns:ds="http://schemas.openxmlformats.org/officeDocument/2006/customXml" ds:itemID="{ACDF21CE-F94D-4E7A-9B41-689023E47C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71</TotalTime>
  <Words>4</Words>
  <Application>Microsoft Office PowerPoint</Application>
  <PresentationFormat>Widescreen</PresentationFormat>
  <Paragraphs>2</Paragraphs>
  <Slides>19</Slides>
  <Notes>18</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Chalcot</vt:lpstr>
      <vt:lpstr>Water and Sewage Treatment Guide</vt:lpstr>
      <vt:lpstr>Water &amp; Sewage Treatment Overview</vt:lpstr>
      <vt:lpstr>From Source to Safe Disposal</vt:lpstr>
      <vt:lpstr>Slow Sand Filter (SSF)</vt:lpstr>
      <vt:lpstr>Process and Efficiency</vt:lpstr>
      <vt:lpstr>Rapid Sand Filter (RSF)</vt:lpstr>
      <vt:lpstr>Process and Operational Features</vt:lpstr>
      <vt:lpstr>SSF vs RSF Comparison</vt:lpstr>
      <vt:lpstr>Operational Parameters •Comparison Video</vt:lpstr>
      <vt:lpstr>Practical Comparison  Comparison Video | SSF Demo | RSF Animation</vt:lpstr>
      <vt:lpstr>Advanced and Household Filtration</vt:lpstr>
      <vt:lpstr>Solar-Powered Water Filtration</vt:lpstr>
      <vt:lpstr>Household Water Filtration</vt:lpstr>
      <vt:lpstr>Sewage Treatment Plant (STP)</vt:lpstr>
      <vt:lpstr>Overview and Stages</vt:lpstr>
      <vt:lpstr>Primary, Secondary, and Tertiary Treatment</vt:lpstr>
      <vt:lpstr>Key Filter Comparison and Summary</vt:lpstr>
      <vt:lpstr>Filter Types and Applications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35</cp:revision>
  <dcterms:created xsi:type="dcterms:W3CDTF">2024-06-26T20:20:27Z</dcterms:created>
  <dcterms:modified xsi:type="dcterms:W3CDTF">2025-11-24T08:26:26Z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