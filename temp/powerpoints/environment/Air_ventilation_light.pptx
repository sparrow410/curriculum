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7" r:id="rId14"/>
    <p:sldId id="269" r:id="rId15"/>
    <p:sldId id="270" r:id="rId16"/>
    <p:sldId id="271" r:id="rId17"/>
    <p:sldId id="272" r:id="rId18"/>
    <p:sldId id="274" r:id="rId19"/>
    <p:sldId id="275" r:id="rId20"/>
    <p:sldId id="276" r:id="rId21"/>
    <p:sldId id="277" r:id="rId22"/>
    <p:sldId id="278" r:id="rId23"/>
    <p:sldId id="279"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9F4D9D-282A-49D2-A922-307B5E3884BF}" v="7" dt="2024-07-10T21:04:58.5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71" autoAdjust="0"/>
    <p:restoredTop sz="94660"/>
  </p:normalViewPr>
  <p:slideViewPr>
    <p:cSldViewPr snapToGrid="0">
      <p:cViewPr>
        <p:scale>
          <a:sx n="75" d="100"/>
          <a:sy n="75" d="100"/>
        </p:scale>
        <p:origin x="-186" y="10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kul maheshwari" userId="12cb43e2ca5f0d2c" providerId="LiveId" clId="{D69F4D9D-282A-49D2-A922-307B5E3884BF}"/>
    <pc:docChg chg="undo custSel addSld delSld modSld">
      <pc:chgData name="mukul maheshwari" userId="12cb43e2ca5f0d2c" providerId="LiveId" clId="{D69F4D9D-282A-49D2-A922-307B5E3884BF}" dt="2024-07-10T21:28:45.994" v="1341" actId="26606"/>
      <pc:docMkLst>
        <pc:docMk/>
      </pc:docMkLst>
      <pc:sldChg chg="modSp new mod">
        <pc:chgData name="mukul maheshwari" userId="12cb43e2ca5f0d2c" providerId="LiveId" clId="{D69F4D9D-282A-49D2-A922-307B5E3884BF}" dt="2024-07-10T19:44:43.185" v="4" actId="16037"/>
        <pc:sldMkLst>
          <pc:docMk/>
          <pc:sldMk cId="2744714626" sldId="256"/>
        </pc:sldMkLst>
        <pc:spChg chg="mod">
          <ac:chgData name="mukul maheshwari" userId="12cb43e2ca5f0d2c" providerId="LiveId" clId="{D69F4D9D-282A-49D2-A922-307B5E3884BF}" dt="2024-07-10T19:44:43.185" v="4" actId="16037"/>
          <ac:spMkLst>
            <pc:docMk/>
            <pc:sldMk cId="2744714626" sldId="256"/>
            <ac:spMk id="2" creationId="{589E9FDC-5F14-1ED2-1264-B053D0F85E25}"/>
          </ac:spMkLst>
        </pc:spChg>
      </pc:sldChg>
      <pc:sldChg chg="modSp new mod">
        <pc:chgData name="mukul maheshwari" userId="12cb43e2ca5f0d2c" providerId="LiveId" clId="{D69F4D9D-282A-49D2-A922-307B5E3884BF}" dt="2024-07-10T19:46:42.875" v="44" actId="20577"/>
        <pc:sldMkLst>
          <pc:docMk/>
          <pc:sldMk cId="1955170148" sldId="257"/>
        </pc:sldMkLst>
        <pc:spChg chg="mod">
          <ac:chgData name="mukul maheshwari" userId="12cb43e2ca5f0d2c" providerId="LiveId" clId="{D69F4D9D-282A-49D2-A922-307B5E3884BF}" dt="2024-07-10T19:44:53.813" v="25" actId="20577"/>
          <ac:spMkLst>
            <pc:docMk/>
            <pc:sldMk cId="1955170148" sldId="257"/>
            <ac:spMk id="2" creationId="{CC2944A0-9836-B805-0602-F0262BA631F9}"/>
          </ac:spMkLst>
        </pc:spChg>
        <pc:spChg chg="mod">
          <ac:chgData name="mukul maheshwari" userId="12cb43e2ca5f0d2c" providerId="LiveId" clId="{D69F4D9D-282A-49D2-A922-307B5E3884BF}" dt="2024-07-10T19:46:42.875" v="44" actId="20577"/>
          <ac:spMkLst>
            <pc:docMk/>
            <pc:sldMk cId="1955170148" sldId="257"/>
            <ac:spMk id="3" creationId="{80BDEF7C-DA78-A52D-85D0-1C5128AB7FD6}"/>
          </ac:spMkLst>
        </pc:spChg>
      </pc:sldChg>
      <pc:sldChg chg="modSp new mod">
        <pc:chgData name="mukul maheshwari" userId="12cb43e2ca5f0d2c" providerId="LiveId" clId="{D69F4D9D-282A-49D2-A922-307B5E3884BF}" dt="2024-07-10T19:52:17.005" v="151" actId="15"/>
        <pc:sldMkLst>
          <pc:docMk/>
          <pc:sldMk cId="1275130771" sldId="258"/>
        </pc:sldMkLst>
        <pc:spChg chg="mod">
          <ac:chgData name="mukul maheshwari" userId="12cb43e2ca5f0d2c" providerId="LiveId" clId="{D69F4D9D-282A-49D2-A922-307B5E3884BF}" dt="2024-07-10T19:46:50.742" v="61" actId="20577"/>
          <ac:spMkLst>
            <pc:docMk/>
            <pc:sldMk cId="1275130771" sldId="258"/>
            <ac:spMk id="2" creationId="{D0BF9E73-C631-9CCD-820F-2A61F91F52F5}"/>
          </ac:spMkLst>
        </pc:spChg>
        <pc:spChg chg="mod">
          <ac:chgData name="mukul maheshwari" userId="12cb43e2ca5f0d2c" providerId="LiveId" clId="{D69F4D9D-282A-49D2-A922-307B5E3884BF}" dt="2024-07-10T19:52:17.005" v="151" actId="15"/>
          <ac:spMkLst>
            <pc:docMk/>
            <pc:sldMk cId="1275130771" sldId="258"/>
            <ac:spMk id="3" creationId="{D6A3EC52-9D26-13F2-D49E-7FABF4324660}"/>
          </ac:spMkLst>
        </pc:spChg>
      </pc:sldChg>
      <pc:sldChg chg="modSp add mod">
        <pc:chgData name="mukul maheshwari" userId="12cb43e2ca5f0d2c" providerId="LiveId" clId="{D69F4D9D-282A-49D2-A922-307B5E3884BF}" dt="2024-07-10T19:52:06.032" v="148" actId="27636"/>
        <pc:sldMkLst>
          <pc:docMk/>
          <pc:sldMk cId="641769800" sldId="259"/>
        </pc:sldMkLst>
        <pc:spChg chg="mod">
          <ac:chgData name="mukul maheshwari" userId="12cb43e2ca5f0d2c" providerId="LiveId" clId="{D69F4D9D-282A-49D2-A922-307B5E3884BF}" dt="2024-07-10T19:52:06.032" v="148" actId="27636"/>
          <ac:spMkLst>
            <pc:docMk/>
            <pc:sldMk cId="641769800" sldId="259"/>
            <ac:spMk id="3" creationId="{D6A3EC52-9D26-13F2-D49E-7FABF4324660}"/>
          </ac:spMkLst>
        </pc:spChg>
      </pc:sldChg>
      <pc:sldChg chg="modSp new mod">
        <pc:chgData name="mukul maheshwari" userId="12cb43e2ca5f0d2c" providerId="LiveId" clId="{D69F4D9D-282A-49D2-A922-307B5E3884BF}" dt="2024-07-10T19:57:39.362" v="242" actId="20577"/>
        <pc:sldMkLst>
          <pc:docMk/>
          <pc:sldMk cId="1869574016" sldId="260"/>
        </pc:sldMkLst>
        <pc:spChg chg="mod">
          <ac:chgData name="mukul maheshwari" userId="12cb43e2ca5f0d2c" providerId="LiveId" clId="{D69F4D9D-282A-49D2-A922-307B5E3884BF}" dt="2024-07-10T19:53:25.754" v="162" actId="20577"/>
          <ac:spMkLst>
            <pc:docMk/>
            <pc:sldMk cId="1869574016" sldId="260"/>
            <ac:spMk id="2" creationId="{A6DEDAB8-BE1D-89C0-DA2B-B7F1FF7ABE13}"/>
          </ac:spMkLst>
        </pc:spChg>
        <pc:spChg chg="mod">
          <ac:chgData name="mukul maheshwari" userId="12cb43e2ca5f0d2c" providerId="LiveId" clId="{D69F4D9D-282A-49D2-A922-307B5E3884BF}" dt="2024-07-10T19:57:39.362" v="242" actId="20577"/>
          <ac:spMkLst>
            <pc:docMk/>
            <pc:sldMk cId="1869574016" sldId="260"/>
            <ac:spMk id="3" creationId="{D20C2E4F-2378-903F-5D62-AF915168894C}"/>
          </ac:spMkLst>
        </pc:spChg>
      </pc:sldChg>
      <pc:sldChg chg="modSp new mod">
        <pc:chgData name="mukul maheshwari" userId="12cb43e2ca5f0d2c" providerId="LiveId" clId="{D69F4D9D-282A-49D2-A922-307B5E3884BF}" dt="2024-07-10T20:03:06.406" v="324" actId="20577"/>
        <pc:sldMkLst>
          <pc:docMk/>
          <pc:sldMk cId="1392826349" sldId="261"/>
        </pc:sldMkLst>
        <pc:spChg chg="mod">
          <ac:chgData name="mukul maheshwari" userId="12cb43e2ca5f0d2c" providerId="LiveId" clId="{D69F4D9D-282A-49D2-A922-307B5E3884BF}" dt="2024-07-10T19:57:55.981" v="270" actId="20577"/>
          <ac:spMkLst>
            <pc:docMk/>
            <pc:sldMk cId="1392826349" sldId="261"/>
            <ac:spMk id="2" creationId="{A4497A6B-C72E-92AD-3049-34E0079E2FAE}"/>
          </ac:spMkLst>
        </pc:spChg>
        <pc:spChg chg="mod">
          <ac:chgData name="mukul maheshwari" userId="12cb43e2ca5f0d2c" providerId="LiveId" clId="{D69F4D9D-282A-49D2-A922-307B5E3884BF}" dt="2024-07-10T20:03:06.406" v="324" actId="20577"/>
          <ac:spMkLst>
            <pc:docMk/>
            <pc:sldMk cId="1392826349" sldId="261"/>
            <ac:spMk id="3" creationId="{80F3872F-F90D-9C9C-D43D-0D3D9B49F44E}"/>
          </ac:spMkLst>
        </pc:spChg>
      </pc:sldChg>
      <pc:sldChg chg="addSp modSp new mod setBg">
        <pc:chgData name="mukul maheshwari" userId="12cb43e2ca5f0d2c" providerId="LiveId" clId="{D69F4D9D-282A-49D2-A922-307B5E3884BF}" dt="2024-07-10T20:17:17.178" v="457" actId="403"/>
        <pc:sldMkLst>
          <pc:docMk/>
          <pc:sldMk cId="1097481971" sldId="262"/>
        </pc:sldMkLst>
        <pc:spChg chg="mod">
          <ac:chgData name="mukul maheshwari" userId="12cb43e2ca5f0d2c" providerId="LiveId" clId="{D69F4D9D-282A-49D2-A922-307B5E3884BF}" dt="2024-07-10T20:17:06.624" v="453" actId="1076"/>
          <ac:spMkLst>
            <pc:docMk/>
            <pc:sldMk cId="1097481971" sldId="262"/>
            <ac:spMk id="2" creationId="{E44DC1F0-7CF2-471E-751B-65B90F8554AA}"/>
          </ac:spMkLst>
        </pc:spChg>
        <pc:spChg chg="mod">
          <ac:chgData name="mukul maheshwari" userId="12cb43e2ca5f0d2c" providerId="LiveId" clId="{D69F4D9D-282A-49D2-A922-307B5E3884BF}" dt="2024-07-10T20:17:17.178" v="457" actId="403"/>
          <ac:spMkLst>
            <pc:docMk/>
            <pc:sldMk cId="1097481971" sldId="262"/>
            <ac:spMk id="3" creationId="{C1205987-060E-CC67-377C-3DAF3F3E43D9}"/>
          </ac:spMkLst>
        </pc:spChg>
        <pc:spChg chg="add">
          <ac:chgData name="mukul maheshwari" userId="12cb43e2ca5f0d2c" providerId="LiveId" clId="{D69F4D9D-282A-49D2-A922-307B5E3884BF}" dt="2024-07-10T20:16:54.594" v="450" actId="26606"/>
          <ac:spMkLst>
            <pc:docMk/>
            <pc:sldMk cId="1097481971" sldId="262"/>
            <ac:spMk id="1031" creationId="{D1D34770-47A8-402C-AF23-2B653F2D88C1}"/>
          </ac:spMkLst>
        </pc:spChg>
        <pc:picChg chg="add mod">
          <ac:chgData name="mukul maheshwari" userId="12cb43e2ca5f0d2c" providerId="LiveId" clId="{D69F4D9D-282A-49D2-A922-307B5E3884BF}" dt="2024-07-10T20:16:54.594" v="450" actId="26606"/>
          <ac:picMkLst>
            <pc:docMk/>
            <pc:sldMk cId="1097481971" sldId="262"/>
            <ac:picMk id="1026" creationId="{E828DE9C-3201-9AD6-97A8-CD2579E4EC53}"/>
          </ac:picMkLst>
        </pc:picChg>
      </pc:sldChg>
      <pc:sldChg chg="modSp new mod">
        <pc:chgData name="mukul maheshwari" userId="12cb43e2ca5f0d2c" providerId="LiveId" clId="{D69F4D9D-282A-49D2-A922-307B5E3884BF}" dt="2024-07-10T20:16:38.290" v="448"/>
        <pc:sldMkLst>
          <pc:docMk/>
          <pc:sldMk cId="232802595" sldId="263"/>
        </pc:sldMkLst>
        <pc:spChg chg="mod">
          <ac:chgData name="mukul maheshwari" userId="12cb43e2ca5f0d2c" providerId="LiveId" clId="{D69F4D9D-282A-49D2-A922-307B5E3884BF}" dt="2024-07-10T20:16:19.013" v="445" actId="20577"/>
          <ac:spMkLst>
            <pc:docMk/>
            <pc:sldMk cId="232802595" sldId="263"/>
            <ac:spMk id="2" creationId="{F317EA95-FC85-15FA-090D-3211D996FA5B}"/>
          </ac:spMkLst>
        </pc:spChg>
        <pc:spChg chg="mod">
          <ac:chgData name="mukul maheshwari" userId="12cb43e2ca5f0d2c" providerId="LiveId" clId="{D69F4D9D-282A-49D2-A922-307B5E3884BF}" dt="2024-07-10T20:16:38.290" v="448"/>
          <ac:spMkLst>
            <pc:docMk/>
            <pc:sldMk cId="232802595" sldId="263"/>
            <ac:spMk id="3" creationId="{1FA15321-FB34-5DF7-3EC0-1CF6BE1C777E}"/>
          </ac:spMkLst>
        </pc:spChg>
      </pc:sldChg>
      <pc:sldChg chg="addSp modSp new mod setBg">
        <pc:chgData name="mukul maheshwari" userId="12cb43e2ca5f0d2c" providerId="LiveId" clId="{D69F4D9D-282A-49D2-A922-307B5E3884BF}" dt="2024-07-10T20:20:21.958" v="516" actId="33524"/>
        <pc:sldMkLst>
          <pc:docMk/>
          <pc:sldMk cId="523009823" sldId="264"/>
        </pc:sldMkLst>
        <pc:spChg chg="mod">
          <ac:chgData name="mukul maheshwari" userId="12cb43e2ca5f0d2c" providerId="LiveId" clId="{D69F4D9D-282A-49D2-A922-307B5E3884BF}" dt="2024-07-10T20:20:05.440" v="511" actId="26606"/>
          <ac:spMkLst>
            <pc:docMk/>
            <pc:sldMk cId="523009823" sldId="264"/>
            <ac:spMk id="2" creationId="{3F0E7631-A05A-EEC4-CF6F-FC6A7BFF7FB5}"/>
          </ac:spMkLst>
        </pc:spChg>
        <pc:spChg chg="mod">
          <ac:chgData name="mukul maheshwari" userId="12cb43e2ca5f0d2c" providerId="LiveId" clId="{D69F4D9D-282A-49D2-A922-307B5E3884BF}" dt="2024-07-10T20:20:21.958" v="516" actId="33524"/>
          <ac:spMkLst>
            <pc:docMk/>
            <pc:sldMk cId="523009823" sldId="264"/>
            <ac:spMk id="3" creationId="{DB2A39C2-BFAD-50A4-0A6A-51C285296EA6}"/>
          </ac:spMkLst>
        </pc:spChg>
        <pc:spChg chg="add">
          <ac:chgData name="mukul maheshwari" userId="12cb43e2ca5f0d2c" providerId="LiveId" clId="{D69F4D9D-282A-49D2-A922-307B5E3884BF}" dt="2024-07-10T20:20:05.440" v="511" actId="26606"/>
          <ac:spMkLst>
            <pc:docMk/>
            <pc:sldMk cId="523009823" sldId="264"/>
            <ac:spMk id="10" creationId="{058A14AF-9FB5-4CC7-BA35-E8E85D3EDF0E}"/>
          </ac:spMkLst>
        </pc:spChg>
        <pc:spChg chg="add">
          <ac:chgData name="mukul maheshwari" userId="12cb43e2ca5f0d2c" providerId="LiveId" clId="{D69F4D9D-282A-49D2-A922-307B5E3884BF}" dt="2024-07-10T20:20:05.440" v="511" actId="26606"/>
          <ac:spMkLst>
            <pc:docMk/>
            <pc:sldMk cId="523009823" sldId="264"/>
            <ac:spMk id="12" creationId="{3A9A4357-BD1D-4622-A4FE-766E6AB8DE84}"/>
          </ac:spMkLst>
        </pc:spChg>
        <pc:spChg chg="add">
          <ac:chgData name="mukul maheshwari" userId="12cb43e2ca5f0d2c" providerId="LiveId" clId="{D69F4D9D-282A-49D2-A922-307B5E3884BF}" dt="2024-07-10T20:20:05.440" v="511" actId="26606"/>
          <ac:spMkLst>
            <pc:docMk/>
            <pc:sldMk cId="523009823" sldId="264"/>
            <ac:spMk id="14" creationId="{E659831F-0D9A-4C63-9EBB-8435B85A440F}"/>
          </ac:spMkLst>
        </pc:spChg>
        <pc:spChg chg="add">
          <ac:chgData name="mukul maheshwari" userId="12cb43e2ca5f0d2c" providerId="LiveId" clId="{D69F4D9D-282A-49D2-A922-307B5E3884BF}" dt="2024-07-10T20:20:05.440" v="511" actId="26606"/>
          <ac:spMkLst>
            <pc:docMk/>
            <pc:sldMk cId="523009823" sldId="264"/>
            <ac:spMk id="16" creationId="{E6995CE5-F890-4ABA-82A2-26507CE8D2A3}"/>
          </ac:spMkLst>
        </pc:spChg>
        <pc:picChg chg="add mod">
          <ac:chgData name="mukul maheshwari" userId="12cb43e2ca5f0d2c" providerId="LiveId" clId="{D69F4D9D-282A-49D2-A922-307B5E3884BF}" dt="2024-07-10T20:20:05.440" v="511" actId="26606"/>
          <ac:picMkLst>
            <pc:docMk/>
            <pc:sldMk cId="523009823" sldId="264"/>
            <ac:picMk id="5" creationId="{D321BBF0-E83E-3568-2103-F9A20FD8350A}"/>
          </ac:picMkLst>
        </pc:picChg>
      </pc:sldChg>
      <pc:sldChg chg="modSp new mod">
        <pc:chgData name="mukul maheshwari" userId="12cb43e2ca5f0d2c" providerId="LiveId" clId="{D69F4D9D-282A-49D2-A922-307B5E3884BF}" dt="2024-07-10T20:27:51.360" v="540" actId="20577"/>
        <pc:sldMkLst>
          <pc:docMk/>
          <pc:sldMk cId="2305380979" sldId="265"/>
        </pc:sldMkLst>
        <pc:spChg chg="mod">
          <ac:chgData name="mukul maheshwari" userId="12cb43e2ca5f0d2c" providerId="LiveId" clId="{D69F4D9D-282A-49D2-A922-307B5E3884BF}" dt="2024-07-10T20:26:39.603" v="528" actId="20577"/>
          <ac:spMkLst>
            <pc:docMk/>
            <pc:sldMk cId="2305380979" sldId="265"/>
            <ac:spMk id="2" creationId="{0D742766-BA94-6A8E-DD4A-F8A8EB63FA85}"/>
          </ac:spMkLst>
        </pc:spChg>
        <pc:spChg chg="mod">
          <ac:chgData name="mukul maheshwari" userId="12cb43e2ca5f0d2c" providerId="LiveId" clId="{D69F4D9D-282A-49D2-A922-307B5E3884BF}" dt="2024-07-10T20:27:51.360" v="540" actId="20577"/>
          <ac:spMkLst>
            <pc:docMk/>
            <pc:sldMk cId="2305380979" sldId="265"/>
            <ac:spMk id="3" creationId="{DAFCF5F9-6672-E953-BC24-A1AA374ECBD8}"/>
          </ac:spMkLst>
        </pc:spChg>
      </pc:sldChg>
      <pc:sldChg chg="modSp new mod">
        <pc:chgData name="mukul maheshwari" userId="12cb43e2ca5f0d2c" providerId="LiveId" clId="{D69F4D9D-282A-49D2-A922-307B5E3884BF}" dt="2024-07-10T20:42:15.065" v="651" actId="27636"/>
        <pc:sldMkLst>
          <pc:docMk/>
          <pc:sldMk cId="39563338" sldId="266"/>
        </pc:sldMkLst>
        <pc:spChg chg="mod">
          <ac:chgData name="mukul maheshwari" userId="12cb43e2ca5f0d2c" providerId="LiveId" clId="{D69F4D9D-282A-49D2-A922-307B5E3884BF}" dt="2024-07-10T20:27:57.659" v="550" actId="20577"/>
          <ac:spMkLst>
            <pc:docMk/>
            <pc:sldMk cId="39563338" sldId="266"/>
            <ac:spMk id="2" creationId="{93E0DC41-D51B-DB88-B35A-B133C0EB452C}"/>
          </ac:spMkLst>
        </pc:spChg>
        <pc:spChg chg="mod">
          <ac:chgData name="mukul maheshwari" userId="12cb43e2ca5f0d2c" providerId="LiveId" clId="{D69F4D9D-282A-49D2-A922-307B5E3884BF}" dt="2024-07-10T20:42:15.065" v="651" actId="27636"/>
          <ac:spMkLst>
            <pc:docMk/>
            <pc:sldMk cId="39563338" sldId="266"/>
            <ac:spMk id="3" creationId="{80992350-6DEC-6725-76B7-C3AD89003E26}"/>
          </ac:spMkLst>
        </pc:spChg>
      </pc:sldChg>
      <pc:sldChg chg="modSp add mod">
        <pc:chgData name="mukul maheshwari" userId="12cb43e2ca5f0d2c" providerId="LiveId" clId="{D69F4D9D-282A-49D2-A922-307B5E3884BF}" dt="2024-07-10T20:43:55.103" v="663" actId="20577"/>
        <pc:sldMkLst>
          <pc:docMk/>
          <pc:sldMk cId="3041002197" sldId="267"/>
        </pc:sldMkLst>
        <pc:spChg chg="mod">
          <ac:chgData name="mukul maheshwari" userId="12cb43e2ca5f0d2c" providerId="LiveId" clId="{D69F4D9D-282A-49D2-A922-307B5E3884BF}" dt="2024-07-10T20:43:55.103" v="663" actId="20577"/>
          <ac:spMkLst>
            <pc:docMk/>
            <pc:sldMk cId="3041002197" sldId="267"/>
            <ac:spMk id="3" creationId="{80992350-6DEC-6725-76B7-C3AD89003E26}"/>
          </ac:spMkLst>
        </pc:spChg>
      </pc:sldChg>
      <pc:sldChg chg="modSp add mod">
        <pc:chgData name="mukul maheshwari" userId="12cb43e2ca5f0d2c" providerId="LiveId" clId="{D69F4D9D-282A-49D2-A922-307B5E3884BF}" dt="2024-07-10T20:41:48.696" v="649" actId="20577"/>
        <pc:sldMkLst>
          <pc:docMk/>
          <pc:sldMk cId="1931462361" sldId="268"/>
        </pc:sldMkLst>
        <pc:spChg chg="mod">
          <ac:chgData name="mukul maheshwari" userId="12cb43e2ca5f0d2c" providerId="LiveId" clId="{D69F4D9D-282A-49D2-A922-307B5E3884BF}" dt="2024-07-10T20:41:48.696" v="649" actId="20577"/>
          <ac:spMkLst>
            <pc:docMk/>
            <pc:sldMk cId="1931462361" sldId="268"/>
            <ac:spMk id="3" creationId="{80992350-6DEC-6725-76B7-C3AD89003E26}"/>
          </ac:spMkLst>
        </pc:spChg>
      </pc:sldChg>
      <pc:sldChg chg="modSp new mod">
        <pc:chgData name="mukul maheshwari" userId="12cb43e2ca5f0d2c" providerId="LiveId" clId="{D69F4D9D-282A-49D2-A922-307B5E3884BF}" dt="2024-07-10T20:53:59.650" v="792" actId="27636"/>
        <pc:sldMkLst>
          <pc:docMk/>
          <pc:sldMk cId="1615956254" sldId="269"/>
        </pc:sldMkLst>
        <pc:spChg chg="mod">
          <ac:chgData name="mukul maheshwari" userId="12cb43e2ca5f0d2c" providerId="LiveId" clId="{D69F4D9D-282A-49D2-A922-307B5E3884BF}" dt="2024-07-10T20:50:53.125" v="767" actId="20577"/>
          <ac:spMkLst>
            <pc:docMk/>
            <pc:sldMk cId="1615956254" sldId="269"/>
            <ac:spMk id="2" creationId="{77EBFF6A-0620-8272-C712-845AFDF8D93B}"/>
          </ac:spMkLst>
        </pc:spChg>
        <pc:spChg chg="mod">
          <ac:chgData name="mukul maheshwari" userId="12cb43e2ca5f0d2c" providerId="LiveId" clId="{D69F4D9D-282A-49D2-A922-307B5E3884BF}" dt="2024-07-10T20:53:59.650" v="792" actId="27636"/>
          <ac:spMkLst>
            <pc:docMk/>
            <pc:sldMk cId="1615956254" sldId="269"/>
            <ac:spMk id="3" creationId="{DF9C5220-F932-3A0B-E778-C361F01F0CBC}"/>
          </ac:spMkLst>
        </pc:spChg>
      </pc:sldChg>
      <pc:sldChg chg="modSp add mod">
        <pc:chgData name="mukul maheshwari" userId="12cb43e2ca5f0d2c" providerId="LiveId" clId="{D69F4D9D-282A-49D2-A922-307B5E3884BF}" dt="2024-07-10T20:54:12.516" v="797" actId="27636"/>
        <pc:sldMkLst>
          <pc:docMk/>
          <pc:sldMk cId="3317404553" sldId="270"/>
        </pc:sldMkLst>
        <pc:spChg chg="mod">
          <ac:chgData name="mukul maheshwari" userId="12cb43e2ca5f0d2c" providerId="LiveId" clId="{D69F4D9D-282A-49D2-A922-307B5E3884BF}" dt="2024-07-10T20:54:12.516" v="797" actId="27636"/>
          <ac:spMkLst>
            <pc:docMk/>
            <pc:sldMk cId="3317404553" sldId="270"/>
            <ac:spMk id="3" creationId="{DF9C5220-F932-3A0B-E778-C361F01F0CBC}"/>
          </ac:spMkLst>
        </pc:spChg>
      </pc:sldChg>
      <pc:sldChg chg="modSp new mod">
        <pc:chgData name="mukul maheshwari" userId="12cb43e2ca5f0d2c" providerId="LiveId" clId="{D69F4D9D-282A-49D2-A922-307B5E3884BF}" dt="2024-07-10T21:01:55.160" v="887" actId="27636"/>
        <pc:sldMkLst>
          <pc:docMk/>
          <pc:sldMk cId="1290334765" sldId="271"/>
        </pc:sldMkLst>
        <pc:spChg chg="mod">
          <ac:chgData name="mukul maheshwari" userId="12cb43e2ca5f0d2c" providerId="LiveId" clId="{D69F4D9D-282A-49D2-A922-307B5E3884BF}" dt="2024-07-10T20:55:33.517" v="820" actId="20577"/>
          <ac:spMkLst>
            <pc:docMk/>
            <pc:sldMk cId="1290334765" sldId="271"/>
            <ac:spMk id="2" creationId="{54E81613-DCAA-36F6-586A-9E5C4F70A28A}"/>
          </ac:spMkLst>
        </pc:spChg>
        <pc:spChg chg="mod">
          <ac:chgData name="mukul maheshwari" userId="12cb43e2ca5f0d2c" providerId="LiveId" clId="{D69F4D9D-282A-49D2-A922-307B5E3884BF}" dt="2024-07-10T21:01:55.160" v="887" actId="27636"/>
          <ac:spMkLst>
            <pc:docMk/>
            <pc:sldMk cId="1290334765" sldId="271"/>
            <ac:spMk id="3" creationId="{FFC0EB4B-6680-5654-1142-9C527C9AC635}"/>
          </ac:spMkLst>
        </pc:spChg>
      </pc:sldChg>
      <pc:sldChg chg="modSp new mod">
        <pc:chgData name="mukul maheshwari" userId="12cb43e2ca5f0d2c" providerId="LiveId" clId="{D69F4D9D-282A-49D2-A922-307B5E3884BF}" dt="2024-07-10T21:04:37.540" v="945" actId="27636"/>
        <pc:sldMkLst>
          <pc:docMk/>
          <pc:sldMk cId="1411605535" sldId="272"/>
        </pc:sldMkLst>
        <pc:spChg chg="mod">
          <ac:chgData name="mukul maheshwari" userId="12cb43e2ca5f0d2c" providerId="LiveId" clId="{D69F4D9D-282A-49D2-A922-307B5E3884BF}" dt="2024-07-10T21:02:07.170" v="910" actId="20577"/>
          <ac:spMkLst>
            <pc:docMk/>
            <pc:sldMk cId="1411605535" sldId="272"/>
            <ac:spMk id="2" creationId="{6DBB1445-41B2-CFE1-83E1-BFF113718F14}"/>
          </ac:spMkLst>
        </pc:spChg>
        <pc:spChg chg="mod">
          <ac:chgData name="mukul maheshwari" userId="12cb43e2ca5f0d2c" providerId="LiveId" clId="{D69F4D9D-282A-49D2-A922-307B5E3884BF}" dt="2024-07-10T21:04:37.540" v="945" actId="27636"/>
          <ac:spMkLst>
            <pc:docMk/>
            <pc:sldMk cId="1411605535" sldId="272"/>
            <ac:spMk id="3" creationId="{E08BD2A4-B6D8-3665-C249-923AA8DEAFFC}"/>
          </ac:spMkLst>
        </pc:spChg>
      </pc:sldChg>
      <pc:sldChg chg="modSp new del mod">
        <pc:chgData name="mukul maheshwari" userId="12cb43e2ca5f0d2c" providerId="LiveId" clId="{D69F4D9D-282A-49D2-A922-307B5E3884BF}" dt="2024-07-10T21:05:07.659" v="964" actId="47"/>
        <pc:sldMkLst>
          <pc:docMk/>
          <pc:sldMk cId="963201930" sldId="273"/>
        </pc:sldMkLst>
        <pc:spChg chg="mod">
          <ac:chgData name="mukul maheshwari" userId="12cb43e2ca5f0d2c" providerId="LiveId" clId="{D69F4D9D-282A-49D2-A922-307B5E3884BF}" dt="2024-07-10T21:04:50.935" v="962" actId="20577"/>
          <ac:spMkLst>
            <pc:docMk/>
            <pc:sldMk cId="963201930" sldId="273"/>
            <ac:spMk id="2" creationId="{BE728178-DDB0-6627-FF35-6C2B483BAEA7}"/>
          </ac:spMkLst>
        </pc:spChg>
      </pc:sldChg>
      <pc:sldChg chg="modSp add mod">
        <pc:chgData name="mukul maheshwari" userId="12cb43e2ca5f0d2c" providerId="LiveId" clId="{D69F4D9D-282A-49D2-A922-307B5E3884BF}" dt="2024-07-10T21:10:17.336" v="1036" actId="20577"/>
        <pc:sldMkLst>
          <pc:docMk/>
          <pc:sldMk cId="2393607711" sldId="274"/>
        </pc:sldMkLst>
        <pc:spChg chg="mod">
          <ac:chgData name="mukul maheshwari" userId="12cb43e2ca5f0d2c" providerId="LiveId" clId="{D69F4D9D-282A-49D2-A922-307B5E3884BF}" dt="2024-07-10T21:10:17.336" v="1036" actId="20577"/>
          <ac:spMkLst>
            <pc:docMk/>
            <pc:sldMk cId="2393607711" sldId="274"/>
            <ac:spMk id="3" creationId="{E08BD2A4-B6D8-3665-C249-923AA8DEAFFC}"/>
          </ac:spMkLst>
        </pc:spChg>
      </pc:sldChg>
      <pc:sldChg chg="modSp new mod">
        <pc:chgData name="mukul maheshwari" userId="12cb43e2ca5f0d2c" providerId="LiveId" clId="{D69F4D9D-282A-49D2-A922-307B5E3884BF}" dt="2024-07-10T21:16:14.685" v="1094" actId="27636"/>
        <pc:sldMkLst>
          <pc:docMk/>
          <pc:sldMk cId="1665839788" sldId="275"/>
        </pc:sldMkLst>
        <pc:spChg chg="mod">
          <ac:chgData name="mukul maheshwari" userId="12cb43e2ca5f0d2c" providerId="LiveId" clId="{D69F4D9D-282A-49D2-A922-307B5E3884BF}" dt="2024-07-10T21:11:05.732" v="1042" actId="20577"/>
          <ac:spMkLst>
            <pc:docMk/>
            <pc:sldMk cId="1665839788" sldId="275"/>
            <ac:spMk id="2" creationId="{02957BD6-CBB8-8F56-9369-BF73A50C2E50}"/>
          </ac:spMkLst>
        </pc:spChg>
        <pc:spChg chg="mod">
          <ac:chgData name="mukul maheshwari" userId="12cb43e2ca5f0d2c" providerId="LiveId" clId="{D69F4D9D-282A-49D2-A922-307B5E3884BF}" dt="2024-07-10T21:16:14.685" v="1094" actId="27636"/>
          <ac:spMkLst>
            <pc:docMk/>
            <pc:sldMk cId="1665839788" sldId="275"/>
            <ac:spMk id="3" creationId="{D9685B2B-93F7-75DD-A3F5-2B0887BC4EC3}"/>
          </ac:spMkLst>
        </pc:spChg>
      </pc:sldChg>
      <pc:sldChg chg="modSp new mod">
        <pc:chgData name="mukul maheshwari" userId="12cb43e2ca5f0d2c" providerId="LiveId" clId="{D69F4D9D-282A-49D2-A922-307B5E3884BF}" dt="2024-07-10T21:19:49.704" v="1157" actId="27636"/>
        <pc:sldMkLst>
          <pc:docMk/>
          <pc:sldMk cId="1980509437" sldId="276"/>
        </pc:sldMkLst>
        <pc:spChg chg="mod">
          <ac:chgData name="mukul maheshwari" userId="12cb43e2ca5f0d2c" providerId="LiveId" clId="{D69F4D9D-282A-49D2-A922-307B5E3884BF}" dt="2024-07-10T21:17:51.800" v="1100" actId="20577"/>
          <ac:spMkLst>
            <pc:docMk/>
            <pc:sldMk cId="1980509437" sldId="276"/>
            <ac:spMk id="2" creationId="{524453D5-C912-F854-4DBB-2F17816986B0}"/>
          </ac:spMkLst>
        </pc:spChg>
        <pc:spChg chg="mod">
          <ac:chgData name="mukul maheshwari" userId="12cb43e2ca5f0d2c" providerId="LiveId" clId="{D69F4D9D-282A-49D2-A922-307B5E3884BF}" dt="2024-07-10T21:19:49.704" v="1157" actId="27636"/>
          <ac:spMkLst>
            <pc:docMk/>
            <pc:sldMk cId="1980509437" sldId="276"/>
            <ac:spMk id="3" creationId="{21B45ED3-F15A-0B4B-3722-5B1AA4B2D4EF}"/>
          </ac:spMkLst>
        </pc:spChg>
      </pc:sldChg>
      <pc:sldChg chg="modSp new mod">
        <pc:chgData name="mukul maheshwari" userId="12cb43e2ca5f0d2c" providerId="LiveId" clId="{D69F4D9D-282A-49D2-A922-307B5E3884BF}" dt="2024-07-10T21:22:12.263" v="1210" actId="27636"/>
        <pc:sldMkLst>
          <pc:docMk/>
          <pc:sldMk cId="4061766584" sldId="277"/>
        </pc:sldMkLst>
        <pc:spChg chg="mod">
          <ac:chgData name="mukul maheshwari" userId="12cb43e2ca5f0d2c" providerId="LiveId" clId="{D69F4D9D-282A-49D2-A922-307B5E3884BF}" dt="2024-07-10T21:20:29.161" v="1163" actId="20577"/>
          <ac:spMkLst>
            <pc:docMk/>
            <pc:sldMk cId="4061766584" sldId="277"/>
            <ac:spMk id="2" creationId="{8C29E981-210F-8FDA-8AEC-35CFD7BE6BF7}"/>
          </ac:spMkLst>
        </pc:spChg>
        <pc:spChg chg="mod">
          <ac:chgData name="mukul maheshwari" userId="12cb43e2ca5f0d2c" providerId="LiveId" clId="{D69F4D9D-282A-49D2-A922-307B5E3884BF}" dt="2024-07-10T21:22:12.263" v="1210" actId="27636"/>
          <ac:spMkLst>
            <pc:docMk/>
            <pc:sldMk cId="4061766584" sldId="277"/>
            <ac:spMk id="3" creationId="{B2D44B51-C199-221F-140E-0F1AF17455C1}"/>
          </ac:spMkLst>
        </pc:spChg>
      </pc:sldChg>
      <pc:sldChg chg="addSp delSp modSp new mod setBg">
        <pc:chgData name="mukul maheshwari" userId="12cb43e2ca5f0d2c" providerId="LiveId" clId="{D69F4D9D-282A-49D2-A922-307B5E3884BF}" dt="2024-07-10T21:27:45.237" v="1330" actId="20577"/>
        <pc:sldMkLst>
          <pc:docMk/>
          <pc:sldMk cId="2226923213" sldId="278"/>
        </pc:sldMkLst>
        <pc:spChg chg="mod">
          <ac:chgData name="mukul maheshwari" userId="12cb43e2ca5f0d2c" providerId="LiveId" clId="{D69F4D9D-282A-49D2-A922-307B5E3884BF}" dt="2024-07-10T21:26:29.888" v="1297" actId="26606"/>
          <ac:spMkLst>
            <pc:docMk/>
            <pc:sldMk cId="2226923213" sldId="278"/>
            <ac:spMk id="2" creationId="{C62328FF-AA31-6B54-6711-B4F28A53F95E}"/>
          </ac:spMkLst>
        </pc:spChg>
        <pc:spChg chg="mod">
          <ac:chgData name="mukul maheshwari" userId="12cb43e2ca5f0d2c" providerId="LiveId" clId="{D69F4D9D-282A-49D2-A922-307B5E3884BF}" dt="2024-07-10T21:27:45.237" v="1330" actId="20577"/>
          <ac:spMkLst>
            <pc:docMk/>
            <pc:sldMk cId="2226923213" sldId="278"/>
            <ac:spMk id="3" creationId="{FC0FC981-4D42-7E64-E0E5-F258BA363DB7}"/>
          </ac:spMkLst>
        </pc:spChg>
        <pc:spChg chg="add del">
          <ac:chgData name="mukul maheshwari" userId="12cb43e2ca5f0d2c" providerId="LiveId" clId="{D69F4D9D-282A-49D2-A922-307B5E3884BF}" dt="2024-07-10T21:26:18.968" v="1292" actId="26606"/>
          <ac:spMkLst>
            <pc:docMk/>
            <pc:sldMk cId="2226923213" sldId="278"/>
            <ac:spMk id="10" creationId="{201CC55D-ED54-4C5C-95E6-10947BD1103B}"/>
          </ac:spMkLst>
        </pc:spChg>
        <pc:spChg chg="add del">
          <ac:chgData name="mukul maheshwari" userId="12cb43e2ca5f0d2c" providerId="LiveId" clId="{D69F4D9D-282A-49D2-A922-307B5E3884BF}" dt="2024-07-10T21:26:29.872" v="1296" actId="26606"/>
          <ac:spMkLst>
            <pc:docMk/>
            <pc:sldMk cId="2226923213" sldId="278"/>
            <ac:spMk id="14" creationId="{55222F96-971A-4F90-B841-6BAB416C7AC1}"/>
          </ac:spMkLst>
        </pc:spChg>
        <pc:spChg chg="add del">
          <ac:chgData name="mukul maheshwari" userId="12cb43e2ca5f0d2c" providerId="LiveId" clId="{D69F4D9D-282A-49D2-A922-307B5E3884BF}" dt="2024-07-10T21:26:18.968" v="1292" actId="26606"/>
          <ac:spMkLst>
            <pc:docMk/>
            <pc:sldMk cId="2226923213" sldId="278"/>
            <ac:spMk id="16" creationId="{3873B707-463F-40B0-8227-E8CC6C67EB25}"/>
          </ac:spMkLst>
        </pc:spChg>
        <pc:spChg chg="add del">
          <ac:chgData name="mukul maheshwari" userId="12cb43e2ca5f0d2c" providerId="LiveId" clId="{D69F4D9D-282A-49D2-A922-307B5E3884BF}" dt="2024-07-10T21:26:18.968" v="1292" actId="26606"/>
          <ac:spMkLst>
            <pc:docMk/>
            <pc:sldMk cId="2226923213" sldId="278"/>
            <ac:spMk id="18" creationId="{C13237C8-E62C-4F0D-A318-BD6FB6C2D138}"/>
          </ac:spMkLst>
        </pc:spChg>
        <pc:spChg chg="add del">
          <ac:chgData name="mukul maheshwari" userId="12cb43e2ca5f0d2c" providerId="LiveId" clId="{D69F4D9D-282A-49D2-A922-307B5E3884BF}" dt="2024-07-10T21:26:18.968" v="1292" actId="26606"/>
          <ac:spMkLst>
            <pc:docMk/>
            <pc:sldMk cId="2226923213" sldId="278"/>
            <ac:spMk id="20" creationId="{19C9EAEA-39D0-4B0E-A0EB-51E7B26740B1}"/>
          </ac:spMkLst>
        </pc:spChg>
        <pc:spChg chg="add del">
          <ac:chgData name="mukul maheshwari" userId="12cb43e2ca5f0d2c" providerId="LiveId" clId="{D69F4D9D-282A-49D2-A922-307B5E3884BF}" dt="2024-07-10T21:26:24.548" v="1294" actId="26606"/>
          <ac:spMkLst>
            <pc:docMk/>
            <pc:sldMk cId="2226923213" sldId="278"/>
            <ac:spMk id="22" creationId="{058A14AF-9FB5-4CC7-BA35-E8E85D3EDF0E}"/>
          </ac:spMkLst>
        </pc:spChg>
        <pc:spChg chg="add del">
          <ac:chgData name="mukul maheshwari" userId="12cb43e2ca5f0d2c" providerId="LiveId" clId="{D69F4D9D-282A-49D2-A922-307B5E3884BF}" dt="2024-07-10T21:26:24.548" v="1294" actId="26606"/>
          <ac:spMkLst>
            <pc:docMk/>
            <pc:sldMk cId="2226923213" sldId="278"/>
            <ac:spMk id="23" creationId="{3A9A4357-BD1D-4622-A4FE-766E6AB8DE84}"/>
          </ac:spMkLst>
        </pc:spChg>
        <pc:spChg chg="add del">
          <ac:chgData name="mukul maheshwari" userId="12cb43e2ca5f0d2c" providerId="LiveId" clId="{D69F4D9D-282A-49D2-A922-307B5E3884BF}" dt="2024-07-10T21:26:24.548" v="1294" actId="26606"/>
          <ac:spMkLst>
            <pc:docMk/>
            <pc:sldMk cId="2226923213" sldId="278"/>
            <ac:spMk id="24" creationId="{E659831F-0D9A-4C63-9EBB-8435B85A440F}"/>
          </ac:spMkLst>
        </pc:spChg>
        <pc:spChg chg="add del">
          <ac:chgData name="mukul maheshwari" userId="12cb43e2ca5f0d2c" providerId="LiveId" clId="{D69F4D9D-282A-49D2-A922-307B5E3884BF}" dt="2024-07-10T21:26:24.548" v="1294" actId="26606"/>
          <ac:spMkLst>
            <pc:docMk/>
            <pc:sldMk cId="2226923213" sldId="278"/>
            <ac:spMk id="25" creationId="{E6995CE5-F890-4ABA-82A2-26507CE8D2A3}"/>
          </ac:spMkLst>
        </pc:spChg>
        <pc:spChg chg="add del">
          <ac:chgData name="mukul maheshwari" userId="12cb43e2ca5f0d2c" providerId="LiveId" clId="{D69F4D9D-282A-49D2-A922-307B5E3884BF}" dt="2024-07-10T21:26:29.872" v="1296" actId="26606"/>
          <ac:spMkLst>
            <pc:docMk/>
            <pc:sldMk cId="2226923213" sldId="278"/>
            <ac:spMk id="27" creationId="{DBC6133C-0615-4CE4-9132-37E609A9BDFA}"/>
          </ac:spMkLst>
        </pc:spChg>
        <pc:spChg chg="add del">
          <ac:chgData name="mukul maheshwari" userId="12cb43e2ca5f0d2c" providerId="LiveId" clId="{D69F4D9D-282A-49D2-A922-307B5E3884BF}" dt="2024-07-10T21:26:29.872" v="1296" actId="26606"/>
          <ac:spMkLst>
            <pc:docMk/>
            <pc:sldMk cId="2226923213" sldId="278"/>
            <ac:spMk id="28" creationId="{169CC832-2974-4E8D-90ED-3E2941BA7336}"/>
          </ac:spMkLst>
        </pc:spChg>
        <pc:spChg chg="add del">
          <ac:chgData name="mukul maheshwari" userId="12cb43e2ca5f0d2c" providerId="LiveId" clId="{D69F4D9D-282A-49D2-A922-307B5E3884BF}" dt="2024-07-10T21:26:29.872" v="1296" actId="26606"/>
          <ac:spMkLst>
            <pc:docMk/>
            <pc:sldMk cId="2226923213" sldId="278"/>
            <ac:spMk id="29" creationId="{08980754-6F4B-43C9-B9BE-127B6BED6586}"/>
          </ac:spMkLst>
        </pc:spChg>
        <pc:spChg chg="add del">
          <ac:chgData name="mukul maheshwari" userId="12cb43e2ca5f0d2c" providerId="LiveId" clId="{D69F4D9D-282A-49D2-A922-307B5E3884BF}" dt="2024-07-10T21:26:29.872" v="1296" actId="26606"/>
          <ac:spMkLst>
            <pc:docMk/>
            <pc:sldMk cId="2226923213" sldId="278"/>
            <ac:spMk id="30" creationId="{2C1BBA94-3F40-40AA-8BB9-E69E25E537C1}"/>
          </ac:spMkLst>
        </pc:spChg>
        <pc:spChg chg="add">
          <ac:chgData name="mukul maheshwari" userId="12cb43e2ca5f0d2c" providerId="LiveId" clId="{D69F4D9D-282A-49D2-A922-307B5E3884BF}" dt="2024-07-10T21:26:29.888" v="1297" actId="26606"/>
          <ac:spMkLst>
            <pc:docMk/>
            <pc:sldMk cId="2226923213" sldId="278"/>
            <ac:spMk id="32" creationId="{AF6CB648-9554-488A-B457-99CAAD1DA528}"/>
          </ac:spMkLst>
        </pc:spChg>
        <pc:spChg chg="add">
          <ac:chgData name="mukul maheshwari" userId="12cb43e2ca5f0d2c" providerId="LiveId" clId="{D69F4D9D-282A-49D2-A922-307B5E3884BF}" dt="2024-07-10T21:26:29.888" v="1297" actId="26606"/>
          <ac:spMkLst>
            <pc:docMk/>
            <pc:sldMk cId="2226923213" sldId="278"/>
            <ac:spMk id="33" creationId="{E3ADCBE7-9330-1CDA-00EB-CDD12DB722FF}"/>
          </ac:spMkLst>
        </pc:spChg>
        <pc:grpChg chg="add del">
          <ac:chgData name="mukul maheshwari" userId="12cb43e2ca5f0d2c" providerId="LiveId" clId="{D69F4D9D-282A-49D2-A922-307B5E3884BF}" dt="2024-07-10T21:26:18.968" v="1292" actId="26606"/>
          <ac:grpSpMkLst>
            <pc:docMk/>
            <pc:sldMk cId="2226923213" sldId="278"/>
            <ac:grpSpMk id="12" creationId="{1DE889C7-FAD6-4397-98E2-05D503484459}"/>
          </ac:grpSpMkLst>
        </pc:grpChg>
        <pc:picChg chg="add mod">
          <ac:chgData name="mukul maheshwari" userId="12cb43e2ca5f0d2c" providerId="LiveId" clId="{D69F4D9D-282A-49D2-A922-307B5E3884BF}" dt="2024-07-10T21:26:29.888" v="1297" actId="26606"/>
          <ac:picMkLst>
            <pc:docMk/>
            <pc:sldMk cId="2226923213" sldId="278"/>
            <ac:picMk id="5" creationId="{2F3F5199-606C-5F5B-15C6-8B9118B4E9BA}"/>
          </ac:picMkLst>
        </pc:picChg>
      </pc:sldChg>
      <pc:sldChg chg="addSp delSp modSp new mod setBg">
        <pc:chgData name="mukul maheshwari" userId="12cb43e2ca5f0d2c" providerId="LiveId" clId="{D69F4D9D-282A-49D2-A922-307B5E3884BF}" dt="2024-07-10T21:28:45.994" v="1341" actId="26606"/>
        <pc:sldMkLst>
          <pc:docMk/>
          <pc:sldMk cId="3929282285" sldId="279"/>
        </pc:sldMkLst>
        <pc:spChg chg="mod">
          <ac:chgData name="mukul maheshwari" userId="12cb43e2ca5f0d2c" providerId="LiveId" clId="{D69F4D9D-282A-49D2-A922-307B5E3884BF}" dt="2024-07-10T21:28:45.994" v="1341" actId="26606"/>
          <ac:spMkLst>
            <pc:docMk/>
            <pc:sldMk cId="3929282285" sldId="279"/>
            <ac:spMk id="2" creationId="{924E9AEB-831A-AAF6-6615-B1C1034AA5A4}"/>
          </ac:spMkLst>
        </pc:spChg>
        <pc:spChg chg="del">
          <ac:chgData name="mukul maheshwari" userId="12cb43e2ca5f0d2c" providerId="LiveId" clId="{D69F4D9D-282A-49D2-A922-307B5E3884BF}" dt="2024-07-10T21:28:45.994" v="1341" actId="26606"/>
          <ac:spMkLst>
            <pc:docMk/>
            <pc:sldMk cId="3929282285" sldId="279"/>
            <ac:spMk id="3" creationId="{A0886765-8081-9066-B0EB-AF734D840E9D}"/>
          </ac:spMkLst>
        </pc:spChg>
        <pc:grpChg chg="add">
          <ac:chgData name="mukul maheshwari" userId="12cb43e2ca5f0d2c" providerId="LiveId" clId="{D69F4D9D-282A-49D2-A922-307B5E3884BF}" dt="2024-07-10T21:28:45.994" v="1341" actId="26606"/>
          <ac:grpSpMkLst>
            <pc:docMk/>
            <pc:sldMk cId="3929282285" sldId="279"/>
            <ac:grpSpMk id="9" creationId="{FB7FB62D-DD5B-C587-F53F-679128D41B8A}"/>
          </ac:grpSpMkLst>
        </pc:grpChg>
        <pc:picChg chg="add">
          <ac:chgData name="mukul maheshwari" userId="12cb43e2ca5f0d2c" providerId="LiveId" clId="{D69F4D9D-282A-49D2-A922-307B5E3884BF}" dt="2024-07-10T21:28:45.994" v="1341" actId="26606"/>
          <ac:picMkLst>
            <pc:docMk/>
            <pc:sldMk cId="3929282285" sldId="279"/>
            <ac:picMk id="5" creationId="{72BD88BA-2059-D14F-837D-44C195E9E852}"/>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F814F-332D-F383-51EA-AE863F6729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B9810E4-3004-5128-4D1C-B32ED63959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8DAF904-6D1B-6A02-8867-C66B784CB8FC}"/>
              </a:ext>
            </a:extLst>
          </p:cNvPr>
          <p:cNvSpPr>
            <a:spLocks noGrp="1"/>
          </p:cNvSpPr>
          <p:nvPr>
            <p:ph type="dt" sz="half" idx="10"/>
          </p:nvPr>
        </p:nvSpPr>
        <p:spPr/>
        <p:txBody>
          <a:bodyPr/>
          <a:lstStyle/>
          <a:p>
            <a:fld id="{6E30F36C-A33F-4402-903C-EA026AC2FE31}" type="datetimeFigureOut">
              <a:rPr lang="en-US" smtClean="0"/>
              <a:t>7/11/2024</a:t>
            </a:fld>
            <a:endParaRPr lang="en-US"/>
          </a:p>
        </p:txBody>
      </p:sp>
      <p:sp>
        <p:nvSpPr>
          <p:cNvPr id="5" name="Footer Placeholder 4">
            <a:extLst>
              <a:ext uri="{FF2B5EF4-FFF2-40B4-BE49-F238E27FC236}">
                <a16:creationId xmlns:a16="http://schemas.microsoft.com/office/drawing/2014/main" id="{9D952C3B-C19A-0228-0C2A-67498AE84B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C0A4FD-F173-599F-7D91-065B5BE80088}"/>
              </a:ext>
            </a:extLst>
          </p:cNvPr>
          <p:cNvSpPr>
            <a:spLocks noGrp="1"/>
          </p:cNvSpPr>
          <p:nvPr>
            <p:ph type="sldNum" sz="quarter" idx="12"/>
          </p:nvPr>
        </p:nvSpPr>
        <p:spPr/>
        <p:txBody>
          <a:bodyPr/>
          <a:lstStyle/>
          <a:p>
            <a:fld id="{10C69CC8-F8FC-466E-B485-18C926F81CD0}" type="slidenum">
              <a:rPr lang="en-US" smtClean="0"/>
              <a:t>‹#›</a:t>
            </a:fld>
            <a:endParaRPr lang="en-US"/>
          </a:p>
        </p:txBody>
      </p:sp>
    </p:spTree>
    <p:extLst>
      <p:ext uri="{BB962C8B-B14F-4D97-AF65-F5344CB8AC3E}">
        <p14:creationId xmlns:p14="http://schemas.microsoft.com/office/powerpoint/2010/main" val="2427162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2C5F8-9C91-76C7-38A4-17BF8C57F6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091CC8C-C4A7-4331-12CC-F8502F9A1A8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89EDA0-42D4-CB88-119D-11BFDFB711C3}"/>
              </a:ext>
            </a:extLst>
          </p:cNvPr>
          <p:cNvSpPr>
            <a:spLocks noGrp="1"/>
          </p:cNvSpPr>
          <p:nvPr>
            <p:ph type="dt" sz="half" idx="10"/>
          </p:nvPr>
        </p:nvSpPr>
        <p:spPr/>
        <p:txBody>
          <a:bodyPr/>
          <a:lstStyle/>
          <a:p>
            <a:fld id="{6E30F36C-A33F-4402-903C-EA026AC2FE31}" type="datetimeFigureOut">
              <a:rPr lang="en-US" smtClean="0"/>
              <a:t>7/11/2024</a:t>
            </a:fld>
            <a:endParaRPr lang="en-US"/>
          </a:p>
        </p:txBody>
      </p:sp>
      <p:sp>
        <p:nvSpPr>
          <p:cNvPr id="5" name="Footer Placeholder 4">
            <a:extLst>
              <a:ext uri="{FF2B5EF4-FFF2-40B4-BE49-F238E27FC236}">
                <a16:creationId xmlns:a16="http://schemas.microsoft.com/office/drawing/2014/main" id="{ECD4E748-7AC3-47DD-7FE9-72DE9D340C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BC1C83-700E-562B-5DC4-19484C42E4CE}"/>
              </a:ext>
            </a:extLst>
          </p:cNvPr>
          <p:cNvSpPr>
            <a:spLocks noGrp="1"/>
          </p:cNvSpPr>
          <p:nvPr>
            <p:ph type="sldNum" sz="quarter" idx="12"/>
          </p:nvPr>
        </p:nvSpPr>
        <p:spPr/>
        <p:txBody>
          <a:bodyPr/>
          <a:lstStyle/>
          <a:p>
            <a:fld id="{10C69CC8-F8FC-466E-B485-18C926F81CD0}" type="slidenum">
              <a:rPr lang="en-US" smtClean="0"/>
              <a:t>‹#›</a:t>
            </a:fld>
            <a:endParaRPr lang="en-US"/>
          </a:p>
        </p:txBody>
      </p:sp>
    </p:spTree>
    <p:extLst>
      <p:ext uri="{BB962C8B-B14F-4D97-AF65-F5344CB8AC3E}">
        <p14:creationId xmlns:p14="http://schemas.microsoft.com/office/powerpoint/2010/main" val="20754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8C0E5-63E4-4963-0EFC-9AD6C797EDC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CAA8AFA-0A4A-FFF8-7F66-60D924944EC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E26055D-16E7-7A47-18BA-322CEF742926}"/>
              </a:ext>
            </a:extLst>
          </p:cNvPr>
          <p:cNvSpPr>
            <a:spLocks noGrp="1"/>
          </p:cNvSpPr>
          <p:nvPr>
            <p:ph type="dt" sz="half" idx="10"/>
          </p:nvPr>
        </p:nvSpPr>
        <p:spPr/>
        <p:txBody>
          <a:bodyPr/>
          <a:lstStyle/>
          <a:p>
            <a:fld id="{6E30F36C-A33F-4402-903C-EA026AC2FE31}" type="datetimeFigureOut">
              <a:rPr lang="en-US" smtClean="0"/>
              <a:t>7/11/2024</a:t>
            </a:fld>
            <a:endParaRPr lang="en-US"/>
          </a:p>
        </p:txBody>
      </p:sp>
      <p:sp>
        <p:nvSpPr>
          <p:cNvPr id="5" name="Footer Placeholder 4">
            <a:extLst>
              <a:ext uri="{FF2B5EF4-FFF2-40B4-BE49-F238E27FC236}">
                <a16:creationId xmlns:a16="http://schemas.microsoft.com/office/drawing/2014/main" id="{45BA1D4A-DD37-04D4-218C-2DA9DCD324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671148-DAC2-7F95-6A2C-814072B7E0CA}"/>
              </a:ext>
            </a:extLst>
          </p:cNvPr>
          <p:cNvSpPr>
            <a:spLocks noGrp="1"/>
          </p:cNvSpPr>
          <p:nvPr>
            <p:ph type="sldNum" sz="quarter" idx="12"/>
          </p:nvPr>
        </p:nvSpPr>
        <p:spPr/>
        <p:txBody>
          <a:bodyPr/>
          <a:lstStyle/>
          <a:p>
            <a:fld id="{10C69CC8-F8FC-466E-B485-18C926F81CD0}" type="slidenum">
              <a:rPr lang="en-US" smtClean="0"/>
              <a:t>‹#›</a:t>
            </a:fld>
            <a:endParaRPr lang="en-US"/>
          </a:p>
        </p:txBody>
      </p:sp>
    </p:spTree>
    <p:extLst>
      <p:ext uri="{BB962C8B-B14F-4D97-AF65-F5344CB8AC3E}">
        <p14:creationId xmlns:p14="http://schemas.microsoft.com/office/powerpoint/2010/main" val="12517891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44E0D-00B9-6E81-0108-AF3A9EF5958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CD5EC86-A889-8C4C-C228-3C55294302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A4220EA-6125-E07D-2A16-78A468636E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9E4533-43EB-F47A-1075-2AFB792FEF88}"/>
              </a:ext>
            </a:extLst>
          </p:cNvPr>
          <p:cNvSpPr>
            <a:spLocks noGrp="1"/>
          </p:cNvSpPr>
          <p:nvPr>
            <p:ph type="dt" sz="half" idx="10"/>
          </p:nvPr>
        </p:nvSpPr>
        <p:spPr/>
        <p:txBody>
          <a:bodyPr/>
          <a:lstStyle/>
          <a:p>
            <a:fld id="{6E30F36C-A33F-4402-903C-EA026AC2FE31}" type="datetimeFigureOut">
              <a:rPr lang="en-US" smtClean="0"/>
              <a:t>7/11/2024</a:t>
            </a:fld>
            <a:endParaRPr lang="en-US"/>
          </a:p>
        </p:txBody>
      </p:sp>
      <p:sp>
        <p:nvSpPr>
          <p:cNvPr id="6" name="Footer Placeholder 5">
            <a:extLst>
              <a:ext uri="{FF2B5EF4-FFF2-40B4-BE49-F238E27FC236}">
                <a16:creationId xmlns:a16="http://schemas.microsoft.com/office/drawing/2014/main" id="{C8B6FD19-80FE-64BE-19CC-B7B2813CE9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2A120C-2E93-7FD2-909A-222EFF18E7E7}"/>
              </a:ext>
            </a:extLst>
          </p:cNvPr>
          <p:cNvSpPr>
            <a:spLocks noGrp="1"/>
          </p:cNvSpPr>
          <p:nvPr>
            <p:ph type="sldNum" sz="quarter" idx="12"/>
          </p:nvPr>
        </p:nvSpPr>
        <p:spPr/>
        <p:txBody>
          <a:bodyPr/>
          <a:lstStyle/>
          <a:p>
            <a:fld id="{10C69CC8-F8FC-466E-B485-18C926F81CD0}" type="slidenum">
              <a:rPr lang="en-US" smtClean="0"/>
              <a:t>‹#›</a:t>
            </a:fld>
            <a:endParaRPr lang="en-US"/>
          </a:p>
        </p:txBody>
      </p:sp>
    </p:spTree>
    <p:extLst>
      <p:ext uri="{BB962C8B-B14F-4D97-AF65-F5344CB8AC3E}">
        <p14:creationId xmlns:p14="http://schemas.microsoft.com/office/powerpoint/2010/main" val="16496584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A74F8-6701-9FF9-E29C-E9BDE8EE1C7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6650DD7-05C8-F86F-A8F8-D050CAEB38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FE8EC50-8A33-10DC-45A7-25F15A1C6FF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769AB1D-9EF8-C515-C3A6-133CBAD03F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9F905B7-4453-F5EC-E5B8-5CB4FE44370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D4BB6A8-544D-4DFB-B889-46FE067860EE}"/>
              </a:ext>
            </a:extLst>
          </p:cNvPr>
          <p:cNvSpPr>
            <a:spLocks noGrp="1"/>
          </p:cNvSpPr>
          <p:nvPr>
            <p:ph type="dt" sz="half" idx="10"/>
          </p:nvPr>
        </p:nvSpPr>
        <p:spPr/>
        <p:txBody>
          <a:bodyPr/>
          <a:lstStyle/>
          <a:p>
            <a:fld id="{6E30F36C-A33F-4402-903C-EA026AC2FE31}" type="datetimeFigureOut">
              <a:rPr lang="en-US" smtClean="0"/>
              <a:t>7/11/2024</a:t>
            </a:fld>
            <a:endParaRPr lang="en-US"/>
          </a:p>
        </p:txBody>
      </p:sp>
      <p:sp>
        <p:nvSpPr>
          <p:cNvPr id="8" name="Footer Placeholder 7">
            <a:extLst>
              <a:ext uri="{FF2B5EF4-FFF2-40B4-BE49-F238E27FC236}">
                <a16:creationId xmlns:a16="http://schemas.microsoft.com/office/drawing/2014/main" id="{FC5B7A5D-CA94-1742-5914-4EE011F6B24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3A22E84-351F-09D0-84D0-B9CD77B96D2E}"/>
              </a:ext>
            </a:extLst>
          </p:cNvPr>
          <p:cNvSpPr>
            <a:spLocks noGrp="1"/>
          </p:cNvSpPr>
          <p:nvPr>
            <p:ph type="sldNum" sz="quarter" idx="12"/>
          </p:nvPr>
        </p:nvSpPr>
        <p:spPr/>
        <p:txBody>
          <a:bodyPr/>
          <a:lstStyle/>
          <a:p>
            <a:fld id="{10C69CC8-F8FC-466E-B485-18C926F81CD0}" type="slidenum">
              <a:rPr lang="en-US" smtClean="0"/>
              <a:t>‹#›</a:t>
            </a:fld>
            <a:endParaRPr lang="en-US"/>
          </a:p>
        </p:txBody>
      </p:sp>
    </p:spTree>
    <p:extLst>
      <p:ext uri="{BB962C8B-B14F-4D97-AF65-F5344CB8AC3E}">
        <p14:creationId xmlns:p14="http://schemas.microsoft.com/office/powerpoint/2010/main" val="40214707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6809B-F14C-A8CF-4DB9-BA835E9697D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F16B447-A190-56E1-2740-26758736999C}"/>
              </a:ext>
            </a:extLst>
          </p:cNvPr>
          <p:cNvSpPr>
            <a:spLocks noGrp="1"/>
          </p:cNvSpPr>
          <p:nvPr>
            <p:ph type="dt" sz="half" idx="10"/>
          </p:nvPr>
        </p:nvSpPr>
        <p:spPr/>
        <p:txBody>
          <a:bodyPr/>
          <a:lstStyle/>
          <a:p>
            <a:fld id="{6E30F36C-A33F-4402-903C-EA026AC2FE31}" type="datetimeFigureOut">
              <a:rPr lang="en-US" smtClean="0"/>
              <a:t>7/11/2024</a:t>
            </a:fld>
            <a:endParaRPr lang="en-US"/>
          </a:p>
        </p:txBody>
      </p:sp>
      <p:sp>
        <p:nvSpPr>
          <p:cNvPr id="4" name="Footer Placeholder 3">
            <a:extLst>
              <a:ext uri="{FF2B5EF4-FFF2-40B4-BE49-F238E27FC236}">
                <a16:creationId xmlns:a16="http://schemas.microsoft.com/office/drawing/2014/main" id="{9C7D3F88-5C74-DC52-DEC8-1093BA2A868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53EF309-75A3-ACC2-2B53-09253C4FA23F}"/>
              </a:ext>
            </a:extLst>
          </p:cNvPr>
          <p:cNvSpPr>
            <a:spLocks noGrp="1"/>
          </p:cNvSpPr>
          <p:nvPr>
            <p:ph type="sldNum" sz="quarter" idx="12"/>
          </p:nvPr>
        </p:nvSpPr>
        <p:spPr/>
        <p:txBody>
          <a:bodyPr/>
          <a:lstStyle/>
          <a:p>
            <a:fld id="{10C69CC8-F8FC-466E-B485-18C926F81CD0}" type="slidenum">
              <a:rPr lang="en-US" smtClean="0"/>
              <a:t>‹#›</a:t>
            </a:fld>
            <a:endParaRPr lang="en-US"/>
          </a:p>
        </p:txBody>
      </p:sp>
    </p:spTree>
    <p:extLst>
      <p:ext uri="{BB962C8B-B14F-4D97-AF65-F5344CB8AC3E}">
        <p14:creationId xmlns:p14="http://schemas.microsoft.com/office/powerpoint/2010/main" val="3715459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773EED-1F8D-4199-388F-0EF9F51E9E3F}"/>
              </a:ext>
            </a:extLst>
          </p:cNvPr>
          <p:cNvSpPr>
            <a:spLocks noGrp="1"/>
          </p:cNvSpPr>
          <p:nvPr>
            <p:ph type="dt" sz="half" idx="10"/>
          </p:nvPr>
        </p:nvSpPr>
        <p:spPr/>
        <p:txBody>
          <a:bodyPr/>
          <a:lstStyle/>
          <a:p>
            <a:fld id="{6E30F36C-A33F-4402-903C-EA026AC2FE31}" type="datetimeFigureOut">
              <a:rPr lang="en-US" smtClean="0"/>
              <a:t>7/11/2024</a:t>
            </a:fld>
            <a:endParaRPr lang="en-US"/>
          </a:p>
        </p:txBody>
      </p:sp>
      <p:sp>
        <p:nvSpPr>
          <p:cNvPr id="3" name="Footer Placeholder 2">
            <a:extLst>
              <a:ext uri="{FF2B5EF4-FFF2-40B4-BE49-F238E27FC236}">
                <a16:creationId xmlns:a16="http://schemas.microsoft.com/office/drawing/2014/main" id="{A86AA737-14A3-9370-0ADC-F56138B603A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A524E13-AED6-FB04-4944-42746F0EEC22}"/>
              </a:ext>
            </a:extLst>
          </p:cNvPr>
          <p:cNvSpPr>
            <a:spLocks noGrp="1"/>
          </p:cNvSpPr>
          <p:nvPr>
            <p:ph type="sldNum" sz="quarter" idx="12"/>
          </p:nvPr>
        </p:nvSpPr>
        <p:spPr/>
        <p:txBody>
          <a:bodyPr/>
          <a:lstStyle/>
          <a:p>
            <a:fld id="{10C69CC8-F8FC-466E-B485-18C926F81CD0}" type="slidenum">
              <a:rPr lang="en-US" smtClean="0"/>
              <a:t>‹#›</a:t>
            </a:fld>
            <a:endParaRPr lang="en-US"/>
          </a:p>
        </p:txBody>
      </p:sp>
    </p:spTree>
    <p:extLst>
      <p:ext uri="{BB962C8B-B14F-4D97-AF65-F5344CB8AC3E}">
        <p14:creationId xmlns:p14="http://schemas.microsoft.com/office/powerpoint/2010/main" val="31514050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203AB-A309-770B-876A-3548E0E3E3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BA18B0-4C2C-0403-65C0-11ADCFBF5B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7CE3744-11E6-6B5B-88D8-20BD66B816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614B20-37FF-B920-691A-4060E6A48B14}"/>
              </a:ext>
            </a:extLst>
          </p:cNvPr>
          <p:cNvSpPr>
            <a:spLocks noGrp="1"/>
          </p:cNvSpPr>
          <p:nvPr>
            <p:ph type="dt" sz="half" idx="10"/>
          </p:nvPr>
        </p:nvSpPr>
        <p:spPr/>
        <p:txBody>
          <a:bodyPr/>
          <a:lstStyle/>
          <a:p>
            <a:fld id="{6E30F36C-A33F-4402-903C-EA026AC2FE31}" type="datetimeFigureOut">
              <a:rPr lang="en-US" smtClean="0"/>
              <a:t>7/11/2024</a:t>
            </a:fld>
            <a:endParaRPr lang="en-US"/>
          </a:p>
        </p:txBody>
      </p:sp>
      <p:sp>
        <p:nvSpPr>
          <p:cNvPr id="6" name="Footer Placeholder 5">
            <a:extLst>
              <a:ext uri="{FF2B5EF4-FFF2-40B4-BE49-F238E27FC236}">
                <a16:creationId xmlns:a16="http://schemas.microsoft.com/office/drawing/2014/main" id="{DFA644CF-B5D9-72F3-D18E-A32F629D31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00B6E5-D29F-86D7-5DEE-55D54E79233A}"/>
              </a:ext>
            </a:extLst>
          </p:cNvPr>
          <p:cNvSpPr>
            <a:spLocks noGrp="1"/>
          </p:cNvSpPr>
          <p:nvPr>
            <p:ph type="sldNum" sz="quarter" idx="12"/>
          </p:nvPr>
        </p:nvSpPr>
        <p:spPr/>
        <p:txBody>
          <a:bodyPr/>
          <a:lstStyle/>
          <a:p>
            <a:fld id="{10C69CC8-F8FC-466E-B485-18C926F81CD0}" type="slidenum">
              <a:rPr lang="en-US" smtClean="0"/>
              <a:t>‹#›</a:t>
            </a:fld>
            <a:endParaRPr lang="en-US"/>
          </a:p>
        </p:txBody>
      </p:sp>
    </p:spTree>
    <p:extLst>
      <p:ext uri="{BB962C8B-B14F-4D97-AF65-F5344CB8AC3E}">
        <p14:creationId xmlns:p14="http://schemas.microsoft.com/office/powerpoint/2010/main" val="28242767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8FCBD-1BD3-3AA6-2121-196FA1E024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1378761-3085-A89A-2277-C7B03F54E31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C0133AE-FB1F-8326-E293-675F8FD96B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BE0C2C-3A0F-5BEB-30B1-3361B3E5B959}"/>
              </a:ext>
            </a:extLst>
          </p:cNvPr>
          <p:cNvSpPr>
            <a:spLocks noGrp="1"/>
          </p:cNvSpPr>
          <p:nvPr>
            <p:ph type="dt" sz="half" idx="10"/>
          </p:nvPr>
        </p:nvSpPr>
        <p:spPr/>
        <p:txBody>
          <a:bodyPr/>
          <a:lstStyle/>
          <a:p>
            <a:fld id="{6E30F36C-A33F-4402-903C-EA026AC2FE31}" type="datetimeFigureOut">
              <a:rPr lang="en-US" smtClean="0"/>
              <a:t>7/11/2024</a:t>
            </a:fld>
            <a:endParaRPr lang="en-US"/>
          </a:p>
        </p:txBody>
      </p:sp>
      <p:sp>
        <p:nvSpPr>
          <p:cNvPr id="6" name="Footer Placeholder 5">
            <a:extLst>
              <a:ext uri="{FF2B5EF4-FFF2-40B4-BE49-F238E27FC236}">
                <a16:creationId xmlns:a16="http://schemas.microsoft.com/office/drawing/2014/main" id="{9509D954-B32C-5839-E2F6-35B4D68F675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8EB506-8D51-9F1A-BE03-D0767739D741}"/>
              </a:ext>
            </a:extLst>
          </p:cNvPr>
          <p:cNvSpPr>
            <a:spLocks noGrp="1"/>
          </p:cNvSpPr>
          <p:nvPr>
            <p:ph type="sldNum" sz="quarter" idx="12"/>
          </p:nvPr>
        </p:nvSpPr>
        <p:spPr/>
        <p:txBody>
          <a:bodyPr/>
          <a:lstStyle/>
          <a:p>
            <a:fld id="{10C69CC8-F8FC-466E-B485-18C926F81CD0}" type="slidenum">
              <a:rPr lang="en-US" smtClean="0"/>
              <a:t>‹#›</a:t>
            </a:fld>
            <a:endParaRPr lang="en-US"/>
          </a:p>
        </p:txBody>
      </p:sp>
    </p:spTree>
    <p:extLst>
      <p:ext uri="{BB962C8B-B14F-4D97-AF65-F5344CB8AC3E}">
        <p14:creationId xmlns:p14="http://schemas.microsoft.com/office/powerpoint/2010/main" val="5613036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48541-0B36-B1CB-5E3A-B3EE62F919E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D200A08-E013-406B-A8D4-CD2379562DD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C372D6-E025-68CC-6229-DE61E2560810}"/>
              </a:ext>
            </a:extLst>
          </p:cNvPr>
          <p:cNvSpPr>
            <a:spLocks noGrp="1"/>
          </p:cNvSpPr>
          <p:nvPr>
            <p:ph type="dt" sz="half" idx="10"/>
          </p:nvPr>
        </p:nvSpPr>
        <p:spPr/>
        <p:txBody>
          <a:bodyPr/>
          <a:lstStyle/>
          <a:p>
            <a:fld id="{6E30F36C-A33F-4402-903C-EA026AC2FE31}" type="datetimeFigureOut">
              <a:rPr lang="en-US" smtClean="0"/>
              <a:t>7/11/2024</a:t>
            </a:fld>
            <a:endParaRPr lang="en-US"/>
          </a:p>
        </p:txBody>
      </p:sp>
      <p:sp>
        <p:nvSpPr>
          <p:cNvPr id="5" name="Footer Placeholder 4">
            <a:extLst>
              <a:ext uri="{FF2B5EF4-FFF2-40B4-BE49-F238E27FC236}">
                <a16:creationId xmlns:a16="http://schemas.microsoft.com/office/drawing/2014/main" id="{022E8BF5-5C8B-90E5-9F65-73EED34BB6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40415F-B12A-BEC1-63FF-FAF8102051C1}"/>
              </a:ext>
            </a:extLst>
          </p:cNvPr>
          <p:cNvSpPr>
            <a:spLocks noGrp="1"/>
          </p:cNvSpPr>
          <p:nvPr>
            <p:ph type="sldNum" sz="quarter" idx="12"/>
          </p:nvPr>
        </p:nvSpPr>
        <p:spPr/>
        <p:txBody>
          <a:bodyPr/>
          <a:lstStyle/>
          <a:p>
            <a:fld id="{10C69CC8-F8FC-466E-B485-18C926F81CD0}" type="slidenum">
              <a:rPr lang="en-US" smtClean="0"/>
              <a:t>‹#›</a:t>
            </a:fld>
            <a:endParaRPr lang="en-US"/>
          </a:p>
        </p:txBody>
      </p:sp>
    </p:spTree>
    <p:extLst>
      <p:ext uri="{BB962C8B-B14F-4D97-AF65-F5344CB8AC3E}">
        <p14:creationId xmlns:p14="http://schemas.microsoft.com/office/powerpoint/2010/main" val="24465404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9862FC-3E53-9596-F612-C3D02587A58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38389F8-02DD-CEC6-5672-A0A5B8AED4F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BCD428-688C-22E6-1A38-B951B87DE8F3}"/>
              </a:ext>
            </a:extLst>
          </p:cNvPr>
          <p:cNvSpPr>
            <a:spLocks noGrp="1"/>
          </p:cNvSpPr>
          <p:nvPr>
            <p:ph type="dt" sz="half" idx="10"/>
          </p:nvPr>
        </p:nvSpPr>
        <p:spPr/>
        <p:txBody>
          <a:bodyPr/>
          <a:lstStyle/>
          <a:p>
            <a:fld id="{6E30F36C-A33F-4402-903C-EA026AC2FE31}" type="datetimeFigureOut">
              <a:rPr lang="en-US" smtClean="0"/>
              <a:t>7/11/2024</a:t>
            </a:fld>
            <a:endParaRPr lang="en-US"/>
          </a:p>
        </p:txBody>
      </p:sp>
      <p:sp>
        <p:nvSpPr>
          <p:cNvPr id="5" name="Footer Placeholder 4">
            <a:extLst>
              <a:ext uri="{FF2B5EF4-FFF2-40B4-BE49-F238E27FC236}">
                <a16:creationId xmlns:a16="http://schemas.microsoft.com/office/drawing/2014/main" id="{661EDBCE-6BF6-2AE7-9201-A857E63D83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161A58-1991-7B4F-394E-9CCEA86730C2}"/>
              </a:ext>
            </a:extLst>
          </p:cNvPr>
          <p:cNvSpPr>
            <a:spLocks noGrp="1"/>
          </p:cNvSpPr>
          <p:nvPr>
            <p:ph type="sldNum" sz="quarter" idx="12"/>
          </p:nvPr>
        </p:nvSpPr>
        <p:spPr/>
        <p:txBody>
          <a:bodyPr/>
          <a:lstStyle/>
          <a:p>
            <a:fld id="{10C69CC8-F8FC-466E-B485-18C926F81CD0}" type="slidenum">
              <a:rPr lang="en-US" smtClean="0"/>
              <a:t>‹#›</a:t>
            </a:fld>
            <a:endParaRPr lang="en-US"/>
          </a:p>
        </p:txBody>
      </p:sp>
    </p:spTree>
    <p:extLst>
      <p:ext uri="{BB962C8B-B14F-4D97-AF65-F5344CB8AC3E}">
        <p14:creationId xmlns:p14="http://schemas.microsoft.com/office/powerpoint/2010/main" val="2252351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1A9126-91B9-10E4-A2CF-FB0905B7A2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6F10FF2-B6EE-15AB-F2BB-AF41E57AED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EADEBD-E0AA-15BB-D4DB-8C2FFDF730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E30F36C-A33F-4402-903C-EA026AC2FE31}" type="datetimeFigureOut">
              <a:rPr lang="en-US" smtClean="0"/>
              <a:t>7/11/2024</a:t>
            </a:fld>
            <a:endParaRPr lang="en-US"/>
          </a:p>
        </p:txBody>
      </p:sp>
      <p:sp>
        <p:nvSpPr>
          <p:cNvPr id="5" name="Footer Placeholder 4">
            <a:extLst>
              <a:ext uri="{FF2B5EF4-FFF2-40B4-BE49-F238E27FC236}">
                <a16:creationId xmlns:a16="http://schemas.microsoft.com/office/drawing/2014/main" id="{4FF7BAD4-3E25-8609-789A-56F4C1485E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565FD89-A564-D792-8580-8DF35C3462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0C69CC8-F8FC-466E-B485-18C926F81CD0}" type="slidenum">
              <a:rPr lang="en-US" smtClean="0"/>
              <a:t>‹#›</a:t>
            </a:fld>
            <a:endParaRPr lang="en-US"/>
          </a:p>
        </p:txBody>
      </p:sp>
    </p:spTree>
    <p:extLst>
      <p:ext uri="{BB962C8B-B14F-4D97-AF65-F5344CB8AC3E}">
        <p14:creationId xmlns:p14="http://schemas.microsoft.com/office/powerpoint/2010/main" val="28266978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E9FDC-5F14-1ED2-1264-B053D0F85E25}"/>
              </a:ext>
            </a:extLst>
          </p:cNvPr>
          <p:cNvSpPr>
            <a:spLocks noGrp="1"/>
          </p:cNvSpPr>
          <p:nvPr>
            <p:ph type="ctrTitle"/>
          </p:nvPr>
        </p:nvSpPr>
        <p:spPr/>
        <p:txBody>
          <a:bodyPr/>
          <a:lstStyle/>
          <a:p>
            <a:r>
              <a:rPr lang="en-US" dirty="0"/>
              <a:t>AIR</a:t>
            </a:r>
          </a:p>
        </p:txBody>
      </p:sp>
      <p:sp>
        <p:nvSpPr>
          <p:cNvPr id="3" name="Subtitle 2">
            <a:extLst>
              <a:ext uri="{FF2B5EF4-FFF2-40B4-BE49-F238E27FC236}">
                <a16:creationId xmlns:a16="http://schemas.microsoft.com/office/drawing/2014/main" id="{880A23E0-BFAF-7A1E-C1ED-113F5BBE2A8C}"/>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7447146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944A0-9836-B805-0602-F0262BA631F9}"/>
              </a:ext>
            </a:extLst>
          </p:cNvPr>
          <p:cNvSpPr>
            <a:spLocks noGrp="1"/>
          </p:cNvSpPr>
          <p:nvPr>
            <p:ph type="title"/>
          </p:nvPr>
        </p:nvSpPr>
        <p:spPr/>
        <p:txBody>
          <a:bodyPr/>
          <a:lstStyle/>
          <a:p>
            <a:r>
              <a:rPr lang="en-US" dirty="0"/>
              <a:t>Air of occupied room</a:t>
            </a:r>
          </a:p>
        </p:txBody>
      </p:sp>
      <p:sp>
        <p:nvSpPr>
          <p:cNvPr id="3" name="Content Placeholder 2">
            <a:extLst>
              <a:ext uri="{FF2B5EF4-FFF2-40B4-BE49-F238E27FC236}">
                <a16:creationId xmlns:a16="http://schemas.microsoft.com/office/drawing/2014/main" id="{80BDEF7C-DA78-A52D-85D0-1C5128AB7FD6}"/>
              </a:ext>
            </a:extLst>
          </p:cNvPr>
          <p:cNvSpPr>
            <a:spLocks noGrp="1"/>
          </p:cNvSpPr>
          <p:nvPr>
            <p:ph idx="1"/>
          </p:nvPr>
        </p:nvSpPr>
        <p:spPr/>
        <p:txBody>
          <a:bodyPr/>
          <a:lstStyle/>
          <a:p>
            <a:r>
              <a:rPr lang="en-US" dirty="0"/>
              <a:t>CHEMICAL CHANGES</a:t>
            </a:r>
          </a:p>
          <a:p>
            <a:r>
              <a:rPr lang="en-US" dirty="0"/>
              <a:t>Progressively contaminated by carbon dioxide and the oxygen content decreases.</a:t>
            </a:r>
          </a:p>
          <a:p>
            <a:r>
              <a:rPr lang="en-US" dirty="0"/>
              <a:t>An average person at rest gives off 0.7 </a:t>
            </a:r>
            <a:r>
              <a:rPr lang="en-US" dirty="0" err="1"/>
              <a:t>c.ft</a:t>
            </a:r>
            <a:r>
              <a:rPr lang="en-US" dirty="0"/>
              <a:t> of carbon dioxide per hour; this may increase up to 2 </a:t>
            </a:r>
            <a:r>
              <a:rPr lang="en-US" dirty="0" err="1"/>
              <a:t>c.ft</a:t>
            </a:r>
            <a:r>
              <a:rPr lang="en-US" dirty="0"/>
              <a:t>. during physical activity. </a:t>
            </a:r>
          </a:p>
          <a:p>
            <a:r>
              <a:rPr lang="en-US" dirty="0"/>
              <a:t>In a mixed gathering comprising all age groups, the per capita output of carbon dioxide is taken as 0.6 </a:t>
            </a:r>
            <a:r>
              <a:rPr lang="en-US" dirty="0" err="1"/>
              <a:t>c.ft</a:t>
            </a:r>
            <a:r>
              <a:rPr lang="en-US" dirty="0"/>
              <a:t>. per hour</a:t>
            </a:r>
          </a:p>
        </p:txBody>
      </p:sp>
    </p:spTree>
    <p:extLst>
      <p:ext uri="{BB962C8B-B14F-4D97-AF65-F5344CB8AC3E}">
        <p14:creationId xmlns:p14="http://schemas.microsoft.com/office/powerpoint/2010/main" val="19551701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F9E73-C631-9CCD-820F-2A61F91F52F5}"/>
              </a:ext>
            </a:extLst>
          </p:cNvPr>
          <p:cNvSpPr>
            <a:spLocks noGrp="1"/>
          </p:cNvSpPr>
          <p:nvPr>
            <p:ph type="title"/>
          </p:nvPr>
        </p:nvSpPr>
        <p:spPr/>
        <p:txBody>
          <a:bodyPr/>
          <a:lstStyle/>
          <a:p>
            <a:r>
              <a:rPr lang="en-US" dirty="0"/>
              <a:t>Physical changes</a:t>
            </a:r>
          </a:p>
        </p:txBody>
      </p:sp>
      <p:sp>
        <p:nvSpPr>
          <p:cNvPr id="3" name="Content Placeholder 2">
            <a:extLst>
              <a:ext uri="{FF2B5EF4-FFF2-40B4-BE49-F238E27FC236}">
                <a16:creationId xmlns:a16="http://schemas.microsoft.com/office/drawing/2014/main" id="{D6A3EC52-9D26-13F2-D49E-7FABF4324660}"/>
              </a:ext>
            </a:extLst>
          </p:cNvPr>
          <p:cNvSpPr>
            <a:spLocks noGrp="1"/>
          </p:cNvSpPr>
          <p:nvPr>
            <p:ph idx="1"/>
          </p:nvPr>
        </p:nvSpPr>
        <p:spPr>
          <a:xfrm>
            <a:off x="101600" y="1825624"/>
            <a:ext cx="11252200" cy="4865461"/>
          </a:xfrm>
        </p:spPr>
        <p:txBody>
          <a:bodyPr>
            <a:normAutofit/>
          </a:bodyPr>
          <a:lstStyle/>
          <a:p>
            <a:r>
              <a:rPr lang="en-US" sz="2400" dirty="0"/>
              <a:t>Rise in temperature : A man at rest gives off approximately 400 Btu per hour. </a:t>
            </a:r>
          </a:p>
          <a:p>
            <a:pPr lvl="1"/>
            <a:r>
              <a:rPr lang="en-US" sz="2000" dirty="0"/>
              <a:t>One Btu (British Thermal Unit) is the quantity of heat required to raise the temperature of one pound of water by 1 deg. F. </a:t>
            </a:r>
          </a:p>
          <a:p>
            <a:pPr lvl="1"/>
            <a:r>
              <a:rPr lang="en-US" sz="2100" dirty="0"/>
              <a:t>Under conditions of physical exertion, the heat output may go up to 4.000 Btu. </a:t>
            </a:r>
          </a:p>
          <a:p>
            <a:r>
              <a:rPr lang="en-US" sz="2400" dirty="0"/>
              <a:t>Increase of humidity . The expired air contains about 6 per cent of water </a:t>
            </a:r>
            <a:r>
              <a:rPr lang="en-US" sz="2400" dirty="0" err="1"/>
              <a:t>vapour</a:t>
            </a:r>
            <a:r>
              <a:rPr lang="en-US" sz="2400" dirty="0"/>
              <a:t>. </a:t>
            </a:r>
          </a:p>
          <a:p>
            <a:pPr lvl="1"/>
            <a:r>
              <a:rPr lang="en-US" sz="2100" dirty="0"/>
              <a:t>An adult person at rest releases an average 700 </a:t>
            </a:r>
            <a:r>
              <a:rPr lang="en-US" sz="2100" dirty="0" err="1"/>
              <a:t>gms</a:t>
            </a:r>
            <a:r>
              <a:rPr lang="en-US" sz="2100" dirty="0"/>
              <a:t>. of water </a:t>
            </a:r>
            <a:r>
              <a:rPr lang="en-US" sz="2100" dirty="0" err="1"/>
              <a:t>vapour</a:t>
            </a:r>
            <a:r>
              <a:rPr lang="en-US" sz="2100" dirty="0"/>
              <a:t> per 24 hours in the form of perspiration.</a:t>
            </a:r>
          </a:p>
          <a:p>
            <a:pPr lvl="1"/>
            <a:r>
              <a:rPr lang="en-US" sz="2000" dirty="0"/>
              <a:t>Human being releases 18.4 </a:t>
            </a:r>
            <a:r>
              <a:rPr lang="en-US" sz="2000" dirty="0" err="1"/>
              <a:t>gms</a:t>
            </a:r>
            <a:r>
              <a:rPr lang="en-US" sz="2000" dirty="0"/>
              <a:t> of water </a:t>
            </a:r>
            <a:r>
              <a:rPr lang="en-US" sz="2000" dirty="0" err="1"/>
              <a:t>vapour</a:t>
            </a:r>
            <a:r>
              <a:rPr lang="en-US" sz="2000" dirty="0"/>
              <a:t> per hour when sleeping and </a:t>
            </a:r>
            <a:r>
              <a:rPr lang="en-US" sz="2000" dirty="0" err="1"/>
              <a:t>upto</a:t>
            </a:r>
            <a:r>
              <a:rPr lang="en-US" sz="2000" dirty="0"/>
              <a:t> 175 </a:t>
            </a:r>
            <a:r>
              <a:rPr lang="en-US" sz="2000" dirty="0" err="1"/>
              <a:t>gms</a:t>
            </a:r>
            <a:r>
              <a:rPr lang="en-US" sz="2000" dirty="0"/>
              <a:t> of water </a:t>
            </a:r>
            <a:r>
              <a:rPr lang="en-US" sz="2000" dirty="0" err="1"/>
              <a:t>vapour</a:t>
            </a:r>
            <a:r>
              <a:rPr lang="en-US" sz="2000" dirty="0"/>
              <a:t> when engaged in vigorous exercise.</a:t>
            </a:r>
          </a:p>
        </p:txBody>
      </p:sp>
    </p:spTree>
    <p:extLst>
      <p:ext uri="{BB962C8B-B14F-4D97-AF65-F5344CB8AC3E}">
        <p14:creationId xmlns:p14="http://schemas.microsoft.com/office/powerpoint/2010/main" val="12751307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F9E73-C631-9CCD-820F-2A61F91F52F5}"/>
              </a:ext>
            </a:extLst>
          </p:cNvPr>
          <p:cNvSpPr>
            <a:spLocks noGrp="1"/>
          </p:cNvSpPr>
          <p:nvPr>
            <p:ph type="title"/>
          </p:nvPr>
        </p:nvSpPr>
        <p:spPr/>
        <p:txBody>
          <a:bodyPr/>
          <a:lstStyle/>
          <a:p>
            <a:r>
              <a:rPr lang="en-US" dirty="0"/>
              <a:t>Physical changes</a:t>
            </a:r>
          </a:p>
        </p:txBody>
      </p:sp>
      <p:sp>
        <p:nvSpPr>
          <p:cNvPr id="3" name="Content Placeholder 2">
            <a:extLst>
              <a:ext uri="{FF2B5EF4-FFF2-40B4-BE49-F238E27FC236}">
                <a16:creationId xmlns:a16="http://schemas.microsoft.com/office/drawing/2014/main" id="{D6A3EC52-9D26-13F2-D49E-7FABF4324660}"/>
              </a:ext>
            </a:extLst>
          </p:cNvPr>
          <p:cNvSpPr>
            <a:spLocks noGrp="1"/>
          </p:cNvSpPr>
          <p:nvPr>
            <p:ph idx="1"/>
          </p:nvPr>
        </p:nvSpPr>
        <p:spPr>
          <a:xfrm>
            <a:off x="101600" y="1825624"/>
            <a:ext cx="11252200" cy="4865461"/>
          </a:xfrm>
        </p:spPr>
        <p:txBody>
          <a:bodyPr>
            <a:normAutofit/>
          </a:bodyPr>
          <a:lstStyle/>
          <a:p>
            <a:r>
              <a:rPr lang="en-US" sz="2400" dirty="0"/>
              <a:t>Decrease in air movement: In crowded places, the natural movement of air is impeded</a:t>
            </a:r>
          </a:p>
          <a:p>
            <a:r>
              <a:rPr lang="en-US" sz="2400" dirty="0"/>
              <a:t>Body </a:t>
            </a:r>
            <a:r>
              <a:rPr lang="en-US" sz="2400" dirty="0" err="1"/>
              <a:t>odours</a:t>
            </a:r>
            <a:r>
              <a:rPr lang="en-US" sz="2400" dirty="0"/>
              <a:t> : Unpleasant </a:t>
            </a:r>
            <a:r>
              <a:rPr lang="en-US" sz="2400" dirty="0" err="1"/>
              <a:t>odours</a:t>
            </a:r>
            <a:r>
              <a:rPr lang="en-US" sz="2400" dirty="0"/>
              <a:t> arise from foul breath, perspiration, bad oral hygiene, dirty clothes and other sources. </a:t>
            </a:r>
          </a:p>
          <a:p>
            <a:pPr lvl="1">
              <a:lnSpc>
                <a:spcPct val="100000"/>
              </a:lnSpc>
            </a:pPr>
            <a:r>
              <a:rPr lang="en-US" sz="2100" dirty="0"/>
              <a:t>The production of body </a:t>
            </a:r>
            <a:r>
              <a:rPr lang="en-US" sz="2100" dirty="0" err="1"/>
              <a:t>odours</a:t>
            </a:r>
            <a:r>
              <a:rPr lang="en-US" sz="2100" dirty="0"/>
              <a:t> depends upon the social status, age and personal hygiene of the People</a:t>
            </a:r>
          </a:p>
          <a:p>
            <a:r>
              <a:rPr lang="en-US" sz="2400" dirty="0"/>
              <a:t>Bacterial pollution : The exhaled air contains microorganisms in suspension. These are principally saprophytic bacteria and may include pathogenic bacteria.</a:t>
            </a:r>
          </a:p>
          <a:p>
            <a:pPr lvl="1">
              <a:lnSpc>
                <a:spcPct val="100000"/>
              </a:lnSpc>
            </a:pPr>
            <a:r>
              <a:rPr lang="en-US" sz="2100" dirty="0"/>
              <a:t>These organisms are discharged into the air during conversation, coughing, sneezing and loud talking.</a:t>
            </a:r>
          </a:p>
        </p:txBody>
      </p:sp>
    </p:spTree>
    <p:extLst>
      <p:ext uri="{BB962C8B-B14F-4D97-AF65-F5344CB8AC3E}">
        <p14:creationId xmlns:p14="http://schemas.microsoft.com/office/powerpoint/2010/main" val="641769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EDAB8-BE1D-89C0-DA2B-B7F1FF7ABE13}"/>
              </a:ext>
            </a:extLst>
          </p:cNvPr>
          <p:cNvSpPr>
            <a:spLocks noGrp="1"/>
          </p:cNvSpPr>
          <p:nvPr>
            <p:ph type="title"/>
          </p:nvPr>
        </p:nvSpPr>
        <p:spPr/>
        <p:txBody>
          <a:bodyPr/>
          <a:lstStyle/>
          <a:p>
            <a:r>
              <a:rPr lang="en-US" dirty="0"/>
              <a:t>Discomfort</a:t>
            </a:r>
          </a:p>
        </p:txBody>
      </p:sp>
      <p:sp>
        <p:nvSpPr>
          <p:cNvPr id="3" name="Content Placeholder 2">
            <a:extLst>
              <a:ext uri="{FF2B5EF4-FFF2-40B4-BE49-F238E27FC236}">
                <a16:creationId xmlns:a16="http://schemas.microsoft.com/office/drawing/2014/main" id="{D20C2E4F-2378-903F-5D62-AF915168894C}"/>
              </a:ext>
            </a:extLst>
          </p:cNvPr>
          <p:cNvSpPr>
            <a:spLocks noGrp="1"/>
          </p:cNvSpPr>
          <p:nvPr>
            <p:ph idx="1"/>
          </p:nvPr>
        </p:nvSpPr>
        <p:spPr/>
        <p:txBody>
          <a:bodyPr/>
          <a:lstStyle/>
          <a:p>
            <a:r>
              <a:rPr lang="en-US" dirty="0"/>
              <a:t>The oxygen content may be reduced to 18 per cent and the carbon dioxide content may be raised to over 5 per cent, without adverse effects, provided the temperature and humidity are kept satisfactory.</a:t>
            </a:r>
          </a:p>
          <a:p>
            <a:r>
              <a:rPr lang="en-US" dirty="0"/>
              <a:t>Temperature, humidity, air movement and heat radiation determine the “cooling power” of the air with respect to the human body. </a:t>
            </a:r>
          </a:p>
          <a:p>
            <a:r>
              <a:rPr lang="en-US" dirty="0"/>
              <a:t>“The problems of ventilation arc physical, not chemical: cutaneous not respiratory”.</a:t>
            </a:r>
          </a:p>
        </p:txBody>
      </p:sp>
    </p:spTree>
    <p:extLst>
      <p:ext uri="{BB962C8B-B14F-4D97-AF65-F5344CB8AC3E}">
        <p14:creationId xmlns:p14="http://schemas.microsoft.com/office/powerpoint/2010/main" val="18695740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97A6B-C72E-92AD-3049-34E0079E2FAE}"/>
              </a:ext>
            </a:extLst>
          </p:cNvPr>
          <p:cNvSpPr>
            <a:spLocks noGrp="1"/>
          </p:cNvSpPr>
          <p:nvPr>
            <p:ph type="title"/>
          </p:nvPr>
        </p:nvSpPr>
        <p:spPr/>
        <p:txBody>
          <a:bodyPr/>
          <a:lstStyle/>
          <a:p>
            <a:r>
              <a:rPr lang="en-US" dirty="0"/>
              <a:t>Thermal Comfort</a:t>
            </a:r>
          </a:p>
        </p:txBody>
      </p:sp>
      <p:sp>
        <p:nvSpPr>
          <p:cNvPr id="3" name="Content Placeholder 2">
            <a:extLst>
              <a:ext uri="{FF2B5EF4-FFF2-40B4-BE49-F238E27FC236}">
                <a16:creationId xmlns:a16="http://schemas.microsoft.com/office/drawing/2014/main" id="{80F3872F-F90D-9C9C-D43D-0D3D9B49F44E}"/>
              </a:ext>
            </a:extLst>
          </p:cNvPr>
          <p:cNvSpPr>
            <a:spLocks noGrp="1"/>
          </p:cNvSpPr>
          <p:nvPr>
            <p:ph idx="1"/>
          </p:nvPr>
        </p:nvSpPr>
        <p:spPr/>
        <p:txBody>
          <a:bodyPr>
            <a:normAutofit fontScale="85000" lnSpcReduction="20000"/>
          </a:bodyPr>
          <a:lstStyle/>
          <a:p>
            <a:r>
              <a:rPr lang="en-US" dirty="0"/>
              <a:t>AIR TEMPERATURE : Air temperature alone was not an adequate index of thermal comfort. </a:t>
            </a:r>
          </a:p>
          <a:p>
            <a:r>
              <a:rPr lang="en-US" dirty="0"/>
              <a:t>AIR TEMPERATURE AND HUMIDITY </a:t>
            </a:r>
          </a:p>
          <a:p>
            <a:r>
              <a:rPr lang="en-US" dirty="0"/>
              <a:t>COOLING POWER : Air temperature, humidity and air movement were considered together and expressed as “cooling power” of the air. </a:t>
            </a:r>
          </a:p>
          <a:p>
            <a:pPr lvl="1"/>
            <a:r>
              <a:rPr lang="en-US" dirty="0"/>
              <a:t>An instrument was devised by Hill called the Kata Thermometer to measure the cooling power. </a:t>
            </a:r>
          </a:p>
          <a:p>
            <a:pPr lvl="1"/>
            <a:r>
              <a:rPr lang="en-US" dirty="0"/>
              <a:t>A dry Kata reading of 6 and above, and a wet Kata reading of 20 and above, were regarded as indices of thermal comfort. </a:t>
            </a:r>
          </a:p>
          <a:p>
            <a:pPr lvl="1"/>
            <a:r>
              <a:rPr lang="en-US" dirty="0"/>
              <a:t>Further researches have shown that the Kata cooling powers are also not reliable indices of comfort conditions.</a:t>
            </a:r>
          </a:p>
          <a:p>
            <a:r>
              <a:rPr lang="en-US" dirty="0"/>
              <a:t>EFFECTIVE TEMPERATURE : Effective temperature is an arbitrary index which combines into a single value the effect of temperature, humidity and movement of the internal air on the sensation of warmth or cold felt by the human body.</a:t>
            </a:r>
          </a:p>
        </p:txBody>
      </p:sp>
    </p:spTree>
    <p:extLst>
      <p:ext uri="{BB962C8B-B14F-4D97-AF65-F5344CB8AC3E}">
        <p14:creationId xmlns:p14="http://schemas.microsoft.com/office/powerpoint/2010/main" val="13928263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4DC1F0-7CF2-471E-751B-65B90F8554AA}"/>
              </a:ext>
            </a:extLst>
          </p:cNvPr>
          <p:cNvSpPr>
            <a:spLocks noGrp="1"/>
          </p:cNvSpPr>
          <p:nvPr>
            <p:ph type="title"/>
          </p:nvPr>
        </p:nvSpPr>
        <p:spPr>
          <a:xfrm>
            <a:off x="598665" y="361948"/>
            <a:ext cx="6002110" cy="723902"/>
          </a:xfrm>
        </p:spPr>
        <p:txBody>
          <a:bodyPr>
            <a:normAutofit/>
          </a:bodyPr>
          <a:lstStyle/>
          <a:p>
            <a:r>
              <a:rPr lang="en-US" sz="4000" dirty="0"/>
              <a:t>Effective temperature</a:t>
            </a:r>
          </a:p>
        </p:txBody>
      </p:sp>
      <p:sp>
        <p:nvSpPr>
          <p:cNvPr id="3" name="Content Placeholder 2">
            <a:extLst>
              <a:ext uri="{FF2B5EF4-FFF2-40B4-BE49-F238E27FC236}">
                <a16:creationId xmlns:a16="http://schemas.microsoft.com/office/drawing/2014/main" id="{C1205987-060E-CC67-377C-3DAF3F3E43D9}"/>
              </a:ext>
            </a:extLst>
          </p:cNvPr>
          <p:cNvSpPr>
            <a:spLocks noGrp="1"/>
          </p:cNvSpPr>
          <p:nvPr>
            <p:ph idx="1"/>
          </p:nvPr>
        </p:nvSpPr>
        <p:spPr>
          <a:xfrm>
            <a:off x="431800" y="1085850"/>
            <a:ext cx="6406990" cy="5530850"/>
          </a:xfrm>
        </p:spPr>
        <p:txBody>
          <a:bodyPr>
            <a:normAutofit/>
          </a:bodyPr>
          <a:lstStyle/>
          <a:p>
            <a:r>
              <a:rPr lang="en-US" sz="2000" dirty="0"/>
              <a:t>This scale was evolved in 1923 after a long series of experiments carried out in the Pittsburgh Laboratory of the American Society of Heating and Ventilation Engineers by Houghton and </a:t>
            </a:r>
            <a:r>
              <a:rPr lang="en-US" sz="2000" dirty="0" err="1"/>
              <a:t>Yaglou</a:t>
            </a:r>
            <a:r>
              <a:rPr lang="en-US" sz="2000" dirty="0"/>
              <a:t>. </a:t>
            </a:r>
          </a:p>
          <a:p>
            <a:pPr lvl="1"/>
            <a:r>
              <a:rPr lang="en-US" sz="2000" dirty="0"/>
              <a:t>Two scales are available one of which refers to men who are stripped to the waist and the other to men who are fully clad in indoor clothing. </a:t>
            </a:r>
          </a:p>
          <a:p>
            <a:pPr lvl="1"/>
            <a:r>
              <a:rPr lang="en-US" sz="2000" dirty="0"/>
              <a:t>A criticism of the effective temperature scale is that it ignores the effects of a radiation from the surrounding structures. </a:t>
            </a:r>
          </a:p>
          <a:p>
            <a:r>
              <a:rPr lang="en-US" sz="2000" dirty="0"/>
              <a:t>CORRECTED EFFECTIVE TEMPERATURE : This Index is an improvement over the Effective Temperature Index. </a:t>
            </a:r>
          </a:p>
          <a:p>
            <a:pPr lvl="1"/>
            <a:r>
              <a:rPr lang="en-US" sz="2000" dirty="0"/>
              <a:t>Instead of the dry bulb temperature, the reading of the Globe Thermometer is used to allow for radiant heat. </a:t>
            </a:r>
          </a:p>
          <a:p>
            <a:pPr lvl="1"/>
            <a:r>
              <a:rPr lang="en-US" sz="2000" dirty="0"/>
              <a:t>That is, the C.E.T. scales deal with all the four factors namely, air temperature, velocity, humidity and mean radiant heat. </a:t>
            </a:r>
          </a:p>
        </p:txBody>
      </p:sp>
      <p:pic>
        <p:nvPicPr>
          <p:cNvPr id="1026" name="Picture 2">
            <a:extLst>
              <a:ext uri="{FF2B5EF4-FFF2-40B4-BE49-F238E27FC236}">
                <a16:creationId xmlns:a16="http://schemas.microsoft.com/office/drawing/2014/main" id="{E828DE9C-3201-9AD6-97A8-CD2579E4EC5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764" r="3639" b="2"/>
          <a:stretch/>
        </p:blipFill>
        <p:spPr bwMode="auto">
          <a:xfrm>
            <a:off x="7199440" y="10"/>
            <a:ext cx="4992560" cy="6857990"/>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74819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7EA95-FC85-15FA-090D-3211D996FA5B}"/>
              </a:ext>
            </a:extLst>
          </p:cNvPr>
          <p:cNvSpPr>
            <a:spLocks noGrp="1"/>
          </p:cNvSpPr>
          <p:nvPr>
            <p:ph type="title"/>
          </p:nvPr>
        </p:nvSpPr>
        <p:spPr/>
        <p:txBody>
          <a:bodyPr/>
          <a:lstStyle/>
          <a:p>
            <a:r>
              <a:rPr lang="en-US" dirty="0"/>
              <a:t>Comfort zones</a:t>
            </a:r>
          </a:p>
        </p:txBody>
      </p:sp>
      <p:sp>
        <p:nvSpPr>
          <p:cNvPr id="3" name="Content Placeholder 2">
            <a:extLst>
              <a:ext uri="{FF2B5EF4-FFF2-40B4-BE49-F238E27FC236}">
                <a16:creationId xmlns:a16="http://schemas.microsoft.com/office/drawing/2014/main" id="{1FA15321-FB34-5DF7-3EC0-1CF6BE1C777E}"/>
              </a:ext>
            </a:extLst>
          </p:cNvPr>
          <p:cNvSpPr>
            <a:spLocks noGrp="1"/>
          </p:cNvSpPr>
          <p:nvPr>
            <p:ph idx="1"/>
          </p:nvPr>
        </p:nvSpPr>
        <p:spPr/>
        <p:txBody>
          <a:bodyPr/>
          <a:lstStyle/>
          <a:p>
            <a:r>
              <a:rPr lang="en-US" dirty="0" err="1"/>
              <a:t>McARDLE’S</a:t>
            </a:r>
            <a:r>
              <a:rPr lang="en-US" dirty="0"/>
              <a:t> MAXIMUM ALLOWABLE SWEAT RATE : McArdle and associates took 4.5 </a:t>
            </a:r>
            <a:r>
              <a:rPr lang="en-US" dirty="0" err="1"/>
              <a:t>litres</a:t>
            </a:r>
            <a:r>
              <a:rPr lang="en-US" dirty="0"/>
              <a:t> of sweat excreted in four hours as the maximum allowable sweat rate compatible with physiological normal reaction of acclimatized, healthy young men for repeated exposures to heat. </a:t>
            </a:r>
          </a:p>
          <a:p>
            <a:pPr lvl="1"/>
            <a:r>
              <a:rPr lang="en-US" dirty="0"/>
              <a:t>They prepared a chart from which the “predicted four hour sweat rate” (P4SR) can be obtained from any combination of dry and wet bulb temperature of the air, mean radiant air temperature and air velocity, under different work intensity. </a:t>
            </a:r>
          </a:p>
          <a:p>
            <a:endParaRPr lang="en-US" dirty="0"/>
          </a:p>
        </p:txBody>
      </p:sp>
    </p:spTree>
    <p:extLst>
      <p:ext uri="{BB962C8B-B14F-4D97-AF65-F5344CB8AC3E}">
        <p14:creationId xmlns:p14="http://schemas.microsoft.com/office/powerpoint/2010/main" val="2328025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0E7631-A05A-EEC4-CF6F-FC6A7BFF7FB5}"/>
              </a:ext>
            </a:extLst>
          </p:cNvPr>
          <p:cNvSpPr>
            <a:spLocks noGrp="1"/>
          </p:cNvSpPr>
          <p:nvPr>
            <p:ph type="title"/>
          </p:nvPr>
        </p:nvSpPr>
        <p:spPr>
          <a:xfrm>
            <a:off x="793662" y="386930"/>
            <a:ext cx="10066122" cy="1298448"/>
          </a:xfrm>
        </p:spPr>
        <p:txBody>
          <a:bodyPr anchor="b">
            <a:normAutofit/>
          </a:bodyPr>
          <a:lstStyle/>
          <a:p>
            <a:r>
              <a:rPr lang="en-US" sz="4800"/>
              <a:t>Comfort zones</a:t>
            </a:r>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B2A39C2-BFAD-50A4-0A6A-51C285296EA6}"/>
              </a:ext>
            </a:extLst>
          </p:cNvPr>
          <p:cNvSpPr>
            <a:spLocks noGrp="1"/>
          </p:cNvSpPr>
          <p:nvPr>
            <p:ph idx="1"/>
          </p:nvPr>
        </p:nvSpPr>
        <p:spPr>
          <a:xfrm>
            <a:off x="0" y="2391508"/>
            <a:ext cx="6096000" cy="3847451"/>
          </a:xfrm>
        </p:spPr>
        <p:txBody>
          <a:bodyPr anchor="ctr">
            <a:normAutofit/>
          </a:bodyPr>
          <a:lstStyle/>
          <a:p>
            <a:r>
              <a:rPr lang="en-US" sz="2000" dirty="0"/>
              <a:t>Comfort zones may be defined as the range of ETs over which most adults feel comfortable. </a:t>
            </a:r>
          </a:p>
          <a:p>
            <a:r>
              <a:rPr lang="en-US" sz="2000" dirty="0"/>
              <a:t>There is no unanimous decision on a single zone of comfort for all people because comfort is quite a complex subjective experience which depends not only on physical, physiological factors, but also on psychological factors which are difficult to determine. </a:t>
            </a:r>
          </a:p>
          <a:p>
            <a:r>
              <a:rPr lang="en-US" sz="2000" dirty="0"/>
              <a:t>Considering only the environmental factors, ‘comfortable thermal conditions are those under which a person can maintain normal balance between production and loss of heat, at normal body temperature and without sweating.</a:t>
            </a:r>
          </a:p>
        </p:txBody>
      </p:sp>
      <p:pic>
        <p:nvPicPr>
          <p:cNvPr id="5" name="Picture 4">
            <a:extLst>
              <a:ext uri="{FF2B5EF4-FFF2-40B4-BE49-F238E27FC236}">
                <a16:creationId xmlns:a16="http://schemas.microsoft.com/office/drawing/2014/main" id="{D321BBF0-E83E-3568-2103-F9A20FD8350A}"/>
              </a:ext>
            </a:extLst>
          </p:cNvPr>
          <p:cNvPicPr>
            <a:picLocks noChangeAspect="1"/>
          </p:cNvPicPr>
          <p:nvPr/>
        </p:nvPicPr>
        <p:blipFill>
          <a:blip r:embed="rId2"/>
          <a:stretch>
            <a:fillRect/>
          </a:stretch>
        </p:blipFill>
        <p:spPr>
          <a:xfrm>
            <a:off x="5911532" y="2663053"/>
            <a:ext cx="5150277" cy="3356648"/>
          </a:xfrm>
          <a:prstGeom prst="rect">
            <a:avLst/>
          </a:prstGeom>
        </p:spPr>
      </p:pic>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230098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42766-BA94-6A8E-DD4A-F8A8EB63FA85}"/>
              </a:ext>
            </a:extLst>
          </p:cNvPr>
          <p:cNvSpPr>
            <a:spLocks noGrp="1"/>
          </p:cNvSpPr>
          <p:nvPr>
            <p:ph type="title"/>
          </p:nvPr>
        </p:nvSpPr>
        <p:spPr/>
        <p:txBody>
          <a:bodyPr/>
          <a:lstStyle/>
          <a:p>
            <a:r>
              <a:rPr lang="en-US" dirty="0"/>
              <a:t>Ventilation</a:t>
            </a:r>
          </a:p>
        </p:txBody>
      </p:sp>
      <p:sp>
        <p:nvSpPr>
          <p:cNvPr id="3" name="Content Placeholder 2">
            <a:extLst>
              <a:ext uri="{FF2B5EF4-FFF2-40B4-BE49-F238E27FC236}">
                <a16:creationId xmlns:a16="http://schemas.microsoft.com/office/drawing/2014/main" id="{DAFCF5F9-6672-E953-BC24-A1AA374ECBD8}"/>
              </a:ext>
            </a:extLst>
          </p:cNvPr>
          <p:cNvSpPr>
            <a:spLocks noGrp="1"/>
          </p:cNvSpPr>
          <p:nvPr>
            <p:ph idx="1"/>
          </p:nvPr>
        </p:nvSpPr>
        <p:spPr/>
        <p:txBody>
          <a:bodyPr/>
          <a:lstStyle/>
          <a:p>
            <a:r>
              <a:rPr lang="en-US" dirty="0"/>
              <a:t>The modern concept of ventilation implies not only the replacement of vitiated air by a supply of fresh outdoor air, but also control of the quality of incoming air about its temperature, humidity and purity with a view to provide a thermal environment that is comfortable and free from risk of infection</a:t>
            </a:r>
          </a:p>
        </p:txBody>
      </p:sp>
    </p:spTree>
    <p:extLst>
      <p:ext uri="{BB962C8B-B14F-4D97-AF65-F5344CB8AC3E}">
        <p14:creationId xmlns:p14="http://schemas.microsoft.com/office/powerpoint/2010/main" val="23053809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0DC41-D51B-DB88-B35A-B133C0EB452C}"/>
              </a:ext>
            </a:extLst>
          </p:cNvPr>
          <p:cNvSpPr>
            <a:spLocks noGrp="1"/>
          </p:cNvSpPr>
          <p:nvPr>
            <p:ph type="title"/>
          </p:nvPr>
        </p:nvSpPr>
        <p:spPr/>
        <p:txBody>
          <a:bodyPr/>
          <a:lstStyle/>
          <a:p>
            <a:r>
              <a:rPr lang="en-US" dirty="0"/>
              <a:t>Standards</a:t>
            </a:r>
          </a:p>
        </p:txBody>
      </p:sp>
      <p:sp>
        <p:nvSpPr>
          <p:cNvPr id="3" name="Content Placeholder 2">
            <a:extLst>
              <a:ext uri="{FF2B5EF4-FFF2-40B4-BE49-F238E27FC236}">
                <a16:creationId xmlns:a16="http://schemas.microsoft.com/office/drawing/2014/main" id="{80992350-6DEC-6725-76B7-C3AD89003E26}"/>
              </a:ext>
            </a:extLst>
          </p:cNvPr>
          <p:cNvSpPr>
            <a:spLocks noGrp="1"/>
          </p:cNvSpPr>
          <p:nvPr>
            <p:ph idx="1"/>
          </p:nvPr>
        </p:nvSpPr>
        <p:spPr/>
        <p:txBody>
          <a:bodyPr>
            <a:normAutofit fontScale="92500" lnSpcReduction="20000"/>
          </a:bodyPr>
          <a:lstStyle/>
          <a:p>
            <a:r>
              <a:rPr lang="en-US" dirty="0"/>
              <a:t>Cubic space : Minimal fresh air supply ranging from 300 to 3,000 </a:t>
            </a:r>
            <a:r>
              <a:rPr lang="en-US" dirty="0" err="1"/>
              <a:t>c.ft</a:t>
            </a:r>
            <a:r>
              <a:rPr lang="en-US" dirty="0"/>
              <a:t>. per hour per person. </a:t>
            </a:r>
          </a:p>
          <a:p>
            <a:r>
              <a:rPr lang="en-US" dirty="0"/>
              <a:t>The widely quoted standard is that of De Chaumont who advocated a fresh air supply of 3,000 </a:t>
            </a:r>
            <a:r>
              <a:rPr lang="en-US" dirty="0" err="1"/>
              <a:t>c.ft</a:t>
            </a:r>
            <a:r>
              <a:rPr lang="en-US" dirty="0"/>
              <a:t>. per person per hour on the following grounds: </a:t>
            </a:r>
          </a:p>
          <a:p>
            <a:r>
              <a:rPr lang="en-US" dirty="0"/>
              <a:t>It was observed that so long as the amount of carbon dioxide due to respiration was not more than 2 parts in 10,000 parts of air, the air of the rooms seemed fresh and did not sensibly differ from outdoor air. </a:t>
            </a:r>
          </a:p>
          <a:p>
            <a:r>
              <a:rPr lang="en-US" dirty="0"/>
              <a:t>Assuming that an average person expires 0.6 </a:t>
            </a:r>
            <a:r>
              <a:rPr lang="en-US" dirty="0" err="1"/>
              <a:t>c.ft</a:t>
            </a:r>
            <a:r>
              <a:rPr lang="en-US" dirty="0"/>
              <a:t>. of carbon dioxide per hour, and that 0.0002 </a:t>
            </a:r>
            <a:r>
              <a:rPr lang="en-US" dirty="0" err="1"/>
              <a:t>c.ft</a:t>
            </a:r>
            <a:r>
              <a:rPr lang="en-US" dirty="0"/>
              <a:t>. of CO2 in one </a:t>
            </a:r>
            <a:r>
              <a:rPr lang="en-US" dirty="0" err="1"/>
              <a:t>c.ft</a:t>
            </a:r>
            <a:r>
              <a:rPr lang="en-US" dirty="0"/>
              <a:t>. of air as the “permissible impurity”, it was calculated that 0.6/0.0002 or 3,000 </a:t>
            </a:r>
            <a:r>
              <a:rPr lang="en-US" dirty="0" err="1"/>
              <a:t>c.ft</a:t>
            </a:r>
            <a:r>
              <a:rPr lang="en-US" dirty="0"/>
              <a:t>. of air would be required by a man at rest per hour. </a:t>
            </a:r>
          </a:p>
          <a:p>
            <a:r>
              <a:rPr lang="en-US" dirty="0"/>
              <a:t>This standard of ventilation is no longer followed</a:t>
            </a:r>
          </a:p>
        </p:txBody>
      </p:sp>
    </p:spTree>
    <p:extLst>
      <p:ext uri="{BB962C8B-B14F-4D97-AF65-F5344CB8AC3E}">
        <p14:creationId xmlns:p14="http://schemas.microsoft.com/office/powerpoint/2010/main" val="395633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0DC41-D51B-DB88-B35A-B133C0EB452C}"/>
              </a:ext>
            </a:extLst>
          </p:cNvPr>
          <p:cNvSpPr>
            <a:spLocks noGrp="1"/>
          </p:cNvSpPr>
          <p:nvPr>
            <p:ph type="title"/>
          </p:nvPr>
        </p:nvSpPr>
        <p:spPr/>
        <p:txBody>
          <a:bodyPr/>
          <a:lstStyle/>
          <a:p>
            <a:r>
              <a:rPr lang="en-US" dirty="0"/>
              <a:t>Standards</a:t>
            </a:r>
          </a:p>
        </p:txBody>
      </p:sp>
      <p:sp>
        <p:nvSpPr>
          <p:cNvPr id="3" name="Content Placeholder 2">
            <a:extLst>
              <a:ext uri="{FF2B5EF4-FFF2-40B4-BE49-F238E27FC236}">
                <a16:creationId xmlns:a16="http://schemas.microsoft.com/office/drawing/2014/main" id="{80992350-6DEC-6725-76B7-C3AD89003E26}"/>
              </a:ext>
            </a:extLst>
          </p:cNvPr>
          <p:cNvSpPr>
            <a:spLocks noGrp="1"/>
          </p:cNvSpPr>
          <p:nvPr>
            <p:ph idx="1"/>
          </p:nvPr>
        </p:nvSpPr>
        <p:spPr/>
        <p:txBody>
          <a:bodyPr>
            <a:normAutofit/>
          </a:bodyPr>
          <a:lstStyle/>
          <a:p>
            <a:r>
              <a:rPr lang="en-US" dirty="0"/>
              <a:t>Air change : Air change is more important than the cubic space requirement. </a:t>
            </a:r>
          </a:p>
          <a:p>
            <a:r>
              <a:rPr lang="en-US" dirty="0"/>
              <a:t>It is recommended that in the living rooms, there should be 2 or 3 air changes in one hour; in work rooms and assemblies 4 to 6 air changes. If the air is changed more frequently, i.e., more than 6 times in one hour, it is likely to produce a draught which should be avoided. </a:t>
            </a:r>
          </a:p>
          <a:p>
            <a:r>
              <a:rPr lang="en-US" dirty="0"/>
              <a:t>Based on this concept, it is now considered that a space of 1,000 to 1,200 </a:t>
            </a:r>
            <a:r>
              <a:rPr lang="en-US" dirty="0" err="1"/>
              <a:t>c.ft</a:t>
            </a:r>
            <a:r>
              <a:rPr lang="en-US" dirty="0"/>
              <a:t>. per person is quite sufficient. The number of air changes per hour is calculated by dividing the total hourly air supply to the room by the cubic capacity of the room. </a:t>
            </a:r>
          </a:p>
        </p:txBody>
      </p:sp>
    </p:spTree>
    <p:extLst>
      <p:ext uri="{BB962C8B-B14F-4D97-AF65-F5344CB8AC3E}">
        <p14:creationId xmlns:p14="http://schemas.microsoft.com/office/powerpoint/2010/main" val="19314623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0DC41-D51B-DB88-B35A-B133C0EB452C}"/>
              </a:ext>
            </a:extLst>
          </p:cNvPr>
          <p:cNvSpPr>
            <a:spLocks noGrp="1"/>
          </p:cNvSpPr>
          <p:nvPr>
            <p:ph type="title"/>
          </p:nvPr>
        </p:nvSpPr>
        <p:spPr/>
        <p:txBody>
          <a:bodyPr/>
          <a:lstStyle/>
          <a:p>
            <a:r>
              <a:rPr lang="en-US" dirty="0"/>
              <a:t>Standards</a:t>
            </a:r>
          </a:p>
        </p:txBody>
      </p:sp>
      <p:sp>
        <p:nvSpPr>
          <p:cNvPr id="3" name="Content Placeholder 2">
            <a:extLst>
              <a:ext uri="{FF2B5EF4-FFF2-40B4-BE49-F238E27FC236}">
                <a16:creationId xmlns:a16="http://schemas.microsoft.com/office/drawing/2014/main" id="{80992350-6DEC-6725-76B7-C3AD89003E26}"/>
              </a:ext>
            </a:extLst>
          </p:cNvPr>
          <p:cNvSpPr>
            <a:spLocks noGrp="1"/>
          </p:cNvSpPr>
          <p:nvPr>
            <p:ph idx="1"/>
          </p:nvPr>
        </p:nvSpPr>
        <p:spPr/>
        <p:txBody>
          <a:bodyPr>
            <a:normAutofit/>
          </a:bodyPr>
          <a:lstStyle/>
          <a:p>
            <a:r>
              <a:rPr lang="en-US" dirty="0"/>
              <a:t>Floor space: Floor space per person is even more important than cubic space. </a:t>
            </a:r>
          </a:p>
          <a:p>
            <a:r>
              <a:rPr lang="en-US" dirty="0"/>
              <a:t>Heights in excess of 10 to 12 feet are ineffective from the point of view, of ventilation, as the products of respiration tend to accumulate in the lower levels. </a:t>
            </a:r>
          </a:p>
          <a:p>
            <a:r>
              <a:rPr lang="en-US" dirty="0"/>
              <a:t>Therefore, in calculating cubic space requirements, heights over 10 to 12 feet are not considered. </a:t>
            </a:r>
          </a:p>
          <a:p>
            <a:r>
              <a:rPr lang="en-US" dirty="0"/>
              <a:t>The optimum floor space requirements per person vary from 50 to 100 </a:t>
            </a:r>
            <a:r>
              <a:rPr lang="en-US" dirty="0" err="1"/>
              <a:t>sq.ft</a:t>
            </a:r>
            <a:r>
              <a:rPr lang="en-US" dirty="0"/>
              <a:t>.</a:t>
            </a:r>
          </a:p>
        </p:txBody>
      </p:sp>
    </p:spTree>
    <p:extLst>
      <p:ext uri="{BB962C8B-B14F-4D97-AF65-F5344CB8AC3E}">
        <p14:creationId xmlns:p14="http://schemas.microsoft.com/office/powerpoint/2010/main" val="30410021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BFF6A-0620-8272-C712-845AFDF8D93B}"/>
              </a:ext>
            </a:extLst>
          </p:cNvPr>
          <p:cNvSpPr>
            <a:spLocks noGrp="1"/>
          </p:cNvSpPr>
          <p:nvPr>
            <p:ph type="title"/>
          </p:nvPr>
        </p:nvSpPr>
        <p:spPr/>
        <p:txBody>
          <a:bodyPr/>
          <a:lstStyle/>
          <a:p>
            <a:r>
              <a:rPr lang="en-US" dirty="0"/>
              <a:t>Types of ventilation (Natural)</a:t>
            </a:r>
          </a:p>
        </p:txBody>
      </p:sp>
      <p:sp>
        <p:nvSpPr>
          <p:cNvPr id="3" name="Content Placeholder 2">
            <a:extLst>
              <a:ext uri="{FF2B5EF4-FFF2-40B4-BE49-F238E27FC236}">
                <a16:creationId xmlns:a16="http://schemas.microsoft.com/office/drawing/2014/main" id="{DF9C5220-F932-3A0B-E778-C361F01F0CBC}"/>
              </a:ext>
            </a:extLst>
          </p:cNvPr>
          <p:cNvSpPr>
            <a:spLocks noGrp="1"/>
          </p:cNvSpPr>
          <p:nvPr>
            <p:ph idx="1"/>
          </p:nvPr>
        </p:nvSpPr>
        <p:spPr/>
        <p:txBody>
          <a:bodyPr>
            <a:normAutofit fontScale="92500" lnSpcReduction="10000"/>
          </a:bodyPr>
          <a:lstStyle/>
          <a:p>
            <a:pPr lvl="1"/>
            <a:r>
              <a:rPr lang="en-US" dirty="0"/>
              <a:t>Natural ventilation is the simplest system of ventilating small dwellings, schools and offices. In this method, reliance is placed on certain forces which operate in nature.</a:t>
            </a:r>
          </a:p>
          <a:p>
            <a:r>
              <a:rPr lang="en-US" dirty="0"/>
              <a:t>THE WIND : When it blows through a room, it is called </a:t>
            </a:r>
            <a:r>
              <a:rPr lang="en-US" dirty="0" err="1"/>
              <a:t>perflation</a:t>
            </a:r>
            <a:r>
              <a:rPr lang="en-US" dirty="0"/>
              <a:t>. </a:t>
            </a:r>
          </a:p>
          <a:p>
            <a:pPr lvl="1"/>
            <a:r>
              <a:rPr lang="en-US" dirty="0"/>
              <a:t>When there is an obstruction, it bypasses and exerts a suction action at its tail end - this is called aspiration. </a:t>
            </a:r>
          </a:p>
          <a:p>
            <a:pPr lvl="1"/>
            <a:r>
              <a:rPr lang="en-US" dirty="0"/>
              <a:t>Doors and windows facing each other provide “cross-ventilation”. </a:t>
            </a:r>
          </a:p>
          <a:p>
            <a:pPr lvl="1"/>
            <a:r>
              <a:rPr lang="en-US" dirty="0"/>
              <a:t>Back to back houses do not permit cross ventilation and therefore, their construction is not allowed.</a:t>
            </a:r>
          </a:p>
          <a:p>
            <a:r>
              <a:rPr lang="en-US" dirty="0"/>
              <a:t>DIFFUSION : Air passes through the smallest openings or spaces by diffusion. </a:t>
            </a:r>
          </a:p>
          <a:p>
            <a:pPr lvl="1"/>
            <a:r>
              <a:rPr lang="en-US" dirty="0"/>
              <a:t>This is a slow process and therefore, is not relied upon as the sole means of ventilation.</a:t>
            </a:r>
          </a:p>
        </p:txBody>
      </p:sp>
    </p:spTree>
    <p:extLst>
      <p:ext uri="{BB962C8B-B14F-4D97-AF65-F5344CB8AC3E}">
        <p14:creationId xmlns:p14="http://schemas.microsoft.com/office/powerpoint/2010/main" val="16159562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BFF6A-0620-8272-C712-845AFDF8D93B}"/>
              </a:ext>
            </a:extLst>
          </p:cNvPr>
          <p:cNvSpPr>
            <a:spLocks noGrp="1"/>
          </p:cNvSpPr>
          <p:nvPr>
            <p:ph type="title"/>
          </p:nvPr>
        </p:nvSpPr>
        <p:spPr/>
        <p:txBody>
          <a:bodyPr/>
          <a:lstStyle/>
          <a:p>
            <a:r>
              <a:rPr lang="en-US" dirty="0"/>
              <a:t>Types of ventilation (Natural)</a:t>
            </a:r>
          </a:p>
        </p:txBody>
      </p:sp>
      <p:sp>
        <p:nvSpPr>
          <p:cNvPr id="3" name="Content Placeholder 2">
            <a:extLst>
              <a:ext uri="{FF2B5EF4-FFF2-40B4-BE49-F238E27FC236}">
                <a16:creationId xmlns:a16="http://schemas.microsoft.com/office/drawing/2014/main" id="{DF9C5220-F932-3A0B-E778-C361F01F0CBC}"/>
              </a:ext>
            </a:extLst>
          </p:cNvPr>
          <p:cNvSpPr>
            <a:spLocks noGrp="1"/>
          </p:cNvSpPr>
          <p:nvPr>
            <p:ph idx="1"/>
          </p:nvPr>
        </p:nvSpPr>
        <p:spPr/>
        <p:txBody>
          <a:bodyPr>
            <a:normAutofit fontScale="92500" lnSpcReduction="10000"/>
          </a:bodyPr>
          <a:lstStyle/>
          <a:p>
            <a:r>
              <a:rPr lang="en-US" dirty="0"/>
              <a:t>INEQUALITY OF TEMPERATURE : Air flows from high density to low density; it rises when slightly heated and escapes from openings provided high up in the room. </a:t>
            </a:r>
          </a:p>
          <a:p>
            <a:pPr lvl="1"/>
            <a:r>
              <a:rPr lang="en-US" dirty="0"/>
              <a:t>The outside air which is cooler and more dense will enter the room through inlets placed low. </a:t>
            </a:r>
          </a:p>
          <a:p>
            <a:pPr lvl="1"/>
            <a:r>
              <a:rPr lang="en-US" dirty="0"/>
              <a:t>The greater the temperature difference between outside and inside air, the greater the velocity of the incoming air. </a:t>
            </a:r>
          </a:p>
          <a:p>
            <a:pPr lvl="1"/>
            <a:r>
              <a:rPr lang="en-US" dirty="0"/>
              <a:t>In the tropics the outside air may be hotter than the inside and the reverse may take place. </a:t>
            </a:r>
          </a:p>
          <a:p>
            <a:pPr lvl="1"/>
            <a:r>
              <a:rPr lang="en-US" dirty="0"/>
              <a:t>These properties of air are utilized to best advantage by the proper location of windows, doors, ventilators and skylights. </a:t>
            </a:r>
          </a:p>
          <a:p>
            <a:pPr lvl="1"/>
            <a:r>
              <a:rPr lang="en-US" dirty="0"/>
              <a:t>The chief drawback of natural ventilation is that it is not possible to regulate the velocity of the incoming air nor to adjust its temperature or humidity.</a:t>
            </a:r>
          </a:p>
        </p:txBody>
      </p:sp>
    </p:spTree>
    <p:extLst>
      <p:ext uri="{BB962C8B-B14F-4D97-AF65-F5344CB8AC3E}">
        <p14:creationId xmlns:p14="http://schemas.microsoft.com/office/powerpoint/2010/main" val="33174045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81613-DCAA-36F6-586A-9E5C4F70A28A}"/>
              </a:ext>
            </a:extLst>
          </p:cNvPr>
          <p:cNvSpPr>
            <a:spLocks noGrp="1"/>
          </p:cNvSpPr>
          <p:nvPr>
            <p:ph type="title"/>
          </p:nvPr>
        </p:nvSpPr>
        <p:spPr/>
        <p:txBody>
          <a:bodyPr/>
          <a:lstStyle/>
          <a:p>
            <a:r>
              <a:rPr lang="en-US" dirty="0"/>
              <a:t>Mechanical ventilation</a:t>
            </a:r>
          </a:p>
        </p:txBody>
      </p:sp>
      <p:sp>
        <p:nvSpPr>
          <p:cNvPr id="3" name="Content Placeholder 2">
            <a:extLst>
              <a:ext uri="{FF2B5EF4-FFF2-40B4-BE49-F238E27FC236}">
                <a16:creationId xmlns:a16="http://schemas.microsoft.com/office/drawing/2014/main" id="{FFC0EB4B-6680-5654-1142-9C527C9AC635}"/>
              </a:ext>
            </a:extLst>
          </p:cNvPr>
          <p:cNvSpPr>
            <a:spLocks noGrp="1"/>
          </p:cNvSpPr>
          <p:nvPr>
            <p:ph idx="1"/>
          </p:nvPr>
        </p:nvSpPr>
        <p:spPr/>
        <p:txBody>
          <a:bodyPr>
            <a:normAutofit/>
          </a:bodyPr>
          <a:lstStyle/>
          <a:p>
            <a:r>
              <a:rPr lang="en-US" dirty="0"/>
              <a:t>Exhaust ventilation</a:t>
            </a:r>
          </a:p>
          <a:p>
            <a:pPr lvl="1"/>
            <a:r>
              <a:rPr lang="en-US" dirty="0"/>
              <a:t>In this system, air is extracted or exhausted to the outside by exhaust fans usually driven by electricity. As air is exhausted, a vacuum is Seated which induces fresh air to enter the room through windows, doors and other inlets. Exhaust ventilation is generally provided in large halls and auditoria for removal of vitiated air. </a:t>
            </a:r>
          </a:p>
          <a:p>
            <a:pPr lvl="1"/>
            <a:r>
              <a:rPr lang="en-US" dirty="0"/>
              <a:t>The exhaust fans are housed in apertures in the external walls, high up near the roof which facilitate removal of the upper layers of the heated light air. </a:t>
            </a:r>
          </a:p>
          <a:p>
            <a:pPr lvl="1"/>
            <a:r>
              <a:rPr lang="en-US" dirty="0"/>
              <a:t>The ventilation may be regulated by adjusting the speed of the fans. </a:t>
            </a:r>
          </a:p>
          <a:p>
            <a:pPr lvl="1"/>
            <a:r>
              <a:rPr lang="en-US" dirty="0"/>
              <a:t>Local exhaust ventilation is widely used in industries to remove dusts, fumes and other concentrated contaminants at their source.</a:t>
            </a:r>
          </a:p>
        </p:txBody>
      </p:sp>
    </p:spTree>
    <p:extLst>
      <p:ext uri="{BB962C8B-B14F-4D97-AF65-F5344CB8AC3E}">
        <p14:creationId xmlns:p14="http://schemas.microsoft.com/office/powerpoint/2010/main" val="12903347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B1445-41B2-CFE1-83E1-BFF113718F14}"/>
              </a:ext>
            </a:extLst>
          </p:cNvPr>
          <p:cNvSpPr>
            <a:spLocks noGrp="1"/>
          </p:cNvSpPr>
          <p:nvPr>
            <p:ph type="title"/>
          </p:nvPr>
        </p:nvSpPr>
        <p:spPr/>
        <p:txBody>
          <a:bodyPr/>
          <a:lstStyle/>
          <a:p>
            <a:r>
              <a:rPr lang="en-US" dirty="0"/>
              <a:t>Mechanical ventilation</a:t>
            </a:r>
          </a:p>
        </p:txBody>
      </p:sp>
      <p:sp>
        <p:nvSpPr>
          <p:cNvPr id="3" name="Content Placeholder 2">
            <a:extLst>
              <a:ext uri="{FF2B5EF4-FFF2-40B4-BE49-F238E27FC236}">
                <a16:creationId xmlns:a16="http://schemas.microsoft.com/office/drawing/2014/main" id="{E08BD2A4-B6D8-3665-C249-923AA8DEAFFC}"/>
              </a:ext>
            </a:extLst>
          </p:cNvPr>
          <p:cNvSpPr>
            <a:spLocks noGrp="1"/>
          </p:cNvSpPr>
          <p:nvPr>
            <p:ph idx="1"/>
          </p:nvPr>
        </p:nvSpPr>
        <p:spPr/>
        <p:txBody>
          <a:bodyPr>
            <a:normAutofit/>
          </a:bodyPr>
          <a:lstStyle/>
          <a:p>
            <a:r>
              <a:rPr lang="en-US" dirty="0"/>
              <a:t>PLENUM VENTILATION : In this system, fresh air is blown into the room by centrifugal fans so as to create a positive pressure, and displace the vitiated air.</a:t>
            </a:r>
          </a:p>
          <a:p>
            <a:pPr lvl="1"/>
            <a:r>
              <a:rPr lang="en-US" dirty="0"/>
              <a:t>Plenum or propulsion system is used for supplying air to airconditioned buildings and factories. </a:t>
            </a:r>
          </a:p>
          <a:p>
            <a:pPr lvl="1"/>
            <a:r>
              <a:rPr lang="en-US" dirty="0"/>
              <a:t>Air is delivered through ducts at desired points. This system is of limited utility.</a:t>
            </a:r>
          </a:p>
          <a:p>
            <a:r>
              <a:rPr lang="en-US" dirty="0"/>
              <a:t>BALANCED VENTILATION: This is a combination of the exhaust and plenum systems of ventilation. </a:t>
            </a:r>
          </a:p>
          <a:p>
            <a:pPr lvl="1"/>
            <a:r>
              <a:rPr lang="en-US" dirty="0"/>
              <a:t>The blowing fan must balance the exhaust fan. When this system is employed, the natural system of ventilation is entirely dispensed with.</a:t>
            </a:r>
          </a:p>
        </p:txBody>
      </p:sp>
    </p:spTree>
    <p:extLst>
      <p:ext uri="{BB962C8B-B14F-4D97-AF65-F5344CB8AC3E}">
        <p14:creationId xmlns:p14="http://schemas.microsoft.com/office/powerpoint/2010/main" val="14116055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B1445-41B2-CFE1-83E1-BFF113718F14}"/>
              </a:ext>
            </a:extLst>
          </p:cNvPr>
          <p:cNvSpPr>
            <a:spLocks noGrp="1"/>
          </p:cNvSpPr>
          <p:nvPr>
            <p:ph type="title"/>
          </p:nvPr>
        </p:nvSpPr>
        <p:spPr/>
        <p:txBody>
          <a:bodyPr/>
          <a:lstStyle/>
          <a:p>
            <a:r>
              <a:rPr lang="en-US" dirty="0"/>
              <a:t>Mechanical ventilation</a:t>
            </a:r>
          </a:p>
        </p:txBody>
      </p:sp>
      <p:sp>
        <p:nvSpPr>
          <p:cNvPr id="3" name="Content Placeholder 2">
            <a:extLst>
              <a:ext uri="{FF2B5EF4-FFF2-40B4-BE49-F238E27FC236}">
                <a16:creationId xmlns:a16="http://schemas.microsoft.com/office/drawing/2014/main" id="{E08BD2A4-B6D8-3665-C249-923AA8DEAFFC}"/>
              </a:ext>
            </a:extLst>
          </p:cNvPr>
          <p:cNvSpPr>
            <a:spLocks noGrp="1"/>
          </p:cNvSpPr>
          <p:nvPr>
            <p:ph idx="1"/>
          </p:nvPr>
        </p:nvSpPr>
        <p:spPr/>
        <p:txBody>
          <a:bodyPr>
            <a:normAutofit fontScale="70000" lnSpcReduction="20000"/>
          </a:bodyPr>
          <a:lstStyle/>
          <a:p>
            <a:r>
              <a:rPr lang="en-US" dirty="0"/>
              <a:t>“The simultaneous control of all, or at least the first three of those factors affecting both the physical and chemical conditions of the atmosphere within any confined space or room. </a:t>
            </a:r>
          </a:p>
          <a:p>
            <a:r>
              <a:rPr lang="en-US" dirty="0"/>
              <a:t>These factors include temperature, humidity, air movement, distribution, dust, bacteria, </a:t>
            </a:r>
            <a:r>
              <a:rPr lang="en-US" dirty="0" err="1"/>
              <a:t>odours</a:t>
            </a:r>
            <a:r>
              <a:rPr lang="en-US" dirty="0"/>
              <a:t> and toxic gases, most of which affect in greater or lesser degree the human health and comfort”. </a:t>
            </a:r>
          </a:p>
          <a:p>
            <a:r>
              <a:rPr lang="en-US" dirty="0"/>
              <a:t>Air conditioning is popular in large institutions, hospitals, industries and dwellings. </a:t>
            </a:r>
          </a:p>
          <a:p>
            <a:r>
              <a:rPr lang="en-US" dirty="0"/>
              <a:t>Its use in operation theatres is of value in control of pathogenic organisms in the air. </a:t>
            </a:r>
          </a:p>
          <a:p>
            <a:r>
              <a:rPr lang="en-US" dirty="0"/>
              <a:t>The air is filtered when drawn into an air conditioner system from the room. </a:t>
            </a:r>
          </a:p>
          <a:p>
            <a:r>
              <a:rPr lang="en-US" dirty="0"/>
              <a:t>Excess humidity is removed and the air is circulated back into the room after heating or cooling it. to bring room temperature to required comfort zone. </a:t>
            </a:r>
          </a:p>
          <a:p>
            <a:r>
              <a:rPr lang="en-US" dirty="0"/>
              <a:t>Mixing some percentage of fresh air with recirculated air is regulated. </a:t>
            </a:r>
          </a:p>
          <a:p>
            <a:r>
              <a:rPr lang="en-US" dirty="0"/>
              <a:t>Large institutions or hospitals often install central air conditioning system for entire building, instead of installing equipment for individual rooms. </a:t>
            </a:r>
          </a:p>
          <a:p>
            <a:r>
              <a:rPr lang="en-US" dirty="0"/>
              <a:t>Better controls and economy is achieved in central air conditioning.</a:t>
            </a:r>
          </a:p>
        </p:txBody>
      </p:sp>
    </p:spTree>
    <p:extLst>
      <p:ext uri="{BB962C8B-B14F-4D97-AF65-F5344CB8AC3E}">
        <p14:creationId xmlns:p14="http://schemas.microsoft.com/office/powerpoint/2010/main" val="23936077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57BD6-CBB8-8F56-9369-BF73A50C2E50}"/>
              </a:ext>
            </a:extLst>
          </p:cNvPr>
          <p:cNvSpPr>
            <a:spLocks noGrp="1"/>
          </p:cNvSpPr>
          <p:nvPr>
            <p:ph type="title"/>
          </p:nvPr>
        </p:nvSpPr>
        <p:spPr/>
        <p:txBody>
          <a:bodyPr/>
          <a:lstStyle/>
          <a:p>
            <a:r>
              <a:rPr lang="en-US" dirty="0"/>
              <a:t>Light</a:t>
            </a:r>
          </a:p>
        </p:txBody>
      </p:sp>
      <p:sp>
        <p:nvSpPr>
          <p:cNvPr id="3" name="Content Placeholder 2">
            <a:extLst>
              <a:ext uri="{FF2B5EF4-FFF2-40B4-BE49-F238E27FC236}">
                <a16:creationId xmlns:a16="http://schemas.microsoft.com/office/drawing/2014/main" id="{D9685B2B-93F7-75DD-A3F5-2B0887BC4EC3}"/>
              </a:ext>
            </a:extLst>
          </p:cNvPr>
          <p:cNvSpPr>
            <a:spLocks noGrp="1"/>
          </p:cNvSpPr>
          <p:nvPr>
            <p:ph idx="1"/>
          </p:nvPr>
        </p:nvSpPr>
        <p:spPr/>
        <p:txBody>
          <a:bodyPr>
            <a:normAutofit fontScale="85000" lnSpcReduction="10000"/>
          </a:bodyPr>
          <a:lstStyle/>
          <a:p>
            <a:r>
              <a:rPr lang="en-US" dirty="0"/>
              <a:t>Good lighting is essential for efficient vision. If the lighting conditions-are not ideal, the visual apparatus is put to strain which may lead to general fatigue and loss of efficiency.</a:t>
            </a:r>
          </a:p>
          <a:p>
            <a:r>
              <a:rPr lang="en-US" dirty="0"/>
              <a:t>SUFFICIENCY: The lighting should be sufficient to enable the eye to discern the details of the object as well as the surroundings without eye strain. </a:t>
            </a:r>
          </a:p>
          <a:p>
            <a:pPr lvl="1"/>
            <a:r>
              <a:rPr lang="en-US" dirty="0"/>
              <a:t>An illumination of 15 to 20 foot candles (1 foot candle = 10.76 Lux) is accepted as a basic minimum for satisfactory vision. The illumination requirements vary from as little as 5 foot candles in stairways and corridors to 100 foot candles in some industries.</a:t>
            </a:r>
          </a:p>
          <a:p>
            <a:r>
              <a:rPr lang="en-US" dirty="0"/>
              <a:t>DISTRIBUTION : The distribution of light should be uniform, having the same intensity, over the whole field of work. If there are contrast differences in light, it will strain the eyes and affect adversely the visual acuity. </a:t>
            </a:r>
          </a:p>
          <a:p>
            <a:pPr lvl="1"/>
            <a:r>
              <a:rPr lang="en-US" dirty="0"/>
              <a:t>Proper dispersal of light, without the production of shadows is therefore necessary for efficient vision.</a:t>
            </a:r>
          </a:p>
        </p:txBody>
      </p:sp>
    </p:spTree>
    <p:extLst>
      <p:ext uri="{BB962C8B-B14F-4D97-AF65-F5344CB8AC3E}">
        <p14:creationId xmlns:p14="http://schemas.microsoft.com/office/powerpoint/2010/main" val="16658397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453D5-C912-F854-4DBB-2F17816986B0}"/>
              </a:ext>
            </a:extLst>
          </p:cNvPr>
          <p:cNvSpPr>
            <a:spLocks noGrp="1"/>
          </p:cNvSpPr>
          <p:nvPr>
            <p:ph type="title"/>
          </p:nvPr>
        </p:nvSpPr>
        <p:spPr/>
        <p:txBody>
          <a:bodyPr/>
          <a:lstStyle/>
          <a:p>
            <a:r>
              <a:rPr lang="en-US" dirty="0"/>
              <a:t>Light</a:t>
            </a:r>
          </a:p>
        </p:txBody>
      </p:sp>
      <p:sp>
        <p:nvSpPr>
          <p:cNvPr id="3" name="Content Placeholder 2">
            <a:extLst>
              <a:ext uri="{FF2B5EF4-FFF2-40B4-BE49-F238E27FC236}">
                <a16:creationId xmlns:a16="http://schemas.microsoft.com/office/drawing/2014/main" id="{21B45ED3-F15A-0B4B-3722-5B1AA4B2D4EF}"/>
              </a:ext>
            </a:extLst>
          </p:cNvPr>
          <p:cNvSpPr>
            <a:spLocks noGrp="1"/>
          </p:cNvSpPr>
          <p:nvPr>
            <p:ph idx="1"/>
          </p:nvPr>
        </p:nvSpPr>
        <p:spPr/>
        <p:txBody>
          <a:bodyPr>
            <a:normAutofit fontScale="92500" lnSpcReduction="20000"/>
          </a:bodyPr>
          <a:lstStyle/>
          <a:p>
            <a:r>
              <a:rPr lang="en-US" dirty="0"/>
              <a:t>ABSENCE OF GLARE . Glare is excessive contrast. </a:t>
            </a:r>
          </a:p>
          <a:p>
            <a:pPr lvl="1"/>
            <a:r>
              <a:rPr lang="en-US" dirty="0"/>
              <a:t>The best example of glare is the automobile headlights at night, the same lights during daylight would not cause glare owing to the absence of excessive contrast. </a:t>
            </a:r>
          </a:p>
          <a:p>
            <a:pPr lvl="1"/>
            <a:r>
              <a:rPr lang="en-US" dirty="0"/>
              <a:t>Glare may be a direct glare from a light source or reflected glare from sources such as table tops and polished furniture. </a:t>
            </a:r>
          </a:p>
          <a:p>
            <a:pPr lvl="1"/>
            <a:r>
              <a:rPr lang="en-US" dirty="0"/>
              <a:t>Glare causes annoyance. The eye cannot tolerate glare because it causes acute discomfort and reduces critical vision.</a:t>
            </a:r>
          </a:p>
          <a:p>
            <a:r>
              <a:rPr lang="en-US" dirty="0"/>
              <a:t>ABSENCE OF SHARP SHADOWS : Slight shadows are inevitable, but sharp and contrasting shadows are disturbing. Like glare, shadows cause confusion to the eye and therefore should not be present in the field of vision.</a:t>
            </a:r>
          </a:p>
          <a:p>
            <a:r>
              <a:rPr lang="en-US" dirty="0"/>
              <a:t>STEADINESS : The source of light should be constant. It should not flicker because flickering causes eye strain and may lead to accidents.</a:t>
            </a:r>
          </a:p>
        </p:txBody>
      </p:sp>
    </p:spTree>
    <p:extLst>
      <p:ext uri="{BB962C8B-B14F-4D97-AF65-F5344CB8AC3E}">
        <p14:creationId xmlns:p14="http://schemas.microsoft.com/office/powerpoint/2010/main" val="19805094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9E981-210F-8FDA-8AEC-35CFD7BE6BF7}"/>
              </a:ext>
            </a:extLst>
          </p:cNvPr>
          <p:cNvSpPr>
            <a:spLocks noGrp="1"/>
          </p:cNvSpPr>
          <p:nvPr>
            <p:ph type="title"/>
          </p:nvPr>
        </p:nvSpPr>
        <p:spPr/>
        <p:txBody>
          <a:bodyPr/>
          <a:lstStyle/>
          <a:p>
            <a:r>
              <a:rPr lang="en-US" dirty="0"/>
              <a:t>Light</a:t>
            </a:r>
          </a:p>
        </p:txBody>
      </p:sp>
      <p:sp>
        <p:nvSpPr>
          <p:cNvPr id="3" name="Content Placeholder 2">
            <a:extLst>
              <a:ext uri="{FF2B5EF4-FFF2-40B4-BE49-F238E27FC236}">
                <a16:creationId xmlns:a16="http://schemas.microsoft.com/office/drawing/2014/main" id="{B2D44B51-C199-221F-140E-0F1AF17455C1}"/>
              </a:ext>
            </a:extLst>
          </p:cNvPr>
          <p:cNvSpPr>
            <a:spLocks noGrp="1"/>
          </p:cNvSpPr>
          <p:nvPr>
            <p:ph idx="1"/>
          </p:nvPr>
        </p:nvSpPr>
        <p:spPr/>
        <p:txBody>
          <a:bodyPr>
            <a:normAutofit fontScale="92500"/>
          </a:bodyPr>
          <a:lstStyle/>
          <a:p>
            <a:r>
              <a:rPr lang="en-US" dirty="0"/>
              <a:t>COLOUR OF LIGHT : The </a:t>
            </a:r>
            <a:r>
              <a:rPr lang="en-US" dirty="0" err="1"/>
              <a:t>colour</a:t>
            </a:r>
            <a:r>
              <a:rPr lang="en-US" dirty="0"/>
              <a:t> of light is not very important so long as the intensity is adequate. Since natural light has a soothing effect on the eye, the artificial light should as far as possible approximate the daylight </a:t>
            </a:r>
            <a:r>
              <a:rPr lang="en-US" dirty="0" err="1"/>
              <a:t>colour</a:t>
            </a:r>
            <a:r>
              <a:rPr lang="en-US" dirty="0"/>
              <a:t>.</a:t>
            </a:r>
          </a:p>
          <a:p>
            <a:r>
              <a:rPr lang="en-US" dirty="0"/>
              <a:t>SURROUNDINGS : When a black object is viewed against a dark background, recognition is difficult. </a:t>
            </a:r>
          </a:p>
          <a:p>
            <a:pPr lvl="1"/>
            <a:r>
              <a:rPr lang="en-US" dirty="0"/>
              <a:t>High levels of illumination will be required where there is little </a:t>
            </a:r>
            <a:r>
              <a:rPr lang="en-US" dirty="0" err="1"/>
              <a:t>colour</a:t>
            </a:r>
            <a:r>
              <a:rPr lang="en-US" dirty="0"/>
              <a:t> contrast. </a:t>
            </a:r>
          </a:p>
          <a:p>
            <a:pPr lvl="1"/>
            <a:r>
              <a:rPr lang="en-US" dirty="0"/>
              <a:t>For efficient vision, </a:t>
            </a:r>
            <a:r>
              <a:rPr lang="en-US" dirty="0" err="1"/>
              <a:t>colour</a:t>
            </a:r>
            <a:r>
              <a:rPr lang="en-US" dirty="0"/>
              <a:t> schemes in rooms are important. </a:t>
            </a:r>
          </a:p>
          <a:p>
            <a:pPr lvl="1"/>
            <a:r>
              <a:rPr lang="en-US" dirty="0"/>
              <a:t>Ceilings and roofs should have a reflection factor of 80 per cent; walls 50 to 60 per cent; furniture 30 to 40 per cent. </a:t>
            </a:r>
          </a:p>
          <a:p>
            <a:pPr lvl="1"/>
            <a:r>
              <a:rPr lang="en-US" dirty="0"/>
              <a:t>There should not be much reflection from the floor, not more than 15 to 20 per cent. </a:t>
            </a:r>
          </a:p>
          <a:p>
            <a:pPr lvl="1"/>
            <a:r>
              <a:rPr lang="en-US" dirty="0"/>
              <a:t>Contrasting </a:t>
            </a:r>
            <a:r>
              <a:rPr lang="en-US" dirty="0" err="1"/>
              <a:t>colours</a:t>
            </a:r>
            <a:r>
              <a:rPr lang="en-US" dirty="0"/>
              <a:t> are often used to prevent accidents, e.g., culverts, bridges, etc.</a:t>
            </a:r>
          </a:p>
        </p:txBody>
      </p:sp>
    </p:spTree>
    <p:extLst>
      <p:ext uri="{BB962C8B-B14F-4D97-AF65-F5344CB8AC3E}">
        <p14:creationId xmlns:p14="http://schemas.microsoft.com/office/powerpoint/2010/main" val="40617665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Slide Background">
            <a:extLst>
              <a:ext uri="{FF2B5EF4-FFF2-40B4-BE49-F238E27FC236}">
                <a16:creationId xmlns:a16="http://schemas.microsoft.com/office/drawing/2014/main" id="{AF6CB648-9554-488A-B457-99CAAD1DA5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3" name="Rectangle 32">
            <a:extLst>
              <a:ext uri="{FF2B5EF4-FFF2-40B4-BE49-F238E27FC236}">
                <a16:creationId xmlns:a16="http://schemas.microsoft.com/office/drawing/2014/main" id="{E3ADCBE7-9330-1CDA-00EB-CDD12DB722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4290"/>
            <a:ext cx="12192000" cy="1733407"/>
          </a:xfrm>
          <a:prstGeom prst="rect">
            <a:avLst/>
          </a:prstGeom>
          <a:ln>
            <a:noFill/>
          </a:ln>
          <a:effectLst>
            <a:outerShdw blurRad="254000" dist="38100" dir="5460000" sx="94000" sy="94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62328FF-AA31-6B54-6711-B4F28A53F95E}"/>
              </a:ext>
            </a:extLst>
          </p:cNvPr>
          <p:cNvSpPr>
            <a:spLocks noGrp="1"/>
          </p:cNvSpPr>
          <p:nvPr>
            <p:ph type="title"/>
          </p:nvPr>
        </p:nvSpPr>
        <p:spPr>
          <a:xfrm>
            <a:off x="761802" y="240241"/>
            <a:ext cx="10760054" cy="1228299"/>
          </a:xfrm>
        </p:spPr>
        <p:txBody>
          <a:bodyPr>
            <a:normAutofit/>
          </a:bodyPr>
          <a:lstStyle/>
          <a:p>
            <a:r>
              <a:rPr lang="en-US" sz="4000"/>
              <a:t>Measurement of light</a:t>
            </a:r>
          </a:p>
        </p:txBody>
      </p:sp>
      <p:sp>
        <p:nvSpPr>
          <p:cNvPr id="3" name="Content Placeholder 2">
            <a:extLst>
              <a:ext uri="{FF2B5EF4-FFF2-40B4-BE49-F238E27FC236}">
                <a16:creationId xmlns:a16="http://schemas.microsoft.com/office/drawing/2014/main" id="{FC0FC981-4D42-7E64-E0E5-F258BA363DB7}"/>
              </a:ext>
            </a:extLst>
          </p:cNvPr>
          <p:cNvSpPr>
            <a:spLocks noGrp="1"/>
          </p:cNvSpPr>
          <p:nvPr>
            <p:ph idx="1"/>
          </p:nvPr>
        </p:nvSpPr>
        <p:spPr>
          <a:xfrm>
            <a:off x="448472" y="1729117"/>
            <a:ext cx="5895177" cy="4888642"/>
          </a:xfrm>
        </p:spPr>
        <p:txBody>
          <a:bodyPr anchor="ctr">
            <a:normAutofit fontScale="92500" lnSpcReduction="10000"/>
          </a:bodyPr>
          <a:lstStyle/>
          <a:p>
            <a:r>
              <a:rPr lang="en-US" sz="2400" dirty="0"/>
              <a:t>What we perceive as light is a narrow wavelength band of electromagnetic radiation from about 380 to 780 nm. Light containing all visible waves is perceived as white</a:t>
            </a:r>
            <a:r>
              <a:rPr lang="en-US" sz="3200" dirty="0"/>
              <a:t>. </a:t>
            </a:r>
          </a:p>
          <a:p>
            <a:r>
              <a:rPr lang="en-US" sz="2400" dirty="0"/>
              <a:t>The four measures are : </a:t>
            </a:r>
          </a:p>
          <a:p>
            <a:pPr lvl="1"/>
            <a:r>
              <a:rPr lang="en-US" sz="2200" dirty="0"/>
              <a:t>Luminous intensity - which is the “power” of a light source considered as a point radiating in all directions; this is measured as candela or candle power. </a:t>
            </a:r>
          </a:p>
          <a:p>
            <a:pPr lvl="1"/>
            <a:r>
              <a:rPr lang="en-US" sz="2200" dirty="0"/>
              <a:t>Luminous flux - which is the flow of light related to a unit of solid angle measured in lumen.</a:t>
            </a:r>
          </a:p>
          <a:p>
            <a:pPr lvl="1"/>
            <a:r>
              <a:rPr lang="en-US" sz="2200" dirty="0"/>
              <a:t>Illumination or illuminance - which is the amount of light reaching a surface measured in lux per unit area </a:t>
            </a:r>
          </a:p>
          <a:p>
            <a:pPr lvl="1"/>
            <a:r>
              <a:rPr lang="en-US" sz="2200" dirty="0"/>
              <a:t>Brightness or luminance - which is the amount of light reflected from a surface measured in lamberts.</a:t>
            </a:r>
          </a:p>
        </p:txBody>
      </p:sp>
      <p:pic>
        <p:nvPicPr>
          <p:cNvPr id="5" name="Picture 4">
            <a:extLst>
              <a:ext uri="{FF2B5EF4-FFF2-40B4-BE49-F238E27FC236}">
                <a16:creationId xmlns:a16="http://schemas.microsoft.com/office/drawing/2014/main" id="{2F3F5199-606C-5F5B-15C6-8B9118B4E9BA}"/>
              </a:ext>
            </a:extLst>
          </p:cNvPr>
          <p:cNvPicPr>
            <a:picLocks noChangeAspect="1"/>
          </p:cNvPicPr>
          <p:nvPr/>
        </p:nvPicPr>
        <p:blipFill>
          <a:blip r:embed="rId2"/>
          <a:stretch>
            <a:fillRect/>
          </a:stretch>
        </p:blipFill>
        <p:spPr>
          <a:xfrm>
            <a:off x="6343650" y="2878848"/>
            <a:ext cx="5178206" cy="2692667"/>
          </a:xfrm>
          <a:prstGeom prst="rect">
            <a:avLst/>
          </a:prstGeom>
        </p:spPr>
      </p:pic>
    </p:spTree>
    <p:extLst>
      <p:ext uri="{BB962C8B-B14F-4D97-AF65-F5344CB8AC3E}">
        <p14:creationId xmlns:p14="http://schemas.microsoft.com/office/powerpoint/2010/main" val="22269232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E9AEB-831A-AAF6-6615-B1C1034AA5A4}"/>
              </a:ext>
            </a:extLst>
          </p:cNvPr>
          <p:cNvSpPr>
            <a:spLocks noGrp="1"/>
          </p:cNvSpPr>
          <p:nvPr>
            <p:ph type="title"/>
          </p:nvPr>
        </p:nvSpPr>
        <p:spPr>
          <a:xfrm>
            <a:off x="1524000" y="4914855"/>
            <a:ext cx="9144000" cy="786703"/>
          </a:xfrm>
        </p:spPr>
        <p:txBody>
          <a:bodyPr vert="horz" lIns="91440" tIns="45720" rIns="91440" bIns="45720" rtlCol="0" anchor="b">
            <a:normAutofit/>
          </a:bodyPr>
          <a:lstStyle/>
          <a:p>
            <a:pPr algn="ctr"/>
            <a:r>
              <a:rPr lang="en-US" sz="3600"/>
              <a:t>Thank you</a:t>
            </a:r>
          </a:p>
        </p:txBody>
      </p:sp>
      <p:pic>
        <p:nvPicPr>
          <p:cNvPr id="5" name="Picture 4" descr="Bright modern kitchen">
            <a:extLst>
              <a:ext uri="{FF2B5EF4-FFF2-40B4-BE49-F238E27FC236}">
                <a16:creationId xmlns:a16="http://schemas.microsoft.com/office/drawing/2014/main" id="{72BD88BA-2059-D14F-837D-44C195E9E852}"/>
              </a:ext>
            </a:extLst>
          </p:cNvPr>
          <p:cNvPicPr>
            <a:picLocks noChangeAspect="1"/>
          </p:cNvPicPr>
          <p:nvPr/>
        </p:nvPicPr>
        <p:blipFill rotWithShape="1">
          <a:blip r:embed="rId2"/>
          <a:srcRect t="32833" b="10573"/>
          <a:stretch/>
        </p:blipFill>
        <p:spPr>
          <a:xfrm>
            <a:off x="20" y="10"/>
            <a:ext cx="12191980" cy="4605671"/>
          </a:xfrm>
          <a:prstGeom prst="rect">
            <a:avLst/>
          </a:prstGeom>
        </p:spPr>
      </p:pic>
      <p:grpSp>
        <p:nvGrpSpPr>
          <p:cNvPr id="9" name="Group 8">
            <a:extLst>
              <a:ext uri="{FF2B5EF4-FFF2-40B4-BE49-F238E27FC236}">
                <a16:creationId xmlns:a16="http://schemas.microsoft.com/office/drawing/2014/main" id="{FB7FB62D-DD5B-C587-F53F-679128D41B8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439" y="4525778"/>
            <a:ext cx="12207200" cy="123363"/>
            <a:chOff x="-5025" y="6737718"/>
            <a:chExt cx="12207200" cy="123363"/>
          </a:xfrm>
        </p:grpSpPr>
        <p:sp>
          <p:nvSpPr>
            <p:cNvPr id="10" name="Rectangle 9">
              <a:extLst>
                <a:ext uri="{FF2B5EF4-FFF2-40B4-BE49-F238E27FC236}">
                  <a16:creationId xmlns:a16="http://schemas.microsoft.com/office/drawing/2014/main" id="{D474BA53-241B-ACB6-E742-B074F40EB9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797B091-2608-7480-FE24-507CC5333A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9292822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109</TotalTime>
  <Words>2588</Words>
  <Application>Microsoft Office PowerPoint</Application>
  <PresentationFormat>Widescreen</PresentationFormat>
  <Paragraphs>128</Paragraphs>
  <Slides>23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Times New Roman</vt:lpstr>
      <vt:lpstr>Office Theme</vt:lpstr>
      <vt:lpstr>AIR</vt:lpstr>
      <vt:lpstr>Air of occupied room</vt:lpstr>
      <vt:lpstr>Physical changes</vt:lpstr>
      <vt:lpstr>Physical changes</vt:lpstr>
      <vt:lpstr>Discomfort</vt:lpstr>
      <vt:lpstr>Thermal Comfort</vt:lpstr>
      <vt:lpstr>Effective temperature</vt:lpstr>
      <vt:lpstr>Comfort zones</vt:lpstr>
      <vt:lpstr>Comfort zones</vt:lpstr>
      <vt:lpstr>Ventilation</vt:lpstr>
      <vt:lpstr>Standards</vt:lpstr>
      <vt:lpstr>Standards</vt:lpstr>
      <vt:lpstr>Standards</vt:lpstr>
      <vt:lpstr>Types of ventilation (Natural)</vt:lpstr>
      <vt:lpstr>Types of ventilation (Natural)</vt:lpstr>
      <vt:lpstr>Mechanical ventilation</vt:lpstr>
      <vt:lpstr>Mechanical ventilation</vt:lpstr>
      <vt:lpstr>Mechanical ventilation</vt:lpstr>
      <vt:lpstr>Light</vt:lpstr>
      <vt:lpstr>Light</vt:lpstr>
      <vt:lpstr>Light</vt:lpstr>
      <vt:lpstr>Measurement of light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mukul maheshwari</dc:creator>
  <cp:lastModifiedBy>mukul maheshwari</cp:lastModifiedBy>
  <cp:revision>1</cp:revision>
  <dcterms:created xsi:type="dcterms:W3CDTF">2024-07-10T19:39:38Z</dcterms:created>
  <dcterms:modified xsi:type="dcterms:W3CDTF">2024-07-10T21:28:54Z</dcterms:modified>
</cp:coreProperties>
</file>