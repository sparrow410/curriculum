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1" r:id="rId10"/>
    <p:sldId id="272" r:id="rId11"/>
    <p:sldId id="274" r:id="rId12"/>
    <p:sldId id="275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maheshwari" userId="12cb43e2ca5f0d2c" providerId="LiveId" clId="{771D35AD-4715-4301-979B-0CEBFD3D1244}"/>
    <pc:docChg chg="modSld">
      <pc:chgData name="mukul maheshwari" userId="12cb43e2ca5f0d2c" providerId="LiveId" clId="{771D35AD-4715-4301-979B-0CEBFD3D1244}" dt="2025-11-22T00:39:28.978" v="1" actId="20577"/>
      <pc:docMkLst>
        <pc:docMk/>
      </pc:docMkLst>
      <pc:sldChg chg="modSp mod">
        <pc:chgData name="mukul maheshwari" userId="12cb43e2ca5f0d2c" providerId="LiveId" clId="{771D35AD-4715-4301-979B-0CEBFD3D1244}" dt="2025-11-22T00:39:28.978" v="1" actId="20577"/>
        <pc:sldMkLst>
          <pc:docMk/>
          <pc:sldMk cId="3278608675" sldId="256"/>
        </pc:sldMkLst>
        <pc:spChg chg="mod">
          <ac:chgData name="mukul maheshwari" userId="12cb43e2ca5f0d2c" providerId="LiveId" clId="{771D35AD-4715-4301-979B-0CEBFD3D1244}" dt="2025-11-22T00:39:28.978" v="1" actId="20577"/>
          <ac:spMkLst>
            <pc:docMk/>
            <pc:sldMk cId="3278608675" sldId="256"/>
            <ac:spMk id="3" creationId="{69F6582D-C525-D259-CDB4-BBD29AB61EB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821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9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20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0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1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1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0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79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95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0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09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3CC2-A487-D309-5289-085CB64676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Treatment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6582D-C525-D259-CDB4-BBD29AB61E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Mukul Maheshwari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608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C553-E7E8-DAC7-7A49-491AFA42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99157-E3ED-9F75-58EC-CD4664434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Water treatment is the process of making water suitable for specific uses, such as drinking, industrial applications, or environmental health.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 Critical for safe drinking water, sanitation, and environmental protection.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Process: Common stages include coagulation, sedimentation, filtration, and disinfection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18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AA59-891A-B5AF-B251-908E94DB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D4233-C3B5-848A-14B3-A097CC1E2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Consumption: Removing harmful contaminants for safe drinking water.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Protection: Reducing pollution in water bodies.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Needs: Producing water for agriculture, power generation, and manufacturing.</a:t>
            </a:r>
          </a:p>
        </p:txBody>
      </p:sp>
    </p:spTree>
    <p:extLst>
      <p:ext uri="{BB962C8B-B14F-4D97-AF65-F5344CB8AC3E}">
        <p14:creationId xmlns:p14="http://schemas.microsoft.com/office/powerpoint/2010/main" val="292499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8FADE-DB06-6F33-0252-2CDC3198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Common Contaminants in Water Sources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473B9-B243-A833-ADAB-E90A3C3C5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Contaminants: Sediment, dirt, debris.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Contaminants: Heavy metals, pesticides, pharmaceuticals.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Contaminants: Bacteria, viruses,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protozoa.Significance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Understanding contaminants guides appropriate treatment techniques.</a:t>
            </a:r>
          </a:p>
        </p:txBody>
      </p:sp>
    </p:spTree>
    <p:extLst>
      <p:ext uri="{BB962C8B-B14F-4D97-AF65-F5344CB8AC3E}">
        <p14:creationId xmlns:p14="http://schemas.microsoft.com/office/powerpoint/2010/main" val="1680715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8B1C-5B6B-1D3F-B9EB-C205224C0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Stages of Water Treatment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0C4AE-442D-66A8-5BA0-32807AABD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Key Stages: Coagulation and Flocculation: Chemicals added to bind particles.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Sedimentation: Allowing particles to settle naturally.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Filtration: Removing suspended particles by passing water through filters.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Disinfection: Using chemicals or UV light to eliminate pathogens.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Water Disinfection</a:t>
            </a:r>
          </a:p>
        </p:txBody>
      </p:sp>
    </p:spTree>
    <p:extLst>
      <p:ext uri="{BB962C8B-B14F-4D97-AF65-F5344CB8AC3E}">
        <p14:creationId xmlns:p14="http://schemas.microsoft.com/office/powerpoint/2010/main" val="2445792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9EBE-FAF1-1A20-4D0E-D31DA82C8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Coagulation and Flocculation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7C8C6-29C2-3565-9F3B-31DE808A7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 Adding coagulants (e.g., alum) to clump small particles into larger flocs.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 Essential first step to reduce turbidity and prepare water for further filtration.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Affecting Efficiency: pH, temperature, and type of coagulant.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865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5B1-06B0-D6DB-D343-0AE7E4D49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Sedimentation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4D1A3-C336-7B1E-4EF2-FFE357CF6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Principle: Allows flocs to settle at the bottom due to gravity.</a:t>
            </a:r>
          </a:p>
          <a:p>
            <a:r>
              <a:rPr lang="en-US" sz="2400" dirty="0"/>
              <a:t>Sedimentation Tanks: Typically designed with inclined plates to maximize efficiency.</a:t>
            </a:r>
          </a:p>
          <a:p>
            <a:r>
              <a:rPr lang="en-US" sz="2400" dirty="0"/>
              <a:t>Benefits: Reduces the load on filters, thus improving the efficiency and longevity of downstream processes.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3429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B3A3-5F7F-0E3B-3911-DF600552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 Filtration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F2066-EA66-90A3-9B26-DEDA1F891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Sand filtration removes particles and pathogens from water using layers of sand and gravel.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Use: Effective for removing suspended solids, turbidity, and some pathogens.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Types: Slow Sand Filtration (SSF) and Rapid Sand Filtration (RSF).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18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80A9-234B-7FEF-AAB7-94D4329B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Sand Filtration (SSF)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9E1-2AE7-B79A-0A7A-633236C8E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Description:Water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passes slowly through layers of fine sand and gravel.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biological layer, known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schmutzdecke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forms on top of the sand and helps in microbial degradation.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Rate: Typically 0.1 - 0.4 m³/m²/hour (very slow).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Filtration Layer: 0.5–1.5 meters of sand.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Maintenance: Requires periodic scraping of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schmutzdecke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732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415DA-4045-9045-8728-2D4503B28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95" y="240633"/>
            <a:ext cx="10625084" cy="29517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Effective at removing bacteria, protozoa, and some viruses.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low-cost, and sustainable for small communities.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 Requires significant area and maintenance.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effective for high-turbidity water.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29F980-404F-CAB2-9604-63416DAF1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316" y="2919663"/>
            <a:ext cx="6112042" cy="393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13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715A-7921-283C-E546-F9C35918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Sand Filtration (RSF)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E9252-66FE-0B5F-3AB7-8BE64234A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31382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Description: Water flows quickly through coarser sand and gravel.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regular backwashing to clean the sand and remove trapped particles.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Rate: 5 - 15 m³/m²/hour (much faster than SSF).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Filtration Layer: 0.5–1.5 meters of coarser sand.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Backwashing: Frequent backwashing to clear clogged particles.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416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E5FED-C57D-EFFD-DD57-AADCB1046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68" y="128338"/>
            <a:ext cx="10908632" cy="3689684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high-volume water treatment.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less land area and operates quickly.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operational costs due to backwashing.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effective than SSF for pathogen removal; often combined with chlorination.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3AB26-4472-02F9-ACD3-74C2DC011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979" y="3673791"/>
            <a:ext cx="6112042" cy="318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9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AC35-BDC5-D99E-A9E9-FA2EC285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Filtration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11C5B-1AB7-2BD3-FDD0-D69F1E1BB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Filtration: Sand Filtration: Effective for removing suspended solids.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Activated Carbon: Absorbs organic contaminants, improving taste and odour.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Membrane Filtration (e.g., reverse osmosis): Used for fine filtration and desalination.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Choosing the right filtration method based on water quality and intended use.</a:t>
            </a:r>
          </a:p>
        </p:txBody>
      </p:sp>
    </p:spTree>
    <p:extLst>
      <p:ext uri="{BB962C8B-B14F-4D97-AF65-F5344CB8AC3E}">
        <p14:creationId xmlns:p14="http://schemas.microsoft.com/office/powerpoint/2010/main" val="2707093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A124-9287-A0A6-4893-8FCDB6ED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Disinfection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402B-FD12-E61A-5608-9D7C5488D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Final stage to eliminate microbial contaminants.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Methods:Chlorination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Effective and widely used, but can produce by-products.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 Radiation: Kills bacteria and viruses without chemicals.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Ozonation: Powerful, though costly, and leaves no residual taste.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 Each method’s effectiveness depends on water quality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micrombial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41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EE96E-08B5-04A2-8F33-5CE74876F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Water Treatment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6BE2D-7B54-5623-1672-94C5D49D0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Osmosis: Removes dissolved salts and impurities; commonly used in desalination.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 Exchange: Effective for softening water and removing heavy metals.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Oxidation Processes (AOPs): Break down organic pollutants using UV, ozone, or peroxide.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Suitable for industrial wastewater, reclaimed water, and other high-quality needs.</a:t>
            </a:r>
          </a:p>
        </p:txBody>
      </p:sp>
    </p:spTree>
    <p:extLst>
      <p:ext uri="{BB962C8B-B14F-4D97-AF65-F5344CB8AC3E}">
        <p14:creationId xmlns:p14="http://schemas.microsoft.com/office/powerpoint/2010/main" val="1272893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EB7B-D7E7-E833-0A03-A58D73221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Water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75F7A-B75B-B92A-4541-C9B600C90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Activated Sludge Process: Uses microorganisms to decompose organic matter.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Constructed Wetlands: Eco-friendly, using plants to filter water naturally.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Sustainable, cost-effective, and beneficial for nutrient removal.</a:t>
            </a:r>
          </a:p>
        </p:txBody>
      </p:sp>
    </p:spTree>
    <p:extLst>
      <p:ext uri="{BB962C8B-B14F-4D97-AF65-F5344CB8AC3E}">
        <p14:creationId xmlns:p14="http://schemas.microsoft.com/office/powerpoint/2010/main" val="855872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73F84-278F-870B-99B3-EC613D54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Testing and Standards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B39A4-9FB3-08E1-CEF0-8C7B5E00B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Parameters: pH, turbidity, microbial count, chemical content.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Methods: Laboratory tests vs. field testing kits.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Standards: Overview of WHO and EPA standards for safe water.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040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0B6A-6636-251A-E05C-A95CEDABD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Treatment Challenges and Solutions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D73F0-89DF-C8E6-595B-18B21BB0C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Complex pollutants requiring specialised treatment.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and cost limitations.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 Innovative technologies for contaminant-specific treatment.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on sustainable practices and resource conservation.</a:t>
            </a:r>
          </a:p>
        </p:txBody>
      </p:sp>
    </p:spTree>
    <p:extLst>
      <p:ext uri="{BB962C8B-B14F-4D97-AF65-F5344CB8AC3E}">
        <p14:creationId xmlns:p14="http://schemas.microsoft.com/office/powerpoint/2010/main" val="1528136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06CE3-F139-2B02-6EC2-9778FF66F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574" y="816077"/>
            <a:ext cx="10357026" cy="491003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Effective Water Treatment Systems Case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Singapore’s NEWater system for reclaimed water.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Learned: Importance of advanced treatment, community trust, and ongoing research.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Highlight how similar systems can be adapted globally for water sustainability.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739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5F30-4611-7E52-0E63-EF4E9D2D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09DA-A82A-BB3E-C737-A176931A2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Water treatment ensures health, safety, and environmental sustainability.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Trends: Growth in sustainable and energy-efficient treatment methods.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 Clean water access is a fundamental need requiring continuous innovation and commitment.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899014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Frosty</Template>
  <TotalTime>74</TotalTime>
  <Words>942</Words>
  <Application>Microsoft Office PowerPoint</Application>
  <PresentationFormat>Widescreen</PresentationFormat>
  <Paragraphs>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Times New Roman</vt:lpstr>
      <vt:lpstr>Wingdings</vt:lpstr>
      <vt:lpstr>FrostyVTI</vt:lpstr>
      <vt:lpstr>Water Treatment</vt:lpstr>
      <vt:lpstr>Introduction</vt:lpstr>
      <vt:lpstr>Objectives</vt:lpstr>
      <vt:lpstr> Common Contaminants in Water Sources</vt:lpstr>
      <vt:lpstr>Primary Stages of Water Treatment</vt:lpstr>
      <vt:lpstr>Coagulation and Flocculation</vt:lpstr>
      <vt:lpstr>Sedimentation</vt:lpstr>
      <vt:lpstr>Sand Filtration</vt:lpstr>
      <vt:lpstr>Slow Sand Filtration (SSF)</vt:lpstr>
      <vt:lpstr>PowerPoint Presentation</vt:lpstr>
      <vt:lpstr>Rapid Sand Filtration (RSF)</vt:lpstr>
      <vt:lpstr>PowerPoint Presentation</vt:lpstr>
      <vt:lpstr>Filtration Techniques</vt:lpstr>
      <vt:lpstr>Disinfection</vt:lpstr>
      <vt:lpstr> Advanced Water Treatment Techniques</vt:lpstr>
      <vt:lpstr>Biological Water Treatment</vt:lpstr>
      <vt:lpstr>Water Quality Testing and Standards</vt:lpstr>
      <vt:lpstr>Water Treatment Challenges and Solutions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yadav</dc:creator>
  <cp:lastModifiedBy>mukul maheshwari</cp:lastModifiedBy>
  <cp:revision>2</cp:revision>
  <dcterms:created xsi:type="dcterms:W3CDTF">2024-11-05T11:02:10Z</dcterms:created>
  <dcterms:modified xsi:type="dcterms:W3CDTF">2025-11-22T00:39:36Z</dcterms:modified>
</cp:coreProperties>
</file>