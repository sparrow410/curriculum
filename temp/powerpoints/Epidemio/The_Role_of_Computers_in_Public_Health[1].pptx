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1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8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1" r:id="rId26"/>
  </p:sldIdLst>
  <p:sldSz cx="14325600" cy="8051800"/>
  <p:notesSz cx="14325600" cy="80518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32" y="4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09B696-8C0C-4472-82D1-94720303055B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2A32F6-9988-4A24-AAE8-96536B6F2BC7}">
      <dgm:prSet/>
      <dgm:spPr/>
      <dgm:t>
        <a:bodyPr/>
        <a:lstStyle/>
        <a:p>
          <a:r>
            <a:rPr lang="en-US"/>
            <a:t>E-health uses computer networks for remote health service delivery, especially to underserved areas.</a:t>
          </a:r>
        </a:p>
      </dgm:t>
    </dgm:pt>
    <dgm:pt modelId="{67B338D4-1C55-4F5F-862B-7214D080B9C3}" type="parTrans" cxnId="{499AE599-36D8-4A9F-A8E6-756DA35C8E25}">
      <dgm:prSet/>
      <dgm:spPr/>
      <dgm:t>
        <a:bodyPr/>
        <a:lstStyle/>
        <a:p>
          <a:endParaRPr lang="en-US"/>
        </a:p>
      </dgm:t>
    </dgm:pt>
    <dgm:pt modelId="{5537C7EA-F151-4EB8-9C45-2AAAFB5ECA46}" type="sibTrans" cxnId="{499AE599-36D8-4A9F-A8E6-756DA35C8E25}">
      <dgm:prSet/>
      <dgm:spPr/>
      <dgm:t>
        <a:bodyPr/>
        <a:lstStyle/>
        <a:p>
          <a:endParaRPr lang="en-US"/>
        </a:p>
      </dgm:t>
    </dgm:pt>
    <dgm:pt modelId="{8551D73E-3C3A-4B64-A06C-B6D6902E6F64}" type="pres">
      <dgm:prSet presAssocID="{A209B696-8C0C-4472-82D1-9472030305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5AA1F6-6634-44AF-A0E7-94E4E52E7CB4}" type="pres">
      <dgm:prSet presAssocID="{632A32F6-9988-4A24-AAE8-96536B6F2BC7}" presName="hierRoot1" presStyleCnt="0"/>
      <dgm:spPr/>
    </dgm:pt>
    <dgm:pt modelId="{77BF0D96-871F-49EF-82FC-BAB269D5B35B}" type="pres">
      <dgm:prSet presAssocID="{632A32F6-9988-4A24-AAE8-96536B6F2BC7}" presName="composite" presStyleCnt="0"/>
      <dgm:spPr/>
    </dgm:pt>
    <dgm:pt modelId="{3B665876-C03C-46E6-AE25-1CF9EE1BC3D2}" type="pres">
      <dgm:prSet presAssocID="{632A32F6-9988-4A24-AAE8-96536B6F2BC7}" presName="background" presStyleLbl="node0" presStyleIdx="0" presStyleCnt="1"/>
      <dgm:spPr/>
    </dgm:pt>
    <dgm:pt modelId="{8627B500-F3BC-4398-8051-BC12FEC3B434}" type="pres">
      <dgm:prSet presAssocID="{632A32F6-9988-4A24-AAE8-96536B6F2BC7}" presName="text" presStyleLbl="fgAcc0" presStyleIdx="0" presStyleCnt="1">
        <dgm:presLayoutVars>
          <dgm:chPref val="3"/>
        </dgm:presLayoutVars>
      </dgm:prSet>
      <dgm:spPr/>
    </dgm:pt>
    <dgm:pt modelId="{31CE242F-0B37-41FD-AF02-402B54FE42B5}" type="pres">
      <dgm:prSet presAssocID="{632A32F6-9988-4A24-AAE8-96536B6F2BC7}" presName="hierChild2" presStyleCnt="0"/>
      <dgm:spPr/>
    </dgm:pt>
  </dgm:ptLst>
  <dgm:cxnLst>
    <dgm:cxn modelId="{E4F6BC84-26FD-4E8B-9A6B-1007689A3703}" type="presOf" srcId="{632A32F6-9988-4A24-AAE8-96536B6F2BC7}" destId="{8627B500-F3BC-4398-8051-BC12FEC3B434}" srcOrd="0" destOrd="0" presId="urn:microsoft.com/office/officeart/2005/8/layout/hierarchy1"/>
    <dgm:cxn modelId="{499AE599-36D8-4A9F-A8E6-756DA35C8E25}" srcId="{A209B696-8C0C-4472-82D1-94720303055B}" destId="{632A32F6-9988-4A24-AAE8-96536B6F2BC7}" srcOrd="0" destOrd="0" parTransId="{67B338D4-1C55-4F5F-862B-7214D080B9C3}" sibTransId="{5537C7EA-F151-4EB8-9C45-2AAAFB5ECA46}"/>
    <dgm:cxn modelId="{04B76FBB-B8DE-47CA-8DB3-FB93524C58B6}" type="presOf" srcId="{A209B696-8C0C-4472-82D1-94720303055B}" destId="{8551D73E-3C3A-4B64-A06C-B6D6902E6F64}" srcOrd="0" destOrd="0" presId="urn:microsoft.com/office/officeart/2005/8/layout/hierarchy1"/>
    <dgm:cxn modelId="{3D4A7E48-DE93-4D04-82C7-FEC9F4C36C5C}" type="presParOf" srcId="{8551D73E-3C3A-4B64-A06C-B6D6902E6F64}" destId="{415AA1F6-6634-44AF-A0E7-94E4E52E7CB4}" srcOrd="0" destOrd="0" presId="urn:microsoft.com/office/officeart/2005/8/layout/hierarchy1"/>
    <dgm:cxn modelId="{20FA33BF-2715-4525-AFFF-C58646D6FEA4}" type="presParOf" srcId="{415AA1F6-6634-44AF-A0E7-94E4E52E7CB4}" destId="{77BF0D96-871F-49EF-82FC-BAB269D5B35B}" srcOrd="0" destOrd="0" presId="urn:microsoft.com/office/officeart/2005/8/layout/hierarchy1"/>
    <dgm:cxn modelId="{46E21F0E-2F9E-4A99-9823-0C441CAE2BD2}" type="presParOf" srcId="{77BF0D96-871F-49EF-82FC-BAB269D5B35B}" destId="{3B665876-C03C-46E6-AE25-1CF9EE1BC3D2}" srcOrd="0" destOrd="0" presId="urn:microsoft.com/office/officeart/2005/8/layout/hierarchy1"/>
    <dgm:cxn modelId="{A941399C-F544-42F6-A532-6338B8168DB9}" type="presParOf" srcId="{77BF0D96-871F-49EF-82FC-BAB269D5B35B}" destId="{8627B500-F3BC-4398-8051-BC12FEC3B434}" srcOrd="1" destOrd="0" presId="urn:microsoft.com/office/officeart/2005/8/layout/hierarchy1"/>
    <dgm:cxn modelId="{E80966E8-B446-4B5B-91DD-3B9C4FDF886E}" type="presParOf" srcId="{415AA1F6-6634-44AF-A0E7-94E4E52E7CB4}" destId="{31CE242F-0B37-41FD-AF02-402B54FE42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192D86-72C9-4F0A-B41D-294F42D582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CFCF91-1EE7-4037-8EDC-4B290F2ED514}">
      <dgm:prSet custT="1"/>
      <dgm:spPr/>
      <dgm:t>
        <a:bodyPr/>
        <a:lstStyle/>
        <a:p>
          <a:r>
            <a:rPr lang="en-US" sz="2800"/>
            <a:t>Epi Info by CDC for field data analysis.</a:t>
          </a:r>
        </a:p>
      </dgm:t>
    </dgm:pt>
    <dgm:pt modelId="{FB56FF46-3BA4-4F92-8514-43BD4E255104}" type="parTrans" cxnId="{DB506EFE-22E9-4666-8C01-FFD4EFE01491}">
      <dgm:prSet/>
      <dgm:spPr/>
      <dgm:t>
        <a:bodyPr/>
        <a:lstStyle/>
        <a:p>
          <a:endParaRPr lang="en-US" sz="2400"/>
        </a:p>
      </dgm:t>
    </dgm:pt>
    <dgm:pt modelId="{90FD4E1E-51FC-43D1-B5B2-9786D9897644}" type="sibTrans" cxnId="{DB506EFE-22E9-4666-8C01-FFD4EFE01491}">
      <dgm:prSet/>
      <dgm:spPr/>
      <dgm:t>
        <a:bodyPr/>
        <a:lstStyle/>
        <a:p>
          <a:endParaRPr lang="en-US" sz="2400"/>
        </a:p>
      </dgm:t>
    </dgm:pt>
    <dgm:pt modelId="{5B3BDAF1-6075-491A-8C9B-C1DDA79A8388}">
      <dgm:prSet custT="1"/>
      <dgm:spPr/>
      <dgm:t>
        <a:bodyPr/>
        <a:lstStyle/>
        <a:p>
          <a:r>
            <a:rPr lang="en-US" sz="2800"/>
            <a:t>R and Python for statistical modeling and machine learning.</a:t>
          </a:r>
        </a:p>
      </dgm:t>
    </dgm:pt>
    <dgm:pt modelId="{E819BA56-A986-40B2-B59B-18F8C65331CA}" type="parTrans" cxnId="{B45F1110-9D4A-4E3E-A073-C7C0BB282757}">
      <dgm:prSet/>
      <dgm:spPr/>
      <dgm:t>
        <a:bodyPr/>
        <a:lstStyle/>
        <a:p>
          <a:endParaRPr lang="en-US" sz="2400"/>
        </a:p>
      </dgm:t>
    </dgm:pt>
    <dgm:pt modelId="{3B9329E5-B6E6-49FB-A8EF-3C5E8CF3513A}" type="sibTrans" cxnId="{B45F1110-9D4A-4E3E-A073-C7C0BB282757}">
      <dgm:prSet/>
      <dgm:spPr/>
      <dgm:t>
        <a:bodyPr/>
        <a:lstStyle/>
        <a:p>
          <a:endParaRPr lang="en-US" sz="2400"/>
        </a:p>
      </dgm:t>
    </dgm:pt>
    <dgm:pt modelId="{3685320A-4C87-455F-8F1B-F4EC94D2E7BF}">
      <dgm:prSet custT="1"/>
      <dgm:spPr/>
      <dgm:t>
        <a:bodyPr/>
        <a:lstStyle/>
        <a:p>
          <a:r>
            <a:rPr lang="en-US" sz="2800"/>
            <a:t>SPSS, STATA, and SAS for structured health surveys and regression models.</a:t>
          </a:r>
        </a:p>
      </dgm:t>
    </dgm:pt>
    <dgm:pt modelId="{995276A1-80C0-4604-A68A-2D433BEAAEE8}" type="parTrans" cxnId="{1F810E2D-3FD8-4086-84B8-0228AFAD84B1}">
      <dgm:prSet/>
      <dgm:spPr/>
      <dgm:t>
        <a:bodyPr/>
        <a:lstStyle/>
        <a:p>
          <a:endParaRPr lang="en-US" sz="2400"/>
        </a:p>
      </dgm:t>
    </dgm:pt>
    <dgm:pt modelId="{1F76BE44-2C27-429C-BDB6-7BD4AA09C89F}" type="sibTrans" cxnId="{1F810E2D-3FD8-4086-84B8-0228AFAD84B1}">
      <dgm:prSet/>
      <dgm:spPr/>
      <dgm:t>
        <a:bodyPr/>
        <a:lstStyle/>
        <a:p>
          <a:endParaRPr lang="en-US" sz="2400"/>
        </a:p>
      </dgm:t>
    </dgm:pt>
    <dgm:pt modelId="{9ADB63E5-6656-47AE-BF62-EF831C5DF13C}">
      <dgm:prSet custT="1"/>
      <dgm:spPr/>
      <dgm:t>
        <a:bodyPr/>
        <a:lstStyle/>
        <a:p>
          <a:r>
            <a:rPr lang="en-US" sz="2800"/>
            <a:t>DHIS2 for health information system management at national levels.</a:t>
          </a:r>
        </a:p>
      </dgm:t>
    </dgm:pt>
    <dgm:pt modelId="{BB84314D-852E-4D51-816F-00B0CB54FC16}" type="parTrans" cxnId="{0EB43CF1-AEBC-4563-90FA-03979584411E}">
      <dgm:prSet/>
      <dgm:spPr/>
      <dgm:t>
        <a:bodyPr/>
        <a:lstStyle/>
        <a:p>
          <a:endParaRPr lang="en-US" sz="2400"/>
        </a:p>
      </dgm:t>
    </dgm:pt>
    <dgm:pt modelId="{A4B88C54-20ED-418E-AE09-C8AF9ABB6A1C}" type="sibTrans" cxnId="{0EB43CF1-AEBC-4563-90FA-03979584411E}">
      <dgm:prSet/>
      <dgm:spPr/>
      <dgm:t>
        <a:bodyPr/>
        <a:lstStyle/>
        <a:p>
          <a:endParaRPr lang="en-US" sz="2400"/>
        </a:p>
      </dgm:t>
    </dgm:pt>
    <dgm:pt modelId="{F773201E-DAD1-4FCB-9A1B-E4884081ADEA}" type="pres">
      <dgm:prSet presAssocID="{85192D86-72C9-4F0A-B41D-294F42D5826D}" presName="root" presStyleCnt="0">
        <dgm:presLayoutVars>
          <dgm:dir/>
          <dgm:resizeHandles val="exact"/>
        </dgm:presLayoutVars>
      </dgm:prSet>
      <dgm:spPr/>
    </dgm:pt>
    <dgm:pt modelId="{CB1E7125-200F-4D2C-806F-D30F79ACC234}" type="pres">
      <dgm:prSet presAssocID="{7FCFCF91-1EE7-4037-8EDC-4B290F2ED514}" presName="compNode" presStyleCnt="0"/>
      <dgm:spPr/>
    </dgm:pt>
    <dgm:pt modelId="{3EEBE484-FB1F-41C6-95D3-84635734CADE}" type="pres">
      <dgm:prSet presAssocID="{7FCFCF91-1EE7-4037-8EDC-4B290F2ED514}" presName="bgRect" presStyleLbl="bgShp" presStyleIdx="0" presStyleCnt="4"/>
      <dgm:spPr/>
    </dgm:pt>
    <dgm:pt modelId="{89DA7143-9850-4380-8A2F-1A179E9651D7}" type="pres">
      <dgm:prSet presAssocID="{7FCFCF91-1EE7-4037-8EDC-4B290F2ED5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AEB195-641B-46CE-89B6-A7C1263C7BEA}" type="pres">
      <dgm:prSet presAssocID="{7FCFCF91-1EE7-4037-8EDC-4B290F2ED514}" presName="spaceRect" presStyleCnt="0"/>
      <dgm:spPr/>
    </dgm:pt>
    <dgm:pt modelId="{7C4B01EF-7757-4F13-8067-CB9AC2087B32}" type="pres">
      <dgm:prSet presAssocID="{7FCFCF91-1EE7-4037-8EDC-4B290F2ED514}" presName="parTx" presStyleLbl="revTx" presStyleIdx="0" presStyleCnt="4">
        <dgm:presLayoutVars>
          <dgm:chMax val="0"/>
          <dgm:chPref val="0"/>
        </dgm:presLayoutVars>
      </dgm:prSet>
      <dgm:spPr/>
    </dgm:pt>
    <dgm:pt modelId="{FE4140D0-E955-4E35-8FAB-3FE35211D3A4}" type="pres">
      <dgm:prSet presAssocID="{90FD4E1E-51FC-43D1-B5B2-9786D9897644}" presName="sibTrans" presStyleCnt="0"/>
      <dgm:spPr/>
    </dgm:pt>
    <dgm:pt modelId="{7EFD2D3F-EB2F-46D2-8A27-1DD583A6D851}" type="pres">
      <dgm:prSet presAssocID="{5B3BDAF1-6075-491A-8C9B-C1DDA79A8388}" presName="compNode" presStyleCnt="0"/>
      <dgm:spPr/>
    </dgm:pt>
    <dgm:pt modelId="{E9BD78C0-CDA4-41A1-BDE9-21236FFF2C4C}" type="pres">
      <dgm:prSet presAssocID="{5B3BDAF1-6075-491A-8C9B-C1DDA79A8388}" presName="bgRect" presStyleLbl="bgShp" presStyleIdx="1" presStyleCnt="4"/>
      <dgm:spPr/>
    </dgm:pt>
    <dgm:pt modelId="{16BA420B-14A0-45A3-91FA-D5304D969491}" type="pres">
      <dgm:prSet presAssocID="{5B3BDAF1-6075-491A-8C9B-C1DDA79A83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6E8E64A-3339-49E9-9479-840247D70549}" type="pres">
      <dgm:prSet presAssocID="{5B3BDAF1-6075-491A-8C9B-C1DDA79A8388}" presName="spaceRect" presStyleCnt="0"/>
      <dgm:spPr/>
    </dgm:pt>
    <dgm:pt modelId="{376CAED8-67F3-4B6D-BDE4-463D22C5DA92}" type="pres">
      <dgm:prSet presAssocID="{5B3BDAF1-6075-491A-8C9B-C1DDA79A8388}" presName="parTx" presStyleLbl="revTx" presStyleIdx="1" presStyleCnt="4">
        <dgm:presLayoutVars>
          <dgm:chMax val="0"/>
          <dgm:chPref val="0"/>
        </dgm:presLayoutVars>
      </dgm:prSet>
      <dgm:spPr/>
    </dgm:pt>
    <dgm:pt modelId="{2AA26C13-0C7E-47BD-B775-EE662BABBFCC}" type="pres">
      <dgm:prSet presAssocID="{3B9329E5-B6E6-49FB-A8EF-3C5E8CF3513A}" presName="sibTrans" presStyleCnt="0"/>
      <dgm:spPr/>
    </dgm:pt>
    <dgm:pt modelId="{78E5B327-888E-45A9-A387-83AE3C9919D9}" type="pres">
      <dgm:prSet presAssocID="{3685320A-4C87-455F-8F1B-F4EC94D2E7BF}" presName="compNode" presStyleCnt="0"/>
      <dgm:spPr/>
    </dgm:pt>
    <dgm:pt modelId="{47D68E8C-D798-48F2-96E8-EB8C6954C90A}" type="pres">
      <dgm:prSet presAssocID="{3685320A-4C87-455F-8F1B-F4EC94D2E7BF}" presName="bgRect" presStyleLbl="bgShp" presStyleIdx="2" presStyleCnt="4"/>
      <dgm:spPr/>
    </dgm:pt>
    <dgm:pt modelId="{D39CB260-843C-48B1-87AF-D06EB5372DD7}" type="pres">
      <dgm:prSet presAssocID="{3685320A-4C87-455F-8F1B-F4EC94D2E7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6BD2500-0401-4C41-8E4B-3E513D4E5C4C}" type="pres">
      <dgm:prSet presAssocID="{3685320A-4C87-455F-8F1B-F4EC94D2E7BF}" presName="spaceRect" presStyleCnt="0"/>
      <dgm:spPr/>
    </dgm:pt>
    <dgm:pt modelId="{D9E4CEF5-7B34-40D2-B140-D4B05C7F2D23}" type="pres">
      <dgm:prSet presAssocID="{3685320A-4C87-455F-8F1B-F4EC94D2E7BF}" presName="parTx" presStyleLbl="revTx" presStyleIdx="2" presStyleCnt="4">
        <dgm:presLayoutVars>
          <dgm:chMax val="0"/>
          <dgm:chPref val="0"/>
        </dgm:presLayoutVars>
      </dgm:prSet>
      <dgm:spPr/>
    </dgm:pt>
    <dgm:pt modelId="{75EAA1CA-E815-41C7-9193-8A40E00613FF}" type="pres">
      <dgm:prSet presAssocID="{1F76BE44-2C27-429C-BDB6-7BD4AA09C89F}" presName="sibTrans" presStyleCnt="0"/>
      <dgm:spPr/>
    </dgm:pt>
    <dgm:pt modelId="{E3C80C18-AC64-4E45-9172-19A307A76EB7}" type="pres">
      <dgm:prSet presAssocID="{9ADB63E5-6656-47AE-BF62-EF831C5DF13C}" presName="compNode" presStyleCnt="0"/>
      <dgm:spPr/>
    </dgm:pt>
    <dgm:pt modelId="{2BE35B00-ECA0-41D6-85C0-91483F46B440}" type="pres">
      <dgm:prSet presAssocID="{9ADB63E5-6656-47AE-BF62-EF831C5DF13C}" presName="bgRect" presStyleLbl="bgShp" presStyleIdx="3" presStyleCnt="4"/>
      <dgm:spPr/>
    </dgm:pt>
    <dgm:pt modelId="{B066C38E-8B75-47DE-B634-E4BA973570AC}" type="pres">
      <dgm:prSet presAssocID="{9ADB63E5-6656-47AE-BF62-EF831C5DF1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B356461-DB23-44D8-A84B-E4774911FA68}" type="pres">
      <dgm:prSet presAssocID="{9ADB63E5-6656-47AE-BF62-EF831C5DF13C}" presName="spaceRect" presStyleCnt="0"/>
      <dgm:spPr/>
    </dgm:pt>
    <dgm:pt modelId="{36B8F2A5-302B-497C-B4AC-93F05EE0162E}" type="pres">
      <dgm:prSet presAssocID="{9ADB63E5-6656-47AE-BF62-EF831C5DF1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45F1110-9D4A-4E3E-A073-C7C0BB282757}" srcId="{85192D86-72C9-4F0A-B41D-294F42D5826D}" destId="{5B3BDAF1-6075-491A-8C9B-C1DDA79A8388}" srcOrd="1" destOrd="0" parTransId="{E819BA56-A986-40B2-B59B-18F8C65331CA}" sibTransId="{3B9329E5-B6E6-49FB-A8EF-3C5E8CF3513A}"/>
    <dgm:cxn modelId="{18384920-9534-493F-A23C-753F48068E24}" type="presOf" srcId="{7FCFCF91-1EE7-4037-8EDC-4B290F2ED514}" destId="{7C4B01EF-7757-4F13-8067-CB9AC2087B32}" srcOrd="0" destOrd="0" presId="urn:microsoft.com/office/officeart/2018/2/layout/IconVerticalSolidList"/>
    <dgm:cxn modelId="{1F810E2D-3FD8-4086-84B8-0228AFAD84B1}" srcId="{85192D86-72C9-4F0A-B41D-294F42D5826D}" destId="{3685320A-4C87-455F-8F1B-F4EC94D2E7BF}" srcOrd="2" destOrd="0" parTransId="{995276A1-80C0-4604-A68A-2D433BEAAEE8}" sibTransId="{1F76BE44-2C27-429C-BDB6-7BD4AA09C89F}"/>
    <dgm:cxn modelId="{A30DB941-5608-497C-AB53-54B0AEB7405F}" type="presOf" srcId="{9ADB63E5-6656-47AE-BF62-EF831C5DF13C}" destId="{36B8F2A5-302B-497C-B4AC-93F05EE0162E}" srcOrd="0" destOrd="0" presId="urn:microsoft.com/office/officeart/2018/2/layout/IconVerticalSolidList"/>
    <dgm:cxn modelId="{49DF2093-DF0B-482D-AC0E-DA6DF6638509}" type="presOf" srcId="{5B3BDAF1-6075-491A-8C9B-C1DDA79A8388}" destId="{376CAED8-67F3-4B6D-BDE4-463D22C5DA92}" srcOrd="0" destOrd="0" presId="urn:microsoft.com/office/officeart/2018/2/layout/IconVerticalSolidList"/>
    <dgm:cxn modelId="{EF39F1A6-7716-477D-85E4-3F5AF7F805D5}" type="presOf" srcId="{85192D86-72C9-4F0A-B41D-294F42D5826D}" destId="{F773201E-DAD1-4FCB-9A1B-E4884081ADEA}" srcOrd="0" destOrd="0" presId="urn:microsoft.com/office/officeart/2018/2/layout/IconVerticalSolidList"/>
    <dgm:cxn modelId="{E5A1E6B5-F9B2-43B3-AF23-0F47B5E5D92E}" type="presOf" srcId="{3685320A-4C87-455F-8F1B-F4EC94D2E7BF}" destId="{D9E4CEF5-7B34-40D2-B140-D4B05C7F2D23}" srcOrd="0" destOrd="0" presId="urn:microsoft.com/office/officeart/2018/2/layout/IconVerticalSolidList"/>
    <dgm:cxn modelId="{0EB43CF1-AEBC-4563-90FA-03979584411E}" srcId="{85192D86-72C9-4F0A-B41D-294F42D5826D}" destId="{9ADB63E5-6656-47AE-BF62-EF831C5DF13C}" srcOrd="3" destOrd="0" parTransId="{BB84314D-852E-4D51-816F-00B0CB54FC16}" sibTransId="{A4B88C54-20ED-418E-AE09-C8AF9ABB6A1C}"/>
    <dgm:cxn modelId="{DB506EFE-22E9-4666-8C01-FFD4EFE01491}" srcId="{85192D86-72C9-4F0A-B41D-294F42D5826D}" destId="{7FCFCF91-1EE7-4037-8EDC-4B290F2ED514}" srcOrd="0" destOrd="0" parTransId="{FB56FF46-3BA4-4F92-8514-43BD4E255104}" sibTransId="{90FD4E1E-51FC-43D1-B5B2-9786D9897644}"/>
    <dgm:cxn modelId="{236A616A-5B08-4B7D-BC5D-5E4CC4CAE306}" type="presParOf" srcId="{F773201E-DAD1-4FCB-9A1B-E4884081ADEA}" destId="{CB1E7125-200F-4D2C-806F-D30F79ACC234}" srcOrd="0" destOrd="0" presId="urn:microsoft.com/office/officeart/2018/2/layout/IconVerticalSolidList"/>
    <dgm:cxn modelId="{5F7AB6C7-501F-4B45-8953-475369A891FA}" type="presParOf" srcId="{CB1E7125-200F-4D2C-806F-D30F79ACC234}" destId="{3EEBE484-FB1F-41C6-95D3-84635734CADE}" srcOrd="0" destOrd="0" presId="urn:microsoft.com/office/officeart/2018/2/layout/IconVerticalSolidList"/>
    <dgm:cxn modelId="{3AFC3E68-B829-4906-8487-83125350D68E}" type="presParOf" srcId="{CB1E7125-200F-4D2C-806F-D30F79ACC234}" destId="{89DA7143-9850-4380-8A2F-1A179E9651D7}" srcOrd="1" destOrd="0" presId="urn:microsoft.com/office/officeart/2018/2/layout/IconVerticalSolidList"/>
    <dgm:cxn modelId="{2A6EBCD5-EF7C-489F-9838-C29E7CFAA762}" type="presParOf" srcId="{CB1E7125-200F-4D2C-806F-D30F79ACC234}" destId="{2DAEB195-641B-46CE-89B6-A7C1263C7BEA}" srcOrd="2" destOrd="0" presId="urn:microsoft.com/office/officeart/2018/2/layout/IconVerticalSolidList"/>
    <dgm:cxn modelId="{DFAC51F3-5F00-4D01-A489-3430D1B439D6}" type="presParOf" srcId="{CB1E7125-200F-4D2C-806F-D30F79ACC234}" destId="{7C4B01EF-7757-4F13-8067-CB9AC2087B32}" srcOrd="3" destOrd="0" presId="urn:microsoft.com/office/officeart/2018/2/layout/IconVerticalSolidList"/>
    <dgm:cxn modelId="{62316F7F-5EE9-4B66-8A54-07D9A8509C5D}" type="presParOf" srcId="{F773201E-DAD1-4FCB-9A1B-E4884081ADEA}" destId="{FE4140D0-E955-4E35-8FAB-3FE35211D3A4}" srcOrd="1" destOrd="0" presId="urn:microsoft.com/office/officeart/2018/2/layout/IconVerticalSolidList"/>
    <dgm:cxn modelId="{43BDCCF3-D963-4583-AD5C-BF9E640C6BAD}" type="presParOf" srcId="{F773201E-DAD1-4FCB-9A1B-E4884081ADEA}" destId="{7EFD2D3F-EB2F-46D2-8A27-1DD583A6D851}" srcOrd="2" destOrd="0" presId="urn:microsoft.com/office/officeart/2018/2/layout/IconVerticalSolidList"/>
    <dgm:cxn modelId="{AB7357E1-331F-4839-B988-AB7FA97B08A3}" type="presParOf" srcId="{7EFD2D3F-EB2F-46D2-8A27-1DD583A6D851}" destId="{E9BD78C0-CDA4-41A1-BDE9-21236FFF2C4C}" srcOrd="0" destOrd="0" presId="urn:microsoft.com/office/officeart/2018/2/layout/IconVerticalSolidList"/>
    <dgm:cxn modelId="{874F4976-00C5-4C30-8076-5DE66C2DAF99}" type="presParOf" srcId="{7EFD2D3F-EB2F-46D2-8A27-1DD583A6D851}" destId="{16BA420B-14A0-45A3-91FA-D5304D969491}" srcOrd="1" destOrd="0" presId="urn:microsoft.com/office/officeart/2018/2/layout/IconVerticalSolidList"/>
    <dgm:cxn modelId="{E93095DF-D68C-4EFB-95ED-24B29BE6F5AA}" type="presParOf" srcId="{7EFD2D3F-EB2F-46D2-8A27-1DD583A6D851}" destId="{66E8E64A-3339-49E9-9479-840247D70549}" srcOrd="2" destOrd="0" presId="urn:microsoft.com/office/officeart/2018/2/layout/IconVerticalSolidList"/>
    <dgm:cxn modelId="{E29C6B91-7892-4AB2-A7F5-4CFB47666DD3}" type="presParOf" srcId="{7EFD2D3F-EB2F-46D2-8A27-1DD583A6D851}" destId="{376CAED8-67F3-4B6D-BDE4-463D22C5DA92}" srcOrd="3" destOrd="0" presId="urn:microsoft.com/office/officeart/2018/2/layout/IconVerticalSolidList"/>
    <dgm:cxn modelId="{FFF52CD2-92CE-4F1C-B44B-F5AE15E01D12}" type="presParOf" srcId="{F773201E-DAD1-4FCB-9A1B-E4884081ADEA}" destId="{2AA26C13-0C7E-47BD-B775-EE662BABBFCC}" srcOrd="3" destOrd="0" presId="urn:microsoft.com/office/officeart/2018/2/layout/IconVerticalSolidList"/>
    <dgm:cxn modelId="{F6AAAC76-585E-4792-A376-1144AF47A2B4}" type="presParOf" srcId="{F773201E-DAD1-4FCB-9A1B-E4884081ADEA}" destId="{78E5B327-888E-45A9-A387-83AE3C9919D9}" srcOrd="4" destOrd="0" presId="urn:microsoft.com/office/officeart/2018/2/layout/IconVerticalSolidList"/>
    <dgm:cxn modelId="{4A58B1A9-A5A8-416D-9110-74B41FF281C8}" type="presParOf" srcId="{78E5B327-888E-45A9-A387-83AE3C9919D9}" destId="{47D68E8C-D798-48F2-96E8-EB8C6954C90A}" srcOrd="0" destOrd="0" presId="urn:microsoft.com/office/officeart/2018/2/layout/IconVerticalSolidList"/>
    <dgm:cxn modelId="{1739FABA-1576-44F8-8845-CEB579FBAAF8}" type="presParOf" srcId="{78E5B327-888E-45A9-A387-83AE3C9919D9}" destId="{D39CB260-843C-48B1-87AF-D06EB5372DD7}" srcOrd="1" destOrd="0" presId="urn:microsoft.com/office/officeart/2018/2/layout/IconVerticalSolidList"/>
    <dgm:cxn modelId="{0A8111C4-9F6C-47E2-86FE-388458B93B0C}" type="presParOf" srcId="{78E5B327-888E-45A9-A387-83AE3C9919D9}" destId="{C6BD2500-0401-4C41-8E4B-3E513D4E5C4C}" srcOrd="2" destOrd="0" presId="urn:microsoft.com/office/officeart/2018/2/layout/IconVerticalSolidList"/>
    <dgm:cxn modelId="{03B3C003-3987-485A-902C-0943BDDB2702}" type="presParOf" srcId="{78E5B327-888E-45A9-A387-83AE3C9919D9}" destId="{D9E4CEF5-7B34-40D2-B140-D4B05C7F2D23}" srcOrd="3" destOrd="0" presId="urn:microsoft.com/office/officeart/2018/2/layout/IconVerticalSolidList"/>
    <dgm:cxn modelId="{E53BC2B8-7ABB-4B42-831F-522A94E8AD2F}" type="presParOf" srcId="{F773201E-DAD1-4FCB-9A1B-E4884081ADEA}" destId="{75EAA1CA-E815-41C7-9193-8A40E00613FF}" srcOrd="5" destOrd="0" presId="urn:microsoft.com/office/officeart/2018/2/layout/IconVerticalSolidList"/>
    <dgm:cxn modelId="{93336A41-F873-429D-BD1E-067A84A0CB4C}" type="presParOf" srcId="{F773201E-DAD1-4FCB-9A1B-E4884081ADEA}" destId="{E3C80C18-AC64-4E45-9172-19A307A76EB7}" srcOrd="6" destOrd="0" presId="urn:microsoft.com/office/officeart/2018/2/layout/IconVerticalSolidList"/>
    <dgm:cxn modelId="{2DD2F83F-1689-4138-8C2F-CEB1BDEF5ABC}" type="presParOf" srcId="{E3C80C18-AC64-4E45-9172-19A307A76EB7}" destId="{2BE35B00-ECA0-41D6-85C0-91483F46B440}" srcOrd="0" destOrd="0" presId="urn:microsoft.com/office/officeart/2018/2/layout/IconVerticalSolidList"/>
    <dgm:cxn modelId="{B018FC79-BF8D-4620-8F48-18B827959061}" type="presParOf" srcId="{E3C80C18-AC64-4E45-9172-19A307A76EB7}" destId="{B066C38E-8B75-47DE-B634-E4BA973570AC}" srcOrd="1" destOrd="0" presId="urn:microsoft.com/office/officeart/2018/2/layout/IconVerticalSolidList"/>
    <dgm:cxn modelId="{8BCCD6CC-9A82-43AF-BEC9-0D28243AA0D9}" type="presParOf" srcId="{E3C80C18-AC64-4E45-9172-19A307A76EB7}" destId="{7B356461-DB23-44D8-A84B-E4774911FA68}" srcOrd="2" destOrd="0" presId="urn:microsoft.com/office/officeart/2018/2/layout/IconVerticalSolidList"/>
    <dgm:cxn modelId="{96F75FAA-9E04-4B09-AE90-01216B666852}" type="presParOf" srcId="{E3C80C18-AC64-4E45-9172-19A307A76EB7}" destId="{36B8F2A5-302B-497C-B4AC-93F05EE016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293B79-F02B-40BA-B5F7-0C10025738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5F496C6-F3DA-43A1-AA34-3CA890B68B85}">
      <dgm:prSet/>
      <dgm:spPr/>
      <dgm:t>
        <a:bodyPr/>
        <a:lstStyle/>
        <a:p>
          <a:r>
            <a:rPr lang="en-US"/>
            <a:t>Computers allow simulation of disease transmission using models like SEIR and agent-based models.</a:t>
          </a:r>
        </a:p>
      </dgm:t>
    </dgm:pt>
    <dgm:pt modelId="{93FC48EF-F64B-4F07-9CAB-5A4FCF1509B9}" type="parTrans" cxnId="{641C5987-5016-4224-A802-9685F2BE0B07}">
      <dgm:prSet/>
      <dgm:spPr/>
      <dgm:t>
        <a:bodyPr/>
        <a:lstStyle/>
        <a:p>
          <a:endParaRPr lang="en-US"/>
        </a:p>
      </dgm:t>
    </dgm:pt>
    <dgm:pt modelId="{26659B25-E9F9-4E85-9620-A1D8C0BB61E3}" type="sibTrans" cxnId="{641C5987-5016-4224-A802-9685F2BE0B07}">
      <dgm:prSet/>
      <dgm:spPr/>
      <dgm:t>
        <a:bodyPr/>
        <a:lstStyle/>
        <a:p>
          <a:endParaRPr lang="en-US"/>
        </a:p>
      </dgm:t>
    </dgm:pt>
    <dgm:pt modelId="{CF96B54B-0974-4531-949A-405612133F33}">
      <dgm:prSet/>
      <dgm:spPr/>
      <dgm:t>
        <a:bodyPr/>
        <a:lstStyle/>
        <a:p>
          <a:r>
            <a:rPr lang="en-US"/>
            <a:t>Real-time forecasting of outbreaks using ML algorithms.</a:t>
          </a:r>
        </a:p>
      </dgm:t>
    </dgm:pt>
    <dgm:pt modelId="{52E3054C-9ADB-483D-BC60-EC89E7EDDBC1}" type="parTrans" cxnId="{7D420AD3-689F-4106-A8EC-C9617FC79516}">
      <dgm:prSet/>
      <dgm:spPr/>
      <dgm:t>
        <a:bodyPr/>
        <a:lstStyle/>
        <a:p>
          <a:endParaRPr lang="en-US"/>
        </a:p>
      </dgm:t>
    </dgm:pt>
    <dgm:pt modelId="{9EC3D25D-5F8A-499F-B6DA-7FF081AA659A}" type="sibTrans" cxnId="{7D420AD3-689F-4106-A8EC-C9617FC79516}">
      <dgm:prSet/>
      <dgm:spPr/>
      <dgm:t>
        <a:bodyPr/>
        <a:lstStyle/>
        <a:p>
          <a:endParaRPr lang="en-US"/>
        </a:p>
      </dgm:t>
    </dgm:pt>
    <dgm:pt modelId="{422B14A8-3E6C-4C27-A6B2-25D77035B50E}">
      <dgm:prSet/>
      <dgm:spPr/>
      <dgm:t>
        <a:bodyPr/>
        <a:lstStyle/>
        <a:p>
          <a:r>
            <a:rPr lang="en-US"/>
            <a:t>Tools: GLEAMviz for pandemic simulations, HealthMap for outbreak alerting.</a:t>
          </a:r>
        </a:p>
      </dgm:t>
    </dgm:pt>
    <dgm:pt modelId="{231F610E-9D40-4133-AA87-124AB9C0724B}" type="parTrans" cxnId="{7965F1C0-288B-442F-A646-CF909512527C}">
      <dgm:prSet/>
      <dgm:spPr/>
      <dgm:t>
        <a:bodyPr/>
        <a:lstStyle/>
        <a:p>
          <a:endParaRPr lang="en-US"/>
        </a:p>
      </dgm:t>
    </dgm:pt>
    <dgm:pt modelId="{22C7B22F-E05E-4D2E-8B80-C05133F197E0}" type="sibTrans" cxnId="{7965F1C0-288B-442F-A646-CF909512527C}">
      <dgm:prSet/>
      <dgm:spPr/>
      <dgm:t>
        <a:bodyPr/>
        <a:lstStyle/>
        <a:p>
          <a:endParaRPr lang="en-US"/>
        </a:p>
      </dgm:t>
    </dgm:pt>
    <dgm:pt modelId="{6324ADB8-35B2-492A-BF38-36C1FF34C1C9}" type="pres">
      <dgm:prSet presAssocID="{04293B79-F02B-40BA-B5F7-0C1002573807}" presName="root" presStyleCnt="0">
        <dgm:presLayoutVars>
          <dgm:dir/>
          <dgm:resizeHandles val="exact"/>
        </dgm:presLayoutVars>
      </dgm:prSet>
      <dgm:spPr/>
    </dgm:pt>
    <dgm:pt modelId="{AB6EC2AA-6B50-493A-96EE-9E296A8F5BD9}" type="pres">
      <dgm:prSet presAssocID="{05F496C6-F3DA-43A1-AA34-3CA890B68B85}" presName="compNode" presStyleCnt="0"/>
      <dgm:spPr/>
    </dgm:pt>
    <dgm:pt modelId="{244AE6C2-7CEB-4480-B133-5F8325BF2106}" type="pres">
      <dgm:prSet presAssocID="{05F496C6-F3DA-43A1-AA34-3CA890B68B85}" presName="bgRect" presStyleLbl="bgShp" presStyleIdx="0" presStyleCnt="3"/>
      <dgm:spPr/>
    </dgm:pt>
    <dgm:pt modelId="{2AF0BC16-EC80-43F9-951F-B11BA6745972}" type="pres">
      <dgm:prSet presAssocID="{05F496C6-F3DA-43A1-AA34-3CA890B68B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916C344-0086-4E9C-B98E-D556FB921C24}" type="pres">
      <dgm:prSet presAssocID="{05F496C6-F3DA-43A1-AA34-3CA890B68B85}" presName="spaceRect" presStyleCnt="0"/>
      <dgm:spPr/>
    </dgm:pt>
    <dgm:pt modelId="{C02E7554-640A-4D20-A2D1-1B6BA914F17C}" type="pres">
      <dgm:prSet presAssocID="{05F496C6-F3DA-43A1-AA34-3CA890B68B85}" presName="parTx" presStyleLbl="revTx" presStyleIdx="0" presStyleCnt="3">
        <dgm:presLayoutVars>
          <dgm:chMax val="0"/>
          <dgm:chPref val="0"/>
        </dgm:presLayoutVars>
      </dgm:prSet>
      <dgm:spPr/>
    </dgm:pt>
    <dgm:pt modelId="{8E8457E6-0CD3-4EFD-BA1E-0770BB39D3BE}" type="pres">
      <dgm:prSet presAssocID="{26659B25-E9F9-4E85-9620-A1D8C0BB61E3}" presName="sibTrans" presStyleCnt="0"/>
      <dgm:spPr/>
    </dgm:pt>
    <dgm:pt modelId="{0ACF6695-FD49-47C5-98CD-3274E096AD6D}" type="pres">
      <dgm:prSet presAssocID="{CF96B54B-0974-4531-949A-405612133F33}" presName="compNode" presStyleCnt="0"/>
      <dgm:spPr/>
    </dgm:pt>
    <dgm:pt modelId="{D35AF178-205F-493E-BC5A-5C4307C45E87}" type="pres">
      <dgm:prSet presAssocID="{CF96B54B-0974-4531-949A-405612133F33}" presName="bgRect" presStyleLbl="bgShp" presStyleIdx="1" presStyleCnt="3"/>
      <dgm:spPr/>
    </dgm:pt>
    <dgm:pt modelId="{4A48E4BA-38A7-443F-8CAC-EB6A62EAB013}" type="pres">
      <dgm:prSet presAssocID="{CF96B54B-0974-4531-949A-405612133F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52603F6-5F51-429F-A939-E724DECB10AC}" type="pres">
      <dgm:prSet presAssocID="{CF96B54B-0974-4531-949A-405612133F33}" presName="spaceRect" presStyleCnt="0"/>
      <dgm:spPr/>
    </dgm:pt>
    <dgm:pt modelId="{127E0A30-7F48-428D-9326-AF553157E204}" type="pres">
      <dgm:prSet presAssocID="{CF96B54B-0974-4531-949A-405612133F33}" presName="parTx" presStyleLbl="revTx" presStyleIdx="1" presStyleCnt="3">
        <dgm:presLayoutVars>
          <dgm:chMax val="0"/>
          <dgm:chPref val="0"/>
        </dgm:presLayoutVars>
      </dgm:prSet>
      <dgm:spPr/>
    </dgm:pt>
    <dgm:pt modelId="{71688CB1-CA8A-4A6E-A40B-850A9B677543}" type="pres">
      <dgm:prSet presAssocID="{9EC3D25D-5F8A-499F-B6DA-7FF081AA659A}" presName="sibTrans" presStyleCnt="0"/>
      <dgm:spPr/>
    </dgm:pt>
    <dgm:pt modelId="{2BF30CF4-143A-4FA5-89C9-DAA93942236C}" type="pres">
      <dgm:prSet presAssocID="{422B14A8-3E6C-4C27-A6B2-25D77035B50E}" presName="compNode" presStyleCnt="0"/>
      <dgm:spPr/>
    </dgm:pt>
    <dgm:pt modelId="{E120599F-22CC-412C-85C0-5DE2E65D429A}" type="pres">
      <dgm:prSet presAssocID="{422B14A8-3E6C-4C27-A6B2-25D77035B50E}" presName="bgRect" presStyleLbl="bgShp" presStyleIdx="2" presStyleCnt="3"/>
      <dgm:spPr/>
    </dgm:pt>
    <dgm:pt modelId="{763B0807-D894-4A13-AAD3-D9C2FA337960}" type="pres">
      <dgm:prSet presAssocID="{422B14A8-3E6C-4C27-A6B2-25D77035B5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A3771B55-CAAB-4301-B941-2F40154C6827}" type="pres">
      <dgm:prSet presAssocID="{422B14A8-3E6C-4C27-A6B2-25D77035B50E}" presName="spaceRect" presStyleCnt="0"/>
      <dgm:spPr/>
    </dgm:pt>
    <dgm:pt modelId="{014DA593-F5DA-48E2-8729-64D9A547A1B7}" type="pres">
      <dgm:prSet presAssocID="{422B14A8-3E6C-4C27-A6B2-25D77035B50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2991403-531B-44DE-9008-9FA90271F0CB}" type="presOf" srcId="{04293B79-F02B-40BA-B5F7-0C1002573807}" destId="{6324ADB8-35B2-492A-BF38-36C1FF34C1C9}" srcOrd="0" destOrd="0" presId="urn:microsoft.com/office/officeart/2018/2/layout/IconVerticalSolidList"/>
    <dgm:cxn modelId="{87D3DF3A-F27A-452F-9EB8-2B3DED265E0C}" type="presOf" srcId="{422B14A8-3E6C-4C27-A6B2-25D77035B50E}" destId="{014DA593-F5DA-48E2-8729-64D9A547A1B7}" srcOrd="0" destOrd="0" presId="urn:microsoft.com/office/officeart/2018/2/layout/IconVerticalSolidList"/>
    <dgm:cxn modelId="{EBE9B346-84B9-41A7-8978-72B85DB4102D}" type="presOf" srcId="{CF96B54B-0974-4531-949A-405612133F33}" destId="{127E0A30-7F48-428D-9326-AF553157E204}" srcOrd="0" destOrd="0" presId="urn:microsoft.com/office/officeart/2018/2/layout/IconVerticalSolidList"/>
    <dgm:cxn modelId="{641C5987-5016-4224-A802-9685F2BE0B07}" srcId="{04293B79-F02B-40BA-B5F7-0C1002573807}" destId="{05F496C6-F3DA-43A1-AA34-3CA890B68B85}" srcOrd="0" destOrd="0" parTransId="{93FC48EF-F64B-4F07-9CAB-5A4FCF1509B9}" sibTransId="{26659B25-E9F9-4E85-9620-A1D8C0BB61E3}"/>
    <dgm:cxn modelId="{7965F1C0-288B-442F-A646-CF909512527C}" srcId="{04293B79-F02B-40BA-B5F7-0C1002573807}" destId="{422B14A8-3E6C-4C27-A6B2-25D77035B50E}" srcOrd="2" destOrd="0" parTransId="{231F610E-9D40-4133-AA87-124AB9C0724B}" sibTransId="{22C7B22F-E05E-4D2E-8B80-C05133F197E0}"/>
    <dgm:cxn modelId="{7D420AD3-689F-4106-A8EC-C9617FC79516}" srcId="{04293B79-F02B-40BA-B5F7-0C1002573807}" destId="{CF96B54B-0974-4531-949A-405612133F33}" srcOrd="1" destOrd="0" parTransId="{52E3054C-9ADB-483D-BC60-EC89E7EDDBC1}" sibTransId="{9EC3D25D-5F8A-499F-B6DA-7FF081AA659A}"/>
    <dgm:cxn modelId="{6CDFECF5-BB96-4D78-AB49-06B93D7B2C92}" type="presOf" srcId="{05F496C6-F3DA-43A1-AA34-3CA890B68B85}" destId="{C02E7554-640A-4D20-A2D1-1B6BA914F17C}" srcOrd="0" destOrd="0" presId="urn:microsoft.com/office/officeart/2018/2/layout/IconVerticalSolidList"/>
    <dgm:cxn modelId="{6F9D9A7B-EE30-4081-8A8E-427E18ECC90E}" type="presParOf" srcId="{6324ADB8-35B2-492A-BF38-36C1FF34C1C9}" destId="{AB6EC2AA-6B50-493A-96EE-9E296A8F5BD9}" srcOrd="0" destOrd="0" presId="urn:microsoft.com/office/officeart/2018/2/layout/IconVerticalSolidList"/>
    <dgm:cxn modelId="{B6C44E13-1EFF-4C20-B4DE-F9101D834C65}" type="presParOf" srcId="{AB6EC2AA-6B50-493A-96EE-9E296A8F5BD9}" destId="{244AE6C2-7CEB-4480-B133-5F8325BF2106}" srcOrd="0" destOrd="0" presId="urn:microsoft.com/office/officeart/2018/2/layout/IconVerticalSolidList"/>
    <dgm:cxn modelId="{78C14D34-A7FC-4536-865B-84C60E14DB0E}" type="presParOf" srcId="{AB6EC2AA-6B50-493A-96EE-9E296A8F5BD9}" destId="{2AF0BC16-EC80-43F9-951F-B11BA6745972}" srcOrd="1" destOrd="0" presId="urn:microsoft.com/office/officeart/2018/2/layout/IconVerticalSolidList"/>
    <dgm:cxn modelId="{02F7A31C-9353-4DA3-8B43-8D88210D3E7F}" type="presParOf" srcId="{AB6EC2AA-6B50-493A-96EE-9E296A8F5BD9}" destId="{5916C344-0086-4E9C-B98E-D556FB921C24}" srcOrd="2" destOrd="0" presId="urn:microsoft.com/office/officeart/2018/2/layout/IconVerticalSolidList"/>
    <dgm:cxn modelId="{D9AE2AA1-02E7-4D2F-81B4-3B1B7FFEC3E7}" type="presParOf" srcId="{AB6EC2AA-6B50-493A-96EE-9E296A8F5BD9}" destId="{C02E7554-640A-4D20-A2D1-1B6BA914F17C}" srcOrd="3" destOrd="0" presId="urn:microsoft.com/office/officeart/2018/2/layout/IconVerticalSolidList"/>
    <dgm:cxn modelId="{4D9082EE-5E1B-4C6E-8A26-C7E4232A71DA}" type="presParOf" srcId="{6324ADB8-35B2-492A-BF38-36C1FF34C1C9}" destId="{8E8457E6-0CD3-4EFD-BA1E-0770BB39D3BE}" srcOrd="1" destOrd="0" presId="urn:microsoft.com/office/officeart/2018/2/layout/IconVerticalSolidList"/>
    <dgm:cxn modelId="{69586F88-C080-4880-A63D-DE96282E3BE9}" type="presParOf" srcId="{6324ADB8-35B2-492A-BF38-36C1FF34C1C9}" destId="{0ACF6695-FD49-47C5-98CD-3274E096AD6D}" srcOrd="2" destOrd="0" presId="urn:microsoft.com/office/officeart/2018/2/layout/IconVerticalSolidList"/>
    <dgm:cxn modelId="{9CBA15F8-F54C-4170-9B03-26F8566452EC}" type="presParOf" srcId="{0ACF6695-FD49-47C5-98CD-3274E096AD6D}" destId="{D35AF178-205F-493E-BC5A-5C4307C45E87}" srcOrd="0" destOrd="0" presId="urn:microsoft.com/office/officeart/2018/2/layout/IconVerticalSolidList"/>
    <dgm:cxn modelId="{B0512A67-E10F-419B-968F-B09C6EC5607C}" type="presParOf" srcId="{0ACF6695-FD49-47C5-98CD-3274E096AD6D}" destId="{4A48E4BA-38A7-443F-8CAC-EB6A62EAB013}" srcOrd="1" destOrd="0" presId="urn:microsoft.com/office/officeart/2018/2/layout/IconVerticalSolidList"/>
    <dgm:cxn modelId="{A10CFDD5-BA5E-46E5-8189-697326414284}" type="presParOf" srcId="{0ACF6695-FD49-47C5-98CD-3274E096AD6D}" destId="{E52603F6-5F51-429F-A939-E724DECB10AC}" srcOrd="2" destOrd="0" presId="urn:microsoft.com/office/officeart/2018/2/layout/IconVerticalSolidList"/>
    <dgm:cxn modelId="{AC18C9C1-8EF7-4AAE-94D9-E05D853DE485}" type="presParOf" srcId="{0ACF6695-FD49-47C5-98CD-3274E096AD6D}" destId="{127E0A30-7F48-428D-9326-AF553157E204}" srcOrd="3" destOrd="0" presId="urn:microsoft.com/office/officeart/2018/2/layout/IconVerticalSolidList"/>
    <dgm:cxn modelId="{DBB99402-51F9-4C58-82B3-0646104810C6}" type="presParOf" srcId="{6324ADB8-35B2-492A-BF38-36C1FF34C1C9}" destId="{71688CB1-CA8A-4A6E-A40B-850A9B677543}" srcOrd="3" destOrd="0" presId="urn:microsoft.com/office/officeart/2018/2/layout/IconVerticalSolidList"/>
    <dgm:cxn modelId="{CF20D448-3704-4E6B-8C41-8A2B80277A49}" type="presParOf" srcId="{6324ADB8-35B2-492A-BF38-36C1FF34C1C9}" destId="{2BF30CF4-143A-4FA5-89C9-DAA93942236C}" srcOrd="4" destOrd="0" presId="urn:microsoft.com/office/officeart/2018/2/layout/IconVerticalSolidList"/>
    <dgm:cxn modelId="{86EB12CE-A983-4DC6-B207-7C65E4F60566}" type="presParOf" srcId="{2BF30CF4-143A-4FA5-89C9-DAA93942236C}" destId="{E120599F-22CC-412C-85C0-5DE2E65D429A}" srcOrd="0" destOrd="0" presId="urn:microsoft.com/office/officeart/2018/2/layout/IconVerticalSolidList"/>
    <dgm:cxn modelId="{2CA1EB1D-FDD5-48B2-808E-CDBCCCF6FBBB}" type="presParOf" srcId="{2BF30CF4-143A-4FA5-89C9-DAA93942236C}" destId="{763B0807-D894-4A13-AAD3-D9C2FA337960}" srcOrd="1" destOrd="0" presId="urn:microsoft.com/office/officeart/2018/2/layout/IconVerticalSolidList"/>
    <dgm:cxn modelId="{9B60B69B-2597-4831-9DB5-6ED74069D119}" type="presParOf" srcId="{2BF30CF4-143A-4FA5-89C9-DAA93942236C}" destId="{A3771B55-CAAB-4301-B941-2F40154C6827}" srcOrd="2" destOrd="0" presId="urn:microsoft.com/office/officeart/2018/2/layout/IconVerticalSolidList"/>
    <dgm:cxn modelId="{84428AD4-D8DE-430B-9118-6D9FC60675A1}" type="presParOf" srcId="{2BF30CF4-143A-4FA5-89C9-DAA93942236C}" destId="{014DA593-F5DA-48E2-8729-64D9A547A1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AEC40E-F78A-421E-940A-EA974148C6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124FB1-459E-4357-AC04-317E1952BE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Infrastructural limitations: internet, power, and hardware issues. </a:t>
          </a:r>
        </a:p>
      </dgm:t>
    </dgm:pt>
    <dgm:pt modelId="{4DC2B610-C708-4394-90A9-031F5DFA10A1}" type="parTrans" cxnId="{D20C48BF-4790-4FE6-AA24-CB782FC67A8B}">
      <dgm:prSet/>
      <dgm:spPr/>
      <dgm:t>
        <a:bodyPr/>
        <a:lstStyle/>
        <a:p>
          <a:endParaRPr lang="en-US" sz="2400"/>
        </a:p>
      </dgm:t>
    </dgm:pt>
    <dgm:pt modelId="{53BACA40-EF24-4833-BB5A-C5758FC1E666}" type="sibTrans" cxnId="{D20C48BF-4790-4FE6-AA24-CB782FC67A8B}">
      <dgm:prSet/>
      <dgm:spPr/>
      <dgm:t>
        <a:bodyPr/>
        <a:lstStyle/>
        <a:p>
          <a:endParaRPr lang="en-US" sz="2400"/>
        </a:p>
      </dgm:t>
    </dgm:pt>
    <dgm:pt modelId="{41EB0F36-98C8-4963-8160-E66DD58FD7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Fragmented data systems with poor interoperability. </a:t>
          </a:r>
        </a:p>
      </dgm:t>
    </dgm:pt>
    <dgm:pt modelId="{841E1E8E-296F-4B66-A30A-5F51E7D2ED88}" type="parTrans" cxnId="{7F5D6BC3-FF55-4652-BC1F-411459FAE7D2}">
      <dgm:prSet/>
      <dgm:spPr/>
      <dgm:t>
        <a:bodyPr/>
        <a:lstStyle/>
        <a:p>
          <a:endParaRPr lang="en-US" sz="2400"/>
        </a:p>
      </dgm:t>
    </dgm:pt>
    <dgm:pt modelId="{8D9D5DD1-0674-4642-B37B-44AA27FE172C}" type="sibTrans" cxnId="{7F5D6BC3-FF55-4652-BC1F-411459FAE7D2}">
      <dgm:prSet/>
      <dgm:spPr/>
      <dgm:t>
        <a:bodyPr/>
        <a:lstStyle/>
        <a:p>
          <a:endParaRPr lang="en-US" sz="2400"/>
        </a:p>
      </dgm:t>
    </dgm:pt>
    <dgm:pt modelId="{EFEA0F9F-043A-44D5-93CD-7BCF94611F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Sustainability </a:t>
          </a:r>
          <a:r>
            <a:rPr lang="en-US" sz="2800" dirty="0"/>
            <a:t>concerns and reliance on donor-funded platforms.</a:t>
          </a:r>
        </a:p>
      </dgm:t>
    </dgm:pt>
    <dgm:pt modelId="{3F050FD9-0870-455D-B165-53468BDE0952}" type="parTrans" cxnId="{6E2B729E-D4D3-45AD-AC42-CE9A64BD455F}">
      <dgm:prSet/>
      <dgm:spPr/>
      <dgm:t>
        <a:bodyPr/>
        <a:lstStyle/>
        <a:p>
          <a:endParaRPr lang="en-US" sz="2400"/>
        </a:p>
      </dgm:t>
    </dgm:pt>
    <dgm:pt modelId="{1E4A1DB9-DFDA-4DF7-AB0F-D6D431677EE0}" type="sibTrans" cxnId="{6E2B729E-D4D3-45AD-AC42-CE9A64BD455F}">
      <dgm:prSet/>
      <dgm:spPr/>
      <dgm:t>
        <a:bodyPr/>
        <a:lstStyle/>
        <a:p>
          <a:endParaRPr lang="en-US" sz="2400"/>
        </a:p>
      </dgm:t>
    </dgm:pt>
    <dgm:pt modelId="{0B144021-2F99-40E9-B0D4-A8E457D357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Lack of trained personnel for managing digital systems.</a:t>
          </a:r>
        </a:p>
      </dgm:t>
    </dgm:pt>
    <dgm:pt modelId="{E4A3FF68-5C38-471A-81BF-1A947CBDB817}" type="parTrans" cxnId="{4BACEB78-1FF5-4154-B01C-24A895490159}">
      <dgm:prSet/>
      <dgm:spPr/>
      <dgm:t>
        <a:bodyPr/>
        <a:lstStyle/>
        <a:p>
          <a:endParaRPr lang="en-US" sz="2400"/>
        </a:p>
      </dgm:t>
    </dgm:pt>
    <dgm:pt modelId="{1484EE54-64FA-4784-8C0A-281C7DDC84CE}" type="sibTrans" cxnId="{4BACEB78-1FF5-4154-B01C-24A895490159}">
      <dgm:prSet/>
      <dgm:spPr/>
      <dgm:t>
        <a:bodyPr/>
        <a:lstStyle/>
        <a:p>
          <a:endParaRPr lang="en-US" sz="2400"/>
        </a:p>
      </dgm:t>
    </dgm:pt>
    <dgm:pt modelId="{79466F16-F65E-47F2-A117-3F0ED3C001F1}" type="pres">
      <dgm:prSet presAssocID="{B3AEC40E-F78A-421E-940A-EA974148C685}" presName="root" presStyleCnt="0">
        <dgm:presLayoutVars>
          <dgm:dir/>
          <dgm:resizeHandles val="exact"/>
        </dgm:presLayoutVars>
      </dgm:prSet>
      <dgm:spPr/>
    </dgm:pt>
    <dgm:pt modelId="{708AE7A3-25A7-4F84-948E-095FA0D46DB8}" type="pres">
      <dgm:prSet presAssocID="{A0124FB1-459E-4357-AC04-317E1952BEB9}" presName="compNode" presStyleCnt="0"/>
      <dgm:spPr/>
    </dgm:pt>
    <dgm:pt modelId="{85321D10-F346-484F-A14C-E253EDF656CC}" type="pres">
      <dgm:prSet presAssocID="{A0124FB1-459E-4357-AC04-317E1952BEB9}" presName="bgRect" presStyleLbl="bgShp" presStyleIdx="0" presStyleCnt="4"/>
      <dgm:spPr/>
    </dgm:pt>
    <dgm:pt modelId="{84989664-8359-42B9-AB0E-66C978C6F038}" type="pres">
      <dgm:prSet presAssocID="{A0124FB1-459E-4357-AC04-317E1952BE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F789CB7-6D01-45DF-8E46-B6575D13CF6F}" type="pres">
      <dgm:prSet presAssocID="{A0124FB1-459E-4357-AC04-317E1952BEB9}" presName="spaceRect" presStyleCnt="0"/>
      <dgm:spPr/>
    </dgm:pt>
    <dgm:pt modelId="{B45E420A-EA56-4DC6-964E-64E5F82AE9DD}" type="pres">
      <dgm:prSet presAssocID="{A0124FB1-459E-4357-AC04-317E1952BEB9}" presName="parTx" presStyleLbl="revTx" presStyleIdx="0" presStyleCnt="4">
        <dgm:presLayoutVars>
          <dgm:chMax val="0"/>
          <dgm:chPref val="0"/>
        </dgm:presLayoutVars>
      </dgm:prSet>
      <dgm:spPr/>
    </dgm:pt>
    <dgm:pt modelId="{A7BA22A7-20A6-4109-91F6-8D73AA6CC6C1}" type="pres">
      <dgm:prSet presAssocID="{53BACA40-EF24-4833-BB5A-C5758FC1E666}" presName="sibTrans" presStyleCnt="0"/>
      <dgm:spPr/>
    </dgm:pt>
    <dgm:pt modelId="{1B97024E-2E5D-4D43-AAA1-5380A36A07A1}" type="pres">
      <dgm:prSet presAssocID="{0B144021-2F99-40E9-B0D4-A8E457D357D8}" presName="compNode" presStyleCnt="0"/>
      <dgm:spPr/>
    </dgm:pt>
    <dgm:pt modelId="{8EE5E73B-59D9-4390-85AD-88BD1DA57520}" type="pres">
      <dgm:prSet presAssocID="{0B144021-2F99-40E9-B0D4-A8E457D357D8}" presName="bgRect" presStyleLbl="bgShp" presStyleIdx="1" presStyleCnt="4"/>
      <dgm:spPr/>
    </dgm:pt>
    <dgm:pt modelId="{624B3EE6-B050-47CF-BAC7-238553965F71}" type="pres">
      <dgm:prSet presAssocID="{0B144021-2F99-40E9-B0D4-A8E457D357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CB30F07-911E-49C9-8CFE-A927FF3F15CD}" type="pres">
      <dgm:prSet presAssocID="{0B144021-2F99-40E9-B0D4-A8E457D357D8}" presName="spaceRect" presStyleCnt="0"/>
      <dgm:spPr/>
    </dgm:pt>
    <dgm:pt modelId="{76D661DC-D96A-4833-B601-B732C068D488}" type="pres">
      <dgm:prSet presAssocID="{0B144021-2F99-40E9-B0D4-A8E457D357D8}" presName="parTx" presStyleLbl="revTx" presStyleIdx="1" presStyleCnt="4">
        <dgm:presLayoutVars>
          <dgm:chMax val="0"/>
          <dgm:chPref val="0"/>
        </dgm:presLayoutVars>
      </dgm:prSet>
      <dgm:spPr/>
    </dgm:pt>
    <dgm:pt modelId="{7D532859-AAF1-4520-BDD7-C2DFD7CB3E22}" type="pres">
      <dgm:prSet presAssocID="{1484EE54-64FA-4784-8C0A-281C7DDC84CE}" presName="sibTrans" presStyleCnt="0"/>
      <dgm:spPr/>
    </dgm:pt>
    <dgm:pt modelId="{13FCFF74-8B5E-4393-B3D6-3E8A103D8393}" type="pres">
      <dgm:prSet presAssocID="{41EB0F36-98C8-4963-8160-E66DD58FD7C5}" presName="compNode" presStyleCnt="0"/>
      <dgm:spPr/>
    </dgm:pt>
    <dgm:pt modelId="{BB746905-D83D-47A7-B290-8C2351E94585}" type="pres">
      <dgm:prSet presAssocID="{41EB0F36-98C8-4963-8160-E66DD58FD7C5}" presName="bgRect" presStyleLbl="bgShp" presStyleIdx="2" presStyleCnt="4"/>
      <dgm:spPr/>
    </dgm:pt>
    <dgm:pt modelId="{3FC89361-D0D9-41DC-9B5E-7D1F48535C85}" type="pres">
      <dgm:prSet presAssocID="{41EB0F36-98C8-4963-8160-E66DD58FD7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287A713-CBF4-4199-A8CC-221FACC65899}" type="pres">
      <dgm:prSet presAssocID="{41EB0F36-98C8-4963-8160-E66DD58FD7C5}" presName="spaceRect" presStyleCnt="0"/>
      <dgm:spPr/>
    </dgm:pt>
    <dgm:pt modelId="{E827DDF1-02EB-4698-9E8A-7CF92D261EC9}" type="pres">
      <dgm:prSet presAssocID="{41EB0F36-98C8-4963-8160-E66DD58FD7C5}" presName="parTx" presStyleLbl="revTx" presStyleIdx="2" presStyleCnt="4">
        <dgm:presLayoutVars>
          <dgm:chMax val="0"/>
          <dgm:chPref val="0"/>
        </dgm:presLayoutVars>
      </dgm:prSet>
      <dgm:spPr/>
    </dgm:pt>
    <dgm:pt modelId="{B690DF99-8444-445B-9E38-58C81821B79C}" type="pres">
      <dgm:prSet presAssocID="{8D9D5DD1-0674-4642-B37B-44AA27FE172C}" presName="sibTrans" presStyleCnt="0"/>
      <dgm:spPr/>
    </dgm:pt>
    <dgm:pt modelId="{190CC9C0-737C-4316-A415-EAAF5DCEF4B9}" type="pres">
      <dgm:prSet presAssocID="{EFEA0F9F-043A-44D5-93CD-7BCF94611FDE}" presName="compNode" presStyleCnt="0"/>
      <dgm:spPr/>
    </dgm:pt>
    <dgm:pt modelId="{533B21E0-AC0F-4F60-9501-060D1D352887}" type="pres">
      <dgm:prSet presAssocID="{EFEA0F9F-043A-44D5-93CD-7BCF94611FDE}" presName="bgRect" presStyleLbl="bgShp" presStyleIdx="3" presStyleCnt="4"/>
      <dgm:spPr/>
    </dgm:pt>
    <dgm:pt modelId="{15F8C67F-3926-4654-9A5E-4C3F687F4D07}" type="pres">
      <dgm:prSet presAssocID="{EFEA0F9F-043A-44D5-93CD-7BCF94611F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08617E3-AE35-418C-90A7-126B85FA1FE8}" type="pres">
      <dgm:prSet presAssocID="{EFEA0F9F-043A-44D5-93CD-7BCF94611FDE}" presName="spaceRect" presStyleCnt="0"/>
      <dgm:spPr/>
    </dgm:pt>
    <dgm:pt modelId="{E074DD90-A09C-4ACA-9550-4E4975CAC2AF}" type="pres">
      <dgm:prSet presAssocID="{EFEA0F9F-043A-44D5-93CD-7BCF94611F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1F7125-9981-4358-A135-1CDCD8C1100D}" type="presOf" srcId="{EFEA0F9F-043A-44D5-93CD-7BCF94611FDE}" destId="{E074DD90-A09C-4ACA-9550-4E4975CAC2AF}" srcOrd="0" destOrd="0" presId="urn:microsoft.com/office/officeart/2018/2/layout/IconVerticalSolidList"/>
    <dgm:cxn modelId="{4BACEB78-1FF5-4154-B01C-24A895490159}" srcId="{B3AEC40E-F78A-421E-940A-EA974148C685}" destId="{0B144021-2F99-40E9-B0D4-A8E457D357D8}" srcOrd="1" destOrd="0" parTransId="{E4A3FF68-5C38-471A-81BF-1A947CBDB817}" sibTransId="{1484EE54-64FA-4784-8C0A-281C7DDC84CE}"/>
    <dgm:cxn modelId="{96A0755A-57E8-4C71-90D1-03E7F605F907}" type="presOf" srcId="{A0124FB1-459E-4357-AC04-317E1952BEB9}" destId="{B45E420A-EA56-4DC6-964E-64E5F82AE9DD}" srcOrd="0" destOrd="0" presId="urn:microsoft.com/office/officeart/2018/2/layout/IconVerticalSolidList"/>
    <dgm:cxn modelId="{B970C297-17AB-4DE0-B36E-7203C31494C5}" type="presOf" srcId="{0B144021-2F99-40E9-B0D4-A8E457D357D8}" destId="{76D661DC-D96A-4833-B601-B732C068D488}" srcOrd="0" destOrd="0" presId="urn:microsoft.com/office/officeart/2018/2/layout/IconVerticalSolidList"/>
    <dgm:cxn modelId="{6E2B729E-D4D3-45AD-AC42-CE9A64BD455F}" srcId="{B3AEC40E-F78A-421E-940A-EA974148C685}" destId="{EFEA0F9F-043A-44D5-93CD-7BCF94611FDE}" srcOrd="3" destOrd="0" parTransId="{3F050FD9-0870-455D-B165-53468BDE0952}" sibTransId="{1E4A1DB9-DFDA-4DF7-AB0F-D6D431677EE0}"/>
    <dgm:cxn modelId="{A034EAA9-8730-4637-A261-98CEEADCC06C}" type="presOf" srcId="{B3AEC40E-F78A-421E-940A-EA974148C685}" destId="{79466F16-F65E-47F2-A117-3F0ED3C001F1}" srcOrd="0" destOrd="0" presId="urn:microsoft.com/office/officeart/2018/2/layout/IconVerticalSolidList"/>
    <dgm:cxn modelId="{D20C48BF-4790-4FE6-AA24-CB782FC67A8B}" srcId="{B3AEC40E-F78A-421E-940A-EA974148C685}" destId="{A0124FB1-459E-4357-AC04-317E1952BEB9}" srcOrd="0" destOrd="0" parTransId="{4DC2B610-C708-4394-90A9-031F5DFA10A1}" sibTransId="{53BACA40-EF24-4833-BB5A-C5758FC1E666}"/>
    <dgm:cxn modelId="{7F5D6BC3-FF55-4652-BC1F-411459FAE7D2}" srcId="{B3AEC40E-F78A-421E-940A-EA974148C685}" destId="{41EB0F36-98C8-4963-8160-E66DD58FD7C5}" srcOrd="2" destOrd="0" parTransId="{841E1E8E-296F-4B66-A30A-5F51E7D2ED88}" sibTransId="{8D9D5DD1-0674-4642-B37B-44AA27FE172C}"/>
    <dgm:cxn modelId="{1C9595EC-5CD1-415E-B97B-7AA714FB84C3}" type="presOf" srcId="{41EB0F36-98C8-4963-8160-E66DD58FD7C5}" destId="{E827DDF1-02EB-4698-9E8A-7CF92D261EC9}" srcOrd="0" destOrd="0" presId="urn:microsoft.com/office/officeart/2018/2/layout/IconVerticalSolidList"/>
    <dgm:cxn modelId="{529D79AC-4858-48F0-BC36-BCDF289BD589}" type="presParOf" srcId="{79466F16-F65E-47F2-A117-3F0ED3C001F1}" destId="{708AE7A3-25A7-4F84-948E-095FA0D46DB8}" srcOrd="0" destOrd="0" presId="urn:microsoft.com/office/officeart/2018/2/layout/IconVerticalSolidList"/>
    <dgm:cxn modelId="{0ED13698-64B0-426A-9859-57118E2EA468}" type="presParOf" srcId="{708AE7A3-25A7-4F84-948E-095FA0D46DB8}" destId="{85321D10-F346-484F-A14C-E253EDF656CC}" srcOrd="0" destOrd="0" presId="urn:microsoft.com/office/officeart/2018/2/layout/IconVerticalSolidList"/>
    <dgm:cxn modelId="{B51AD741-C344-44EF-B6E5-F785C4E46A7C}" type="presParOf" srcId="{708AE7A3-25A7-4F84-948E-095FA0D46DB8}" destId="{84989664-8359-42B9-AB0E-66C978C6F038}" srcOrd="1" destOrd="0" presId="urn:microsoft.com/office/officeart/2018/2/layout/IconVerticalSolidList"/>
    <dgm:cxn modelId="{A9002EF1-D62B-4928-A7F7-61575940F5A3}" type="presParOf" srcId="{708AE7A3-25A7-4F84-948E-095FA0D46DB8}" destId="{0F789CB7-6D01-45DF-8E46-B6575D13CF6F}" srcOrd="2" destOrd="0" presId="urn:microsoft.com/office/officeart/2018/2/layout/IconVerticalSolidList"/>
    <dgm:cxn modelId="{3DCAA5B3-3836-4B58-80DB-540201EAA333}" type="presParOf" srcId="{708AE7A3-25A7-4F84-948E-095FA0D46DB8}" destId="{B45E420A-EA56-4DC6-964E-64E5F82AE9DD}" srcOrd="3" destOrd="0" presId="urn:microsoft.com/office/officeart/2018/2/layout/IconVerticalSolidList"/>
    <dgm:cxn modelId="{5E4F4BF9-A860-4FFF-B0E2-FE05ACC67B84}" type="presParOf" srcId="{79466F16-F65E-47F2-A117-3F0ED3C001F1}" destId="{A7BA22A7-20A6-4109-91F6-8D73AA6CC6C1}" srcOrd="1" destOrd="0" presId="urn:microsoft.com/office/officeart/2018/2/layout/IconVerticalSolidList"/>
    <dgm:cxn modelId="{E0DF86CD-C260-4C1E-8FE4-7BD9686A13C7}" type="presParOf" srcId="{79466F16-F65E-47F2-A117-3F0ED3C001F1}" destId="{1B97024E-2E5D-4D43-AAA1-5380A36A07A1}" srcOrd="2" destOrd="0" presId="urn:microsoft.com/office/officeart/2018/2/layout/IconVerticalSolidList"/>
    <dgm:cxn modelId="{57DB493C-FC9C-4F6C-A8BE-CAFDD53A9969}" type="presParOf" srcId="{1B97024E-2E5D-4D43-AAA1-5380A36A07A1}" destId="{8EE5E73B-59D9-4390-85AD-88BD1DA57520}" srcOrd="0" destOrd="0" presId="urn:microsoft.com/office/officeart/2018/2/layout/IconVerticalSolidList"/>
    <dgm:cxn modelId="{BC0A9F24-EAF0-47D4-9BFE-3684A19B32AA}" type="presParOf" srcId="{1B97024E-2E5D-4D43-AAA1-5380A36A07A1}" destId="{624B3EE6-B050-47CF-BAC7-238553965F71}" srcOrd="1" destOrd="0" presId="urn:microsoft.com/office/officeart/2018/2/layout/IconVerticalSolidList"/>
    <dgm:cxn modelId="{5E2340E1-456F-4AE1-A734-AD950B0E133B}" type="presParOf" srcId="{1B97024E-2E5D-4D43-AAA1-5380A36A07A1}" destId="{7CB30F07-911E-49C9-8CFE-A927FF3F15CD}" srcOrd="2" destOrd="0" presId="urn:microsoft.com/office/officeart/2018/2/layout/IconVerticalSolidList"/>
    <dgm:cxn modelId="{2F71C584-D725-448E-80DE-DA6B34DDD82F}" type="presParOf" srcId="{1B97024E-2E5D-4D43-AAA1-5380A36A07A1}" destId="{76D661DC-D96A-4833-B601-B732C068D488}" srcOrd="3" destOrd="0" presId="urn:microsoft.com/office/officeart/2018/2/layout/IconVerticalSolidList"/>
    <dgm:cxn modelId="{318EAE12-A553-4AB2-887E-A41F35C51652}" type="presParOf" srcId="{79466F16-F65E-47F2-A117-3F0ED3C001F1}" destId="{7D532859-AAF1-4520-BDD7-C2DFD7CB3E22}" srcOrd="3" destOrd="0" presId="urn:microsoft.com/office/officeart/2018/2/layout/IconVerticalSolidList"/>
    <dgm:cxn modelId="{221C3480-3FB6-46EF-A912-3DDD35077F15}" type="presParOf" srcId="{79466F16-F65E-47F2-A117-3F0ED3C001F1}" destId="{13FCFF74-8B5E-4393-B3D6-3E8A103D8393}" srcOrd="4" destOrd="0" presId="urn:microsoft.com/office/officeart/2018/2/layout/IconVerticalSolidList"/>
    <dgm:cxn modelId="{D005DF4E-15EE-4ED5-8120-1D12467DC2C7}" type="presParOf" srcId="{13FCFF74-8B5E-4393-B3D6-3E8A103D8393}" destId="{BB746905-D83D-47A7-B290-8C2351E94585}" srcOrd="0" destOrd="0" presId="urn:microsoft.com/office/officeart/2018/2/layout/IconVerticalSolidList"/>
    <dgm:cxn modelId="{3791305A-5CEB-4DA1-AD37-37816E51F6A3}" type="presParOf" srcId="{13FCFF74-8B5E-4393-B3D6-3E8A103D8393}" destId="{3FC89361-D0D9-41DC-9B5E-7D1F48535C85}" srcOrd="1" destOrd="0" presId="urn:microsoft.com/office/officeart/2018/2/layout/IconVerticalSolidList"/>
    <dgm:cxn modelId="{E43F013D-6C51-4E20-90E3-233A3D027B2D}" type="presParOf" srcId="{13FCFF74-8B5E-4393-B3D6-3E8A103D8393}" destId="{F287A713-CBF4-4199-A8CC-221FACC65899}" srcOrd="2" destOrd="0" presId="urn:microsoft.com/office/officeart/2018/2/layout/IconVerticalSolidList"/>
    <dgm:cxn modelId="{2A8669BF-BF7F-4B05-B9BB-37E8C9442E84}" type="presParOf" srcId="{13FCFF74-8B5E-4393-B3D6-3E8A103D8393}" destId="{E827DDF1-02EB-4698-9E8A-7CF92D261EC9}" srcOrd="3" destOrd="0" presId="urn:microsoft.com/office/officeart/2018/2/layout/IconVerticalSolidList"/>
    <dgm:cxn modelId="{815DC109-B477-40BB-B1C4-8939277D9AEE}" type="presParOf" srcId="{79466F16-F65E-47F2-A117-3F0ED3C001F1}" destId="{B690DF99-8444-445B-9E38-58C81821B79C}" srcOrd="5" destOrd="0" presId="urn:microsoft.com/office/officeart/2018/2/layout/IconVerticalSolidList"/>
    <dgm:cxn modelId="{5642B61B-DB8E-4C20-AE65-032E940C92B6}" type="presParOf" srcId="{79466F16-F65E-47F2-A117-3F0ED3C001F1}" destId="{190CC9C0-737C-4316-A415-EAAF5DCEF4B9}" srcOrd="6" destOrd="0" presId="urn:microsoft.com/office/officeart/2018/2/layout/IconVerticalSolidList"/>
    <dgm:cxn modelId="{CA983507-B918-4276-B1C2-22713B49E7F7}" type="presParOf" srcId="{190CC9C0-737C-4316-A415-EAAF5DCEF4B9}" destId="{533B21E0-AC0F-4F60-9501-060D1D352887}" srcOrd="0" destOrd="0" presId="urn:microsoft.com/office/officeart/2018/2/layout/IconVerticalSolidList"/>
    <dgm:cxn modelId="{43B7A783-86E2-420C-892E-3B75455F660F}" type="presParOf" srcId="{190CC9C0-737C-4316-A415-EAAF5DCEF4B9}" destId="{15F8C67F-3926-4654-9A5E-4C3F687F4D07}" srcOrd="1" destOrd="0" presId="urn:microsoft.com/office/officeart/2018/2/layout/IconVerticalSolidList"/>
    <dgm:cxn modelId="{32EBD235-1B34-4DAA-ABD4-13E1EBE118A5}" type="presParOf" srcId="{190CC9C0-737C-4316-A415-EAAF5DCEF4B9}" destId="{108617E3-AE35-418C-90A7-126B85FA1FE8}" srcOrd="2" destOrd="0" presId="urn:microsoft.com/office/officeart/2018/2/layout/IconVerticalSolidList"/>
    <dgm:cxn modelId="{DAAE9722-F599-42F7-ACA0-42F6EDC01EE2}" type="presParOf" srcId="{190CC9C0-737C-4316-A415-EAAF5DCEF4B9}" destId="{E074DD90-A09C-4ACA-9550-4E4975CAC2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3ECC85-B203-4C57-A5EE-3A61AF92C787}" type="doc">
      <dgm:prSet loTypeId="urn:microsoft.com/office/officeart/2005/8/layout/vProcess5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8890D27-65FB-4DA9-88A3-6D347DDA9903}">
      <dgm:prSet custT="1"/>
      <dgm:spPr/>
      <dgm:t>
        <a:bodyPr/>
        <a:lstStyle/>
        <a:p>
          <a:r>
            <a:rPr lang="en-US" sz="3200" dirty="0"/>
            <a:t>Patient data privacy and cybersecurity risks.</a:t>
          </a:r>
        </a:p>
      </dgm:t>
    </dgm:pt>
    <dgm:pt modelId="{FC84CE08-009B-48C5-840F-744DCDE14AF5}" type="parTrans" cxnId="{5D8EA7F4-4F2B-4FDB-9083-80ED7FD41086}">
      <dgm:prSet/>
      <dgm:spPr/>
      <dgm:t>
        <a:bodyPr/>
        <a:lstStyle/>
        <a:p>
          <a:endParaRPr lang="en-US" sz="2400"/>
        </a:p>
      </dgm:t>
    </dgm:pt>
    <dgm:pt modelId="{F93A3A8F-B79E-436D-9DE9-ECF528F5C980}" type="sibTrans" cxnId="{5D8EA7F4-4F2B-4FDB-9083-80ED7FD41086}">
      <dgm:prSet custT="1"/>
      <dgm:spPr/>
      <dgm:t>
        <a:bodyPr/>
        <a:lstStyle/>
        <a:p>
          <a:endParaRPr lang="en-US" sz="3600"/>
        </a:p>
      </dgm:t>
    </dgm:pt>
    <dgm:pt modelId="{DCD6FE90-D098-443A-9601-37221C177654}">
      <dgm:prSet custT="1"/>
      <dgm:spPr/>
      <dgm:t>
        <a:bodyPr/>
        <a:lstStyle/>
        <a:p>
          <a:r>
            <a:rPr lang="en-US" sz="3200" dirty="0"/>
            <a:t>Challenges in obtaining informed consent for secondary data usage. </a:t>
          </a:r>
        </a:p>
      </dgm:t>
    </dgm:pt>
    <dgm:pt modelId="{FF17738F-F98B-4342-BC59-4C9F3E7B5F3E}" type="parTrans" cxnId="{BB8A0AA4-DD6B-485B-A34C-0A565414F268}">
      <dgm:prSet/>
      <dgm:spPr/>
      <dgm:t>
        <a:bodyPr/>
        <a:lstStyle/>
        <a:p>
          <a:endParaRPr lang="en-US" sz="2400"/>
        </a:p>
      </dgm:t>
    </dgm:pt>
    <dgm:pt modelId="{794BFFBC-2441-41E5-8D91-8667C17AB2E8}" type="sibTrans" cxnId="{BB8A0AA4-DD6B-485B-A34C-0A565414F268}">
      <dgm:prSet custT="1"/>
      <dgm:spPr/>
      <dgm:t>
        <a:bodyPr/>
        <a:lstStyle/>
        <a:p>
          <a:endParaRPr lang="en-US" sz="3600"/>
        </a:p>
      </dgm:t>
    </dgm:pt>
    <dgm:pt modelId="{1DA06E97-6929-4821-9CFD-013DFB8D4454}">
      <dgm:prSet custT="1"/>
      <dgm:spPr/>
      <dgm:t>
        <a:bodyPr/>
        <a:lstStyle/>
        <a:p>
          <a:r>
            <a:rPr lang="en-US" sz="3200"/>
            <a:t>Regulatory frameworks often lag behind technology adoption.</a:t>
          </a:r>
        </a:p>
      </dgm:t>
    </dgm:pt>
    <dgm:pt modelId="{18B54602-A3F4-414D-AAD2-0BF9A1F03D19}" type="parTrans" cxnId="{04D50C08-7290-40AF-8CB1-5CB907AC08CB}">
      <dgm:prSet/>
      <dgm:spPr/>
      <dgm:t>
        <a:bodyPr/>
        <a:lstStyle/>
        <a:p>
          <a:endParaRPr lang="en-US" sz="2400"/>
        </a:p>
      </dgm:t>
    </dgm:pt>
    <dgm:pt modelId="{0D8F067C-AF67-4010-ACEE-D6644D4A410A}" type="sibTrans" cxnId="{04D50C08-7290-40AF-8CB1-5CB907AC08CB}">
      <dgm:prSet/>
      <dgm:spPr/>
      <dgm:t>
        <a:bodyPr/>
        <a:lstStyle/>
        <a:p>
          <a:endParaRPr lang="en-US" sz="2400"/>
        </a:p>
      </dgm:t>
    </dgm:pt>
    <dgm:pt modelId="{6953D69A-A4CC-4993-AF9B-AA25B1E83FCB}">
      <dgm:prSet custT="1"/>
      <dgm:spPr/>
      <dgm:t>
        <a:bodyPr/>
        <a:lstStyle/>
        <a:p>
          <a:r>
            <a:rPr lang="en-US" sz="3200"/>
            <a:t>Bias in AI models affecting decision fairness.</a:t>
          </a:r>
        </a:p>
      </dgm:t>
    </dgm:pt>
    <dgm:pt modelId="{203AB742-F393-4C58-BA79-C6103673D682}" type="parTrans" cxnId="{E50A7C1C-EDE9-4A75-B94B-16C0BB048B49}">
      <dgm:prSet/>
      <dgm:spPr/>
      <dgm:t>
        <a:bodyPr/>
        <a:lstStyle/>
        <a:p>
          <a:endParaRPr lang="en-US" sz="2400"/>
        </a:p>
      </dgm:t>
    </dgm:pt>
    <dgm:pt modelId="{72A729D0-0EAD-428B-9704-BE7ACA4F72CF}" type="sibTrans" cxnId="{E50A7C1C-EDE9-4A75-B94B-16C0BB048B49}">
      <dgm:prSet custT="1"/>
      <dgm:spPr/>
      <dgm:t>
        <a:bodyPr/>
        <a:lstStyle/>
        <a:p>
          <a:endParaRPr lang="en-US" sz="3600"/>
        </a:p>
      </dgm:t>
    </dgm:pt>
    <dgm:pt modelId="{F5747FF1-7053-4FD3-8B4A-C71886A55C46}" type="pres">
      <dgm:prSet presAssocID="{D23ECC85-B203-4C57-A5EE-3A61AF92C787}" presName="outerComposite" presStyleCnt="0">
        <dgm:presLayoutVars>
          <dgm:chMax val="5"/>
          <dgm:dir/>
          <dgm:resizeHandles val="exact"/>
        </dgm:presLayoutVars>
      </dgm:prSet>
      <dgm:spPr/>
    </dgm:pt>
    <dgm:pt modelId="{DDBA0164-E6F6-467C-B497-8441477B7AFA}" type="pres">
      <dgm:prSet presAssocID="{D23ECC85-B203-4C57-A5EE-3A61AF92C787}" presName="dummyMaxCanvas" presStyleCnt="0">
        <dgm:presLayoutVars/>
      </dgm:prSet>
      <dgm:spPr/>
    </dgm:pt>
    <dgm:pt modelId="{FD52849C-0F02-491C-9862-55AA61647EF1}" type="pres">
      <dgm:prSet presAssocID="{D23ECC85-B203-4C57-A5EE-3A61AF92C787}" presName="FourNodes_1" presStyleLbl="node1" presStyleIdx="0" presStyleCnt="4">
        <dgm:presLayoutVars>
          <dgm:bulletEnabled val="1"/>
        </dgm:presLayoutVars>
      </dgm:prSet>
      <dgm:spPr/>
    </dgm:pt>
    <dgm:pt modelId="{EB09EB13-BBDC-433D-B3DB-C47E766DCDB3}" type="pres">
      <dgm:prSet presAssocID="{D23ECC85-B203-4C57-A5EE-3A61AF92C787}" presName="FourNodes_2" presStyleLbl="node1" presStyleIdx="1" presStyleCnt="4">
        <dgm:presLayoutVars>
          <dgm:bulletEnabled val="1"/>
        </dgm:presLayoutVars>
      </dgm:prSet>
      <dgm:spPr/>
    </dgm:pt>
    <dgm:pt modelId="{A67EF5CB-7DC1-4C7B-A8C4-82F11B6B3C8D}" type="pres">
      <dgm:prSet presAssocID="{D23ECC85-B203-4C57-A5EE-3A61AF92C787}" presName="FourNodes_3" presStyleLbl="node1" presStyleIdx="2" presStyleCnt="4">
        <dgm:presLayoutVars>
          <dgm:bulletEnabled val="1"/>
        </dgm:presLayoutVars>
      </dgm:prSet>
      <dgm:spPr/>
    </dgm:pt>
    <dgm:pt modelId="{4B7A0B0A-10F6-4A1A-A742-967864D26200}" type="pres">
      <dgm:prSet presAssocID="{D23ECC85-B203-4C57-A5EE-3A61AF92C787}" presName="FourNodes_4" presStyleLbl="node1" presStyleIdx="3" presStyleCnt="4">
        <dgm:presLayoutVars>
          <dgm:bulletEnabled val="1"/>
        </dgm:presLayoutVars>
      </dgm:prSet>
      <dgm:spPr/>
    </dgm:pt>
    <dgm:pt modelId="{8371B135-4679-40B0-A2BC-E1697DEA66AC}" type="pres">
      <dgm:prSet presAssocID="{D23ECC85-B203-4C57-A5EE-3A61AF92C787}" presName="FourConn_1-2" presStyleLbl="fgAccFollowNode1" presStyleIdx="0" presStyleCnt="3">
        <dgm:presLayoutVars>
          <dgm:bulletEnabled val="1"/>
        </dgm:presLayoutVars>
      </dgm:prSet>
      <dgm:spPr/>
    </dgm:pt>
    <dgm:pt modelId="{68BB1F1A-0E5D-4CE6-A2E0-2984D479A4BB}" type="pres">
      <dgm:prSet presAssocID="{D23ECC85-B203-4C57-A5EE-3A61AF92C787}" presName="FourConn_2-3" presStyleLbl="fgAccFollowNode1" presStyleIdx="1" presStyleCnt="3">
        <dgm:presLayoutVars>
          <dgm:bulletEnabled val="1"/>
        </dgm:presLayoutVars>
      </dgm:prSet>
      <dgm:spPr/>
    </dgm:pt>
    <dgm:pt modelId="{7C2711A5-23A7-475B-959E-68159E6C2FAB}" type="pres">
      <dgm:prSet presAssocID="{D23ECC85-B203-4C57-A5EE-3A61AF92C787}" presName="FourConn_3-4" presStyleLbl="fgAccFollowNode1" presStyleIdx="2" presStyleCnt="3">
        <dgm:presLayoutVars>
          <dgm:bulletEnabled val="1"/>
        </dgm:presLayoutVars>
      </dgm:prSet>
      <dgm:spPr/>
    </dgm:pt>
    <dgm:pt modelId="{1E8E226D-37A1-43B1-88BF-AA48BD28665E}" type="pres">
      <dgm:prSet presAssocID="{D23ECC85-B203-4C57-A5EE-3A61AF92C787}" presName="FourNodes_1_text" presStyleLbl="node1" presStyleIdx="3" presStyleCnt="4">
        <dgm:presLayoutVars>
          <dgm:bulletEnabled val="1"/>
        </dgm:presLayoutVars>
      </dgm:prSet>
      <dgm:spPr/>
    </dgm:pt>
    <dgm:pt modelId="{EA4C5EAF-3794-4F71-AE78-5A313B216F3F}" type="pres">
      <dgm:prSet presAssocID="{D23ECC85-B203-4C57-A5EE-3A61AF92C787}" presName="FourNodes_2_text" presStyleLbl="node1" presStyleIdx="3" presStyleCnt="4">
        <dgm:presLayoutVars>
          <dgm:bulletEnabled val="1"/>
        </dgm:presLayoutVars>
      </dgm:prSet>
      <dgm:spPr/>
    </dgm:pt>
    <dgm:pt modelId="{E4381455-1FF0-438D-999D-121899D60AB0}" type="pres">
      <dgm:prSet presAssocID="{D23ECC85-B203-4C57-A5EE-3A61AF92C787}" presName="FourNodes_3_text" presStyleLbl="node1" presStyleIdx="3" presStyleCnt="4">
        <dgm:presLayoutVars>
          <dgm:bulletEnabled val="1"/>
        </dgm:presLayoutVars>
      </dgm:prSet>
      <dgm:spPr/>
    </dgm:pt>
    <dgm:pt modelId="{176A0D1C-D2F5-4976-8A05-1C6BDC782905}" type="pres">
      <dgm:prSet presAssocID="{D23ECC85-B203-4C57-A5EE-3A61AF92C78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6650902-9A31-40E2-AF1D-1156ED8BD4F5}" type="presOf" srcId="{6953D69A-A4CC-4993-AF9B-AA25B1E83FCB}" destId="{E4381455-1FF0-438D-999D-121899D60AB0}" srcOrd="1" destOrd="0" presId="urn:microsoft.com/office/officeart/2005/8/layout/vProcess5"/>
    <dgm:cxn modelId="{04D50C08-7290-40AF-8CB1-5CB907AC08CB}" srcId="{D23ECC85-B203-4C57-A5EE-3A61AF92C787}" destId="{1DA06E97-6929-4821-9CFD-013DFB8D4454}" srcOrd="3" destOrd="0" parTransId="{18B54602-A3F4-414D-AAD2-0BF9A1F03D19}" sibTransId="{0D8F067C-AF67-4010-ACEE-D6644D4A410A}"/>
    <dgm:cxn modelId="{9B87D90B-AE8F-466A-AD09-041E1E780B62}" type="presOf" srcId="{72A729D0-0EAD-428B-9704-BE7ACA4F72CF}" destId="{7C2711A5-23A7-475B-959E-68159E6C2FAB}" srcOrd="0" destOrd="0" presId="urn:microsoft.com/office/officeart/2005/8/layout/vProcess5"/>
    <dgm:cxn modelId="{0E23B312-11FD-4FB3-B93B-459CAA7A5793}" type="presOf" srcId="{D23ECC85-B203-4C57-A5EE-3A61AF92C787}" destId="{F5747FF1-7053-4FD3-8B4A-C71886A55C46}" srcOrd="0" destOrd="0" presId="urn:microsoft.com/office/officeart/2005/8/layout/vProcess5"/>
    <dgm:cxn modelId="{E50A7C1C-EDE9-4A75-B94B-16C0BB048B49}" srcId="{D23ECC85-B203-4C57-A5EE-3A61AF92C787}" destId="{6953D69A-A4CC-4993-AF9B-AA25B1E83FCB}" srcOrd="2" destOrd="0" parTransId="{203AB742-F393-4C58-BA79-C6103673D682}" sibTransId="{72A729D0-0EAD-428B-9704-BE7ACA4F72CF}"/>
    <dgm:cxn modelId="{E552BF2F-A8BC-4AD5-9364-334CE5326749}" type="presOf" srcId="{794BFFBC-2441-41E5-8D91-8667C17AB2E8}" destId="{68BB1F1A-0E5D-4CE6-A2E0-2984D479A4BB}" srcOrd="0" destOrd="0" presId="urn:microsoft.com/office/officeart/2005/8/layout/vProcess5"/>
    <dgm:cxn modelId="{DE769155-94F7-4367-A572-3CC944A1D0A6}" type="presOf" srcId="{1DA06E97-6929-4821-9CFD-013DFB8D4454}" destId="{176A0D1C-D2F5-4976-8A05-1C6BDC782905}" srcOrd="1" destOrd="0" presId="urn:microsoft.com/office/officeart/2005/8/layout/vProcess5"/>
    <dgm:cxn modelId="{558FEDA1-6E9B-4436-A63D-494D25F862B1}" type="presOf" srcId="{DCD6FE90-D098-443A-9601-37221C177654}" destId="{EB09EB13-BBDC-433D-B3DB-C47E766DCDB3}" srcOrd="0" destOrd="0" presId="urn:microsoft.com/office/officeart/2005/8/layout/vProcess5"/>
    <dgm:cxn modelId="{BB8A0AA4-DD6B-485B-A34C-0A565414F268}" srcId="{D23ECC85-B203-4C57-A5EE-3A61AF92C787}" destId="{DCD6FE90-D098-443A-9601-37221C177654}" srcOrd="1" destOrd="0" parTransId="{FF17738F-F98B-4342-BC59-4C9F3E7B5F3E}" sibTransId="{794BFFBC-2441-41E5-8D91-8667C17AB2E8}"/>
    <dgm:cxn modelId="{980A65B5-45A6-4E0C-AF3E-B1A35CFDB4E3}" type="presOf" srcId="{6953D69A-A4CC-4993-AF9B-AA25B1E83FCB}" destId="{A67EF5CB-7DC1-4C7B-A8C4-82F11B6B3C8D}" srcOrd="0" destOrd="0" presId="urn:microsoft.com/office/officeart/2005/8/layout/vProcess5"/>
    <dgm:cxn modelId="{06F6A6BB-CCE6-43A1-B504-78105705B21D}" type="presOf" srcId="{C8890D27-65FB-4DA9-88A3-6D347DDA9903}" destId="{1E8E226D-37A1-43B1-88BF-AA48BD28665E}" srcOrd="1" destOrd="0" presId="urn:microsoft.com/office/officeart/2005/8/layout/vProcess5"/>
    <dgm:cxn modelId="{282158C9-1293-4611-BF87-23C8A2F8D97C}" type="presOf" srcId="{C8890D27-65FB-4DA9-88A3-6D347DDA9903}" destId="{FD52849C-0F02-491C-9862-55AA61647EF1}" srcOrd="0" destOrd="0" presId="urn:microsoft.com/office/officeart/2005/8/layout/vProcess5"/>
    <dgm:cxn modelId="{D49963D0-9124-4D0D-B8BD-9871B50EF051}" type="presOf" srcId="{F93A3A8F-B79E-436D-9DE9-ECF528F5C980}" destId="{8371B135-4679-40B0-A2BC-E1697DEA66AC}" srcOrd="0" destOrd="0" presId="urn:microsoft.com/office/officeart/2005/8/layout/vProcess5"/>
    <dgm:cxn modelId="{47CFDBDF-5DD4-4B44-8810-83389D95A02A}" type="presOf" srcId="{1DA06E97-6929-4821-9CFD-013DFB8D4454}" destId="{4B7A0B0A-10F6-4A1A-A742-967864D26200}" srcOrd="0" destOrd="0" presId="urn:microsoft.com/office/officeart/2005/8/layout/vProcess5"/>
    <dgm:cxn modelId="{46D786E5-BF97-41AC-AB87-332438C3B60C}" type="presOf" srcId="{DCD6FE90-D098-443A-9601-37221C177654}" destId="{EA4C5EAF-3794-4F71-AE78-5A313B216F3F}" srcOrd="1" destOrd="0" presId="urn:microsoft.com/office/officeart/2005/8/layout/vProcess5"/>
    <dgm:cxn modelId="{5D8EA7F4-4F2B-4FDB-9083-80ED7FD41086}" srcId="{D23ECC85-B203-4C57-A5EE-3A61AF92C787}" destId="{C8890D27-65FB-4DA9-88A3-6D347DDA9903}" srcOrd="0" destOrd="0" parTransId="{FC84CE08-009B-48C5-840F-744DCDE14AF5}" sibTransId="{F93A3A8F-B79E-436D-9DE9-ECF528F5C980}"/>
    <dgm:cxn modelId="{E00625AB-1275-413C-A34D-E040B632D8F9}" type="presParOf" srcId="{F5747FF1-7053-4FD3-8B4A-C71886A55C46}" destId="{DDBA0164-E6F6-467C-B497-8441477B7AFA}" srcOrd="0" destOrd="0" presId="urn:microsoft.com/office/officeart/2005/8/layout/vProcess5"/>
    <dgm:cxn modelId="{57A4B20E-78C3-4B19-BF56-A2564516EB3B}" type="presParOf" srcId="{F5747FF1-7053-4FD3-8B4A-C71886A55C46}" destId="{FD52849C-0F02-491C-9862-55AA61647EF1}" srcOrd="1" destOrd="0" presId="urn:microsoft.com/office/officeart/2005/8/layout/vProcess5"/>
    <dgm:cxn modelId="{5F46FC82-C184-41BC-98ED-CCB3DCBC1DE4}" type="presParOf" srcId="{F5747FF1-7053-4FD3-8B4A-C71886A55C46}" destId="{EB09EB13-BBDC-433D-B3DB-C47E766DCDB3}" srcOrd="2" destOrd="0" presId="urn:microsoft.com/office/officeart/2005/8/layout/vProcess5"/>
    <dgm:cxn modelId="{538A546C-C543-40E1-9AF3-62430DE3A06C}" type="presParOf" srcId="{F5747FF1-7053-4FD3-8B4A-C71886A55C46}" destId="{A67EF5CB-7DC1-4C7B-A8C4-82F11B6B3C8D}" srcOrd="3" destOrd="0" presId="urn:microsoft.com/office/officeart/2005/8/layout/vProcess5"/>
    <dgm:cxn modelId="{B19A2EEB-70AB-4D29-AAE3-A769644FB4BA}" type="presParOf" srcId="{F5747FF1-7053-4FD3-8B4A-C71886A55C46}" destId="{4B7A0B0A-10F6-4A1A-A742-967864D26200}" srcOrd="4" destOrd="0" presId="urn:microsoft.com/office/officeart/2005/8/layout/vProcess5"/>
    <dgm:cxn modelId="{5E1D1B31-76E4-4A1B-AECF-70AD9C0035C5}" type="presParOf" srcId="{F5747FF1-7053-4FD3-8B4A-C71886A55C46}" destId="{8371B135-4679-40B0-A2BC-E1697DEA66AC}" srcOrd="5" destOrd="0" presId="urn:microsoft.com/office/officeart/2005/8/layout/vProcess5"/>
    <dgm:cxn modelId="{957893EC-497E-458E-B577-A63CD5105AA0}" type="presParOf" srcId="{F5747FF1-7053-4FD3-8B4A-C71886A55C46}" destId="{68BB1F1A-0E5D-4CE6-A2E0-2984D479A4BB}" srcOrd="6" destOrd="0" presId="urn:microsoft.com/office/officeart/2005/8/layout/vProcess5"/>
    <dgm:cxn modelId="{47980497-3771-48C7-B6E4-13D36DB5BE81}" type="presParOf" srcId="{F5747FF1-7053-4FD3-8B4A-C71886A55C46}" destId="{7C2711A5-23A7-475B-959E-68159E6C2FAB}" srcOrd="7" destOrd="0" presId="urn:microsoft.com/office/officeart/2005/8/layout/vProcess5"/>
    <dgm:cxn modelId="{16618329-9C8E-48D5-BA9B-D3576E58396E}" type="presParOf" srcId="{F5747FF1-7053-4FD3-8B4A-C71886A55C46}" destId="{1E8E226D-37A1-43B1-88BF-AA48BD28665E}" srcOrd="8" destOrd="0" presId="urn:microsoft.com/office/officeart/2005/8/layout/vProcess5"/>
    <dgm:cxn modelId="{41092D7C-FC1E-436A-8F0C-0E69A3483A55}" type="presParOf" srcId="{F5747FF1-7053-4FD3-8B4A-C71886A55C46}" destId="{EA4C5EAF-3794-4F71-AE78-5A313B216F3F}" srcOrd="9" destOrd="0" presId="urn:microsoft.com/office/officeart/2005/8/layout/vProcess5"/>
    <dgm:cxn modelId="{46B7BF8C-C2B5-4C11-B308-6844FA71E315}" type="presParOf" srcId="{F5747FF1-7053-4FD3-8B4A-C71886A55C46}" destId="{E4381455-1FF0-438D-999D-121899D60AB0}" srcOrd="10" destOrd="0" presId="urn:microsoft.com/office/officeart/2005/8/layout/vProcess5"/>
    <dgm:cxn modelId="{59595BC0-3786-47C5-9F63-C074E7F53CED}" type="presParOf" srcId="{F5747FF1-7053-4FD3-8B4A-C71886A55C46}" destId="{176A0D1C-D2F5-4976-8A05-1C6BDC78290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5C4488-4F50-4F9C-9B55-6C0A4DD6F15E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AB8360-2B0F-4F10-AF11-7C242803273A}">
      <dgm:prSet/>
      <dgm:spPr/>
      <dgm:t>
        <a:bodyPr/>
        <a:lstStyle/>
        <a:p>
          <a:r>
            <a:rPr lang="en-US"/>
            <a:t>Used for real-time data tracking, visualization dashboards, and policy planning (e.g., COVID-19).</a:t>
          </a:r>
        </a:p>
      </dgm:t>
    </dgm:pt>
    <dgm:pt modelId="{D5AB2B4E-6EF9-4294-BE20-E67EF11AADC6}" type="parTrans" cxnId="{D4CE676B-52B6-4A5F-96BC-4CAD04FE4E06}">
      <dgm:prSet/>
      <dgm:spPr/>
      <dgm:t>
        <a:bodyPr/>
        <a:lstStyle/>
        <a:p>
          <a:endParaRPr lang="en-US"/>
        </a:p>
      </dgm:t>
    </dgm:pt>
    <dgm:pt modelId="{7C2456C4-4AC2-4BCF-BF54-008203E83324}" type="sibTrans" cxnId="{D4CE676B-52B6-4A5F-96BC-4CAD04FE4E06}">
      <dgm:prSet/>
      <dgm:spPr/>
      <dgm:t>
        <a:bodyPr/>
        <a:lstStyle/>
        <a:p>
          <a:endParaRPr lang="en-US"/>
        </a:p>
      </dgm:t>
    </dgm:pt>
    <dgm:pt modelId="{BD9E8389-CCE1-48C3-9313-2C1F65F5584D}">
      <dgm:prSet/>
      <dgm:spPr/>
      <dgm:t>
        <a:bodyPr/>
        <a:lstStyle/>
        <a:p>
          <a:r>
            <a:rPr lang="en-US"/>
            <a:t>Contact tracing apps, mobility tracking, and hotspot identification.</a:t>
          </a:r>
        </a:p>
      </dgm:t>
    </dgm:pt>
    <dgm:pt modelId="{5599B9EE-ACE4-400A-8FB2-6D60619F4767}" type="parTrans" cxnId="{98706232-A6E1-4898-A97B-0549CAB9E35E}">
      <dgm:prSet/>
      <dgm:spPr/>
      <dgm:t>
        <a:bodyPr/>
        <a:lstStyle/>
        <a:p>
          <a:endParaRPr lang="en-US"/>
        </a:p>
      </dgm:t>
    </dgm:pt>
    <dgm:pt modelId="{D732EC78-93A2-4B38-A311-7DFD91ECB715}" type="sibTrans" cxnId="{98706232-A6E1-4898-A97B-0549CAB9E35E}">
      <dgm:prSet/>
      <dgm:spPr/>
      <dgm:t>
        <a:bodyPr/>
        <a:lstStyle/>
        <a:p>
          <a:endParaRPr lang="en-US"/>
        </a:p>
      </dgm:t>
    </dgm:pt>
    <dgm:pt modelId="{802EA418-AA7A-4CB0-928F-874BD4AE5340}">
      <dgm:prSet/>
      <dgm:spPr/>
      <dgm:t>
        <a:bodyPr/>
        <a:lstStyle/>
        <a:p>
          <a:r>
            <a:rPr lang="en-US"/>
            <a:t>Enabling rapid dissemination of protocols and advisories through digital platforms.</a:t>
          </a:r>
        </a:p>
      </dgm:t>
    </dgm:pt>
    <dgm:pt modelId="{26F72AB0-230B-484B-8D14-C81B09667DEA}" type="parTrans" cxnId="{A3F56F0C-6819-4C5A-AA74-50A79A919326}">
      <dgm:prSet/>
      <dgm:spPr/>
      <dgm:t>
        <a:bodyPr/>
        <a:lstStyle/>
        <a:p>
          <a:endParaRPr lang="en-US"/>
        </a:p>
      </dgm:t>
    </dgm:pt>
    <dgm:pt modelId="{ADCB198E-F4F4-4082-86DB-4B885B329384}" type="sibTrans" cxnId="{A3F56F0C-6819-4C5A-AA74-50A79A919326}">
      <dgm:prSet/>
      <dgm:spPr/>
      <dgm:t>
        <a:bodyPr/>
        <a:lstStyle/>
        <a:p>
          <a:endParaRPr lang="en-US"/>
        </a:p>
      </dgm:t>
    </dgm:pt>
    <dgm:pt modelId="{10FFF3C8-F1A0-41BA-B5AA-CE89424C431D}" type="pres">
      <dgm:prSet presAssocID="{8D5C4488-4F50-4F9C-9B55-6C0A4DD6F15E}" presName="outerComposite" presStyleCnt="0">
        <dgm:presLayoutVars>
          <dgm:chMax val="5"/>
          <dgm:dir/>
          <dgm:resizeHandles val="exact"/>
        </dgm:presLayoutVars>
      </dgm:prSet>
      <dgm:spPr/>
    </dgm:pt>
    <dgm:pt modelId="{22F5ECF1-5939-4FA9-81C0-3B0B8FA0C574}" type="pres">
      <dgm:prSet presAssocID="{8D5C4488-4F50-4F9C-9B55-6C0A4DD6F15E}" presName="dummyMaxCanvas" presStyleCnt="0">
        <dgm:presLayoutVars/>
      </dgm:prSet>
      <dgm:spPr/>
    </dgm:pt>
    <dgm:pt modelId="{84935ABA-59B0-42C4-B8EA-2303DBD4A433}" type="pres">
      <dgm:prSet presAssocID="{8D5C4488-4F50-4F9C-9B55-6C0A4DD6F15E}" presName="ThreeNodes_1" presStyleLbl="node1" presStyleIdx="0" presStyleCnt="3">
        <dgm:presLayoutVars>
          <dgm:bulletEnabled val="1"/>
        </dgm:presLayoutVars>
      </dgm:prSet>
      <dgm:spPr/>
    </dgm:pt>
    <dgm:pt modelId="{94813036-8B23-4523-9747-B28C827BE8DA}" type="pres">
      <dgm:prSet presAssocID="{8D5C4488-4F50-4F9C-9B55-6C0A4DD6F15E}" presName="ThreeNodes_2" presStyleLbl="node1" presStyleIdx="1" presStyleCnt="3">
        <dgm:presLayoutVars>
          <dgm:bulletEnabled val="1"/>
        </dgm:presLayoutVars>
      </dgm:prSet>
      <dgm:spPr/>
    </dgm:pt>
    <dgm:pt modelId="{806A3670-A571-41F8-9832-31D0835021E7}" type="pres">
      <dgm:prSet presAssocID="{8D5C4488-4F50-4F9C-9B55-6C0A4DD6F15E}" presName="ThreeNodes_3" presStyleLbl="node1" presStyleIdx="2" presStyleCnt="3">
        <dgm:presLayoutVars>
          <dgm:bulletEnabled val="1"/>
        </dgm:presLayoutVars>
      </dgm:prSet>
      <dgm:spPr/>
    </dgm:pt>
    <dgm:pt modelId="{30DBF151-A10D-4899-AEC6-DDD301DC9FCB}" type="pres">
      <dgm:prSet presAssocID="{8D5C4488-4F50-4F9C-9B55-6C0A4DD6F15E}" presName="ThreeConn_1-2" presStyleLbl="fgAccFollowNode1" presStyleIdx="0" presStyleCnt="2">
        <dgm:presLayoutVars>
          <dgm:bulletEnabled val="1"/>
        </dgm:presLayoutVars>
      </dgm:prSet>
      <dgm:spPr/>
    </dgm:pt>
    <dgm:pt modelId="{CF1985E9-F20F-4C87-8D6E-AAEFB4AAC7E9}" type="pres">
      <dgm:prSet presAssocID="{8D5C4488-4F50-4F9C-9B55-6C0A4DD6F15E}" presName="ThreeConn_2-3" presStyleLbl="fgAccFollowNode1" presStyleIdx="1" presStyleCnt="2">
        <dgm:presLayoutVars>
          <dgm:bulletEnabled val="1"/>
        </dgm:presLayoutVars>
      </dgm:prSet>
      <dgm:spPr/>
    </dgm:pt>
    <dgm:pt modelId="{8AA4E623-FB8F-43D0-8A6E-3A98CC1F88D1}" type="pres">
      <dgm:prSet presAssocID="{8D5C4488-4F50-4F9C-9B55-6C0A4DD6F15E}" presName="ThreeNodes_1_text" presStyleLbl="node1" presStyleIdx="2" presStyleCnt="3">
        <dgm:presLayoutVars>
          <dgm:bulletEnabled val="1"/>
        </dgm:presLayoutVars>
      </dgm:prSet>
      <dgm:spPr/>
    </dgm:pt>
    <dgm:pt modelId="{1E57045F-59B8-4180-920E-FCDE8F971DBC}" type="pres">
      <dgm:prSet presAssocID="{8D5C4488-4F50-4F9C-9B55-6C0A4DD6F15E}" presName="ThreeNodes_2_text" presStyleLbl="node1" presStyleIdx="2" presStyleCnt="3">
        <dgm:presLayoutVars>
          <dgm:bulletEnabled val="1"/>
        </dgm:presLayoutVars>
      </dgm:prSet>
      <dgm:spPr/>
    </dgm:pt>
    <dgm:pt modelId="{EC4323D9-3081-47F8-A4CE-E5038F69D4E2}" type="pres">
      <dgm:prSet presAssocID="{8D5C4488-4F50-4F9C-9B55-6C0A4DD6F15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3F56F0C-6819-4C5A-AA74-50A79A919326}" srcId="{8D5C4488-4F50-4F9C-9B55-6C0A4DD6F15E}" destId="{802EA418-AA7A-4CB0-928F-874BD4AE5340}" srcOrd="2" destOrd="0" parTransId="{26F72AB0-230B-484B-8D14-C81B09667DEA}" sibTransId="{ADCB198E-F4F4-4082-86DB-4B885B329384}"/>
    <dgm:cxn modelId="{536B7A1D-7ECA-46F6-AB96-BE600343EC23}" type="presOf" srcId="{BD9E8389-CCE1-48C3-9313-2C1F65F5584D}" destId="{1E57045F-59B8-4180-920E-FCDE8F971DBC}" srcOrd="1" destOrd="0" presId="urn:microsoft.com/office/officeart/2005/8/layout/vProcess5"/>
    <dgm:cxn modelId="{98706232-A6E1-4898-A97B-0549CAB9E35E}" srcId="{8D5C4488-4F50-4F9C-9B55-6C0A4DD6F15E}" destId="{BD9E8389-CCE1-48C3-9313-2C1F65F5584D}" srcOrd="1" destOrd="0" parTransId="{5599B9EE-ACE4-400A-8FB2-6D60619F4767}" sibTransId="{D732EC78-93A2-4B38-A311-7DFD91ECB715}"/>
    <dgm:cxn modelId="{73903135-E17A-4EE2-9E7A-67977B593FED}" type="presOf" srcId="{BD9E8389-CCE1-48C3-9313-2C1F65F5584D}" destId="{94813036-8B23-4523-9747-B28C827BE8DA}" srcOrd="0" destOrd="0" presId="urn:microsoft.com/office/officeart/2005/8/layout/vProcess5"/>
    <dgm:cxn modelId="{3E48F25F-F64F-4987-9359-DC9C4DBC7935}" type="presOf" srcId="{802EA418-AA7A-4CB0-928F-874BD4AE5340}" destId="{EC4323D9-3081-47F8-A4CE-E5038F69D4E2}" srcOrd="1" destOrd="0" presId="urn:microsoft.com/office/officeart/2005/8/layout/vProcess5"/>
    <dgm:cxn modelId="{8374A060-D925-430D-9077-B793E1141756}" type="presOf" srcId="{D732EC78-93A2-4B38-A311-7DFD91ECB715}" destId="{CF1985E9-F20F-4C87-8D6E-AAEFB4AAC7E9}" srcOrd="0" destOrd="0" presId="urn:microsoft.com/office/officeart/2005/8/layout/vProcess5"/>
    <dgm:cxn modelId="{BFCB5E43-9980-4A01-BDD5-228C267EDC61}" type="presOf" srcId="{8D5C4488-4F50-4F9C-9B55-6C0A4DD6F15E}" destId="{10FFF3C8-F1A0-41BA-B5AA-CE89424C431D}" srcOrd="0" destOrd="0" presId="urn:microsoft.com/office/officeart/2005/8/layout/vProcess5"/>
    <dgm:cxn modelId="{7A2F096B-79B9-4D7E-B54B-B63908ABDFCA}" type="presOf" srcId="{7C2456C4-4AC2-4BCF-BF54-008203E83324}" destId="{30DBF151-A10D-4899-AEC6-DDD301DC9FCB}" srcOrd="0" destOrd="0" presId="urn:microsoft.com/office/officeart/2005/8/layout/vProcess5"/>
    <dgm:cxn modelId="{D4CE676B-52B6-4A5F-96BC-4CAD04FE4E06}" srcId="{8D5C4488-4F50-4F9C-9B55-6C0A4DD6F15E}" destId="{12AB8360-2B0F-4F10-AF11-7C242803273A}" srcOrd="0" destOrd="0" parTransId="{D5AB2B4E-6EF9-4294-BE20-E67EF11AADC6}" sibTransId="{7C2456C4-4AC2-4BCF-BF54-008203E83324}"/>
    <dgm:cxn modelId="{A0B33654-6D5E-403D-9948-F4EA7D0B6C0B}" type="presOf" srcId="{802EA418-AA7A-4CB0-928F-874BD4AE5340}" destId="{806A3670-A571-41F8-9832-31D0835021E7}" srcOrd="0" destOrd="0" presId="urn:microsoft.com/office/officeart/2005/8/layout/vProcess5"/>
    <dgm:cxn modelId="{8814047F-39E1-40C4-8053-F35A9AE30350}" type="presOf" srcId="{12AB8360-2B0F-4F10-AF11-7C242803273A}" destId="{8AA4E623-FB8F-43D0-8A6E-3A98CC1F88D1}" srcOrd="1" destOrd="0" presId="urn:microsoft.com/office/officeart/2005/8/layout/vProcess5"/>
    <dgm:cxn modelId="{4E7326F8-86D7-457D-939D-D3068E597F5B}" type="presOf" srcId="{12AB8360-2B0F-4F10-AF11-7C242803273A}" destId="{84935ABA-59B0-42C4-B8EA-2303DBD4A433}" srcOrd="0" destOrd="0" presId="urn:microsoft.com/office/officeart/2005/8/layout/vProcess5"/>
    <dgm:cxn modelId="{5ED5CDC8-C9F6-4E6D-9DA6-E375F0EEFAB2}" type="presParOf" srcId="{10FFF3C8-F1A0-41BA-B5AA-CE89424C431D}" destId="{22F5ECF1-5939-4FA9-81C0-3B0B8FA0C574}" srcOrd="0" destOrd="0" presId="urn:microsoft.com/office/officeart/2005/8/layout/vProcess5"/>
    <dgm:cxn modelId="{4029DC9D-530A-4A26-B67B-CCC52FF136A6}" type="presParOf" srcId="{10FFF3C8-F1A0-41BA-B5AA-CE89424C431D}" destId="{84935ABA-59B0-42C4-B8EA-2303DBD4A433}" srcOrd="1" destOrd="0" presId="urn:microsoft.com/office/officeart/2005/8/layout/vProcess5"/>
    <dgm:cxn modelId="{2C50753C-DF3E-43C9-AC5E-FFBEFDB14EC7}" type="presParOf" srcId="{10FFF3C8-F1A0-41BA-B5AA-CE89424C431D}" destId="{94813036-8B23-4523-9747-B28C827BE8DA}" srcOrd="2" destOrd="0" presId="urn:microsoft.com/office/officeart/2005/8/layout/vProcess5"/>
    <dgm:cxn modelId="{01064238-DC97-465D-AA27-87B74CF752E3}" type="presParOf" srcId="{10FFF3C8-F1A0-41BA-B5AA-CE89424C431D}" destId="{806A3670-A571-41F8-9832-31D0835021E7}" srcOrd="3" destOrd="0" presId="urn:microsoft.com/office/officeart/2005/8/layout/vProcess5"/>
    <dgm:cxn modelId="{818900A8-2F31-4EE9-A15C-1BE6BB58AC19}" type="presParOf" srcId="{10FFF3C8-F1A0-41BA-B5AA-CE89424C431D}" destId="{30DBF151-A10D-4899-AEC6-DDD301DC9FCB}" srcOrd="4" destOrd="0" presId="urn:microsoft.com/office/officeart/2005/8/layout/vProcess5"/>
    <dgm:cxn modelId="{458C92AB-2A16-4EB6-910B-317F1A84BAC5}" type="presParOf" srcId="{10FFF3C8-F1A0-41BA-B5AA-CE89424C431D}" destId="{CF1985E9-F20F-4C87-8D6E-AAEFB4AAC7E9}" srcOrd="5" destOrd="0" presId="urn:microsoft.com/office/officeart/2005/8/layout/vProcess5"/>
    <dgm:cxn modelId="{6A4C77D6-E797-4FE3-9E24-E34F19393EFC}" type="presParOf" srcId="{10FFF3C8-F1A0-41BA-B5AA-CE89424C431D}" destId="{8AA4E623-FB8F-43D0-8A6E-3A98CC1F88D1}" srcOrd="6" destOrd="0" presId="urn:microsoft.com/office/officeart/2005/8/layout/vProcess5"/>
    <dgm:cxn modelId="{E32256E6-A9A2-4821-86E6-8FAAA1AF8E46}" type="presParOf" srcId="{10FFF3C8-F1A0-41BA-B5AA-CE89424C431D}" destId="{1E57045F-59B8-4180-920E-FCDE8F971DBC}" srcOrd="7" destOrd="0" presId="urn:microsoft.com/office/officeart/2005/8/layout/vProcess5"/>
    <dgm:cxn modelId="{E53A37B2-60EE-41DD-86D4-848285EF1CAA}" type="presParOf" srcId="{10FFF3C8-F1A0-41BA-B5AA-CE89424C431D}" destId="{EC4323D9-3081-47F8-A4CE-E5038F69D4E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2F4469A-8B39-48CC-93C6-5344B1743381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6D6744-F3EA-4D7E-8E7E-2E53BD434BAA}">
      <dgm:prSet/>
      <dgm:spPr/>
      <dgm:t>
        <a:bodyPr/>
        <a:lstStyle/>
        <a:p>
          <a:r>
            <a:rPr lang="en-US"/>
            <a:t>Computers are central to the transformation of public health in the digital era.</a:t>
          </a:r>
        </a:p>
      </dgm:t>
    </dgm:pt>
    <dgm:pt modelId="{46C212BB-640D-4643-BA9F-8BADB85901EC}" type="parTrans" cxnId="{BD6D5279-A192-4222-A31B-1461E41D3424}">
      <dgm:prSet/>
      <dgm:spPr/>
      <dgm:t>
        <a:bodyPr/>
        <a:lstStyle/>
        <a:p>
          <a:endParaRPr lang="en-US"/>
        </a:p>
      </dgm:t>
    </dgm:pt>
    <dgm:pt modelId="{2096C586-C53D-49BA-A08B-6197BD578E77}" type="sibTrans" cxnId="{BD6D5279-A192-4222-A31B-1461E41D3424}">
      <dgm:prSet/>
      <dgm:spPr/>
      <dgm:t>
        <a:bodyPr/>
        <a:lstStyle/>
        <a:p>
          <a:endParaRPr lang="en-US"/>
        </a:p>
      </dgm:t>
    </dgm:pt>
    <dgm:pt modelId="{F12B46C3-981D-4175-B8DE-C15F1DC8C0B5}">
      <dgm:prSet/>
      <dgm:spPr/>
      <dgm:t>
        <a:bodyPr/>
        <a:lstStyle/>
        <a:p>
          <a:r>
            <a:rPr lang="en-US"/>
            <a:t>From surveillance and diagnostics to awareness and forecasting, they offer unparalleled reach and precision.</a:t>
          </a:r>
        </a:p>
      </dgm:t>
    </dgm:pt>
    <dgm:pt modelId="{F7D2D689-E8BE-4A83-83F8-327FD892DFD1}" type="parTrans" cxnId="{A3BDD7B6-57F6-460F-AD0B-3C6F4078F7AC}">
      <dgm:prSet/>
      <dgm:spPr/>
      <dgm:t>
        <a:bodyPr/>
        <a:lstStyle/>
        <a:p>
          <a:endParaRPr lang="en-US"/>
        </a:p>
      </dgm:t>
    </dgm:pt>
    <dgm:pt modelId="{98476ED6-3243-46DE-ACCB-688F30145CF2}" type="sibTrans" cxnId="{A3BDD7B6-57F6-460F-AD0B-3C6F4078F7AC}">
      <dgm:prSet/>
      <dgm:spPr/>
      <dgm:t>
        <a:bodyPr/>
        <a:lstStyle/>
        <a:p>
          <a:endParaRPr lang="en-US"/>
        </a:p>
      </dgm:t>
    </dgm:pt>
    <dgm:pt modelId="{30C485D8-908C-4DFB-9E92-134FD437AD9D}">
      <dgm:prSet/>
      <dgm:spPr/>
      <dgm:t>
        <a:bodyPr/>
        <a:lstStyle/>
        <a:p>
          <a:r>
            <a:rPr lang="en-US"/>
            <a:t>A future-ready public health workforce must be trained in digital health technologies.</a:t>
          </a:r>
        </a:p>
      </dgm:t>
    </dgm:pt>
    <dgm:pt modelId="{878C05C7-011A-480E-89D8-5225BBFDAF04}" type="parTrans" cxnId="{A280FE25-1E65-4A62-A3E9-B9CC864515BE}">
      <dgm:prSet/>
      <dgm:spPr/>
      <dgm:t>
        <a:bodyPr/>
        <a:lstStyle/>
        <a:p>
          <a:endParaRPr lang="en-US"/>
        </a:p>
      </dgm:t>
    </dgm:pt>
    <dgm:pt modelId="{42DD1DAD-1FAB-451B-84B4-AC25C865FD56}" type="sibTrans" cxnId="{A280FE25-1E65-4A62-A3E9-B9CC864515BE}">
      <dgm:prSet/>
      <dgm:spPr/>
      <dgm:t>
        <a:bodyPr/>
        <a:lstStyle/>
        <a:p>
          <a:endParaRPr lang="en-US"/>
        </a:p>
      </dgm:t>
    </dgm:pt>
    <dgm:pt modelId="{1DC5CDCA-77B7-4822-80DB-2A160BC37AE5}" type="pres">
      <dgm:prSet presAssocID="{D2F4469A-8B39-48CC-93C6-5344B1743381}" presName="outerComposite" presStyleCnt="0">
        <dgm:presLayoutVars>
          <dgm:chMax val="5"/>
          <dgm:dir/>
          <dgm:resizeHandles val="exact"/>
        </dgm:presLayoutVars>
      </dgm:prSet>
      <dgm:spPr/>
    </dgm:pt>
    <dgm:pt modelId="{95411FD1-38DF-4911-804C-4818E9EA5FF9}" type="pres">
      <dgm:prSet presAssocID="{D2F4469A-8B39-48CC-93C6-5344B1743381}" presName="dummyMaxCanvas" presStyleCnt="0">
        <dgm:presLayoutVars/>
      </dgm:prSet>
      <dgm:spPr/>
    </dgm:pt>
    <dgm:pt modelId="{1C9FB7E2-DA6B-4C8E-9D5F-5C003C545484}" type="pres">
      <dgm:prSet presAssocID="{D2F4469A-8B39-48CC-93C6-5344B1743381}" presName="ThreeNodes_1" presStyleLbl="node1" presStyleIdx="0" presStyleCnt="3">
        <dgm:presLayoutVars>
          <dgm:bulletEnabled val="1"/>
        </dgm:presLayoutVars>
      </dgm:prSet>
      <dgm:spPr/>
    </dgm:pt>
    <dgm:pt modelId="{D092FB93-4CF2-4B6A-969A-03004BE9D0DD}" type="pres">
      <dgm:prSet presAssocID="{D2F4469A-8B39-48CC-93C6-5344B1743381}" presName="ThreeNodes_2" presStyleLbl="node1" presStyleIdx="1" presStyleCnt="3">
        <dgm:presLayoutVars>
          <dgm:bulletEnabled val="1"/>
        </dgm:presLayoutVars>
      </dgm:prSet>
      <dgm:spPr/>
    </dgm:pt>
    <dgm:pt modelId="{338B25DE-3474-4976-8846-B22F64317790}" type="pres">
      <dgm:prSet presAssocID="{D2F4469A-8B39-48CC-93C6-5344B1743381}" presName="ThreeNodes_3" presStyleLbl="node1" presStyleIdx="2" presStyleCnt="3">
        <dgm:presLayoutVars>
          <dgm:bulletEnabled val="1"/>
        </dgm:presLayoutVars>
      </dgm:prSet>
      <dgm:spPr/>
    </dgm:pt>
    <dgm:pt modelId="{182ECE46-99D3-4206-94F4-D4F21C6E110A}" type="pres">
      <dgm:prSet presAssocID="{D2F4469A-8B39-48CC-93C6-5344B1743381}" presName="ThreeConn_1-2" presStyleLbl="fgAccFollowNode1" presStyleIdx="0" presStyleCnt="2">
        <dgm:presLayoutVars>
          <dgm:bulletEnabled val="1"/>
        </dgm:presLayoutVars>
      </dgm:prSet>
      <dgm:spPr/>
    </dgm:pt>
    <dgm:pt modelId="{3CCEC446-A553-4F91-96D8-BE12CC02CC8C}" type="pres">
      <dgm:prSet presAssocID="{D2F4469A-8B39-48CC-93C6-5344B1743381}" presName="ThreeConn_2-3" presStyleLbl="fgAccFollowNode1" presStyleIdx="1" presStyleCnt="2">
        <dgm:presLayoutVars>
          <dgm:bulletEnabled val="1"/>
        </dgm:presLayoutVars>
      </dgm:prSet>
      <dgm:spPr/>
    </dgm:pt>
    <dgm:pt modelId="{F69793E1-7B27-480A-9C23-1E57D92704F2}" type="pres">
      <dgm:prSet presAssocID="{D2F4469A-8B39-48CC-93C6-5344B1743381}" presName="ThreeNodes_1_text" presStyleLbl="node1" presStyleIdx="2" presStyleCnt="3">
        <dgm:presLayoutVars>
          <dgm:bulletEnabled val="1"/>
        </dgm:presLayoutVars>
      </dgm:prSet>
      <dgm:spPr/>
    </dgm:pt>
    <dgm:pt modelId="{D0A47639-A575-4DF4-8124-181CC359F88D}" type="pres">
      <dgm:prSet presAssocID="{D2F4469A-8B39-48CC-93C6-5344B1743381}" presName="ThreeNodes_2_text" presStyleLbl="node1" presStyleIdx="2" presStyleCnt="3">
        <dgm:presLayoutVars>
          <dgm:bulletEnabled val="1"/>
        </dgm:presLayoutVars>
      </dgm:prSet>
      <dgm:spPr/>
    </dgm:pt>
    <dgm:pt modelId="{5D0E8743-CE29-4E9F-9E34-0BF823B87069}" type="pres">
      <dgm:prSet presAssocID="{D2F4469A-8B39-48CC-93C6-5344B174338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BD9391F-66E3-42DF-A626-8958861408A3}" type="presOf" srcId="{F12B46C3-981D-4175-B8DE-C15F1DC8C0B5}" destId="{D092FB93-4CF2-4B6A-969A-03004BE9D0DD}" srcOrd="0" destOrd="0" presId="urn:microsoft.com/office/officeart/2005/8/layout/vProcess5"/>
    <dgm:cxn modelId="{A280FE25-1E65-4A62-A3E9-B9CC864515BE}" srcId="{D2F4469A-8B39-48CC-93C6-5344B1743381}" destId="{30C485D8-908C-4DFB-9E92-134FD437AD9D}" srcOrd="2" destOrd="0" parTransId="{878C05C7-011A-480E-89D8-5225BBFDAF04}" sibTransId="{42DD1DAD-1FAB-451B-84B4-AC25C865FD56}"/>
    <dgm:cxn modelId="{BD6D5279-A192-4222-A31B-1461E41D3424}" srcId="{D2F4469A-8B39-48CC-93C6-5344B1743381}" destId="{756D6744-F3EA-4D7E-8E7E-2E53BD434BAA}" srcOrd="0" destOrd="0" parTransId="{46C212BB-640D-4643-BA9F-8BADB85901EC}" sibTransId="{2096C586-C53D-49BA-A08B-6197BD578E77}"/>
    <dgm:cxn modelId="{451D237E-52C9-4874-B548-0FAD8887F532}" type="presOf" srcId="{98476ED6-3243-46DE-ACCB-688F30145CF2}" destId="{3CCEC446-A553-4F91-96D8-BE12CC02CC8C}" srcOrd="0" destOrd="0" presId="urn:microsoft.com/office/officeart/2005/8/layout/vProcess5"/>
    <dgm:cxn modelId="{B795D081-BD3A-4FD5-90A5-7F419A1465B5}" type="presOf" srcId="{756D6744-F3EA-4D7E-8E7E-2E53BD434BAA}" destId="{1C9FB7E2-DA6B-4C8E-9D5F-5C003C545484}" srcOrd="0" destOrd="0" presId="urn:microsoft.com/office/officeart/2005/8/layout/vProcess5"/>
    <dgm:cxn modelId="{7940C383-EA8C-4788-9B74-82C1901426B5}" type="presOf" srcId="{2096C586-C53D-49BA-A08B-6197BD578E77}" destId="{182ECE46-99D3-4206-94F4-D4F21C6E110A}" srcOrd="0" destOrd="0" presId="urn:microsoft.com/office/officeart/2005/8/layout/vProcess5"/>
    <dgm:cxn modelId="{38EF9A91-CFE8-462D-AF04-C24224222690}" type="presOf" srcId="{756D6744-F3EA-4D7E-8E7E-2E53BD434BAA}" destId="{F69793E1-7B27-480A-9C23-1E57D92704F2}" srcOrd="1" destOrd="0" presId="urn:microsoft.com/office/officeart/2005/8/layout/vProcess5"/>
    <dgm:cxn modelId="{0EFE9F97-172A-48D4-AA10-0C4738A735F8}" type="presOf" srcId="{30C485D8-908C-4DFB-9E92-134FD437AD9D}" destId="{5D0E8743-CE29-4E9F-9E34-0BF823B87069}" srcOrd="1" destOrd="0" presId="urn:microsoft.com/office/officeart/2005/8/layout/vProcess5"/>
    <dgm:cxn modelId="{282133A7-8CA3-42BA-8576-4CC6FABF8864}" type="presOf" srcId="{F12B46C3-981D-4175-B8DE-C15F1DC8C0B5}" destId="{D0A47639-A575-4DF4-8124-181CC359F88D}" srcOrd="1" destOrd="0" presId="urn:microsoft.com/office/officeart/2005/8/layout/vProcess5"/>
    <dgm:cxn modelId="{A3BDD7B6-57F6-460F-AD0B-3C6F4078F7AC}" srcId="{D2F4469A-8B39-48CC-93C6-5344B1743381}" destId="{F12B46C3-981D-4175-B8DE-C15F1DC8C0B5}" srcOrd="1" destOrd="0" parTransId="{F7D2D689-E8BE-4A83-83F8-327FD892DFD1}" sibTransId="{98476ED6-3243-46DE-ACCB-688F30145CF2}"/>
    <dgm:cxn modelId="{37B2DCBF-5534-4AE6-BE87-EBA2E5B63F44}" type="presOf" srcId="{30C485D8-908C-4DFB-9E92-134FD437AD9D}" destId="{338B25DE-3474-4976-8846-B22F64317790}" srcOrd="0" destOrd="0" presId="urn:microsoft.com/office/officeart/2005/8/layout/vProcess5"/>
    <dgm:cxn modelId="{0291EAD7-5F81-432F-B60C-E5C470625C00}" type="presOf" srcId="{D2F4469A-8B39-48CC-93C6-5344B1743381}" destId="{1DC5CDCA-77B7-4822-80DB-2A160BC37AE5}" srcOrd="0" destOrd="0" presId="urn:microsoft.com/office/officeart/2005/8/layout/vProcess5"/>
    <dgm:cxn modelId="{221A7104-C701-497D-A366-400579934F5F}" type="presParOf" srcId="{1DC5CDCA-77B7-4822-80DB-2A160BC37AE5}" destId="{95411FD1-38DF-4911-804C-4818E9EA5FF9}" srcOrd="0" destOrd="0" presId="urn:microsoft.com/office/officeart/2005/8/layout/vProcess5"/>
    <dgm:cxn modelId="{667A805D-0CDB-477B-AFD3-A9908BFD8A67}" type="presParOf" srcId="{1DC5CDCA-77B7-4822-80DB-2A160BC37AE5}" destId="{1C9FB7E2-DA6B-4C8E-9D5F-5C003C545484}" srcOrd="1" destOrd="0" presId="urn:microsoft.com/office/officeart/2005/8/layout/vProcess5"/>
    <dgm:cxn modelId="{6E6B0EDE-D855-488A-9EDA-5E5899AB67E5}" type="presParOf" srcId="{1DC5CDCA-77B7-4822-80DB-2A160BC37AE5}" destId="{D092FB93-4CF2-4B6A-969A-03004BE9D0DD}" srcOrd="2" destOrd="0" presId="urn:microsoft.com/office/officeart/2005/8/layout/vProcess5"/>
    <dgm:cxn modelId="{23663128-03C8-4825-AF9C-621C14EB6F64}" type="presParOf" srcId="{1DC5CDCA-77B7-4822-80DB-2A160BC37AE5}" destId="{338B25DE-3474-4976-8846-B22F64317790}" srcOrd="3" destOrd="0" presId="urn:microsoft.com/office/officeart/2005/8/layout/vProcess5"/>
    <dgm:cxn modelId="{71E3FA1D-2536-4841-B667-C6CDB9539F77}" type="presParOf" srcId="{1DC5CDCA-77B7-4822-80DB-2A160BC37AE5}" destId="{182ECE46-99D3-4206-94F4-D4F21C6E110A}" srcOrd="4" destOrd="0" presId="urn:microsoft.com/office/officeart/2005/8/layout/vProcess5"/>
    <dgm:cxn modelId="{AA37173D-BFA9-4AF2-AC25-3AE6C9D1A8BD}" type="presParOf" srcId="{1DC5CDCA-77B7-4822-80DB-2A160BC37AE5}" destId="{3CCEC446-A553-4F91-96D8-BE12CC02CC8C}" srcOrd="5" destOrd="0" presId="urn:microsoft.com/office/officeart/2005/8/layout/vProcess5"/>
    <dgm:cxn modelId="{A30A1442-398E-40CF-A8DC-CD0307D45852}" type="presParOf" srcId="{1DC5CDCA-77B7-4822-80DB-2A160BC37AE5}" destId="{F69793E1-7B27-480A-9C23-1E57D92704F2}" srcOrd="6" destOrd="0" presId="urn:microsoft.com/office/officeart/2005/8/layout/vProcess5"/>
    <dgm:cxn modelId="{73703F6A-D5EC-4342-ADBC-CDA247F6B8C2}" type="presParOf" srcId="{1DC5CDCA-77B7-4822-80DB-2A160BC37AE5}" destId="{D0A47639-A575-4DF4-8124-181CC359F88D}" srcOrd="7" destOrd="0" presId="urn:microsoft.com/office/officeart/2005/8/layout/vProcess5"/>
    <dgm:cxn modelId="{76EA5586-0C61-456B-8284-350266B0B068}" type="presParOf" srcId="{1DC5CDCA-77B7-4822-80DB-2A160BC37AE5}" destId="{5D0E8743-CE29-4E9F-9E34-0BF823B8706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665876-C03C-46E6-AE25-1CF9EE1BC3D2}">
      <dsp:nvSpPr>
        <dsp:cNvPr id="0" name=""/>
        <dsp:cNvSpPr/>
      </dsp:nvSpPr>
      <dsp:spPr>
        <a:xfrm>
          <a:off x="2716589" y="1434"/>
          <a:ext cx="5266766" cy="3344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27B500-F3BC-4398-8051-BC12FEC3B434}">
      <dsp:nvSpPr>
        <dsp:cNvPr id="0" name=""/>
        <dsp:cNvSpPr/>
      </dsp:nvSpPr>
      <dsp:spPr>
        <a:xfrm>
          <a:off x="3301785" y="557370"/>
          <a:ext cx="5266766" cy="334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E-health uses computer networks for remote health service delivery, especially to underserved areas.</a:t>
          </a:r>
        </a:p>
      </dsp:txBody>
      <dsp:txXfrm>
        <a:off x="3399739" y="655324"/>
        <a:ext cx="5070858" cy="31484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BE484-FB1F-41C6-95D3-84635734CADE}">
      <dsp:nvSpPr>
        <dsp:cNvPr id="0" name=""/>
        <dsp:cNvSpPr/>
      </dsp:nvSpPr>
      <dsp:spPr>
        <a:xfrm>
          <a:off x="0" y="2418"/>
          <a:ext cx="7979053" cy="1225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A7143-9850-4380-8A2F-1A179E9651D7}">
      <dsp:nvSpPr>
        <dsp:cNvPr id="0" name=""/>
        <dsp:cNvSpPr/>
      </dsp:nvSpPr>
      <dsp:spPr>
        <a:xfrm>
          <a:off x="370715" y="278157"/>
          <a:ext cx="674028" cy="674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B01EF-7757-4F13-8067-CB9AC2087B32}">
      <dsp:nvSpPr>
        <dsp:cNvPr id="0" name=""/>
        <dsp:cNvSpPr/>
      </dsp:nvSpPr>
      <dsp:spPr>
        <a:xfrm>
          <a:off x="1415460" y="2418"/>
          <a:ext cx="6563592" cy="122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699" tIns="129699" rIns="129699" bIns="129699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Epi Info by CDC for field data analysis.</a:t>
          </a:r>
        </a:p>
      </dsp:txBody>
      <dsp:txXfrm>
        <a:off x="1415460" y="2418"/>
        <a:ext cx="6563592" cy="1225506"/>
      </dsp:txXfrm>
    </dsp:sp>
    <dsp:sp modelId="{E9BD78C0-CDA4-41A1-BDE9-21236FFF2C4C}">
      <dsp:nvSpPr>
        <dsp:cNvPr id="0" name=""/>
        <dsp:cNvSpPr/>
      </dsp:nvSpPr>
      <dsp:spPr>
        <a:xfrm>
          <a:off x="0" y="1534301"/>
          <a:ext cx="7979053" cy="1225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A420B-14A0-45A3-91FA-D5304D969491}">
      <dsp:nvSpPr>
        <dsp:cNvPr id="0" name=""/>
        <dsp:cNvSpPr/>
      </dsp:nvSpPr>
      <dsp:spPr>
        <a:xfrm>
          <a:off x="370715" y="1810040"/>
          <a:ext cx="674028" cy="674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CAED8-67F3-4B6D-BDE4-463D22C5DA92}">
      <dsp:nvSpPr>
        <dsp:cNvPr id="0" name=""/>
        <dsp:cNvSpPr/>
      </dsp:nvSpPr>
      <dsp:spPr>
        <a:xfrm>
          <a:off x="1415460" y="1534301"/>
          <a:ext cx="6563592" cy="122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699" tIns="129699" rIns="129699" bIns="129699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 and Python for statistical modeling and machine learning.</a:t>
          </a:r>
        </a:p>
      </dsp:txBody>
      <dsp:txXfrm>
        <a:off x="1415460" y="1534301"/>
        <a:ext cx="6563592" cy="1225506"/>
      </dsp:txXfrm>
    </dsp:sp>
    <dsp:sp modelId="{47D68E8C-D798-48F2-96E8-EB8C6954C90A}">
      <dsp:nvSpPr>
        <dsp:cNvPr id="0" name=""/>
        <dsp:cNvSpPr/>
      </dsp:nvSpPr>
      <dsp:spPr>
        <a:xfrm>
          <a:off x="0" y="3066184"/>
          <a:ext cx="7979053" cy="1225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CB260-843C-48B1-87AF-D06EB5372DD7}">
      <dsp:nvSpPr>
        <dsp:cNvPr id="0" name=""/>
        <dsp:cNvSpPr/>
      </dsp:nvSpPr>
      <dsp:spPr>
        <a:xfrm>
          <a:off x="370715" y="3341923"/>
          <a:ext cx="674028" cy="6740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4CEF5-7B34-40D2-B140-D4B05C7F2D23}">
      <dsp:nvSpPr>
        <dsp:cNvPr id="0" name=""/>
        <dsp:cNvSpPr/>
      </dsp:nvSpPr>
      <dsp:spPr>
        <a:xfrm>
          <a:off x="1415460" y="3066184"/>
          <a:ext cx="6563592" cy="122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699" tIns="129699" rIns="129699" bIns="129699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SPSS, STATA, and SAS for structured health surveys and regression models.</a:t>
          </a:r>
        </a:p>
      </dsp:txBody>
      <dsp:txXfrm>
        <a:off x="1415460" y="3066184"/>
        <a:ext cx="6563592" cy="1225506"/>
      </dsp:txXfrm>
    </dsp:sp>
    <dsp:sp modelId="{2BE35B00-ECA0-41D6-85C0-91483F46B440}">
      <dsp:nvSpPr>
        <dsp:cNvPr id="0" name=""/>
        <dsp:cNvSpPr/>
      </dsp:nvSpPr>
      <dsp:spPr>
        <a:xfrm>
          <a:off x="0" y="4598068"/>
          <a:ext cx="7979053" cy="1225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6C38E-8B75-47DE-B634-E4BA973570AC}">
      <dsp:nvSpPr>
        <dsp:cNvPr id="0" name=""/>
        <dsp:cNvSpPr/>
      </dsp:nvSpPr>
      <dsp:spPr>
        <a:xfrm>
          <a:off x="370715" y="4873807"/>
          <a:ext cx="674028" cy="6740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8F2A5-302B-497C-B4AC-93F05EE0162E}">
      <dsp:nvSpPr>
        <dsp:cNvPr id="0" name=""/>
        <dsp:cNvSpPr/>
      </dsp:nvSpPr>
      <dsp:spPr>
        <a:xfrm>
          <a:off x="1415460" y="4598068"/>
          <a:ext cx="6563592" cy="122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699" tIns="129699" rIns="129699" bIns="129699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DHIS2 for health information system management at national levels.</a:t>
          </a:r>
        </a:p>
      </dsp:txBody>
      <dsp:txXfrm>
        <a:off x="1415460" y="4598068"/>
        <a:ext cx="6563592" cy="12255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AE6C2-7CEB-4480-B133-5F8325BF2106}">
      <dsp:nvSpPr>
        <dsp:cNvPr id="0" name=""/>
        <dsp:cNvSpPr/>
      </dsp:nvSpPr>
      <dsp:spPr>
        <a:xfrm>
          <a:off x="0" y="664"/>
          <a:ext cx="6948289" cy="15551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0BC16-EC80-43F9-951F-B11BA6745972}">
      <dsp:nvSpPr>
        <dsp:cNvPr id="0" name=""/>
        <dsp:cNvSpPr/>
      </dsp:nvSpPr>
      <dsp:spPr>
        <a:xfrm>
          <a:off x="470426" y="350568"/>
          <a:ext cx="855321" cy="855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E7554-640A-4D20-A2D1-1B6BA914F17C}">
      <dsp:nvSpPr>
        <dsp:cNvPr id="0" name=""/>
        <dsp:cNvSpPr/>
      </dsp:nvSpPr>
      <dsp:spPr>
        <a:xfrm>
          <a:off x="1796175" y="664"/>
          <a:ext cx="5152113" cy="155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85" tIns="164585" rIns="164585" bIns="164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Computers allow simulation of disease transmission using models like SEIR and agent-based models.</a:t>
          </a:r>
        </a:p>
      </dsp:txBody>
      <dsp:txXfrm>
        <a:off x="1796175" y="664"/>
        <a:ext cx="5152113" cy="1555130"/>
      </dsp:txXfrm>
    </dsp:sp>
    <dsp:sp modelId="{D35AF178-205F-493E-BC5A-5C4307C45E87}">
      <dsp:nvSpPr>
        <dsp:cNvPr id="0" name=""/>
        <dsp:cNvSpPr/>
      </dsp:nvSpPr>
      <dsp:spPr>
        <a:xfrm>
          <a:off x="0" y="1944577"/>
          <a:ext cx="6948289" cy="15551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8E4BA-38A7-443F-8CAC-EB6A62EAB013}">
      <dsp:nvSpPr>
        <dsp:cNvPr id="0" name=""/>
        <dsp:cNvSpPr/>
      </dsp:nvSpPr>
      <dsp:spPr>
        <a:xfrm>
          <a:off x="470426" y="2294481"/>
          <a:ext cx="855321" cy="855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E0A30-7F48-428D-9326-AF553157E204}">
      <dsp:nvSpPr>
        <dsp:cNvPr id="0" name=""/>
        <dsp:cNvSpPr/>
      </dsp:nvSpPr>
      <dsp:spPr>
        <a:xfrm>
          <a:off x="1796175" y="1944577"/>
          <a:ext cx="5152113" cy="155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85" tIns="164585" rIns="164585" bIns="164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forecasting of outbreaks using ML algorithms.</a:t>
          </a:r>
        </a:p>
      </dsp:txBody>
      <dsp:txXfrm>
        <a:off x="1796175" y="1944577"/>
        <a:ext cx="5152113" cy="1555130"/>
      </dsp:txXfrm>
    </dsp:sp>
    <dsp:sp modelId="{E120599F-22CC-412C-85C0-5DE2E65D429A}">
      <dsp:nvSpPr>
        <dsp:cNvPr id="0" name=""/>
        <dsp:cNvSpPr/>
      </dsp:nvSpPr>
      <dsp:spPr>
        <a:xfrm>
          <a:off x="0" y="3888490"/>
          <a:ext cx="6948289" cy="15551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B0807-D894-4A13-AAD3-D9C2FA337960}">
      <dsp:nvSpPr>
        <dsp:cNvPr id="0" name=""/>
        <dsp:cNvSpPr/>
      </dsp:nvSpPr>
      <dsp:spPr>
        <a:xfrm>
          <a:off x="470426" y="4238394"/>
          <a:ext cx="855321" cy="855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DA593-F5DA-48E2-8729-64D9A547A1B7}">
      <dsp:nvSpPr>
        <dsp:cNvPr id="0" name=""/>
        <dsp:cNvSpPr/>
      </dsp:nvSpPr>
      <dsp:spPr>
        <a:xfrm>
          <a:off x="1796175" y="3888490"/>
          <a:ext cx="5152113" cy="1555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85" tIns="164585" rIns="164585" bIns="164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Tools: GLEAMviz for pandemic simulations, HealthMap for outbreak alerting.</a:t>
          </a:r>
        </a:p>
      </dsp:txBody>
      <dsp:txXfrm>
        <a:off x="1796175" y="3888490"/>
        <a:ext cx="5152113" cy="15551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21D10-F346-484F-A14C-E253EDF656CC}">
      <dsp:nvSpPr>
        <dsp:cNvPr id="0" name=""/>
        <dsp:cNvSpPr/>
      </dsp:nvSpPr>
      <dsp:spPr>
        <a:xfrm>
          <a:off x="0" y="1814"/>
          <a:ext cx="11285141" cy="919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89664-8359-42B9-AB0E-66C978C6F038}">
      <dsp:nvSpPr>
        <dsp:cNvPr id="0" name=""/>
        <dsp:cNvSpPr/>
      </dsp:nvSpPr>
      <dsp:spPr>
        <a:xfrm>
          <a:off x="278154" y="208706"/>
          <a:ext cx="505735" cy="5057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E420A-EA56-4DC6-964E-64E5F82AE9DD}">
      <dsp:nvSpPr>
        <dsp:cNvPr id="0" name=""/>
        <dsp:cNvSpPr/>
      </dsp:nvSpPr>
      <dsp:spPr>
        <a:xfrm>
          <a:off x="1062044" y="1814"/>
          <a:ext cx="10223096" cy="91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316" tIns="97316" rIns="97316" bIns="9731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Infrastructural limitations: internet, power, and hardware issues. </a:t>
          </a:r>
        </a:p>
      </dsp:txBody>
      <dsp:txXfrm>
        <a:off x="1062044" y="1814"/>
        <a:ext cx="10223096" cy="919519"/>
      </dsp:txXfrm>
    </dsp:sp>
    <dsp:sp modelId="{8EE5E73B-59D9-4390-85AD-88BD1DA57520}">
      <dsp:nvSpPr>
        <dsp:cNvPr id="0" name=""/>
        <dsp:cNvSpPr/>
      </dsp:nvSpPr>
      <dsp:spPr>
        <a:xfrm>
          <a:off x="0" y="1151213"/>
          <a:ext cx="11285141" cy="919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B3EE6-B050-47CF-BAC7-238553965F71}">
      <dsp:nvSpPr>
        <dsp:cNvPr id="0" name=""/>
        <dsp:cNvSpPr/>
      </dsp:nvSpPr>
      <dsp:spPr>
        <a:xfrm>
          <a:off x="278154" y="1358104"/>
          <a:ext cx="505735" cy="5057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661DC-D96A-4833-B601-B732C068D488}">
      <dsp:nvSpPr>
        <dsp:cNvPr id="0" name=""/>
        <dsp:cNvSpPr/>
      </dsp:nvSpPr>
      <dsp:spPr>
        <a:xfrm>
          <a:off x="1062044" y="1151213"/>
          <a:ext cx="10223096" cy="91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316" tIns="97316" rIns="97316" bIns="9731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Lack of trained personnel for managing digital systems.</a:t>
          </a:r>
        </a:p>
      </dsp:txBody>
      <dsp:txXfrm>
        <a:off x="1062044" y="1151213"/>
        <a:ext cx="10223096" cy="919519"/>
      </dsp:txXfrm>
    </dsp:sp>
    <dsp:sp modelId="{BB746905-D83D-47A7-B290-8C2351E94585}">
      <dsp:nvSpPr>
        <dsp:cNvPr id="0" name=""/>
        <dsp:cNvSpPr/>
      </dsp:nvSpPr>
      <dsp:spPr>
        <a:xfrm>
          <a:off x="0" y="2300611"/>
          <a:ext cx="11285141" cy="919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89361-D0D9-41DC-9B5E-7D1F48535C85}">
      <dsp:nvSpPr>
        <dsp:cNvPr id="0" name=""/>
        <dsp:cNvSpPr/>
      </dsp:nvSpPr>
      <dsp:spPr>
        <a:xfrm>
          <a:off x="278154" y="2507503"/>
          <a:ext cx="505735" cy="5057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7DDF1-02EB-4698-9E8A-7CF92D261EC9}">
      <dsp:nvSpPr>
        <dsp:cNvPr id="0" name=""/>
        <dsp:cNvSpPr/>
      </dsp:nvSpPr>
      <dsp:spPr>
        <a:xfrm>
          <a:off x="1062044" y="2300611"/>
          <a:ext cx="10223096" cy="91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316" tIns="97316" rIns="97316" bIns="9731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Fragmented data systems with poor interoperability. </a:t>
          </a:r>
        </a:p>
      </dsp:txBody>
      <dsp:txXfrm>
        <a:off x="1062044" y="2300611"/>
        <a:ext cx="10223096" cy="919519"/>
      </dsp:txXfrm>
    </dsp:sp>
    <dsp:sp modelId="{533B21E0-AC0F-4F60-9501-060D1D352887}">
      <dsp:nvSpPr>
        <dsp:cNvPr id="0" name=""/>
        <dsp:cNvSpPr/>
      </dsp:nvSpPr>
      <dsp:spPr>
        <a:xfrm>
          <a:off x="0" y="3450010"/>
          <a:ext cx="11285141" cy="9195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8C67F-3926-4654-9A5E-4C3F687F4D07}">
      <dsp:nvSpPr>
        <dsp:cNvPr id="0" name=""/>
        <dsp:cNvSpPr/>
      </dsp:nvSpPr>
      <dsp:spPr>
        <a:xfrm>
          <a:off x="278154" y="3656902"/>
          <a:ext cx="505735" cy="5057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4DD90-A09C-4ACA-9550-4E4975CAC2AF}">
      <dsp:nvSpPr>
        <dsp:cNvPr id="0" name=""/>
        <dsp:cNvSpPr/>
      </dsp:nvSpPr>
      <dsp:spPr>
        <a:xfrm>
          <a:off x="1062044" y="3450010"/>
          <a:ext cx="10223096" cy="91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316" tIns="97316" rIns="97316" bIns="9731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Sustainability </a:t>
          </a:r>
          <a:r>
            <a:rPr lang="en-US" sz="2800" kern="1200" dirty="0"/>
            <a:t>concerns and reliance on donor-funded platforms.</a:t>
          </a:r>
        </a:p>
      </dsp:txBody>
      <dsp:txXfrm>
        <a:off x="1062044" y="3450010"/>
        <a:ext cx="10223096" cy="9195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2849C-0F02-491C-9862-55AA61647EF1}">
      <dsp:nvSpPr>
        <dsp:cNvPr id="0" name=""/>
        <dsp:cNvSpPr/>
      </dsp:nvSpPr>
      <dsp:spPr>
        <a:xfrm>
          <a:off x="0" y="0"/>
          <a:ext cx="9028112" cy="9616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Patient data privacy and cybersecurity risks.</a:t>
          </a:r>
        </a:p>
      </dsp:txBody>
      <dsp:txXfrm>
        <a:off x="28167" y="28167"/>
        <a:ext cx="7909105" cy="905361"/>
      </dsp:txXfrm>
    </dsp:sp>
    <dsp:sp modelId="{EB09EB13-BBDC-433D-B3DB-C47E766DCDB3}">
      <dsp:nvSpPr>
        <dsp:cNvPr id="0" name=""/>
        <dsp:cNvSpPr/>
      </dsp:nvSpPr>
      <dsp:spPr>
        <a:xfrm>
          <a:off x="756104" y="1136549"/>
          <a:ext cx="9028112" cy="9616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Challenges in obtaining informed consent for secondary data usage. </a:t>
          </a:r>
        </a:p>
      </dsp:txBody>
      <dsp:txXfrm>
        <a:off x="784271" y="1164716"/>
        <a:ext cx="7590572" cy="905361"/>
      </dsp:txXfrm>
    </dsp:sp>
    <dsp:sp modelId="{A67EF5CB-7DC1-4C7B-A8C4-82F11B6B3C8D}">
      <dsp:nvSpPr>
        <dsp:cNvPr id="0" name=""/>
        <dsp:cNvSpPr/>
      </dsp:nvSpPr>
      <dsp:spPr>
        <a:xfrm>
          <a:off x="1500923" y="2273098"/>
          <a:ext cx="9028112" cy="9616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Bias in AI models affecting decision fairness.</a:t>
          </a:r>
        </a:p>
      </dsp:txBody>
      <dsp:txXfrm>
        <a:off x="1529090" y="2301265"/>
        <a:ext cx="7601857" cy="905361"/>
      </dsp:txXfrm>
    </dsp:sp>
    <dsp:sp modelId="{4B7A0B0A-10F6-4A1A-A742-967864D26200}">
      <dsp:nvSpPr>
        <dsp:cNvPr id="0" name=""/>
        <dsp:cNvSpPr/>
      </dsp:nvSpPr>
      <dsp:spPr>
        <a:xfrm>
          <a:off x="2257028" y="3409648"/>
          <a:ext cx="9028112" cy="9616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Regulatory frameworks often lag behind technology adoption.</a:t>
          </a:r>
        </a:p>
      </dsp:txBody>
      <dsp:txXfrm>
        <a:off x="2285195" y="3437815"/>
        <a:ext cx="7590572" cy="905361"/>
      </dsp:txXfrm>
    </dsp:sp>
    <dsp:sp modelId="{8371B135-4679-40B0-A2BC-E1697DEA66AC}">
      <dsp:nvSpPr>
        <dsp:cNvPr id="0" name=""/>
        <dsp:cNvSpPr/>
      </dsp:nvSpPr>
      <dsp:spPr>
        <a:xfrm>
          <a:off x="8403010" y="736571"/>
          <a:ext cx="625102" cy="6251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543658" y="736571"/>
        <a:ext cx="343806" cy="470389"/>
      </dsp:txXfrm>
    </dsp:sp>
    <dsp:sp modelId="{68BB1F1A-0E5D-4CE6-A2E0-2984D479A4BB}">
      <dsp:nvSpPr>
        <dsp:cNvPr id="0" name=""/>
        <dsp:cNvSpPr/>
      </dsp:nvSpPr>
      <dsp:spPr>
        <a:xfrm>
          <a:off x="9159115" y="1873120"/>
          <a:ext cx="625102" cy="6251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299763" y="1873120"/>
        <a:ext cx="343806" cy="470389"/>
      </dsp:txXfrm>
    </dsp:sp>
    <dsp:sp modelId="{7C2711A5-23A7-475B-959E-68159E6C2FAB}">
      <dsp:nvSpPr>
        <dsp:cNvPr id="0" name=""/>
        <dsp:cNvSpPr/>
      </dsp:nvSpPr>
      <dsp:spPr>
        <a:xfrm>
          <a:off x="9903934" y="3009670"/>
          <a:ext cx="625102" cy="6251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044582" y="3009670"/>
        <a:ext cx="343806" cy="4703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35ABA-59B0-42C4-B8EA-2303DBD4A433}">
      <dsp:nvSpPr>
        <dsp:cNvPr id="0" name=""/>
        <dsp:cNvSpPr/>
      </dsp:nvSpPr>
      <dsp:spPr>
        <a:xfrm>
          <a:off x="0" y="0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Used for real-time data tracking, visualization dashboards, and policy planning (e.g., COVID-19).</a:t>
          </a:r>
        </a:p>
      </dsp:txBody>
      <dsp:txXfrm>
        <a:off x="34296" y="34296"/>
        <a:ext cx="8328812" cy="1102368"/>
      </dsp:txXfrm>
    </dsp:sp>
    <dsp:sp modelId="{94813036-8B23-4523-9747-B28C827BE8DA}">
      <dsp:nvSpPr>
        <dsp:cNvPr id="0" name=""/>
        <dsp:cNvSpPr/>
      </dsp:nvSpPr>
      <dsp:spPr>
        <a:xfrm>
          <a:off x="846385" y="1366120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Contact tracing apps, mobility tracking, and hotspot identification.</a:t>
          </a:r>
        </a:p>
      </dsp:txBody>
      <dsp:txXfrm>
        <a:off x="880681" y="1400416"/>
        <a:ext cx="7916267" cy="1102368"/>
      </dsp:txXfrm>
    </dsp:sp>
    <dsp:sp modelId="{806A3670-A571-41F8-9832-31D0835021E7}">
      <dsp:nvSpPr>
        <dsp:cNvPr id="0" name=""/>
        <dsp:cNvSpPr/>
      </dsp:nvSpPr>
      <dsp:spPr>
        <a:xfrm>
          <a:off x="1692771" y="2732241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Enabling rapid dissemination of protocols and advisories through digital platforms.</a:t>
          </a:r>
        </a:p>
      </dsp:txBody>
      <dsp:txXfrm>
        <a:off x="1727067" y="2766537"/>
        <a:ext cx="7916267" cy="1102368"/>
      </dsp:txXfrm>
    </dsp:sp>
    <dsp:sp modelId="{30DBF151-A10D-4899-AEC6-DDD301DC9FCB}">
      <dsp:nvSpPr>
        <dsp:cNvPr id="0" name=""/>
        <dsp:cNvSpPr/>
      </dsp:nvSpPr>
      <dsp:spPr>
        <a:xfrm>
          <a:off x="8831245" y="887978"/>
          <a:ext cx="761124" cy="761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02498" y="887978"/>
        <a:ext cx="418618" cy="572746"/>
      </dsp:txXfrm>
    </dsp:sp>
    <dsp:sp modelId="{CF1985E9-F20F-4C87-8D6E-AAEFB4AAC7E9}">
      <dsp:nvSpPr>
        <dsp:cNvPr id="0" name=""/>
        <dsp:cNvSpPr/>
      </dsp:nvSpPr>
      <dsp:spPr>
        <a:xfrm>
          <a:off x="9677631" y="2246292"/>
          <a:ext cx="761124" cy="761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848884" y="2246292"/>
        <a:ext cx="418618" cy="5727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FB7E2-DA6B-4C8E-9D5F-5C003C545484}">
      <dsp:nvSpPr>
        <dsp:cNvPr id="0" name=""/>
        <dsp:cNvSpPr/>
      </dsp:nvSpPr>
      <dsp:spPr>
        <a:xfrm>
          <a:off x="0" y="0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Computers are central to the transformation of public health in the digital era.</a:t>
          </a:r>
        </a:p>
      </dsp:txBody>
      <dsp:txXfrm>
        <a:off x="34296" y="34296"/>
        <a:ext cx="8328812" cy="1102368"/>
      </dsp:txXfrm>
    </dsp:sp>
    <dsp:sp modelId="{D092FB93-4CF2-4B6A-969A-03004BE9D0DD}">
      <dsp:nvSpPr>
        <dsp:cNvPr id="0" name=""/>
        <dsp:cNvSpPr/>
      </dsp:nvSpPr>
      <dsp:spPr>
        <a:xfrm>
          <a:off x="846385" y="1366120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From surveillance and diagnostics to awareness and forecasting, they offer unparalleled reach and precision.</a:t>
          </a:r>
        </a:p>
      </dsp:txBody>
      <dsp:txXfrm>
        <a:off x="880681" y="1400416"/>
        <a:ext cx="7916267" cy="1102368"/>
      </dsp:txXfrm>
    </dsp:sp>
    <dsp:sp modelId="{338B25DE-3474-4976-8846-B22F64317790}">
      <dsp:nvSpPr>
        <dsp:cNvPr id="0" name=""/>
        <dsp:cNvSpPr/>
      </dsp:nvSpPr>
      <dsp:spPr>
        <a:xfrm>
          <a:off x="1692771" y="2732241"/>
          <a:ext cx="9592369" cy="11709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 future-ready public health workforce must be trained in digital health technologies.</a:t>
          </a:r>
        </a:p>
      </dsp:txBody>
      <dsp:txXfrm>
        <a:off x="1727067" y="2766537"/>
        <a:ext cx="7916267" cy="1102368"/>
      </dsp:txXfrm>
    </dsp:sp>
    <dsp:sp modelId="{182ECE46-99D3-4206-94F4-D4F21C6E110A}">
      <dsp:nvSpPr>
        <dsp:cNvPr id="0" name=""/>
        <dsp:cNvSpPr/>
      </dsp:nvSpPr>
      <dsp:spPr>
        <a:xfrm>
          <a:off x="8831245" y="887978"/>
          <a:ext cx="761124" cy="761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02498" y="887978"/>
        <a:ext cx="418618" cy="572746"/>
      </dsp:txXfrm>
    </dsp:sp>
    <dsp:sp modelId="{3CCEC446-A553-4F91-96D8-BE12CC02CC8C}">
      <dsp:nvSpPr>
        <dsp:cNvPr id="0" name=""/>
        <dsp:cNvSpPr/>
      </dsp:nvSpPr>
      <dsp:spPr>
        <a:xfrm>
          <a:off x="9677631" y="2246292"/>
          <a:ext cx="761124" cy="761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848884" y="2246292"/>
        <a:ext cx="418618" cy="5727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0891" y="941958"/>
            <a:ext cx="10148561" cy="2983828"/>
          </a:xfrm>
        </p:spPr>
        <p:txBody>
          <a:bodyPr bIns="0" anchor="b">
            <a:normAutofit/>
          </a:bodyPr>
          <a:lstStyle>
            <a:lvl1pPr algn="l">
              <a:defRPr sz="7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0891" y="4145896"/>
            <a:ext cx="10148560" cy="114779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13" b="0" cap="all" baseline="0">
                <a:solidFill>
                  <a:schemeClr val="tx1"/>
                </a:solidFill>
              </a:defRPr>
            </a:lvl1pPr>
            <a:lvl2pPr marL="536799" indent="0" algn="ctr">
              <a:buNone/>
              <a:defRPr sz="2113"/>
            </a:lvl2pPr>
            <a:lvl3pPr marL="1073597" indent="0" algn="ctr">
              <a:buNone/>
              <a:defRPr sz="2113"/>
            </a:lvl3pPr>
            <a:lvl4pPr marL="1610396" indent="0" algn="ctr">
              <a:buNone/>
              <a:defRPr sz="1879"/>
            </a:lvl4pPr>
            <a:lvl5pPr marL="2147194" indent="0" algn="ctr">
              <a:buNone/>
              <a:defRPr sz="1879"/>
            </a:lvl5pPr>
            <a:lvl6pPr marL="2683993" indent="0" algn="ctr">
              <a:buNone/>
              <a:defRPr sz="1879"/>
            </a:lvl6pPr>
            <a:lvl7pPr marL="3220791" indent="0" algn="ctr">
              <a:buNone/>
              <a:defRPr sz="1879"/>
            </a:lvl7pPr>
            <a:lvl8pPr marL="3757590" indent="0" algn="ctr">
              <a:buNone/>
              <a:defRPr sz="1879"/>
            </a:lvl8pPr>
            <a:lvl9pPr marL="4294388" indent="0" algn="ctr">
              <a:buNone/>
              <a:defRPr sz="1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9388" y="386631"/>
            <a:ext cx="5844350" cy="3630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89256" y="938053"/>
            <a:ext cx="952947" cy="59123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840891" y="4142770"/>
            <a:ext cx="101485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15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08328" y="2168618"/>
            <a:ext cx="112888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48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8731" y="2061827"/>
            <a:ext cx="10155706" cy="2216593"/>
          </a:xfrm>
        </p:spPr>
        <p:txBody>
          <a:bodyPr anchor="b">
            <a:normAutofit/>
          </a:bodyPr>
          <a:lstStyle>
            <a:lvl1pPr algn="l">
              <a:defRPr sz="42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8731" y="4468755"/>
            <a:ext cx="10140774" cy="1189254"/>
          </a:xfrm>
        </p:spPr>
        <p:txBody>
          <a:bodyPr tIns="91440">
            <a:normAutofit/>
          </a:bodyPr>
          <a:lstStyle>
            <a:lvl1pPr marL="0" indent="0" algn="l">
              <a:buNone/>
              <a:defRPr sz="2113">
                <a:solidFill>
                  <a:schemeClr val="tx1"/>
                </a:solidFill>
              </a:defRPr>
            </a:lvl1pPr>
            <a:lvl2pPr marL="536799" indent="0">
              <a:buNone/>
              <a:defRPr sz="2113">
                <a:solidFill>
                  <a:schemeClr val="tx1">
                    <a:tint val="75000"/>
                  </a:schemeClr>
                </a:solidFill>
              </a:defRPr>
            </a:lvl2pPr>
            <a:lvl3pPr marL="1073597" indent="0">
              <a:buNone/>
              <a:defRPr sz="2113">
                <a:solidFill>
                  <a:schemeClr val="tx1">
                    <a:tint val="75000"/>
                  </a:schemeClr>
                </a:solidFill>
              </a:defRPr>
            </a:lvl3pPr>
            <a:lvl4pPr marL="1610396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4pPr>
            <a:lvl5pPr marL="2147194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5pPr>
            <a:lvl6pPr marL="2683993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6pPr>
            <a:lvl7pPr marL="3220791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7pPr>
            <a:lvl8pPr marL="3757590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8pPr>
            <a:lvl9pPr marL="4294388" indent="0">
              <a:buNone/>
              <a:defRPr sz="18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8731" y="4467334"/>
            <a:ext cx="101407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2831" y="945000"/>
            <a:ext cx="11286621" cy="12437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00614" y="2360920"/>
            <a:ext cx="5458054" cy="4048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36181" y="2368510"/>
            <a:ext cx="5458054" cy="4040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08328" y="2168618"/>
            <a:ext cx="112888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74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50" y="944147"/>
            <a:ext cx="11289002" cy="12401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49" y="2371101"/>
            <a:ext cx="5458054" cy="9415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583" b="0" cap="all" baseline="0">
                <a:solidFill>
                  <a:schemeClr val="accent1"/>
                </a:solidFill>
              </a:defRPr>
            </a:lvl1pPr>
            <a:lvl2pPr marL="536799" indent="0">
              <a:buNone/>
              <a:defRPr sz="2348" b="1"/>
            </a:lvl2pPr>
            <a:lvl3pPr marL="1073597" indent="0">
              <a:buNone/>
              <a:defRPr sz="2113" b="1"/>
            </a:lvl3pPr>
            <a:lvl4pPr marL="1610396" indent="0">
              <a:buNone/>
              <a:defRPr sz="1879" b="1"/>
            </a:lvl4pPr>
            <a:lvl5pPr marL="2147194" indent="0">
              <a:buNone/>
              <a:defRPr sz="1879" b="1"/>
            </a:lvl5pPr>
            <a:lvl6pPr marL="2683993" indent="0">
              <a:buNone/>
              <a:defRPr sz="1879" b="1"/>
            </a:lvl6pPr>
            <a:lvl7pPr marL="3220791" indent="0">
              <a:buNone/>
              <a:defRPr sz="1879" b="1"/>
            </a:lvl7pPr>
            <a:lvl8pPr marL="3757590" indent="0">
              <a:buNone/>
              <a:defRPr sz="1879" b="1"/>
            </a:lvl8pPr>
            <a:lvl9pPr marL="4294388" indent="0">
              <a:buNone/>
              <a:defRPr sz="1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0449" y="3315902"/>
            <a:ext cx="5458054" cy="3104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34525" y="2375156"/>
            <a:ext cx="5458054" cy="94188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583" b="0" cap="all" baseline="0">
                <a:solidFill>
                  <a:schemeClr val="accent1"/>
                </a:solidFill>
              </a:defRPr>
            </a:lvl1pPr>
            <a:lvl2pPr marL="536799" indent="0">
              <a:buNone/>
              <a:defRPr sz="2348" b="1"/>
            </a:lvl2pPr>
            <a:lvl3pPr marL="1073597" indent="0">
              <a:buNone/>
              <a:defRPr sz="2113" b="1"/>
            </a:lvl3pPr>
            <a:lvl4pPr marL="1610396" indent="0">
              <a:buNone/>
              <a:defRPr sz="1879" b="1"/>
            </a:lvl4pPr>
            <a:lvl5pPr marL="2147194" indent="0">
              <a:buNone/>
              <a:defRPr sz="1879" b="1"/>
            </a:lvl5pPr>
            <a:lvl6pPr marL="2683993" indent="0">
              <a:buNone/>
              <a:defRPr sz="1879" b="1"/>
            </a:lvl6pPr>
            <a:lvl7pPr marL="3220791" indent="0">
              <a:buNone/>
              <a:defRPr sz="1879" b="1"/>
            </a:lvl7pPr>
            <a:lvl8pPr marL="3757590" indent="0">
              <a:buNone/>
              <a:defRPr sz="1879" b="1"/>
            </a:lvl8pPr>
            <a:lvl9pPr marL="4294388" indent="0">
              <a:buNone/>
              <a:defRPr sz="1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34525" y="3312640"/>
            <a:ext cx="5458054" cy="309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08328" y="2168618"/>
            <a:ext cx="112888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08328" y="2168618"/>
            <a:ext cx="112888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78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9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489" y="938054"/>
            <a:ext cx="3845891" cy="2638282"/>
          </a:xfrm>
        </p:spPr>
        <p:txBody>
          <a:bodyPr anchor="b">
            <a:normAutofit/>
          </a:bodyPr>
          <a:lstStyle>
            <a:lvl1pPr algn="l">
              <a:defRPr sz="28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6364" y="938055"/>
            <a:ext cx="7064652" cy="546980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7489" y="3763484"/>
            <a:ext cx="3848140" cy="2639531"/>
          </a:xfrm>
        </p:spPr>
        <p:txBody>
          <a:bodyPr/>
          <a:lstStyle>
            <a:lvl1pPr marL="0" indent="0" algn="l">
              <a:buNone/>
              <a:defRPr sz="1879"/>
            </a:lvl1pPr>
            <a:lvl2pPr marL="536799" indent="0">
              <a:buNone/>
              <a:defRPr sz="1644"/>
            </a:lvl2pPr>
            <a:lvl3pPr marL="1073597" indent="0">
              <a:buNone/>
              <a:defRPr sz="1409"/>
            </a:lvl3pPr>
            <a:lvl4pPr marL="1610396" indent="0">
              <a:buNone/>
              <a:defRPr sz="1174"/>
            </a:lvl4pPr>
            <a:lvl5pPr marL="2147194" indent="0">
              <a:buNone/>
              <a:defRPr sz="1174"/>
            </a:lvl5pPr>
            <a:lvl6pPr marL="2683993" indent="0">
              <a:buNone/>
              <a:defRPr sz="1174"/>
            </a:lvl6pPr>
            <a:lvl7pPr marL="3220791" indent="0">
              <a:buNone/>
              <a:defRPr sz="1174"/>
            </a:lvl7pPr>
            <a:lvl8pPr marL="3757590" indent="0">
              <a:buNone/>
              <a:defRPr sz="1174"/>
            </a:lvl8pPr>
            <a:lvl9pPr marL="4294388" indent="0">
              <a:buNone/>
              <a:defRPr sz="11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01729" y="3763484"/>
            <a:ext cx="38416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1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785930" y="566104"/>
            <a:ext cx="4787576" cy="60454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167" y="1326132"/>
            <a:ext cx="6500485" cy="2149241"/>
          </a:xfrm>
        </p:spPr>
        <p:txBody>
          <a:bodyPr anchor="b">
            <a:normAutofit/>
          </a:bodyPr>
          <a:lstStyle>
            <a:lvl1pPr>
              <a:defRPr sz="37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46158" y="1317948"/>
            <a:ext cx="3279626" cy="4539354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757"/>
            </a:lvl1pPr>
            <a:lvl2pPr marL="536799" indent="0">
              <a:buNone/>
              <a:defRPr sz="3287"/>
            </a:lvl2pPr>
            <a:lvl3pPr marL="1073597" indent="0">
              <a:buNone/>
              <a:defRPr sz="2818"/>
            </a:lvl3pPr>
            <a:lvl4pPr marL="1610396" indent="0">
              <a:buNone/>
              <a:defRPr sz="2348"/>
            </a:lvl4pPr>
            <a:lvl5pPr marL="2147194" indent="0">
              <a:buNone/>
              <a:defRPr sz="2348"/>
            </a:lvl5pPr>
            <a:lvl6pPr marL="2683993" indent="0">
              <a:buNone/>
              <a:defRPr sz="2348"/>
            </a:lvl6pPr>
            <a:lvl7pPr marL="3220791" indent="0">
              <a:buNone/>
              <a:defRPr sz="2348"/>
            </a:lvl7pPr>
            <a:lvl8pPr marL="3757590" indent="0">
              <a:buNone/>
              <a:defRPr sz="2348"/>
            </a:lvl8pPr>
            <a:lvl9pPr marL="4294388" indent="0">
              <a:buNone/>
              <a:defRPr sz="234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4136" y="3693627"/>
            <a:ext cx="6491175" cy="2352542"/>
          </a:xfrm>
        </p:spPr>
        <p:txBody>
          <a:bodyPr>
            <a:normAutofit/>
          </a:bodyPr>
          <a:lstStyle>
            <a:lvl1pPr marL="0" indent="0" algn="l">
              <a:buNone/>
              <a:defRPr sz="2113"/>
            </a:lvl1pPr>
            <a:lvl2pPr marL="536799" indent="0">
              <a:buNone/>
              <a:defRPr sz="1644"/>
            </a:lvl2pPr>
            <a:lvl3pPr marL="1073597" indent="0">
              <a:buNone/>
              <a:defRPr sz="1409"/>
            </a:lvl3pPr>
            <a:lvl4pPr marL="1610396" indent="0">
              <a:buNone/>
              <a:defRPr sz="1174"/>
            </a:lvl4pPr>
            <a:lvl5pPr marL="2147194" indent="0">
              <a:buNone/>
              <a:defRPr sz="1174"/>
            </a:lvl5pPr>
            <a:lvl6pPr marL="2683993" indent="0">
              <a:buNone/>
              <a:defRPr sz="1174"/>
            </a:lvl6pPr>
            <a:lvl7pPr marL="3220791" indent="0">
              <a:buNone/>
              <a:defRPr sz="1174"/>
            </a:lvl7pPr>
            <a:lvl8pPr marL="3757590" indent="0">
              <a:buNone/>
              <a:defRPr sz="1174"/>
            </a:lvl8pPr>
            <a:lvl9pPr marL="4294388" indent="0">
              <a:buNone/>
              <a:defRPr sz="11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00675" y="6422017"/>
            <a:ext cx="6494637" cy="37584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00674" y="374107"/>
            <a:ext cx="6510680" cy="376797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675" y="3690825"/>
            <a:ext cx="649463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0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08328" y="2168618"/>
            <a:ext cx="112888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23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90955" y="938054"/>
            <a:ext cx="1898497" cy="547105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7490" y="938054"/>
            <a:ext cx="9198875" cy="54710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090955" y="938054"/>
            <a:ext cx="0" cy="5471055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375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6280" y="1851914"/>
            <a:ext cx="6231636" cy="53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77684" y="1851914"/>
            <a:ext cx="6231636" cy="53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332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371015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2"/>
            <a:ext cx="14325600" cy="872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05606" y="944565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5606" y="2366619"/>
            <a:ext cx="11283848" cy="405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6113" y="387879"/>
            <a:ext cx="4113340" cy="36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5605" y="386631"/>
            <a:ext cx="6978132" cy="36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4071" y="938053"/>
            <a:ext cx="952947" cy="5912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287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195211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30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1073597" rtl="0" eaLnBrk="1" latinLnBrk="0" hangingPunct="1">
        <a:lnSpc>
          <a:spcPct val="90000"/>
        </a:lnSpc>
        <a:spcBef>
          <a:spcPct val="0"/>
        </a:spcBef>
        <a:buNone/>
        <a:defRPr sz="3757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68399" indent="-268399" algn="l" defTabSz="1073597" rtl="0" eaLnBrk="1" latinLnBrk="0" hangingPunct="1">
        <a:lnSpc>
          <a:spcPct val="120000"/>
        </a:lnSpc>
        <a:spcBef>
          <a:spcPts val="117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348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05198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13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41996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9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78795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44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15593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9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952392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9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489190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9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025989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562787" indent="-268399" algn="l" defTabSz="1073597" rtl="0" eaLnBrk="1" latinLnBrk="0" hangingPunct="1">
        <a:lnSpc>
          <a:spcPct val="120000"/>
        </a:lnSpc>
        <a:spcBef>
          <a:spcPts val="587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1pPr>
      <a:lvl2pPr marL="536799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2pPr>
      <a:lvl3pPr marL="1073597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3pPr>
      <a:lvl4pPr marL="1610396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4pPr>
      <a:lvl5pPr marL="2147194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5pPr>
      <a:lvl6pPr marL="2683993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6pPr>
      <a:lvl7pPr marL="3220791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7pPr>
      <a:lvl8pPr marL="3757590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8pPr>
      <a:lvl9pPr marL="4294388" algn="l" defTabSz="1073597" rtl="0" eaLnBrk="1" latinLnBrk="0" hangingPunct="1">
        <a:defRPr sz="21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40891" y="4142769"/>
            <a:ext cx="101485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412368-7E6B-4064-B6FA-72DF6DA0C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14FE20-9BCC-4219-A8AD-B1C110BD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824" y="1146492"/>
            <a:ext cx="6492234" cy="2779293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marL="12700" defTabSz="914400"/>
            <a:r>
              <a:rPr lang="en-US" sz="6300"/>
              <a:t>The</a:t>
            </a:r>
            <a:r>
              <a:rPr lang="en-US" sz="6300" spc="-160"/>
              <a:t> </a:t>
            </a:r>
            <a:r>
              <a:rPr lang="en-US" sz="6300" spc="55"/>
              <a:t>Role</a:t>
            </a:r>
            <a:r>
              <a:rPr lang="en-US" sz="6300" spc="-155"/>
              <a:t> </a:t>
            </a:r>
            <a:r>
              <a:rPr lang="en-US" sz="6300" spc="100"/>
              <a:t>of</a:t>
            </a:r>
            <a:r>
              <a:rPr lang="en-US" sz="6300" spc="-155"/>
              <a:t> </a:t>
            </a:r>
            <a:r>
              <a:rPr lang="en-US" sz="6300" spc="80"/>
              <a:t>Computers</a:t>
            </a:r>
            <a:r>
              <a:rPr lang="en-US" sz="6300" spc="-145"/>
              <a:t> </a:t>
            </a:r>
            <a:r>
              <a:rPr lang="en-US" sz="6300"/>
              <a:t>in</a:t>
            </a:r>
            <a:r>
              <a:rPr lang="en-US" sz="6300" spc="-155"/>
              <a:t> </a:t>
            </a:r>
            <a:r>
              <a:rPr lang="en-US" sz="6300" spc="50"/>
              <a:t>Public</a:t>
            </a:r>
            <a:r>
              <a:rPr lang="en-US" sz="6300" spc="-145"/>
              <a:t> </a:t>
            </a:r>
            <a:r>
              <a:rPr lang="en-US" sz="6300" spc="-10"/>
              <a:t>Health</a:t>
            </a:r>
            <a:endParaRPr lang="en-US" sz="63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1C966-C6C8-4667-903D-E68521C35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6826" y="4142770"/>
            <a:ext cx="65049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439133-030D-427C-AADE-2B48B199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5930" y="566104"/>
            <a:ext cx="4787577" cy="6045426"/>
            <a:chOff x="7477388" y="482171"/>
            <a:chExt cx="4074533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11378B-6628-411A-9A79-CF10232D7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8E6BF6A-26B8-45E6-887E-FE78A7984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88B0B-738B-4313-8674-79D97E74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3158" y="1148203"/>
            <a:ext cx="3665346" cy="48551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E5B527AE-A0E6-950B-E570-AFEA9385E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6738" y="1935784"/>
            <a:ext cx="3288946" cy="32889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F84359-5DD6-461B-9519-90AA2F46C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0BC892-CE86-41EE-8A3B-2178D5170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C530476-9E4F-445D-8134-2376C17E8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C20C9A-0A22-45EF-A638-6E2B3E358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8" y="2168618"/>
            <a:ext cx="58234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0E2A3F4-BCC2-92D2-948D-BEAC4305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07" y="944566"/>
            <a:ext cx="5826143" cy="1231879"/>
          </a:xfrm>
        </p:spPr>
        <p:txBody>
          <a:bodyPr>
            <a:normAutofit/>
          </a:bodyPr>
          <a:lstStyle/>
          <a:p>
            <a:pPr marL="12700" marR="3075305">
              <a:spcBef>
                <a:spcPts val="100"/>
              </a:spcBef>
            </a:pPr>
            <a:r>
              <a:rPr lang="en-US" sz="2300" b="0" i="0" kern="1200" cap="all" spc="65">
                <a:effectLst/>
                <a:latin typeface="Gill Sans MT" panose="020B0502020104020203" pitchFamily="34" charset="0"/>
                <a:ea typeface="+mj-ea"/>
                <a:cs typeface="Tahoma" panose="020B0604030504040204" pitchFamily="34" charset="0"/>
              </a:rPr>
              <a:t>General</a:t>
            </a:r>
            <a:r>
              <a:rPr lang="en-US" sz="2300" b="0" i="0" kern="1200" cap="all" spc="-90">
                <a:effectLst/>
                <a:latin typeface="Gill Sans MT" panose="020B0502020104020203" pitchFamily="34" charset="0"/>
                <a:ea typeface="+mj-ea"/>
                <a:cs typeface="Tahoma" panose="020B0604030504040204" pitchFamily="34" charset="0"/>
              </a:rPr>
              <a:t> </a:t>
            </a:r>
            <a:r>
              <a:rPr lang="en-US" sz="2300" b="0" i="0" kern="1200" cap="all" spc="45">
                <a:effectLst/>
                <a:latin typeface="Gill Sans MT" panose="020B0502020104020203" pitchFamily="34" charset="0"/>
                <a:ea typeface="+mj-ea"/>
                <a:cs typeface="Tahoma" panose="020B0604030504040204" pitchFamily="34" charset="0"/>
              </a:rPr>
              <a:t>Understanding</a:t>
            </a:r>
            <a:br>
              <a:rPr lang="en-US" sz="2300">
                <a:cs typeface="Tahoma"/>
              </a:rPr>
            </a:br>
            <a:endParaRPr lang="en-IN" sz="23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F615F5-24F1-4F7A-B8E5-E7128891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7636-93EF-1E27-5893-D5E6D9A4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093" y="2366618"/>
            <a:ext cx="6779658" cy="40512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cs typeface="Tahoma"/>
              </a:rPr>
              <a:t>Computers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in</a:t>
            </a:r>
            <a:r>
              <a:rPr lang="en-US" sz="2400" spc="114" dirty="0">
                <a:cs typeface="Tahoma"/>
              </a:rPr>
              <a:t> </a:t>
            </a:r>
            <a:r>
              <a:rPr lang="en-US" sz="2400" spc="55" dirty="0">
                <a:cs typeface="Tahoma"/>
              </a:rPr>
              <a:t>public</a:t>
            </a:r>
            <a:r>
              <a:rPr lang="en-US" sz="2400" spc="12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health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involve</a:t>
            </a:r>
            <a:r>
              <a:rPr lang="en-US" sz="2400" spc="12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the</a:t>
            </a:r>
            <a:r>
              <a:rPr lang="en-US" sz="2400" spc="114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application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of</a:t>
            </a:r>
            <a:r>
              <a:rPr lang="en-US" sz="2400" spc="114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digital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spc="55" dirty="0">
                <a:cs typeface="Tahoma"/>
              </a:rPr>
              <a:t>technology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for</a:t>
            </a:r>
            <a:r>
              <a:rPr lang="en-US" sz="2400" spc="114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data</a:t>
            </a:r>
            <a:r>
              <a:rPr lang="en-US" sz="2400" spc="114" dirty="0">
                <a:cs typeface="Tahoma"/>
              </a:rPr>
              <a:t> </a:t>
            </a:r>
            <a:r>
              <a:rPr lang="en-US" sz="2400" spc="-10" dirty="0">
                <a:cs typeface="Tahoma"/>
              </a:rPr>
              <a:t>collection, </a:t>
            </a:r>
            <a:r>
              <a:rPr lang="en-US" sz="2400" spc="10" dirty="0">
                <a:cs typeface="Tahoma"/>
              </a:rPr>
              <a:t>processing,</a:t>
            </a:r>
            <a:r>
              <a:rPr lang="en-US" sz="2400" spc="204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and</a:t>
            </a:r>
            <a:r>
              <a:rPr lang="en-US" sz="2400" spc="195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decision-making</a:t>
            </a:r>
            <a:r>
              <a:rPr lang="en-US" sz="2400" spc="225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aimed</a:t>
            </a:r>
            <a:r>
              <a:rPr lang="en-US" sz="2400" spc="204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at</a:t>
            </a:r>
            <a:r>
              <a:rPr lang="en-US" sz="2400" spc="195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improving</a:t>
            </a:r>
            <a:r>
              <a:rPr lang="en-US" sz="2400" spc="204" dirty="0">
                <a:cs typeface="Tahoma"/>
              </a:rPr>
              <a:t> </a:t>
            </a:r>
            <a:r>
              <a:rPr lang="en-US" sz="2400" spc="10" dirty="0">
                <a:cs typeface="Tahoma"/>
              </a:rPr>
              <a:t>population</a:t>
            </a:r>
            <a:r>
              <a:rPr lang="en-US" sz="2400" spc="210" dirty="0">
                <a:cs typeface="Tahoma"/>
              </a:rPr>
              <a:t> </a:t>
            </a:r>
            <a:r>
              <a:rPr lang="en-US" sz="2400" spc="-10" dirty="0">
                <a:cs typeface="Tahoma"/>
              </a:rPr>
              <a:t>health.</a:t>
            </a:r>
            <a:br>
              <a:rPr lang="en-US" sz="2400" dirty="0">
                <a:cs typeface="Tahoma"/>
              </a:rPr>
            </a:br>
            <a:endParaRPr lang="en-US" sz="2400" dirty="0">
              <a:cs typeface="Tahoma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cs typeface="Tahoma"/>
              </a:rPr>
              <a:t>They</a:t>
            </a:r>
            <a:r>
              <a:rPr lang="en-US" sz="2400" spc="8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serve</a:t>
            </a:r>
            <a:r>
              <a:rPr lang="en-US" sz="2400" spc="10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as</a:t>
            </a:r>
            <a:r>
              <a:rPr lang="en-US" sz="2400" spc="8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the</a:t>
            </a:r>
            <a:r>
              <a:rPr lang="en-US" sz="2400" spc="90" dirty="0">
                <a:cs typeface="Tahoma"/>
              </a:rPr>
              <a:t> </a:t>
            </a:r>
            <a:r>
              <a:rPr lang="en-US" sz="2400" spc="65" dirty="0">
                <a:cs typeface="Tahoma"/>
              </a:rPr>
              <a:t>backbone</a:t>
            </a:r>
            <a:r>
              <a:rPr lang="en-US" sz="2400" spc="10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for</a:t>
            </a:r>
            <a:r>
              <a:rPr lang="en-US" sz="2400" spc="8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managing</a:t>
            </a:r>
            <a:r>
              <a:rPr lang="en-US" sz="2400" spc="10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large-scale</a:t>
            </a:r>
            <a:r>
              <a:rPr lang="en-US" sz="2400" spc="10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health</a:t>
            </a:r>
            <a:r>
              <a:rPr lang="en-US" sz="2400" spc="10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data,</a:t>
            </a:r>
            <a:r>
              <a:rPr lang="en-US" sz="2400" spc="9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providing</a:t>
            </a:r>
            <a:r>
              <a:rPr lang="en-US" sz="2400" spc="100" dirty="0">
                <a:cs typeface="Tahoma"/>
              </a:rPr>
              <a:t> </a:t>
            </a:r>
            <a:r>
              <a:rPr lang="en-US" sz="2400" spc="-10" dirty="0">
                <a:cs typeface="Tahoma"/>
              </a:rPr>
              <a:t>actionable </a:t>
            </a:r>
            <a:r>
              <a:rPr lang="en-US" sz="2400" dirty="0">
                <a:cs typeface="Tahoma"/>
              </a:rPr>
              <a:t>insights</a:t>
            </a:r>
            <a:r>
              <a:rPr lang="en-US" sz="2400" spc="13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for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healthcare</a:t>
            </a:r>
            <a:r>
              <a:rPr lang="en-US" sz="2400" spc="14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planning,</a:t>
            </a:r>
            <a:r>
              <a:rPr lang="en-US" sz="2400" spc="14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response,</a:t>
            </a:r>
            <a:r>
              <a:rPr lang="en-US" sz="2400" spc="140" dirty="0">
                <a:cs typeface="Tahoma"/>
              </a:rPr>
              <a:t> </a:t>
            </a:r>
            <a:r>
              <a:rPr lang="en-US" sz="2400" dirty="0">
                <a:cs typeface="Tahoma"/>
              </a:rPr>
              <a:t>and</a:t>
            </a:r>
            <a:r>
              <a:rPr lang="en-US" sz="2400" spc="125" dirty="0">
                <a:cs typeface="Tahoma"/>
              </a:rPr>
              <a:t> </a:t>
            </a:r>
            <a:r>
              <a:rPr lang="en-US" sz="2400" spc="-10" dirty="0">
                <a:cs typeface="Tahoma"/>
              </a:rPr>
              <a:t>evaluation.</a:t>
            </a:r>
            <a:br>
              <a:rPr lang="en-US" sz="2400" dirty="0">
                <a:cs typeface="Tahoma"/>
              </a:rPr>
            </a:b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81DADC-361B-4490-B5E5-F744ACCD0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6623" y="566104"/>
            <a:ext cx="5466885" cy="6045426"/>
            <a:chOff x="6899254" y="482171"/>
            <a:chExt cx="4652668" cy="514910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8C9000-70B7-4BEE-BD85-98839C65C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99254" y="482171"/>
              <a:ext cx="4652668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AB5912-B2E3-44BD-B8E1-167A999BF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39487" y="812507"/>
              <a:ext cx="400124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4F491-7438-4976-8041-7BEDCA16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977" y="1148203"/>
            <a:ext cx="4313673" cy="48551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E5FDB207-2493-7F30-2469-208D3174D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7653" y="1606242"/>
            <a:ext cx="3948030" cy="39480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B8FA33-A4F9-456F-B49C-3B9DB4D1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2D7D0C-3C09-467B-BCB2-A1A52DAC2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76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716" rIns="0" bIns="0" rtlCol="0">
            <a:spAutoFit/>
          </a:bodyPr>
          <a:lstStyle/>
          <a:p>
            <a:pPr marL="189547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474747"/>
                </a:solidFill>
                <a:latin typeface="Roboto"/>
                <a:cs typeface="Roboto"/>
              </a:rPr>
              <a:t>Role</a:t>
            </a:r>
            <a:r>
              <a:rPr sz="2500" spc="-85" dirty="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74747"/>
                </a:solidFill>
                <a:latin typeface="Roboto"/>
                <a:cs typeface="Roboto"/>
              </a:rPr>
              <a:t>of</a:t>
            </a:r>
            <a:r>
              <a:rPr sz="2500" spc="-80" dirty="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74747"/>
                </a:solidFill>
                <a:latin typeface="Roboto"/>
                <a:cs typeface="Roboto"/>
              </a:rPr>
              <a:t>Computers</a:t>
            </a:r>
            <a:r>
              <a:rPr sz="2500" spc="-80" dirty="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74747"/>
                </a:solidFill>
                <a:latin typeface="Roboto"/>
                <a:cs typeface="Roboto"/>
              </a:rPr>
              <a:t>in</a:t>
            </a:r>
            <a:r>
              <a:rPr sz="2500" spc="-80" dirty="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74747"/>
                </a:solidFill>
                <a:latin typeface="Roboto"/>
                <a:cs typeface="Roboto"/>
              </a:rPr>
              <a:t>Public</a:t>
            </a:r>
            <a:r>
              <a:rPr sz="2500" spc="-80" dirty="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74747"/>
                </a:solidFill>
                <a:latin typeface="Roboto"/>
                <a:cs typeface="Roboto"/>
              </a:rPr>
              <a:t>Health</a:t>
            </a:r>
            <a:endParaRPr sz="2500" dirty="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" y="2425700"/>
            <a:ext cx="13995400" cy="4597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6900" y="5056088"/>
            <a:ext cx="12287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Actionable </a:t>
            </a:r>
            <a:r>
              <a:rPr sz="2000" spc="-10" dirty="0">
                <a:latin typeface="Roboto"/>
                <a:cs typeface="Roboto"/>
              </a:rPr>
              <a:t>Insights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3659088"/>
            <a:ext cx="13385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Application </a:t>
            </a:r>
            <a:r>
              <a:rPr sz="2000" dirty="0">
                <a:latin typeface="Roboto"/>
                <a:cs typeface="Roboto"/>
              </a:rPr>
              <a:t>of</a:t>
            </a:r>
            <a:r>
              <a:rPr sz="2000" spc="5" dirty="0">
                <a:latin typeface="Roboto"/>
                <a:cs typeface="Roboto"/>
              </a:rPr>
              <a:t> </a:t>
            </a:r>
            <a:r>
              <a:rPr sz="2000" spc="-10" dirty="0">
                <a:latin typeface="Roboto"/>
                <a:cs typeface="Roboto"/>
              </a:rPr>
              <a:t>Digital </a:t>
            </a:r>
            <a:r>
              <a:rPr sz="2000" spc="-25" dirty="0">
                <a:latin typeface="Roboto"/>
                <a:cs typeface="Roboto"/>
              </a:rPr>
              <a:t>Technology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7300" y="2719288"/>
            <a:ext cx="11544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Data Collection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6900" y="2719288"/>
            <a:ext cx="12903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Data </a:t>
            </a:r>
            <a:r>
              <a:rPr sz="2000" spc="-25" dirty="0">
                <a:latin typeface="Roboto"/>
                <a:cs typeface="Roboto"/>
              </a:rPr>
              <a:t>Processing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91700" y="2719288"/>
            <a:ext cx="1066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latin typeface="Roboto"/>
                <a:cs typeface="Roboto"/>
              </a:rPr>
              <a:t>Decision- </a:t>
            </a:r>
            <a:r>
              <a:rPr sz="2000" spc="-10" dirty="0">
                <a:latin typeface="Roboto"/>
                <a:cs typeface="Roboto"/>
              </a:rPr>
              <a:t>Making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91700" y="3887688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Healthcare </a:t>
            </a:r>
            <a:r>
              <a:rPr sz="2000" spc="-10" dirty="0">
                <a:latin typeface="Roboto"/>
                <a:cs typeface="Roboto"/>
              </a:rPr>
              <a:t>Planning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1700" y="6224488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Healthcare </a:t>
            </a:r>
            <a:r>
              <a:rPr sz="2000" spc="-10" dirty="0">
                <a:latin typeface="Roboto"/>
                <a:cs typeface="Roboto"/>
              </a:rPr>
              <a:t>Evaluation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91700" y="5056088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Roboto"/>
                <a:cs typeface="Roboto"/>
              </a:rPr>
              <a:t>Healthcare </a:t>
            </a:r>
            <a:r>
              <a:rPr sz="2000" spc="-10" dirty="0">
                <a:latin typeface="Roboto"/>
                <a:cs typeface="Roboto"/>
              </a:rPr>
              <a:t>Response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36500" y="2566888"/>
            <a:ext cx="12407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Improved </a:t>
            </a:r>
            <a:r>
              <a:rPr sz="2000" spc="-30" dirty="0">
                <a:latin typeface="Roboto"/>
                <a:cs typeface="Roboto"/>
              </a:rPr>
              <a:t>Population </a:t>
            </a:r>
            <a:r>
              <a:rPr sz="2000" spc="-10" dirty="0">
                <a:latin typeface="Roboto"/>
                <a:cs typeface="Roboto"/>
              </a:rPr>
              <a:t>Health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7300" y="4903688"/>
            <a:ext cx="15195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Roboto"/>
                <a:cs typeface="Roboto"/>
              </a:rPr>
              <a:t>Management </a:t>
            </a:r>
            <a:r>
              <a:rPr sz="2000" dirty="0">
                <a:latin typeface="Roboto"/>
                <a:cs typeface="Roboto"/>
              </a:rPr>
              <a:t>of</a:t>
            </a:r>
            <a:r>
              <a:rPr sz="2000" spc="5" dirty="0">
                <a:latin typeface="Roboto"/>
                <a:cs typeface="Roboto"/>
              </a:rPr>
              <a:t> </a:t>
            </a:r>
            <a:r>
              <a:rPr sz="2000" spc="-10" dirty="0">
                <a:latin typeface="Roboto"/>
                <a:cs typeface="Roboto"/>
              </a:rPr>
              <a:t>Health </a:t>
            </a:r>
            <a:r>
              <a:rPr sz="2000" spc="-20" dirty="0"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C530476-9E4F-445D-8134-2376C17E8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C20C9A-0A22-45EF-A638-6E2B3E358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8" y="2168618"/>
            <a:ext cx="58234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2A6A6E25-1D46-6EA4-02A2-AAC4E847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07" y="944566"/>
            <a:ext cx="5826143" cy="1231879"/>
          </a:xfrm>
        </p:spPr>
        <p:txBody>
          <a:bodyPr>
            <a:normAutofit/>
          </a:bodyPr>
          <a:lstStyle/>
          <a:p>
            <a:r>
              <a:rPr lang="en-US" sz="2600">
                <a:latin typeface="Tahoma"/>
                <a:cs typeface="Tahoma"/>
              </a:rPr>
              <a:t>Health</a:t>
            </a:r>
            <a:r>
              <a:rPr lang="en-US" sz="2600" spc="-40">
                <a:latin typeface="Tahoma"/>
                <a:cs typeface="Tahoma"/>
              </a:rPr>
              <a:t> </a:t>
            </a:r>
            <a:r>
              <a:rPr lang="en-US" sz="2600">
                <a:latin typeface="Tahoma"/>
                <a:cs typeface="Tahoma"/>
              </a:rPr>
              <a:t>Informatics</a:t>
            </a:r>
            <a:r>
              <a:rPr lang="en-US" sz="2600" spc="-30">
                <a:latin typeface="Tahoma"/>
                <a:cs typeface="Tahoma"/>
              </a:rPr>
              <a:t> </a:t>
            </a:r>
            <a:r>
              <a:rPr lang="en-US" sz="2600">
                <a:latin typeface="Tahoma"/>
                <a:cs typeface="Tahoma"/>
              </a:rPr>
              <a:t>in</a:t>
            </a:r>
            <a:r>
              <a:rPr lang="en-US" sz="2600" spc="-50">
                <a:latin typeface="Tahoma"/>
                <a:cs typeface="Tahoma"/>
              </a:rPr>
              <a:t> </a:t>
            </a:r>
            <a:r>
              <a:rPr lang="en-US" sz="2600" spc="60">
                <a:latin typeface="Tahoma"/>
                <a:cs typeface="Tahoma"/>
              </a:rPr>
              <a:t>Public</a:t>
            </a:r>
            <a:r>
              <a:rPr lang="en-US" sz="2600" spc="-35">
                <a:latin typeface="Tahoma"/>
                <a:cs typeface="Tahoma"/>
              </a:rPr>
              <a:t> </a:t>
            </a:r>
            <a:r>
              <a:rPr lang="en-US" sz="2600" spc="-10">
                <a:latin typeface="Tahoma"/>
                <a:cs typeface="Tahoma"/>
              </a:rPr>
              <a:t>Health</a:t>
            </a:r>
            <a:br>
              <a:rPr lang="en-US" sz="2600">
                <a:latin typeface="Tahoma"/>
                <a:cs typeface="Tahoma"/>
              </a:rPr>
            </a:br>
            <a:endParaRPr lang="en-US" sz="2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615F5-24F1-4F7A-B8E5-E7128891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09FAB-8234-FB4C-4BC5-B34E1AC7D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2366618"/>
            <a:ext cx="6998350" cy="4051275"/>
          </a:xfrm>
        </p:spPr>
        <p:txBody>
          <a:bodyPr>
            <a:normAutofit lnSpcReduction="10000"/>
          </a:bodyPr>
          <a:lstStyle/>
          <a:p>
            <a:pPr marL="12700" marR="5080">
              <a:lnSpc>
                <a:spcPct val="110000"/>
              </a:lnSpc>
              <a:spcBef>
                <a:spcPts val="555"/>
              </a:spcBef>
            </a:pPr>
            <a:r>
              <a:rPr lang="en-US" sz="2400" dirty="0">
                <a:latin typeface="Tahoma"/>
                <a:cs typeface="Tahoma"/>
              </a:rPr>
              <a:t>Health</a:t>
            </a:r>
            <a:r>
              <a:rPr lang="en-US" sz="2400" spc="10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informatics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is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the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study</a:t>
            </a:r>
            <a:r>
              <a:rPr lang="en-US" sz="2400" spc="10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and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application</a:t>
            </a:r>
            <a:r>
              <a:rPr lang="en-US" sz="2400" spc="1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methods</a:t>
            </a:r>
            <a:r>
              <a:rPr lang="en-US" sz="2400" spc="10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collect,</a:t>
            </a:r>
            <a:r>
              <a:rPr lang="en-US" sz="2400" spc="1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store,</a:t>
            </a:r>
            <a:r>
              <a:rPr lang="en-US" sz="2400" spc="10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and </a:t>
            </a:r>
            <a:r>
              <a:rPr lang="en-US" sz="2400" dirty="0">
                <a:latin typeface="Tahoma"/>
                <a:cs typeface="Tahoma"/>
              </a:rPr>
              <a:t>analyze</a:t>
            </a:r>
            <a:r>
              <a:rPr lang="en-US" sz="2400" spc="1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health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for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spc="55" dirty="0">
                <a:latin typeface="Tahoma"/>
                <a:cs typeface="Tahoma"/>
              </a:rPr>
              <a:t>improved</a:t>
            </a:r>
            <a:r>
              <a:rPr lang="en-US" sz="2400" spc="1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healthcare</a:t>
            </a:r>
            <a:r>
              <a:rPr lang="en-US" sz="2400" spc="1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delivery</a:t>
            </a:r>
            <a:r>
              <a:rPr lang="en-US" sz="2400" spc="1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and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outcomes.</a:t>
            </a:r>
            <a:endParaRPr lang="en-US" sz="2400" dirty="0">
              <a:latin typeface="Tahoma"/>
              <a:cs typeface="Tahoma"/>
            </a:endParaRPr>
          </a:p>
          <a:p>
            <a:pPr marL="12700">
              <a:lnSpc>
                <a:spcPct val="110000"/>
              </a:lnSpc>
              <a:spcBef>
                <a:spcPts val="475"/>
              </a:spcBef>
            </a:pPr>
            <a:r>
              <a:rPr lang="en-US" sz="2400" spc="-10" dirty="0">
                <a:latin typeface="Tahoma"/>
                <a:cs typeface="Tahoma"/>
              </a:rPr>
              <a:t>Applications:</a:t>
            </a:r>
          </a:p>
          <a:p>
            <a:pPr marL="621665" indent="-189865">
              <a:lnSpc>
                <a:spcPct val="110000"/>
              </a:lnSpc>
              <a:spcBef>
                <a:spcPts val="580"/>
              </a:spcBef>
              <a:buChar char="•"/>
              <a:tabLst>
                <a:tab pos="621665" algn="l"/>
              </a:tabLst>
            </a:pPr>
            <a:r>
              <a:rPr lang="en-US" sz="2400" dirty="0">
                <a:latin typeface="Tahoma"/>
                <a:cs typeface="Tahoma"/>
              </a:rPr>
              <a:t>Real-time</a:t>
            </a:r>
            <a:r>
              <a:rPr lang="en-US" sz="2400" spc="1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</a:t>
            </a:r>
            <a:r>
              <a:rPr lang="en-US" sz="2400" spc="1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access</a:t>
            </a:r>
            <a:r>
              <a:rPr lang="en-US" sz="2400" spc="114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and</a:t>
            </a:r>
            <a:r>
              <a:rPr lang="en-US" sz="2400" spc="10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monitoring.</a:t>
            </a:r>
            <a:endParaRPr lang="en-US" sz="2400" dirty="0">
              <a:latin typeface="Tahoma"/>
              <a:cs typeface="Tahoma"/>
            </a:endParaRPr>
          </a:p>
          <a:p>
            <a:pPr marL="621665" indent="-189865">
              <a:lnSpc>
                <a:spcPct val="110000"/>
              </a:lnSpc>
              <a:spcBef>
                <a:spcPts val="480"/>
              </a:spcBef>
              <a:buChar char="•"/>
              <a:tabLst>
                <a:tab pos="621665" algn="l"/>
              </a:tabLst>
            </a:pPr>
            <a:r>
              <a:rPr lang="en-US" sz="2400" spc="10" dirty="0">
                <a:latin typeface="Tahoma"/>
                <a:cs typeface="Tahoma"/>
              </a:rPr>
              <a:t>Streamlined</a:t>
            </a:r>
            <a:r>
              <a:rPr lang="en-US" sz="2400" spc="150" dirty="0">
                <a:latin typeface="Tahoma"/>
                <a:cs typeface="Tahoma"/>
              </a:rPr>
              <a:t> </a:t>
            </a:r>
            <a:r>
              <a:rPr lang="en-US" sz="2400" spc="10" dirty="0">
                <a:latin typeface="Tahoma"/>
                <a:cs typeface="Tahoma"/>
              </a:rPr>
              <a:t>communication</a:t>
            </a:r>
            <a:r>
              <a:rPr lang="en-US" sz="2400" spc="155" dirty="0">
                <a:latin typeface="Tahoma"/>
                <a:cs typeface="Tahoma"/>
              </a:rPr>
              <a:t> </a:t>
            </a:r>
            <a:r>
              <a:rPr lang="en-US" sz="2400" spc="10" dirty="0">
                <a:latin typeface="Tahoma"/>
                <a:cs typeface="Tahoma"/>
              </a:rPr>
              <a:t>across</a:t>
            </a:r>
            <a:r>
              <a:rPr lang="en-US" sz="2400" spc="145" dirty="0">
                <a:latin typeface="Tahoma"/>
                <a:cs typeface="Tahoma"/>
              </a:rPr>
              <a:t> </a:t>
            </a:r>
            <a:r>
              <a:rPr lang="en-US" sz="2400" spc="10" dirty="0">
                <a:latin typeface="Tahoma"/>
                <a:cs typeface="Tahoma"/>
              </a:rPr>
              <a:t>health</a:t>
            </a:r>
            <a:r>
              <a:rPr lang="en-US" sz="2400" spc="1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departments.</a:t>
            </a:r>
            <a:endParaRPr lang="en-US" sz="2400" dirty="0">
              <a:latin typeface="Tahoma"/>
              <a:cs typeface="Tahoma"/>
            </a:endParaRPr>
          </a:p>
          <a:p>
            <a:pPr marL="621665" indent="-189865">
              <a:lnSpc>
                <a:spcPct val="110000"/>
              </a:lnSpc>
              <a:spcBef>
                <a:spcPts val="480"/>
              </a:spcBef>
              <a:buChar char="•"/>
              <a:tabLst>
                <a:tab pos="621665" algn="l"/>
              </a:tabLst>
            </a:pPr>
            <a:r>
              <a:rPr lang="en-US" sz="2400" dirty="0">
                <a:latin typeface="Tahoma"/>
                <a:cs typeface="Tahoma"/>
              </a:rPr>
              <a:t>Automation</a:t>
            </a:r>
            <a:r>
              <a:rPr lang="en-US" sz="2400" spc="19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18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repetitive</a:t>
            </a:r>
            <a:r>
              <a:rPr lang="en-US" sz="2400" spc="19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administrative</a:t>
            </a:r>
            <a:r>
              <a:rPr lang="en-US" sz="2400" spc="20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tasks,</a:t>
            </a:r>
            <a:r>
              <a:rPr lang="en-US" sz="2400" spc="18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allowing</a:t>
            </a:r>
            <a:r>
              <a:rPr lang="en-US" sz="2400" spc="1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better</a:t>
            </a:r>
            <a:r>
              <a:rPr lang="en-US" sz="2400" spc="18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resource</a:t>
            </a:r>
            <a:r>
              <a:rPr lang="en-US" sz="2400" spc="19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allocation.</a:t>
            </a:r>
            <a:endParaRPr lang="en-US" sz="2400" dirty="0">
              <a:latin typeface="Tahoma"/>
              <a:cs typeface="Tahoma"/>
            </a:endParaRPr>
          </a:p>
          <a:p>
            <a:pPr marL="12700">
              <a:lnSpc>
                <a:spcPct val="110000"/>
              </a:lnSpc>
              <a:spcBef>
                <a:spcPts val="475"/>
              </a:spcBef>
            </a:pPr>
            <a:endParaRPr lang="en-US" sz="2400" dirty="0">
              <a:latin typeface="Tahoma"/>
              <a:cs typeface="Tahoma"/>
            </a:endParaRPr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81DADC-361B-4490-B5E5-F744ACCD0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6623" y="566104"/>
            <a:ext cx="5466885" cy="6045426"/>
            <a:chOff x="6899254" y="482171"/>
            <a:chExt cx="4652668" cy="514910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8C9000-70B7-4BEE-BD85-98839C65C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99254" y="482171"/>
              <a:ext cx="4652668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AB5912-B2E3-44BD-B8E1-167A999BF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39487" y="812507"/>
              <a:ext cx="400124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7B4F491-7438-4976-8041-7BEDCA16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977" y="1148203"/>
            <a:ext cx="4313673" cy="48551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Laptop Secure">
            <a:extLst>
              <a:ext uri="{FF2B5EF4-FFF2-40B4-BE49-F238E27FC236}">
                <a16:creationId xmlns:a16="http://schemas.microsoft.com/office/drawing/2014/main" id="{4D7FEE78-AB89-CF31-E5A3-D4178466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7653" y="1606242"/>
            <a:ext cx="3948030" cy="39480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8B8FA33-A4F9-456F-B49C-3B9DB4D1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2D7D0C-3C09-467B-BCB2-A1A52DAC2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93D0D1F-C0CE-416A-883C-BF1E03F63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BB6862-3393-46CC-9A80-E400B3206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90F93220-6FA7-0994-73FC-98D75B241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69" y="1731724"/>
            <a:ext cx="3315812" cy="36923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spc="-80"/>
              <a:t>Unified</a:t>
            </a:r>
            <a:r>
              <a:rPr lang="en-US" sz="3200" spc="-130"/>
              <a:t> </a:t>
            </a:r>
            <a:r>
              <a:rPr lang="en-US" sz="3200" spc="-10"/>
              <a:t>Health</a:t>
            </a:r>
            <a:r>
              <a:rPr lang="en-US" sz="3200" spc="-155"/>
              <a:t> </a:t>
            </a:r>
            <a:r>
              <a:rPr lang="en-US" sz="3200" spc="-10"/>
              <a:t>Informatics</a:t>
            </a:r>
            <a:endParaRPr lang="en-US" sz="320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CD36A4A-123D-46E3-8A64-13B8B3F0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5780" y="566103"/>
            <a:ext cx="8883136" cy="6045426"/>
            <a:chOff x="7463258" y="583365"/>
            <a:chExt cx="7560115" cy="518192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2E2361-DAF1-4420-BBBD-218F4138E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6F994B-14BC-49BA-B34D-17DF3069A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7830A6F7-3A8B-6893-A79E-88FF09B5D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361" y="1310670"/>
            <a:ext cx="5468882" cy="453917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5EC7096-D0A6-471D-AE28-B68D7038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E98EB88-99B6-483D-B203-0D5D63100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772999" cy="8051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4ACF03-0DF5-E2B3-6DEE-D488A2C4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7" y="1455941"/>
            <a:ext cx="3205180" cy="5382574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  <a:latin typeface="Tahoma"/>
                <a:cs typeface="Tahoma"/>
              </a:rPr>
              <a:t>Disease</a:t>
            </a:r>
            <a:r>
              <a:rPr lang="en-US" sz="35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500">
                <a:solidFill>
                  <a:srgbClr val="FFFFFF"/>
                </a:solidFill>
                <a:latin typeface="Tahoma"/>
                <a:cs typeface="Tahoma"/>
              </a:rPr>
              <a:t>Surveillance</a:t>
            </a:r>
            <a:r>
              <a:rPr lang="en-US" sz="350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50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lang="en-US" sz="3500" spc="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500" spc="60">
                <a:solidFill>
                  <a:srgbClr val="FFFFFF"/>
                </a:solidFill>
                <a:latin typeface="Tahoma"/>
                <a:cs typeface="Tahoma"/>
              </a:rPr>
              <a:t>Computers</a:t>
            </a:r>
            <a:br>
              <a:rPr lang="en-US" sz="3500">
                <a:solidFill>
                  <a:srgbClr val="FFFFFF"/>
                </a:solidFill>
                <a:latin typeface="Tahoma"/>
                <a:cs typeface="Tahoma"/>
              </a:rPr>
            </a:b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75E8A-F786-1B02-C16D-D5025F0CB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072" y="596900"/>
            <a:ext cx="8263128" cy="6631336"/>
          </a:xfrm>
        </p:spPr>
        <p:txBody>
          <a:bodyPr anchor="t">
            <a:normAutofit/>
          </a:bodyPr>
          <a:lstStyle/>
          <a:p>
            <a:pPr marL="12700" marR="480695">
              <a:lnSpc>
                <a:spcPct val="110000"/>
              </a:lnSpc>
              <a:spcBef>
                <a:spcPts val="555"/>
              </a:spcBef>
            </a:pPr>
            <a:r>
              <a:rPr lang="en-US" sz="2800" dirty="0">
                <a:latin typeface="Tahoma"/>
                <a:cs typeface="Tahoma"/>
              </a:rPr>
              <a:t>Automated</a:t>
            </a:r>
            <a:r>
              <a:rPr lang="en-US" sz="2800" spc="17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data</a:t>
            </a:r>
            <a:r>
              <a:rPr lang="en-US" sz="2800" spc="16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acquisition</a:t>
            </a:r>
            <a:r>
              <a:rPr lang="en-US" sz="2800" spc="18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from</a:t>
            </a:r>
            <a:r>
              <a:rPr lang="en-US" sz="2800" spc="16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hospitals</a:t>
            </a:r>
            <a:r>
              <a:rPr lang="en-US" sz="2800" spc="18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and</a:t>
            </a:r>
            <a:r>
              <a:rPr lang="en-US" sz="2800" spc="16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laboratories</a:t>
            </a:r>
            <a:r>
              <a:rPr lang="en-US" sz="2800" spc="18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into</a:t>
            </a:r>
            <a:r>
              <a:rPr lang="en-US" sz="2800" spc="16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central</a:t>
            </a:r>
            <a:r>
              <a:rPr lang="en-US" sz="2800" spc="175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surveillance platforms.</a:t>
            </a:r>
            <a:endParaRPr lang="en-US" sz="2800" dirty="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lang="en-US" sz="2800" dirty="0">
                <a:latin typeface="Tahoma"/>
                <a:cs typeface="Tahoma"/>
              </a:rPr>
              <a:t>Use</a:t>
            </a:r>
            <a:r>
              <a:rPr lang="en-US" sz="2800" spc="4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of</a:t>
            </a:r>
            <a:r>
              <a:rPr lang="en-US" sz="2800" spc="50" dirty="0">
                <a:latin typeface="Tahoma"/>
                <a:cs typeface="Tahoma"/>
              </a:rPr>
              <a:t> </a:t>
            </a:r>
            <a:r>
              <a:rPr lang="en-US" sz="2800" spc="-20" dirty="0">
                <a:latin typeface="Tahoma"/>
                <a:cs typeface="Tahoma"/>
              </a:rPr>
              <a:t>GIS</a:t>
            </a:r>
            <a:r>
              <a:rPr lang="en-US" sz="2800" spc="5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and</a:t>
            </a:r>
            <a:r>
              <a:rPr lang="en-US" sz="2800" spc="50" dirty="0">
                <a:latin typeface="Tahoma"/>
                <a:cs typeface="Tahoma"/>
              </a:rPr>
              <a:t> mapping</a:t>
            </a:r>
            <a:r>
              <a:rPr lang="en-US" sz="2800" spc="5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tools</a:t>
            </a:r>
            <a:r>
              <a:rPr lang="en-US" sz="2800" spc="5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for</a:t>
            </a:r>
            <a:r>
              <a:rPr lang="en-US" sz="2800" spc="5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real-time</a:t>
            </a:r>
            <a:r>
              <a:rPr lang="en-US" sz="2800" spc="6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outbreak</a:t>
            </a:r>
            <a:r>
              <a:rPr lang="en-US" sz="2800" spc="5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visualization</a:t>
            </a:r>
            <a:r>
              <a:rPr lang="en-US" sz="2800" spc="65" dirty="0">
                <a:latin typeface="Tahoma"/>
                <a:cs typeface="Tahoma"/>
              </a:rPr>
              <a:t> </a:t>
            </a:r>
            <a:r>
              <a:rPr lang="en-US" sz="2800" spc="-40" dirty="0">
                <a:latin typeface="Tahoma"/>
                <a:cs typeface="Tahoma"/>
              </a:rPr>
              <a:t>(e.g.,</a:t>
            </a:r>
            <a:r>
              <a:rPr lang="en-US" sz="2800" spc="55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malaria,</a:t>
            </a:r>
            <a:r>
              <a:rPr lang="en-US" sz="2800" spc="60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dengue). </a:t>
            </a:r>
          </a:p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lang="en-US" sz="2800" dirty="0">
                <a:latin typeface="Tahoma"/>
                <a:cs typeface="Tahoma"/>
              </a:rPr>
              <a:t>Examples:</a:t>
            </a:r>
            <a:r>
              <a:rPr lang="en-US" sz="2800" spc="8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Integrated</a:t>
            </a:r>
            <a:r>
              <a:rPr lang="en-US" sz="2800" spc="8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Disease</a:t>
            </a:r>
            <a:r>
              <a:rPr lang="en-US" sz="2800" spc="7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Surveillance</a:t>
            </a:r>
            <a:r>
              <a:rPr lang="en-US" sz="2800" spc="85" dirty="0">
                <a:latin typeface="Tahoma"/>
                <a:cs typeface="Tahoma"/>
              </a:rPr>
              <a:t> </a:t>
            </a:r>
            <a:r>
              <a:rPr lang="en-US" sz="2800" dirty="0" err="1">
                <a:latin typeface="Tahoma"/>
                <a:cs typeface="Tahoma"/>
              </a:rPr>
              <a:t>Programme</a:t>
            </a:r>
            <a:r>
              <a:rPr lang="en-US" sz="2800" spc="85" dirty="0">
                <a:latin typeface="Tahoma"/>
                <a:cs typeface="Tahoma"/>
              </a:rPr>
              <a:t> </a:t>
            </a:r>
            <a:r>
              <a:rPr lang="en-US" sz="2800" spc="-105" dirty="0">
                <a:latin typeface="Tahoma"/>
                <a:cs typeface="Tahoma"/>
              </a:rPr>
              <a:t>(IDSP),</a:t>
            </a:r>
            <a:r>
              <a:rPr lang="en-US" sz="2800" spc="75" dirty="0">
                <a:latin typeface="Tahoma"/>
                <a:cs typeface="Tahoma"/>
              </a:rPr>
              <a:t> </a:t>
            </a:r>
            <a:r>
              <a:rPr lang="en-US" sz="2800" spc="-10" dirty="0" err="1">
                <a:latin typeface="Tahoma"/>
                <a:cs typeface="Tahoma"/>
              </a:rPr>
              <a:t>ProMED</a:t>
            </a:r>
            <a:r>
              <a:rPr lang="en-US" sz="2800" spc="-10" dirty="0">
                <a:latin typeface="Tahoma"/>
                <a:cs typeface="Tahoma"/>
              </a:rPr>
              <a:t>,</a:t>
            </a:r>
            <a:r>
              <a:rPr lang="en-US" sz="2800" spc="7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and</a:t>
            </a:r>
            <a:r>
              <a:rPr lang="en-US" sz="2800" spc="70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SORMAS.</a:t>
            </a:r>
          </a:p>
          <a:p>
            <a:pPr marL="621665" indent="-189865">
              <a:lnSpc>
                <a:spcPct val="110000"/>
              </a:lnSpc>
              <a:spcBef>
                <a:spcPts val="580"/>
              </a:spcBef>
              <a:buChar char="•"/>
              <a:tabLst>
                <a:tab pos="621665" algn="l"/>
              </a:tabLst>
            </a:pPr>
            <a:r>
              <a:rPr lang="en-US" sz="2800" dirty="0">
                <a:latin typeface="Tahoma"/>
                <a:cs typeface="Tahoma"/>
              </a:rPr>
              <a:t>Electronic</a:t>
            </a:r>
            <a:r>
              <a:rPr lang="en-US" sz="2800" spc="15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Health</a:t>
            </a:r>
            <a:r>
              <a:rPr lang="en-US" sz="2800" spc="14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Records</a:t>
            </a:r>
            <a:r>
              <a:rPr lang="en-US" sz="2800" spc="145" dirty="0">
                <a:latin typeface="Tahoma"/>
                <a:cs typeface="Tahoma"/>
              </a:rPr>
              <a:t> </a:t>
            </a:r>
            <a:r>
              <a:rPr lang="en-US" sz="2800" spc="-65" dirty="0">
                <a:latin typeface="Tahoma"/>
                <a:cs typeface="Tahoma"/>
              </a:rPr>
              <a:t>(EHRs)</a:t>
            </a:r>
            <a:r>
              <a:rPr lang="en-US" sz="2800" spc="14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for</a:t>
            </a:r>
            <a:r>
              <a:rPr lang="en-US" sz="2800" spc="14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patient-level</a:t>
            </a:r>
            <a:r>
              <a:rPr lang="en-US" sz="2800" spc="16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data</a:t>
            </a:r>
            <a:r>
              <a:rPr lang="en-US" sz="2800" spc="140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integration.</a:t>
            </a:r>
            <a:endParaRPr lang="en-US" sz="2800" dirty="0">
              <a:latin typeface="Tahoma"/>
              <a:cs typeface="Tahoma"/>
            </a:endParaRPr>
          </a:p>
          <a:p>
            <a:pPr marL="621665" indent="-189865">
              <a:lnSpc>
                <a:spcPct val="110000"/>
              </a:lnSpc>
              <a:spcBef>
                <a:spcPts val="480"/>
              </a:spcBef>
              <a:buChar char="•"/>
              <a:tabLst>
                <a:tab pos="621665" algn="l"/>
              </a:tabLst>
            </a:pPr>
            <a:r>
              <a:rPr lang="en-US" sz="2800" dirty="0">
                <a:latin typeface="Tahoma"/>
                <a:cs typeface="Tahoma"/>
              </a:rPr>
              <a:t>Interoperable</a:t>
            </a:r>
            <a:r>
              <a:rPr lang="en-US" sz="2800" spc="95" dirty="0">
                <a:latin typeface="Tahoma"/>
                <a:cs typeface="Tahoma"/>
              </a:rPr>
              <a:t> </a:t>
            </a:r>
            <a:r>
              <a:rPr lang="en-US" sz="2800" spc="55" dirty="0">
                <a:latin typeface="Tahoma"/>
                <a:cs typeface="Tahoma"/>
              </a:rPr>
              <a:t>public</a:t>
            </a:r>
            <a:r>
              <a:rPr lang="en-US" sz="2800" spc="9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health</a:t>
            </a:r>
            <a:r>
              <a:rPr lang="en-US" sz="2800" spc="9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registries</a:t>
            </a:r>
            <a:r>
              <a:rPr lang="en-US" sz="2800" spc="9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for</a:t>
            </a:r>
            <a:r>
              <a:rPr lang="en-US" sz="2800" spc="85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vaccination,</a:t>
            </a:r>
            <a:r>
              <a:rPr lang="en-US" sz="2800" spc="100" dirty="0">
                <a:latin typeface="Tahoma"/>
                <a:cs typeface="Tahoma"/>
              </a:rPr>
              <a:t> </a:t>
            </a:r>
            <a:r>
              <a:rPr lang="en-US" sz="2800" spc="-100" dirty="0">
                <a:latin typeface="Tahoma"/>
                <a:cs typeface="Tahoma"/>
              </a:rPr>
              <a:t>TB,</a:t>
            </a:r>
            <a:r>
              <a:rPr lang="en-US" sz="2800" spc="80" dirty="0">
                <a:latin typeface="Tahoma"/>
                <a:cs typeface="Tahoma"/>
              </a:rPr>
              <a:t> </a:t>
            </a:r>
            <a:r>
              <a:rPr lang="en-US" sz="2800" spc="-30" dirty="0">
                <a:latin typeface="Tahoma"/>
                <a:cs typeface="Tahoma"/>
              </a:rPr>
              <a:t>HIV,</a:t>
            </a:r>
            <a:r>
              <a:rPr lang="en-US" sz="2800" spc="8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and</a:t>
            </a:r>
            <a:r>
              <a:rPr lang="en-US" sz="2800" spc="85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NCDs.</a:t>
            </a:r>
            <a:endParaRPr lang="en-US" sz="2800" dirty="0">
              <a:latin typeface="Tahoma"/>
              <a:cs typeface="Tahoma"/>
            </a:endParaRPr>
          </a:p>
          <a:p>
            <a:pPr marL="621665" indent="-189865">
              <a:lnSpc>
                <a:spcPct val="110000"/>
              </a:lnSpc>
              <a:spcBef>
                <a:spcPts val="480"/>
              </a:spcBef>
              <a:buChar char="•"/>
              <a:tabLst>
                <a:tab pos="621665" algn="l"/>
              </a:tabLst>
            </a:pPr>
            <a:r>
              <a:rPr lang="en-US" sz="2800" dirty="0">
                <a:latin typeface="Tahoma"/>
                <a:cs typeface="Tahoma"/>
              </a:rPr>
              <a:t>Decision</a:t>
            </a:r>
            <a:r>
              <a:rPr lang="en-US" sz="2800" spc="204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support</a:t>
            </a:r>
            <a:r>
              <a:rPr lang="en-US" sz="2800" spc="20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systems</a:t>
            </a:r>
            <a:r>
              <a:rPr lang="en-US" sz="2800" spc="204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and</a:t>
            </a:r>
            <a:r>
              <a:rPr lang="en-US" sz="2800" spc="20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dashboards</a:t>
            </a:r>
            <a:r>
              <a:rPr lang="en-US" sz="2800" spc="21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for</a:t>
            </a:r>
            <a:r>
              <a:rPr lang="en-US" sz="2800" spc="20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policy-</a:t>
            </a:r>
            <a:r>
              <a:rPr lang="en-US" sz="2800" spc="-10" dirty="0">
                <a:latin typeface="Tahoma"/>
                <a:cs typeface="Tahoma"/>
              </a:rPr>
              <a:t>makers.</a:t>
            </a:r>
            <a:endParaRPr lang="en-US" sz="2800" dirty="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95"/>
              </a:spcBef>
            </a:pPr>
            <a:endParaRPr lang="en-US" sz="2800" dirty="0">
              <a:latin typeface="Tahoma"/>
              <a:cs typeface="Tahoma"/>
            </a:endParaRP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937260" defTabSz="914400"/>
            <a:r>
              <a:rPr lang="en-US" sz="3200"/>
              <a:t>Integrating</a:t>
            </a:r>
            <a:r>
              <a:rPr lang="en-US" sz="3200" spc="75"/>
              <a:t> </a:t>
            </a:r>
            <a:r>
              <a:rPr lang="en-US" sz="3200" spc="-80"/>
              <a:t>Technology</a:t>
            </a:r>
            <a:r>
              <a:rPr lang="en-US" sz="3200" spc="75"/>
              <a:t> for</a:t>
            </a:r>
            <a:r>
              <a:rPr lang="en-US" sz="3200" spc="80"/>
              <a:t> </a:t>
            </a:r>
            <a:r>
              <a:rPr lang="en-US" sz="3200" spc="-125"/>
              <a:t>Public</a:t>
            </a:r>
            <a:r>
              <a:rPr lang="en-US" sz="3200" spc="75"/>
              <a:t> </a:t>
            </a:r>
            <a:r>
              <a:rPr lang="en-US" sz="3200" spc="-10"/>
              <a:t>Health</a:t>
            </a:r>
            <a:endParaRPr lang="en-US" sz="32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062751F-CBA9-4CD3-F28A-95698CFC7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04" y="2366618"/>
            <a:ext cx="9876795" cy="4666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3200" spc="65"/>
              <a:t>Telemedicine</a:t>
            </a:r>
            <a:r>
              <a:rPr lang="en-US" sz="3200" spc="-80"/>
              <a:t> </a:t>
            </a:r>
            <a:r>
              <a:rPr lang="en-US" sz="3200" spc="50"/>
              <a:t>and</a:t>
            </a:r>
            <a:r>
              <a:rPr lang="en-US" sz="3200" spc="-90"/>
              <a:t> </a:t>
            </a:r>
            <a:r>
              <a:rPr lang="en-US" sz="3200" spc="-10"/>
              <a:t>E-health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3EBC0F8-4F13-B219-4756-B7500007DD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380136"/>
              </p:ext>
            </p:extLst>
          </p:nvPr>
        </p:nvGraphicFramePr>
        <p:xfrm>
          <a:off x="1704895" y="2747844"/>
          <a:ext cx="11285141" cy="3903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40891" y="4142769"/>
            <a:ext cx="101485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C44D4FB2-7578-BC27-F914-9382BC437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610" y="1135525"/>
            <a:ext cx="4877784" cy="278785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5600" spc="-10"/>
              <a:t>Telemedicine</a:t>
            </a:r>
            <a:r>
              <a:rPr lang="en-US" sz="5600" spc="-55"/>
              <a:t> </a:t>
            </a:r>
            <a:r>
              <a:rPr lang="en-US" sz="5600" spc="-10"/>
              <a:t>Platforms</a:t>
            </a:r>
            <a:r>
              <a:rPr lang="en-US" sz="5600" spc="-55"/>
              <a:t> </a:t>
            </a:r>
            <a:r>
              <a:rPr lang="en-US" sz="5600"/>
              <a:t>in</a:t>
            </a:r>
            <a:r>
              <a:rPr lang="en-US" sz="5600" spc="-55"/>
              <a:t> E-</a:t>
            </a:r>
            <a:r>
              <a:rPr lang="en-US" sz="5600" spc="-20"/>
              <a:t>Health</a:t>
            </a:r>
            <a:endParaRPr lang="en-US" sz="56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6658BE-CEE9-EB3A-47DF-9D1C2CBD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84" y="1314017"/>
            <a:ext cx="5828519" cy="473567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1085" y="4140367"/>
            <a:ext cx="48761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7113784" y="3501295"/>
            <a:ext cx="1255848" cy="22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Select Software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4069" y="4652849"/>
            <a:ext cx="2185410" cy="22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Communication Tools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91443" y="4552725"/>
            <a:ext cx="1177210" cy="4448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20" dirty="0">
                <a:latin typeface="Roboto"/>
                <a:cs typeface="Roboto"/>
              </a:rPr>
              <a:t>Data </a:t>
            </a:r>
            <a:r>
              <a:rPr sz="1400" spc="-10" dirty="0">
                <a:latin typeface="Roboto"/>
                <a:cs typeface="Roboto"/>
              </a:rPr>
              <a:t>Analysis Tools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62519" y="4659375"/>
            <a:ext cx="1255848" cy="4448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Design Software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35763" y="5699244"/>
            <a:ext cx="1370868" cy="4448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Enhanced Efficiency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5763" y="2348867"/>
            <a:ext cx="1048104" cy="4448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Identify Tasks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2929" y="6861946"/>
            <a:ext cx="1846214" cy="22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Improved Collaboration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6149" y="4563931"/>
            <a:ext cx="1719455" cy="4448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400" spc="-10" dirty="0">
                <a:latin typeface="Roboto"/>
                <a:cs typeface="Roboto"/>
              </a:rPr>
              <a:t>Productivity Applications</a:t>
            </a:r>
            <a:endParaRPr sz="1400" dirty="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90600" y="2273300"/>
            <a:ext cx="11283848" cy="4991735"/>
            <a:chOff x="3668778" y="1873831"/>
            <a:chExt cx="6104890" cy="4991735"/>
          </a:xfrm>
        </p:grpSpPr>
        <p:sp>
          <p:nvSpPr>
            <p:cNvPr id="18" name="object 18"/>
            <p:cNvSpPr/>
            <p:nvPr/>
          </p:nvSpPr>
          <p:spPr>
            <a:xfrm>
              <a:off x="5313509" y="3976795"/>
              <a:ext cx="1767839" cy="786130"/>
            </a:xfrm>
            <a:custGeom>
              <a:avLst/>
              <a:gdLst/>
              <a:ahLst/>
              <a:cxnLst/>
              <a:rect l="l" t="t" r="r" b="b"/>
              <a:pathLst>
                <a:path w="1767840" h="786129">
                  <a:moveTo>
                    <a:pt x="98192" y="0"/>
                  </a:moveTo>
                  <a:lnTo>
                    <a:pt x="1669278" y="0"/>
                  </a:lnTo>
                  <a:lnTo>
                    <a:pt x="1684620" y="1534"/>
                  </a:lnTo>
                  <a:lnTo>
                    <a:pt x="1718374" y="12274"/>
                  </a:lnTo>
                  <a:lnTo>
                    <a:pt x="1752128" y="41425"/>
                  </a:lnTo>
                  <a:lnTo>
                    <a:pt x="1767471" y="98192"/>
                  </a:lnTo>
                  <a:lnTo>
                    <a:pt x="1767471" y="687349"/>
                  </a:lnTo>
                  <a:lnTo>
                    <a:pt x="1765936" y="702692"/>
                  </a:lnTo>
                  <a:lnTo>
                    <a:pt x="1755197" y="736446"/>
                  </a:lnTo>
                  <a:lnTo>
                    <a:pt x="1726046" y="770200"/>
                  </a:lnTo>
                  <a:lnTo>
                    <a:pt x="1669278" y="785542"/>
                  </a:lnTo>
                  <a:lnTo>
                    <a:pt x="98192" y="785542"/>
                  </a:lnTo>
                  <a:lnTo>
                    <a:pt x="82850" y="784008"/>
                  </a:lnTo>
                  <a:lnTo>
                    <a:pt x="49096" y="773268"/>
                  </a:lnTo>
                  <a:lnTo>
                    <a:pt x="15342" y="744117"/>
                  </a:lnTo>
                  <a:lnTo>
                    <a:pt x="0" y="687349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76961" y="3976795"/>
              <a:ext cx="1473200" cy="786130"/>
            </a:xfrm>
            <a:custGeom>
              <a:avLst/>
              <a:gdLst/>
              <a:ahLst/>
              <a:cxnLst/>
              <a:rect l="l" t="t" r="r" b="b"/>
              <a:pathLst>
                <a:path w="1473200" h="786129">
                  <a:moveTo>
                    <a:pt x="98192" y="0"/>
                  </a:moveTo>
                  <a:lnTo>
                    <a:pt x="1374699" y="0"/>
                  </a:lnTo>
                  <a:lnTo>
                    <a:pt x="1390042" y="1534"/>
                  </a:lnTo>
                  <a:lnTo>
                    <a:pt x="1423796" y="12274"/>
                  </a:lnTo>
                  <a:lnTo>
                    <a:pt x="1457550" y="41425"/>
                  </a:lnTo>
                  <a:lnTo>
                    <a:pt x="1472892" y="98192"/>
                  </a:lnTo>
                  <a:lnTo>
                    <a:pt x="1472892" y="687349"/>
                  </a:lnTo>
                  <a:lnTo>
                    <a:pt x="1471358" y="702692"/>
                  </a:lnTo>
                  <a:lnTo>
                    <a:pt x="1460618" y="736446"/>
                  </a:lnTo>
                  <a:lnTo>
                    <a:pt x="1431467" y="770200"/>
                  </a:lnTo>
                  <a:lnTo>
                    <a:pt x="1374699" y="785542"/>
                  </a:lnTo>
                  <a:lnTo>
                    <a:pt x="98192" y="785542"/>
                  </a:lnTo>
                  <a:lnTo>
                    <a:pt x="82850" y="784008"/>
                  </a:lnTo>
                  <a:lnTo>
                    <a:pt x="49096" y="773268"/>
                  </a:lnTo>
                  <a:lnTo>
                    <a:pt x="15342" y="744117"/>
                  </a:lnTo>
                  <a:lnTo>
                    <a:pt x="0" y="687349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4634" y="3976795"/>
              <a:ext cx="1178560" cy="786130"/>
            </a:xfrm>
            <a:custGeom>
              <a:avLst/>
              <a:gdLst/>
              <a:ahLst/>
              <a:cxnLst/>
              <a:rect l="l" t="t" r="r" b="b"/>
              <a:pathLst>
                <a:path w="1178559" h="786129">
                  <a:moveTo>
                    <a:pt x="98192" y="0"/>
                  </a:moveTo>
                  <a:lnTo>
                    <a:pt x="1080121" y="0"/>
                  </a:lnTo>
                  <a:lnTo>
                    <a:pt x="1095463" y="1534"/>
                  </a:lnTo>
                  <a:lnTo>
                    <a:pt x="1129217" y="12274"/>
                  </a:lnTo>
                  <a:lnTo>
                    <a:pt x="1162971" y="41425"/>
                  </a:lnTo>
                  <a:lnTo>
                    <a:pt x="1178314" y="98192"/>
                  </a:lnTo>
                  <a:lnTo>
                    <a:pt x="1178314" y="687349"/>
                  </a:lnTo>
                  <a:lnTo>
                    <a:pt x="1176779" y="702692"/>
                  </a:lnTo>
                  <a:lnTo>
                    <a:pt x="1166040" y="736446"/>
                  </a:lnTo>
                  <a:lnTo>
                    <a:pt x="1136889" y="770200"/>
                  </a:lnTo>
                  <a:lnTo>
                    <a:pt x="1080121" y="785542"/>
                  </a:lnTo>
                  <a:lnTo>
                    <a:pt x="98192" y="785542"/>
                  </a:lnTo>
                  <a:lnTo>
                    <a:pt x="82850" y="784008"/>
                  </a:lnTo>
                  <a:lnTo>
                    <a:pt x="49096" y="773268"/>
                  </a:lnTo>
                  <a:lnTo>
                    <a:pt x="15342" y="744117"/>
                  </a:lnTo>
                  <a:lnTo>
                    <a:pt x="0" y="687349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86603" y="3976795"/>
              <a:ext cx="1178560" cy="786130"/>
            </a:xfrm>
            <a:custGeom>
              <a:avLst/>
              <a:gdLst/>
              <a:ahLst/>
              <a:cxnLst/>
              <a:rect l="l" t="t" r="r" b="b"/>
              <a:pathLst>
                <a:path w="1178559" h="786129">
                  <a:moveTo>
                    <a:pt x="98192" y="0"/>
                  </a:moveTo>
                  <a:lnTo>
                    <a:pt x="1080121" y="0"/>
                  </a:lnTo>
                  <a:lnTo>
                    <a:pt x="1095463" y="1534"/>
                  </a:lnTo>
                  <a:lnTo>
                    <a:pt x="1129217" y="12274"/>
                  </a:lnTo>
                  <a:lnTo>
                    <a:pt x="1162971" y="41425"/>
                  </a:lnTo>
                  <a:lnTo>
                    <a:pt x="1178314" y="98192"/>
                  </a:lnTo>
                  <a:lnTo>
                    <a:pt x="1178314" y="687349"/>
                  </a:lnTo>
                  <a:lnTo>
                    <a:pt x="1176779" y="702692"/>
                  </a:lnTo>
                  <a:lnTo>
                    <a:pt x="1166040" y="736446"/>
                  </a:lnTo>
                  <a:lnTo>
                    <a:pt x="1136889" y="770200"/>
                  </a:lnTo>
                  <a:lnTo>
                    <a:pt x="1080121" y="785542"/>
                  </a:lnTo>
                  <a:lnTo>
                    <a:pt x="98192" y="785542"/>
                  </a:lnTo>
                  <a:lnTo>
                    <a:pt x="82850" y="784008"/>
                  </a:lnTo>
                  <a:lnTo>
                    <a:pt x="49096" y="773268"/>
                  </a:lnTo>
                  <a:lnTo>
                    <a:pt x="15342" y="744117"/>
                  </a:lnTo>
                  <a:lnTo>
                    <a:pt x="0" y="687349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77264" y="6267961"/>
              <a:ext cx="1571625" cy="589280"/>
            </a:xfrm>
            <a:custGeom>
              <a:avLst/>
              <a:gdLst/>
              <a:ahLst/>
              <a:cxnLst/>
              <a:rect l="l" t="t" r="r" b="b"/>
              <a:pathLst>
                <a:path w="1571625" h="589279">
                  <a:moveTo>
                    <a:pt x="98192" y="0"/>
                  </a:moveTo>
                  <a:lnTo>
                    <a:pt x="1472892" y="0"/>
                  </a:lnTo>
                  <a:lnTo>
                    <a:pt x="1488235" y="1534"/>
                  </a:lnTo>
                  <a:lnTo>
                    <a:pt x="1521989" y="12274"/>
                  </a:lnTo>
                  <a:lnTo>
                    <a:pt x="1555742" y="41425"/>
                  </a:lnTo>
                  <a:lnTo>
                    <a:pt x="1571085" y="98192"/>
                  </a:lnTo>
                  <a:lnTo>
                    <a:pt x="1571085" y="490964"/>
                  </a:lnTo>
                  <a:lnTo>
                    <a:pt x="1569551" y="506306"/>
                  </a:lnTo>
                  <a:lnTo>
                    <a:pt x="1558811" y="540060"/>
                  </a:lnTo>
                  <a:lnTo>
                    <a:pt x="1529660" y="573814"/>
                  </a:lnTo>
                  <a:lnTo>
                    <a:pt x="1472892" y="589157"/>
                  </a:lnTo>
                  <a:lnTo>
                    <a:pt x="98192" y="589157"/>
                  </a:lnTo>
                  <a:lnTo>
                    <a:pt x="82850" y="587622"/>
                  </a:lnTo>
                  <a:lnTo>
                    <a:pt x="49096" y="576882"/>
                  </a:lnTo>
                  <a:lnTo>
                    <a:pt x="15342" y="547731"/>
                  </a:lnTo>
                  <a:lnTo>
                    <a:pt x="0" y="490964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5457" y="5220571"/>
              <a:ext cx="1374775" cy="589280"/>
            </a:xfrm>
            <a:custGeom>
              <a:avLst/>
              <a:gdLst/>
              <a:ahLst/>
              <a:cxnLst/>
              <a:rect l="l" t="t" r="r" b="b"/>
              <a:pathLst>
                <a:path w="1374775" h="589279">
                  <a:moveTo>
                    <a:pt x="98192" y="0"/>
                  </a:moveTo>
                  <a:lnTo>
                    <a:pt x="1276506" y="0"/>
                  </a:lnTo>
                  <a:lnTo>
                    <a:pt x="1291849" y="1534"/>
                  </a:lnTo>
                  <a:lnTo>
                    <a:pt x="1325603" y="12274"/>
                  </a:lnTo>
                  <a:lnTo>
                    <a:pt x="1359357" y="41425"/>
                  </a:lnTo>
                  <a:lnTo>
                    <a:pt x="1374699" y="98192"/>
                  </a:lnTo>
                  <a:lnTo>
                    <a:pt x="1374699" y="490964"/>
                  </a:lnTo>
                  <a:lnTo>
                    <a:pt x="1373165" y="506306"/>
                  </a:lnTo>
                  <a:lnTo>
                    <a:pt x="1362425" y="540060"/>
                  </a:lnTo>
                  <a:lnTo>
                    <a:pt x="1333274" y="573814"/>
                  </a:lnTo>
                  <a:lnTo>
                    <a:pt x="1276506" y="589157"/>
                  </a:lnTo>
                  <a:lnTo>
                    <a:pt x="98192" y="589157"/>
                  </a:lnTo>
                  <a:lnTo>
                    <a:pt x="82850" y="587622"/>
                  </a:lnTo>
                  <a:lnTo>
                    <a:pt x="49096" y="576882"/>
                  </a:lnTo>
                  <a:lnTo>
                    <a:pt x="15342" y="547731"/>
                  </a:lnTo>
                  <a:lnTo>
                    <a:pt x="0" y="490964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73650" y="1882014"/>
              <a:ext cx="1178560" cy="589280"/>
            </a:xfrm>
            <a:custGeom>
              <a:avLst/>
              <a:gdLst/>
              <a:ahLst/>
              <a:cxnLst/>
              <a:rect l="l" t="t" r="r" b="b"/>
              <a:pathLst>
                <a:path w="1178559" h="589280">
                  <a:moveTo>
                    <a:pt x="98192" y="0"/>
                  </a:moveTo>
                  <a:lnTo>
                    <a:pt x="1080121" y="0"/>
                  </a:lnTo>
                  <a:lnTo>
                    <a:pt x="1095463" y="1534"/>
                  </a:lnTo>
                  <a:lnTo>
                    <a:pt x="1129217" y="12274"/>
                  </a:lnTo>
                  <a:lnTo>
                    <a:pt x="1162971" y="41425"/>
                  </a:lnTo>
                  <a:lnTo>
                    <a:pt x="1178314" y="98192"/>
                  </a:lnTo>
                  <a:lnTo>
                    <a:pt x="1178314" y="490964"/>
                  </a:lnTo>
                  <a:lnTo>
                    <a:pt x="1176779" y="506306"/>
                  </a:lnTo>
                  <a:lnTo>
                    <a:pt x="1166040" y="540060"/>
                  </a:lnTo>
                  <a:lnTo>
                    <a:pt x="1136889" y="573814"/>
                  </a:lnTo>
                  <a:lnTo>
                    <a:pt x="1080121" y="589157"/>
                  </a:lnTo>
                  <a:lnTo>
                    <a:pt x="98192" y="589157"/>
                  </a:lnTo>
                  <a:lnTo>
                    <a:pt x="82850" y="587622"/>
                  </a:lnTo>
                  <a:lnTo>
                    <a:pt x="49096" y="576882"/>
                  </a:lnTo>
                  <a:lnTo>
                    <a:pt x="15342" y="547731"/>
                  </a:lnTo>
                  <a:lnTo>
                    <a:pt x="0" y="490964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73650" y="2929404"/>
              <a:ext cx="1178560" cy="589280"/>
            </a:xfrm>
            <a:custGeom>
              <a:avLst/>
              <a:gdLst/>
              <a:ahLst/>
              <a:cxnLst/>
              <a:rect l="l" t="t" r="r" b="b"/>
              <a:pathLst>
                <a:path w="1178559" h="589279">
                  <a:moveTo>
                    <a:pt x="98192" y="0"/>
                  </a:moveTo>
                  <a:lnTo>
                    <a:pt x="1080121" y="0"/>
                  </a:lnTo>
                  <a:lnTo>
                    <a:pt x="1095463" y="1534"/>
                  </a:lnTo>
                  <a:lnTo>
                    <a:pt x="1129217" y="12274"/>
                  </a:lnTo>
                  <a:lnTo>
                    <a:pt x="1162971" y="41425"/>
                  </a:lnTo>
                  <a:lnTo>
                    <a:pt x="1178314" y="98192"/>
                  </a:lnTo>
                  <a:lnTo>
                    <a:pt x="1178314" y="490964"/>
                  </a:lnTo>
                  <a:lnTo>
                    <a:pt x="1176779" y="506306"/>
                  </a:lnTo>
                  <a:lnTo>
                    <a:pt x="1166040" y="540060"/>
                  </a:lnTo>
                  <a:lnTo>
                    <a:pt x="1136889" y="573814"/>
                  </a:lnTo>
                  <a:lnTo>
                    <a:pt x="1080121" y="589157"/>
                  </a:lnTo>
                  <a:lnTo>
                    <a:pt x="98192" y="589157"/>
                  </a:lnTo>
                  <a:lnTo>
                    <a:pt x="82850" y="587622"/>
                  </a:lnTo>
                  <a:lnTo>
                    <a:pt x="49096" y="576882"/>
                  </a:lnTo>
                  <a:lnTo>
                    <a:pt x="15342" y="547731"/>
                  </a:lnTo>
                  <a:lnTo>
                    <a:pt x="0" y="490964"/>
                  </a:lnTo>
                  <a:lnTo>
                    <a:pt x="0" y="98192"/>
                  </a:lnTo>
                  <a:lnTo>
                    <a:pt x="1534" y="82850"/>
                  </a:lnTo>
                  <a:lnTo>
                    <a:pt x="12274" y="49096"/>
                  </a:lnTo>
                  <a:lnTo>
                    <a:pt x="41425" y="15342"/>
                  </a:lnTo>
                  <a:lnTo>
                    <a:pt x="98192" y="0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3407" y="4762337"/>
              <a:ext cx="2802890" cy="446405"/>
            </a:xfrm>
            <a:custGeom>
              <a:avLst/>
              <a:gdLst/>
              <a:ahLst/>
              <a:cxnLst/>
              <a:rect l="l" t="t" r="r" b="b"/>
              <a:pathLst>
                <a:path w="2802890" h="446404">
                  <a:moveTo>
                    <a:pt x="0" y="0"/>
                  </a:moveTo>
                  <a:lnTo>
                    <a:pt x="0" y="114558"/>
                  </a:lnTo>
                  <a:lnTo>
                    <a:pt x="0" y="229116"/>
                  </a:lnTo>
                  <a:lnTo>
                    <a:pt x="1374699" y="229116"/>
                  </a:lnTo>
                  <a:lnTo>
                    <a:pt x="2749399" y="229116"/>
                  </a:lnTo>
                  <a:lnTo>
                    <a:pt x="2749399" y="343674"/>
                  </a:lnTo>
                  <a:lnTo>
                    <a:pt x="2749399" y="441867"/>
                  </a:lnTo>
                </a:path>
                <a:path w="2802890" h="446404">
                  <a:moveTo>
                    <a:pt x="2696211" y="392771"/>
                  </a:moveTo>
                  <a:lnTo>
                    <a:pt x="2749399" y="445959"/>
                  </a:lnTo>
                  <a:lnTo>
                    <a:pt x="2802587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97244" y="4762337"/>
              <a:ext cx="1019175" cy="446405"/>
            </a:xfrm>
            <a:custGeom>
              <a:avLst/>
              <a:gdLst/>
              <a:ahLst/>
              <a:cxnLst/>
              <a:rect l="l" t="t" r="r" b="b"/>
              <a:pathLst>
                <a:path w="1019175" h="446404">
                  <a:moveTo>
                    <a:pt x="0" y="0"/>
                  </a:moveTo>
                  <a:lnTo>
                    <a:pt x="0" y="114558"/>
                  </a:lnTo>
                  <a:lnTo>
                    <a:pt x="0" y="229116"/>
                  </a:lnTo>
                  <a:lnTo>
                    <a:pt x="482781" y="229116"/>
                  </a:lnTo>
                  <a:lnTo>
                    <a:pt x="965562" y="229116"/>
                  </a:lnTo>
                  <a:lnTo>
                    <a:pt x="965562" y="343674"/>
                  </a:lnTo>
                  <a:lnTo>
                    <a:pt x="965562" y="441867"/>
                  </a:lnTo>
                </a:path>
                <a:path w="1019175" h="446404">
                  <a:moveTo>
                    <a:pt x="912375" y="392771"/>
                  </a:moveTo>
                  <a:lnTo>
                    <a:pt x="965562" y="445959"/>
                  </a:lnTo>
                  <a:lnTo>
                    <a:pt x="1018750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62807" y="3518561"/>
              <a:ext cx="2066289" cy="446405"/>
            </a:xfrm>
            <a:custGeom>
              <a:avLst/>
              <a:gdLst/>
              <a:ahLst/>
              <a:cxnLst/>
              <a:rect l="l" t="t" r="r" b="b"/>
              <a:pathLst>
                <a:path w="2066290" h="446404">
                  <a:moveTo>
                    <a:pt x="0" y="0"/>
                  </a:moveTo>
                  <a:lnTo>
                    <a:pt x="0" y="114558"/>
                  </a:lnTo>
                  <a:lnTo>
                    <a:pt x="0" y="229116"/>
                  </a:lnTo>
                  <a:lnTo>
                    <a:pt x="1006476" y="229116"/>
                  </a:lnTo>
                  <a:lnTo>
                    <a:pt x="2012953" y="229116"/>
                  </a:lnTo>
                  <a:lnTo>
                    <a:pt x="2012953" y="343674"/>
                  </a:lnTo>
                  <a:lnTo>
                    <a:pt x="2012953" y="441867"/>
                  </a:lnTo>
                </a:path>
                <a:path w="2066290" h="446404">
                  <a:moveTo>
                    <a:pt x="1959765" y="392771"/>
                  </a:moveTo>
                  <a:lnTo>
                    <a:pt x="2012953" y="445959"/>
                  </a:lnTo>
                  <a:lnTo>
                    <a:pt x="2066141" y="392771"/>
                  </a:lnTo>
                </a:path>
                <a:path w="2066290" h="446404">
                  <a:moveTo>
                    <a:pt x="0" y="0"/>
                  </a:moveTo>
                  <a:lnTo>
                    <a:pt x="0" y="114558"/>
                  </a:lnTo>
                  <a:lnTo>
                    <a:pt x="0" y="229116"/>
                  </a:lnTo>
                  <a:lnTo>
                    <a:pt x="335492" y="229116"/>
                  </a:lnTo>
                  <a:lnTo>
                    <a:pt x="670984" y="229116"/>
                  </a:lnTo>
                  <a:lnTo>
                    <a:pt x="670984" y="343674"/>
                  </a:lnTo>
                  <a:lnTo>
                    <a:pt x="670984" y="441867"/>
                  </a:lnTo>
                </a:path>
                <a:path w="2066290" h="446404">
                  <a:moveTo>
                    <a:pt x="617796" y="392771"/>
                  </a:moveTo>
                  <a:lnTo>
                    <a:pt x="670984" y="445959"/>
                  </a:lnTo>
                  <a:lnTo>
                    <a:pt x="724172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44056" y="3518561"/>
              <a:ext cx="1019175" cy="446405"/>
            </a:xfrm>
            <a:custGeom>
              <a:avLst/>
              <a:gdLst/>
              <a:ahLst/>
              <a:cxnLst/>
              <a:rect l="l" t="t" r="r" b="b"/>
              <a:pathLst>
                <a:path w="1019175" h="446404">
                  <a:moveTo>
                    <a:pt x="1018750" y="0"/>
                  </a:moveTo>
                  <a:lnTo>
                    <a:pt x="1018750" y="114558"/>
                  </a:lnTo>
                  <a:lnTo>
                    <a:pt x="1018750" y="229116"/>
                  </a:lnTo>
                  <a:lnTo>
                    <a:pt x="535969" y="229116"/>
                  </a:lnTo>
                  <a:lnTo>
                    <a:pt x="53187" y="229116"/>
                  </a:lnTo>
                  <a:lnTo>
                    <a:pt x="53187" y="343674"/>
                  </a:lnTo>
                  <a:lnTo>
                    <a:pt x="53187" y="441867"/>
                  </a:lnTo>
                </a:path>
                <a:path w="1019175" h="446404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09619" y="2471171"/>
              <a:ext cx="106680" cy="446405"/>
            </a:xfrm>
            <a:custGeom>
              <a:avLst/>
              <a:gdLst/>
              <a:ahLst/>
              <a:cxnLst/>
              <a:rect l="l" t="t" r="r" b="b"/>
              <a:pathLst>
                <a:path w="106679" h="446405">
                  <a:moveTo>
                    <a:pt x="53187" y="0"/>
                  </a:moveTo>
                  <a:lnTo>
                    <a:pt x="53187" y="229116"/>
                  </a:lnTo>
                  <a:lnTo>
                    <a:pt x="53187" y="441867"/>
                  </a:lnTo>
                </a:path>
                <a:path w="106679" h="446405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60220" y="3518561"/>
              <a:ext cx="2802890" cy="446405"/>
            </a:xfrm>
            <a:custGeom>
              <a:avLst/>
              <a:gdLst/>
              <a:ahLst/>
              <a:cxnLst/>
              <a:rect l="l" t="t" r="r" b="b"/>
              <a:pathLst>
                <a:path w="2802890" h="446404">
                  <a:moveTo>
                    <a:pt x="2802587" y="0"/>
                  </a:moveTo>
                  <a:lnTo>
                    <a:pt x="2802587" y="114558"/>
                  </a:lnTo>
                  <a:lnTo>
                    <a:pt x="2802587" y="229116"/>
                  </a:lnTo>
                  <a:lnTo>
                    <a:pt x="1427887" y="229116"/>
                  </a:lnTo>
                  <a:lnTo>
                    <a:pt x="53187" y="229116"/>
                  </a:lnTo>
                  <a:lnTo>
                    <a:pt x="53187" y="343674"/>
                  </a:lnTo>
                  <a:lnTo>
                    <a:pt x="53187" y="441867"/>
                  </a:lnTo>
                </a:path>
                <a:path w="2802890" h="446404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9619" y="4762337"/>
              <a:ext cx="2066289" cy="446405"/>
            </a:xfrm>
            <a:custGeom>
              <a:avLst/>
              <a:gdLst/>
              <a:ahLst/>
              <a:cxnLst/>
              <a:rect l="l" t="t" r="r" b="b"/>
              <a:pathLst>
                <a:path w="2066290" h="446404">
                  <a:moveTo>
                    <a:pt x="724172" y="0"/>
                  </a:moveTo>
                  <a:lnTo>
                    <a:pt x="724172" y="114558"/>
                  </a:lnTo>
                  <a:lnTo>
                    <a:pt x="724172" y="229116"/>
                  </a:lnTo>
                  <a:lnTo>
                    <a:pt x="388680" y="229116"/>
                  </a:lnTo>
                  <a:lnTo>
                    <a:pt x="53187" y="229116"/>
                  </a:lnTo>
                  <a:lnTo>
                    <a:pt x="53187" y="343674"/>
                  </a:lnTo>
                  <a:lnTo>
                    <a:pt x="53187" y="441867"/>
                  </a:lnTo>
                </a:path>
                <a:path w="2066290" h="446404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  <a:path w="2066290" h="446404">
                  <a:moveTo>
                    <a:pt x="2066141" y="0"/>
                  </a:moveTo>
                  <a:lnTo>
                    <a:pt x="2066141" y="114558"/>
                  </a:lnTo>
                  <a:lnTo>
                    <a:pt x="2066141" y="229116"/>
                  </a:lnTo>
                  <a:lnTo>
                    <a:pt x="1059664" y="229116"/>
                  </a:lnTo>
                  <a:lnTo>
                    <a:pt x="53187" y="229116"/>
                  </a:lnTo>
                  <a:lnTo>
                    <a:pt x="53187" y="343674"/>
                  </a:lnTo>
                  <a:lnTo>
                    <a:pt x="53187" y="441867"/>
                  </a:lnTo>
                </a:path>
                <a:path w="2066290" h="446404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9619" y="5809728"/>
              <a:ext cx="106680" cy="446405"/>
            </a:xfrm>
            <a:custGeom>
              <a:avLst/>
              <a:gdLst/>
              <a:ahLst/>
              <a:cxnLst/>
              <a:rect l="l" t="t" r="r" b="b"/>
              <a:pathLst>
                <a:path w="106679" h="446404">
                  <a:moveTo>
                    <a:pt x="53187" y="0"/>
                  </a:moveTo>
                  <a:lnTo>
                    <a:pt x="53187" y="229116"/>
                  </a:lnTo>
                  <a:lnTo>
                    <a:pt x="53187" y="441867"/>
                  </a:lnTo>
                </a:path>
                <a:path w="106679" h="446404">
                  <a:moveTo>
                    <a:pt x="0" y="392771"/>
                  </a:moveTo>
                  <a:lnTo>
                    <a:pt x="53187" y="445959"/>
                  </a:lnTo>
                  <a:lnTo>
                    <a:pt x="106375" y="392771"/>
                  </a:lnTo>
                </a:path>
              </a:pathLst>
            </a:custGeom>
            <a:ln w="1636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5892" y="4249908"/>
              <a:ext cx="239353" cy="2393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4345" y="2050783"/>
              <a:ext cx="200477" cy="2516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8729" y="3101826"/>
              <a:ext cx="191709" cy="2443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4311" y="6440391"/>
              <a:ext cx="247773" cy="2452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2085" y="4243756"/>
              <a:ext cx="251619" cy="2516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81768" y="4243756"/>
              <a:ext cx="246504" cy="2516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8633" y="4243756"/>
              <a:ext cx="251619" cy="2516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0581" y="5389339"/>
              <a:ext cx="251619" cy="2516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42" name="Title 41">
            <a:extLst>
              <a:ext uri="{FF2B5EF4-FFF2-40B4-BE49-F238E27FC236}">
                <a16:creationId xmlns:a16="http://schemas.microsoft.com/office/drawing/2014/main" id="{8B26C955-8401-6CD3-A14F-2418534B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474747"/>
                </a:solidFill>
                <a:latin typeface="+mj-lt"/>
                <a:cs typeface="Roboto"/>
              </a:rPr>
              <a:t>Role</a:t>
            </a:r>
            <a:r>
              <a:rPr lang="en-US" sz="4000" spc="-30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dirty="0">
                <a:solidFill>
                  <a:srgbClr val="474747"/>
                </a:solidFill>
                <a:latin typeface="+mj-lt"/>
                <a:cs typeface="Roboto"/>
              </a:rPr>
              <a:t>of</a:t>
            </a:r>
            <a:r>
              <a:rPr lang="en-US" sz="4000" spc="-30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dirty="0">
                <a:solidFill>
                  <a:srgbClr val="474747"/>
                </a:solidFill>
                <a:latin typeface="+mj-lt"/>
                <a:cs typeface="Roboto"/>
              </a:rPr>
              <a:t>Software</a:t>
            </a:r>
            <a:r>
              <a:rPr lang="en-US" sz="4000" spc="-25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spc="-10" dirty="0">
                <a:solidFill>
                  <a:srgbClr val="474747"/>
                </a:solidFill>
                <a:latin typeface="+mj-lt"/>
                <a:cs typeface="Roboto"/>
              </a:rPr>
              <a:t>Applications</a:t>
            </a:r>
            <a:r>
              <a:rPr lang="en-US" sz="4000" spc="-30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dirty="0">
                <a:solidFill>
                  <a:srgbClr val="474747"/>
                </a:solidFill>
                <a:latin typeface="+mj-lt"/>
                <a:cs typeface="Roboto"/>
              </a:rPr>
              <a:t>in</a:t>
            </a:r>
            <a:r>
              <a:rPr lang="en-US" sz="4000" spc="-25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spc="-20" dirty="0">
                <a:solidFill>
                  <a:srgbClr val="474747"/>
                </a:solidFill>
                <a:latin typeface="+mj-lt"/>
                <a:cs typeface="Roboto"/>
              </a:rPr>
              <a:t>Enhancing</a:t>
            </a:r>
            <a:r>
              <a:rPr lang="en-US" sz="4000" spc="-25" dirty="0">
                <a:solidFill>
                  <a:srgbClr val="474747"/>
                </a:solidFill>
                <a:latin typeface="+mj-lt"/>
                <a:cs typeface="Roboto"/>
              </a:rPr>
              <a:t> </a:t>
            </a:r>
            <a:r>
              <a:rPr lang="en-US" sz="4000" spc="-10" dirty="0">
                <a:solidFill>
                  <a:srgbClr val="474747"/>
                </a:solidFill>
                <a:latin typeface="+mj-lt"/>
                <a:cs typeface="Roboto"/>
              </a:rPr>
              <a:t>Efficiency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4A2FF8-260B-50C5-17AF-7409869E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05" y="2703947"/>
            <a:ext cx="3844709" cy="3139707"/>
          </a:xfrm>
        </p:spPr>
        <p:txBody>
          <a:bodyPr anchor="t">
            <a:normAutofit/>
          </a:bodyPr>
          <a:lstStyle/>
          <a:p>
            <a:r>
              <a:rPr lang="en-US" dirty="0"/>
              <a:t>Software available: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5605" y="2520199"/>
            <a:ext cx="38447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05606" y="3666041"/>
            <a:ext cx="4147934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FDFD891-A988-90B0-297C-9F138CE9C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300709"/>
              </p:ext>
            </p:extLst>
          </p:nvPr>
        </p:nvGraphicFramePr>
        <p:xfrm>
          <a:off x="6041747" y="943104"/>
          <a:ext cx="7979053" cy="5825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B525D9-D1B2-BFDB-F7C8-C5DF1B7F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05" y="2703947"/>
            <a:ext cx="3844709" cy="3139707"/>
          </a:xfrm>
        </p:spPr>
        <p:txBody>
          <a:bodyPr anchor="t">
            <a:normAutofit/>
          </a:bodyPr>
          <a:lstStyle/>
          <a:p>
            <a:r>
              <a:rPr lang="en-US">
                <a:latin typeface="+mj-lt"/>
                <a:cs typeface="Tahoma"/>
              </a:rPr>
              <a:t>Disease</a:t>
            </a:r>
            <a:r>
              <a:rPr lang="en-US" spc="-70">
                <a:latin typeface="+mj-lt"/>
                <a:cs typeface="Tahoma"/>
              </a:rPr>
              <a:t> </a:t>
            </a:r>
            <a:r>
              <a:rPr lang="en-US" spc="135">
                <a:latin typeface="+mj-lt"/>
                <a:cs typeface="Tahoma"/>
              </a:rPr>
              <a:t>Modeling</a:t>
            </a:r>
            <a:r>
              <a:rPr lang="en-US" spc="-65">
                <a:latin typeface="+mj-lt"/>
                <a:cs typeface="Tahoma"/>
              </a:rPr>
              <a:t> </a:t>
            </a:r>
            <a:r>
              <a:rPr lang="en-US" spc="50">
                <a:latin typeface="+mj-lt"/>
                <a:cs typeface="Tahoma"/>
              </a:rPr>
              <a:t>and</a:t>
            </a:r>
            <a:r>
              <a:rPr lang="en-US" spc="-75">
                <a:latin typeface="+mj-lt"/>
                <a:cs typeface="Tahoma"/>
              </a:rPr>
              <a:t> </a:t>
            </a:r>
            <a:r>
              <a:rPr lang="en-US" spc="55">
                <a:latin typeface="+mj-lt"/>
                <a:cs typeface="Tahoma"/>
              </a:rPr>
              <a:t>Prediction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5605" y="2520199"/>
            <a:ext cx="38447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05606" y="3666041"/>
            <a:ext cx="4147934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0EA9A02-9B52-A246-7EE6-CAE632C64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491173"/>
              </p:ext>
            </p:extLst>
          </p:nvPr>
        </p:nvGraphicFramePr>
        <p:xfrm>
          <a:off x="6041747" y="943104"/>
          <a:ext cx="6948289" cy="5444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4374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Role</a:t>
            </a:r>
            <a:r>
              <a:rPr lang="en-US" sz="2500" b="1" spc="-50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of</a:t>
            </a:r>
            <a:r>
              <a:rPr lang="en-US" sz="2500" b="1" spc="-45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Computers</a:t>
            </a:r>
            <a:r>
              <a:rPr lang="en-US" sz="2500" b="1" spc="-45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in</a:t>
            </a:r>
            <a:r>
              <a:rPr lang="en-US" sz="2500" b="1" spc="-50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Disease</a:t>
            </a:r>
            <a:r>
              <a:rPr lang="en-US" sz="2500" b="1" spc="-45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Modeling</a:t>
            </a:r>
            <a:r>
              <a:rPr lang="en-US" sz="2500" b="1" spc="-45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>
                <a:solidFill>
                  <a:srgbClr val="474747"/>
                </a:solidFill>
                <a:latin typeface="Arial"/>
                <a:cs typeface="Arial"/>
              </a:rPr>
              <a:t>and</a:t>
            </a:r>
            <a:r>
              <a:rPr lang="en-US" sz="2500" b="1" spc="-50">
                <a:solidFill>
                  <a:srgbClr val="474747"/>
                </a:solidFill>
                <a:latin typeface="Arial"/>
                <a:cs typeface="Arial"/>
              </a:rPr>
              <a:t> </a:t>
            </a:r>
            <a:r>
              <a:rPr lang="en-US" sz="2500" b="1" spc="-10">
                <a:solidFill>
                  <a:srgbClr val="474747"/>
                </a:solidFill>
                <a:latin typeface="Arial"/>
                <a:cs typeface="Arial"/>
              </a:rPr>
              <a:t>Prediction</a:t>
            </a:r>
            <a:endParaRPr lang="en-US" sz="2500" dirty="0">
              <a:latin typeface="Arial"/>
              <a:cs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ECF1C7-3548-7042-CB35-98A9396B32A1}"/>
              </a:ext>
            </a:extLst>
          </p:cNvPr>
          <p:cNvGrpSpPr/>
          <p:nvPr/>
        </p:nvGrpSpPr>
        <p:grpSpPr>
          <a:xfrm>
            <a:off x="1638300" y="3032506"/>
            <a:ext cx="12306300" cy="2288793"/>
            <a:chOff x="1638300" y="3032507"/>
            <a:chExt cx="10956290" cy="1651000"/>
          </a:xfrm>
        </p:grpSpPr>
        <p:sp>
          <p:nvSpPr>
            <p:cNvPr id="2" name="object 2"/>
            <p:cNvSpPr txBox="1"/>
            <p:nvPr/>
          </p:nvSpPr>
          <p:spPr>
            <a:xfrm>
              <a:off x="1638300" y="3388107"/>
              <a:ext cx="1619250" cy="939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dirty="0">
                  <a:latin typeface="Arial MT"/>
                  <a:cs typeface="Arial MT"/>
                </a:rPr>
                <a:t>Start:</a:t>
              </a:r>
              <a:r>
                <a:rPr lang="en-US" sz="2000" spc="-30" dirty="0">
                  <a:latin typeface="Arial MT"/>
                  <a:cs typeface="Arial MT"/>
                </a:rPr>
                <a:t> </a:t>
              </a:r>
              <a:r>
                <a:rPr sz="2000" spc="-10" dirty="0">
                  <a:latin typeface="Arial MT"/>
                  <a:cs typeface="Arial MT"/>
                </a:rPr>
                <a:t>Disease Transmission Simulation</a:t>
              </a:r>
              <a:endParaRPr sz="2000" dirty="0">
                <a:latin typeface="Arial MT"/>
                <a:cs typeface="Arial MT"/>
              </a:endParaRPr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11341100" y="4048507"/>
              <a:ext cx="1253490" cy="635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latin typeface="Arial MT"/>
                  <a:cs typeface="Arial MT"/>
                </a:rPr>
                <a:t>HealthMap </a:t>
              </a:r>
              <a:r>
                <a:rPr sz="2000" spc="-20" dirty="0">
                  <a:latin typeface="Arial MT"/>
                  <a:cs typeface="Arial MT"/>
                </a:rPr>
                <a:t>Tool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9105900" y="3388107"/>
              <a:ext cx="1225550" cy="939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latin typeface="Arial MT"/>
                  <a:cs typeface="Arial MT"/>
                </a:rPr>
                <a:t>Machine Learning Algorithms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718300" y="3388107"/>
              <a:ext cx="1352550" cy="939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2000" spc="-20" dirty="0">
                  <a:latin typeface="Arial MT"/>
                  <a:cs typeface="Arial MT"/>
                </a:rPr>
                <a:t>Real-Time </a:t>
              </a:r>
              <a:r>
                <a:rPr sz="2000" spc="-10" dirty="0">
                  <a:latin typeface="Arial MT"/>
                  <a:cs typeface="Arial MT"/>
                </a:rPr>
                <a:t>Outbreak Forecasting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178300" y="3337307"/>
              <a:ext cx="150749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dirty="0">
                  <a:latin typeface="Arial MT"/>
                  <a:cs typeface="Arial MT"/>
                </a:rPr>
                <a:t>SEIR</a:t>
              </a:r>
              <a:r>
                <a:rPr sz="2000" spc="-70" dirty="0">
                  <a:latin typeface="Arial MT"/>
                  <a:cs typeface="Arial MT"/>
                </a:rPr>
                <a:t> </a:t>
              </a:r>
              <a:r>
                <a:rPr sz="2000" spc="-10" dirty="0">
                  <a:latin typeface="Arial MT"/>
                  <a:cs typeface="Arial MT"/>
                </a:rPr>
                <a:t>Models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178300" y="4048507"/>
              <a:ext cx="1494155" cy="635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latin typeface="Arial MT"/>
                  <a:cs typeface="Arial MT"/>
                </a:rPr>
                <a:t>Agent-</a:t>
              </a:r>
              <a:r>
                <a:rPr sz="2000" spc="-20" dirty="0">
                  <a:latin typeface="Arial MT"/>
                  <a:cs typeface="Arial MT"/>
                </a:rPr>
                <a:t>Based </a:t>
              </a:r>
              <a:r>
                <a:rPr sz="2000" spc="-10" dirty="0">
                  <a:latin typeface="Arial MT"/>
                  <a:cs typeface="Arial MT"/>
                </a:rPr>
                <a:t>Models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1341100" y="3032507"/>
              <a:ext cx="1225550" cy="635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latin typeface="Arial MT"/>
                  <a:cs typeface="Arial MT"/>
                </a:rPr>
                <a:t>GLEAMviz </a:t>
              </a:r>
              <a:r>
                <a:rPr sz="2000" spc="-20" dirty="0">
                  <a:latin typeface="Arial MT"/>
                  <a:cs typeface="Arial MT"/>
                </a:rPr>
                <a:t>Tool</a:t>
              </a:r>
              <a:endParaRPr sz="2000">
                <a:latin typeface="Arial MT"/>
                <a:cs typeface="Arial MT"/>
              </a:endParaRPr>
            </a:p>
          </p:txBody>
        </p:sp>
        <p:grpSp>
          <p:nvGrpSpPr>
            <p:cNvPr id="10" name="object 10"/>
            <p:cNvGrpSpPr/>
            <p:nvPr/>
          </p:nvGrpSpPr>
          <p:grpSpPr>
            <a:xfrm>
              <a:off x="5918200" y="3530600"/>
              <a:ext cx="704850" cy="863599"/>
              <a:chOff x="5918200" y="3530600"/>
              <a:chExt cx="704850" cy="863599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5918200" y="3530600"/>
                <a:ext cx="704850" cy="414020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414020">
                    <a:moveTo>
                      <a:pt x="0" y="0"/>
                    </a:moveTo>
                    <a:lnTo>
                      <a:pt x="180340" y="0"/>
                    </a:lnTo>
                    <a:lnTo>
                      <a:pt x="359409" y="0"/>
                    </a:lnTo>
                    <a:lnTo>
                      <a:pt x="359409" y="177800"/>
                    </a:lnTo>
                    <a:lnTo>
                      <a:pt x="359409" y="355600"/>
                    </a:lnTo>
                    <a:lnTo>
                      <a:pt x="539750" y="355600"/>
                    </a:lnTo>
                    <a:lnTo>
                      <a:pt x="700913" y="355600"/>
                    </a:lnTo>
                  </a:path>
                  <a:path w="704850" h="414020">
                    <a:moveTo>
                      <a:pt x="646430" y="414020"/>
                    </a:moveTo>
                    <a:lnTo>
                      <a:pt x="704850" y="355600"/>
                    </a:lnTo>
                    <a:lnTo>
                      <a:pt x="646430" y="29718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918200" y="3827779"/>
                <a:ext cx="704850" cy="566420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566420">
                    <a:moveTo>
                      <a:pt x="0" y="566420"/>
                    </a:moveTo>
                    <a:lnTo>
                      <a:pt x="180340" y="566420"/>
                    </a:lnTo>
                    <a:lnTo>
                      <a:pt x="359409" y="566420"/>
                    </a:lnTo>
                    <a:lnTo>
                      <a:pt x="359409" y="312420"/>
                    </a:lnTo>
                    <a:lnTo>
                      <a:pt x="359409" y="58420"/>
                    </a:lnTo>
                    <a:lnTo>
                      <a:pt x="539750" y="58420"/>
                    </a:lnTo>
                    <a:lnTo>
                      <a:pt x="700913" y="58420"/>
                    </a:lnTo>
                  </a:path>
                  <a:path w="704850" h="566420">
                    <a:moveTo>
                      <a:pt x="646430" y="116840"/>
                    </a:moveTo>
                    <a:lnTo>
                      <a:pt x="704850" y="58420"/>
                    </a:lnTo>
                    <a:lnTo>
                      <a:pt x="646430" y="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/>
            <p:cNvGrpSpPr/>
            <p:nvPr/>
          </p:nvGrpSpPr>
          <p:grpSpPr>
            <a:xfrm>
              <a:off x="3537527" y="3472179"/>
              <a:ext cx="538480" cy="980440"/>
              <a:chOff x="3537527" y="3472179"/>
              <a:chExt cx="538480" cy="98044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3537527" y="3886199"/>
                <a:ext cx="538480" cy="566420"/>
              </a:xfrm>
              <a:custGeom>
                <a:avLst/>
                <a:gdLst/>
                <a:ahLst/>
                <a:cxnLst/>
                <a:rect l="l" t="t" r="r" b="b"/>
                <a:pathLst>
                  <a:path w="538479" h="566420">
                    <a:moveTo>
                      <a:pt x="0" y="0"/>
                    </a:moveTo>
                    <a:lnTo>
                      <a:pt x="138429" y="0"/>
                    </a:lnTo>
                    <a:lnTo>
                      <a:pt x="275590" y="0"/>
                    </a:lnTo>
                    <a:lnTo>
                      <a:pt x="275590" y="254000"/>
                    </a:lnTo>
                    <a:lnTo>
                      <a:pt x="275590" y="508000"/>
                    </a:lnTo>
                    <a:lnTo>
                      <a:pt x="414020" y="508000"/>
                    </a:lnTo>
                    <a:lnTo>
                      <a:pt x="534543" y="508000"/>
                    </a:lnTo>
                  </a:path>
                  <a:path w="538479" h="566420">
                    <a:moveTo>
                      <a:pt x="480059" y="566420"/>
                    </a:moveTo>
                    <a:lnTo>
                      <a:pt x="538480" y="508000"/>
                    </a:lnTo>
                    <a:lnTo>
                      <a:pt x="480059" y="44958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3537527" y="3472179"/>
                <a:ext cx="538480" cy="414020"/>
              </a:xfrm>
              <a:custGeom>
                <a:avLst/>
                <a:gdLst/>
                <a:ahLst/>
                <a:cxnLst/>
                <a:rect l="l" t="t" r="r" b="b"/>
                <a:pathLst>
                  <a:path w="538479" h="414020">
                    <a:moveTo>
                      <a:pt x="0" y="414020"/>
                    </a:moveTo>
                    <a:lnTo>
                      <a:pt x="138429" y="414020"/>
                    </a:lnTo>
                    <a:lnTo>
                      <a:pt x="275590" y="414020"/>
                    </a:lnTo>
                    <a:lnTo>
                      <a:pt x="275590" y="236220"/>
                    </a:lnTo>
                    <a:lnTo>
                      <a:pt x="275590" y="58420"/>
                    </a:lnTo>
                    <a:lnTo>
                      <a:pt x="414020" y="58420"/>
                    </a:lnTo>
                    <a:lnTo>
                      <a:pt x="534543" y="58420"/>
                    </a:lnTo>
                  </a:path>
                  <a:path w="538479" h="414020">
                    <a:moveTo>
                      <a:pt x="480059" y="116840"/>
                    </a:moveTo>
                    <a:lnTo>
                      <a:pt x="538480" y="58420"/>
                    </a:lnTo>
                    <a:lnTo>
                      <a:pt x="480059" y="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/>
            <p:nvPr/>
          </p:nvSpPr>
          <p:spPr>
            <a:xfrm>
              <a:off x="8145780" y="3827779"/>
              <a:ext cx="857250" cy="116839"/>
            </a:xfrm>
            <a:custGeom>
              <a:avLst/>
              <a:gdLst/>
              <a:ahLst/>
              <a:cxnLst/>
              <a:rect l="l" t="t" r="r" b="b"/>
              <a:pathLst>
                <a:path w="857250" h="116839">
                  <a:moveTo>
                    <a:pt x="0" y="58420"/>
                  </a:moveTo>
                  <a:lnTo>
                    <a:pt x="435609" y="58420"/>
                  </a:lnTo>
                  <a:lnTo>
                    <a:pt x="853313" y="58420"/>
                  </a:lnTo>
                </a:path>
                <a:path w="857250" h="116839">
                  <a:moveTo>
                    <a:pt x="798830" y="116840"/>
                  </a:moveTo>
                  <a:lnTo>
                    <a:pt x="857250" y="58420"/>
                  </a:lnTo>
                  <a:lnTo>
                    <a:pt x="798830" y="0"/>
                  </a:lnTo>
                </a:path>
              </a:pathLst>
            </a:custGeom>
            <a:ln w="12700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17"/>
            <p:cNvGrpSpPr/>
            <p:nvPr/>
          </p:nvGrpSpPr>
          <p:grpSpPr>
            <a:xfrm>
              <a:off x="10541000" y="3319779"/>
              <a:ext cx="697230" cy="1132840"/>
              <a:chOff x="10541000" y="3319779"/>
              <a:chExt cx="697230" cy="1132840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10541000" y="3319779"/>
                <a:ext cx="697230" cy="566420"/>
              </a:xfrm>
              <a:custGeom>
                <a:avLst/>
                <a:gdLst/>
                <a:ahLst/>
                <a:cxnLst/>
                <a:rect l="l" t="t" r="r" b="b"/>
                <a:pathLst>
                  <a:path w="697229" h="566420">
                    <a:moveTo>
                      <a:pt x="0" y="566420"/>
                    </a:moveTo>
                    <a:lnTo>
                      <a:pt x="177800" y="566420"/>
                    </a:lnTo>
                    <a:lnTo>
                      <a:pt x="355600" y="566420"/>
                    </a:lnTo>
                    <a:lnTo>
                      <a:pt x="355600" y="312420"/>
                    </a:lnTo>
                    <a:lnTo>
                      <a:pt x="355600" y="58420"/>
                    </a:lnTo>
                    <a:lnTo>
                      <a:pt x="533400" y="58420"/>
                    </a:lnTo>
                    <a:lnTo>
                      <a:pt x="693293" y="58420"/>
                    </a:lnTo>
                  </a:path>
                  <a:path w="697229" h="566420">
                    <a:moveTo>
                      <a:pt x="638810" y="116840"/>
                    </a:moveTo>
                    <a:lnTo>
                      <a:pt x="697230" y="58420"/>
                    </a:lnTo>
                    <a:lnTo>
                      <a:pt x="638810" y="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10541000" y="3886199"/>
                <a:ext cx="697230" cy="566420"/>
              </a:xfrm>
              <a:custGeom>
                <a:avLst/>
                <a:gdLst/>
                <a:ahLst/>
                <a:cxnLst/>
                <a:rect l="l" t="t" r="r" b="b"/>
                <a:pathLst>
                  <a:path w="697229" h="566420">
                    <a:moveTo>
                      <a:pt x="0" y="0"/>
                    </a:moveTo>
                    <a:lnTo>
                      <a:pt x="177800" y="0"/>
                    </a:lnTo>
                    <a:lnTo>
                      <a:pt x="355600" y="0"/>
                    </a:lnTo>
                    <a:lnTo>
                      <a:pt x="355600" y="254000"/>
                    </a:lnTo>
                    <a:lnTo>
                      <a:pt x="355600" y="508000"/>
                    </a:lnTo>
                    <a:lnTo>
                      <a:pt x="533400" y="508000"/>
                    </a:lnTo>
                    <a:lnTo>
                      <a:pt x="693293" y="508000"/>
                    </a:lnTo>
                  </a:path>
                  <a:path w="697229" h="566420">
                    <a:moveTo>
                      <a:pt x="638810" y="566420"/>
                    </a:moveTo>
                    <a:lnTo>
                      <a:pt x="697230" y="508000"/>
                    </a:lnTo>
                    <a:lnTo>
                      <a:pt x="638810" y="449580"/>
                    </a:lnTo>
                  </a:path>
                </a:pathLst>
              </a:custGeom>
              <a:ln w="12700">
                <a:solidFill>
                  <a:srgbClr val="47474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defTabSz="914400"/>
            <a:r>
              <a:rPr lang="en-US" spc="50"/>
              <a:t>Challenges</a:t>
            </a:r>
            <a:r>
              <a:rPr lang="en-US" spc="-80"/>
              <a:t> </a:t>
            </a:r>
            <a:r>
              <a:rPr lang="en-US"/>
              <a:t>in</a:t>
            </a:r>
            <a:r>
              <a:rPr lang="en-US" spc="-100"/>
              <a:t> </a:t>
            </a:r>
            <a:r>
              <a:rPr lang="en-US" spc="95"/>
              <a:t>Developing</a:t>
            </a:r>
            <a:r>
              <a:rPr lang="en-US" spc="-80"/>
              <a:t> </a:t>
            </a:r>
            <a:r>
              <a:rPr lang="en-US" spc="-10"/>
              <a:t>Countries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5605" y="2176444"/>
            <a:ext cx="112838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568078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AC1841A-8576-0E5C-AACE-F89B3435A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927300"/>
              </p:ext>
            </p:extLst>
          </p:nvPr>
        </p:nvGraphicFramePr>
        <p:xfrm>
          <a:off x="1704895" y="2737350"/>
          <a:ext cx="11285141" cy="4371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74FF48E-21C6-4ED1-8D57-5D27A7B76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E4EA73-B3EE-41C9-8DED-BFE895585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655" y="5416236"/>
            <a:ext cx="10169063" cy="991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62685" defTabSz="914400"/>
            <a:r>
              <a:rPr lang="en-US" sz="3200" spc="-75"/>
              <a:t>Challenges</a:t>
            </a:r>
            <a:r>
              <a:rPr lang="en-US" sz="3200" spc="-95"/>
              <a:t> </a:t>
            </a:r>
            <a:r>
              <a:rPr lang="en-US" sz="3200"/>
              <a:t>in</a:t>
            </a:r>
            <a:r>
              <a:rPr lang="en-US" sz="3200" spc="-95"/>
              <a:t> </a:t>
            </a:r>
            <a:r>
              <a:rPr lang="en-US" sz="3200" spc="-10"/>
              <a:t>Digital</a:t>
            </a:r>
            <a:r>
              <a:rPr lang="en-US" sz="3200" spc="-95"/>
              <a:t> </a:t>
            </a:r>
            <a:r>
              <a:rPr lang="en-US" sz="3200" spc="-10"/>
              <a:t>Health</a:t>
            </a:r>
            <a:r>
              <a:rPr lang="en-US" sz="3200" spc="-95"/>
              <a:t> </a:t>
            </a:r>
            <a:r>
              <a:rPr lang="en-US" sz="3200" spc="-10"/>
              <a:t>Infrastructure</a:t>
            </a:r>
            <a:endParaRPr lang="en-US" sz="32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3A3FE5-DDAD-E2A5-8A28-52A5A1A5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142" y="649897"/>
            <a:ext cx="7215315" cy="4329191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038F25F-EDEF-4677-BA06-9A0951D4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87655" y="5237307"/>
            <a:ext cx="1015553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CDD4A4E6-AE28-4022-81BD-8F9C976B2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1206E84-DE07-4C15-AC7E-FB739A177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defTabSz="914400"/>
            <a:r>
              <a:rPr lang="en-US"/>
              <a:t>Ethical</a:t>
            </a:r>
            <a:r>
              <a:rPr lang="en-US" spc="-65"/>
              <a:t> </a:t>
            </a:r>
            <a:r>
              <a:rPr lang="en-US" spc="-50"/>
              <a:t>Issues</a:t>
            </a:r>
            <a:r>
              <a:rPr lang="en-US" spc="-65"/>
              <a:t> </a:t>
            </a:r>
            <a:r>
              <a:rPr lang="en-US"/>
              <a:t>in</a:t>
            </a:r>
            <a:r>
              <a:rPr lang="en-US" spc="-75"/>
              <a:t> </a:t>
            </a:r>
            <a:r>
              <a:rPr lang="en-US"/>
              <a:t>Health</a:t>
            </a:r>
            <a:r>
              <a:rPr lang="en-US" spc="-70"/>
              <a:t> </a:t>
            </a:r>
            <a:r>
              <a:rPr lang="en-US" spc="-10"/>
              <a:t>Informatics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5605" y="2176444"/>
            <a:ext cx="112838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568078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23A2E77-FCAB-A444-4BD3-28FF2325D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362087"/>
              </p:ext>
            </p:extLst>
          </p:nvPr>
        </p:nvGraphicFramePr>
        <p:xfrm>
          <a:off x="1704895" y="2737350"/>
          <a:ext cx="11285141" cy="4371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40891" y="4142769"/>
            <a:ext cx="101485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5F118-5769-C9B6-EF59-ECC7BDE3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610" y="1135525"/>
            <a:ext cx="4877784" cy="278785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3900"/>
              <a:t>Data</a:t>
            </a:r>
            <a:r>
              <a:rPr lang="en-US" sz="3900" spc="-20"/>
              <a:t> </a:t>
            </a:r>
            <a:r>
              <a:rPr lang="en-US" sz="3900"/>
              <a:t>Privacy</a:t>
            </a:r>
            <a:r>
              <a:rPr lang="en-US" sz="3900" spc="-15"/>
              <a:t> </a:t>
            </a:r>
            <a:r>
              <a:rPr lang="en-US" sz="3900"/>
              <a:t>and</a:t>
            </a:r>
            <a:r>
              <a:rPr lang="en-US" sz="3900" spc="-15"/>
              <a:t> </a:t>
            </a:r>
            <a:r>
              <a:rPr lang="en-US" sz="3900"/>
              <a:t>Ethical</a:t>
            </a:r>
            <a:r>
              <a:rPr lang="en-US" sz="3900" spc="-15"/>
              <a:t> </a:t>
            </a:r>
            <a:r>
              <a:rPr lang="en-US" sz="3900"/>
              <a:t>Challenges</a:t>
            </a:r>
            <a:r>
              <a:rPr lang="en-US" sz="3900" spc="-15"/>
              <a:t> </a:t>
            </a:r>
            <a:r>
              <a:rPr lang="en-US" sz="3900"/>
              <a:t>in</a:t>
            </a:r>
            <a:r>
              <a:rPr lang="en-US" sz="3900" spc="-15"/>
              <a:t> </a:t>
            </a:r>
            <a:r>
              <a:rPr lang="en-US" sz="3900"/>
              <a:t>Health</a:t>
            </a:r>
            <a:r>
              <a:rPr lang="en-US" sz="3900" spc="-15"/>
              <a:t> </a:t>
            </a:r>
            <a:r>
              <a:rPr lang="en-US" sz="3900" spc="-10"/>
              <a:t>Informatics</a:t>
            </a:r>
            <a:endParaRPr lang="en-US" sz="3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C75C6A-F084-E4F7-F04C-23C662D0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7" y="444502"/>
            <a:ext cx="7434507" cy="5891845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1085" y="4140367"/>
            <a:ext cx="48761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1219" y="1336363"/>
            <a:ext cx="4457579" cy="4530479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sz="4200" spc="60"/>
              <a:t>Public</a:t>
            </a:r>
            <a:r>
              <a:rPr lang="en-US" sz="4200" spc="75"/>
              <a:t> </a:t>
            </a:r>
            <a:r>
              <a:rPr lang="en-US" sz="4200"/>
              <a:t>Engagement</a:t>
            </a:r>
            <a:r>
              <a:rPr lang="en-US" sz="4200" spc="90"/>
              <a:t> </a:t>
            </a:r>
            <a:r>
              <a:rPr lang="en-US" sz="4200"/>
              <a:t>via</a:t>
            </a:r>
            <a:r>
              <a:rPr lang="en-US" sz="4200" spc="55"/>
              <a:t> </a:t>
            </a:r>
            <a:r>
              <a:rPr lang="en-US" sz="4200"/>
              <a:t>Digital</a:t>
            </a:r>
            <a:r>
              <a:rPr lang="en-US" sz="4200" spc="80"/>
              <a:t> </a:t>
            </a:r>
            <a:r>
              <a:rPr lang="en-US" sz="4200" spc="-10"/>
              <a:t>Platforms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92524" y="749411"/>
            <a:ext cx="7531286" cy="5704386"/>
            <a:chOff x="7807230" y="2012810"/>
            <a:chExt cx="3251252" cy="34598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8371" y="1143120"/>
            <a:ext cx="6779591" cy="4916966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F3AC1-8C7D-9FA6-708F-BCD93D0D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1767" y="1336363"/>
            <a:ext cx="6392799" cy="4530480"/>
          </a:xfrm>
        </p:spPr>
        <p:txBody>
          <a:bodyPr anchor="ctr">
            <a:norm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Social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media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and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digital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media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campaigns</a:t>
            </a:r>
            <a:r>
              <a:rPr lang="en-US" sz="2400" spc="16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raise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awareness</a:t>
            </a:r>
            <a:r>
              <a:rPr lang="en-US" sz="2400" spc="16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and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50" dirty="0">
                <a:solidFill>
                  <a:srgbClr val="000000"/>
                </a:solidFill>
                <a:latin typeface="+mj-lt"/>
                <a:cs typeface="Tahoma"/>
              </a:rPr>
              <a:t>encourage</a:t>
            </a:r>
            <a:r>
              <a:rPr lang="en-US" sz="2400" spc="16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healthy</a:t>
            </a:r>
            <a:r>
              <a:rPr lang="en-US" sz="2400" spc="1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latin typeface="+mj-lt"/>
                <a:cs typeface="Tahoma"/>
              </a:rPr>
              <a:t>behaviors. </a:t>
            </a:r>
          </a:p>
          <a:p>
            <a:pPr marL="12700" marR="5080"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Interactive</a:t>
            </a:r>
            <a:r>
              <a:rPr lang="en-US" sz="2400" spc="16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government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portals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and</a:t>
            </a:r>
            <a:r>
              <a:rPr lang="en-US" sz="2400" spc="14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60" dirty="0">
                <a:solidFill>
                  <a:srgbClr val="000000"/>
                </a:solidFill>
                <a:latin typeface="+mj-lt"/>
                <a:cs typeface="Tahoma"/>
              </a:rPr>
              <a:t>mobile</a:t>
            </a:r>
            <a:r>
              <a:rPr lang="en-US" sz="2400" spc="14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apps</a:t>
            </a:r>
            <a:r>
              <a:rPr lang="en-US" sz="2400" spc="14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60" dirty="0">
                <a:solidFill>
                  <a:srgbClr val="000000"/>
                </a:solidFill>
                <a:latin typeface="+mj-lt"/>
                <a:cs typeface="Tahoma"/>
              </a:rPr>
              <a:t>provide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accessible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health</a:t>
            </a:r>
            <a:r>
              <a:rPr lang="en-US" sz="2400" spc="1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latin typeface="+mj-lt"/>
                <a:cs typeface="Tahoma"/>
              </a:rPr>
              <a:t>information.</a:t>
            </a:r>
          </a:p>
          <a:p>
            <a:pPr marL="12700">
              <a:spcBef>
                <a:spcPts val="480"/>
              </a:spcBef>
            </a:pP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Examples:</a:t>
            </a:r>
            <a:r>
              <a:rPr lang="en-US" sz="2400" spc="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Aarogya</a:t>
            </a:r>
            <a:r>
              <a:rPr lang="en-US" sz="2400" spc="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Setu</a:t>
            </a:r>
            <a:r>
              <a:rPr lang="en-US" sz="2400" spc="4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app,</a:t>
            </a:r>
            <a:r>
              <a:rPr lang="en-US" sz="2400" spc="4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50" dirty="0">
                <a:solidFill>
                  <a:srgbClr val="000000"/>
                </a:solidFill>
                <a:latin typeface="+mj-lt"/>
                <a:cs typeface="Tahoma"/>
              </a:rPr>
              <a:t>WHO’s</a:t>
            </a:r>
            <a:r>
              <a:rPr lang="en-US" sz="2400" spc="55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Digital</a:t>
            </a:r>
            <a:r>
              <a:rPr lang="en-US" sz="2400" spc="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Tahoma"/>
              </a:rPr>
              <a:t>Health</a:t>
            </a:r>
            <a:r>
              <a:rPr lang="en-US" sz="2400" spc="50" dirty="0">
                <a:solidFill>
                  <a:srgbClr val="000000"/>
                </a:solidFill>
                <a:latin typeface="+mj-lt"/>
                <a:cs typeface="Tahoma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latin typeface="+mj-lt"/>
                <a:cs typeface="Tahoma"/>
              </a:rPr>
              <a:t>Atlas.</a:t>
            </a:r>
            <a:endParaRPr lang="en-US" sz="2400" dirty="0">
              <a:solidFill>
                <a:srgbClr val="000000"/>
              </a:solidFill>
              <a:latin typeface="+mj-lt"/>
              <a:cs typeface="Tahom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3200" spc="-20"/>
              <a:t>Enhancing</a:t>
            </a:r>
            <a:r>
              <a:rPr lang="en-US" sz="3200" spc="-105"/>
              <a:t> </a:t>
            </a:r>
            <a:r>
              <a:rPr lang="en-US" sz="3200" spc="-10"/>
              <a:t>Public</a:t>
            </a:r>
            <a:r>
              <a:rPr lang="en-US" sz="3200" spc="-105"/>
              <a:t> </a:t>
            </a:r>
            <a:r>
              <a:rPr lang="en-US" sz="3200"/>
              <a:t>Health</a:t>
            </a:r>
            <a:r>
              <a:rPr lang="en-US" sz="3200" spc="-110"/>
              <a:t> </a:t>
            </a:r>
            <a:r>
              <a:rPr lang="en-US" sz="3200" spc="-30"/>
              <a:t>through</a:t>
            </a:r>
            <a:r>
              <a:rPr lang="en-US" sz="3200" spc="-105"/>
              <a:t> </a:t>
            </a:r>
            <a:r>
              <a:rPr lang="en-US" sz="3200" spc="-20"/>
              <a:t>Digital</a:t>
            </a:r>
            <a:r>
              <a:rPr lang="en-US" sz="3200" spc="-110"/>
              <a:t> </a:t>
            </a:r>
            <a:r>
              <a:rPr lang="en-US" sz="3200" spc="-10"/>
              <a:t>Platforms</a:t>
            </a:r>
            <a:endParaRPr lang="en-US" sz="32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4DACBD-1893-25CF-3577-982C1643E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05" y="2699679"/>
            <a:ext cx="11283847" cy="33851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3200" spc="70"/>
              <a:t>Computers</a:t>
            </a:r>
            <a:r>
              <a:rPr lang="en-US" sz="3200" spc="-65"/>
              <a:t> </a:t>
            </a:r>
            <a:r>
              <a:rPr lang="en-US" sz="3200"/>
              <a:t>During</a:t>
            </a:r>
            <a:r>
              <a:rPr lang="en-US" sz="3200" spc="-65"/>
              <a:t> </a:t>
            </a:r>
            <a:r>
              <a:rPr lang="en-US" sz="3200" spc="45"/>
              <a:t>Pandemics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7150E28-6D0E-4D52-CE09-CEC6B6E5E9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832291"/>
              </p:ext>
            </p:extLst>
          </p:nvPr>
        </p:nvGraphicFramePr>
        <p:xfrm>
          <a:off x="1704895" y="2747844"/>
          <a:ext cx="11285141" cy="3903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27F90C0-6841-4262-975F-D9C3AB50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AE7EF9-769D-42F9-9430-F2DF739C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A4F47704-AF51-9F5D-740F-405B56AF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05" y="1731724"/>
            <a:ext cx="4902350" cy="3701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spc="-20"/>
              <a:t>Digital</a:t>
            </a:r>
            <a:r>
              <a:rPr lang="en-US" sz="3200" spc="-50"/>
              <a:t> </a:t>
            </a:r>
            <a:r>
              <a:rPr lang="en-US" sz="3200"/>
              <a:t>Tools</a:t>
            </a:r>
            <a:r>
              <a:rPr lang="en-US" sz="3200" spc="-50"/>
              <a:t> </a:t>
            </a:r>
            <a:r>
              <a:rPr lang="en-US" sz="3200"/>
              <a:t>in</a:t>
            </a:r>
            <a:r>
              <a:rPr lang="en-US" sz="3200" spc="-50"/>
              <a:t> </a:t>
            </a:r>
            <a:r>
              <a:rPr lang="en-US" sz="3200"/>
              <a:t>Public</a:t>
            </a:r>
            <a:r>
              <a:rPr lang="en-US" sz="3200" spc="-50"/>
              <a:t> </a:t>
            </a:r>
            <a:r>
              <a:rPr lang="en-US" sz="3200" spc="-10"/>
              <a:t>Health</a:t>
            </a:r>
            <a:endParaRPr lang="en-US" sz="320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D87D85C-2399-2467-09F3-C8651EA1A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076" y="945814"/>
            <a:ext cx="4952231" cy="547207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11E2EF0-3BCB-402C-B2C1-C6FC2BA74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F68608F-34C2-43D6-84DB-5A870495E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25600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5048F954-72F1-0356-9919-7FAFF9F8CC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15936" b="9121"/>
          <a:stretch/>
        </p:blipFill>
        <p:spPr>
          <a:xfrm>
            <a:off x="358" y="10"/>
            <a:ext cx="14325242" cy="8051790"/>
          </a:xfrm>
          <a:prstGeom prst="rect">
            <a:avLst/>
          </a:prstGeom>
        </p:spPr>
      </p:pic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6953" y="520974"/>
            <a:ext cx="952948" cy="5912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6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47547" y="635081"/>
            <a:ext cx="5844350" cy="36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01609"/>
            <a:ext cx="14325600" cy="665018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8068" y="1401609"/>
            <a:ext cx="3751834" cy="5516974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/>
              <a:t>Future</a:t>
            </a:r>
            <a:r>
              <a:rPr lang="en-US" spc="-145"/>
              <a:t> </a:t>
            </a:r>
            <a:r>
              <a:rPr lang="en-US" spc="85"/>
              <a:t>of</a:t>
            </a:r>
            <a:r>
              <a:rPr lang="en-US" spc="-140"/>
              <a:t> </a:t>
            </a:r>
            <a:r>
              <a:rPr lang="en-US" spc="-90"/>
              <a:t>AI</a:t>
            </a:r>
            <a:r>
              <a:rPr lang="en-US" spc="-130"/>
              <a:t> </a:t>
            </a:r>
            <a:r>
              <a:rPr lang="en-US"/>
              <a:t>&amp;</a:t>
            </a:r>
            <a:r>
              <a:rPr lang="en-US" spc="-135"/>
              <a:t> </a:t>
            </a:r>
            <a:r>
              <a:rPr lang="en-US" spc="100"/>
              <a:t>ML</a:t>
            </a:r>
            <a:r>
              <a:rPr lang="en-US" spc="-140"/>
              <a:t> </a:t>
            </a:r>
            <a:r>
              <a:rPr lang="en-US"/>
              <a:t>in</a:t>
            </a:r>
            <a:r>
              <a:rPr lang="en-US" spc="-140"/>
              <a:t> </a:t>
            </a:r>
            <a:r>
              <a:rPr lang="en-US" spc="60"/>
              <a:t>Public</a:t>
            </a:r>
            <a:r>
              <a:rPr lang="en-US" spc="-125"/>
              <a:t> </a:t>
            </a:r>
            <a:r>
              <a:rPr lang="en-US" spc="-10"/>
              <a:t>Health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68797" y="1878753"/>
            <a:ext cx="0" cy="4294293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638802" y="520974"/>
            <a:ext cx="8305794" cy="7086326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12700" marR="825500">
              <a:lnSpc>
                <a:spcPct val="110000"/>
              </a:lnSpc>
              <a:spcBef>
                <a:spcPts val="100"/>
              </a:spcBef>
            </a:pPr>
            <a:r>
              <a:rPr lang="en-US" sz="2200" spc="-45" dirty="0">
                <a:latin typeface="+mj-lt"/>
              </a:rPr>
              <a:t>AI</a:t>
            </a:r>
            <a:r>
              <a:rPr lang="en-US" sz="2200" spc="12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13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predictive</a:t>
            </a:r>
            <a:r>
              <a:rPr lang="en-US" sz="2200" spc="145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analytics:</a:t>
            </a:r>
            <a:r>
              <a:rPr lang="en-US" sz="2200" spc="14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forecasting</a:t>
            </a:r>
            <a:r>
              <a:rPr lang="en-US" sz="2200" spc="15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outbreaks,</a:t>
            </a:r>
            <a:r>
              <a:rPr lang="en-US" sz="2200" spc="14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identifying</a:t>
            </a:r>
            <a:r>
              <a:rPr lang="en-US" sz="2200" spc="15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high-risk</a:t>
            </a:r>
            <a:r>
              <a:rPr lang="en-US" sz="2200" spc="135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populations. </a:t>
            </a:r>
          </a:p>
          <a:p>
            <a:pPr marL="12700" marR="825500">
              <a:lnSpc>
                <a:spcPct val="110000"/>
              </a:lnSpc>
              <a:spcBef>
                <a:spcPts val="100"/>
              </a:spcBef>
            </a:pPr>
            <a:r>
              <a:rPr lang="en-US" sz="2200" dirty="0">
                <a:latin typeface="+mj-lt"/>
              </a:rPr>
              <a:t>ML-based</a:t>
            </a:r>
            <a:r>
              <a:rPr lang="en-US" sz="2200" spc="16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diagnostics</a:t>
            </a:r>
            <a:r>
              <a:rPr lang="en-US" sz="2200" spc="18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and</a:t>
            </a:r>
            <a:r>
              <a:rPr lang="en-US" sz="2200" spc="1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image</a:t>
            </a:r>
            <a:r>
              <a:rPr lang="en-US" sz="2200" spc="1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recognition</a:t>
            </a:r>
            <a:r>
              <a:rPr lang="en-US" sz="2200" spc="175" dirty="0">
                <a:latin typeface="+mj-lt"/>
              </a:rPr>
              <a:t> </a:t>
            </a:r>
            <a:r>
              <a:rPr lang="en-US" sz="2200" spc="-40" dirty="0">
                <a:latin typeface="+mj-lt"/>
              </a:rPr>
              <a:t>(e.g.,</a:t>
            </a:r>
            <a:r>
              <a:rPr lang="en-US" sz="2200" spc="170" dirty="0">
                <a:latin typeface="+mj-lt"/>
              </a:rPr>
              <a:t> </a:t>
            </a:r>
            <a:r>
              <a:rPr lang="en-US" sz="2200" spc="-55" dirty="0">
                <a:latin typeface="+mj-lt"/>
              </a:rPr>
              <a:t>TB</a:t>
            </a:r>
            <a:r>
              <a:rPr lang="en-US" sz="2200" spc="160" dirty="0">
                <a:latin typeface="+mj-lt"/>
              </a:rPr>
              <a:t> </a:t>
            </a:r>
            <a:r>
              <a:rPr lang="en-US" sz="2200" spc="55" dirty="0">
                <a:latin typeface="+mj-lt"/>
              </a:rPr>
              <a:t>on</a:t>
            </a:r>
            <a:r>
              <a:rPr lang="en-US" sz="2200" spc="1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chest</a:t>
            </a:r>
            <a:r>
              <a:rPr lang="en-US" sz="2200" spc="170" dirty="0">
                <a:latin typeface="+mj-lt"/>
              </a:rPr>
              <a:t> </a:t>
            </a:r>
            <a:r>
              <a:rPr lang="en-US" sz="2200" spc="-40" dirty="0">
                <a:latin typeface="+mj-lt"/>
              </a:rPr>
              <a:t>X-</a:t>
            </a:r>
            <a:r>
              <a:rPr lang="en-US" sz="2200" spc="-10" dirty="0">
                <a:latin typeface="+mj-lt"/>
              </a:rPr>
              <a:t>rays).</a:t>
            </a:r>
          </a:p>
          <a:p>
            <a:pPr marL="12700">
              <a:lnSpc>
                <a:spcPct val="110000"/>
              </a:lnSpc>
              <a:spcBef>
                <a:spcPts val="480"/>
              </a:spcBef>
            </a:pPr>
            <a:r>
              <a:rPr lang="en-US" sz="2200" dirty="0">
                <a:latin typeface="+mj-lt"/>
              </a:rPr>
              <a:t>AI-driven</a:t>
            </a:r>
            <a:r>
              <a:rPr lang="en-US" sz="2200" spc="5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chatbots</a:t>
            </a:r>
            <a:r>
              <a:rPr lang="en-US" sz="2200" spc="5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and</a:t>
            </a:r>
            <a:r>
              <a:rPr lang="en-US" sz="2200" spc="4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virtual</a:t>
            </a:r>
            <a:r>
              <a:rPr lang="en-US" sz="2200" spc="5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assistants</a:t>
            </a:r>
            <a:r>
              <a:rPr lang="en-US" sz="2200" spc="5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4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health</a:t>
            </a:r>
            <a:r>
              <a:rPr lang="en-US" sz="2200" spc="5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triage.</a:t>
            </a:r>
          </a:p>
          <a:p>
            <a:pPr marL="12700">
              <a:lnSpc>
                <a:spcPct val="110000"/>
              </a:lnSpc>
            </a:pPr>
            <a:r>
              <a:rPr lang="en-US" sz="2200" spc="110" dirty="0">
                <a:latin typeface="+mj-lt"/>
              </a:rPr>
              <a:t>Global</a:t>
            </a:r>
            <a:r>
              <a:rPr lang="en-US" sz="2200" spc="-8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Impact</a:t>
            </a:r>
            <a:r>
              <a:rPr lang="en-US" sz="2200" spc="-75" dirty="0">
                <a:latin typeface="+mj-lt"/>
              </a:rPr>
              <a:t> </a:t>
            </a:r>
            <a:r>
              <a:rPr lang="en-US" sz="2200" spc="85" dirty="0">
                <a:latin typeface="+mj-lt"/>
              </a:rPr>
              <a:t>of</a:t>
            </a:r>
            <a:r>
              <a:rPr lang="en-US" sz="2200" spc="-90" dirty="0">
                <a:latin typeface="+mj-lt"/>
              </a:rPr>
              <a:t> </a:t>
            </a:r>
            <a:r>
              <a:rPr lang="en-US" sz="2200" spc="100" dirty="0">
                <a:latin typeface="+mj-lt"/>
              </a:rPr>
              <a:t>Advanced</a:t>
            </a:r>
            <a:r>
              <a:rPr lang="en-US" sz="2200" spc="-75" dirty="0">
                <a:latin typeface="+mj-lt"/>
              </a:rPr>
              <a:t> </a:t>
            </a:r>
            <a:r>
              <a:rPr lang="en-US" sz="2200" spc="70" dirty="0">
                <a:latin typeface="+mj-lt"/>
              </a:rPr>
              <a:t>Computer</a:t>
            </a:r>
            <a:r>
              <a:rPr lang="en-US" sz="2200" spc="-80" dirty="0">
                <a:latin typeface="+mj-lt"/>
              </a:rPr>
              <a:t> </a:t>
            </a:r>
            <a:r>
              <a:rPr lang="en-US" sz="2200" spc="60" dirty="0">
                <a:latin typeface="+mj-lt"/>
              </a:rPr>
              <a:t>Technologies</a:t>
            </a:r>
            <a:endParaRPr lang="en-US" sz="2200" dirty="0">
              <a:latin typeface="+mj-lt"/>
            </a:endParaRPr>
          </a:p>
          <a:p>
            <a:pPr marL="12700" marR="1433830">
              <a:lnSpc>
                <a:spcPct val="110000"/>
              </a:lnSpc>
              <a:spcBef>
                <a:spcPts val="560"/>
              </a:spcBef>
            </a:pPr>
            <a:r>
              <a:rPr lang="en-US" sz="2200" dirty="0">
                <a:latin typeface="+mj-lt"/>
              </a:rPr>
              <a:t>Remote</a:t>
            </a:r>
            <a:r>
              <a:rPr lang="en-US" sz="2200" spc="14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sensing</a:t>
            </a:r>
            <a:r>
              <a:rPr lang="en-US" sz="2200" spc="14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and</a:t>
            </a:r>
            <a:r>
              <a:rPr lang="en-US" sz="2200" spc="14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satellite</a:t>
            </a:r>
            <a:r>
              <a:rPr lang="en-US" sz="2200" spc="15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imagery</a:t>
            </a:r>
            <a:r>
              <a:rPr lang="en-US" sz="2200" spc="14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13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environmental</a:t>
            </a:r>
            <a:r>
              <a:rPr lang="en-US" sz="2200" spc="1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health</a:t>
            </a:r>
            <a:r>
              <a:rPr lang="en-US" sz="2200" spc="14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surveillance. </a:t>
            </a:r>
          </a:p>
          <a:p>
            <a:pPr marL="12700" marR="1433830">
              <a:lnSpc>
                <a:spcPct val="110000"/>
              </a:lnSpc>
              <a:spcBef>
                <a:spcPts val="560"/>
              </a:spcBef>
            </a:pPr>
            <a:r>
              <a:rPr lang="en-US" sz="2200" dirty="0">
                <a:latin typeface="+mj-lt"/>
              </a:rPr>
              <a:t>Blockchain</a:t>
            </a:r>
            <a:r>
              <a:rPr lang="en-US" sz="2200" spc="13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12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secure</a:t>
            </a:r>
            <a:r>
              <a:rPr lang="en-US" sz="2200" spc="12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health</a:t>
            </a:r>
            <a:r>
              <a:rPr lang="en-US" sz="2200" spc="12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data</a:t>
            </a:r>
            <a:r>
              <a:rPr lang="en-US" sz="2200" spc="12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sharing.</a:t>
            </a:r>
          </a:p>
          <a:p>
            <a:pPr marL="12700" marR="627380">
              <a:lnSpc>
                <a:spcPct val="110000"/>
              </a:lnSpc>
            </a:pPr>
            <a:r>
              <a:rPr lang="en-US" sz="2200" spc="-45" dirty="0">
                <a:latin typeface="+mj-lt"/>
              </a:rPr>
              <a:t>IoT</a:t>
            </a:r>
            <a:r>
              <a:rPr lang="en-US" sz="2200" spc="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integration</a:t>
            </a:r>
            <a:r>
              <a:rPr lang="en-US" sz="2200" spc="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real-time</a:t>
            </a:r>
            <a:r>
              <a:rPr lang="en-US" sz="2200" spc="7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monitoring</a:t>
            </a:r>
            <a:r>
              <a:rPr lang="en-US" sz="2200" spc="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of</a:t>
            </a:r>
            <a:r>
              <a:rPr lang="en-US" sz="2200" spc="6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air</a:t>
            </a:r>
            <a:r>
              <a:rPr lang="en-US" sz="2200" spc="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quality,</a:t>
            </a:r>
            <a:r>
              <a:rPr lang="en-US" sz="2200" spc="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water</a:t>
            </a:r>
            <a:r>
              <a:rPr lang="en-US" sz="2200" spc="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safety,</a:t>
            </a:r>
            <a:r>
              <a:rPr lang="en-US" sz="2200" spc="6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and</a:t>
            </a:r>
            <a:r>
              <a:rPr lang="en-US" sz="2200" spc="6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patient</a:t>
            </a:r>
            <a:r>
              <a:rPr lang="en-US" sz="2200" spc="7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vitals. </a:t>
            </a:r>
          </a:p>
          <a:p>
            <a:pPr marL="12700" marR="627380">
              <a:lnSpc>
                <a:spcPct val="110000"/>
              </a:lnSpc>
            </a:pPr>
            <a:r>
              <a:rPr lang="en-US" sz="2200" dirty="0">
                <a:latin typeface="+mj-lt"/>
              </a:rPr>
              <a:t>Digital</a:t>
            </a:r>
            <a:r>
              <a:rPr lang="en-US" sz="2200" spc="17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twins</a:t>
            </a:r>
            <a:r>
              <a:rPr lang="en-US" sz="2200" spc="18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for</a:t>
            </a:r>
            <a:r>
              <a:rPr lang="en-US" sz="2200" spc="17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simulating</a:t>
            </a:r>
            <a:r>
              <a:rPr lang="en-US" sz="2200" spc="185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population-level</a:t>
            </a:r>
            <a:r>
              <a:rPr lang="en-US" sz="2200" spc="200" dirty="0">
                <a:latin typeface="+mj-lt"/>
              </a:rPr>
              <a:t> </a:t>
            </a:r>
            <a:r>
              <a:rPr lang="en-US" sz="2200" spc="-10" dirty="0">
                <a:latin typeface="+mj-lt"/>
              </a:rPr>
              <a:t>interventions.</a:t>
            </a:r>
          </a:p>
        </p:txBody>
      </p:sp>
      <p:sp>
        <p:nvSpPr>
          <p:cNvPr id="32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74794" y="7053693"/>
            <a:ext cx="4113340" cy="36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40891" y="4142769"/>
            <a:ext cx="1014856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1587617-1CD9-4BB4-8FDB-02547523F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4325241" cy="8051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359BEA-F467-446B-9ED2-7DE4AE394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087656" y="5235242"/>
            <a:ext cx="10155538" cy="647534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marL="12700" defTabSz="914400"/>
            <a:r>
              <a:rPr lang="en-US" sz="2900"/>
              <a:t>Technological</a:t>
            </a:r>
            <a:r>
              <a:rPr lang="en-US" sz="2900" spc="-45"/>
              <a:t> </a:t>
            </a:r>
            <a:r>
              <a:rPr lang="en-US" sz="2900" spc="-10"/>
              <a:t>Innovations</a:t>
            </a:r>
            <a:r>
              <a:rPr lang="en-US" sz="2900" spc="-45"/>
              <a:t> </a:t>
            </a:r>
            <a:r>
              <a:rPr lang="en-US" sz="2900"/>
              <a:t>in</a:t>
            </a:r>
            <a:r>
              <a:rPr lang="en-US" sz="2900" spc="-40"/>
              <a:t> </a:t>
            </a:r>
            <a:r>
              <a:rPr lang="en-US" sz="2900"/>
              <a:t>Public</a:t>
            </a:r>
            <a:r>
              <a:rPr lang="en-US" sz="2900" spc="-45"/>
              <a:t> </a:t>
            </a:r>
            <a:r>
              <a:rPr lang="en-US" sz="2900" spc="-10"/>
              <a:t>Health</a:t>
            </a:r>
            <a:endParaRPr lang="en-US" sz="29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F90F73C-5CA5-3C6C-2FCD-69D1700D6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879" y="756094"/>
            <a:ext cx="7176519" cy="428797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7C4A58F-EDCB-42E6-BB21-2D410EF0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87655" y="5902287"/>
            <a:ext cx="101555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CEF18BD6-B169-4CEE-BB3D-71DFD6A8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253CD2-F713-407C-B979-22CDBA531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605" y="944564"/>
            <a:ext cx="11283848" cy="1231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3200" spc="55"/>
              <a:t>Conclusion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7CF95AE8-57D5-82A6-F218-F74468C6E8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608477"/>
              </p:ext>
            </p:extLst>
          </p:nvPr>
        </p:nvGraphicFramePr>
        <p:xfrm>
          <a:off x="1704895" y="2747844"/>
          <a:ext cx="11285141" cy="3903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3C853E-3842-4594-86A9-051FFAF4D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71014"/>
            <a:ext cx="14325600" cy="482067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91CDC5-6B61-4116-B3B5-0FF42B6E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192941"/>
            <a:ext cx="14325600" cy="8722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B08984-5BEB-422F-A364-2B41E6A51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195210"/>
            <a:ext cx="14325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F413B1-54E0-4B16-92AB-1CC5C7D64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08327" y="2168618"/>
            <a:ext cx="112888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ood on a table">
            <a:extLst>
              <a:ext uri="{FF2B5EF4-FFF2-40B4-BE49-F238E27FC236}">
                <a16:creationId xmlns:a16="http://schemas.microsoft.com/office/drawing/2014/main" id="{79468728-49FA-57F9-819E-1AB29C42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63" b="7331"/>
          <a:stretch/>
        </p:blipFill>
        <p:spPr>
          <a:xfrm>
            <a:off x="20" y="10"/>
            <a:ext cx="14325221" cy="80517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8D85384-0496-4D83-A78C-96F0F992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65391" y="5759243"/>
            <a:ext cx="6592509" cy="1702952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93405-0AEA-A6B2-A324-953FC37C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769" y="6151127"/>
            <a:ext cx="6203401" cy="11272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/>
            <a:r>
              <a:rPr lang="en-US" sz="3200">
                <a:solidFill>
                  <a:srgbClr val="FFFFFE"/>
                </a:solidFill>
              </a:rPr>
              <a:t>Thanks</a:t>
            </a:r>
            <a:br>
              <a:rPr lang="en-US" sz="3200">
                <a:solidFill>
                  <a:srgbClr val="FFFFFE"/>
                </a:solidFill>
              </a:rPr>
            </a:br>
            <a:endParaRPr lang="en-US" sz="3200">
              <a:solidFill>
                <a:srgbClr val="FFFFFE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4CAEF2-6B5B-434C-8B79-D7AE633C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7768" y="5956777"/>
            <a:ext cx="6207755" cy="0"/>
          </a:xfrm>
          <a:prstGeom prst="line">
            <a:avLst/>
          </a:prstGeom>
          <a:ln w="31750">
            <a:solidFill>
              <a:srgbClr val="C5934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1906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</TotalTime>
  <Words>720</Words>
  <Application>Microsoft Office PowerPoint</Application>
  <PresentationFormat>Custom</PresentationFormat>
  <Paragraphs>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MT</vt:lpstr>
      <vt:lpstr>Gill Sans MT</vt:lpstr>
      <vt:lpstr>Roboto</vt:lpstr>
      <vt:lpstr>Tahoma</vt:lpstr>
      <vt:lpstr>Gallery</vt:lpstr>
      <vt:lpstr>The Role of Computers in Public Health</vt:lpstr>
      <vt:lpstr>General Understanding </vt:lpstr>
      <vt:lpstr>Role of Computers in Public Health</vt:lpstr>
      <vt:lpstr>Health Informatics in Public Health </vt:lpstr>
      <vt:lpstr>Unified Health Informatics</vt:lpstr>
      <vt:lpstr>Disease Surveillance using Computers </vt:lpstr>
      <vt:lpstr>Integrating Technology for Public Health</vt:lpstr>
      <vt:lpstr>Telemedicine and E-health</vt:lpstr>
      <vt:lpstr>Telemedicine Platforms in E-Health</vt:lpstr>
      <vt:lpstr>Role of Software Applications in Enhancing Efficiency</vt:lpstr>
      <vt:lpstr>Software available:</vt:lpstr>
      <vt:lpstr>Disease Modeling and Prediction</vt:lpstr>
      <vt:lpstr>Role of Computers in Disease Modeling and Prediction</vt:lpstr>
      <vt:lpstr>Challenges in Developing Countries</vt:lpstr>
      <vt:lpstr>Challenges in Digital Health Infrastructure</vt:lpstr>
      <vt:lpstr>Ethical Issues in Health Informatics</vt:lpstr>
      <vt:lpstr>Data Privacy and Ethical Challenges in Health Informatics</vt:lpstr>
      <vt:lpstr>Public Engagement via Digital Platforms</vt:lpstr>
      <vt:lpstr>Enhancing Public Health through Digital Platforms</vt:lpstr>
      <vt:lpstr>Computers During Pandemics</vt:lpstr>
      <vt:lpstr>Digital Tools in Public Health</vt:lpstr>
      <vt:lpstr>Future of AI &amp; ML in Public Health</vt:lpstr>
      <vt:lpstr>Technological Innovations in Public Health</vt:lpstr>
      <vt:lpstr>Conclusion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mukul maheshwari</cp:lastModifiedBy>
  <cp:revision>2</cp:revision>
  <dcterms:created xsi:type="dcterms:W3CDTF">2025-03-26T03:07:51Z</dcterms:created>
  <dcterms:modified xsi:type="dcterms:W3CDTF">2025-03-26T15:52:07Z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2025-03-26T00:00:00Z</vt:filetime>
  </property>
  <property fmtid="{D5CDD505-2E9C-101B-9397-08002B2CF9AE}" pid="3" name="LastSaved">
    <vt:filetime>2025-03-26T00:00:00Z</vt:filetime>
  </property>
</Properties>
</file>